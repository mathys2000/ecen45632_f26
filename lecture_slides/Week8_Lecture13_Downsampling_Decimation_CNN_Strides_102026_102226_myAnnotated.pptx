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ppt/ink/ink802.xml" ContentType="application/inkml+xml"/>
  <Override PartName="/ppt/ink/ink803.xml" ContentType="application/inkml+xml"/>
  <Override PartName="/ppt/ink/ink804.xml" ContentType="application/inkml+xml"/>
  <Override PartName="/ppt/ink/ink805.xml" ContentType="application/inkml+xml"/>
  <Override PartName="/ppt/ink/ink806.xml" ContentType="application/inkml+xml"/>
  <Override PartName="/ppt/ink/ink807.xml" ContentType="application/inkml+xml"/>
  <Override PartName="/ppt/ink/ink808.xml" ContentType="application/inkml+xml"/>
  <Override PartName="/ppt/ink/ink809.xml" ContentType="application/inkml+xml"/>
  <Override PartName="/ppt/ink/ink810.xml" ContentType="application/inkml+xml"/>
  <Override PartName="/ppt/ink/ink811.xml" ContentType="application/inkml+xml"/>
  <Override PartName="/ppt/ink/ink812.xml" ContentType="application/inkml+xml"/>
  <Override PartName="/ppt/ink/ink813.xml" ContentType="application/inkml+xml"/>
  <Override PartName="/ppt/ink/ink814.xml" ContentType="application/inkml+xml"/>
  <Override PartName="/ppt/ink/ink815.xml" ContentType="application/inkml+xml"/>
  <Override PartName="/ppt/ink/ink816.xml" ContentType="application/inkml+xml"/>
  <Override PartName="/ppt/ink/ink817.xml" ContentType="application/inkml+xml"/>
  <Override PartName="/ppt/ink/ink818.xml" ContentType="application/inkml+xml"/>
  <Override PartName="/ppt/ink/ink819.xml" ContentType="application/inkml+xml"/>
  <Override PartName="/ppt/ink/ink820.xml" ContentType="application/inkml+xml"/>
  <Override PartName="/ppt/ink/ink821.xml" ContentType="application/inkml+xml"/>
  <Override PartName="/ppt/ink/ink822.xml" ContentType="application/inkml+xml"/>
  <Override PartName="/ppt/ink/ink823.xml" ContentType="application/inkml+xml"/>
  <Override PartName="/ppt/ink/ink824.xml" ContentType="application/inkml+xml"/>
  <Override PartName="/ppt/ink/ink825.xml" ContentType="application/inkml+xml"/>
  <Override PartName="/ppt/ink/ink826.xml" ContentType="application/inkml+xml"/>
  <Override PartName="/ppt/ink/ink827.xml" ContentType="application/inkml+xml"/>
  <Override PartName="/ppt/ink/ink828.xml" ContentType="application/inkml+xml"/>
  <Override PartName="/ppt/ink/ink829.xml" ContentType="application/inkml+xml"/>
  <Override PartName="/ppt/ink/ink830.xml" ContentType="application/inkml+xml"/>
  <Override PartName="/ppt/ink/ink831.xml" ContentType="application/inkml+xml"/>
  <Override PartName="/ppt/ink/ink832.xml" ContentType="application/inkml+xml"/>
  <Override PartName="/ppt/ink/ink833.xml" ContentType="application/inkml+xml"/>
  <Override PartName="/ppt/ink/ink834.xml" ContentType="application/inkml+xml"/>
  <Override PartName="/ppt/ink/ink835.xml" ContentType="application/inkml+xml"/>
  <Override PartName="/ppt/ink/ink836.xml" ContentType="application/inkml+xml"/>
  <Override PartName="/ppt/ink/ink837.xml" ContentType="application/inkml+xml"/>
  <Override PartName="/ppt/ink/ink838.xml" ContentType="application/inkml+xml"/>
  <Override PartName="/ppt/ink/ink839.xml" ContentType="application/inkml+xml"/>
  <Override PartName="/ppt/ink/ink840.xml" ContentType="application/inkml+xml"/>
  <Override PartName="/ppt/ink/ink841.xml" ContentType="application/inkml+xml"/>
  <Override PartName="/ppt/ink/ink842.xml" ContentType="application/inkml+xml"/>
  <Override PartName="/ppt/ink/ink843.xml" ContentType="application/inkml+xml"/>
  <Override PartName="/ppt/ink/ink844.xml" ContentType="application/inkml+xml"/>
  <Override PartName="/ppt/ink/ink845.xml" ContentType="application/inkml+xml"/>
  <Override PartName="/ppt/ink/ink846.xml" ContentType="application/inkml+xml"/>
  <Override PartName="/ppt/ink/ink847.xml" ContentType="application/inkml+xml"/>
  <Override PartName="/ppt/ink/ink848.xml" ContentType="application/inkml+xml"/>
  <Override PartName="/ppt/ink/ink849.xml" ContentType="application/inkml+xml"/>
  <Override PartName="/ppt/ink/ink850.xml" ContentType="application/inkml+xml"/>
  <Override PartName="/ppt/ink/ink851.xml" ContentType="application/inkml+xml"/>
  <Override PartName="/ppt/ink/ink852.xml" ContentType="application/inkml+xml"/>
  <Override PartName="/ppt/ink/ink853.xml" ContentType="application/inkml+xml"/>
  <Override PartName="/ppt/ink/ink854.xml" ContentType="application/inkml+xml"/>
  <Override PartName="/ppt/ink/ink855.xml" ContentType="application/inkml+xml"/>
  <Override PartName="/ppt/ink/ink856.xml" ContentType="application/inkml+xml"/>
  <Override PartName="/ppt/ink/ink857.xml" ContentType="application/inkml+xml"/>
  <Override PartName="/ppt/ink/ink858.xml" ContentType="application/inkml+xml"/>
  <Override PartName="/ppt/ink/ink859.xml" ContentType="application/inkml+xml"/>
  <Override PartName="/ppt/ink/ink860.xml" ContentType="application/inkml+xml"/>
  <Override PartName="/ppt/ink/ink861.xml" ContentType="application/inkml+xml"/>
  <Override PartName="/ppt/ink/ink862.xml" ContentType="application/inkml+xml"/>
  <Override PartName="/ppt/ink/ink863.xml" ContentType="application/inkml+xml"/>
  <Override PartName="/ppt/ink/ink864.xml" ContentType="application/inkml+xml"/>
  <Override PartName="/ppt/ink/ink865.xml" ContentType="application/inkml+xml"/>
  <Override PartName="/ppt/ink/ink866.xml" ContentType="application/inkml+xml"/>
  <Override PartName="/ppt/ink/ink867.xml" ContentType="application/inkml+xml"/>
  <Override PartName="/ppt/ink/ink868.xml" ContentType="application/inkml+xml"/>
  <Override PartName="/ppt/ink/ink869.xml" ContentType="application/inkml+xml"/>
  <Override PartName="/ppt/ink/ink870.xml" ContentType="application/inkml+xml"/>
  <Override PartName="/ppt/ink/ink871.xml" ContentType="application/inkml+xml"/>
  <Override PartName="/ppt/ink/ink872.xml" ContentType="application/inkml+xml"/>
  <Override PartName="/ppt/ink/ink873.xml" ContentType="application/inkml+xml"/>
  <Override PartName="/ppt/ink/ink874.xml" ContentType="application/inkml+xml"/>
  <Override PartName="/ppt/ink/ink875.xml" ContentType="application/inkml+xml"/>
  <Override PartName="/ppt/ink/ink876.xml" ContentType="application/inkml+xml"/>
  <Override PartName="/ppt/ink/ink877.xml" ContentType="application/inkml+xml"/>
  <Override PartName="/ppt/ink/ink878.xml" ContentType="application/inkml+xml"/>
  <Override PartName="/ppt/ink/ink879.xml" ContentType="application/inkml+xml"/>
  <Override PartName="/ppt/ink/ink880.xml" ContentType="application/inkml+xml"/>
  <Override PartName="/ppt/ink/ink881.xml" ContentType="application/inkml+xml"/>
  <Override PartName="/ppt/ink/ink882.xml" ContentType="application/inkml+xml"/>
  <Override PartName="/ppt/ink/ink883.xml" ContentType="application/inkml+xml"/>
  <Override PartName="/ppt/ink/ink884.xml" ContentType="application/inkml+xml"/>
  <Override PartName="/ppt/ink/ink885.xml" ContentType="application/inkml+xml"/>
  <Override PartName="/ppt/ink/ink886.xml" ContentType="application/inkml+xml"/>
  <Override PartName="/ppt/ink/ink887.xml" ContentType="application/inkml+xml"/>
  <Override PartName="/ppt/ink/ink888.xml" ContentType="application/inkml+xml"/>
  <Override PartName="/ppt/ink/ink889.xml" ContentType="application/inkml+xml"/>
  <Override PartName="/ppt/ink/ink890.xml" ContentType="application/inkml+xml"/>
  <Override PartName="/ppt/ink/ink891.xml" ContentType="application/inkml+xml"/>
  <Override PartName="/ppt/ink/ink892.xml" ContentType="application/inkml+xml"/>
  <Override PartName="/ppt/ink/ink893.xml" ContentType="application/inkml+xml"/>
  <Override PartName="/ppt/ink/ink894.xml" ContentType="application/inkml+xml"/>
  <Override PartName="/ppt/ink/ink895.xml" ContentType="application/inkml+xml"/>
  <Override PartName="/ppt/ink/ink896.xml" ContentType="application/inkml+xml"/>
  <Override PartName="/ppt/ink/ink897.xml" ContentType="application/inkml+xml"/>
  <Override PartName="/ppt/ink/ink898.xml" ContentType="application/inkml+xml"/>
  <Override PartName="/ppt/ink/ink899.xml" ContentType="application/inkml+xml"/>
  <Override PartName="/ppt/ink/ink900.xml" ContentType="application/inkml+xml"/>
  <Override PartName="/ppt/ink/ink901.xml" ContentType="application/inkml+xml"/>
  <Override PartName="/ppt/ink/ink902.xml" ContentType="application/inkml+xml"/>
  <Override PartName="/ppt/ink/ink903.xml" ContentType="application/inkml+xml"/>
  <Override PartName="/ppt/ink/ink904.xml" ContentType="application/inkml+xml"/>
  <Override PartName="/ppt/ink/ink905.xml" ContentType="application/inkml+xml"/>
  <Override PartName="/ppt/ink/ink906.xml" ContentType="application/inkml+xml"/>
  <Override PartName="/ppt/ink/ink907.xml" ContentType="application/inkml+xml"/>
  <Override PartName="/ppt/ink/ink908.xml" ContentType="application/inkml+xml"/>
  <Override PartName="/ppt/ink/ink909.xml" ContentType="application/inkml+xml"/>
  <Override PartName="/ppt/ink/ink910.xml" ContentType="application/inkml+xml"/>
  <Override PartName="/ppt/ink/ink911.xml" ContentType="application/inkml+xml"/>
  <Override PartName="/ppt/ink/ink912.xml" ContentType="application/inkml+xml"/>
  <Override PartName="/ppt/ink/ink913.xml" ContentType="application/inkml+xml"/>
  <Override PartName="/ppt/ink/ink914.xml" ContentType="application/inkml+xml"/>
  <Override PartName="/ppt/ink/ink915.xml" ContentType="application/inkml+xml"/>
  <Override PartName="/ppt/ink/ink916.xml" ContentType="application/inkml+xml"/>
  <Override PartName="/ppt/ink/ink917.xml" ContentType="application/inkml+xml"/>
  <Override PartName="/ppt/ink/ink918.xml" ContentType="application/inkml+xml"/>
  <Override PartName="/ppt/ink/ink919.xml" ContentType="application/inkml+xml"/>
  <Override PartName="/ppt/ink/ink920.xml" ContentType="application/inkml+xml"/>
  <Override PartName="/ppt/ink/ink921.xml" ContentType="application/inkml+xml"/>
  <Override PartName="/ppt/ink/ink922.xml" ContentType="application/inkml+xml"/>
  <Override PartName="/ppt/ink/ink923.xml" ContentType="application/inkml+xml"/>
  <Override PartName="/ppt/ink/ink924.xml" ContentType="application/inkml+xml"/>
  <Override PartName="/ppt/ink/ink925.xml" ContentType="application/inkml+xml"/>
  <Override PartName="/ppt/ink/ink926.xml" ContentType="application/inkml+xml"/>
  <Override PartName="/ppt/ink/ink927.xml" ContentType="application/inkml+xml"/>
  <Override PartName="/ppt/ink/ink928.xml" ContentType="application/inkml+xml"/>
  <Override PartName="/ppt/ink/ink929.xml" ContentType="application/inkml+xml"/>
  <Override PartName="/ppt/ink/ink930.xml" ContentType="application/inkml+xml"/>
  <Override PartName="/ppt/ink/ink931.xml" ContentType="application/inkml+xml"/>
  <Override PartName="/ppt/ink/ink932.xml" ContentType="application/inkml+xml"/>
  <Override PartName="/ppt/ink/ink933.xml" ContentType="application/inkml+xml"/>
  <Override PartName="/ppt/ink/ink934.xml" ContentType="application/inkml+xml"/>
  <Override PartName="/ppt/ink/ink935.xml" ContentType="application/inkml+xml"/>
  <Override PartName="/ppt/ink/ink936.xml" ContentType="application/inkml+xml"/>
  <Override PartName="/ppt/ink/ink937.xml" ContentType="application/inkml+xml"/>
  <Override PartName="/ppt/ink/ink938.xml" ContentType="application/inkml+xml"/>
  <Override PartName="/ppt/ink/ink939.xml" ContentType="application/inkml+xml"/>
  <Override PartName="/ppt/ink/ink940.xml" ContentType="application/inkml+xml"/>
  <Override PartName="/ppt/ink/ink941.xml" ContentType="application/inkml+xml"/>
  <Override PartName="/ppt/ink/ink942.xml" ContentType="application/inkml+xml"/>
  <Override PartName="/ppt/ink/ink943.xml" ContentType="application/inkml+xml"/>
  <Override PartName="/ppt/ink/ink944.xml" ContentType="application/inkml+xml"/>
  <Override PartName="/ppt/ink/ink945.xml" ContentType="application/inkml+xml"/>
  <Override PartName="/ppt/ink/ink946.xml" ContentType="application/inkml+xml"/>
  <Override PartName="/ppt/ink/ink947.xml" ContentType="application/inkml+xml"/>
  <Override PartName="/ppt/ink/ink948.xml" ContentType="application/inkml+xml"/>
  <Override PartName="/ppt/ink/ink949.xml" ContentType="application/inkml+xml"/>
  <Override PartName="/ppt/ink/ink950.xml" ContentType="application/inkml+xml"/>
  <Override PartName="/ppt/ink/ink951.xml" ContentType="application/inkml+xml"/>
  <Override PartName="/ppt/ink/ink952.xml" ContentType="application/inkml+xml"/>
  <Override PartName="/ppt/ink/ink953.xml" ContentType="application/inkml+xml"/>
  <Override PartName="/ppt/ink/ink954.xml" ContentType="application/inkml+xml"/>
  <Override PartName="/ppt/ink/ink955.xml" ContentType="application/inkml+xml"/>
  <Override PartName="/ppt/ink/ink956.xml" ContentType="application/inkml+xml"/>
  <Override PartName="/ppt/ink/ink957.xml" ContentType="application/inkml+xml"/>
  <Override PartName="/ppt/ink/ink958.xml" ContentType="application/inkml+xml"/>
  <Override PartName="/ppt/ink/ink959.xml" ContentType="application/inkml+xml"/>
  <Override PartName="/ppt/ink/ink960.xml" ContentType="application/inkml+xml"/>
  <Override PartName="/ppt/ink/ink961.xml" ContentType="application/inkml+xml"/>
  <Override PartName="/ppt/ink/ink962.xml" ContentType="application/inkml+xml"/>
  <Override PartName="/ppt/ink/ink963.xml" ContentType="application/inkml+xml"/>
  <Override PartName="/ppt/ink/ink964.xml" ContentType="application/inkml+xml"/>
  <Override PartName="/ppt/ink/ink965.xml" ContentType="application/inkml+xml"/>
  <Override PartName="/ppt/ink/ink966.xml" ContentType="application/inkml+xml"/>
  <Override PartName="/ppt/ink/ink967.xml" ContentType="application/inkml+xml"/>
  <Override PartName="/ppt/ink/ink968.xml" ContentType="application/inkml+xml"/>
  <Override PartName="/ppt/ink/ink969.xml" ContentType="application/inkml+xml"/>
  <Override PartName="/ppt/ink/ink970.xml" ContentType="application/inkml+xml"/>
  <Override PartName="/ppt/ink/ink971.xml" ContentType="application/inkml+xml"/>
  <Override PartName="/ppt/ink/ink972.xml" ContentType="application/inkml+xml"/>
  <Override PartName="/ppt/ink/ink973.xml" ContentType="application/inkml+xml"/>
  <Override PartName="/ppt/ink/ink974.xml" ContentType="application/inkml+xml"/>
  <Override PartName="/ppt/ink/ink975.xml" ContentType="application/inkml+xml"/>
  <Override PartName="/ppt/ink/ink976.xml" ContentType="application/inkml+xml"/>
  <Override PartName="/ppt/ink/ink977.xml" ContentType="application/inkml+xml"/>
  <Override PartName="/ppt/ink/ink978.xml" ContentType="application/inkml+xml"/>
  <Override PartName="/ppt/ink/ink979.xml" ContentType="application/inkml+xml"/>
  <Override PartName="/ppt/ink/ink980.xml" ContentType="application/inkml+xml"/>
  <Override PartName="/ppt/ink/ink981.xml" ContentType="application/inkml+xml"/>
  <Override PartName="/ppt/ink/ink982.xml" ContentType="application/inkml+xml"/>
  <Override PartName="/ppt/ink/ink983.xml" ContentType="application/inkml+xml"/>
  <Override PartName="/ppt/ink/ink984.xml" ContentType="application/inkml+xml"/>
  <Override PartName="/ppt/ink/ink985.xml" ContentType="application/inkml+xml"/>
  <Override PartName="/ppt/ink/ink986.xml" ContentType="application/inkml+xml"/>
  <Override PartName="/ppt/ink/ink987.xml" ContentType="application/inkml+xml"/>
  <Override PartName="/ppt/ink/ink988.xml" ContentType="application/inkml+xml"/>
  <Override PartName="/ppt/ink/ink989.xml" ContentType="application/inkml+xml"/>
  <Override PartName="/ppt/ink/ink990.xml" ContentType="application/inkml+xml"/>
  <Override PartName="/ppt/ink/ink991.xml" ContentType="application/inkml+xml"/>
  <Override PartName="/ppt/ink/ink992.xml" ContentType="application/inkml+xml"/>
  <Override PartName="/ppt/ink/ink993.xml" ContentType="application/inkml+xml"/>
  <Override PartName="/ppt/ink/ink994.xml" ContentType="application/inkml+xml"/>
  <Override PartName="/ppt/ink/ink995.xml" ContentType="application/inkml+xml"/>
  <Override PartName="/ppt/ink/ink996.xml" ContentType="application/inkml+xml"/>
  <Override PartName="/ppt/ink/ink997.xml" ContentType="application/inkml+xml"/>
  <Override PartName="/ppt/ink/ink998.xml" ContentType="application/inkml+xml"/>
  <Override PartName="/ppt/ink/ink999.xml" ContentType="application/inkml+xml"/>
  <Override PartName="/ppt/ink/ink1000.xml" ContentType="application/inkml+xml"/>
  <Override PartName="/ppt/ink/ink1001.xml" ContentType="application/inkml+xml"/>
  <Override PartName="/ppt/ink/ink1002.xml" ContentType="application/inkml+xml"/>
  <Override PartName="/ppt/ink/ink1003.xml" ContentType="application/inkml+xml"/>
  <Override PartName="/ppt/ink/ink1004.xml" ContentType="application/inkml+xml"/>
  <Override PartName="/ppt/ink/ink1005.xml" ContentType="application/inkml+xml"/>
  <Override PartName="/ppt/ink/ink1006.xml" ContentType="application/inkml+xml"/>
  <Override PartName="/ppt/ink/ink1007.xml" ContentType="application/inkml+xml"/>
  <Override PartName="/ppt/ink/ink1008.xml" ContentType="application/inkml+xml"/>
  <Override PartName="/ppt/ink/ink1009.xml" ContentType="application/inkml+xml"/>
  <Override PartName="/ppt/ink/ink1010.xml" ContentType="application/inkml+xml"/>
  <Override PartName="/ppt/ink/ink1011.xml" ContentType="application/inkml+xml"/>
  <Override PartName="/ppt/ink/ink1012.xml" ContentType="application/inkml+xml"/>
  <Override PartName="/ppt/ink/ink1013.xml" ContentType="application/inkml+xml"/>
  <Override PartName="/ppt/ink/ink1014.xml" ContentType="application/inkml+xml"/>
  <Override PartName="/ppt/ink/ink1015.xml" ContentType="application/inkml+xml"/>
  <Override PartName="/ppt/ink/ink1016.xml" ContentType="application/inkml+xml"/>
  <Override PartName="/ppt/ink/ink1017.xml" ContentType="application/inkml+xml"/>
  <Override PartName="/ppt/ink/ink1018.xml" ContentType="application/inkml+xml"/>
  <Override PartName="/ppt/ink/ink1019.xml" ContentType="application/inkml+xml"/>
  <Override PartName="/ppt/ink/ink1020.xml" ContentType="application/inkml+xml"/>
  <Override PartName="/ppt/ink/ink1021.xml" ContentType="application/inkml+xml"/>
  <Override PartName="/ppt/ink/ink1022.xml" ContentType="application/inkml+xml"/>
  <Override PartName="/ppt/ink/ink1023.xml" ContentType="application/inkml+xml"/>
  <Override PartName="/ppt/ink/ink1024.xml" ContentType="application/inkml+xml"/>
  <Override PartName="/ppt/ink/ink1025.xml" ContentType="application/inkml+xml"/>
  <Override PartName="/ppt/ink/ink1026.xml" ContentType="application/inkml+xml"/>
  <Override PartName="/ppt/ink/ink1027.xml" ContentType="application/inkml+xml"/>
  <Override PartName="/ppt/ink/ink1028.xml" ContentType="application/inkml+xml"/>
  <Override PartName="/ppt/ink/ink1029.xml" ContentType="application/inkml+xml"/>
  <Override PartName="/ppt/ink/ink1030.xml" ContentType="application/inkml+xml"/>
  <Override PartName="/ppt/ink/ink1031.xml" ContentType="application/inkml+xml"/>
  <Override PartName="/ppt/ink/ink1032.xml" ContentType="application/inkml+xml"/>
  <Override PartName="/ppt/ink/ink1033.xml" ContentType="application/inkml+xml"/>
  <Override PartName="/ppt/ink/ink1034.xml" ContentType="application/inkml+xml"/>
  <Override PartName="/ppt/ink/ink1035.xml" ContentType="application/inkml+xml"/>
  <Override PartName="/ppt/ink/ink1036.xml" ContentType="application/inkml+xml"/>
  <Override PartName="/ppt/ink/ink1037.xml" ContentType="application/inkml+xml"/>
  <Override PartName="/ppt/ink/ink1038.xml" ContentType="application/inkml+xml"/>
  <Override PartName="/ppt/ink/ink1039.xml" ContentType="application/inkml+xml"/>
  <Override PartName="/ppt/ink/ink1040.xml" ContentType="application/inkml+xml"/>
  <Override PartName="/ppt/ink/ink1041.xml" ContentType="application/inkml+xml"/>
  <Override PartName="/ppt/ink/ink1042.xml" ContentType="application/inkml+xml"/>
  <Override PartName="/ppt/ink/ink1043.xml" ContentType="application/inkml+xml"/>
  <Override PartName="/ppt/ink/ink1044.xml" ContentType="application/inkml+xml"/>
  <Override PartName="/ppt/ink/ink1045.xml" ContentType="application/inkml+xml"/>
  <Override PartName="/ppt/ink/ink1046.xml" ContentType="application/inkml+xml"/>
  <Override PartName="/ppt/ink/ink1047.xml" ContentType="application/inkml+xml"/>
  <Override PartName="/ppt/ink/ink1048.xml" ContentType="application/inkml+xml"/>
  <Override PartName="/ppt/ink/ink1049.xml" ContentType="application/inkml+xml"/>
  <Override PartName="/ppt/ink/ink1050.xml" ContentType="application/inkml+xml"/>
  <Override PartName="/ppt/ink/ink1051.xml" ContentType="application/inkml+xml"/>
  <Override PartName="/ppt/ink/ink1052.xml" ContentType="application/inkml+xml"/>
  <Override PartName="/ppt/ink/ink1053.xml" ContentType="application/inkml+xml"/>
  <Override PartName="/ppt/ink/ink1054.xml" ContentType="application/inkml+xml"/>
  <Override PartName="/ppt/ink/ink1055.xml" ContentType="application/inkml+xml"/>
  <Override PartName="/ppt/ink/ink1056.xml" ContentType="application/inkml+xml"/>
  <Override PartName="/ppt/ink/ink1057.xml" ContentType="application/inkml+xml"/>
  <Override PartName="/ppt/ink/ink1058.xml" ContentType="application/inkml+xml"/>
  <Override PartName="/ppt/ink/ink1059.xml" ContentType="application/inkml+xml"/>
  <Override PartName="/ppt/ink/ink1060.xml" ContentType="application/inkml+xml"/>
  <Override PartName="/ppt/ink/ink1061.xml" ContentType="application/inkml+xml"/>
  <Override PartName="/ppt/ink/ink1062.xml" ContentType="application/inkml+xml"/>
  <Override PartName="/ppt/ink/ink1063.xml" ContentType="application/inkml+xml"/>
  <Override PartName="/ppt/ink/ink1064.xml" ContentType="application/inkml+xml"/>
  <Override PartName="/ppt/ink/ink1065.xml" ContentType="application/inkml+xml"/>
  <Override PartName="/ppt/ink/ink1066.xml" ContentType="application/inkml+xml"/>
  <Override PartName="/ppt/ink/ink1067.xml" ContentType="application/inkml+xml"/>
  <Override PartName="/ppt/ink/ink1068.xml" ContentType="application/inkml+xml"/>
  <Override PartName="/ppt/ink/ink1069.xml" ContentType="application/inkml+xml"/>
  <Override PartName="/ppt/ink/ink1070.xml" ContentType="application/inkml+xml"/>
  <Override PartName="/ppt/ink/ink1071.xml" ContentType="application/inkml+xml"/>
  <Override PartName="/ppt/ink/ink1072.xml" ContentType="application/inkml+xml"/>
  <Override PartName="/ppt/ink/ink1073.xml" ContentType="application/inkml+xml"/>
  <Override PartName="/ppt/ink/ink1074.xml" ContentType="application/inkml+xml"/>
  <Override PartName="/ppt/ink/ink1075.xml" ContentType="application/inkml+xml"/>
  <Override PartName="/ppt/ink/ink1076.xml" ContentType="application/inkml+xml"/>
  <Override PartName="/ppt/ink/ink1077.xml" ContentType="application/inkml+xml"/>
  <Override PartName="/ppt/ink/ink1078.xml" ContentType="application/inkml+xml"/>
  <Override PartName="/ppt/ink/ink1079.xml" ContentType="application/inkml+xml"/>
  <Override PartName="/ppt/ink/ink1080.xml" ContentType="application/inkml+xml"/>
  <Override PartName="/ppt/ink/ink1081.xml" ContentType="application/inkml+xml"/>
  <Override PartName="/ppt/ink/ink1082.xml" ContentType="application/inkml+xml"/>
  <Override PartName="/ppt/ink/ink1083.xml" ContentType="application/inkml+xml"/>
  <Override PartName="/ppt/ink/ink1084.xml" ContentType="application/inkml+xml"/>
  <Override PartName="/ppt/ink/ink1085.xml" ContentType="application/inkml+xml"/>
  <Override PartName="/ppt/ink/ink1086.xml" ContentType="application/inkml+xml"/>
  <Override PartName="/ppt/ink/ink1087.xml" ContentType="application/inkml+xml"/>
  <Override PartName="/ppt/ink/ink1088.xml" ContentType="application/inkml+xml"/>
  <Override PartName="/ppt/ink/ink1089.xml" ContentType="application/inkml+xml"/>
  <Override PartName="/ppt/ink/ink1090.xml" ContentType="application/inkml+xml"/>
  <Override PartName="/ppt/ink/ink1091.xml" ContentType="application/inkml+xml"/>
  <Override PartName="/ppt/ink/ink1092.xml" ContentType="application/inkml+xml"/>
  <Override PartName="/ppt/ink/ink1093.xml" ContentType="application/inkml+xml"/>
  <Override PartName="/ppt/ink/ink1094.xml" ContentType="application/inkml+xml"/>
  <Override PartName="/ppt/ink/ink1095.xml" ContentType="application/inkml+xml"/>
  <Override PartName="/ppt/ink/ink1096.xml" ContentType="application/inkml+xml"/>
  <Override PartName="/ppt/ink/ink1097.xml" ContentType="application/inkml+xml"/>
  <Override PartName="/ppt/ink/ink1098.xml" ContentType="application/inkml+xml"/>
  <Override PartName="/ppt/ink/ink1099.xml" ContentType="application/inkml+xml"/>
  <Override PartName="/ppt/ink/ink1100.xml" ContentType="application/inkml+xml"/>
  <Override PartName="/ppt/ink/ink1101.xml" ContentType="application/inkml+xml"/>
  <Override PartName="/ppt/ink/ink1102.xml" ContentType="application/inkml+xml"/>
  <Override PartName="/ppt/ink/ink1103.xml" ContentType="application/inkml+xml"/>
  <Override PartName="/ppt/ink/ink1104.xml" ContentType="application/inkml+xml"/>
  <Override PartName="/ppt/ink/ink1105.xml" ContentType="application/inkml+xml"/>
  <Override PartName="/ppt/ink/ink1106.xml" ContentType="application/inkml+xml"/>
  <Override PartName="/ppt/ink/ink1107.xml" ContentType="application/inkml+xml"/>
  <Override PartName="/ppt/ink/ink1108.xml" ContentType="application/inkml+xml"/>
  <Override PartName="/ppt/ink/ink1109.xml" ContentType="application/inkml+xml"/>
  <Override PartName="/ppt/ink/ink1110.xml" ContentType="application/inkml+xml"/>
  <Override PartName="/ppt/ink/ink1111.xml" ContentType="application/inkml+xml"/>
  <Override PartName="/ppt/ink/ink1112.xml" ContentType="application/inkml+xml"/>
  <Override PartName="/ppt/ink/ink1113.xml" ContentType="application/inkml+xml"/>
  <Override PartName="/ppt/ink/ink1114.xml" ContentType="application/inkml+xml"/>
  <Override PartName="/ppt/ink/ink1115.xml" ContentType="application/inkml+xml"/>
  <Override PartName="/ppt/ink/ink1116.xml" ContentType="application/inkml+xml"/>
  <Override PartName="/ppt/ink/ink1117.xml" ContentType="application/inkml+xml"/>
  <Override PartName="/ppt/ink/ink1118.xml" ContentType="application/inkml+xml"/>
  <Override PartName="/ppt/ink/ink1119.xml" ContentType="application/inkml+xml"/>
  <Override PartName="/ppt/ink/ink1120.xml" ContentType="application/inkml+xml"/>
  <Override PartName="/ppt/ink/ink1121.xml" ContentType="application/inkml+xml"/>
  <Override PartName="/ppt/ink/ink1122.xml" ContentType="application/inkml+xml"/>
  <Override PartName="/ppt/ink/ink1123.xml" ContentType="application/inkml+xml"/>
  <Override PartName="/ppt/ink/ink1124.xml" ContentType="application/inkml+xml"/>
  <Override PartName="/ppt/ink/ink1125.xml" ContentType="application/inkml+xml"/>
  <Override PartName="/ppt/ink/ink1126.xml" ContentType="application/inkml+xml"/>
  <Override PartName="/ppt/ink/ink1127.xml" ContentType="application/inkml+xml"/>
  <Override PartName="/ppt/ink/ink1128.xml" ContentType="application/inkml+xml"/>
  <Override PartName="/ppt/ink/ink1129.xml" ContentType="application/inkml+xml"/>
  <Override PartName="/ppt/ink/ink1130.xml" ContentType="application/inkml+xml"/>
  <Override PartName="/ppt/ink/ink1131.xml" ContentType="application/inkml+xml"/>
  <Override PartName="/ppt/ink/ink1132.xml" ContentType="application/inkml+xml"/>
  <Override PartName="/ppt/ink/ink1133.xml" ContentType="application/inkml+xml"/>
  <Override PartName="/ppt/ink/ink1134.xml" ContentType="application/inkml+xml"/>
  <Override PartName="/ppt/ink/ink1135.xml" ContentType="application/inkml+xml"/>
  <Override PartName="/ppt/ink/ink1136.xml" ContentType="application/inkml+xml"/>
  <Override PartName="/ppt/ink/ink1137.xml" ContentType="application/inkml+xml"/>
  <Override PartName="/ppt/ink/ink1138.xml" ContentType="application/inkml+xml"/>
  <Override PartName="/ppt/ink/ink1139.xml" ContentType="application/inkml+xml"/>
  <Override PartName="/ppt/ink/ink1140.xml" ContentType="application/inkml+xml"/>
  <Override PartName="/ppt/ink/ink1141.xml" ContentType="application/inkml+xml"/>
  <Override PartName="/ppt/ink/ink1142.xml" ContentType="application/inkml+xml"/>
  <Override PartName="/ppt/ink/ink1143.xml" ContentType="application/inkml+xml"/>
  <Override PartName="/ppt/ink/ink1144.xml" ContentType="application/inkml+xml"/>
  <Override PartName="/ppt/ink/ink1145.xml" ContentType="application/inkml+xml"/>
  <Override PartName="/ppt/ink/ink1146.xml" ContentType="application/inkml+xml"/>
  <Override PartName="/ppt/ink/ink1147.xml" ContentType="application/inkml+xml"/>
  <Override PartName="/ppt/ink/ink1148.xml" ContentType="application/inkml+xml"/>
  <Override PartName="/ppt/ink/ink1149.xml" ContentType="application/inkml+xml"/>
  <Override PartName="/ppt/ink/ink1150.xml" ContentType="application/inkml+xml"/>
  <Override PartName="/ppt/ink/ink1151.xml" ContentType="application/inkml+xml"/>
  <Override PartName="/ppt/ink/ink1152.xml" ContentType="application/inkml+xml"/>
  <Override PartName="/ppt/ink/ink1153.xml" ContentType="application/inkml+xml"/>
  <Override PartName="/ppt/ink/ink1154.xml" ContentType="application/inkml+xml"/>
  <Override PartName="/ppt/ink/ink1155.xml" ContentType="application/inkml+xml"/>
  <Override PartName="/ppt/ink/ink1156.xml" ContentType="application/inkml+xml"/>
  <Override PartName="/ppt/ink/ink1157.xml" ContentType="application/inkml+xml"/>
  <Override PartName="/ppt/ink/ink1158.xml" ContentType="application/inkml+xml"/>
  <Override PartName="/ppt/ink/ink1159.xml" ContentType="application/inkml+xml"/>
  <Override PartName="/ppt/ink/ink1160.xml" ContentType="application/inkml+xml"/>
  <Override PartName="/ppt/ink/ink1161.xml" ContentType="application/inkml+xml"/>
  <Override PartName="/ppt/ink/ink1162.xml" ContentType="application/inkml+xml"/>
  <Override PartName="/ppt/ink/ink1163.xml" ContentType="application/inkml+xml"/>
  <Override PartName="/ppt/ink/ink1164.xml" ContentType="application/inkml+xml"/>
  <Override PartName="/ppt/ink/ink1165.xml" ContentType="application/inkml+xml"/>
  <Override PartName="/ppt/ink/ink1166.xml" ContentType="application/inkml+xml"/>
  <Override PartName="/ppt/ink/ink1167.xml" ContentType="application/inkml+xml"/>
  <Override PartName="/ppt/ink/ink1168.xml" ContentType="application/inkml+xml"/>
  <Override PartName="/ppt/ink/ink1169.xml" ContentType="application/inkml+xml"/>
  <Override PartName="/ppt/ink/ink1170.xml" ContentType="application/inkml+xml"/>
  <Override PartName="/ppt/ink/ink1171.xml" ContentType="application/inkml+xml"/>
  <Override PartName="/ppt/ink/ink1172.xml" ContentType="application/inkml+xml"/>
  <Override PartName="/ppt/ink/ink1173.xml" ContentType="application/inkml+xml"/>
  <Override PartName="/ppt/ink/ink1174.xml" ContentType="application/inkml+xml"/>
  <Override PartName="/ppt/ink/ink1175.xml" ContentType="application/inkml+xml"/>
  <Override PartName="/ppt/ink/ink1176.xml" ContentType="application/inkml+xml"/>
  <Override PartName="/ppt/ink/ink1177.xml" ContentType="application/inkml+xml"/>
  <Override PartName="/ppt/ink/ink1178.xml" ContentType="application/inkml+xml"/>
  <Override PartName="/ppt/ink/ink1179.xml" ContentType="application/inkml+xml"/>
  <Override PartName="/ppt/ink/ink1180.xml" ContentType="application/inkml+xml"/>
  <Override PartName="/ppt/ink/ink1181.xml" ContentType="application/inkml+xml"/>
  <Override PartName="/ppt/ink/ink1182.xml" ContentType="application/inkml+xml"/>
  <Override PartName="/ppt/ink/ink1183.xml" ContentType="application/inkml+xml"/>
  <Override PartName="/ppt/ink/ink1184.xml" ContentType="application/inkml+xml"/>
  <Override PartName="/ppt/ink/ink1185.xml" ContentType="application/inkml+xml"/>
  <Override PartName="/ppt/ink/ink1186.xml" ContentType="application/inkml+xml"/>
  <Override PartName="/ppt/ink/ink1187.xml" ContentType="application/inkml+xml"/>
  <Override PartName="/ppt/ink/ink1188.xml" ContentType="application/inkml+xml"/>
  <Override PartName="/ppt/ink/ink1189.xml" ContentType="application/inkml+xml"/>
  <Override PartName="/ppt/ink/ink1190.xml" ContentType="application/inkml+xml"/>
  <Override PartName="/ppt/ink/ink1191.xml" ContentType="application/inkml+xml"/>
  <Override PartName="/ppt/ink/ink1192.xml" ContentType="application/inkml+xml"/>
  <Override PartName="/ppt/ink/ink1193.xml" ContentType="application/inkml+xml"/>
  <Override PartName="/ppt/ink/ink1194.xml" ContentType="application/inkml+xml"/>
  <Override PartName="/ppt/ink/ink1195.xml" ContentType="application/inkml+xml"/>
  <Override PartName="/ppt/ink/ink1196.xml" ContentType="application/inkml+xml"/>
  <Override PartName="/ppt/ink/ink1197.xml" ContentType="application/inkml+xml"/>
  <Override PartName="/ppt/ink/ink1198.xml" ContentType="application/inkml+xml"/>
  <Override PartName="/ppt/ink/ink1199.xml" ContentType="application/inkml+xml"/>
  <Override PartName="/ppt/ink/ink1200.xml" ContentType="application/inkml+xml"/>
  <Override PartName="/ppt/ink/ink1201.xml" ContentType="application/inkml+xml"/>
  <Override PartName="/ppt/ink/ink1202.xml" ContentType="application/inkml+xml"/>
  <Override PartName="/ppt/ink/ink1203.xml" ContentType="application/inkml+xml"/>
  <Override PartName="/ppt/ink/ink1204.xml" ContentType="application/inkml+xml"/>
  <Override PartName="/ppt/ink/ink1205.xml" ContentType="application/inkml+xml"/>
  <Override PartName="/ppt/ink/ink1206.xml" ContentType="application/inkml+xml"/>
  <Override PartName="/ppt/ink/ink1207.xml" ContentType="application/inkml+xml"/>
  <Override PartName="/ppt/ink/ink1208.xml" ContentType="application/inkml+xml"/>
  <Override PartName="/ppt/ink/ink1209.xml" ContentType="application/inkml+xml"/>
  <Override PartName="/ppt/ink/ink1210.xml" ContentType="application/inkml+xml"/>
  <Override PartName="/ppt/ink/ink1211.xml" ContentType="application/inkml+xml"/>
  <Override PartName="/ppt/ink/ink1212.xml" ContentType="application/inkml+xml"/>
  <Override PartName="/ppt/ink/ink1213.xml" ContentType="application/inkml+xml"/>
  <Override PartName="/ppt/ink/ink1214.xml" ContentType="application/inkml+xml"/>
  <Override PartName="/ppt/ink/ink1215.xml" ContentType="application/inkml+xml"/>
  <Override PartName="/ppt/ink/ink1216.xml" ContentType="application/inkml+xml"/>
  <Override PartName="/ppt/ink/ink1217.xml" ContentType="application/inkml+xml"/>
  <Override PartName="/ppt/ink/ink1218.xml" ContentType="application/inkml+xml"/>
  <Override PartName="/ppt/ink/ink1219.xml" ContentType="application/inkml+xml"/>
  <Override PartName="/ppt/ink/ink1220.xml" ContentType="application/inkml+xml"/>
  <Override PartName="/ppt/ink/ink1221.xml" ContentType="application/inkml+xml"/>
  <Override PartName="/ppt/ink/ink1222.xml" ContentType="application/inkml+xml"/>
  <Override PartName="/ppt/ink/ink1223.xml" ContentType="application/inkml+xml"/>
  <Override PartName="/ppt/ink/ink1224.xml" ContentType="application/inkml+xml"/>
  <Override PartName="/ppt/ink/ink1225.xml" ContentType="application/inkml+xml"/>
  <Override PartName="/ppt/ink/ink1226.xml" ContentType="application/inkml+xml"/>
  <Override PartName="/ppt/ink/ink1227.xml" ContentType="application/inkml+xml"/>
  <Override PartName="/ppt/ink/ink1228.xml" ContentType="application/inkml+xml"/>
  <Override PartName="/ppt/ink/ink1229.xml" ContentType="application/inkml+xml"/>
  <Override PartName="/ppt/ink/ink1230.xml" ContentType="application/inkml+xml"/>
  <Override PartName="/ppt/ink/ink1231.xml" ContentType="application/inkml+xml"/>
  <Override PartName="/ppt/ink/ink1232.xml" ContentType="application/inkml+xml"/>
  <Override PartName="/ppt/ink/ink1233.xml" ContentType="application/inkml+xml"/>
  <Override PartName="/ppt/ink/ink1234.xml" ContentType="application/inkml+xml"/>
  <Override PartName="/ppt/ink/ink1235.xml" ContentType="application/inkml+xml"/>
  <Override PartName="/ppt/ink/ink1236.xml" ContentType="application/inkml+xml"/>
  <Override PartName="/ppt/ink/ink1237.xml" ContentType="application/inkml+xml"/>
  <Override PartName="/ppt/ink/ink1238.xml" ContentType="application/inkml+xml"/>
  <Override PartName="/ppt/ink/ink1239.xml" ContentType="application/inkml+xml"/>
  <Override PartName="/ppt/ink/ink1240.xml" ContentType="application/inkml+xml"/>
  <Override PartName="/ppt/ink/ink1241.xml" ContentType="application/inkml+xml"/>
  <Override PartName="/ppt/ink/ink1242.xml" ContentType="application/inkml+xml"/>
  <Override PartName="/ppt/ink/ink1243.xml" ContentType="application/inkml+xml"/>
  <Override PartName="/ppt/ink/ink1244.xml" ContentType="application/inkml+xml"/>
  <Override PartName="/ppt/ink/ink1245.xml" ContentType="application/inkml+xml"/>
  <Override PartName="/ppt/ink/ink1246.xml" ContentType="application/inkml+xml"/>
  <Override PartName="/ppt/ink/ink1247.xml" ContentType="application/inkml+xml"/>
  <Override PartName="/ppt/ink/ink1248.xml" ContentType="application/inkml+xml"/>
  <Override PartName="/ppt/ink/ink1249.xml" ContentType="application/inkml+xml"/>
  <Override PartName="/ppt/ink/ink1250.xml" ContentType="application/inkml+xml"/>
  <Override PartName="/ppt/ink/ink1251.xml" ContentType="application/inkml+xml"/>
  <Override PartName="/ppt/ink/ink1252.xml" ContentType="application/inkml+xml"/>
  <Override PartName="/ppt/ink/ink1253.xml" ContentType="application/inkml+xml"/>
  <Override PartName="/ppt/ink/ink1254.xml" ContentType="application/inkml+xml"/>
  <Override PartName="/ppt/ink/ink1255.xml" ContentType="application/inkml+xml"/>
  <Override PartName="/ppt/ink/ink1256.xml" ContentType="application/inkml+xml"/>
  <Override PartName="/ppt/ink/ink1257.xml" ContentType="application/inkml+xml"/>
  <Override PartName="/ppt/ink/ink1258.xml" ContentType="application/inkml+xml"/>
  <Override PartName="/ppt/ink/ink1259.xml" ContentType="application/inkml+xml"/>
  <Override PartName="/ppt/ink/ink1260.xml" ContentType="application/inkml+xml"/>
  <Override PartName="/ppt/ink/ink1261.xml" ContentType="application/inkml+xml"/>
  <Override PartName="/ppt/ink/ink1262.xml" ContentType="application/inkml+xml"/>
  <Override PartName="/ppt/ink/ink1263.xml" ContentType="application/inkml+xml"/>
  <Override PartName="/ppt/ink/ink1264.xml" ContentType="application/inkml+xml"/>
  <Override PartName="/ppt/ink/ink1265.xml" ContentType="application/inkml+xml"/>
  <Override PartName="/ppt/ink/ink1266.xml" ContentType="application/inkml+xml"/>
  <Override PartName="/ppt/ink/ink1267.xml" ContentType="application/inkml+xml"/>
  <Override PartName="/ppt/ink/ink1268.xml" ContentType="application/inkml+xml"/>
  <Override PartName="/ppt/ink/ink1269.xml" ContentType="application/inkml+xml"/>
  <Override PartName="/ppt/ink/ink1270.xml" ContentType="application/inkml+xml"/>
  <Override PartName="/ppt/ink/ink1271.xml" ContentType="application/inkml+xml"/>
  <Override PartName="/ppt/ink/ink1272.xml" ContentType="application/inkml+xml"/>
  <Override PartName="/ppt/ink/ink1273.xml" ContentType="application/inkml+xml"/>
  <Override PartName="/ppt/ink/ink1274.xml" ContentType="application/inkml+xml"/>
  <Override PartName="/ppt/ink/ink1275.xml" ContentType="application/inkml+xml"/>
  <Override PartName="/ppt/ink/ink1276.xml" ContentType="application/inkml+xml"/>
  <Override PartName="/ppt/ink/ink1277.xml" ContentType="application/inkml+xml"/>
  <Override PartName="/ppt/ink/ink1278.xml" ContentType="application/inkml+xml"/>
  <Override PartName="/ppt/ink/ink1279.xml" ContentType="application/inkml+xml"/>
  <Override PartName="/ppt/ink/ink1280.xml" ContentType="application/inkml+xml"/>
  <Override PartName="/ppt/ink/ink1281.xml" ContentType="application/inkml+xml"/>
  <Override PartName="/ppt/ink/ink1282.xml" ContentType="application/inkml+xml"/>
  <Override PartName="/ppt/ink/ink1283.xml" ContentType="application/inkml+xml"/>
  <Override PartName="/ppt/ink/ink1284.xml" ContentType="application/inkml+xml"/>
  <Override PartName="/ppt/ink/ink1285.xml" ContentType="application/inkml+xml"/>
  <Override PartName="/ppt/ink/ink1286.xml" ContentType="application/inkml+xml"/>
  <Override PartName="/ppt/ink/ink1287.xml" ContentType="application/inkml+xml"/>
  <Override PartName="/ppt/ink/ink1288.xml" ContentType="application/inkml+xml"/>
  <Override PartName="/ppt/ink/ink1289.xml" ContentType="application/inkml+xml"/>
  <Override PartName="/ppt/ink/ink1290.xml" ContentType="application/inkml+xml"/>
  <Override PartName="/ppt/ink/ink1291.xml" ContentType="application/inkml+xml"/>
  <Override PartName="/ppt/ink/ink1292.xml" ContentType="application/inkml+xml"/>
  <Override PartName="/ppt/ink/ink1293.xml" ContentType="application/inkml+xml"/>
  <Override PartName="/ppt/ink/ink1294.xml" ContentType="application/inkml+xml"/>
  <Override PartName="/ppt/ink/ink1295.xml" ContentType="application/inkml+xml"/>
  <Override PartName="/ppt/ink/ink1296.xml" ContentType="application/inkml+xml"/>
  <Override PartName="/ppt/ink/ink1297.xml" ContentType="application/inkml+xml"/>
  <Override PartName="/ppt/ink/ink1298.xml" ContentType="application/inkml+xml"/>
  <Override PartName="/ppt/ink/ink1299.xml" ContentType="application/inkml+xml"/>
  <Override PartName="/ppt/ink/ink1300.xml" ContentType="application/inkml+xml"/>
  <Override PartName="/ppt/ink/ink1301.xml" ContentType="application/inkml+xml"/>
  <Override PartName="/ppt/ink/ink1302.xml" ContentType="application/inkml+xml"/>
  <Override PartName="/ppt/ink/ink1303.xml" ContentType="application/inkml+xml"/>
  <Override PartName="/ppt/ink/ink1304.xml" ContentType="application/inkml+xml"/>
  <Override PartName="/ppt/ink/ink1305.xml" ContentType="application/inkml+xml"/>
  <Override PartName="/ppt/ink/ink1306.xml" ContentType="application/inkml+xml"/>
  <Override PartName="/ppt/ink/ink1307.xml" ContentType="application/inkml+xml"/>
  <Override PartName="/ppt/ink/ink1308.xml" ContentType="application/inkml+xml"/>
  <Override PartName="/ppt/ink/ink1309.xml" ContentType="application/inkml+xml"/>
  <Override PartName="/ppt/ink/ink1310.xml" ContentType="application/inkml+xml"/>
  <Override PartName="/ppt/ink/ink1311.xml" ContentType="application/inkml+xml"/>
  <Override PartName="/ppt/ink/ink1312.xml" ContentType="application/inkml+xml"/>
  <Override PartName="/ppt/ink/ink1313.xml" ContentType="application/inkml+xml"/>
  <Override PartName="/ppt/ink/ink1314.xml" ContentType="application/inkml+xml"/>
  <Override PartName="/ppt/ink/ink1315.xml" ContentType="application/inkml+xml"/>
  <Override PartName="/ppt/ink/ink1316.xml" ContentType="application/inkml+xml"/>
  <Override PartName="/ppt/ink/ink1317.xml" ContentType="application/inkml+xml"/>
  <Override PartName="/ppt/ink/ink1318.xml" ContentType="application/inkml+xml"/>
  <Override PartName="/ppt/ink/ink1319.xml" ContentType="application/inkml+xml"/>
  <Override PartName="/ppt/ink/ink1320.xml" ContentType="application/inkml+xml"/>
  <Override PartName="/ppt/ink/ink1321.xml" ContentType="application/inkml+xml"/>
  <Override PartName="/ppt/ink/ink1322.xml" ContentType="application/inkml+xml"/>
  <Override PartName="/ppt/ink/ink1323.xml" ContentType="application/inkml+xml"/>
  <Override PartName="/ppt/ink/ink1324.xml" ContentType="application/inkml+xml"/>
  <Override PartName="/ppt/ink/ink1325.xml" ContentType="application/inkml+xml"/>
  <Override PartName="/ppt/ink/ink1326.xml" ContentType="application/inkml+xml"/>
  <Override PartName="/ppt/ink/ink1327.xml" ContentType="application/inkml+xml"/>
  <Override PartName="/ppt/ink/ink1328.xml" ContentType="application/inkml+xml"/>
  <Override PartName="/ppt/ink/ink1329.xml" ContentType="application/inkml+xml"/>
  <Override PartName="/ppt/ink/ink1330.xml" ContentType="application/inkml+xml"/>
  <Override PartName="/ppt/ink/ink1331.xml" ContentType="application/inkml+xml"/>
  <Override PartName="/ppt/ink/ink1332.xml" ContentType="application/inkml+xml"/>
  <Override PartName="/ppt/ink/ink1333.xml" ContentType="application/inkml+xml"/>
  <Override PartName="/ppt/ink/ink1334.xml" ContentType="application/inkml+xml"/>
  <Override PartName="/ppt/ink/ink1335.xml" ContentType="application/inkml+xml"/>
  <Override PartName="/ppt/ink/ink1336.xml" ContentType="application/inkml+xml"/>
  <Override PartName="/ppt/ink/ink1337.xml" ContentType="application/inkml+xml"/>
  <Override PartName="/ppt/ink/ink1338.xml" ContentType="application/inkml+xml"/>
  <Override PartName="/ppt/ink/ink1339.xml" ContentType="application/inkml+xml"/>
  <Override PartName="/ppt/ink/ink1340.xml" ContentType="application/inkml+xml"/>
  <Override PartName="/ppt/ink/ink1341.xml" ContentType="application/inkml+xml"/>
  <Override PartName="/ppt/ink/ink1342.xml" ContentType="application/inkml+xml"/>
  <Override PartName="/ppt/ink/ink1343.xml" ContentType="application/inkml+xml"/>
  <Override PartName="/ppt/ink/ink1344.xml" ContentType="application/inkml+xml"/>
  <Override PartName="/ppt/ink/ink1345.xml" ContentType="application/inkml+xml"/>
  <Override PartName="/ppt/ink/ink1346.xml" ContentType="application/inkml+xml"/>
  <Override PartName="/ppt/ink/ink1347.xml" ContentType="application/inkml+xml"/>
  <Override PartName="/ppt/ink/ink1348.xml" ContentType="application/inkml+xml"/>
  <Override PartName="/ppt/ink/ink1349.xml" ContentType="application/inkml+xml"/>
  <Override PartName="/ppt/ink/ink1350.xml" ContentType="application/inkml+xml"/>
  <Override PartName="/ppt/ink/ink1351.xml" ContentType="application/inkml+xml"/>
  <Override PartName="/ppt/ink/ink1352.xml" ContentType="application/inkml+xml"/>
  <Override PartName="/ppt/ink/ink1353.xml" ContentType="application/inkml+xml"/>
  <Override PartName="/ppt/ink/ink1354.xml" ContentType="application/inkml+xml"/>
  <Override PartName="/ppt/ink/ink1355.xml" ContentType="application/inkml+xml"/>
  <Override PartName="/ppt/ink/ink1356.xml" ContentType="application/inkml+xml"/>
  <Override PartName="/ppt/ink/ink1357.xml" ContentType="application/inkml+xml"/>
  <Override PartName="/ppt/ink/ink1358.xml" ContentType="application/inkml+xml"/>
  <Override PartName="/ppt/ink/ink1359.xml" ContentType="application/inkml+xml"/>
  <Override PartName="/ppt/ink/ink1360.xml" ContentType="application/inkml+xml"/>
  <Override PartName="/ppt/ink/ink1361.xml" ContentType="application/inkml+xml"/>
  <Override PartName="/ppt/ink/ink1362.xml" ContentType="application/inkml+xml"/>
  <Override PartName="/ppt/ink/ink1363.xml" ContentType="application/inkml+xml"/>
  <Override PartName="/ppt/ink/ink1364.xml" ContentType="application/inkml+xml"/>
  <Override PartName="/ppt/ink/ink1365.xml" ContentType="application/inkml+xml"/>
  <Override PartName="/ppt/ink/ink1366.xml" ContentType="application/inkml+xml"/>
  <Override PartName="/ppt/ink/ink1367.xml" ContentType="application/inkml+xml"/>
  <Override PartName="/ppt/ink/ink1368.xml" ContentType="application/inkml+xml"/>
  <Override PartName="/ppt/ink/ink1369.xml" ContentType="application/inkml+xml"/>
  <Override PartName="/ppt/ink/ink1370.xml" ContentType="application/inkml+xml"/>
  <Override PartName="/ppt/ink/ink1371.xml" ContentType="application/inkml+xml"/>
  <Override PartName="/ppt/ink/ink1372.xml" ContentType="application/inkml+xml"/>
  <Override PartName="/ppt/ink/ink1373.xml" ContentType="application/inkml+xml"/>
  <Override PartName="/ppt/ink/ink1374.xml" ContentType="application/inkml+xml"/>
  <Override PartName="/ppt/ink/ink1375.xml" ContentType="application/inkml+xml"/>
  <Override PartName="/ppt/ink/ink1376.xml" ContentType="application/inkml+xml"/>
  <Override PartName="/ppt/ink/ink1377.xml" ContentType="application/inkml+xml"/>
  <Override PartName="/ppt/ink/ink1378.xml" ContentType="application/inkml+xml"/>
  <Override PartName="/ppt/ink/ink1379.xml" ContentType="application/inkml+xml"/>
  <Override PartName="/ppt/ink/ink1380.xml" ContentType="application/inkml+xml"/>
  <Override PartName="/ppt/ink/ink1381.xml" ContentType="application/inkml+xml"/>
  <Override PartName="/ppt/ink/ink1382.xml" ContentType="application/inkml+xml"/>
  <Override PartName="/ppt/ink/ink1383.xml" ContentType="application/inkml+xml"/>
  <Override PartName="/ppt/ink/ink1384.xml" ContentType="application/inkml+xml"/>
  <Override PartName="/ppt/ink/ink1385.xml" ContentType="application/inkml+xml"/>
  <Override PartName="/ppt/ink/ink1386.xml" ContentType="application/inkml+xml"/>
  <Override PartName="/ppt/ink/ink1387.xml" ContentType="application/inkml+xml"/>
  <Override PartName="/ppt/ink/ink1388.xml" ContentType="application/inkml+xml"/>
  <Override PartName="/ppt/ink/ink1389.xml" ContentType="application/inkml+xml"/>
  <Override PartName="/ppt/ink/ink1390.xml" ContentType="application/inkml+xml"/>
  <Override PartName="/ppt/ink/ink1391.xml" ContentType="application/inkml+xml"/>
  <Override PartName="/ppt/ink/ink1392.xml" ContentType="application/inkml+xml"/>
  <Override PartName="/ppt/ink/ink1393.xml" ContentType="application/inkml+xml"/>
  <Override PartName="/ppt/ink/ink1394.xml" ContentType="application/inkml+xml"/>
  <Override PartName="/ppt/ink/ink1395.xml" ContentType="application/inkml+xml"/>
  <Override PartName="/ppt/ink/ink1396.xml" ContentType="application/inkml+xml"/>
  <Override PartName="/ppt/ink/ink1397.xml" ContentType="application/inkml+xml"/>
  <Override PartName="/ppt/ink/ink1398.xml" ContentType="application/inkml+xml"/>
  <Override PartName="/ppt/ink/ink1399.xml" ContentType="application/inkml+xml"/>
  <Override PartName="/ppt/ink/ink1400.xml" ContentType="application/inkml+xml"/>
  <Override PartName="/ppt/ink/ink1401.xml" ContentType="application/inkml+xml"/>
  <Override PartName="/ppt/ink/ink1402.xml" ContentType="application/inkml+xml"/>
  <Override PartName="/ppt/ink/ink1403.xml" ContentType="application/inkml+xml"/>
  <Override PartName="/ppt/ink/ink1404.xml" ContentType="application/inkml+xml"/>
  <Override PartName="/ppt/ink/ink1405.xml" ContentType="application/inkml+xml"/>
  <Override PartName="/ppt/ink/ink1406.xml" ContentType="application/inkml+xml"/>
  <Override PartName="/ppt/ink/ink1407.xml" ContentType="application/inkml+xml"/>
  <Override PartName="/ppt/ink/ink1408.xml" ContentType="application/inkml+xml"/>
  <Override PartName="/ppt/ink/ink1409.xml" ContentType="application/inkml+xml"/>
  <Override PartName="/ppt/ink/ink1410.xml" ContentType="application/inkml+xml"/>
  <Override PartName="/ppt/ink/ink1411.xml" ContentType="application/inkml+xml"/>
  <Override PartName="/ppt/ink/ink1412.xml" ContentType="application/inkml+xml"/>
  <Override PartName="/ppt/ink/ink1413.xml" ContentType="application/inkml+xml"/>
  <Override PartName="/ppt/ink/ink1414.xml" ContentType="application/inkml+xml"/>
  <Override PartName="/ppt/ink/ink1415.xml" ContentType="application/inkml+xml"/>
  <Override PartName="/ppt/ink/ink1416.xml" ContentType="application/inkml+xml"/>
  <Override PartName="/ppt/ink/ink1417.xml" ContentType="application/inkml+xml"/>
  <Override PartName="/ppt/ink/ink1418.xml" ContentType="application/inkml+xml"/>
  <Override PartName="/ppt/ink/ink1419.xml" ContentType="application/inkml+xml"/>
  <Override PartName="/ppt/ink/ink1420.xml" ContentType="application/inkml+xml"/>
  <Override PartName="/ppt/ink/ink1421.xml" ContentType="application/inkml+xml"/>
  <Override PartName="/ppt/ink/ink1422.xml" ContentType="application/inkml+xml"/>
  <Override PartName="/ppt/ink/ink1423.xml" ContentType="application/inkml+xml"/>
  <Override PartName="/ppt/ink/ink1424.xml" ContentType="application/inkml+xml"/>
  <Override PartName="/ppt/ink/ink1425.xml" ContentType="application/inkml+xml"/>
  <Override PartName="/ppt/ink/ink1426.xml" ContentType="application/inkml+xml"/>
  <Override PartName="/ppt/ink/ink1427.xml" ContentType="application/inkml+xml"/>
  <Override PartName="/ppt/ink/ink1428.xml" ContentType="application/inkml+xml"/>
  <Override PartName="/ppt/ink/ink1429.xml" ContentType="application/inkml+xml"/>
  <Override PartName="/ppt/ink/ink1430.xml" ContentType="application/inkml+xml"/>
  <Override PartName="/ppt/ink/ink1431.xml" ContentType="application/inkml+xml"/>
  <Override PartName="/ppt/ink/ink1432.xml" ContentType="application/inkml+xml"/>
  <Override PartName="/ppt/ink/ink1433.xml" ContentType="application/inkml+xml"/>
  <Override PartName="/ppt/ink/ink1434.xml" ContentType="application/inkml+xml"/>
  <Override PartName="/ppt/ink/ink1435.xml" ContentType="application/inkml+xml"/>
  <Override PartName="/ppt/ink/ink1436.xml" ContentType="application/inkml+xml"/>
  <Override PartName="/ppt/ink/ink1437.xml" ContentType="application/inkml+xml"/>
  <Override PartName="/ppt/ink/ink1438.xml" ContentType="application/inkml+xml"/>
  <Override PartName="/ppt/ink/ink1439.xml" ContentType="application/inkml+xml"/>
  <Override PartName="/ppt/ink/ink1440.xml" ContentType="application/inkml+xml"/>
  <Override PartName="/ppt/ink/ink1441.xml" ContentType="application/inkml+xml"/>
  <Override PartName="/ppt/ink/ink1442.xml" ContentType="application/inkml+xml"/>
  <Override PartName="/ppt/ink/ink1443.xml" ContentType="application/inkml+xml"/>
  <Override PartName="/ppt/ink/ink1444.xml" ContentType="application/inkml+xml"/>
  <Override PartName="/ppt/ink/ink1445.xml" ContentType="application/inkml+xml"/>
  <Override PartName="/ppt/ink/ink1446.xml" ContentType="application/inkml+xml"/>
  <Override PartName="/ppt/ink/ink1447.xml" ContentType="application/inkml+xml"/>
  <Override PartName="/ppt/ink/ink1448.xml" ContentType="application/inkml+xml"/>
  <Override PartName="/ppt/ink/ink1449.xml" ContentType="application/inkml+xml"/>
  <Override PartName="/ppt/ink/ink1450.xml" ContentType="application/inkml+xml"/>
  <Override PartName="/ppt/ink/ink1451.xml" ContentType="application/inkml+xml"/>
  <Override PartName="/ppt/ink/ink1452.xml" ContentType="application/inkml+xml"/>
  <Override PartName="/ppt/ink/ink1453.xml" ContentType="application/inkml+xml"/>
  <Override PartName="/ppt/ink/ink1454.xml" ContentType="application/inkml+xml"/>
  <Override PartName="/ppt/ink/ink1455.xml" ContentType="application/inkml+xml"/>
  <Override PartName="/ppt/ink/ink1456.xml" ContentType="application/inkml+xml"/>
  <Override PartName="/ppt/ink/ink1457.xml" ContentType="application/inkml+xml"/>
  <Override PartName="/ppt/ink/ink1458.xml" ContentType="application/inkml+xml"/>
  <Override PartName="/ppt/ink/ink1459.xml" ContentType="application/inkml+xml"/>
  <Override PartName="/ppt/ink/ink1460.xml" ContentType="application/inkml+xml"/>
  <Override PartName="/ppt/ink/ink1461.xml" ContentType="application/inkml+xml"/>
  <Override PartName="/ppt/ink/ink1462.xml" ContentType="application/inkml+xml"/>
  <Override PartName="/ppt/ink/ink1463.xml" ContentType="application/inkml+xml"/>
  <Override PartName="/ppt/ink/ink1464.xml" ContentType="application/inkml+xml"/>
  <Override PartName="/ppt/ink/ink1465.xml" ContentType="application/inkml+xml"/>
  <Override PartName="/ppt/ink/ink1466.xml" ContentType="application/inkml+xml"/>
  <Override PartName="/ppt/ink/ink1467.xml" ContentType="application/inkml+xml"/>
  <Override PartName="/ppt/ink/ink1468.xml" ContentType="application/inkml+xml"/>
  <Override PartName="/ppt/ink/ink1469.xml" ContentType="application/inkml+xml"/>
  <Override PartName="/ppt/ink/ink1470.xml" ContentType="application/inkml+xml"/>
  <Override PartName="/ppt/ink/ink1471.xml" ContentType="application/inkml+xml"/>
  <Override PartName="/ppt/ink/ink1472.xml" ContentType="application/inkml+xml"/>
  <Override PartName="/ppt/ink/ink1473.xml" ContentType="application/inkml+xml"/>
  <Override PartName="/ppt/ink/ink1474.xml" ContentType="application/inkml+xml"/>
  <Override PartName="/ppt/ink/ink1475.xml" ContentType="application/inkml+xml"/>
  <Override PartName="/ppt/ink/ink1476.xml" ContentType="application/inkml+xml"/>
  <Override PartName="/ppt/ink/ink1477.xml" ContentType="application/inkml+xml"/>
  <Override PartName="/ppt/ink/ink1478.xml" ContentType="application/inkml+xml"/>
  <Override PartName="/ppt/ink/ink1479.xml" ContentType="application/inkml+xml"/>
  <Override PartName="/ppt/ink/ink1480.xml" ContentType="application/inkml+xml"/>
  <Override PartName="/ppt/ink/ink1481.xml" ContentType="application/inkml+xml"/>
  <Override PartName="/ppt/ink/ink1482.xml" ContentType="application/inkml+xml"/>
  <Override PartName="/ppt/ink/ink1483.xml" ContentType="application/inkml+xml"/>
  <Override PartName="/ppt/ink/ink1484.xml" ContentType="application/inkml+xml"/>
  <Override PartName="/ppt/ink/ink1485.xml" ContentType="application/inkml+xml"/>
  <Override PartName="/ppt/ink/ink1486.xml" ContentType="application/inkml+xml"/>
  <Override PartName="/ppt/ink/ink1487.xml" ContentType="application/inkml+xml"/>
  <Override PartName="/ppt/ink/ink1488.xml" ContentType="application/inkml+xml"/>
  <Override PartName="/ppt/ink/ink1489.xml" ContentType="application/inkml+xml"/>
  <Override PartName="/ppt/ink/ink1490.xml" ContentType="application/inkml+xml"/>
  <Override PartName="/ppt/ink/ink1491.xml" ContentType="application/inkml+xml"/>
  <Override PartName="/ppt/ink/ink1492.xml" ContentType="application/inkml+xml"/>
  <Override PartName="/ppt/ink/ink1493.xml" ContentType="application/inkml+xml"/>
  <Override PartName="/ppt/ink/ink1494.xml" ContentType="application/inkml+xml"/>
  <Override PartName="/ppt/ink/ink1495.xml" ContentType="application/inkml+xml"/>
  <Override PartName="/ppt/ink/ink1496.xml" ContentType="application/inkml+xml"/>
  <Override PartName="/ppt/ink/ink1497.xml" ContentType="application/inkml+xml"/>
  <Override PartName="/ppt/ink/ink1498.xml" ContentType="application/inkml+xml"/>
  <Override PartName="/ppt/ink/ink1499.xml" ContentType="application/inkml+xml"/>
  <Override PartName="/ppt/ink/ink1500.xml" ContentType="application/inkml+xml"/>
  <Override PartName="/ppt/ink/ink1501.xml" ContentType="application/inkml+xml"/>
  <Override PartName="/ppt/ink/ink1502.xml" ContentType="application/inkml+xml"/>
  <Override PartName="/ppt/ink/ink1503.xml" ContentType="application/inkml+xml"/>
  <Override PartName="/ppt/ink/ink1504.xml" ContentType="application/inkml+xml"/>
  <Override PartName="/ppt/ink/ink1505.xml" ContentType="application/inkml+xml"/>
  <Override PartName="/ppt/ink/ink1506.xml" ContentType="application/inkml+xml"/>
  <Override PartName="/ppt/ink/ink1507.xml" ContentType="application/inkml+xml"/>
  <Override PartName="/ppt/ink/ink1508.xml" ContentType="application/inkml+xml"/>
  <Override PartName="/ppt/ink/ink1509.xml" ContentType="application/inkml+xml"/>
  <Override PartName="/ppt/ink/ink1510.xml" ContentType="application/inkml+xml"/>
  <Override PartName="/ppt/ink/ink1511.xml" ContentType="application/inkml+xml"/>
  <Override PartName="/ppt/ink/ink1512.xml" ContentType="application/inkml+xml"/>
  <Override PartName="/ppt/ink/ink1513.xml" ContentType="application/inkml+xml"/>
  <Override PartName="/ppt/ink/ink1514.xml" ContentType="application/inkml+xml"/>
  <Override PartName="/ppt/ink/ink1515.xml" ContentType="application/inkml+xml"/>
  <Override PartName="/ppt/ink/ink1516.xml" ContentType="application/inkml+xml"/>
  <Override PartName="/ppt/ink/ink1517.xml" ContentType="application/inkml+xml"/>
  <Override PartName="/ppt/ink/ink1518.xml" ContentType="application/inkml+xml"/>
  <Override PartName="/ppt/ink/ink1519.xml" ContentType="application/inkml+xml"/>
  <Override PartName="/ppt/ink/ink1520.xml" ContentType="application/inkml+xml"/>
  <Override PartName="/ppt/ink/ink1521.xml" ContentType="application/inkml+xml"/>
  <Override PartName="/ppt/ink/ink1522.xml" ContentType="application/inkml+xml"/>
  <Override PartName="/ppt/ink/ink1523.xml" ContentType="application/inkml+xml"/>
  <Override PartName="/ppt/ink/ink1524.xml" ContentType="application/inkml+xml"/>
  <Override PartName="/ppt/ink/ink1525.xml" ContentType="application/inkml+xml"/>
  <Override PartName="/ppt/ink/ink1526.xml" ContentType="application/inkml+xml"/>
  <Override PartName="/ppt/ink/ink1527.xml" ContentType="application/inkml+xml"/>
  <Override PartName="/ppt/ink/ink1528.xml" ContentType="application/inkml+xml"/>
  <Override PartName="/ppt/ink/ink1529.xml" ContentType="application/inkml+xml"/>
  <Override PartName="/ppt/ink/ink1530.xml" ContentType="application/inkml+xml"/>
  <Override PartName="/ppt/ink/ink1531.xml" ContentType="application/inkml+xml"/>
  <Override PartName="/ppt/ink/ink1532.xml" ContentType="application/inkml+xml"/>
  <Override PartName="/ppt/ink/ink1533.xml" ContentType="application/inkml+xml"/>
  <Override PartName="/ppt/ink/ink1534.xml" ContentType="application/inkml+xml"/>
  <Override PartName="/ppt/ink/ink1535.xml" ContentType="application/inkml+xml"/>
  <Override PartName="/ppt/ink/ink1536.xml" ContentType="application/inkml+xml"/>
  <Override PartName="/ppt/ink/ink1537.xml" ContentType="application/inkml+xml"/>
  <Override PartName="/ppt/ink/ink1538.xml" ContentType="application/inkml+xml"/>
  <Override PartName="/ppt/ink/ink1539.xml" ContentType="application/inkml+xml"/>
  <Override PartName="/ppt/ink/ink1540.xml" ContentType="application/inkml+xml"/>
  <Override PartName="/ppt/ink/ink1541.xml" ContentType="application/inkml+xml"/>
  <Override PartName="/ppt/ink/ink1542.xml" ContentType="application/inkml+xml"/>
  <Override PartName="/ppt/ink/ink1543.xml" ContentType="application/inkml+xml"/>
  <Override PartName="/ppt/ink/ink1544.xml" ContentType="application/inkml+xml"/>
  <Override PartName="/ppt/ink/ink1545.xml" ContentType="application/inkml+xml"/>
  <Override PartName="/ppt/ink/ink1546.xml" ContentType="application/inkml+xml"/>
  <Override PartName="/ppt/ink/ink1547.xml" ContentType="application/inkml+xml"/>
  <Override PartName="/ppt/ink/ink1548.xml" ContentType="application/inkml+xml"/>
  <Override PartName="/ppt/ink/ink1549.xml" ContentType="application/inkml+xml"/>
  <Override PartName="/ppt/ink/ink1550.xml" ContentType="application/inkml+xml"/>
  <Override PartName="/ppt/ink/ink1551.xml" ContentType="application/inkml+xml"/>
  <Override PartName="/ppt/ink/ink1552.xml" ContentType="application/inkml+xml"/>
  <Override PartName="/ppt/ink/ink1553.xml" ContentType="application/inkml+xml"/>
  <Override PartName="/ppt/ink/ink1554.xml" ContentType="application/inkml+xml"/>
  <Override PartName="/ppt/ink/ink1555.xml" ContentType="application/inkml+xml"/>
  <Override PartName="/ppt/ink/ink1556.xml" ContentType="application/inkml+xml"/>
  <Override PartName="/ppt/ink/ink1557.xml" ContentType="application/inkml+xml"/>
  <Override PartName="/ppt/ink/ink1558.xml" ContentType="application/inkml+xml"/>
  <Override PartName="/ppt/ink/ink1559.xml" ContentType="application/inkml+xml"/>
  <Override PartName="/ppt/ink/ink1560.xml" ContentType="application/inkml+xml"/>
  <Override PartName="/ppt/ink/ink1561.xml" ContentType="application/inkml+xml"/>
  <Override PartName="/ppt/ink/ink1562.xml" ContentType="application/inkml+xml"/>
  <Override PartName="/ppt/ink/ink1563.xml" ContentType="application/inkml+xml"/>
  <Override PartName="/ppt/ink/ink1564.xml" ContentType="application/inkml+xml"/>
  <Override PartName="/ppt/ink/ink1565.xml" ContentType="application/inkml+xml"/>
  <Override PartName="/ppt/ink/ink1566.xml" ContentType="application/inkml+xml"/>
  <Override PartName="/ppt/ink/ink1567.xml" ContentType="application/inkml+xml"/>
  <Override PartName="/ppt/ink/ink1568.xml" ContentType="application/inkml+xml"/>
  <Override PartName="/ppt/ink/ink1569.xml" ContentType="application/inkml+xml"/>
  <Override PartName="/ppt/ink/ink1570.xml" ContentType="application/inkml+xml"/>
  <Override PartName="/ppt/ink/ink1571.xml" ContentType="application/inkml+xml"/>
  <Override PartName="/ppt/ink/ink1572.xml" ContentType="application/inkml+xml"/>
  <Override PartName="/ppt/ink/ink1573.xml" ContentType="application/inkml+xml"/>
  <Override PartName="/ppt/ink/ink1574.xml" ContentType="application/inkml+xml"/>
  <Override PartName="/ppt/ink/ink1575.xml" ContentType="application/inkml+xml"/>
  <Override PartName="/ppt/ink/ink1576.xml" ContentType="application/inkml+xml"/>
  <Override PartName="/ppt/ink/ink1577.xml" ContentType="application/inkml+xml"/>
  <Override PartName="/ppt/ink/ink1578.xml" ContentType="application/inkml+xml"/>
  <Override PartName="/ppt/ink/ink1579.xml" ContentType="application/inkml+xml"/>
  <Override PartName="/ppt/ink/ink1580.xml" ContentType="application/inkml+xml"/>
  <Override PartName="/ppt/ink/ink1581.xml" ContentType="application/inkml+xml"/>
  <Override PartName="/ppt/ink/ink1582.xml" ContentType="application/inkml+xml"/>
  <Override PartName="/ppt/ink/ink1583.xml" ContentType="application/inkml+xml"/>
  <Override PartName="/ppt/ink/ink1584.xml" ContentType="application/inkml+xml"/>
  <Override PartName="/ppt/ink/ink1585.xml" ContentType="application/inkml+xml"/>
  <Override PartName="/ppt/ink/ink1586.xml" ContentType="application/inkml+xml"/>
  <Override PartName="/ppt/ink/ink1587.xml" ContentType="application/inkml+xml"/>
  <Override PartName="/ppt/ink/ink1588.xml" ContentType="application/inkml+xml"/>
  <Override PartName="/ppt/ink/ink1589.xml" ContentType="application/inkml+xml"/>
  <Override PartName="/ppt/ink/ink1590.xml" ContentType="application/inkml+xml"/>
  <Override PartName="/ppt/ink/ink1591.xml" ContentType="application/inkml+xml"/>
  <Override PartName="/ppt/ink/ink1592.xml" ContentType="application/inkml+xml"/>
  <Override PartName="/ppt/ink/ink1593.xml" ContentType="application/inkml+xml"/>
  <Override PartName="/ppt/ink/ink1594.xml" ContentType="application/inkml+xml"/>
  <Override PartName="/ppt/ink/ink1595.xml" ContentType="application/inkml+xml"/>
  <Override PartName="/ppt/ink/ink1596.xml" ContentType="application/inkml+xml"/>
  <Override PartName="/ppt/ink/ink1597.xml" ContentType="application/inkml+xml"/>
  <Override PartName="/ppt/ink/ink1598.xml" ContentType="application/inkml+xml"/>
  <Override PartName="/ppt/ink/ink1599.xml" ContentType="application/inkml+xml"/>
  <Override PartName="/ppt/ink/ink1600.xml" ContentType="application/inkml+xml"/>
  <Override PartName="/ppt/ink/ink1601.xml" ContentType="application/inkml+xml"/>
  <Override PartName="/ppt/ink/ink1602.xml" ContentType="application/inkml+xml"/>
  <Override PartName="/ppt/ink/ink1603.xml" ContentType="application/inkml+xml"/>
  <Override PartName="/ppt/ink/ink1604.xml" ContentType="application/inkml+xml"/>
  <Override PartName="/ppt/ink/ink1605.xml" ContentType="application/inkml+xml"/>
  <Override PartName="/ppt/ink/ink1606.xml" ContentType="application/inkml+xml"/>
  <Override PartName="/ppt/ink/ink1607.xml" ContentType="application/inkml+xml"/>
  <Override PartName="/ppt/ink/ink1608.xml" ContentType="application/inkml+xml"/>
  <Override PartName="/ppt/ink/ink1609.xml" ContentType="application/inkml+xml"/>
  <Override PartName="/ppt/ink/ink1610.xml" ContentType="application/inkml+xml"/>
  <Override PartName="/ppt/ink/ink1611.xml" ContentType="application/inkml+xml"/>
  <Override PartName="/ppt/ink/ink1612.xml" ContentType="application/inkml+xml"/>
  <Override PartName="/ppt/ink/ink1613.xml" ContentType="application/inkml+xml"/>
  <Override PartName="/ppt/ink/ink1614.xml" ContentType="application/inkml+xml"/>
  <Override PartName="/ppt/ink/ink1615.xml" ContentType="application/inkml+xml"/>
  <Override PartName="/ppt/ink/ink1616.xml" ContentType="application/inkml+xml"/>
  <Override PartName="/ppt/ink/ink1617.xml" ContentType="application/inkml+xml"/>
  <Override PartName="/ppt/ink/ink1618.xml" ContentType="application/inkml+xml"/>
  <Override PartName="/ppt/ink/ink1619.xml" ContentType="application/inkml+xml"/>
  <Override PartName="/ppt/ink/ink1620.xml" ContentType="application/inkml+xml"/>
  <Override PartName="/ppt/ink/ink1621.xml" ContentType="application/inkml+xml"/>
  <Override PartName="/ppt/ink/ink1622.xml" ContentType="application/inkml+xml"/>
  <Override PartName="/ppt/ink/ink1623.xml" ContentType="application/inkml+xml"/>
  <Override PartName="/ppt/ink/ink1624.xml" ContentType="application/inkml+xml"/>
  <Override PartName="/ppt/ink/ink1625.xml" ContentType="application/inkml+xml"/>
  <Override PartName="/ppt/ink/ink1626.xml" ContentType="application/inkml+xml"/>
  <Override PartName="/ppt/ink/ink1627.xml" ContentType="application/inkml+xml"/>
  <Override PartName="/ppt/ink/ink1628.xml" ContentType="application/inkml+xml"/>
  <Override PartName="/ppt/ink/ink1629.xml" ContentType="application/inkml+xml"/>
  <Override PartName="/ppt/ink/ink1630.xml" ContentType="application/inkml+xml"/>
  <Override PartName="/ppt/ink/ink1631.xml" ContentType="application/inkml+xml"/>
  <Override PartName="/ppt/ink/ink1632.xml" ContentType="application/inkml+xml"/>
  <Override PartName="/ppt/ink/ink1633.xml" ContentType="application/inkml+xml"/>
  <Override PartName="/ppt/ink/ink1634.xml" ContentType="application/inkml+xml"/>
  <Override PartName="/ppt/ink/ink1635.xml" ContentType="application/inkml+xml"/>
  <Override PartName="/ppt/ink/ink1636.xml" ContentType="application/inkml+xml"/>
  <Override PartName="/ppt/ink/ink1637.xml" ContentType="application/inkml+xml"/>
  <Override PartName="/ppt/ink/ink1638.xml" ContentType="application/inkml+xml"/>
  <Override PartName="/ppt/ink/ink1639.xml" ContentType="application/inkml+xml"/>
  <Override PartName="/ppt/ink/ink1640.xml" ContentType="application/inkml+xml"/>
  <Override PartName="/ppt/ink/ink1641.xml" ContentType="application/inkml+xml"/>
  <Override PartName="/ppt/ink/ink1642.xml" ContentType="application/inkml+xml"/>
  <Override PartName="/ppt/ink/ink1643.xml" ContentType="application/inkml+xml"/>
  <Override PartName="/ppt/ink/ink1644.xml" ContentType="application/inkml+xml"/>
  <Override PartName="/ppt/ink/ink1645.xml" ContentType="application/inkml+xml"/>
  <Override PartName="/ppt/ink/ink1646.xml" ContentType="application/inkml+xml"/>
  <Override PartName="/ppt/ink/ink1647.xml" ContentType="application/inkml+xml"/>
  <Override PartName="/ppt/ink/ink1648.xml" ContentType="application/inkml+xml"/>
  <Override PartName="/ppt/ink/ink1649.xml" ContentType="application/inkml+xml"/>
  <Override PartName="/ppt/ink/ink1650.xml" ContentType="application/inkml+xml"/>
  <Override PartName="/ppt/ink/ink1651.xml" ContentType="application/inkml+xml"/>
  <Override PartName="/ppt/ink/ink1652.xml" ContentType="application/inkml+xml"/>
  <Override PartName="/ppt/ink/ink1653.xml" ContentType="application/inkml+xml"/>
  <Override PartName="/ppt/ink/ink1654.xml" ContentType="application/inkml+xml"/>
  <Override PartName="/ppt/ink/ink1655.xml" ContentType="application/inkml+xml"/>
  <Override PartName="/ppt/ink/ink1656.xml" ContentType="application/inkml+xml"/>
  <Override PartName="/ppt/ink/ink1657.xml" ContentType="application/inkml+xml"/>
  <Override PartName="/ppt/ink/ink1658.xml" ContentType="application/inkml+xml"/>
  <Override PartName="/ppt/ink/ink1659.xml" ContentType="application/inkml+xml"/>
  <Override PartName="/ppt/ink/ink1660.xml" ContentType="application/inkml+xml"/>
  <Override PartName="/ppt/ink/ink1661.xml" ContentType="application/inkml+xml"/>
  <Override PartName="/ppt/ink/ink1662.xml" ContentType="application/inkml+xml"/>
  <Override PartName="/ppt/ink/ink1663.xml" ContentType="application/inkml+xml"/>
  <Override PartName="/ppt/ink/ink1664.xml" ContentType="application/inkml+xml"/>
  <Override PartName="/ppt/ink/ink1665.xml" ContentType="application/inkml+xml"/>
  <Override PartName="/ppt/ink/ink1666.xml" ContentType="application/inkml+xml"/>
  <Override PartName="/ppt/ink/ink1667.xml" ContentType="application/inkml+xml"/>
  <Override PartName="/ppt/ink/ink1668.xml" ContentType="application/inkml+xml"/>
  <Override PartName="/ppt/ink/ink1669.xml" ContentType="application/inkml+xml"/>
  <Override PartName="/ppt/ink/ink1670.xml" ContentType="application/inkml+xml"/>
  <Override PartName="/ppt/ink/ink1671.xml" ContentType="application/inkml+xml"/>
  <Override PartName="/ppt/ink/ink1672.xml" ContentType="application/inkml+xml"/>
  <Override PartName="/ppt/ink/ink1673.xml" ContentType="application/inkml+xml"/>
  <Override PartName="/ppt/ink/ink1674.xml" ContentType="application/inkml+xml"/>
  <Override PartName="/ppt/ink/ink1675.xml" ContentType="application/inkml+xml"/>
  <Override PartName="/ppt/ink/ink1676.xml" ContentType="application/inkml+xml"/>
  <Override PartName="/ppt/ink/ink1677.xml" ContentType="application/inkml+xml"/>
  <Override PartName="/ppt/ink/ink1678.xml" ContentType="application/inkml+xml"/>
  <Override PartName="/ppt/ink/ink1679.xml" ContentType="application/inkml+xml"/>
  <Override PartName="/ppt/ink/ink1680.xml" ContentType="application/inkml+xml"/>
  <Override PartName="/ppt/ink/ink1681.xml" ContentType="application/inkml+xml"/>
  <Override PartName="/ppt/ink/ink1682.xml" ContentType="application/inkml+xml"/>
  <Override PartName="/ppt/ink/ink1683.xml" ContentType="application/inkml+xml"/>
  <Override PartName="/ppt/ink/ink1684.xml" ContentType="application/inkml+xml"/>
  <Override PartName="/ppt/ink/ink1685.xml" ContentType="application/inkml+xml"/>
  <Override PartName="/ppt/ink/ink1686.xml" ContentType="application/inkml+xml"/>
  <Override PartName="/ppt/ink/ink1687.xml" ContentType="application/inkml+xml"/>
  <Override PartName="/ppt/ink/ink1688.xml" ContentType="application/inkml+xml"/>
  <Override PartName="/ppt/ink/ink1689.xml" ContentType="application/inkml+xml"/>
  <Override PartName="/ppt/ink/ink1690.xml" ContentType="application/inkml+xml"/>
  <Override PartName="/ppt/ink/ink1691.xml" ContentType="application/inkml+xml"/>
  <Override PartName="/ppt/ink/ink1692.xml" ContentType="application/inkml+xml"/>
  <Override PartName="/ppt/ink/ink1693.xml" ContentType="application/inkml+xml"/>
  <Override PartName="/ppt/ink/ink1694.xml" ContentType="application/inkml+xml"/>
  <Override PartName="/ppt/ink/ink1695.xml" ContentType="application/inkml+xml"/>
  <Override PartName="/ppt/ink/ink1696.xml" ContentType="application/inkml+xml"/>
  <Override PartName="/ppt/ink/ink1697.xml" ContentType="application/inkml+xml"/>
  <Override PartName="/ppt/ink/ink1698.xml" ContentType="application/inkml+xml"/>
  <Override PartName="/ppt/ink/ink1699.xml" ContentType="application/inkml+xml"/>
  <Override PartName="/ppt/ink/ink1700.xml" ContentType="application/inkml+xml"/>
  <Override PartName="/ppt/ink/ink1701.xml" ContentType="application/inkml+xml"/>
  <Override PartName="/ppt/ink/ink1702.xml" ContentType="application/inkml+xml"/>
  <Override PartName="/ppt/ink/ink1703.xml" ContentType="application/inkml+xml"/>
  <Override PartName="/ppt/ink/ink1704.xml" ContentType="application/inkml+xml"/>
  <Override PartName="/ppt/ink/ink1705.xml" ContentType="application/inkml+xml"/>
  <Override PartName="/ppt/ink/ink1706.xml" ContentType="application/inkml+xml"/>
  <Override PartName="/ppt/ink/ink1707.xml" ContentType="application/inkml+xml"/>
  <Override PartName="/ppt/ink/ink1708.xml" ContentType="application/inkml+xml"/>
  <Override PartName="/ppt/ink/ink1709.xml" ContentType="application/inkml+xml"/>
  <Override PartName="/ppt/ink/ink1710.xml" ContentType="application/inkml+xml"/>
  <Override PartName="/ppt/ink/ink1711.xml" ContentType="application/inkml+xml"/>
  <Override PartName="/ppt/ink/ink1712.xml" ContentType="application/inkml+xml"/>
  <Override PartName="/ppt/ink/ink1713.xml" ContentType="application/inkml+xml"/>
  <Override PartName="/ppt/ink/ink1714.xml" ContentType="application/inkml+xml"/>
  <Override PartName="/ppt/ink/ink1715.xml" ContentType="application/inkml+xml"/>
  <Override PartName="/ppt/ink/ink1716.xml" ContentType="application/inkml+xml"/>
  <Override PartName="/ppt/ink/ink1717.xml" ContentType="application/inkml+xml"/>
  <Override PartName="/ppt/ink/ink1718.xml" ContentType="application/inkml+xml"/>
  <Override PartName="/ppt/ink/ink1719.xml" ContentType="application/inkml+xml"/>
  <Override PartName="/ppt/ink/ink1720.xml" ContentType="application/inkml+xml"/>
  <Override PartName="/ppt/ink/ink1721.xml" ContentType="application/inkml+xml"/>
  <Override PartName="/ppt/ink/ink1722.xml" ContentType="application/inkml+xml"/>
  <Override PartName="/ppt/ink/ink1723.xml" ContentType="application/inkml+xml"/>
  <Override PartName="/ppt/ink/ink1724.xml" ContentType="application/inkml+xml"/>
  <Override PartName="/ppt/ink/ink1725.xml" ContentType="application/inkml+xml"/>
  <Override PartName="/ppt/ink/ink1726.xml" ContentType="application/inkml+xml"/>
  <Override PartName="/ppt/ink/ink1727.xml" ContentType="application/inkml+xml"/>
  <Override PartName="/ppt/ink/ink1728.xml" ContentType="application/inkml+xml"/>
  <Override PartName="/ppt/ink/ink1729.xml" ContentType="application/inkml+xml"/>
  <Override PartName="/ppt/ink/ink1730.xml" ContentType="application/inkml+xml"/>
  <Override PartName="/ppt/ink/ink1731.xml" ContentType="application/inkml+xml"/>
  <Override PartName="/ppt/ink/ink1732.xml" ContentType="application/inkml+xml"/>
  <Override PartName="/ppt/ink/ink1733.xml" ContentType="application/inkml+xml"/>
  <Override PartName="/ppt/ink/ink1734.xml" ContentType="application/inkml+xml"/>
  <Override PartName="/ppt/ink/ink1735.xml" ContentType="application/inkml+xml"/>
  <Override PartName="/ppt/ink/ink1736.xml" ContentType="application/inkml+xml"/>
  <Override PartName="/ppt/ink/ink1737.xml" ContentType="application/inkml+xml"/>
  <Override PartName="/ppt/ink/ink1738.xml" ContentType="application/inkml+xml"/>
  <Override PartName="/ppt/ink/ink1739.xml" ContentType="application/inkml+xml"/>
  <Override PartName="/ppt/ink/ink1740.xml" ContentType="application/inkml+xml"/>
  <Override PartName="/ppt/ink/ink1741.xml" ContentType="application/inkml+xml"/>
  <Override PartName="/ppt/ink/ink1742.xml" ContentType="application/inkml+xml"/>
  <Override PartName="/ppt/ink/ink1743.xml" ContentType="application/inkml+xml"/>
  <Override PartName="/ppt/ink/ink1744.xml" ContentType="application/inkml+xml"/>
  <Override PartName="/ppt/ink/ink1745.xml" ContentType="application/inkml+xml"/>
  <Override PartName="/ppt/ink/ink1746.xml" ContentType="application/inkml+xml"/>
  <Override PartName="/ppt/ink/ink1747.xml" ContentType="application/inkml+xml"/>
  <Override PartName="/ppt/ink/ink1748.xml" ContentType="application/inkml+xml"/>
  <Override PartName="/ppt/ink/ink1749.xml" ContentType="application/inkml+xml"/>
  <Override PartName="/ppt/ink/ink1750.xml" ContentType="application/inkml+xml"/>
  <Override PartName="/ppt/ink/ink1751.xml" ContentType="application/inkml+xml"/>
  <Override PartName="/ppt/ink/ink1752.xml" ContentType="application/inkml+xml"/>
  <Override PartName="/ppt/ink/ink1753.xml" ContentType="application/inkml+xml"/>
  <Override PartName="/ppt/ink/ink1754.xml" ContentType="application/inkml+xml"/>
  <Override PartName="/ppt/ink/ink1755.xml" ContentType="application/inkml+xml"/>
  <Override PartName="/ppt/ink/ink1756.xml" ContentType="application/inkml+xml"/>
  <Override PartName="/ppt/ink/ink1757.xml" ContentType="application/inkml+xml"/>
  <Override PartName="/ppt/ink/ink1758.xml" ContentType="application/inkml+xml"/>
  <Override PartName="/ppt/ink/ink1759.xml" ContentType="application/inkml+xml"/>
  <Override PartName="/ppt/ink/ink1760.xml" ContentType="application/inkml+xml"/>
  <Override PartName="/ppt/ink/ink1761.xml" ContentType="application/inkml+xml"/>
  <Override PartName="/ppt/ink/ink1762.xml" ContentType="application/inkml+xml"/>
  <Override PartName="/ppt/ink/ink1763.xml" ContentType="application/inkml+xml"/>
  <Override PartName="/ppt/ink/ink1764.xml" ContentType="application/inkml+xml"/>
  <Override PartName="/ppt/ink/ink1765.xml" ContentType="application/inkml+xml"/>
  <Override PartName="/ppt/ink/ink1766.xml" ContentType="application/inkml+xml"/>
  <Override PartName="/ppt/ink/ink1767.xml" ContentType="application/inkml+xml"/>
  <Override PartName="/ppt/ink/ink1768.xml" ContentType="application/inkml+xml"/>
  <Override PartName="/ppt/ink/ink1769.xml" ContentType="application/inkml+xml"/>
  <Override PartName="/ppt/ink/ink1770.xml" ContentType="application/inkml+xml"/>
  <Override PartName="/ppt/ink/ink1771.xml" ContentType="application/inkml+xml"/>
  <Override PartName="/ppt/ink/ink1772.xml" ContentType="application/inkml+xml"/>
  <Override PartName="/ppt/ink/ink1773.xml" ContentType="application/inkml+xml"/>
  <Override PartName="/ppt/ink/ink1774.xml" ContentType="application/inkml+xml"/>
  <Override PartName="/ppt/ink/ink1775.xml" ContentType="application/inkml+xml"/>
  <Override PartName="/ppt/ink/ink1776.xml" ContentType="application/inkml+xml"/>
  <Override PartName="/ppt/ink/ink1777.xml" ContentType="application/inkml+xml"/>
  <Override PartName="/ppt/ink/ink1778.xml" ContentType="application/inkml+xml"/>
  <Override PartName="/ppt/ink/ink1779.xml" ContentType="application/inkml+xml"/>
  <Override PartName="/ppt/ink/ink1780.xml" ContentType="application/inkml+xml"/>
  <Override PartName="/ppt/ink/ink1781.xml" ContentType="application/inkml+xml"/>
  <Override PartName="/ppt/ink/ink1782.xml" ContentType="application/inkml+xml"/>
  <Override PartName="/ppt/ink/ink1783.xml" ContentType="application/inkml+xml"/>
  <Override PartName="/ppt/ink/ink1784.xml" ContentType="application/inkml+xml"/>
  <Override PartName="/ppt/ink/ink1785.xml" ContentType="application/inkml+xml"/>
  <Override PartName="/ppt/ink/ink1786.xml" ContentType="application/inkml+xml"/>
  <Override PartName="/ppt/ink/ink1787.xml" ContentType="application/inkml+xml"/>
  <Override PartName="/ppt/ink/ink1788.xml" ContentType="application/inkml+xml"/>
  <Override PartName="/ppt/ink/ink1789.xml" ContentType="application/inkml+xml"/>
  <Override PartName="/ppt/ink/ink1790.xml" ContentType="application/inkml+xml"/>
  <Override PartName="/ppt/ink/ink1791.xml" ContentType="application/inkml+xml"/>
  <Override PartName="/ppt/ink/ink1792.xml" ContentType="application/inkml+xml"/>
  <Override PartName="/ppt/ink/ink1793.xml" ContentType="application/inkml+xml"/>
  <Override PartName="/ppt/ink/ink1794.xml" ContentType="application/inkml+xml"/>
  <Override PartName="/ppt/ink/ink1795.xml" ContentType="application/inkml+xml"/>
  <Override PartName="/ppt/ink/ink1796.xml" ContentType="application/inkml+xml"/>
  <Override PartName="/ppt/ink/ink1797.xml" ContentType="application/inkml+xml"/>
  <Override PartName="/ppt/ink/ink1798.xml" ContentType="application/inkml+xml"/>
  <Override PartName="/ppt/ink/ink1799.xml" ContentType="application/inkml+xml"/>
  <Override PartName="/ppt/ink/ink1800.xml" ContentType="application/inkml+xml"/>
  <Override PartName="/ppt/ink/ink1801.xml" ContentType="application/inkml+xml"/>
  <Override PartName="/ppt/ink/ink1802.xml" ContentType="application/inkml+xml"/>
  <Override PartName="/ppt/ink/ink1803.xml" ContentType="application/inkml+xml"/>
  <Override PartName="/ppt/ink/ink1804.xml" ContentType="application/inkml+xml"/>
  <Override PartName="/ppt/ink/ink1805.xml" ContentType="application/inkml+xml"/>
  <Override PartName="/ppt/ink/ink1806.xml" ContentType="application/inkml+xml"/>
  <Override PartName="/ppt/ink/ink1807.xml" ContentType="application/inkml+xml"/>
  <Override PartName="/ppt/ink/ink1808.xml" ContentType="application/inkml+xml"/>
  <Override PartName="/ppt/ink/ink1809.xml" ContentType="application/inkml+xml"/>
  <Override PartName="/ppt/ink/ink1810.xml" ContentType="application/inkml+xml"/>
  <Override PartName="/ppt/ink/ink1811.xml" ContentType="application/inkml+xml"/>
  <Override PartName="/ppt/ink/ink1812.xml" ContentType="application/inkml+xml"/>
  <Override PartName="/ppt/ink/ink1813.xml" ContentType="application/inkml+xml"/>
  <Override PartName="/ppt/ink/ink1814.xml" ContentType="application/inkml+xml"/>
  <Override PartName="/ppt/ink/ink1815.xml" ContentType="application/inkml+xml"/>
  <Override PartName="/ppt/ink/ink1816.xml" ContentType="application/inkml+xml"/>
  <Override PartName="/ppt/ink/ink1817.xml" ContentType="application/inkml+xml"/>
  <Override PartName="/ppt/ink/ink1818.xml" ContentType="application/inkml+xml"/>
  <Override PartName="/ppt/ink/ink1819.xml" ContentType="application/inkml+xml"/>
  <Override PartName="/ppt/ink/ink1820.xml" ContentType="application/inkml+xml"/>
  <Override PartName="/ppt/ink/ink1821.xml" ContentType="application/inkml+xml"/>
  <Override PartName="/ppt/ink/ink1822.xml" ContentType="application/inkml+xml"/>
  <Override PartName="/ppt/ink/ink1823.xml" ContentType="application/inkml+xml"/>
  <Override PartName="/ppt/ink/ink1824.xml" ContentType="application/inkml+xml"/>
  <Override PartName="/ppt/ink/ink1825.xml" ContentType="application/inkml+xml"/>
  <Override PartName="/ppt/ink/ink1826.xml" ContentType="application/inkml+xml"/>
  <Override PartName="/ppt/ink/ink1827.xml" ContentType="application/inkml+xml"/>
  <Override PartName="/ppt/ink/ink1828.xml" ContentType="application/inkml+xml"/>
  <Override PartName="/ppt/ink/ink1829.xml" ContentType="application/inkml+xml"/>
  <Override PartName="/ppt/ink/ink1830.xml" ContentType="application/inkml+xml"/>
  <Override PartName="/ppt/ink/ink1831.xml" ContentType="application/inkml+xml"/>
  <Override PartName="/ppt/ink/ink1832.xml" ContentType="application/inkml+xml"/>
  <Override PartName="/ppt/ink/ink1833.xml" ContentType="application/inkml+xml"/>
  <Override PartName="/ppt/ink/ink1834.xml" ContentType="application/inkml+xml"/>
  <Override PartName="/ppt/ink/ink1835.xml" ContentType="application/inkml+xml"/>
  <Override PartName="/ppt/ink/ink1836.xml" ContentType="application/inkml+xml"/>
  <Override PartName="/ppt/ink/ink1837.xml" ContentType="application/inkml+xml"/>
  <Override PartName="/ppt/ink/ink1838.xml" ContentType="application/inkml+xml"/>
  <Override PartName="/ppt/ink/ink1839.xml" ContentType="application/inkml+xml"/>
  <Override PartName="/ppt/ink/ink1840.xml" ContentType="application/inkml+xml"/>
  <Override PartName="/ppt/ink/ink1841.xml" ContentType="application/inkml+xml"/>
  <Override PartName="/ppt/ink/ink1842.xml" ContentType="application/inkml+xml"/>
  <Override PartName="/ppt/ink/ink1843.xml" ContentType="application/inkml+xml"/>
  <Override PartName="/ppt/ink/ink1844.xml" ContentType="application/inkml+xml"/>
  <Override PartName="/ppt/ink/ink1845.xml" ContentType="application/inkml+xml"/>
  <Override PartName="/ppt/ink/ink1846.xml" ContentType="application/inkml+xml"/>
  <Override PartName="/ppt/ink/ink1847.xml" ContentType="application/inkml+xml"/>
  <Override PartName="/ppt/ink/ink1848.xml" ContentType="application/inkml+xml"/>
  <Override PartName="/ppt/ink/ink1849.xml" ContentType="application/inkml+xml"/>
  <Override PartName="/ppt/ink/ink1850.xml" ContentType="application/inkml+xml"/>
  <Override PartName="/ppt/ink/ink1851.xml" ContentType="application/inkml+xml"/>
  <Override PartName="/ppt/ink/ink1852.xml" ContentType="application/inkml+xml"/>
  <Override PartName="/ppt/ink/ink1853.xml" ContentType="application/inkml+xml"/>
  <Override PartName="/ppt/ink/ink1854.xml" ContentType="application/inkml+xml"/>
  <Override PartName="/ppt/ink/ink1855.xml" ContentType="application/inkml+xml"/>
  <Override PartName="/ppt/ink/ink1856.xml" ContentType="application/inkml+xml"/>
  <Override PartName="/ppt/ink/ink1857.xml" ContentType="application/inkml+xml"/>
  <Override PartName="/ppt/ink/ink1858.xml" ContentType="application/inkml+xml"/>
  <Override PartName="/ppt/ink/ink1859.xml" ContentType="application/inkml+xml"/>
  <Override PartName="/ppt/ink/ink1860.xml" ContentType="application/inkml+xml"/>
  <Override PartName="/ppt/ink/ink1861.xml" ContentType="application/inkml+xml"/>
  <Override PartName="/ppt/ink/ink1862.xml" ContentType="application/inkml+xml"/>
  <Override PartName="/ppt/ink/ink1863.xml" ContentType="application/inkml+xml"/>
  <Override PartName="/ppt/ink/ink1864.xml" ContentType="application/inkml+xml"/>
  <Override PartName="/ppt/ink/ink1865.xml" ContentType="application/inkml+xml"/>
  <Override PartName="/ppt/ink/ink1866.xml" ContentType="application/inkml+xml"/>
  <Override PartName="/ppt/ink/ink1867.xml" ContentType="application/inkml+xml"/>
  <Override PartName="/ppt/ink/ink1868.xml" ContentType="application/inkml+xml"/>
  <Override PartName="/ppt/ink/ink1869.xml" ContentType="application/inkml+xml"/>
  <Override PartName="/ppt/ink/ink1870.xml" ContentType="application/inkml+xml"/>
  <Override PartName="/ppt/ink/ink1871.xml" ContentType="application/inkml+xml"/>
  <Override PartName="/ppt/ink/ink1872.xml" ContentType="application/inkml+xml"/>
  <Override PartName="/ppt/ink/ink1873.xml" ContentType="application/inkml+xml"/>
  <Override PartName="/ppt/ink/ink1874.xml" ContentType="application/inkml+xml"/>
  <Override PartName="/ppt/ink/ink1875.xml" ContentType="application/inkml+xml"/>
  <Override PartName="/ppt/ink/ink1876.xml" ContentType="application/inkml+xml"/>
  <Override PartName="/ppt/ink/ink1877.xml" ContentType="application/inkml+xml"/>
  <Override PartName="/ppt/ink/ink1878.xml" ContentType="application/inkml+xml"/>
  <Override PartName="/ppt/ink/ink1879.xml" ContentType="application/inkml+xml"/>
  <Override PartName="/ppt/ink/ink1880.xml" ContentType="application/inkml+xml"/>
  <Override PartName="/ppt/ink/ink1881.xml" ContentType="application/inkml+xml"/>
  <Override PartName="/ppt/ink/ink1882.xml" ContentType="application/inkml+xml"/>
  <Override PartName="/ppt/ink/ink1883.xml" ContentType="application/inkml+xml"/>
  <Override PartName="/ppt/ink/ink1884.xml" ContentType="application/inkml+xml"/>
  <Override PartName="/ppt/ink/ink1885.xml" ContentType="application/inkml+xml"/>
  <Override PartName="/ppt/ink/ink1886.xml" ContentType="application/inkml+xml"/>
  <Override PartName="/ppt/ink/ink1887.xml" ContentType="application/inkml+xml"/>
  <Override PartName="/ppt/ink/ink1888.xml" ContentType="application/inkml+xml"/>
  <Override PartName="/ppt/ink/ink1889.xml" ContentType="application/inkml+xml"/>
  <Override PartName="/ppt/ink/ink1890.xml" ContentType="application/inkml+xml"/>
  <Override PartName="/ppt/ink/ink1891.xml" ContentType="application/inkml+xml"/>
  <Override PartName="/ppt/ink/ink1892.xml" ContentType="application/inkml+xml"/>
  <Override PartName="/ppt/ink/ink1893.xml" ContentType="application/inkml+xml"/>
  <Override PartName="/ppt/ink/ink1894.xml" ContentType="application/inkml+xml"/>
  <Override PartName="/ppt/ink/ink1895.xml" ContentType="application/inkml+xml"/>
  <Override PartName="/ppt/ink/ink1896.xml" ContentType="application/inkml+xml"/>
  <Override PartName="/ppt/ink/ink1897.xml" ContentType="application/inkml+xml"/>
  <Override PartName="/ppt/ink/ink1898.xml" ContentType="application/inkml+xml"/>
  <Override PartName="/ppt/ink/ink1899.xml" ContentType="application/inkml+xml"/>
  <Override PartName="/ppt/ink/ink1900.xml" ContentType="application/inkml+xml"/>
  <Override PartName="/ppt/ink/ink1901.xml" ContentType="application/inkml+xml"/>
  <Override PartName="/ppt/ink/ink1902.xml" ContentType="application/inkml+xml"/>
  <Override PartName="/ppt/ink/ink1903.xml" ContentType="application/inkml+xml"/>
  <Override PartName="/ppt/ink/ink1904.xml" ContentType="application/inkml+xml"/>
  <Override PartName="/ppt/ink/ink1905.xml" ContentType="application/inkml+xml"/>
  <Override PartName="/ppt/ink/ink1906.xml" ContentType="application/inkml+xml"/>
  <Override PartName="/ppt/ink/ink1907.xml" ContentType="application/inkml+xml"/>
  <Override PartName="/ppt/ink/ink1908.xml" ContentType="application/inkml+xml"/>
  <Override PartName="/ppt/ink/ink1909.xml" ContentType="application/inkml+xml"/>
  <Override PartName="/ppt/ink/ink1910.xml" ContentType="application/inkml+xml"/>
  <Override PartName="/ppt/ink/ink1911.xml" ContentType="application/inkml+xml"/>
  <Override PartName="/ppt/ink/ink1912.xml" ContentType="application/inkml+xml"/>
  <Override PartName="/ppt/ink/ink1913.xml" ContentType="application/inkml+xml"/>
  <Override PartName="/ppt/ink/ink1914.xml" ContentType="application/inkml+xml"/>
  <Override PartName="/ppt/ink/ink1915.xml" ContentType="application/inkml+xml"/>
  <Override PartName="/ppt/ink/ink1916.xml" ContentType="application/inkml+xml"/>
  <Override PartName="/ppt/ink/ink1917.xml" ContentType="application/inkml+xml"/>
  <Override PartName="/ppt/ink/ink1918.xml" ContentType="application/inkml+xml"/>
  <Override PartName="/ppt/ink/ink1919.xml" ContentType="application/inkml+xml"/>
  <Override PartName="/ppt/ink/ink1920.xml" ContentType="application/inkml+xml"/>
  <Override PartName="/ppt/ink/ink1921.xml" ContentType="application/inkml+xml"/>
  <Override PartName="/ppt/ink/ink1922.xml" ContentType="application/inkml+xml"/>
  <Override PartName="/ppt/ink/ink1923.xml" ContentType="application/inkml+xml"/>
  <Override PartName="/ppt/ink/ink1924.xml" ContentType="application/inkml+xml"/>
  <Override PartName="/ppt/ink/ink1925.xml" ContentType="application/inkml+xml"/>
  <Override PartName="/ppt/ink/ink1926.xml" ContentType="application/inkml+xml"/>
  <Override PartName="/ppt/ink/ink1927.xml" ContentType="application/inkml+xml"/>
  <Override PartName="/ppt/ink/ink1928.xml" ContentType="application/inkml+xml"/>
  <Override PartName="/ppt/ink/ink1929.xml" ContentType="application/inkml+xml"/>
  <Override PartName="/ppt/ink/ink1930.xml" ContentType="application/inkml+xml"/>
  <Override PartName="/ppt/ink/ink1931.xml" ContentType="application/inkml+xml"/>
  <Override PartName="/ppt/ink/ink1932.xml" ContentType="application/inkml+xml"/>
  <Override PartName="/ppt/ink/ink1933.xml" ContentType="application/inkml+xml"/>
  <Override PartName="/ppt/ink/ink1934.xml" ContentType="application/inkml+xml"/>
  <Override PartName="/ppt/ink/ink1935.xml" ContentType="application/inkml+xml"/>
  <Override PartName="/ppt/ink/ink1936.xml" ContentType="application/inkml+xml"/>
  <Override PartName="/ppt/ink/ink1937.xml" ContentType="application/inkml+xml"/>
  <Override PartName="/ppt/ink/ink1938.xml" ContentType="application/inkml+xml"/>
  <Override PartName="/ppt/ink/ink1939.xml" ContentType="application/inkml+xml"/>
  <Override PartName="/ppt/ink/ink1940.xml" ContentType="application/inkml+xml"/>
  <Override PartName="/ppt/ink/ink1941.xml" ContentType="application/inkml+xml"/>
  <Override PartName="/ppt/ink/ink1942.xml" ContentType="application/inkml+xml"/>
  <Override PartName="/ppt/ink/ink1943.xml" ContentType="application/inkml+xml"/>
  <Override PartName="/ppt/ink/ink1944.xml" ContentType="application/inkml+xml"/>
  <Override PartName="/ppt/ink/ink1945.xml" ContentType="application/inkml+xml"/>
  <Override PartName="/ppt/ink/ink1946.xml" ContentType="application/inkml+xml"/>
  <Override PartName="/ppt/ink/ink1947.xml" ContentType="application/inkml+xml"/>
  <Override PartName="/ppt/ink/ink1948.xml" ContentType="application/inkml+xml"/>
  <Override PartName="/ppt/ink/ink1949.xml" ContentType="application/inkml+xml"/>
  <Override PartName="/ppt/ink/ink1950.xml" ContentType="application/inkml+xml"/>
  <Override PartName="/ppt/ink/ink1951.xml" ContentType="application/inkml+xml"/>
  <Override PartName="/ppt/ink/ink1952.xml" ContentType="application/inkml+xml"/>
  <Override PartName="/ppt/ink/ink1953.xml" ContentType="application/inkml+xml"/>
  <Override PartName="/ppt/ink/ink1954.xml" ContentType="application/inkml+xml"/>
  <Override PartName="/ppt/ink/ink1955.xml" ContentType="application/inkml+xml"/>
  <Override PartName="/ppt/ink/ink1956.xml" ContentType="application/inkml+xml"/>
  <Override PartName="/ppt/ink/ink1957.xml" ContentType="application/inkml+xml"/>
  <Override PartName="/ppt/ink/ink1958.xml" ContentType="application/inkml+xml"/>
  <Override PartName="/ppt/ink/ink1959.xml" ContentType="application/inkml+xml"/>
  <Override PartName="/ppt/ink/ink1960.xml" ContentType="application/inkml+xml"/>
  <Override PartName="/ppt/ink/ink1961.xml" ContentType="application/inkml+xml"/>
  <Override PartName="/ppt/ink/ink1962.xml" ContentType="application/inkml+xml"/>
  <Override PartName="/ppt/ink/ink1963.xml" ContentType="application/inkml+xml"/>
  <Override PartName="/ppt/ink/ink1964.xml" ContentType="application/inkml+xml"/>
  <Override PartName="/ppt/ink/ink1965.xml" ContentType="application/inkml+xml"/>
  <Override PartName="/ppt/ink/ink1966.xml" ContentType="application/inkml+xml"/>
  <Override PartName="/ppt/ink/ink1967.xml" ContentType="application/inkml+xml"/>
  <Override PartName="/ppt/ink/ink1968.xml" ContentType="application/inkml+xml"/>
  <Override PartName="/ppt/ink/ink1969.xml" ContentType="application/inkml+xml"/>
  <Override PartName="/ppt/ink/ink1970.xml" ContentType="application/inkml+xml"/>
  <Override PartName="/ppt/ink/ink1971.xml" ContentType="application/inkml+xml"/>
  <Override PartName="/ppt/ink/ink1972.xml" ContentType="application/inkml+xml"/>
  <Override PartName="/ppt/ink/ink1973.xml" ContentType="application/inkml+xml"/>
  <Override PartName="/ppt/ink/ink1974.xml" ContentType="application/inkml+xml"/>
  <Override PartName="/ppt/ink/ink1975.xml" ContentType="application/inkml+xml"/>
  <Override PartName="/ppt/ink/ink1976.xml" ContentType="application/inkml+xml"/>
  <Override PartName="/ppt/ink/ink1977.xml" ContentType="application/inkml+xml"/>
  <Override PartName="/ppt/ink/ink1978.xml" ContentType="application/inkml+xml"/>
  <Override PartName="/ppt/ink/ink1979.xml" ContentType="application/inkml+xml"/>
  <Override PartName="/ppt/ink/ink1980.xml" ContentType="application/inkml+xml"/>
  <Override PartName="/ppt/ink/ink1981.xml" ContentType="application/inkml+xml"/>
  <Override PartName="/ppt/ink/ink1982.xml" ContentType="application/inkml+xml"/>
  <Override PartName="/ppt/ink/ink1983.xml" ContentType="application/inkml+xml"/>
  <Override PartName="/ppt/ink/ink1984.xml" ContentType="application/inkml+xml"/>
  <Override PartName="/ppt/ink/ink1985.xml" ContentType="application/inkml+xml"/>
  <Override PartName="/ppt/ink/ink1986.xml" ContentType="application/inkml+xml"/>
  <Override PartName="/ppt/ink/ink1987.xml" ContentType="application/inkml+xml"/>
  <Override PartName="/ppt/ink/ink1988.xml" ContentType="application/inkml+xml"/>
  <Override PartName="/ppt/ink/ink1989.xml" ContentType="application/inkml+xml"/>
  <Override PartName="/ppt/ink/ink1990.xml" ContentType="application/inkml+xml"/>
  <Override PartName="/ppt/ink/ink1991.xml" ContentType="application/inkml+xml"/>
  <Override PartName="/ppt/ink/ink1992.xml" ContentType="application/inkml+xml"/>
  <Override PartName="/ppt/ink/ink1993.xml" ContentType="application/inkml+xml"/>
  <Override PartName="/ppt/ink/ink1994.xml" ContentType="application/inkml+xml"/>
  <Override PartName="/ppt/ink/ink1995.xml" ContentType="application/inkml+xml"/>
  <Override PartName="/ppt/ink/ink1996.xml" ContentType="application/inkml+xml"/>
  <Override PartName="/ppt/ink/ink1997.xml" ContentType="application/inkml+xml"/>
  <Override PartName="/ppt/ink/ink1998.xml" ContentType="application/inkml+xml"/>
  <Override PartName="/ppt/ink/ink1999.xml" ContentType="application/inkml+xml"/>
  <Override PartName="/ppt/ink/ink2000.xml" ContentType="application/inkml+xml"/>
  <Override PartName="/ppt/ink/ink2001.xml" ContentType="application/inkml+xml"/>
  <Override PartName="/ppt/ink/ink2002.xml" ContentType="application/inkml+xml"/>
  <Override PartName="/ppt/ink/ink2003.xml" ContentType="application/inkml+xml"/>
  <Override PartName="/ppt/ink/ink2004.xml" ContentType="application/inkml+xml"/>
  <Override PartName="/ppt/ink/ink2005.xml" ContentType="application/inkml+xml"/>
  <Override PartName="/ppt/ink/ink2006.xml" ContentType="application/inkml+xml"/>
  <Override PartName="/ppt/ink/ink2007.xml" ContentType="application/inkml+xml"/>
  <Override PartName="/ppt/ink/ink2008.xml" ContentType="application/inkml+xml"/>
  <Override PartName="/ppt/ink/ink2009.xml" ContentType="application/inkml+xml"/>
  <Override PartName="/ppt/ink/ink2010.xml" ContentType="application/inkml+xml"/>
  <Override PartName="/ppt/ink/ink2011.xml" ContentType="application/inkml+xml"/>
  <Override PartName="/ppt/ink/ink2012.xml" ContentType="application/inkml+xml"/>
  <Override PartName="/ppt/ink/ink2013.xml" ContentType="application/inkml+xml"/>
  <Override PartName="/ppt/ink/ink2014.xml" ContentType="application/inkml+xml"/>
  <Override PartName="/ppt/ink/ink2015.xml" ContentType="application/inkml+xml"/>
  <Override PartName="/ppt/ink/ink2016.xml" ContentType="application/inkml+xml"/>
  <Override PartName="/ppt/ink/ink2017.xml" ContentType="application/inkml+xml"/>
  <Override PartName="/ppt/ink/ink2018.xml" ContentType="application/inkml+xml"/>
  <Override PartName="/ppt/ink/ink2019.xml" ContentType="application/inkml+xml"/>
  <Override PartName="/ppt/ink/ink2020.xml" ContentType="application/inkml+xml"/>
  <Override PartName="/ppt/ink/ink2021.xml" ContentType="application/inkml+xml"/>
  <Override PartName="/ppt/ink/ink2022.xml" ContentType="application/inkml+xml"/>
  <Override PartName="/ppt/ink/ink2023.xml" ContentType="application/inkml+xml"/>
  <Override PartName="/ppt/ink/ink2024.xml" ContentType="application/inkml+xml"/>
  <Override PartName="/ppt/ink/ink2025.xml" ContentType="application/inkml+xml"/>
  <Override PartName="/ppt/ink/ink2026.xml" ContentType="application/inkml+xml"/>
  <Override PartName="/ppt/ink/ink2027.xml" ContentType="application/inkml+xml"/>
  <Override PartName="/ppt/ink/ink2028.xml" ContentType="application/inkml+xml"/>
  <Override PartName="/ppt/ink/ink2029.xml" ContentType="application/inkml+xml"/>
  <Override PartName="/ppt/ink/ink2030.xml" ContentType="application/inkml+xml"/>
  <Override PartName="/ppt/ink/ink2031.xml" ContentType="application/inkml+xml"/>
  <Override PartName="/ppt/ink/ink2032.xml" ContentType="application/inkml+xml"/>
  <Override PartName="/ppt/ink/ink2033.xml" ContentType="application/inkml+xml"/>
  <Override PartName="/ppt/ink/ink2034.xml" ContentType="application/inkml+xml"/>
  <Override PartName="/ppt/ink/ink2035.xml" ContentType="application/inkml+xml"/>
  <Override PartName="/ppt/ink/ink2036.xml" ContentType="application/inkml+xml"/>
  <Override PartName="/ppt/ink/ink2037.xml" ContentType="application/inkml+xml"/>
  <Override PartName="/ppt/ink/ink2038.xml" ContentType="application/inkml+xml"/>
  <Override PartName="/ppt/ink/ink2039.xml" ContentType="application/inkml+xml"/>
  <Override PartName="/ppt/ink/ink2040.xml" ContentType="application/inkml+xml"/>
  <Override PartName="/ppt/ink/ink2041.xml" ContentType="application/inkml+xml"/>
  <Override PartName="/ppt/ink/ink2042.xml" ContentType="application/inkml+xml"/>
  <Override PartName="/ppt/ink/ink2043.xml" ContentType="application/inkml+xml"/>
  <Override PartName="/ppt/ink/ink2044.xml" ContentType="application/inkml+xml"/>
  <Override PartName="/ppt/ink/ink2045.xml" ContentType="application/inkml+xml"/>
  <Override PartName="/ppt/ink/ink2046.xml" ContentType="application/inkml+xml"/>
  <Override PartName="/ppt/ink/ink2047.xml" ContentType="application/inkml+xml"/>
  <Override PartName="/ppt/ink/ink2048.xml" ContentType="application/inkml+xml"/>
  <Override PartName="/ppt/ink/ink2049.xml" ContentType="application/inkml+xml"/>
  <Override PartName="/ppt/ink/ink2050.xml" ContentType="application/inkml+xml"/>
  <Override PartName="/ppt/ink/ink2051.xml" ContentType="application/inkml+xml"/>
  <Override PartName="/ppt/ink/ink2052.xml" ContentType="application/inkml+xml"/>
  <Override PartName="/ppt/ink/ink2053.xml" ContentType="application/inkml+xml"/>
  <Override PartName="/ppt/ink/ink2054.xml" ContentType="application/inkml+xml"/>
  <Override PartName="/ppt/ink/ink2055.xml" ContentType="application/inkml+xml"/>
  <Override PartName="/ppt/ink/ink2056.xml" ContentType="application/inkml+xml"/>
  <Override PartName="/ppt/ink/ink2057.xml" ContentType="application/inkml+xml"/>
  <Override PartName="/ppt/ink/ink2058.xml" ContentType="application/inkml+xml"/>
  <Override PartName="/ppt/ink/ink2059.xml" ContentType="application/inkml+xml"/>
  <Override PartName="/ppt/ink/ink2060.xml" ContentType="application/inkml+xml"/>
  <Override PartName="/ppt/ink/ink2061.xml" ContentType="application/inkml+xml"/>
  <Override PartName="/ppt/ink/ink2062.xml" ContentType="application/inkml+xml"/>
  <Override PartName="/ppt/ink/ink2063.xml" ContentType="application/inkml+xml"/>
  <Override PartName="/ppt/ink/ink2064.xml" ContentType="application/inkml+xml"/>
  <Override PartName="/ppt/ink/ink2065.xml" ContentType="application/inkml+xml"/>
  <Override PartName="/ppt/ink/ink2066.xml" ContentType="application/inkml+xml"/>
  <Override PartName="/ppt/ink/ink2067.xml" ContentType="application/inkml+xml"/>
  <Override PartName="/ppt/ink/ink2068.xml" ContentType="application/inkml+xml"/>
  <Override PartName="/ppt/ink/ink2069.xml" ContentType="application/inkml+xml"/>
  <Override PartName="/ppt/ink/ink2070.xml" ContentType="application/inkml+xml"/>
  <Override PartName="/ppt/ink/ink2071.xml" ContentType="application/inkml+xml"/>
  <Override PartName="/ppt/ink/ink2072.xml" ContentType="application/inkml+xml"/>
  <Override PartName="/ppt/ink/ink2073.xml" ContentType="application/inkml+xml"/>
  <Override PartName="/ppt/ink/ink2074.xml" ContentType="application/inkml+xml"/>
  <Override PartName="/ppt/ink/ink2075.xml" ContentType="application/inkml+xml"/>
  <Override PartName="/ppt/ink/ink2076.xml" ContentType="application/inkml+xml"/>
  <Override PartName="/ppt/ink/ink2077.xml" ContentType="application/inkml+xml"/>
  <Override PartName="/ppt/ink/ink2078.xml" ContentType="application/inkml+xml"/>
  <Override PartName="/ppt/ink/ink2079.xml" ContentType="application/inkml+xml"/>
  <Override PartName="/ppt/ink/ink2080.xml" ContentType="application/inkml+xml"/>
  <Override PartName="/ppt/ink/ink2081.xml" ContentType="application/inkml+xml"/>
  <Override PartName="/ppt/ink/ink2082.xml" ContentType="application/inkml+xml"/>
  <Override PartName="/ppt/ink/ink2083.xml" ContentType="application/inkml+xml"/>
  <Override PartName="/ppt/ink/ink2084.xml" ContentType="application/inkml+xml"/>
  <Override PartName="/ppt/ink/ink2085.xml" ContentType="application/inkml+xml"/>
  <Override PartName="/ppt/ink/ink2086.xml" ContentType="application/inkml+xml"/>
  <Override PartName="/ppt/ink/ink2087.xml" ContentType="application/inkml+xml"/>
  <Override PartName="/ppt/ink/ink2088.xml" ContentType="application/inkml+xml"/>
  <Override PartName="/ppt/ink/ink2089.xml" ContentType="application/inkml+xml"/>
  <Override PartName="/ppt/ink/ink2090.xml" ContentType="application/inkml+xml"/>
  <Override PartName="/ppt/ink/ink2091.xml" ContentType="application/inkml+xml"/>
  <Override PartName="/ppt/ink/ink2092.xml" ContentType="application/inkml+xml"/>
  <Override PartName="/ppt/ink/ink2093.xml" ContentType="application/inkml+xml"/>
  <Override PartName="/ppt/ink/ink2094.xml" ContentType="application/inkml+xml"/>
  <Override PartName="/ppt/ink/ink2095.xml" ContentType="application/inkml+xml"/>
  <Override PartName="/ppt/ink/ink2096.xml" ContentType="application/inkml+xml"/>
  <Override PartName="/ppt/ink/ink2097.xml" ContentType="application/inkml+xml"/>
  <Override PartName="/ppt/ink/ink2098.xml" ContentType="application/inkml+xml"/>
  <Override PartName="/ppt/ink/ink2099.xml" ContentType="application/inkml+xml"/>
  <Override PartName="/ppt/ink/ink2100.xml" ContentType="application/inkml+xml"/>
  <Override PartName="/ppt/ink/ink2101.xml" ContentType="application/inkml+xml"/>
  <Override PartName="/ppt/ink/ink2102.xml" ContentType="application/inkml+xml"/>
  <Override PartName="/ppt/ink/ink2103.xml" ContentType="application/inkml+xml"/>
  <Override PartName="/ppt/ink/ink2104.xml" ContentType="application/inkml+xml"/>
  <Override PartName="/ppt/ink/ink2105.xml" ContentType="application/inkml+xml"/>
  <Override PartName="/ppt/ink/ink2106.xml" ContentType="application/inkml+xml"/>
  <Override PartName="/ppt/ink/ink2107.xml" ContentType="application/inkml+xml"/>
  <Override PartName="/ppt/ink/ink2108.xml" ContentType="application/inkml+xml"/>
  <Override PartName="/ppt/ink/ink2109.xml" ContentType="application/inkml+xml"/>
  <Override PartName="/ppt/ink/ink2110.xml" ContentType="application/inkml+xml"/>
  <Override PartName="/ppt/ink/ink2111.xml" ContentType="application/inkml+xml"/>
  <Override PartName="/ppt/ink/ink2112.xml" ContentType="application/inkml+xml"/>
  <Override PartName="/ppt/ink/ink2113.xml" ContentType="application/inkml+xml"/>
  <Override PartName="/ppt/ink/ink2114.xml" ContentType="application/inkml+xml"/>
  <Override PartName="/ppt/ink/ink2115.xml" ContentType="application/inkml+xml"/>
  <Override PartName="/ppt/ink/ink2116.xml" ContentType="application/inkml+xml"/>
  <Override PartName="/ppt/ink/ink2117.xml" ContentType="application/inkml+xml"/>
  <Override PartName="/ppt/ink/ink2118.xml" ContentType="application/inkml+xml"/>
  <Override PartName="/ppt/ink/ink2119.xml" ContentType="application/inkml+xml"/>
  <Override PartName="/ppt/ink/ink2120.xml" ContentType="application/inkml+xml"/>
  <Override PartName="/ppt/ink/ink2121.xml" ContentType="application/inkml+xml"/>
  <Override PartName="/ppt/ink/ink2122.xml" ContentType="application/inkml+xml"/>
  <Override PartName="/ppt/ink/ink2123.xml" ContentType="application/inkml+xml"/>
  <Override PartName="/ppt/ink/ink2124.xml" ContentType="application/inkml+xml"/>
  <Override PartName="/ppt/ink/ink2125.xml" ContentType="application/inkml+xml"/>
  <Override PartName="/ppt/ink/ink2126.xml" ContentType="application/inkml+xml"/>
  <Override PartName="/ppt/ink/ink2127.xml" ContentType="application/inkml+xml"/>
  <Override PartName="/ppt/ink/ink2128.xml" ContentType="application/inkml+xml"/>
  <Override PartName="/ppt/ink/ink2129.xml" ContentType="application/inkml+xml"/>
  <Override PartName="/ppt/ink/ink2130.xml" ContentType="application/inkml+xml"/>
  <Override PartName="/ppt/ink/ink2131.xml" ContentType="application/inkml+xml"/>
  <Override PartName="/ppt/ink/ink2132.xml" ContentType="application/inkml+xml"/>
  <Override PartName="/ppt/ink/ink2133.xml" ContentType="application/inkml+xml"/>
  <Override PartName="/ppt/ink/ink2134.xml" ContentType="application/inkml+xml"/>
  <Override PartName="/ppt/ink/ink2135.xml" ContentType="application/inkml+xml"/>
  <Override PartName="/ppt/ink/ink2136.xml" ContentType="application/inkml+xml"/>
  <Override PartName="/ppt/ink/ink2137.xml" ContentType="application/inkml+xml"/>
  <Override PartName="/ppt/ink/ink2138.xml" ContentType="application/inkml+xml"/>
  <Override PartName="/ppt/ink/ink2139.xml" ContentType="application/inkml+xml"/>
  <Override PartName="/ppt/ink/ink2140.xml" ContentType="application/inkml+xml"/>
  <Override PartName="/ppt/ink/ink2141.xml" ContentType="application/inkml+xml"/>
  <Override PartName="/ppt/ink/ink2142.xml" ContentType="application/inkml+xml"/>
  <Override PartName="/ppt/ink/ink2143.xml" ContentType="application/inkml+xml"/>
  <Override PartName="/ppt/ink/ink2144.xml" ContentType="application/inkml+xml"/>
  <Override PartName="/ppt/ink/ink2145.xml" ContentType="application/inkml+xml"/>
  <Override PartName="/ppt/ink/ink2146.xml" ContentType="application/inkml+xml"/>
  <Override PartName="/ppt/ink/ink2147.xml" ContentType="application/inkml+xml"/>
  <Override PartName="/ppt/ink/ink2148.xml" ContentType="application/inkml+xml"/>
  <Override PartName="/ppt/ink/ink2149.xml" ContentType="application/inkml+xml"/>
  <Override PartName="/ppt/ink/ink2150.xml" ContentType="application/inkml+xml"/>
  <Override PartName="/ppt/ink/ink2151.xml" ContentType="application/inkml+xml"/>
  <Override PartName="/ppt/ink/ink2152.xml" ContentType="application/inkml+xml"/>
  <Override PartName="/ppt/ink/ink2153.xml" ContentType="application/inkml+xml"/>
  <Override PartName="/ppt/ink/ink2154.xml" ContentType="application/inkml+xml"/>
  <Override PartName="/ppt/ink/ink2155.xml" ContentType="application/inkml+xml"/>
  <Override PartName="/ppt/ink/ink2156.xml" ContentType="application/inkml+xml"/>
  <Override PartName="/ppt/ink/ink2157.xml" ContentType="application/inkml+xml"/>
  <Override PartName="/ppt/ink/ink2158.xml" ContentType="application/inkml+xml"/>
  <Override PartName="/ppt/ink/ink2159.xml" ContentType="application/inkml+xml"/>
  <Override PartName="/ppt/ink/ink2160.xml" ContentType="application/inkml+xml"/>
  <Override PartName="/ppt/ink/ink2161.xml" ContentType="application/inkml+xml"/>
  <Override PartName="/ppt/ink/ink2162.xml" ContentType="application/inkml+xml"/>
  <Override PartName="/ppt/ink/ink2163.xml" ContentType="application/inkml+xml"/>
  <Override PartName="/ppt/ink/ink2164.xml" ContentType="application/inkml+xml"/>
  <Override PartName="/ppt/ink/ink2165.xml" ContentType="application/inkml+xml"/>
  <Override PartName="/ppt/ink/ink2166.xml" ContentType="application/inkml+xml"/>
  <Override PartName="/ppt/ink/ink2167.xml" ContentType="application/inkml+xml"/>
  <Override PartName="/ppt/ink/ink2168.xml" ContentType="application/inkml+xml"/>
  <Override PartName="/ppt/ink/ink2169.xml" ContentType="application/inkml+xml"/>
  <Override PartName="/ppt/ink/ink2170.xml" ContentType="application/inkml+xml"/>
  <Override PartName="/ppt/ink/ink2171.xml" ContentType="application/inkml+xml"/>
  <Override PartName="/ppt/ink/ink2172.xml" ContentType="application/inkml+xml"/>
  <Override PartName="/ppt/ink/ink2173.xml" ContentType="application/inkml+xml"/>
  <Override PartName="/ppt/ink/ink2174.xml" ContentType="application/inkml+xml"/>
  <Override PartName="/ppt/ink/ink2175.xml" ContentType="application/inkml+xml"/>
  <Override PartName="/ppt/ink/ink2176.xml" ContentType="application/inkml+xml"/>
  <Override PartName="/ppt/ink/ink2177.xml" ContentType="application/inkml+xml"/>
  <Override PartName="/ppt/ink/ink2178.xml" ContentType="application/inkml+xml"/>
  <Override PartName="/ppt/ink/ink2179.xml" ContentType="application/inkml+xml"/>
  <Override PartName="/ppt/ink/ink2180.xml" ContentType="application/inkml+xml"/>
  <Override PartName="/ppt/ink/ink2181.xml" ContentType="application/inkml+xml"/>
  <Override PartName="/ppt/ink/ink2182.xml" ContentType="application/inkml+xml"/>
  <Override PartName="/ppt/ink/ink2183.xml" ContentType="application/inkml+xml"/>
  <Override PartName="/ppt/ink/ink2184.xml" ContentType="application/inkml+xml"/>
  <Override PartName="/ppt/ink/ink2185.xml" ContentType="application/inkml+xml"/>
  <Override PartName="/ppt/ink/ink2186.xml" ContentType="application/inkml+xml"/>
  <Override PartName="/ppt/ink/ink2187.xml" ContentType="application/inkml+xml"/>
  <Override PartName="/ppt/ink/ink2188.xml" ContentType="application/inkml+xml"/>
  <Override PartName="/ppt/ink/ink2189.xml" ContentType="application/inkml+xml"/>
  <Override PartName="/ppt/ink/ink2190.xml" ContentType="application/inkml+xml"/>
  <Override PartName="/ppt/ink/ink2191.xml" ContentType="application/inkml+xml"/>
  <Override PartName="/ppt/ink/ink2192.xml" ContentType="application/inkml+xml"/>
  <Override PartName="/ppt/ink/ink2193.xml" ContentType="application/inkml+xml"/>
  <Override PartName="/ppt/ink/ink2194.xml" ContentType="application/inkml+xml"/>
  <Override PartName="/ppt/ink/ink2195.xml" ContentType="application/inkml+xml"/>
  <Override PartName="/ppt/ink/ink2196.xml" ContentType="application/inkml+xml"/>
  <Override PartName="/ppt/ink/ink2197.xml" ContentType="application/inkml+xml"/>
  <Override PartName="/ppt/ink/ink2198.xml" ContentType="application/inkml+xml"/>
  <Override PartName="/ppt/ink/ink2199.xml" ContentType="application/inkml+xml"/>
  <Override PartName="/ppt/ink/ink2200.xml" ContentType="application/inkml+xml"/>
  <Override PartName="/ppt/ink/ink2201.xml" ContentType="application/inkml+xml"/>
  <Override PartName="/ppt/ink/ink2202.xml" ContentType="application/inkml+xml"/>
  <Override PartName="/ppt/ink/ink2203.xml" ContentType="application/inkml+xml"/>
  <Override PartName="/ppt/ink/ink2204.xml" ContentType="application/inkml+xml"/>
  <Override PartName="/ppt/ink/ink2205.xml" ContentType="application/inkml+xml"/>
  <Override PartName="/ppt/ink/ink2206.xml" ContentType="application/inkml+xml"/>
  <Override PartName="/ppt/ink/ink2207.xml" ContentType="application/inkml+xml"/>
  <Override PartName="/ppt/ink/ink2208.xml" ContentType="application/inkml+xml"/>
  <Override PartName="/ppt/ink/ink2209.xml" ContentType="application/inkml+xml"/>
  <Override PartName="/ppt/ink/ink2210.xml" ContentType="application/inkml+xml"/>
  <Override PartName="/ppt/ink/ink2211.xml" ContentType="application/inkml+xml"/>
  <Override PartName="/ppt/ink/ink2212.xml" ContentType="application/inkml+xml"/>
  <Override PartName="/ppt/ink/ink2213.xml" ContentType="application/inkml+xml"/>
  <Override PartName="/ppt/ink/ink2214.xml" ContentType="application/inkml+xml"/>
  <Override PartName="/ppt/ink/ink2215.xml" ContentType="application/inkml+xml"/>
  <Override PartName="/ppt/ink/ink2216.xml" ContentType="application/inkml+xml"/>
  <Override PartName="/ppt/ink/ink2217.xml" ContentType="application/inkml+xml"/>
  <Override PartName="/ppt/ink/ink2218.xml" ContentType="application/inkml+xml"/>
  <Override PartName="/ppt/ink/ink2219.xml" ContentType="application/inkml+xml"/>
  <Override PartName="/ppt/ink/ink2220.xml" ContentType="application/inkml+xml"/>
  <Override PartName="/ppt/ink/ink2221.xml" ContentType="application/inkml+xml"/>
  <Override PartName="/ppt/ink/ink2222.xml" ContentType="application/inkml+xml"/>
  <Override PartName="/ppt/ink/ink2223.xml" ContentType="application/inkml+xml"/>
  <Override PartName="/ppt/ink/ink2224.xml" ContentType="application/inkml+xml"/>
  <Override PartName="/ppt/ink/ink2225.xml" ContentType="application/inkml+xml"/>
  <Override PartName="/ppt/ink/ink2226.xml" ContentType="application/inkml+xml"/>
  <Override PartName="/ppt/ink/ink2227.xml" ContentType="application/inkml+xml"/>
  <Override PartName="/ppt/ink/ink2228.xml" ContentType="application/inkml+xml"/>
  <Override PartName="/ppt/ink/ink2229.xml" ContentType="application/inkml+xml"/>
  <Override PartName="/ppt/ink/ink2230.xml" ContentType="application/inkml+xml"/>
  <Override PartName="/ppt/ink/ink2231.xml" ContentType="application/inkml+xml"/>
  <Override PartName="/ppt/ink/ink2232.xml" ContentType="application/inkml+xml"/>
  <Override PartName="/ppt/ink/ink2233.xml" ContentType="application/inkml+xml"/>
  <Override PartName="/ppt/ink/ink2234.xml" ContentType="application/inkml+xml"/>
  <Override PartName="/ppt/ink/ink2235.xml" ContentType="application/inkml+xml"/>
  <Override PartName="/ppt/ink/ink2236.xml" ContentType="application/inkml+xml"/>
  <Override PartName="/ppt/ink/ink2237.xml" ContentType="application/inkml+xml"/>
  <Override PartName="/ppt/ink/ink2238.xml" ContentType="application/inkml+xml"/>
  <Override PartName="/ppt/ink/ink2239.xml" ContentType="application/inkml+xml"/>
  <Override PartName="/ppt/ink/ink2240.xml" ContentType="application/inkml+xml"/>
  <Override PartName="/ppt/ink/ink2241.xml" ContentType="application/inkml+xml"/>
  <Override PartName="/ppt/ink/ink2242.xml" ContentType="application/inkml+xml"/>
  <Override PartName="/ppt/ink/ink2243.xml" ContentType="application/inkml+xml"/>
  <Override PartName="/ppt/ink/ink2244.xml" ContentType="application/inkml+xml"/>
  <Override PartName="/ppt/ink/ink2245.xml" ContentType="application/inkml+xml"/>
  <Override PartName="/ppt/ink/ink2246.xml" ContentType="application/inkml+xml"/>
  <Override PartName="/ppt/ink/ink2247.xml" ContentType="application/inkml+xml"/>
  <Override PartName="/ppt/ink/ink2248.xml" ContentType="application/inkml+xml"/>
  <Override PartName="/ppt/ink/ink2249.xml" ContentType="application/inkml+xml"/>
  <Override PartName="/ppt/ink/ink2250.xml" ContentType="application/inkml+xml"/>
  <Override PartName="/ppt/ink/ink2251.xml" ContentType="application/inkml+xml"/>
  <Override PartName="/ppt/ink/ink2252.xml" ContentType="application/inkml+xml"/>
  <Override PartName="/ppt/ink/ink2253.xml" ContentType="application/inkml+xml"/>
  <Override PartName="/ppt/ink/ink2254.xml" ContentType="application/inkml+xml"/>
  <Override PartName="/ppt/ink/ink2255.xml" ContentType="application/inkml+xml"/>
  <Override PartName="/ppt/ink/ink2256.xml" ContentType="application/inkml+xml"/>
  <Override PartName="/ppt/ink/ink2257.xml" ContentType="application/inkml+xml"/>
  <Override PartName="/ppt/ink/ink2258.xml" ContentType="application/inkml+xml"/>
  <Override PartName="/ppt/ink/ink2259.xml" ContentType="application/inkml+xml"/>
  <Override PartName="/ppt/ink/ink2260.xml" ContentType="application/inkml+xml"/>
  <Override PartName="/ppt/ink/ink2261.xml" ContentType="application/inkml+xml"/>
  <Override PartName="/ppt/ink/ink2262.xml" ContentType="application/inkml+xml"/>
  <Override PartName="/ppt/ink/ink2263.xml" ContentType="application/inkml+xml"/>
  <Override PartName="/ppt/ink/ink2264.xml" ContentType="application/inkml+xml"/>
  <Override PartName="/ppt/ink/ink2265.xml" ContentType="application/inkml+xml"/>
  <Override PartName="/ppt/ink/ink2266.xml" ContentType="application/inkml+xml"/>
  <Override PartName="/ppt/ink/ink2267.xml" ContentType="application/inkml+xml"/>
  <Override PartName="/ppt/ink/ink2268.xml" ContentType="application/inkml+xml"/>
  <Override PartName="/ppt/ink/ink2269.xml" ContentType="application/inkml+xml"/>
  <Override PartName="/ppt/ink/ink2270.xml" ContentType="application/inkml+xml"/>
  <Override PartName="/ppt/ink/ink2271.xml" ContentType="application/inkml+xml"/>
  <Override PartName="/ppt/ink/ink2272.xml" ContentType="application/inkml+xml"/>
  <Override PartName="/ppt/ink/ink2273.xml" ContentType="application/inkml+xml"/>
  <Override PartName="/ppt/ink/ink2274.xml" ContentType="application/inkml+xml"/>
  <Override PartName="/ppt/ink/ink2275.xml" ContentType="application/inkml+xml"/>
  <Override PartName="/ppt/ink/ink2276.xml" ContentType="application/inkml+xml"/>
  <Override PartName="/ppt/ink/ink2277.xml" ContentType="application/inkml+xml"/>
  <Override PartName="/ppt/ink/ink2278.xml" ContentType="application/inkml+xml"/>
  <Override PartName="/ppt/ink/ink2279.xml" ContentType="application/inkml+xml"/>
  <Override PartName="/ppt/ink/ink2280.xml" ContentType="application/inkml+xml"/>
  <Override PartName="/ppt/ink/ink2281.xml" ContentType="application/inkml+xml"/>
  <Override PartName="/ppt/ink/ink2282.xml" ContentType="application/inkml+xml"/>
  <Override PartName="/ppt/ink/ink2283.xml" ContentType="application/inkml+xml"/>
  <Override PartName="/ppt/ink/ink2284.xml" ContentType="application/inkml+xml"/>
  <Override PartName="/ppt/ink/ink2285.xml" ContentType="application/inkml+xml"/>
  <Override PartName="/ppt/ink/ink2286.xml" ContentType="application/inkml+xml"/>
  <Override PartName="/ppt/ink/ink2287.xml" ContentType="application/inkml+xml"/>
  <Override PartName="/ppt/ink/ink2288.xml" ContentType="application/inkml+xml"/>
  <Override PartName="/ppt/ink/ink2289.xml" ContentType="application/inkml+xml"/>
  <Override PartName="/ppt/ink/ink2290.xml" ContentType="application/inkml+xml"/>
  <Override PartName="/ppt/ink/ink2291.xml" ContentType="application/inkml+xml"/>
  <Override PartName="/ppt/ink/ink2292.xml" ContentType="application/inkml+xml"/>
  <Override PartName="/ppt/ink/ink2293.xml" ContentType="application/inkml+xml"/>
  <Override PartName="/ppt/ink/ink2294.xml" ContentType="application/inkml+xml"/>
  <Override PartName="/ppt/ink/ink2295.xml" ContentType="application/inkml+xml"/>
  <Override PartName="/ppt/ink/ink2296.xml" ContentType="application/inkml+xml"/>
  <Override PartName="/ppt/ink/ink2297.xml" ContentType="application/inkml+xml"/>
  <Override PartName="/ppt/ink/ink2298.xml" ContentType="application/inkml+xml"/>
  <Override PartName="/ppt/ink/ink2299.xml" ContentType="application/inkml+xml"/>
  <Override PartName="/ppt/ink/ink2300.xml" ContentType="application/inkml+xml"/>
  <Override PartName="/ppt/ink/ink2301.xml" ContentType="application/inkml+xml"/>
  <Override PartName="/ppt/ink/ink2302.xml" ContentType="application/inkml+xml"/>
  <Override PartName="/ppt/ink/ink2303.xml" ContentType="application/inkml+xml"/>
  <Override PartName="/ppt/ink/ink2304.xml" ContentType="application/inkml+xml"/>
  <Override PartName="/ppt/ink/ink2305.xml" ContentType="application/inkml+xml"/>
  <Override PartName="/ppt/ink/ink2306.xml" ContentType="application/inkml+xml"/>
  <Override PartName="/ppt/ink/ink2307.xml" ContentType="application/inkml+xml"/>
  <Override PartName="/ppt/ink/ink2308.xml" ContentType="application/inkml+xml"/>
  <Override PartName="/ppt/ink/ink2309.xml" ContentType="application/inkml+xml"/>
  <Override PartName="/ppt/ink/ink2310.xml" ContentType="application/inkml+xml"/>
  <Override PartName="/ppt/ink/ink2311.xml" ContentType="application/inkml+xml"/>
  <Override PartName="/ppt/ink/ink2312.xml" ContentType="application/inkml+xml"/>
  <Override PartName="/ppt/ink/ink2313.xml" ContentType="application/inkml+xml"/>
  <Override PartName="/ppt/ink/ink2314.xml" ContentType="application/inkml+xml"/>
  <Override PartName="/ppt/ink/ink2315.xml" ContentType="application/inkml+xml"/>
  <Override PartName="/ppt/ink/ink2316.xml" ContentType="application/inkml+xml"/>
  <Override PartName="/ppt/ink/ink2317.xml" ContentType="application/inkml+xml"/>
  <Override PartName="/ppt/ink/ink2318.xml" ContentType="application/inkml+xml"/>
  <Override PartName="/ppt/ink/ink2319.xml" ContentType="application/inkml+xml"/>
  <Override PartName="/ppt/ink/ink2320.xml" ContentType="application/inkml+xml"/>
  <Override PartName="/ppt/ink/ink2321.xml" ContentType="application/inkml+xml"/>
  <Override PartName="/ppt/ink/ink2322.xml" ContentType="application/inkml+xml"/>
  <Override PartName="/ppt/ink/ink2323.xml" ContentType="application/inkml+xml"/>
  <Override PartName="/ppt/ink/ink2324.xml" ContentType="application/inkml+xml"/>
  <Override PartName="/ppt/ink/ink2325.xml" ContentType="application/inkml+xml"/>
  <Override PartName="/ppt/ink/ink2326.xml" ContentType="application/inkml+xml"/>
  <Override PartName="/ppt/ink/ink2327.xml" ContentType="application/inkml+xml"/>
  <Override PartName="/ppt/ink/ink2328.xml" ContentType="application/inkml+xml"/>
  <Override PartName="/ppt/ink/ink2329.xml" ContentType="application/inkml+xml"/>
  <Override PartName="/ppt/ink/ink2330.xml" ContentType="application/inkml+xml"/>
  <Override PartName="/ppt/ink/ink2331.xml" ContentType="application/inkml+xml"/>
  <Override PartName="/ppt/ink/ink2332.xml" ContentType="application/inkml+xml"/>
  <Override PartName="/ppt/ink/ink2333.xml" ContentType="application/inkml+xml"/>
  <Override PartName="/ppt/ink/ink2334.xml" ContentType="application/inkml+xml"/>
  <Override PartName="/ppt/ink/ink2335.xml" ContentType="application/inkml+xml"/>
  <Override PartName="/ppt/ink/ink2336.xml" ContentType="application/inkml+xml"/>
  <Override PartName="/ppt/ink/ink2337.xml" ContentType="application/inkml+xml"/>
  <Override PartName="/ppt/ink/ink2338.xml" ContentType="application/inkml+xml"/>
  <Override PartName="/ppt/ink/ink2339.xml" ContentType="application/inkml+xml"/>
  <Override PartName="/ppt/ink/ink2340.xml" ContentType="application/inkml+xml"/>
  <Override PartName="/ppt/ink/ink2341.xml" ContentType="application/inkml+xml"/>
  <Override PartName="/ppt/ink/ink2342.xml" ContentType="application/inkml+xml"/>
  <Override PartName="/ppt/ink/ink2343.xml" ContentType="application/inkml+xml"/>
  <Override PartName="/ppt/ink/ink2344.xml" ContentType="application/inkml+xml"/>
  <Override PartName="/ppt/ink/ink2345.xml" ContentType="application/inkml+xml"/>
  <Override PartName="/ppt/ink/ink2346.xml" ContentType="application/inkml+xml"/>
  <Override PartName="/ppt/ink/ink2347.xml" ContentType="application/inkml+xml"/>
  <Override PartName="/ppt/ink/ink2348.xml" ContentType="application/inkml+xml"/>
  <Override PartName="/ppt/ink/ink2349.xml" ContentType="application/inkml+xml"/>
  <Override PartName="/ppt/ink/ink2350.xml" ContentType="application/inkml+xml"/>
  <Override PartName="/ppt/ink/ink2351.xml" ContentType="application/inkml+xml"/>
  <Override PartName="/ppt/ink/ink2352.xml" ContentType="application/inkml+xml"/>
  <Override PartName="/ppt/ink/ink2353.xml" ContentType="application/inkml+xml"/>
  <Override PartName="/ppt/ink/ink2354.xml" ContentType="application/inkml+xml"/>
  <Override PartName="/ppt/ink/ink2355.xml" ContentType="application/inkml+xml"/>
  <Override PartName="/ppt/ink/ink2356.xml" ContentType="application/inkml+xml"/>
  <Override PartName="/ppt/ink/ink2357.xml" ContentType="application/inkml+xml"/>
  <Override PartName="/ppt/ink/ink2358.xml" ContentType="application/inkml+xml"/>
  <Override PartName="/ppt/ink/ink2359.xml" ContentType="application/inkml+xml"/>
  <Override PartName="/ppt/ink/ink2360.xml" ContentType="application/inkml+xml"/>
  <Override PartName="/ppt/ink/ink2361.xml" ContentType="application/inkml+xml"/>
  <Override PartName="/ppt/ink/ink2362.xml" ContentType="application/inkml+xml"/>
  <Override PartName="/ppt/ink/ink2363.xml" ContentType="application/inkml+xml"/>
  <Override PartName="/ppt/ink/ink2364.xml" ContentType="application/inkml+xml"/>
  <Override PartName="/ppt/ink/ink2365.xml" ContentType="application/inkml+xml"/>
  <Override PartName="/ppt/ink/ink2366.xml" ContentType="application/inkml+xml"/>
  <Override PartName="/ppt/ink/ink2367.xml" ContentType="application/inkml+xml"/>
  <Override PartName="/ppt/ink/ink2368.xml" ContentType="application/inkml+xml"/>
  <Override PartName="/ppt/ink/ink2369.xml" ContentType="application/inkml+xml"/>
  <Override PartName="/ppt/ink/ink2370.xml" ContentType="application/inkml+xml"/>
  <Override PartName="/ppt/ink/ink2371.xml" ContentType="application/inkml+xml"/>
  <Override PartName="/ppt/ink/ink2372.xml" ContentType="application/inkml+xml"/>
  <Override PartName="/ppt/ink/ink2373.xml" ContentType="application/inkml+xml"/>
  <Override PartName="/ppt/ink/ink2374.xml" ContentType="application/inkml+xml"/>
  <Override PartName="/ppt/ink/ink2375.xml" ContentType="application/inkml+xml"/>
  <Override PartName="/ppt/ink/ink2376.xml" ContentType="application/inkml+xml"/>
  <Override PartName="/ppt/ink/ink2377.xml" ContentType="application/inkml+xml"/>
  <Override PartName="/ppt/ink/ink2378.xml" ContentType="application/inkml+xml"/>
  <Override PartName="/ppt/ink/ink2379.xml" ContentType="application/inkml+xml"/>
  <Override PartName="/ppt/ink/ink2380.xml" ContentType="application/inkml+xml"/>
  <Override PartName="/ppt/ink/ink2381.xml" ContentType="application/inkml+xml"/>
  <Override PartName="/ppt/ink/ink2382.xml" ContentType="application/inkml+xml"/>
  <Override PartName="/ppt/ink/ink2383.xml" ContentType="application/inkml+xml"/>
  <Override PartName="/ppt/ink/ink2384.xml" ContentType="application/inkml+xml"/>
  <Override PartName="/ppt/ink/ink2385.xml" ContentType="application/inkml+xml"/>
  <Override PartName="/ppt/ink/ink2386.xml" ContentType="application/inkml+xml"/>
  <Override PartName="/ppt/ink/ink2387.xml" ContentType="application/inkml+xml"/>
  <Override PartName="/ppt/ink/ink2388.xml" ContentType="application/inkml+xml"/>
  <Override PartName="/ppt/ink/ink2389.xml" ContentType="application/inkml+xml"/>
  <Override PartName="/ppt/ink/ink2390.xml" ContentType="application/inkml+xml"/>
  <Override PartName="/ppt/ink/ink2391.xml" ContentType="application/inkml+xml"/>
  <Override PartName="/ppt/ink/ink2392.xml" ContentType="application/inkml+xml"/>
  <Override PartName="/ppt/ink/ink2393.xml" ContentType="application/inkml+xml"/>
  <Override PartName="/ppt/ink/ink2394.xml" ContentType="application/inkml+xml"/>
  <Override PartName="/ppt/ink/ink2395.xml" ContentType="application/inkml+xml"/>
  <Override PartName="/ppt/ink/ink2396.xml" ContentType="application/inkml+xml"/>
  <Override PartName="/ppt/ink/ink2397.xml" ContentType="application/inkml+xml"/>
  <Override PartName="/ppt/ink/ink2398.xml" ContentType="application/inkml+xml"/>
  <Override PartName="/ppt/ink/ink2399.xml" ContentType="application/inkml+xml"/>
  <Override PartName="/ppt/ink/ink2400.xml" ContentType="application/inkml+xml"/>
  <Override PartName="/ppt/ink/ink2401.xml" ContentType="application/inkml+xml"/>
  <Override PartName="/ppt/ink/ink2402.xml" ContentType="application/inkml+xml"/>
  <Override PartName="/ppt/ink/ink2403.xml" ContentType="application/inkml+xml"/>
  <Override PartName="/ppt/ink/ink2404.xml" ContentType="application/inkml+xml"/>
  <Override PartName="/ppt/ink/ink2405.xml" ContentType="application/inkml+xml"/>
  <Override PartName="/ppt/ink/ink2406.xml" ContentType="application/inkml+xml"/>
  <Override PartName="/ppt/ink/ink2407.xml" ContentType="application/inkml+xml"/>
  <Override PartName="/ppt/ink/ink2408.xml" ContentType="application/inkml+xml"/>
  <Override PartName="/ppt/ink/ink2409.xml" ContentType="application/inkml+xml"/>
  <Override PartName="/ppt/ink/ink2410.xml" ContentType="application/inkml+xml"/>
  <Override PartName="/ppt/ink/ink2411.xml" ContentType="application/inkml+xml"/>
  <Override PartName="/ppt/ink/ink2412.xml" ContentType="application/inkml+xml"/>
  <Override PartName="/ppt/ink/ink2413.xml" ContentType="application/inkml+xml"/>
  <Override PartName="/ppt/ink/ink2414.xml" ContentType="application/inkml+xml"/>
  <Override PartName="/ppt/ink/ink2415.xml" ContentType="application/inkml+xml"/>
  <Override PartName="/ppt/ink/ink2416.xml" ContentType="application/inkml+xml"/>
  <Override PartName="/ppt/ink/ink2417.xml" ContentType="application/inkml+xml"/>
  <Override PartName="/ppt/ink/ink2418.xml" ContentType="application/inkml+xml"/>
  <Override PartName="/ppt/ink/ink2419.xml" ContentType="application/inkml+xml"/>
  <Override PartName="/ppt/ink/ink2420.xml" ContentType="application/inkml+xml"/>
  <Override PartName="/ppt/ink/ink2421.xml" ContentType="application/inkml+xml"/>
  <Override PartName="/ppt/ink/ink2422.xml" ContentType="application/inkml+xml"/>
  <Override PartName="/ppt/ink/ink2423.xml" ContentType="application/inkml+xml"/>
  <Override PartName="/ppt/ink/ink2424.xml" ContentType="application/inkml+xml"/>
  <Override PartName="/ppt/ink/ink2425.xml" ContentType="application/inkml+xml"/>
  <Override PartName="/ppt/ink/ink2426.xml" ContentType="application/inkml+xml"/>
  <Override PartName="/ppt/ink/ink2427.xml" ContentType="application/inkml+xml"/>
  <Override PartName="/ppt/ink/ink2428.xml" ContentType="application/inkml+xml"/>
  <Override PartName="/ppt/ink/ink2429.xml" ContentType="application/inkml+xml"/>
  <Override PartName="/ppt/ink/ink2430.xml" ContentType="application/inkml+xml"/>
  <Override PartName="/ppt/ink/ink2431.xml" ContentType="application/inkml+xml"/>
  <Override PartName="/ppt/ink/ink2432.xml" ContentType="application/inkml+xml"/>
  <Override PartName="/ppt/ink/ink2433.xml" ContentType="application/inkml+xml"/>
  <Override PartName="/ppt/ink/ink2434.xml" ContentType="application/inkml+xml"/>
  <Override PartName="/ppt/ink/ink2435.xml" ContentType="application/inkml+xml"/>
  <Override PartName="/ppt/ink/ink2436.xml" ContentType="application/inkml+xml"/>
  <Override PartName="/ppt/ink/ink2437.xml" ContentType="application/inkml+xml"/>
  <Override PartName="/ppt/ink/ink2438.xml" ContentType="application/inkml+xml"/>
  <Override PartName="/ppt/ink/ink2439.xml" ContentType="application/inkml+xml"/>
  <Override PartName="/ppt/ink/ink2440.xml" ContentType="application/inkml+xml"/>
  <Override PartName="/ppt/ink/ink2441.xml" ContentType="application/inkml+xml"/>
  <Override PartName="/ppt/ink/ink2442.xml" ContentType="application/inkml+xml"/>
  <Override PartName="/ppt/ink/ink2443.xml" ContentType="application/inkml+xml"/>
  <Override PartName="/ppt/ink/ink2444.xml" ContentType="application/inkml+xml"/>
  <Override PartName="/ppt/ink/ink2445.xml" ContentType="application/inkml+xml"/>
  <Override PartName="/ppt/ink/ink2446.xml" ContentType="application/inkml+xml"/>
  <Override PartName="/ppt/ink/ink2447.xml" ContentType="application/inkml+xml"/>
  <Override PartName="/ppt/ink/ink2448.xml" ContentType="application/inkml+xml"/>
  <Override PartName="/ppt/ink/ink2449.xml" ContentType="application/inkml+xml"/>
  <Override PartName="/ppt/ink/ink2450.xml" ContentType="application/inkml+xml"/>
  <Override PartName="/ppt/ink/ink2451.xml" ContentType="application/inkml+xml"/>
  <Override PartName="/ppt/ink/ink2452.xml" ContentType="application/inkml+xml"/>
  <Override PartName="/ppt/ink/ink2453.xml" ContentType="application/inkml+xml"/>
  <Override PartName="/ppt/ink/ink2454.xml" ContentType="application/inkml+xml"/>
  <Override PartName="/ppt/ink/ink2455.xml" ContentType="application/inkml+xml"/>
  <Override PartName="/ppt/ink/ink2456.xml" ContentType="application/inkml+xml"/>
  <Override PartName="/ppt/ink/ink2457.xml" ContentType="application/inkml+xml"/>
  <Override PartName="/ppt/ink/ink2458.xml" ContentType="application/inkml+xml"/>
  <Override PartName="/ppt/ink/ink2459.xml" ContentType="application/inkml+xml"/>
  <Override PartName="/ppt/ink/ink2460.xml" ContentType="application/inkml+xml"/>
  <Override PartName="/ppt/ink/ink2461.xml" ContentType="application/inkml+xml"/>
  <Override PartName="/ppt/ink/ink2462.xml" ContentType="application/inkml+xml"/>
  <Override PartName="/ppt/ink/ink2463.xml" ContentType="application/inkml+xml"/>
  <Override PartName="/ppt/ink/ink2464.xml" ContentType="application/inkml+xml"/>
  <Override PartName="/ppt/ink/ink2465.xml" ContentType="application/inkml+xml"/>
  <Override PartName="/ppt/ink/ink2466.xml" ContentType="application/inkml+xml"/>
  <Override PartName="/ppt/ink/ink2467.xml" ContentType="application/inkml+xml"/>
  <Override PartName="/ppt/ink/ink2468.xml" ContentType="application/inkml+xml"/>
  <Override PartName="/ppt/ink/ink2469.xml" ContentType="application/inkml+xml"/>
  <Override PartName="/ppt/ink/ink2470.xml" ContentType="application/inkml+xml"/>
  <Override PartName="/ppt/ink/ink2471.xml" ContentType="application/inkml+xml"/>
  <Override PartName="/ppt/ink/ink2472.xml" ContentType="application/inkml+xml"/>
  <Override PartName="/ppt/ink/ink2473.xml" ContentType="application/inkml+xml"/>
  <Override PartName="/ppt/ink/ink2474.xml" ContentType="application/inkml+xml"/>
  <Override PartName="/ppt/ink/ink2475.xml" ContentType="application/inkml+xml"/>
  <Override PartName="/ppt/ink/ink2476.xml" ContentType="application/inkml+xml"/>
  <Override PartName="/ppt/ink/ink2477.xml" ContentType="application/inkml+xml"/>
  <Override PartName="/ppt/ink/ink2478.xml" ContentType="application/inkml+xml"/>
  <Override PartName="/ppt/ink/ink2479.xml" ContentType="application/inkml+xml"/>
  <Override PartName="/ppt/ink/ink2480.xml" ContentType="application/inkml+xml"/>
  <Override PartName="/ppt/ink/ink2481.xml" ContentType="application/inkml+xml"/>
  <Override PartName="/ppt/ink/ink2482.xml" ContentType="application/inkml+xml"/>
  <Override PartName="/ppt/ink/ink2483.xml" ContentType="application/inkml+xml"/>
  <Override PartName="/ppt/ink/ink2484.xml" ContentType="application/inkml+xml"/>
  <Override PartName="/ppt/ink/ink2485.xml" ContentType="application/inkml+xml"/>
  <Override PartName="/ppt/ink/ink2486.xml" ContentType="application/inkml+xml"/>
  <Override PartName="/ppt/ink/ink2487.xml" ContentType="application/inkml+xml"/>
  <Override PartName="/ppt/ink/ink2488.xml" ContentType="application/inkml+xml"/>
  <Override PartName="/ppt/ink/ink2489.xml" ContentType="application/inkml+xml"/>
  <Override PartName="/ppt/ink/ink2490.xml" ContentType="application/inkml+xml"/>
  <Override PartName="/ppt/ink/ink2491.xml" ContentType="application/inkml+xml"/>
  <Override PartName="/ppt/ink/ink2492.xml" ContentType="application/inkml+xml"/>
  <Override PartName="/ppt/ink/ink2493.xml" ContentType="application/inkml+xml"/>
  <Override PartName="/ppt/ink/ink2494.xml" ContentType="application/inkml+xml"/>
  <Override PartName="/ppt/ink/ink2495.xml" ContentType="application/inkml+xml"/>
  <Override PartName="/ppt/ink/ink2496.xml" ContentType="application/inkml+xml"/>
  <Override PartName="/ppt/ink/ink2497.xml" ContentType="application/inkml+xml"/>
  <Override PartName="/ppt/ink/ink2498.xml" ContentType="application/inkml+xml"/>
  <Override PartName="/ppt/ink/ink2499.xml" ContentType="application/inkml+xml"/>
  <Override PartName="/ppt/ink/ink2500.xml" ContentType="application/inkml+xml"/>
  <Override PartName="/ppt/ink/ink2501.xml" ContentType="application/inkml+xml"/>
  <Override PartName="/ppt/ink/ink2502.xml" ContentType="application/inkml+xml"/>
  <Override PartName="/ppt/ink/ink2503.xml" ContentType="application/inkml+xml"/>
  <Override PartName="/ppt/ink/ink2504.xml" ContentType="application/inkml+xml"/>
  <Override PartName="/ppt/ink/ink2505.xml" ContentType="application/inkml+xml"/>
  <Override PartName="/ppt/ink/ink2506.xml" ContentType="application/inkml+xml"/>
  <Override PartName="/ppt/ink/ink2507.xml" ContentType="application/inkml+xml"/>
  <Override PartName="/ppt/ink/ink2508.xml" ContentType="application/inkml+xml"/>
  <Override PartName="/ppt/ink/ink2509.xml" ContentType="application/inkml+xml"/>
  <Override PartName="/ppt/ink/ink2510.xml" ContentType="application/inkml+xml"/>
  <Override PartName="/ppt/ink/ink2511.xml" ContentType="application/inkml+xml"/>
  <Override PartName="/ppt/ink/ink2512.xml" ContentType="application/inkml+xml"/>
  <Override PartName="/ppt/ink/ink2513.xml" ContentType="application/inkml+xml"/>
  <Override PartName="/ppt/ink/ink2514.xml" ContentType="application/inkml+xml"/>
  <Override PartName="/ppt/ink/ink2515.xml" ContentType="application/inkml+xml"/>
  <Override PartName="/ppt/ink/ink2516.xml" ContentType="application/inkml+xml"/>
  <Override PartName="/ppt/ink/ink2517.xml" ContentType="application/inkml+xml"/>
  <Override PartName="/ppt/ink/ink2518.xml" ContentType="application/inkml+xml"/>
  <Override PartName="/ppt/ink/ink2519.xml" ContentType="application/inkml+xml"/>
  <Override PartName="/ppt/ink/ink2520.xml" ContentType="application/inkml+xml"/>
  <Override PartName="/ppt/ink/ink2521.xml" ContentType="application/inkml+xml"/>
  <Override PartName="/ppt/ink/ink2522.xml" ContentType="application/inkml+xml"/>
  <Override PartName="/ppt/ink/ink2523.xml" ContentType="application/inkml+xml"/>
  <Override PartName="/ppt/ink/ink2524.xml" ContentType="application/inkml+xml"/>
  <Override PartName="/ppt/ink/ink2525.xml" ContentType="application/inkml+xml"/>
  <Override PartName="/ppt/ink/ink2526.xml" ContentType="application/inkml+xml"/>
  <Override PartName="/ppt/ink/ink2527.xml" ContentType="application/inkml+xml"/>
  <Override PartName="/ppt/ink/ink2528.xml" ContentType="application/inkml+xml"/>
  <Override PartName="/ppt/ink/ink2529.xml" ContentType="application/inkml+xml"/>
  <Override PartName="/ppt/ink/ink2530.xml" ContentType="application/inkml+xml"/>
  <Override PartName="/ppt/ink/ink2531.xml" ContentType="application/inkml+xml"/>
  <Override PartName="/ppt/ink/ink2532.xml" ContentType="application/inkml+xml"/>
  <Override PartName="/ppt/ink/ink2533.xml" ContentType="application/inkml+xml"/>
  <Override PartName="/ppt/ink/ink2534.xml" ContentType="application/inkml+xml"/>
  <Override PartName="/ppt/ink/ink2535.xml" ContentType="application/inkml+xml"/>
  <Override PartName="/ppt/ink/ink2536.xml" ContentType="application/inkml+xml"/>
  <Override PartName="/ppt/ink/ink2537.xml" ContentType="application/inkml+xml"/>
  <Override PartName="/ppt/ink/ink2538.xml" ContentType="application/inkml+xml"/>
  <Override PartName="/ppt/ink/ink2539.xml" ContentType="application/inkml+xml"/>
  <Override PartName="/ppt/ink/ink2540.xml" ContentType="application/inkml+xml"/>
  <Override PartName="/ppt/ink/ink2541.xml" ContentType="application/inkml+xml"/>
  <Override PartName="/ppt/ink/ink2542.xml" ContentType="application/inkml+xml"/>
  <Override PartName="/ppt/ink/ink2543.xml" ContentType="application/inkml+xml"/>
  <Override PartName="/ppt/ink/ink2544.xml" ContentType="application/inkml+xml"/>
  <Override PartName="/ppt/ink/ink2545.xml" ContentType="application/inkml+xml"/>
  <Override PartName="/ppt/ink/ink2546.xml" ContentType="application/inkml+xml"/>
  <Override PartName="/ppt/notesSlides/notesSlide7.xml" ContentType="application/vnd.openxmlformats-officedocument.presentationml.notesSlide+xml"/>
  <Override PartName="/ppt/ink/ink2547.xml" ContentType="application/inkml+xml"/>
  <Override PartName="/ppt/ink/ink2548.xml" ContentType="application/inkml+xml"/>
  <Override PartName="/ppt/ink/ink2549.xml" ContentType="application/inkml+xml"/>
  <Override PartName="/ppt/ink/ink2550.xml" ContentType="application/inkml+xml"/>
  <Override PartName="/ppt/ink/ink2551.xml" ContentType="application/inkml+xml"/>
  <Override PartName="/ppt/ink/ink2552.xml" ContentType="application/inkml+xml"/>
  <Override PartName="/ppt/ink/ink2553.xml" ContentType="application/inkml+xml"/>
  <Override PartName="/ppt/ink/ink2554.xml" ContentType="application/inkml+xml"/>
  <Override PartName="/ppt/ink/ink2555.xml" ContentType="application/inkml+xml"/>
  <Override PartName="/ppt/ink/ink2556.xml" ContentType="application/inkml+xml"/>
  <Override PartName="/ppt/ink/ink2557.xml" ContentType="application/inkml+xml"/>
  <Override PartName="/ppt/ink/ink2558.xml" ContentType="application/inkml+xml"/>
  <Override PartName="/ppt/ink/ink2559.xml" ContentType="application/inkml+xml"/>
  <Override PartName="/ppt/ink/ink2560.xml" ContentType="application/inkml+xml"/>
  <Override PartName="/ppt/ink/ink2561.xml" ContentType="application/inkml+xml"/>
  <Override PartName="/ppt/ink/ink2562.xml" ContentType="application/inkml+xml"/>
  <Override PartName="/ppt/ink/ink2563.xml" ContentType="application/inkml+xml"/>
  <Override PartName="/ppt/ink/ink2564.xml" ContentType="application/inkml+xml"/>
  <Override PartName="/ppt/ink/ink2565.xml" ContentType="application/inkml+xml"/>
  <Override PartName="/ppt/ink/ink2566.xml" ContentType="application/inkml+xml"/>
  <Override PartName="/ppt/ink/ink2567.xml" ContentType="application/inkml+xml"/>
  <Override PartName="/ppt/ink/ink2568.xml" ContentType="application/inkml+xml"/>
  <Override PartName="/ppt/ink/ink2569.xml" ContentType="application/inkml+xml"/>
  <Override PartName="/ppt/ink/ink2570.xml" ContentType="application/inkml+xml"/>
  <Override PartName="/ppt/ink/ink2571.xml" ContentType="application/inkml+xml"/>
  <Override PartName="/ppt/ink/ink2572.xml" ContentType="application/inkml+xml"/>
  <Override PartName="/ppt/ink/ink2573.xml" ContentType="application/inkml+xml"/>
  <Override PartName="/ppt/ink/ink2574.xml" ContentType="application/inkml+xml"/>
  <Override PartName="/ppt/ink/ink2575.xml" ContentType="application/inkml+xml"/>
  <Override PartName="/ppt/ink/ink2576.xml" ContentType="application/inkml+xml"/>
  <Override PartName="/ppt/ink/ink2577.xml" ContentType="application/inkml+xml"/>
  <Override PartName="/ppt/ink/ink2578.xml" ContentType="application/inkml+xml"/>
  <Override PartName="/ppt/ink/ink2579.xml" ContentType="application/inkml+xml"/>
  <Override PartName="/ppt/ink/ink2580.xml" ContentType="application/inkml+xml"/>
  <Override PartName="/ppt/ink/ink2581.xml" ContentType="application/inkml+xml"/>
  <Override PartName="/ppt/ink/ink2582.xml" ContentType="application/inkml+xml"/>
  <Override PartName="/ppt/ink/ink2583.xml" ContentType="application/inkml+xml"/>
  <Override PartName="/ppt/ink/ink2584.xml" ContentType="application/inkml+xml"/>
  <Override PartName="/ppt/ink/ink2585.xml" ContentType="application/inkml+xml"/>
  <Override PartName="/ppt/ink/ink2586.xml" ContentType="application/inkml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ink/ink2587.xml" ContentType="application/inkml+xml"/>
  <Override PartName="/ppt/ink/ink2588.xml" ContentType="application/inkml+xml"/>
  <Override PartName="/ppt/ink/ink2589.xml" ContentType="application/inkml+xml"/>
  <Override PartName="/ppt/ink/ink2590.xml" ContentType="application/inkml+xml"/>
  <Override PartName="/ppt/ink/ink2591.xml" ContentType="application/inkml+xml"/>
  <Override PartName="/ppt/ink/ink2592.xml" ContentType="application/inkml+xml"/>
  <Override PartName="/ppt/ink/ink2593.xml" ContentType="application/inkml+xml"/>
  <Override PartName="/ppt/ink/ink2594.xml" ContentType="application/inkml+xml"/>
  <Override PartName="/ppt/ink/ink2595.xml" ContentType="application/inkml+xml"/>
  <Override PartName="/ppt/ink/ink2596.xml" ContentType="application/inkml+xml"/>
  <Override PartName="/ppt/ink/ink2597.xml" ContentType="application/inkml+xml"/>
  <Override PartName="/ppt/ink/ink2598.xml" ContentType="application/inkml+xml"/>
  <Override PartName="/ppt/ink/ink2599.xml" ContentType="application/inkml+xml"/>
  <Override PartName="/ppt/ink/ink2600.xml" ContentType="application/inkml+xml"/>
  <Override PartName="/ppt/ink/ink2601.xml" ContentType="application/inkml+xml"/>
  <Override PartName="/ppt/ink/ink2602.xml" ContentType="application/inkml+xml"/>
  <Override PartName="/ppt/ink/ink2603.xml" ContentType="application/inkml+xml"/>
  <Override PartName="/ppt/ink/ink2604.xml" ContentType="application/inkml+xml"/>
  <Override PartName="/ppt/ink/ink2605.xml" ContentType="application/inkml+xml"/>
  <Override PartName="/ppt/ink/ink2606.xml" ContentType="application/inkml+xml"/>
  <Override PartName="/ppt/ink/ink2607.xml" ContentType="application/inkml+xml"/>
  <Override PartName="/ppt/ink/ink2608.xml" ContentType="application/inkml+xml"/>
  <Override PartName="/ppt/ink/ink2609.xml" ContentType="application/inkml+xml"/>
  <Override PartName="/ppt/ink/ink2610.xml" ContentType="application/inkml+xml"/>
  <Override PartName="/ppt/ink/ink2611.xml" ContentType="application/inkml+xml"/>
  <Override PartName="/ppt/ink/ink2612.xml" ContentType="application/inkml+xml"/>
  <Override PartName="/ppt/ink/ink2613.xml" ContentType="application/inkml+xml"/>
  <Override PartName="/ppt/ink/ink2614.xml" ContentType="application/inkml+xml"/>
  <Override PartName="/ppt/notesSlides/notesSlide10.xml" ContentType="application/vnd.openxmlformats-officedocument.presentationml.notesSlide+xml"/>
  <Override PartName="/ppt/ink/ink2615.xml" ContentType="application/inkml+xml"/>
  <Override PartName="/ppt/ink/ink2616.xml" ContentType="application/inkml+xml"/>
  <Override PartName="/ppt/ink/ink2617.xml" ContentType="application/inkml+xml"/>
  <Override PartName="/ppt/ink/ink2618.xml" ContentType="application/inkml+xml"/>
  <Override PartName="/ppt/ink/ink2619.xml" ContentType="application/inkml+xml"/>
  <Override PartName="/ppt/ink/ink2620.xml" ContentType="application/inkml+xml"/>
  <Override PartName="/ppt/ink/ink2621.xml" ContentType="application/inkml+xml"/>
  <Override PartName="/ppt/ink/ink2622.xml" ContentType="application/inkml+xml"/>
  <Override PartName="/ppt/ink/ink2623.xml" ContentType="application/inkml+xml"/>
  <Override PartName="/ppt/ink/ink2624.xml" ContentType="application/inkml+xml"/>
  <Override PartName="/ppt/ink/ink2625.xml" ContentType="application/inkml+xml"/>
  <Override PartName="/ppt/ink/ink2626.xml" ContentType="application/inkml+xml"/>
  <Override PartName="/ppt/ink/ink2627.xml" ContentType="application/inkml+xml"/>
  <Override PartName="/ppt/ink/ink2628.xml" ContentType="application/inkml+xml"/>
  <Override PartName="/ppt/ink/ink2629.xml" ContentType="application/inkml+xml"/>
  <Override PartName="/ppt/ink/ink2630.xml" ContentType="application/inkml+xml"/>
  <Override PartName="/ppt/ink/ink2631.xml" ContentType="application/inkml+xml"/>
  <Override PartName="/ppt/ink/ink2632.xml" ContentType="application/inkml+xml"/>
  <Override PartName="/ppt/ink/ink2633.xml" ContentType="application/inkml+xml"/>
  <Override PartName="/ppt/ink/ink2634.xml" ContentType="application/inkml+xml"/>
  <Override PartName="/ppt/ink/ink2635.xml" ContentType="application/inkml+xml"/>
  <Override PartName="/ppt/ink/ink2636.xml" ContentType="application/inkml+xml"/>
  <Override PartName="/ppt/ink/ink2637.xml" ContentType="application/inkml+xml"/>
  <Override PartName="/ppt/ink/ink2638.xml" ContentType="application/inkml+xml"/>
  <Override PartName="/ppt/ink/ink2639.xml" ContentType="application/inkml+xml"/>
  <Override PartName="/ppt/ink/ink2640.xml" ContentType="application/inkml+xml"/>
  <Override PartName="/ppt/ink/ink2641.xml" ContentType="application/inkml+xml"/>
  <Override PartName="/ppt/ink/ink2642.xml" ContentType="application/inkml+xml"/>
  <Override PartName="/ppt/ink/ink2643.xml" ContentType="application/inkml+xml"/>
  <Override PartName="/ppt/ink/ink2644.xml" ContentType="application/inkml+xml"/>
  <Override PartName="/ppt/ink/ink2645.xml" ContentType="application/inkml+xml"/>
  <Override PartName="/ppt/ink/ink2646.xml" ContentType="application/inkml+xml"/>
  <Override PartName="/ppt/ink/ink2647.xml" ContentType="application/inkml+xml"/>
  <Override PartName="/ppt/ink/ink2648.xml" ContentType="application/inkml+xml"/>
  <Override PartName="/ppt/ink/ink2649.xml" ContentType="application/inkml+xml"/>
  <Override PartName="/ppt/ink/ink2650.xml" ContentType="application/inkml+xml"/>
  <Override PartName="/ppt/ink/ink2651.xml" ContentType="application/inkml+xml"/>
  <Override PartName="/ppt/ink/ink2652.xml" ContentType="application/inkml+xml"/>
  <Override PartName="/ppt/ink/ink2653.xml" ContentType="application/inkml+xml"/>
  <Override PartName="/ppt/ink/ink2654.xml" ContentType="application/inkml+xml"/>
  <Override PartName="/ppt/ink/ink2655.xml" ContentType="application/inkml+xml"/>
  <Override PartName="/ppt/ink/ink2656.xml" ContentType="application/inkml+xml"/>
  <Override PartName="/ppt/ink/ink2657.xml" ContentType="application/inkml+xml"/>
  <Override PartName="/ppt/ink/ink2658.xml" ContentType="application/inkml+xml"/>
  <Override PartName="/ppt/ink/ink2659.xml" ContentType="application/inkml+xml"/>
  <Override PartName="/ppt/ink/ink2660.xml" ContentType="application/inkml+xml"/>
  <Override PartName="/ppt/ink/ink2661.xml" ContentType="application/inkml+xml"/>
  <Override PartName="/ppt/ink/ink2662.xml" ContentType="application/inkml+xml"/>
  <Override PartName="/ppt/ink/ink2663.xml" ContentType="application/inkml+xml"/>
  <Override PartName="/ppt/ink/ink2664.xml" ContentType="application/inkml+xml"/>
  <Override PartName="/ppt/ink/ink2665.xml" ContentType="application/inkml+xml"/>
  <Override PartName="/ppt/ink/ink2666.xml" ContentType="application/inkml+xml"/>
  <Override PartName="/ppt/ink/ink2667.xml" ContentType="application/inkml+xml"/>
  <Override PartName="/ppt/ink/ink2668.xml" ContentType="application/inkml+xml"/>
  <Override PartName="/ppt/ink/ink2669.xml" ContentType="application/inkml+xml"/>
  <Override PartName="/ppt/ink/ink2670.xml" ContentType="application/inkml+xml"/>
  <Override PartName="/ppt/ink/ink2671.xml" ContentType="application/inkml+xml"/>
  <Override PartName="/ppt/ink/ink2672.xml" ContentType="application/inkml+xml"/>
  <Override PartName="/ppt/ink/ink2673.xml" ContentType="application/inkml+xml"/>
  <Override PartName="/ppt/ink/ink2674.xml" ContentType="application/inkml+xml"/>
  <Override PartName="/ppt/ink/ink2675.xml" ContentType="application/inkml+xml"/>
  <Override PartName="/ppt/ink/ink2676.xml" ContentType="application/inkml+xml"/>
  <Override PartName="/ppt/ink/ink2677.xml" ContentType="application/inkml+xml"/>
  <Override PartName="/ppt/ink/ink2678.xml" ContentType="application/inkml+xml"/>
  <Override PartName="/ppt/ink/ink2679.xml" ContentType="application/inkml+xml"/>
  <Override PartName="/ppt/ink/ink2680.xml" ContentType="application/inkml+xml"/>
  <Override PartName="/ppt/ink/ink2681.xml" ContentType="application/inkml+xml"/>
  <Override PartName="/ppt/ink/ink2682.xml" ContentType="application/inkml+xml"/>
  <Override PartName="/ppt/ink/ink2683.xml" ContentType="application/inkml+xml"/>
  <Override PartName="/ppt/ink/ink2684.xml" ContentType="application/inkml+xml"/>
  <Override PartName="/ppt/ink/ink2685.xml" ContentType="application/inkml+xml"/>
  <Override PartName="/ppt/ink/ink2686.xml" ContentType="application/inkml+xml"/>
  <Override PartName="/ppt/ink/ink2687.xml" ContentType="application/inkml+xml"/>
  <Override PartName="/ppt/ink/ink2688.xml" ContentType="application/inkml+xml"/>
  <Override PartName="/ppt/ink/ink2689.xml" ContentType="application/inkml+xml"/>
  <Override PartName="/ppt/ink/ink2690.xml" ContentType="application/inkml+xml"/>
  <Override PartName="/ppt/ink/ink2691.xml" ContentType="application/inkml+xml"/>
  <Override PartName="/ppt/ink/ink2692.xml" ContentType="application/inkml+xml"/>
  <Override PartName="/ppt/ink/ink2693.xml" ContentType="application/inkml+xml"/>
  <Override PartName="/ppt/ink/ink2694.xml" ContentType="application/inkml+xml"/>
  <Override PartName="/ppt/ink/ink2695.xml" ContentType="application/inkml+xml"/>
  <Override PartName="/ppt/ink/ink2696.xml" ContentType="application/inkml+xml"/>
  <Override PartName="/ppt/ink/ink2697.xml" ContentType="application/inkml+xml"/>
  <Override PartName="/ppt/ink/ink2698.xml" ContentType="application/inkml+xml"/>
  <Override PartName="/ppt/ink/ink2699.xml" ContentType="application/inkml+xml"/>
  <Override PartName="/ppt/ink/ink2700.xml" ContentType="application/inkml+xml"/>
  <Override PartName="/ppt/ink/ink2701.xml" ContentType="application/inkml+xml"/>
  <Override PartName="/ppt/ink/ink2702.xml" ContentType="application/inkml+xml"/>
  <Override PartName="/ppt/ink/ink2703.xml" ContentType="application/inkml+xml"/>
  <Override PartName="/ppt/ink/ink2704.xml" ContentType="application/inkml+xml"/>
  <Override PartName="/ppt/ink/ink2705.xml" ContentType="application/inkml+xml"/>
  <Override PartName="/ppt/ink/ink2706.xml" ContentType="application/inkml+xml"/>
  <Override PartName="/ppt/ink/ink2707.xml" ContentType="application/inkml+xml"/>
  <Override PartName="/ppt/ink/ink2708.xml" ContentType="application/inkml+xml"/>
  <Override PartName="/ppt/ink/ink2709.xml" ContentType="application/inkml+xml"/>
  <Override PartName="/ppt/ink/ink2710.xml" ContentType="application/inkml+xml"/>
  <Override PartName="/ppt/ink/ink2711.xml" ContentType="application/inkml+xml"/>
  <Override PartName="/ppt/ink/ink2712.xml" ContentType="application/inkml+xml"/>
  <Override PartName="/ppt/ink/ink2713.xml" ContentType="application/inkml+xml"/>
  <Override PartName="/ppt/ink/ink2714.xml" ContentType="application/inkml+xml"/>
  <Override PartName="/ppt/ink/ink2715.xml" ContentType="application/inkml+xml"/>
  <Override PartName="/ppt/ink/ink2716.xml" ContentType="application/inkml+xml"/>
  <Override PartName="/ppt/ink/ink2717.xml" ContentType="application/inkml+xml"/>
  <Override PartName="/ppt/ink/ink2718.xml" ContentType="application/inkml+xml"/>
  <Override PartName="/ppt/ink/ink2719.xml" ContentType="application/inkml+xml"/>
  <Override PartName="/ppt/ink/ink2720.xml" ContentType="application/inkml+xml"/>
  <Override PartName="/ppt/ink/ink2721.xml" ContentType="application/inkml+xml"/>
  <Override PartName="/ppt/ink/ink2722.xml" ContentType="application/inkml+xml"/>
  <Override PartName="/ppt/ink/ink2723.xml" ContentType="application/inkml+xml"/>
  <Override PartName="/ppt/ink/ink2724.xml" ContentType="application/inkml+xml"/>
  <Override PartName="/ppt/ink/ink2725.xml" ContentType="application/inkml+xml"/>
  <Override PartName="/ppt/ink/ink2726.xml" ContentType="application/inkml+xml"/>
  <Override PartName="/ppt/ink/ink2727.xml" ContentType="application/inkml+xml"/>
  <Override PartName="/ppt/ink/ink2728.xml" ContentType="application/inkml+xml"/>
  <Override PartName="/ppt/ink/ink2729.xml" ContentType="application/inkml+xml"/>
  <Override PartName="/ppt/ink/ink2730.xml" ContentType="application/inkml+xml"/>
  <Override PartName="/ppt/ink/ink2731.xml" ContentType="application/inkml+xml"/>
  <Override PartName="/ppt/notesSlides/notesSlide11.xml" ContentType="application/vnd.openxmlformats-officedocument.presentationml.notesSlide+xml"/>
  <Override PartName="/ppt/ink/ink2732.xml" ContentType="application/inkml+xml"/>
  <Override PartName="/ppt/ink/ink2733.xml" ContentType="application/inkml+xml"/>
  <Override PartName="/ppt/ink/ink2734.xml" ContentType="application/inkml+xml"/>
  <Override PartName="/ppt/ink/ink2735.xml" ContentType="application/inkml+xml"/>
  <Override PartName="/ppt/ink/ink2736.xml" ContentType="application/inkml+xml"/>
  <Override PartName="/ppt/ink/ink2737.xml" ContentType="application/inkml+xml"/>
  <Override PartName="/ppt/ink/ink2738.xml" ContentType="application/inkml+xml"/>
  <Override PartName="/ppt/ink/ink2739.xml" ContentType="application/inkml+xml"/>
  <Override PartName="/ppt/ink/ink2740.xml" ContentType="application/inkml+xml"/>
  <Override PartName="/ppt/ink/ink2741.xml" ContentType="application/inkml+xml"/>
  <Override PartName="/ppt/ink/ink2742.xml" ContentType="application/inkml+xml"/>
  <Override PartName="/ppt/ink/ink2743.xml" ContentType="application/inkml+xml"/>
  <Override PartName="/ppt/ink/ink2744.xml" ContentType="application/inkml+xml"/>
  <Override PartName="/ppt/ink/ink2745.xml" ContentType="application/inkml+xml"/>
  <Override PartName="/ppt/ink/ink2746.xml" ContentType="application/inkml+xml"/>
  <Override PartName="/ppt/ink/ink2747.xml" ContentType="application/inkml+xml"/>
  <Override PartName="/ppt/ink/ink2748.xml" ContentType="application/inkml+xml"/>
  <Override PartName="/ppt/ink/ink2749.xml" ContentType="application/inkml+xml"/>
  <Override PartName="/ppt/ink/ink2750.xml" ContentType="application/inkml+xml"/>
  <Override PartName="/ppt/ink/ink2751.xml" ContentType="application/inkml+xml"/>
  <Override PartName="/ppt/ink/ink2752.xml" ContentType="application/inkml+xml"/>
  <Override PartName="/ppt/ink/ink2753.xml" ContentType="application/inkml+xml"/>
  <Override PartName="/ppt/ink/ink2754.xml" ContentType="application/inkml+xml"/>
  <Override PartName="/ppt/ink/ink2755.xml" ContentType="application/inkml+xml"/>
  <Override PartName="/ppt/ink/ink2756.xml" ContentType="application/inkml+xml"/>
  <Override PartName="/ppt/ink/ink2757.xml" ContentType="application/inkml+xml"/>
  <Override PartName="/ppt/ink/ink2758.xml" ContentType="application/inkml+xml"/>
  <Override PartName="/ppt/ink/ink2759.xml" ContentType="application/inkml+xml"/>
  <Override PartName="/ppt/ink/ink2760.xml" ContentType="application/inkml+xml"/>
  <Override PartName="/ppt/ink/ink2761.xml" ContentType="application/inkml+xml"/>
  <Override PartName="/ppt/notesSlides/notesSlide12.xml" ContentType="application/vnd.openxmlformats-officedocument.presentationml.notesSlide+xml"/>
  <Override PartName="/ppt/ink/ink2762.xml" ContentType="application/inkml+xml"/>
  <Override PartName="/ppt/ink/ink2763.xml" ContentType="application/inkml+xml"/>
  <Override PartName="/ppt/ink/ink2764.xml" ContentType="application/inkml+xml"/>
  <Override PartName="/ppt/ink/ink2765.xml" ContentType="application/inkml+xml"/>
  <Override PartName="/ppt/ink/ink2766.xml" ContentType="application/inkml+xml"/>
  <Override PartName="/ppt/ink/ink2767.xml" ContentType="application/inkml+xml"/>
  <Override PartName="/ppt/ink/ink2768.xml" ContentType="application/inkml+xml"/>
  <Override PartName="/ppt/ink/ink2769.xml" ContentType="application/inkml+xml"/>
  <Override PartName="/ppt/ink/ink2770.xml" ContentType="application/inkml+xml"/>
  <Override PartName="/ppt/ink/ink2771.xml" ContentType="application/inkml+xml"/>
  <Override PartName="/ppt/ink/ink2772.xml" ContentType="application/inkml+xml"/>
  <Override PartName="/ppt/ink/ink2773.xml" ContentType="application/inkml+xml"/>
  <Override PartName="/ppt/ink/ink2774.xml" ContentType="application/inkml+xml"/>
  <Override PartName="/ppt/ink/ink2775.xml" ContentType="application/inkml+xml"/>
  <Override PartName="/ppt/ink/ink2776.xml" ContentType="application/inkml+xml"/>
  <Override PartName="/ppt/ink/ink2777.xml" ContentType="application/inkml+xml"/>
  <Override PartName="/ppt/ink/ink2778.xml" ContentType="application/inkml+xml"/>
  <Override PartName="/ppt/ink/ink2779.xml" ContentType="application/inkml+xml"/>
  <Override PartName="/ppt/ink/ink2780.xml" ContentType="application/inkml+xml"/>
  <Override PartName="/ppt/ink/ink2781.xml" ContentType="application/inkml+xml"/>
  <Override PartName="/ppt/ink/ink2782.xml" ContentType="application/inkml+xml"/>
  <Override PartName="/ppt/ink/ink2783.xml" ContentType="application/inkml+xml"/>
  <Override PartName="/ppt/ink/ink2784.xml" ContentType="application/inkml+xml"/>
  <Override PartName="/ppt/ink/ink2785.xml" ContentType="application/inkml+xml"/>
  <Override PartName="/ppt/ink/ink2786.xml" ContentType="application/inkml+xml"/>
  <Override PartName="/ppt/ink/ink2787.xml" ContentType="application/inkml+xml"/>
  <Override PartName="/ppt/ink/ink2788.xml" ContentType="application/inkml+xml"/>
  <Override PartName="/ppt/ink/ink2789.xml" ContentType="application/inkml+xml"/>
  <Override PartName="/ppt/ink/ink2790.xml" ContentType="application/inkml+xml"/>
  <Override PartName="/ppt/ink/ink2791.xml" ContentType="application/inkml+xml"/>
  <Override PartName="/ppt/ink/ink2792.xml" ContentType="application/inkml+xml"/>
  <Override PartName="/ppt/ink/ink2793.xml" ContentType="application/inkml+xml"/>
  <Override PartName="/ppt/ink/ink2794.xml" ContentType="application/inkml+xml"/>
  <Override PartName="/ppt/ink/ink2795.xml" ContentType="application/inkml+xml"/>
  <Override PartName="/ppt/ink/ink2796.xml" ContentType="application/inkml+xml"/>
  <Override PartName="/ppt/ink/ink2797.xml" ContentType="application/inkml+xml"/>
  <Override PartName="/ppt/ink/ink2798.xml" ContentType="application/inkml+xml"/>
  <Override PartName="/ppt/ink/ink2799.xml" ContentType="application/inkml+xml"/>
  <Override PartName="/ppt/ink/ink2800.xml" ContentType="application/inkml+xml"/>
  <Override PartName="/ppt/ink/ink2801.xml" ContentType="application/inkml+xml"/>
  <Override PartName="/ppt/ink/ink2802.xml" ContentType="application/inkml+xml"/>
  <Override PartName="/ppt/ink/ink2803.xml" ContentType="application/inkml+xml"/>
  <Override PartName="/ppt/ink/ink2804.xml" ContentType="application/inkml+xml"/>
  <Override PartName="/ppt/ink/ink2805.xml" ContentType="application/inkml+xml"/>
  <Override PartName="/ppt/ink/ink2806.xml" ContentType="application/inkml+xml"/>
  <Override PartName="/ppt/ink/ink2807.xml" ContentType="application/inkml+xml"/>
  <Override PartName="/ppt/ink/ink2808.xml" ContentType="application/inkml+xml"/>
  <Override PartName="/ppt/ink/ink2809.xml" ContentType="application/inkml+xml"/>
  <Override PartName="/ppt/ink/ink2810.xml" ContentType="application/inkml+xml"/>
  <Override PartName="/ppt/ink/ink2811.xml" ContentType="application/inkml+xml"/>
  <Override PartName="/ppt/ink/ink2812.xml" ContentType="application/inkml+xml"/>
  <Override PartName="/ppt/ink/ink2813.xml" ContentType="application/inkml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ink/ink2814.xml" ContentType="application/inkml+xml"/>
  <Override PartName="/ppt/ink/ink2815.xml" ContentType="application/inkml+xml"/>
  <Override PartName="/ppt/ink/ink2816.xml" ContentType="application/inkml+xml"/>
  <Override PartName="/ppt/ink/ink2817.xml" ContentType="application/inkml+xml"/>
  <Override PartName="/ppt/ink/ink2818.xml" ContentType="application/inkml+xml"/>
  <Override PartName="/ppt/ink/ink2819.xml" ContentType="application/inkml+xml"/>
  <Override PartName="/ppt/ink/ink2820.xml" ContentType="application/inkml+xml"/>
  <Override PartName="/ppt/ink/ink2821.xml" ContentType="application/inkml+xml"/>
  <Override PartName="/ppt/ink/ink2822.xml" ContentType="application/inkml+xml"/>
  <Override PartName="/ppt/ink/ink2823.xml" ContentType="application/inkml+xml"/>
  <Override PartName="/ppt/ink/ink2824.xml" ContentType="application/inkml+xml"/>
  <Override PartName="/ppt/ink/ink2825.xml" ContentType="application/inkml+xml"/>
  <Override PartName="/ppt/ink/ink2826.xml" ContentType="application/inkml+xml"/>
  <Override PartName="/ppt/ink/ink2827.xml" ContentType="application/inkml+xml"/>
  <Override PartName="/ppt/ink/ink2828.xml" ContentType="application/inkml+xml"/>
  <Override PartName="/ppt/ink/ink2829.xml" ContentType="application/inkml+xml"/>
  <Override PartName="/ppt/ink/ink2830.xml" ContentType="application/inkml+xml"/>
  <Override PartName="/ppt/ink/ink2831.xml" ContentType="application/inkml+xml"/>
  <Override PartName="/ppt/ink/ink2832.xml" ContentType="application/inkml+xml"/>
  <Override PartName="/ppt/ink/ink2833.xml" ContentType="application/inkml+xml"/>
  <Override PartName="/ppt/ink/ink2834.xml" ContentType="application/inkml+xml"/>
  <Override PartName="/ppt/ink/ink2835.xml" ContentType="application/inkml+xml"/>
  <Override PartName="/ppt/ink/ink2836.xml" ContentType="application/inkml+xml"/>
  <Override PartName="/ppt/ink/ink2837.xml" ContentType="application/inkml+xml"/>
  <Override PartName="/ppt/ink/ink2838.xml" ContentType="application/inkml+xml"/>
  <Override PartName="/ppt/ink/ink2839.xml" ContentType="application/inkml+xml"/>
  <Override PartName="/ppt/ink/ink2840.xml" ContentType="application/inkml+xml"/>
  <Override PartName="/ppt/ink/ink2841.xml" ContentType="application/inkml+xml"/>
  <Override PartName="/ppt/ink/ink2842.xml" ContentType="application/inkml+xml"/>
  <Override PartName="/ppt/ink/ink2843.xml" ContentType="application/inkml+xml"/>
  <Override PartName="/ppt/ink/ink2844.xml" ContentType="application/inkml+xml"/>
  <Override PartName="/ppt/ink/ink2845.xml" ContentType="application/inkml+xml"/>
  <Override PartName="/ppt/ink/ink2846.xml" ContentType="application/inkml+xml"/>
  <Override PartName="/ppt/ink/ink2847.xml" ContentType="application/inkml+xml"/>
  <Override PartName="/ppt/ink/ink2848.xml" ContentType="application/inkml+xml"/>
  <Override PartName="/ppt/ink/ink2849.xml" ContentType="application/inkml+xml"/>
  <Override PartName="/ppt/ink/ink2850.xml" ContentType="application/inkml+xml"/>
  <Override PartName="/ppt/ink/ink2851.xml" ContentType="application/inkml+xml"/>
  <Override PartName="/ppt/ink/ink2852.xml" ContentType="application/inkml+xml"/>
  <Override PartName="/ppt/ink/ink2853.xml" ContentType="application/inkml+xml"/>
  <Override PartName="/ppt/ink/ink2854.xml" ContentType="application/inkml+xml"/>
  <Override PartName="/ppt/ink/ink2855.xml" ContentType="application/inkml+xml"/>
  <Override PartName="/ppt/ink/ink2856.xml" ContentType="application/inkml+xml"/>
  <Override PartName="/ppt/ink/ink2857.xml" ContentType="application/inkml+xml"/>
  <Override PartName="/ppt/ink/ink2858.xml" ContentType="application/inkml+xml"/>
  <Override PartName="/ppt/ink/ink2859.xml" ContentType="application/inkml+xml"/>
  <Override PartName="/ppt/ink/ink2860.xml" ContentType="application/inkml+xml"/>
  <Override PartName="/ppt/ink/ink2861.xml" ContentType="application/inkml+xml"/>
  <Override PartName="/ppt/ink/ink2862.xml" ContentType="application/inkml+xml"/>
  <Override PartName="/ppt/ink/ink2863.xml" ContentType="application/inkml+xml"/>
  <Override PartName="/ppt/ink/ink2864.xml" ContentType="application/inkml+xml"/>
  <Override PartName="/ppt/ink/ink2865.xml" ContentType="application/inkml+xml"/>
  <Override PartName="/ppt/ink/ink2866.xml" ContentType="application/inkml+xml"/>
  <Override PartName="/ppt/ink/ink2867.xml" ContentType="application/inkml+xml"/>
  <Override PartName="/ppt/ink/ink2868.xml" ContentType="application/inkml+xml"/>
  <Override PartName="/ppt/ink/ink2869.xml" ContentType="application/inkml+xml"/>
  <Override PartName="/ppt/ink/ink2870.xml" ContentType="application/inkml+xml"/>
  <Override PartName="/ppt/ink/ink2871.xml" ContentType="application/inkml+xml"/>
  <Override PartName="/ppt/ink/ink2872.xml" ContentType="application/inkml+xml"/>
  <Override PartName="/ppt/ink/ink2873.xml" ContentType="application/inkml+xml"/>
  <Override PartName="/ppt/ink/ink2874.xml" ContentType="application/inkml+xml"/>
  <Override PartName="/ppt/ink/ink2875.xml" ContentType="application/inkml+xml"/>
  <Override PartName="/ppt/ink/ink2876.xml" ContentType="application/inkml+xml"/>
  <Override PartName="/ppt/ink/ink2877.xml" ContentType="application/inkml+xml"/>
  <Override PartName="/ppt/ink/ink2878.xml" ContentType="application/inkml+xml"/>
  <Override PartName="/ppt/ink/ink2879.xml" ContentType="application/inkml+xml"/>
  <Override PartName="/ppt/ink/ink2880.xml" ContentType="application/inkml+xml"/>
  <Override PartName="/ppt/ink/ink2881.xml" ContentType="application/inkml+xml"/>
  <Override PartName="/ppt/ink/ink2882.xml" ContentType="application/inkml+xml"/>
  <Override PartName="/ppt/ink/ink2883.xml" ContentType="application/inkml+xml"/>
  <Override PartName="/ppt/ink/ink2884.xml" ContentType="application/inkml+xml"/>
  <Override PartName="/ppt/ink/ink2885.xml" ContentType="application/inkml+xml"/>
  <Override PartName="/ppt/ink/ink2886.xml" ContentType="application/inkml+xml"/>
  <Override PartName="/ppt/ink/ink2887.xml" ContentType="application/inkml+xml"/>
  <Override PartName="/ppt/ink/ink2888.xml" ContentType="application/inkml+xml"/>
  <Override PartName="/ppt/ink/ink2889.xml" ContentType="application/inkml+xml"/>
  <Override PartName="/ppt/ink/ink2890.xml" ContentType="application/inkml+xml"/>
  <Override PartName="/ppt/ink/ink2891.xml" ContentType="application/inkml+xml"/>
  <Override PartName="/ppt/ink/ink2892.xml" ContentType="application/inkml+xml"/>
  <Override PartName="/ppt/ink/ink2893.xml" ContentType="application/inkml+xml"/>
  <Override PartName="/ppt/ink/ink2894.xml" ContentType="application/inkml+xml"/>
  <Override PartName="/ppt/ink/ink2895.xml" ContentType="application/inkml+xml"/>
  <Override PartName="/ppt/ink/ink2896.xml" ContentType="application/inkml+xml"/>
  <Override PartName="/ppt/ink/ink2897.xml" ContentType="application/inkml+xml"/>
  <Override PartName="/ppt/ink/ink2898.xml" ContentType="application/inkml+xml"/>
  <Override PartName="/ppt/ink/ink2899.xml" ContentType="application/inkml+xml"/>
  <Override PartName="/ppt/ink/ink2900.xml" ContentType="application/inkml+xml"/>
  <Override PartName="/ppt/ink/ink2901.xml" ContentType="application/inkml+xml"/>
  <Override PartName="/ppt/ink/ink2902.xml" ContentType="application/inkml+xml"/>
  <Override PartName="/ppt/ink/ink2903.xml" ContentType="application/inkml+xml"/>
  <Override PartName="/ppt/ink/ink2904.xml" ContentType="application/inkml+xml"/>
  <Override PartName="/ppt/ink/ink2905.xml" ContentType="application/inkml+xml"/>
  <Override PartName="/ppt/ink/ink2906.xml" ContentType="application/inkml+xml"/>
  <Override PartName="/ppt/ink/ink2907.xml" ContentType="application/inkml+xml"/>
  <Override PartName="/ppt/ink/ink2908.xml" ContentType="application/inkml+xml"/>
  <Override PartName="/ppt/ink/ink2909.xml" ContentType="application/inkml+xml"/>
  <Override PartName="/ppt/ink/ink2910.xml" ContentType="application/inkml+xml"/>
  <Override PartName="/ppt/ink/ink2911.xml" ContentType="application/inkml+xml"/>
  <Override PartName="/ppt/ink/ink2912.xml" ContentType="application/inkml+xml"/>
  <Override PartName="/ppt/ink/ink2913.xml" ContentType="application/inkml+xml"/>
  <Override PartName="/ppt/ink/ink2914.xml" ContentType="application/inkml+xml"/>
  <Override PartName="/ppt/ink/ink2915.xml" ContentType="application/inkml+xml"/>
  <Override PartName="/ppt/ink/ink2916.xml" ContentType="application/inkml+xml"/>
  <Override PartName="/ppt/ink/ink2917.xml" ContentType="application/inkml+xml"/>
  <Override PartName="/ppt/ink/ink2918.xml" ContentType="application/inkml+xml"/>
  <Override PartName="/ppt/ink/ink2919.xml" ContentType="application/inkml+xml"/>
  <Override PartName="/ppt/ink/ink2920.xml" ContentType="application/inkml+xml"/>
  <Override PartName="/ppt/ink/ink2921.xml" ContentType="application/inkml+xml"/>
  <Override PartName="/ppt/ink/ink2922.xml" ContentType="application/inkml+xml"/>
  <Override PartName="/ppt/ink/ink2923.xml" ContentType="application/inkml+xml"/>
  <Override PartName="/ppt/ink/ink2924.xml" ContentType="application/inkml+xml"/>
  <Override PartName="/ppt/ink/ink2925.xml" ContentType="application/inkml+xml"/>
  <Override PartName="/ppt/ink/ink2926.xml" ContentType="application/inkml+xml"/>
  <Override PartName="/ppt/ink/ink2927.xml" ContentType="application/inkml+xml"/>
  <Override PartName="/ppt/ink/ink2928.xml" ContentType="application/inkml+xml"/>
  <Override PartName="/ppt/ink/ink2929.xml" ContentType="application/inkml+xml"/>
  <Override PartName="/ppt/ink/ink2930.xml" ContentType="application/inkml+xml"/>
  <Override PartName="/ppt/ink/ink2931.xml" ContentType="application/inkml+xml"/>
  <Override PartName="/ppt/ink/ink2932.xml" ContentType="application/inkml+xml"/>
  <Override PartName="/ppt/ink/ink2933.xml" ContentType="application/inkml+xml"/>
  <Override PartName="/ppt/ink/ink2934.xml" ContentType="application/inkml+xml"/>
  <Override PartName="/ppt/ink/ink2935.xml" ContentType="application/inkml+xml"/>
  <Override PartName="/ppt/ink/ink2936.xml" ContentType="application/inkml+xml"/>
  <Override PartName="/ppt/ink/ink2937.xml" ContentType="application/inkml+xml"/>
  <Override PartName="/ppt/ink/ink2938.xml" ContentType="application/inkml+xml"/>
  <Override PartName="/ppt/ink/ink2939.xml" ContentType="application/inkml+xml"/>
  <Override PartName="/ppt/ink/ink2940.xml" ContentType="application/inkml+xml"/>
  <Override PartName="/ppt/ink/ink2941.xml" ContentType="application/inkml+xml"/>
  <Override PartName="/ppt/ink/ink2942.xml" ContentType="application/inkml+xml"/>
  <Override PartName="/ppt/ink/ink2943.xml" ContentType="application/inkml+xml"/>
  <Override PartName="/ppt/ink/ink2944.xml" ContentType="application/inkml+xml"/>
  <Override PartName="/ppt/ink/ink2945.xml" ContentType="application/inkml+xml"/>
  <Override PartName="/ppt/ink/ink2946.xml" ContentType="application/inkml+xml"/>
  <Override PartName="/ppt/ink/ink2947.xml" ContentType="application/inkml+xml"/>
  <Override PartName="/ppt/ink/ink2948.xml" ContentType="application/inkml+xml"/>
  <Override PartName="/ppt/ink/ink2949.xml" ContentType="application/inkml+xml"/>
  <Override PartName="/ppt/ink/ink2950.xml" ContentType="application/inkml+xml"/>
  <Override PartName="/ppt/ink/ink2951.xml" ContentType="application/inkml+xml"/>
  <Override PartName="/ppt/ink/ink2952.xml" ContentType="application/inkml+xml"/>
  <Override PartName="/ppt/ink/ink2953.xml" ContentType="application/inkml+xml"/>
  <Override PartName="/ppt/ink/ink2954.xml" ContentType="application/inkml+xml"/>
  <Override PartName="/ppt/ink/ink2955.xml" ContentType="application/inkml+xml"/>
  <Override PartName="/ppt/ink/ink2956.xml" ContentType="application/inkml+xml"/>
  <Override PartName="/ppt/ink/ink2957.xml" ContentType="application/inkml+xml"/>
  <Override PartName="/ppt/ink/ink2958.xml" ContentType="application/inkml+xml"/>
  <Override PartName="/ppt/ink/ink2959.xml" ContentType="application/inkml+xml"/>
  <Override PartName="/ppt/ink/ink2960.xml" ContentType="application/inkml+xml"/>
  <Override PartName="/ppt/ink/ink2961.xml" ContentType="application/inkml+xml"/>
  <Override PartName="/ppt/ink/ink2962.xml" ContentType="application/inkml+xml"/>
  <Override PartName="/ppt/ink/ink2963.xml" ContentType="application/inkml+xml"/>
  <Override PartName="/ppt/ink/ink2964.xml" ContentType="application/inkml+xml"/>
  <Override PartName="/ppt/ink/ink2965.xml" ContentType="application/inkml+xml"/>
  <Override PartName="/ppt/ink/ink2966.xml" ContentType="application/inkml+xml"/>
  <Override PartName="/ppt/ink/ink2967.xml" ContentType="application/inkml+xml"/>
  <Override PartName="/ppt/ink/ink2968.xml" ContentType="application/inkml+xml"/>
  <Override PartName="/ppt/ink/ink2969.xml" ContentType="application/inkml+xml"/>
  <Override PartName="/ppt/ink/ink2970.xml" ContentType="application/inkml+xml"/>
  <Override PartName="/ppt/ink/ink2971.xml" ContentType="application/inkml+xml"/>
  <Override PartName="/ppt/ink/ink2972.xml" ContentType="application/inkml+xml"/>
  <Override PartName="/ppt/ink/ink2973.xml" ContentType="application/inkml+xml"/>
  <Override PartName="/ppt/ink/ink2974.xml" ContentType="application/inkml+xml"/>
  <Override PartName="/ppt/ink/ink2975.xml" ContentType="application/inkml+xml"/>
  <Override PartName="/ppt/ink/ink2976.xml" ContentType="application/inkml+xml"/>
  <Override PartName="/ppt/ink/ink2977.xml" ContentType="application/inkml+xml"/>
  <Override PartName="/ppt/ink/ink2978.xml" ContentType="application/inkml+xml"/>
  <Override PartName="/ppt/ink/ink2979.xml" ContentType="application/inkml+xml"/>
  <Override PartName="/ppt/ink/ink2980.xml" ContentType="application/inkml+xml"/>
  <Override PartName="/ppt/ink/ink2981.xml" ContentType="application/inkml+xml"/>
  <Override PartName="/ppt/ink/ink2982.xml" ContentType="application/inkml+xml"/>
  <Override PartName="/ppt/ink/ink2983.xml" ContentType="application/inkml+xml"/>
  <Override PartName="/ppt/ink/ink2984.xml" ContentType="application/inkml+xml"/>
  <Override PartName="/ppt/ink/ink2985.xml" ContentType="application/inkml+xml"/>
  <Override PartName="/ppt/ink/ink2986.xml" ContentType="application/inkml+xml"/>
  <Override PartName="/ppt/ink/ink2987.xml" ContentType="application/inkml+xml"/>
  <Override PartName="/ppt/ink/ink2988.xml" ContentType="application/inkml+xml"/>
  <Override PartName="/ppt/ink/ink2989.xml" ContentType="application/inkml+xml"/>
  <Override PartName="/ppt/ink/ink2990.xml" ContentType="application/inkml+xml"/>
  <Override PartName="/ppt/ink/ink2991.xml" ContentType="application/inkml+xml"/>
  <Override PartName="/ppt/ink/ink2992.xml" ContentType="application/inkml+xml"/>
  <Override PartName="/ppt/ink/ink2993.xml" ContentType="application/inkml+xml"/>
  <Override PartName="/ppt/ink/ink2994.xml" ContentType="application/inkml+xml"/>
  <Override PartName="/ppt/ink/ink2995.xml" ContentType="application/inkml+xml"/>
  <Override PartName="/ppt/ink/ink2996.xml" ContentType="application/inkml+xml"/>
  <Override PartName="/ppt/ink/ink2997.xml" ContentType="application/inkml+xml"/>
  <Override PartName="/ppt/ink/ink2998.xml" ContentType="application/inkml+xml"/>
  <Override PartName="/ppt/ink/ink2999.xml" ContentType="application/inkml+xml"/>
  <Override PartName="/ppt/ink/ink3000.xml" ContentType="application/inkml+xml"/>
  <Override PartName="/ppt/ink/ink3001.xml" ContentType="application/inkml+xml"/>
  <Override PartName="/ppt/ink/ink3002.xml" ContentType="application/inkml+xml"/>
  <Override PartName="/ppt/ink/ink3003.xml" ContentType="application/inkml+xml"/>
  <Override PartName="/ppt/ink/ink3004.xml" ContentType="application/inkml+xml"/>
  <Override PartName="/ppt/ink/ink3005.xml" ContentType="application/inkml+xml"/>
  <Override PartName="/ppt/ink/ink3006.xml" ContentType="application/inkml+xml"/>
  <Override PartName="/ppt/ink/ink3007.xml" ContentType="application/inkml+xml"/>
  <Override PartName="/ppt/ink/ink3008.xml" ContentType="application/inkml+xml"/>
  <Override PartName="/ppt/ink/ink3009.xml" ContentType="application/inkml+xml"/>
  <Override PartName="/ppt/ink/ink3010.xml" ContentType="application/inkml+xml"/>
  <Override PartName="/ppt/ink/ink3011.xml" ContentType="application/inkml+xml"/>
  <Override PartName="/ppt/ink/ink3012.xml" ContentType="application/inkml+xml"/>
  <Override PartName="/ppt/ink/ink3013.xml" ContentType="application/inkml+xml"/>
  <Override PartName="/ppt/ink/ink3014.xml" ContentType="application/inkml+xml"/>
  <Override PartName="/ppt/ink/ink3015.xml" ContentType="application/inkml+xml"/>
  <Override PartName="/ppt/ink/ink3016.xml" ContentType="application/inkml+xml"/>
  <Override PartName="/ppt/ink/ink3017.xml" ContentType="application/inkml+xml"/>
  <Override PartName="/ppt/ink/ink3018.xml" ContentType="application/inkml+xml"/>
  <Override PartName="/ppt/ink/ink3019.xml" ContentType="application/inkml+xml"/>
  <Override PartName="/ppt/ink/ink3020.xml" ContentType="application/inkml+xml"/>
  <Override PartName="/ppt/ink/ink3021.xml" ContentType="application/inkml+xml"/>
  <Override PartName="/ppt/ink/ink3022.xml" ContentType="application/inkml+xml"/>
  <Override PartName="/ppt/ink/ink3023.xml" ContentType="application/inkml+xml"/>
  <Override PartName="/ppt/ink/ink3024.xml" ContentType="application/inkml+xml"/>
  <Override PartName="/ppt/ink/ink3025.xml" ContentType="application/inkml+xml"/>
  <Override PartName="/ppt/ink/ink3026.xml" ContentType="application/inkml+xml"/>
  <Override PartName="/ppt/ink/ink3027.xml" ContentType="application/inkml+xml"/>
  <Override PartName="/ppt/ink/ink3028.xml" ContentType="application/inkml+xml"/>
  <Override PartName="/ppt/ink/ink3029.xml" ContentType="application/inkml+xml"/>
  <Override PartName="/ppt/ink/ink3030.xml" ContentType="application/inkml+xml"/>
  <Override PartName="/ppt/ink/ink3031.xml" ContentType="application/inkml+xml"/>
  <Override PartName="/ppt/ink/ink3032.xml" ContentType="application/inkml+xml"/>
  <Override PartName="/ppt/ink/ink3033.xml" ContentType="application/inkml+xml"/>
  <Override PartName="/ppt/ink/ink3034.xml" ContentType="application/inkml+xml"/>
  <Override PartName="/ppt/ink/ink3035.xml" ContentType="application/inkml+xml"/>
  <Override PartName="/ppt/ink/ink3036.xml" ContentType="application/inkml+xml"/>
  <Override PartName="/ppt/ink/ink3037.xml" ContentType="application/inkml+xml"/>
  <Override PartName="/ppt/ink/ink3038.xml" ContentType="application/inkml+xml"/>
  <Override PartName="/ppt/ink/ink3039.xml" ContentType="application/inkml+xml"/>
  <Override PartName="/ppt/ink/ink3040.xml" ContentType="application/inkml+xml"/>
  <Override PartName="/ppt/ink/ink3041.xml" ContentType="application/inkml+xml"/>
  <Override PartName="/ppt/ink/ink3042.xml" ContentType="application/inkml+xml"/>
  <Override PartName="/ppt/ink/ink3043.xml" ContentType="application/inkml+xml"/>
  <Override PartName="/ppt/ink/ink3044.xml" ContentType="application/inkml+xml"/>
  <Override PartName="/ppt/ink/ink3045.xml" ContentType="application/inkml+xml"/>
  <Override PartName="/ppt/ink/ink3046.xml" ContentType="application/inkml+xml"/>
  <Override PartName="/ppt/ink/ink3047.xml" ContentType="application/inkml+xml"/>
  <Override PartName="/ppt/ink/ink3048.xml" ContentType="application/inkml+xml"/>
  <Override PartName="/ppt/ink/ink3049.xml" ContentType="application/inkml+xml"/>
  <Override PartName="/ppt/ink/ink3050.xml" ContentType="application/inkml+xml"/>
  <Override PartName="/ppt/ink/ink3051.xml" ContentType="application/inkml+xml"/>
  <Override PartName="/ppt/ink/ink3052.xml" ContentType="application/inkml+xml"/>
  <Override PartName="/ppt/ink/ink3053.xml" ContentType="application/inkml+xml"/>
  <Override PartName="/ppt/ink/ink3054.xml" ContentType="application/inkml+xml"/>
  <Override PartName="/ppt/ink/ink3055.xml" ContentType="application/inkml+xml"/>
  <Override PartName="/ppt/ink/ink3056.xml" ContentType="application/inkml+xml"/>
  <Override PartName="/ppt/ink/ink3057.xml" ContentType="application/inkml+xml"/>
  <Override PartName="/ppt/ink/ink3058.xml" ContentType="application/inkml+xml"/>
  <Override PartName="/ppt/ink/ink3059.xml" ContentType="application/inkml+xml"/>
  <Override PartName="/ppt/ink/ink3060.xml" ContentType="application/inkml+xml"/>
  <Override PartName="/ppt/ink/ink3061.xml" ContentType="application/inkml+xml"/>
  <Override PartName="/ppt/ink/ink3062.xml" ContentType="application/inkml+xml"/>
  <Override PartName="/ppt/ink/ink3063.xml" ContentType="application/inkml+xml"/>
  <Override PartName="/ppt/ink/ink3064.xml" ContentType="application/inkml+xml"/>
  <Override PartName="/ppt/ink/ink3065.xml" ContentType="application/inkml+xml"/>
  <Override PartName="/ppt/ink/ink3066.xml" ContentType="application/inkml+xml"/>
  <Override PartName="/ppt/ink/ink3067.xml" ContentType="application/inkml+xml"/>
  <Override PartName="/ppt/ink/ink3068.xml" ContentType="application/inkml+xml"/>
  <Override PartName="/ppt/ink/ink3069.xml" ContentType="application/inkml+xml"/>
  <Override PartName="/ppt/ink/ink3070.xml" ContentType="application/inkml+xml"/>
  <Override PartName="/ppt/ink/ink3071.xml" ContentType="application/inkml+xml"/>
  <Override PartName="/ppt/ink/ink3072.xml" ContentType="application/inkml+xml"/>
  <Override PartName="/ppt/ink/ink3073.xml" ContentType="application/inkml+xml"/>
  <Override PartName="/ppt/ink/ink3074.xml" ContentType="application/inkml+xml"/>
  <Override PartName="/ppt/ink/ink3075.xml" ContentType="application/inkml+xml"/>
  <Override PartName="/ppt/ink/ink3076.xml" ContentType="application/inkml+xml"/>
  <Override PartName="/ppt/ink/ink3077.xml" ContentType="application/inkml+xml"/>
  <Override PartName="/ppt/ink/ink3078.xml" ContentType="application/inkml+xml"/>
  <Override PartName="/ppt/ink/ink3079.xml" ContentType="application/inkml+xml"/>
  <Override PartName="/ppt/ink/ink3080.xml" ContentType="application/inkml+xml"/>
  <Override PartName="/ppt/ink/ink3081.xml" ContentType="application/inkml+xml"/>
  <Override PartName="/ppt/ink/ink3082.xml" ContentType="application/inkml+xml"/>
  <Override PartName="/ppt/ink/ink3083.xml" ContentType="application/inkml+xml"/>
  <Override PartName="/ppt/ink/ink3084.xml" ContentType="application/inkml+xml"/>
  <Override PartName="/ppt/ink/ink3085.xml" ContentType="application/inkml+xml"/>
  <Override PartName="/ppt/ink/ink3086.xml" ContentType="application/inkml+xml"/>
  <Override PartName="/ppt/ink/ink3087.xml" ContentType="application/inkml+xml"/>
  <Override PartName="/ppt/ink/ink3088.xml" ContentType="application/inkml+xml"/>
  <Override PartName="/ppt/ink/ink3089.xml" ContentType="application/inkml+xml"/>
  <Override PartName="/ppt/ink/ink3090.xml" ContentType="application/inkml+xml"/>
  <Override PartName="/ppt/ink/ink3091.xml" ContentType="application/inkml+xml"/>
  <Override PartName="/ppt/ink/ink3092.xml" ContentType="application/inkml+xml"/>
  <Override PartName="/ppt/ink/ink3093.xml" ContentType="application/inkml+xml"/>
  <Override PartName="/ppt/ink/ink3094.xml" ContentType="application/inkml+xml"/>
  <Override PartName="/ppt/ink/ink3095.xml" ContentType="application/inkml+xml"/>
  <Override PartName="/ppt/ink/ink3096.xml" ContentType="application/inkml+xml"/>
  <Override PartName="/ppt/ink/ink3097.xml" ContentType="application/inkml+xml"/>
  <Override PartName="/ppt/ink/ink3098.xml" ContentType="application/inkml+xml"/>
  <Override PartName="/ppt/ink/ink3099.xml" ContentType="application/inkml+xml"/>
  <Override PartName="/ppt/ink/ink3100.xml" ContentType="application/inkml+xml"/>
  <Override PartName="/ppt/ink/ink3101.xml" ContentType="application/inkml+xml"/>
  <Override PartName="/ppt/ink/ink3102.xml" ContentType="application/inkml+xml"/>
  <Override PartName="/ppt/ink/ink3103.xml" ContentType="application/inkml+xml"/>
  <Override PartName="/ppt/ink/ink3104.xml" ContentType="application/inkml+xml"/>
  <Override PartName="/ppt/ink/ink3105.xml" ContentType="application/inkml+xml"/>
  <Override PartName="/ppt/ink/ink3106.xml" ContentType="application/inkml+xml"/>
  <Override PartName="/ppt/ink/ink3107.xml" ContentType="application/inkml+xml"/>
  <Override PartName="/ppt/ink/ink3108.xml" ContentType="application/inkml+xml"/>
  <Override PartName="/ppt/ink/ink3109.xml" ContentType="application/inkml+xml"/>
  <Override PartName="/ppt/ink/ink3110.xml" ContentType="application/inkml+xml"/>
  <Override PartName="/ppt/ink/ink3111.xml" ContentType="application/inkml+xml"/>
  <Override PartName="/ppt/ink/ink3112.xml" ContentType="application/inkml+xml"/>
  <Override PartName="/ppt/ink/ink3113.xml" ContentType="application/inkml+xml"/>
  <Override PartName="/ppt/ink/ink3114.xml" ContentType="application/inkml+xml"/>
  <Override PartName="/ppt/ink/ink3115.xml" ContentType="application/inkml+xml"/>
  <Override PartName="/ppt/ink/ink3116.xml" ContentType="application/inkml+xml"/>
  <Override PartName="/ppt/ink/ink3117.xml" ContentType="application/inkml+xml"/>
  <Override PartName="/ppt/ink/ink3118.xml" ContentType="application/inkml+xml"/>
  <Override PartName="/ppt/ink/ink3119.xml" ContentType="application/inkml+xml"/>
  <Override PartName="/ppt/ink/ink3120.xml" ContentType="application/inkml+xml"/>
  <Override PartName="/ppt/ink/ink3121.xml" ContentType="application/inkml+xml"/>
  <Override PartName="/ppt/ink/ink3122.xml" ContentType="application/inkml+xml"/>
  <Override PartName="/ppt/ink/ink3123.xml" ContentType="application/inkml+xml"/>
  <Override PartName="/ppt/ink/ink3124.xml" ContentType="application/inkml+xml"/>
  <Override PartName="/ppt/ink/ink3125.xml" ContentType="application/inkml+xml"/>
  <Override PartName="/ppt/ink/ink3126.xml" ContentType="application/inkml+xml"/>
  <Override PartName="/ppt/ink/ink3127.xml" ContentType="application/inkml+xml"/>
  <Override PartName="/ppt/ink/ink3128.xml" ContentType="application/inkml+xml"/>
  <Override PartName="/ppt/ink/ink3129.xml" ContentType="application/inkml+xml"/>
  <Override PartName="/ppt/ink/ink3130.xml" ContentType="application/inkml+xml"/>
  <Override PartName="/ppt/ink/ink3131.xml" ContentType="application/inkml+xml"/>
  <Override PartName="/ppt/ink/ink3132.xml" ContentType="application/inkml+xml"/>
  <Override PartName="/ppt/ink/ink3133.xml" ContentType="application/inkml+xml"/>
  <Override PartName="/ppt/ink/ink3134.xml" ContentType="application/inkml+xml"/>
  <Override PartName="/ppt/ink/ink3135.xml" ContentType="application/inkml+xml"/>
  <Override PartName="/ppt/ink/ink3136.xml" ContentType="application/inkml+xml"/>
  <Override PartName="/ppt/ink/ink3137.xml" ContentType="application/inkml+xml"/>
  <Override PartName="/ppt/ink/ink3138.xml" ContentType="application/inkml+xml"/>
  <Override PartName="/ppt/ink/ink3139.xml" ContentType="application/inkml+xml"/>
  <Override PartName="/ppt/ink/ink3140.xml" ContentType="application/inkml+xml"/>
  <Override PartName="/ppt/ink/ink3141.xml" ContentType="application/inkml+xml"/>
  <Override PartName="/ppt/ink/ink3142.xml" ContentType="application/inkml+xml"/>
  <Override PartName="/ppt/ink/ink3143.xml" ContentType="application/inkml+xml"/>
  <Override PartName="/ppt/ink/ink3144.xml" ContentType="application/inkml+xml"/>
  <Override PartName="/ppt/ink/ink3145.xml" ContentType="application/inkml+xml"/>
  <Override PartName="/ppt/ink/ink3146.xml" ContentType="application/inkml+xml"/>
  <Override PartName="/ppt/ink/ink3147.xml" ContentType="application/inkml+xml"/>
  <Override PartName="/ppt/ink/ink3148.xml" ContentType="application/inkml+xml"/>
  <Override PartName="/ppt/ink/ink3149.xml" ContentType="application/inkml+xml"/>
  <Override PartName="/ppt/ink/ink3150.xml" ContentType="application/inkml+xml"/>
  <Override PartName="/ppt/ink/ink3151.xml" ContentType="application/inkml+xml"/>
  <Override PartName="/ppt/ink/ink3152.xml" ContentType="application/inkml+xml"/>
  <Override PartName="/ppt/ink/ink3153.xml" ContentType="application/inkml+xml"/>
  <Override PartName="/ppt/ink/ink3154.xml" ContentType="application/inkml+xml"/>
  <Override PartName="/ppt/ink/ink3155.xml" ContentType="application/inkml+xml"/>
  <Override PartName="/ppt/ink/ink3156.xml" ContentType="application/inkml+xml"/>
  <Override PartName="/ppt/ink/ink3157.xml" ContentType="application/inkml+xml"/>
  <Override PartName="/ppt/ink/ink3158.xml" ContentType="application/inkml+xml"/>
  <Override PartName="/ppt/ink/ink3159.xml" ContentType="application/inkml+xml"/>
  <Override PartName="/ppt/ink/ink3160.xml" ContentType="application/inkml+xml"/>
  <Override PartName="/ppt/ink/ink3161.xml" ContentType="application/inkml+xml"/>
  <Override PartName="/ppt/ink/ink3162.xml" ContentType="application/inkml+xml"/>
  <Override PartName="/ppt/ink/ink3163.xml" ContentType="application/inkml+xml"/>
  <Override PartName="/ppt/ink/ink3164.xml" ContentType="application/inkml+xml"/>
  <Override PartName="/ppt/ink/ink3165.xml" ContentType="application/inkml+xml"/>
  <Override PartName="/ppt/ink/ink3166.xml" ContentType="application/inkml+xml"/>
  <Override PartName="/ppt/ink/ink3167.xml" ContentType="application/inkml+xml"/>
  <Override PartName="/ppt/ink/ink3168.xml" ContentType="application/inkml+xml"/>
  <Override PartName="/ppt/ink/ink3169.xml" ContentType="application/inkml+xml"/>
  <Override PartName="/ppt/ink/ink3170.xml" ContentType="application/inkml+xml"/>
  <Override PartName="/ppt/ink/ink3171.xml" ContentType="application/inkml+xml"/>
  <Override PartName="/ppt/ink/ink3172.xml" ContentType="application/inkml+xml"/>
  <Override PartName="/ppt/ink/ink3173.xml" ContentType="application/inkml+xml"/>
  <Override PartName="/ppt/ink/ink3174.xml" ContentType="application/inkml+xml"/>
  <Override PartName="/ppt/ink/ink3175.xml" ContentType="application/inkml+xml"/>
  <Override PartName="/ppt/ink/ink3176.xml" ContentType="application/inkml+xml"/>
  <Override PartName="/ppt/ink/ink3177.xml" ContentType="application/inkml+xml"/>
  <Override PartName="/ppt/ink/ink3178.xml" ContentType="application/inkml+xml"/>
  <Override PartName="/ppt/ink/ink3179.xml" ContentType="application/inkml+xml"/>
  <Override PartName="/ppt/ink/ink3180.xml" ContentType="application/inkml+xml"/>
  <Override PartName="/ppt/ink/ink3181.xml" ContentType="application/inkml+xml"/>
  <Override PartName="/ppt/ink/ink3182.xml" ContentType="application/inkml+xml"/>
  <Override PartName="/ppt/ink/ink3183.xml" ContentType="application/inkml+xml"/>
  <Override PartName="/ppt/ink/ink3184.xml" ContentType="application/inkml+xml"/>
  <Override PartName="/ppt/ink/ink3185.xml" ContentType="application/inkml+xml"/>
  <Override PartName="/ppt/ink/ink3186.xml" ContentType="application/inkml+xml"/>
  <Override PartName="/ppt/ink/ink3187.xml" ContentType="application/inkml+xml"/>
  <Override PartName="/ppt/ink/ink3188.xml" ContentType="application/inkml+xml"/>
  <Override PartName="/ppt/ink/ink3189.xml" ContentType="application/inkml+xml"/>
  <Override PartName="/ppt/ink/ink3190.xml" ContentType="application/inkml+xml"/>
  <Override PartName="/ppt/ink/ink3191.xml" ContentType="application/inkml+xml"/>
  <Override PartName="/ppt/ink/ink3192.xml" ContentType="application/inkml+xml"/>
  <Override PartName="/ppt/ink/ink3193.xml" ContentType="application/inkml+xml"/>
  <Override PartName="/ppt/ink/ink3194.xml" ContentType="application/inkml+xml"/>
  <Override PartName="/ppt/ink/ink3195.xml" ContentType="application/inkml+xml"/>
  <Override PartName="/ppt/ink/ink3196.xml" ContentType="application/inkml+xml"/>
  <Override PartName="/ppt/ink/ink3197.xml" ContentType="application/inkml+xml"/>
  <Override PartName="/ppt/ink/ink3198.xml" ContentType="application/inkml+xml"/>
  <Override PartName="/ppt/ink/ink3199.xml" ContentType="application/inkml+xml"/>
  <Override PartName="/ppt/ink/ink3200.xml" ContentType="application/inkml+xml"/>
  <Override PartName="/ppt/ink/ink3201.xml" ContentType="application/inkml+xml"/>
  <Override PartName="/ppt/ink/ink3202.xml" ContentType="application/inkml+xml"/>
  <Override PartName="/ppt/ink/ink3203.xml" ContentType="application/inkml+xml"/>
  <Override PartName="/ppt/ink/ink3204.xml" ContentType="application/inkml+xml"/>
  <Override PartName="/ppt/ink/ink3205.xml" ContentType="application/inkml+xml"/>
  <Override PartName="/ppt/ink/ink3206.xml" ContentType="application/inkml+xml"/>
  <Override PartName="/ppt/ink/ink3207.xml" ContentType="application/inkml+xml"/>
  <Override PartName="/ppt/ink/ink3208.xml" ContentType="application/inkml+xml"/>
  <Override PartName="/ppt/ink/ink3209.xml" ContentType="application/inkml+xml"/>
  <Override PartName="/ppt/ink/ink3210.xml" ContentType="application/inkml+xml"/>
  <Override PartName="/ppt/ink/ink3211.xml" ContentType="application/inkml+xml"/>
  <Override PartName="/ppt/ink/ink3212.xml" ContentType="application/inkml+xml"/>
  <Override PartName="/ppt/ink/ink3213.xml" ContentType="application/inkml+xml"/>
  <Override PartName="/ppt/ink/ink3214.xml" ContentType="application/inkml+xml"/>
  <Override PartName="/ppt/ink/ink3215.xml" ContentType="application/inkml+xml"/>
  <Override PartName="/ppt/ink/ink3216.xml" ContentType="application/inkml+xml"/>
  <Override PartName="/ppt/ink/ink3217.xml" ContentType="application/inkml+xml"/>
  <Override PartName="/ppt/ink/ink3218.xml" ContentType="application/inkml+xml"/>
  <Override PartName="/ppt/ink/ink3219.xml" ContentType="application/inkml+xml"/>
  <Override PartName="/ppt/ink/ink3220.xml" ContentType="application/inkml+xml"/>
  <Override PartName="/ppt/ink/ink3221.xml" ContentType="application/inkml+xml"/>
  <Override PartName="/ppt/ink/ink3222.xml" ContentType="application/inkml+xml"/>
  <Override PartName="/ppt/ink/ink3223.xml" ContentType="application/inkml+xml"/>
  <Override PartName="/ppt/ink/ink3224.xml" ContentType="application/inkml+xml"/>
  <Override PartName="/ppt/ink/ink3225.xml" ContentType="application/inkml+xml"/>
  <Override PartName="/ppt/ink/ink3226.xml" ContentType="application/inkml+xml"/>
  <Override PartName="/ppt/ink/ink3227.xml" ContentType="application/inkml+xml"/>
  <Override PartName="/ppt/ink/ink3228.xml" ContentType="application/inkml+xml"/>
  <Override PartName="/ppt/ink/ink3229.xml" ContentType="application/inkml+xml"/>
  <Override PartName="/ppt/ink/ink3230.xml" ContentType="application/inkml+xml"/>
  <Override PartName="/ppt/ink/ink3231.xml" ContentType="application/inkml+xml"/>
  <Override PartName="/ppt/ink/ink3232.xml" ContentType="application/inkml+xml"/>
  <Override PartName="/ppt/ink/ink3233.xml" ContentType="application/inkml+xml"/>
  <Override PartName="/ppt/ink/ink3234.xml" ContentType="application/inkml+xml"/>
  <Override PartName="/ppt/ink/ink3235.xml" ContentType="application/inkml+xml"/>
  <Override PartName="/ppt/ink/ink3236.xml" ContentType="application/inkml+xml"/>
  <Override PartName="/ppt/ink/ink3237.xml" ContentType="application/inkml+xml"/>
  <Override PartName="/ppt/ink/ink3238.xml" ContentType="application/inkml+xml"/>
  <Override PartName="/ppt/ink/ink3239.xml" ContentType="application/inkml+xml"/>
  <Override PartName="/ppt/ink/ink3240.xml" ContentType="application/inkml+xml"/>
  <Override PartName="/ppt/ink/ink3241.xml" ContentType="application/inkml+xml"/>
  <Override PartName="/ppt/ink/ink3242.xml" ContentType="application/inkml+xml"/>
  <Override PartName="/ppt/ink/ink3243.xml" ContentType="application/inkml+xml"/>
  <Override PartName="/ppt/ink/ink3244.xml" ContentType="application/inkml+xml"/>
  <Override PartName="/ppt/ink/ink3245.xml" ContentType="application/inkml+xml"/>
  <Override PartName="/ppt/ink/ink3246.xml" ContentType="application/inkml+xml"/>
  <Override PartName="/ppt/ink/ink3247.xml" ContentType="application/inkml+xml"/>
  <Override PartName="/ppt/ink/ink3248.xml" ContentType="application/inkml+xml"/>
  <Override PartName="/ppt/ink/ink3249.xml" ContentType="application/inkml+xml"/>
  <Override PartName="/ppt/ink/ink3250.xml" ContentType="application/inkml+xml"/>
  <Override PartName="/ppt/ink/ink3251.xml" ContentType="application/inkml+xml"/>
  <Override PartName="/ppt/ink/ink3252.xml" ContentType="application/inkml+xml"/>
  <Override PartName="/ppt/ink/ink3253.xml" ContentType="application/inkml+xml"/>
  <Override PartName="/ppt/ink/ink3254.xml" ContentType="application/inkml+xml"/>
  <Override PartName="/ppt/ink/ink3255.xml" ContentType="application/inkml+xml"/>
  <Override PartName="/ppt/ink/ink3256.xml" ContentType="application/inkml+xml"/>
  <Override PartName="/ppt/ink/ink3257.xml" ContentType="application/inkml+xml"/>
  <Override PartName="/ppt/ink/ink3258.xml" ContentType="application/inkml+xml"/>
  <Override PartName="/ppt/ink/ink3259.xml" ContentType="application/inkml+xml"/>
  <Override PartName="/ppt/ink/ink3260.xml" ContentType="application/inkml+xml"/>
  <Override PartName="/ppt/ink/ink3261.xml" ContentType="application/inkml+xml"/>
  <Override PartName="/ppt/ink/ink3262.xml" ContentType="application/inkml+xml"/>
  <Override PartName="/ppt/ink/ink3263.xml" ContentType="application/inkml+xml"/>
  <Override PartName="/ppt/ink/ink3264.xml" ContentType="application/inkml+xml"/>
  <Override PartName="/ppt/ink/ink3265.xml" ContentType="application/inkml+xml"/>
  <Override PartName="/ppt/ink/ink3266.xml" ContentType="application/inkml+xml"/>
  <Override PartName="/ppt/ink/ink3267.xml" ContentType="application/inkml+xml"/>
  <Override PartName="/ppt/ink/ink3268.xml" ContentType="application/inkml+xml"/>
  <Override PartName="/ppt/ink/ink3269.xml" ContentType="application/inkml+xml"/>
  <Override PartName="/ppt/ink/ink3270.xml" ContentType="application/inkml+xml"/>
  <Override PartName="/ppt/ink/ink3271.xml" ContentType="application/inkml+xml"/>
  <Override PartName="/ppt/ink/ink3272.xml" ContentType="application/inkml+xml"/>
  <Override PartName="/ppt/ink/ink3273.xml" ContentType="application/inkml+xml"/>
  <Override PartName="/ppt/ink/ink3274.xml" ContentType="application/inkml+xml"/>
  <Override PartName="/ppt/ink/ink3275.xml" ContentType="application/inkml+xml"/>
  <Override PartName="/ppt/ink/ink3276.xml" ContentType="application/inkml+xml"/>
  <Override PartName="/ppt/ink/ink3277.xml" ContentType="application/inkml+xml"/>
  <Override PartName="/ppt/ink/ink3278.xml" ContentType="application/inkml+xml"/>
  <Override PartName="/ppt/ink/ink3279.xml" ContentType="application/inkml+xml"/>
  <Override PartName="/ppt/ink/ink3280.xml" ContentType="application/inkml+xml"/>
  <Override PartName="/ppt/ink/ink3281.xml" ContentType="application/inkml+xml"/>
  <Override PartName="/ppt/ink/ink3282.xml" ContentType="application/inkml+xml"/>
  <Override PartName="/ppt/ink/ink3283.xml" ContentType="application/inkml+xml"/>
  <Override PartName="/ppt/ink/ink3284.xml" ContentType="application/inkml+xml"/>
  <Override PartName="/ppt/ink/ink3285.xml" ContentType="application/inkml+xml"/>
  <Override PartName="/ppt/ink/ink3286.xml" ContentType="application/inkml+xml"/>
  <Override PartName="/ppt/ink/ink3287.xml" ContentType="application/inkml+xml"/>
  <Override PartName="/ppt/ink/ink3288.xml" ContentType="application/inkml+xml"/>
  <Override PartName="/ppt/ink/ink3289.xml" ContentType="application/inkml+xml"/>
  <Override PartName="/ppt/ink/ink3290.xml" ContentType="application/inkml+xml"/>
  <Override PartName="/ppt/ink/ink3291.xml" ContentType="application/inkml+xml"/>
  <Override PartName="/ppt/ink/ink3292.xml" ContentType="application/inkml+xml"/>
  <Override PartName="/ppt/ink/ink3293.xml" ContentType="application/inkml+xml"/>
  <Override PartName="/ppt/ink/ink3294.xml" ContentType="application/inkml+xml"/>
  <Override PartName="/ppt/ink/ink3295.xml" ContentType="application/inkml+xml"/>
  <Override PartName="/ppt/ink/ink3296.xml" ContentType="application/inkml+xml"/>
  <Override PartName="/ppt/ink/ink3297.xml" ContentType="application/inkml+xml"/>
  <Override PartName="/ppt/ink/ink3298.xml" ContentType="application/inkml+xml"/>
  <Override PartName="/ppt/ink/ink3299.xml" ContentType="application/inkml+xml"/>
  <Override PartName="/ppt/ink/ink3300.xml" ContentType="application/inkml+xml"/>
  <Override PartName="/ppt/ink/ink3301.xml" ContentType="application/inkml+xml"/>
  <Override PartName="/ppt/ink/ink3302.xml" ContentType="application/inkml+xml"/>
  <Override PartName="/ppt/ink/ink3303.xml" ContentType="application/inkml+xml"/>
  <Override PartName="/ppt/ink/ink3304.xml" ContentType="application/inkml+xml"/>
  <Override PartName="/ppt/ink/ink3305.xml" ContentType="application/inkml+xml"/>
  <Override PartName="/ppt/ink/ink3306.xml" ContentType="application/inkml+xml"/>
  <Override PartName="/ppt/ink/ink3307.xml" ContentType="application/inkml+xml"/>
  <Override PartName="/ppt/ink/ink3308.xml" ContentType="application/inkml+xml"/>
  <Override PartName="/ppt/ink/ink3309.xml" ContentType="application/inkml+xml"/>
  <Override PartName="/ppt/ink/ink3310.xml" ContentType="application/inkml+xml"/>
  <Override PartName="/ppt/ink/ink3311.xml" ContentType="application/inkml+xml"/>
  <Override PartName="/ppt/ink/ink3312.xml" ContentType="application/inkml+xml"/>
  <Override PartName="/ppt/ink/ink3313.xml" ContentType="application/inkml+xml"/>
  <Override PartName="/ppt/ink/ink3314.xml" ContentType="application/inkml+xml"/>
  <Override PartName="/ppt/ink/ink3315.xml" ContentType="application/inkml+xml"/>
  <Override PartName="/ppt/ink/ink3316.xml" ContentType="application/inkml+xml"/>
  <Override PartName="/ppt/ink/ink3317.xml" ContentType="application/inkml+xml"/>
  <Override PartName="/ppt/ink/ink3318.xml" ContentType="application/inkml+xml"/>
  <Override PartName="/ppt/ink/ink3319.xml" ContentType="application/inkml+xml"/>
  <Override PartName="/ppt/ink/ink3320.xml" ContentType="application/inkml+xml"/>
  <Override PartName="/ppt/ink/ink3321.xml" ContentType="application/inkml+xml"/>
  <Override PartName="/ppt/ink/ink3322.xml" ContentType="application/inkml+xml"/>
  <Override PartName="/ppt/ink/ink3323.xml" ContentType="application/inkml+xml"/>
  <Override PartName="/ppt/ink/ink3324.xml" ContentType="application/inkml+xml"/>
  <Override PartName="/ppt/ink/ink3325.xml" ContentType="application/inkml+xml"/>
  <Override PartName="/ppt/ink/ink3326.xml" ContentType="application/inkml+xml"/>
  <Override PartName="/ppt/ink/ink3327.xml" ContentType="application/inkml+xml"/>
  <Override PartName="/ppt/ink/ink3328.xml" ContentType="application/inkml+xml"/>
  <Override PartName="/ppt/ink/ink3329.xml" ContentType="application/inkml+xml"/>
  <Override PartName="/ppt/ink/ink3330.xml" ContentType="application/inkml+xml"/>
  <Override PartName="/ppt/ink/ink3331.xml" ContentType="application/inkml+xml"/>
  <Override PartName="/ppt/ink/ink3332.xml" ContentType="application/inkml+xml"/>
  <Override PartName="/ppt/ink/ink3333.xml" ContentType="application/inkml+xml"/>
  <Override PartName="/ppt/ink/ink3334.xml" ContentType="application/inkml+xml"/>
  <Override PartName="/ppt/ink/ink3335.xml" ContentType="application/inkml+xml"/>
  <Override PartName="/ppt/ink/ink3336.xml" ContentType="application/inkml+xml"/>
  <Override PartName="/ppt/ink/ink3337.xml" ContentType="application/inkml+xml"/>
  <Override PartName="/ppt/ink/ink3338.xml" ContentType="application/inkml+xml"/>
  <Override PartName="/ppt/ink/ink3339.xml" ContentType="application/inkml+xml"/>
  <Override PartName="/ppt/ink/ink3340.xml" ContentType="application/inkml+xml"/>
  <Override PartName="/ppt/ink/ink3341.xml" ContentType="application/inkml+xml"/>
  <Override PartName="/ppt/ink/ink3342.xml" ContentType="application/inkml+xml"/>
  <Override PartName="/ppt/ink/ink3343.xml" ContentType="application/inkml+xml"/>
  <Override PartName="/ppt/ink/ink3344.xml" ContentType="application/inkml+xml"/>
  <Override PartName="/ppt/ink/ink3345.xml" ContentType="application/inkml+xml"/>
  <Override PartName="/ppt/ink/ink3346.xml" ContentType="application/inkml+xml"/>
  <Override PartName="/ppt/ink/ink3347.xml" ContentType="application/inkml+xml"/>
  <Override PartName="/ppt/ink/ink3348.xml" ContentType="application/inkml+xml"/>
  <Override PartName="/ppt/ink/ink3349.xml" ContentType="application/inkml+xml"/>
  <Override PartName="/ppt/ink/ink3350.xml" ContentType="application/inkml+xml"/>
  <Override PartName="/ppt/ink/ink3351.xml" ContentType="application/inkml+xml"/>
  <Override PartName="/ppt/ink/ink3352.xml" ContentType="application/inkml+xml"/>
  <Override PartName="/ppt/ink/ink3353.xml" ContentType="application/inkml+xml"/>
  <Override PartName="/ppt/ink/ink3354.xml" ContentType="application/inkml+xml"/>
  <Override PartName="/ppt/ink/ink3355.xml" ContentType="application/inkml+xml"/>
  <Override PartName="/ppt/ink/ink3356.xml" ContentType="application/inkml+xml"/>
  <Override PartName="/ppt/ink/ink3357.xml" ContentType="application/inkml+xml"/>
  <Override PartName="/ppt/ink/ink3358.xml" ContentType="application/inkml+xml"/>
  <Override PartName="/ppt/ink/ink3359.xml" ContentType="application/inkml+xml"/>
  <Override PartName="/ppt/ink/ink3360.xml" ContentType="application/inkml+xml"/>
  <Override PartName="/ppt/ink/ink3361.xml" ContentType="application/inkml+xml"/>
  <Override PartName="/ppt/ink/ink3362.xml" ContentType="application/inkml+xml"/>
  <Override PartName="/ppt/ink/ink3363.xml" ContentType="application/inkml+xml"/>
  <Override PartName="/ppt/ink/ink3364.xml" ContentType="application/inkml+xml"/>
  <Override PartName="/ppt/ink/ink3365.xml" ContentType="application/inkml+xml"/>
  <Override PartName="/ppt/ink/ink3366.xml" ContentType="application/inkml+xml"/>
  <Override PartName="/ppt/ink/ink3367.xml" ContentType="application/inkml+xml"/>
  <Override PartName="/ppt/ink/ink3368.xml" ContentType="application/inkml+xml"/>
  <Override PartName="/ppt/ink/ink3369.xml" ContentType="application/inkml+xml"/>
  <Override PartName="/ppt/ink/ink3370.xml" ContentType="application/inkml+xml"/>
  <Override PartName="/ppt/ink/ink3371.xml" ContentType="application/inkml+xml"/>
  <Override PartName="/ppt/ink/ink3372.xml" ContentType="application/inkml+xml"/>
  <Override PartName="/ppt/ink/ink3373.xml" ContentType="application/inkml+xml"/>
  <Override PartName="/ppt/ink/ink3374.xml" ContentType="application/inkml+xml"/>
  <Override PartName="/ppt/ink/ink3375.xml" ContentType="application/inkml+xml"/>
  <Override PartName="/ppt/ink/ink3376.xml" ContentType="application/inkml+xml"/>
  <Override PartName="/ppt/ink/ink3377.xml" ContentType="application/inkml+xml"/>
  <Override PartName="/ppt/ink/ink3378.xml" ContentType="application/inkml+xml"/>
  <Override PartName="/ppt/ink/ink3379.xml" ContentType="application/inkml+xml"/>
  <Override PartName="/ppt/ink/ink3380.xml" ContentType="application/inkml+xml"/>
  <Override PartName="/ppt/ink/ink3381.xml" ContentType="application/inkml+xml"/>
  <Override PartName="/ppt/ink/ink3382.xml" ContentType="application/inkml+xml"/>
  <Override PartName="/ppt/ink/ink3383.xml" ContentType="application/inkml+xml"/>
  <Override PartName="/ppt/ink/ink3384.xml" ContentType="application/inkml+xml"/>
  <Override PartName="/ppt/ink/ink3385.xml" ContentType="application/inkml+xml"/>
  <Override PartName="/ppt/ink/ink3386.xml" ContentType="application/inkml+xml"/>
  <Override PartName="/ppt/ink/ink3387.xml" ContentType="application/inkml+xml"/>
  <Override PartName="/ppt/ink/ink3388.xml" ContentType="application/inkml+xml"/>
  <Override PartName="/ppt/ink/ink3389.xml" ContentType="application/inkml+xml"/>
  <Override PartName="/ppt/ink/ink3390.xml" ContentType="application/inkml+xml"/>
  <Override PartName="/ppt/ink/ink3391.xml" ContentType="application/inkml+xml"/>
  <Override PartName="/ppt/ink/ink3392.xml" ContentType="application/inkml+xml"/>
  <Override PartName="/ppt/ink/ink3393.xml" ContentType="application/inkml+xml"/>
  <Override PartName="/ppt/ink/ink3394.xml" ContentType="application/inkml+xml"/>
  <Override PartName="/ppt/ink/ink3395.xml" ContentType="application/inkml+xml"/>
  <Override PartName="/ppt/ink/ink3396.xml" ContentType="application/inkml+xml"/>
  <Override PartName="/ppt/ink/ink3397.xml" ContentType="application/inkml+xml"/>
  <Override PartName="/ppt/ink/ink3398.xml" ContentType="application/inkml+xml"/>
  <Override PartName="/ppt/ink/ink3399.xml" ContentType="application/inkml+xml"/>
  <Override PartName="/ppt/ink/ink3400.xml" ContentType="application/inkml+xml"/>
  <Override PartName="/ppt/ink/ink3401.xml" ContentType="application/inkml+xml"/>
  <Override PartName="/ppt/ink/ink3402.xml" ContentType="application/inkml+xml"/>
  <Override PartName="/ppt/ink/ink3403.xml" ContentType="application/inkml+xml"/>
  <Override PartName="/ppt/ink/ink3404.xml" ContentType="application/inkml+xml"/>
  <Override PartName="/ppt/ink/ink3405.xml" ContentType="application/inkml+xml"/>
  <Override PartName="/ppt/ink/ink3406.xml" ContentType="application/inkml+xml"/>
  <Override PartName="/ppt/ink/ink3407.xml" ContentType="application/inkml+xml"/>
  <Override PartName="/ppt/ink/ink3408.xml" ContentType="application/inkml+xml"/>
  <Override PartName="/ppt/ink/ink3409.xml" ContentType="application/inkml+xml"/>
  <Override PartName="/ppt/ink/ink3410.xml" ContentType="application/inkml+xml"/>
  <Override PartName="/ppt/ink/ink3411.xml" ContentType="application/inkml+xml"/>
  <Override PartName="/ppt/ink/ink3412.xml" ContentType="application/inkml+xml"/>
  <Override PartName="/ppt/ink/ink3413.xml" ContentType="application/inkml+xml"/>
  <Override PartName="/ppt/ink/ink3414.xml" ContentType="application/inkml+xml"/>
  <Override PartName="/ppt/ink/ink3415.xml" ContentType="application/inkml+xml"/>
  <Override PartName="/ppt/ink/ink3416.xml" ContentType="application/inkml+xml"/>
  <Override PartName="/ppt/ink/ink3417.xml" ContentType="application/inkml+xml"/>
  <Override PartName="/ppt/ink/ink3418.xml" ContentType="application/inkml+xml"/>
  <Override PartName="/ppt/ink/ink3419.xml" ContentType="application/inkml+xml"/>
  <Override PartName="/ppt/ink/ink3420.xml" ContentType="application/inkml+xml"/>
  <Override PartName="/ppt/ink/ink3421.xml" ContentType="application/inkml+xml"/>
  <Override PartName="/ppt/ink/ink3422.xml" ContentType="application/inkml+xml"/>
  <Override PartName="/ppt/ink/ink3423.xml" ContentType="application/inkml+xml"/>
  <Override PartName="/ppt/ink/ink3424.xml" ContentType="application/inkml+xml"/>
  <Override PartName="/ppt/ink/ink3425.xml" ContentType="application/inkml+xml"/>
  <Override PartName="/ppt/ink/ink3426.xml" ContentType="application/inkml+xml"/>
  <Override PartName="/ppt/ink/ink3427.xml" ContentType="application/inkml+xml"/>
  <Override PartName="/ppt/ink/ink3428.xml" ContentType="application/inkml+xml"/>
  <Override PartName="/ppt/ink/ink3429.xml" ContentType="application/inkml+xml"/>
  <Override PartName="/ppt/ink/ink3430.xml" ContentType="application/inkml+xml"/>
  <Override PartName="/ppt/ink/ink3431.xml" ContentType="application/inkml+xml"/>
  <Override PartName="/ppt/ink/ink3432.xml" ContentType="application/inkml+xml"/>
  <Override PartName="/ppt/ink/ink3433.xml" ContentType="application/inkml+xml"/>
  <Override PartName="/ppt/ink/ink3434.xml" ContentType="application/inkml+xml"/>
  <Override PartName="/ppt/ink/ink3435.xml" ContentType="application/inkml+xml"/>
  <Override PartName="/ppt/ink/ink3436.xml" ContentType="application/inkml+xml"/>
  <Override PartName="/ppt/ink/ink3437.xml" ContentType="application/inkml+xml"/>
  <Override PartName="/ppt/ink/ink3438.xml" ContentType="application/inkml+xml"/>
  <Override PartName="/ppt/ink/ink3439.xml" ContentType="application/inkml+xml"/>
  <Override PartName="/ppt/ink/ink3440.xml" ContentType="application/inkml+xml"/>
  <Override PartName="/ppt/ink/ink3441.xml" ContentType="application/inkml+xml"/>
  <Override PartName="/ppt/ink/ink3442.xml" ContentType="application/inkml+xml"/>
  <Override PartName="/ppt/ink/ink3443.xml" ContentType="application/inkml+xml"/>
  <Override PartName="/ppt/ink/ink3444.xml" ContentType="application/inkml+xml"/>
  <Override PartName="/ppt/ink/ink3445.xml" ContentType="application/inkml+xml"/>
  <Override PartName="/ppt/ink/ink3446.xml" ContentType="application/inkml+xml"/>
  <Override PartName="/ppt/ink/ink3447.xml" ContentType="application/inkml+xml"/>
  <Override PartName="/ppt/ink/ink3448.xml" ContentType="application/inkml+xml"/>
  <Override PartName="/ppt/ink/ink3449.xml" ContentType="application/inkml+xml"/>
  <Override PartName="/ppt/ink/ink3450.xml" ContentType="application/inkml+xml"/>
  <Override PartName="/ppt/ink/ink3451.xml" ContentType="application/inkml+xml"/>
  <Override PartName="/ppt/ink/ink3452.xml" ContentType="application/inkml+xml"/>
  <Override PartName="/ppt/ink/ink3453.xml" ContentType="application/inkml+xml"/>
  <Override PartName="/ppt/ink/ink3454.xml" ContentType="application/inkml+xml"/>
  <Override PartName="/ppt/ink/ink3455.xml" ContentType="application/inkml+xml"/>
  <Override PartName="/ppt/ink/ink3456.xml" ContentType="application/inkml+xml"/>
  <Override PartName="/ppt/ink/ink3457.xml" ContentType="application/inkml+xml"/>
  <Override PartName="/ppt/ink/ink3458.xml" ContentType="application/inkml+xml"/>
  <Override PartName="/ppt/ink/ink3459.xml" ContentType="application/inkml+xml"/>
  <Override PartName="/ppt/ink/ink3460.xml" ContentType="application/inkml+xml"/>
  <Override PartName="/ppt/ink/ink3461.xml" ContentType="application/inkml+xml"/>
  <Override PartName="/ppt/ink/ink3462.xml" ContentType="application/inkml+xml"/>
  <Override PartName="/ppt/ink/ink3463.xml" ContentType="application/inkml+xml"/>
  <Override PartName="/ppt/ink/ink3464.xml" ContentType="application/inkml+xml"/>
  <Override PartName="/ppt/ink/ink3465.xml" ContentType="application/inkml+xml"/>
  <Override PartName="/ppt/ink/ink3466.xml" ContentType="application/inkml+xml"/>
  <Override PartName="/ppt/ink/ink3467.xml" ContentType="application/inkml+xml"/>
  <Override PartName="/ppt/ink/ink3468.xml" ContentType="application/inkml+xml"/>
  <Override PartName="/ppt/ink/ink3469.xml" ContentType="application/inkml+xml"/>
  <Override PartName="/ppt/ink/ink3470.xml" ContentType="application/inkml+xml"/>
  <Override PartName="/ppt/ink/ink3471.xml" ContentType="application/inkml+xml"/>
  <Override PartName="/ppt/ink/ink3472.xml" ContentType="application/inkml+xml"/>
  <Override PartName="/ppt/ink/ink3473.xml" ContentType="application/inkml+xml"/>
  <Override PartName="/ppt/ink/ink3474.xml" ContentType="application/inkml+xml"/>
  <Override PartName="/ppt/ink/ink3475.xml" ContentType="application/inkml+xml"/>
  <Override PartName="/ppt/ink/ink3476.xml" ContentType="application/inkml+xml"/>
  <Override PartName="/ppt/ink/ink3477.xml" ContentType="application/inkml+xml"/>
  <Override PartName="/ppt/ink/ink3478.xml" ContentType="application/inkml+xml"/>
  <Override PartName="/ppt/ink/ink3479.xml" ContentType="application/inkml+xml"/>
  <Override PartName="/ppt/ink/ink3480.xml" ContentType="application/inkml+xml"/>
  <Override PartName="/ppt/ink/ink3481.xml" ContentType="application/inkml+xml"/>
  <Override PartName="/ppt/ink/ink3482.xml" ContentType="application/inkml+xml"/>
  <Override PartName="/ppt/ink/ink3483.xml" ContentType="application/inkml+xml"/>
  <Override PartName="/ppt/ink/ink3484.xml" ContentType="application/inkml+xml"/>
  <Override PartName="/ppt/ink/ink3485.xml" ContentType="application/inkml+xml"/>
  <Override PartName="/ppt/ink/ink3486.xml" ContentType="application/inkml+xml"/>
  <Override PartName="/ppt/ink/ink3487.xml" ContentType="application/inkml+xml"/>
  <Override PartName="/ppt/ink/ink3488.xml" ContentType="application/inkml+xml"/>
  <Override PartName="/ppt/ink/ink3489.xml" ContentType="application/inkml+xml"/>
  <Override PartName="/ppt/ink/ink3490.xml" ContentType="application/inkml+xml"/>
  <Override PartName="/ppt/ink/ink3491.xml" ContentType="application/inkml+xml"/>
  <Override PartName="/ppt/ink/ink3492.xml" ContentType="application/inkml+xml"/>
  <Override PartName="/ppt/ink/ink3493.xml" ContentType="application/inkml+xml"/>
  <Override PartName="/ppt/ink/ink3494.xml" ContentType="application/inkml+xml"/>
  <Override PartName="/ppt/ink/ink3495.xml" ContentType="application/inkml+xml"/>
  <Override PartName="/ppt/ink/ink3496.xml" ContentType="application/inkml+xml"/>
  <Override PartName="/ppt/ink/ink3497.xml" ContentType="application/inkml+xml"/>
  <Override PartName="/ppt/ink/ink3498.xml" ContentType="application/inkml+xml"/>
  <Override PartName="/ppt/ink/ink3499.xml" ContentType="application/inkml+xml"/>
  <Override PartName="/ppt/ink/ink3500.xml" ContentType="application/inkml+xml"/>
  <Override PartName="/ppt/ink/ink3501.xml" ContentType="application/inkml+xml"/>
  <Override PartName="/ppt/ink/ink3502.xml" ContentType="application/inkml+xml"/>
  <Override PartName="/ppt/ink/ink3503.xml" ContentType="application/inkml+xml"/>
  <Override PartName="/ppt/ink/ink3504.xml" ContentType="application/inkml+xml"/>
  <Override PartName="/ppt/ink/ink3505.xml" ContentType="application/inkml+xml"/>
  <Override PartName="/ppt/ink/ink3506.xml" ContentType="application/inkml+xml"/>
  <Override PartName="/ppt/ink/ink3507.xml" ContentType="application/inkml+xml"/>
  <Override PartName="/ppt/ink/ink3508.xml" ContentType="application/inkml+xml"/>
  <Override PartName="/ppt/ink/ink3509.xml" ContentType="application/inkml+xml"/>
  <Override PartName="/ppt/ink/ink3510.xml" ContentType="application/inkml+xml"/>
  <Override PartName="/ppt/ink/ink3511.xml" ContentType="application/inkml+xml"/>
  <Override PartName="/ppt/ink/ink3512.xml" ContentType="application/inkml+xml"/>
  <Override PartName="/ppt/ink/ink3513.xml" ContentType="application/inkml+xml"/>
  <Override PartName="/ppt/ink/ink3514.xml" ContentType="application/inkml+xml"/>
  <Override PartName="/ppt/ink/ink3515.xml" ContentType="application/inkml+xml"/>
  <Override PartName="/ppt/ink/ink3516.xml" ContentType="application/inkml+xml"/>
  <Override PartName="/ppt/ink/ink3517.xml" ContentType="application/inkml+xml"/>
  <Override PartName="/ppt/ink/ink3518.xml" ContentType="application/inkml+xml"/>
  <Override PartName="/ppt/ink/ink3519.xml" ContentType="application/inkml+xml"/>
  <Override PartName="/ppt/ink/ink3520.xml" ContentType="application/inkml+xml"/>
  <Override PartName="/ppt/ink/ink3521.xml" ContentType="application/inkml+xml"/>
  <Override PartName="/ppt/ink/ink3522.xml" ContentType="application/inkml+xml"/>
  <Override PartName="/ppt/ink/ink3523.xml" ContentType="application/inkml+xml"/>
  <Override PartName="/ppt/ink/ink3524.xml" ContentType="application/inkml+xml"/>
  <Override PartName="/ppt/ink/ink3525.xml" ContentType="application/inkml+xml"/>
  <Override PartName="/ppt/ink/ink3526.xml" ContentType="application/inkml+xml"/>
  <Override PartName="/ppt/ink/ink3527.xml" ContentType="application/inkml+xml"/>
  <Override PartName="/ppt/ink/ink3528.xml" ContentType="application/inkml+xml"/>
  <Override PartName="/ppt/ink/ink3529.xml" ContentType="application/inkml+xml"/>
  <Override PartName="/ppt/ink/ink3530.xml" ContentType="application/inkml+xml"/>
  <Override PartName="/ppt/ink/ink3531.xml" ContentType="application/inkml+xml"/>
  <Override PartName="/ppt/ink/ink3532.xml" ContentType="application/inkml+xml"/>
  <Override PartName="/ppt/ink/ink3533.xml" ContentType="application/inkml+xml"/>
  <Override PartName="/ppt/ink/ink3534.xml" ContentType="application/inkml+xml"/>
  <Override PartName="/ppt/ink/ink3535.xml" ContentType="application/inkml+xml"/>
  <Override PartName="/ppt/ink/ink3536.xml" ContentType="application/inkml+xml"/>
  <Override PartName="/ppt/ink/ink3537.xml" ContentType="application/inkml+xml"/>
  <Override PartName="/ppt/ink/ink3538.xml" ContentType="application/inkml+xml"/>
  <Override PartName="/ppt/ink/ink3539.xml" ContentType="application/inkml+xml"/>
  <Override PartName="/ppt/ink/ink3540.xml" ContentType="application/inkml+xml"/>
  <Override PartName="/ppt/ink/ink3541.xml" ContentType="application/inkml+xml"/>
  <Override PartName="/ppt/ink/ink3542.xml" ContentType="application/inkml+xml"/>
  <Override PartName="/ppt/ink/ink3543.xml" ContentType="application/inkml+xml"/>
  <Override PartName="/ppt/ink/ink3544.xml" ContentType="application/inkml+xml"/>
  <Override PartName="/ppt/ink/ink3545.xml" ContentType="application/inkml+xml"/>
  <Override PartName="/ppt/ink/ink3546.xml" ContentType="application/inkml+xml"/>
  <Override PartName="/ppt/ink/ink3547.xml" ContentType="application/inkml+xml"/>
  <Override PartName="/ppt/ink/ink3548.xml" ContentType="application/inkml+xml"/>
  <Override PartName="/ppt/ink/ink3549.xml" ContentType="application/inkml+xml"/>
  <Override PartName="/ppt/ink/ink3550.xml" ContentType="application/inkml+xml"/>
  <Override PartName="/ppt/ink/ink3551.xml" ContentType="application/inkml+xml"/>
  <Override PartName="/ppt/ink/ink3552.xml" ContentType="application/inkml+xml"/>
  <Override PartName="/ppt/ink/ink3553.xml" ContentType="application/inkml+xml"/>
  <Override PartName="/ppt/ink/ink3554.xml" ContentType="application/inkml+xml"/>
  <Override PartName="/ppt/ink/ink3555.xml" ContentType="application/inkml+xml"/>
  <Override PartName="/ppt/ink/ink3556.xml" ContentType="application/inkml+xml"/>
  <Override PartName="/ppt/ink/ink3557.xml" ContentType="application/inkml+xml"/>
  <Override PartName="/ppt/ink/ink3558.xml" ContentType="application/inkml+xml"/>
  <Override PartName="/ppt/ink/ink3559.xml" ContentType="application/inkml+xml"/>
  <Override PartName="/ppt/ink/ink3560.xml" ContentType="application/inkml+xml"/>
  <Override PartName="/ppt/ink/ink3561.xml" ContentType="application/inkml+xml"/>
  <Override PartName="/ppt/ink/ink3562.xml" ContentType="application/inkml+xml"/>
  <Override PartName="/ppt/ink/ink3563.xml" ContentType="application/inkml+xml"/>
  <Override PartName="/ppt/ink/ink3564.xml" ContentType="application/inkml+xml"/>
  <Override PartName="/ppt/ink/ink3565.xml" ContentType="application/inkml+xml"/>
  <Override PartName="/ppt/ink/ink3566.xml" ContentType="application/inkml+xml"/>
  <Override PartName="/ppt/ink/ink3567.xml" ContentType="application/inkml+xml"/>
  <Override PartName="/ppt/ink/ink3568.xml" ContentType="application/inkml+xml"/>
  <Override PartName="/ppt/ink/ink3569.xml" ContentType="application/inkml+xml"/>
  <Override PartName="/ppt/ink/ink3570.xml" ContentType="application/inkml+xml"/>
  <Override PartName="/ppt/ink/ink3571.xml" ContentType="application/inkml+xml"/>
  <Override PartName="/ppt/ink/ink3572.xml" ContentType="application/inkml+xml"/>
  <Override PartName="/ppt/ink/ink3573.xml" ContentType="application/inkml+xml"/>
  <Override PartName="/ppt/ink/ink3574.xml" ContentType="application/inkml+xml"/>
  <Override PartName="/ppt/ink/ink3575.xml" ContentType="application/inkml+xml"/>
  <Override PartName="/ppt/ink/ink3576.xml" ContentType="application/inkml+xml"/>
  <Override PartName="/ppt/ink/ink3577.xml" ContentType="application/inkml+xml"/>
  <Override PartName="/ppt/ink/ink3578.xml" ContentType="application/inkml+xml"/>
  <Override PartName="/ppt/ink/ink3579.xml" ContentType="application/inkml+xml"/>
  <Override PartName="/ppt/ink/ink3580.xml" ContentType="application/inkml+xml"/>
  <Override PartName="/ppt/ink/ink3581.xml" ContentType="application/inkml+xml"/>
  <Override PartName="/ppt/ink/ink3582.xml" ContentType="application/inkml+xml"/>
  <Override PartName="/ppt/ink/ink3583.xml" ContentType="application/inkml+xml"/>
  <Override PartName="/ppt/ink/ink3584.xml" ContentType="application/inkml+xml"/>
  <Override PartName="/ppt/ink/ink3585.xml" ContentType="application/inkml+xml"/>
  <Override PartName="/ppt/ink/ink3586.xml" ContentType="application/inkml+xml"/>
  <Override PartName="/ppt/ink/ink3587.xml" ContentType="application/inkml+xml"/>
  <Override PartName="/ppt/ink/ink3588.xml" ContentType="application/inkml+xml"/>
  <Override PartName="/ppt/ink/ink3589.xml" ContentType="application/inkml+xml"/>
  <Override PartName="/ppt/ink/ink3590.xml" ContentType="application/inkml+xml"/>
  <Override PartName="/ppt/ink/ink3591.xml" ContentType="application/inkml+xml"/>
  <Override PartName="/ppt/ink/ink3592.xml" ContentType="application/inkml+xml"/>
  <Override PartName="/ppt/ink/ink3593.xml" ContentType="application/inkml+xml"/>
  <Override PartName="/ppt/ink/ink3594.xml" ContentType="application/inkml+xml"/>
  <Override PartName="/ppt/ink/ink3595.xml" ContentType="application/inkml+xml"/>
  <Override PartName="/ppt/ink/ink3596.xml" ContentType="application/inkml+xml"/>
  <Override PartName="/ppt/ink/ink3597.xml" ContentType="application/inkml+xml"/>
  <Override PartName="/ppt/ink/ink3598.xml" ContentType="application/inkml+xml"/>
  <Override PartName="/ppt/ink/ink3599.xml" ContentType="application/inkml+xml"/>
  <Override PartName="/ppt/ink/ink3600.xml" ContentType="application/inkml+xml"/>
  <Override PartName="/ppt/ink/ink3601.xml" ContentType="application/inkml+xml"/>
  <Override PartName="/ppt/ink/ink3602.xml" ContentType="application/inkml+xml"/>
  <Override PartName="/ppt/ink/ink3603.xml" ContentType="application/inkml+xml"/>
  <Override PartName="/ppt/ink/ink3604.xml" ContentType="application/inkml+xml"/>
  <Override PartName="/ppt/ink/ink3605.xml" ContentType="application/inkml+xml"/>
  <Override PartName="/ppt/ink/ink3606.xml" ContentType="application/inkml+xml"/>
  <Override PartName="/ppt/ink/ink3607.xml" ContentType="application/inkml+xml"/>
  <Override PartName="/ppt/ink/ink3608.xml" ContentType="application/inkml+xml"/>
  <Override PartName="/ppt/ink/ink3609.xml" ContentType="application/inkml+xml"/>
  <Override PartName="/ppt/ink/ink3610.xml" ContentType="application/inkml+xml"/>
  <Override PartName="/ppt/ink/ink3611.xml" ContentType="application/inkml+xml"/>
  <Override PartName="/ppt/ink/ink3612.xml" ContentType="application/inkml+xml"/>
  <Override PartName="/ppt/ink/ink3613.xml" ContentType="application/inkml+xml"/>
  <Override PartName="/ppt/ink/ink3614.xml" ContentType="application/inkml+xml"/>
  <Override PartName="/ppt/ink/ink3615.xml" ContentType="application/inkml+xml"/>
  <Override PartName="/ppt/ink/ink3616.xml" ContentType="application/inkml+xml"/>
  <Override PartName="/ppt/ink/ink3617.xml" ContentType="application/inkml+xml"/>
  <Override PartName="/ppt/ink/ink3618.xml" ContentType="application/inkml+xml"/>
  <Override PartName="/ppt/ink/ink3619.xml" ContentType="application/inkml+xml"/>
  <Override PartName="/ppt/ink/ink3620.xml" ContentType="application/inkml+xml"/>
  <Override PartName="/ppt/ink/ink3621.xml" ContentType="application/inkml+xml"/>
  <Override PartName="/ppt/ink/ink3622.xml" ContentType="application/inkml+xml"/>
  <Override PartName="/ppt/ink/ink3623.xml" ContentType="application/inkml+xml"/>
  <Override PartName="/ppt/ink/ink3624.xml" ContentType="application/inkml+xml"/>
  <Override PartName="/ppt/ink/ink3625.xml" ContentType="application/inkml+xml"/>
  <Override PartName="/ppt/ink/ink3626.xml" ContentType="application/inkml+xml"/>
  <Override PartName="/ppt/ink/ink3627.xml" ContentType="application/inkml+xml"/>
  <Override PartName="/ppt/ink/ink3628.xml" ContentType="application/inkml+xml"/>
  <Override PartName="/ppt/ink/ink3629.xml" ContentType="application/inkml+xml"/>
  <Override PartName="/ppt/ink/ink3630.xml" ContentType="application/inkml+xml"/>
  <Override PartName="/ppt/ink/ink3631.xml" ContentType="application/inkml+xml"/>
  <Override PartName="/ppt/ink/ink3632.xml" ContentType="application/inkml+xml"/>
  <Override PartName="/ppt/ink/ink3633.xml" ContentType="application/inkml+xml"/>
  <Override PartName="/ppt/ink/ink3634.xml" ContentType="application/inkml+xml"/>
  <Override PartName="/ppt/ink/ink3635.xml" ContentType="application/inkml+xml"/>
  <Override PartName="/ppt/ink/ink3636.xml" ContentType="application/inkml+xml"/>
  <Override PartName="/ppt/ink/ink3637.xml" ContentType="application/inkml+xml"/>
  <Override PartName="/ppt/ink/ink3638.xml" ContentType="application/inkml+xml"/>
  <Override PartName="/ppt/ink/ink3639.xml" ContentType="application/inkml+xml"/>
  <Override PartName="/ppt/ink/ink3640.xml" ContentType="application/inkml+xml"/>
  <Override PartName="/ppt/ink/ink3641.xml" ContentType="application/inkml+xml"/>
  <Override PartName="/ppt/ink/ink3642.xml" ContentType="application/inkml+xml"/>
  <Override PartName="/ppt/ink/ink3643.xml" ContentType="application/inkml+xml"/>
  <Override PartName="/ppt/ink/ink3644.xml" ContentType="application/inkml+xml"/>
  <Override PartName="/ppt/ink/ink3645.xml" ContentType="application/inkml+xml"/>
  <Override PartName="/ppt/ink/ink3646.xml" ContentType="application/inkml+xml"/>
  <Override PartName="/ppt/ink/ink3647.xml" ContentType="application/inkml+xml"/>
  <Override PartName="/ppt/ink/ink3648.xml" ContentType="application/inkml+xml"/>
  <Override PartName="/ppt/ink/ink3649.xml" ContentType="application/inkml+xml"/>
  <Override PartName="/ppt/ink/ink3650.xml" ContentType="application/inkml+xml"/>
  <Override PartName="/ppt/ink/ink3651.xml" ContentType="application/inkml+xml"/>
  <Override PartName="/ppt/ink/ink3652.xml" ContentType="application/inkml+xml"/>
  <Override PartName="/ppt/ink/ink3653.xml" ContentType="application/inkml+xml"/>
  <Override PartName="/ppt/ink/ink3654.xml" ContentType="application/inkml+xml"/>
  <Override PartName="/ppt/ink/ink3655.xml" ContentType="application/inkml+xml"/>
  <Override PartName="/ppt/ink/ink3656.xml" ContentType="application/inkml+xml"/>
  <Override PartName="/ppt/ink/ink3657.xml" ContentType="application/inkml+xml"/>
  <Override PartName="/ppt/ink/ink3658.xml" ContentType="application/inkml+xml"/>
  <Override PartName="/ppt/ink/ink3659.xml" ContentType="application/inkml+xml"/>
  <Override PartName="/ppt/ink/ink3660.xml" ContentType="application/inkml+xml"/>
  <Override PartName="/ppt/ink/ink3661.xml" ContentType="application/inkml+xml"/>
  <Override PartName="/ppt/ink/ink3662.xml" ContentType="application/inkml+xml"/>
  <Override PartName="/ppt/ink/ink3663.xml" ContentType="application/inkml+xml"/>
  <Override PartName="/ppt/ink/ink3664.xml" ContentType="application/inkml+xml"/>
  <Override PartName="/ppt/ink/ink3665.xml" ContentType="application/inkml+xml"/>
  <Override PartName="/ppt/ink/ink3666.xml" ContentType="application/inkml+xml"/>
  <Override PartName="/ppt/ink/ink3667.xml" ContentType="application/inkml+xml"/>
  <Override PartName="/ppt/ink/ink3668.xml" ContentType="application/inkml+xml"/>
  <Override PartName="/ppt/ink/ink3669.xml" ContentType="application/inkml+xml"/>
  <Override PartName="/ppt/ink/ink3670.xml" ContentType="application/inkml+xml"/>
  <Override PartName="/ppt/ink/ink3671.xml" ContentType="application/inkml+xml"/>
  <Override PartName="/ppt/ink/ink3672.xml" ContentType="application/inkml+xml"/>
  <Override PartName="/ppt/ink/ink3673.xml" ContentType="application/inkml+xml"/>
  <Override PartName="/ppt/ink/ink3674.xml" ContentType="application/inkml+xml"/>
  <Override PartName="/ppt/ink/ink3675.xml" ContentType="application/inkml+xml"/>
  <Override PartName="/ppt/ink/ink3676.xml" ContentType="application/inkml+xml"/>
  <Override PartName="/ppt/ink/ink3677.xml" ContentType="application/inkml+xml"/>
  <Override PartName="/ppt/ink/ink3678.xml" ContentType="application/inkml+xml"/>
  <Override PartName="/ppt/ink/ink3679.xml" ContentType="application/inkml+xml"/>
  <Override PartName="/ppt/ink/ink3680.xml" ContentType="application/inkml+xml"/>
  <Override PartName="/ppt/ink/ink3681.xml" ContentType="application/inkml+xml"/>
  <Override PartName="/ppt/ink/ink3682.xml" ContentType="application/inkml+xml"/>
  <Override PartName="/ppt/ink/ink3683.xml" ContentType="application/inkml+xml"/>
  <Override PartName="/ppt/ink/ink3684.xml" ContentType="application/inkml+xml"/>
  <Override PartName="/ppt/ink/ink3685.xml" ContentType="application/inkml+xml"/>
  <Override PartName="/ppt/ink/ink3686.xml" ContentType="application/inkml+xml"/>
  <Override PartName="/ppt/ink/ink3687.xml" ContentType="application/inkml+xml"/>
  <Override PartName="/ppt/ink/ink3688.xml" ContentType="application/inkml+xml"/>
  <Override PartName="/ppt/ink/ink3689.xml" ContentType="application/inkml+xml"/>
  <Override PartName="/ppt/ink/ink3690.xml" ContentType="application/inkml+xml"/>
  <Override PartName="/ppt/ink/ink3691.xml" ContentType="application/inkml+xml"/>
  <Override PartName="/ppt/ink/ink3692.xml" ContentType="application/inkml+xml"/>
  <Override PartName="/ppt/ink/ink3693.xml" ContentType="application/inkml+xml"/>
  <Override PartName="/ppt/ink/ink3694.xml" ContentType="application/inkml+xml"/>
  <Override PartName="/ppt/ink/ink3695.xml" ContentType="application/inkml+xml"/>
  <Override PartName="/ppt/ink/ink3696.xml" ContentType="application/inkml+xml"/>
  <Override PartName="/ppt/ink/ink3697.xml" ContentType="application/inkml+xml"/>
  <Override PartName="/ppt/ink/ink3698.xml" ContentType="application/inkml+xml"/>
  <Override PartName="/ppt/ink/ink3699.xml" ContentType="application/inkml+xml"/>
  <Override PartName="/ppt/ink/ink3700.xml" ContentType="application/inkml+xml"/>
  <Override PartName="/ppt/ink/ink3701.xml" ContentType="application/inkml+xml"/>
  <Override PartName="/ppt/ink/ink3702.xml" ContentType="application/inkml+xml"/>
  <Override PartName="/ppt/ink/ink3703.xml" ContentType="application/inkml+xml"/>
  <Override PartName="/ppt/ink/ink3704.xml" ContentType="application/inkml+xml"/>
  <Override PartName="/ppt/ink/ink3705.xml" ContentType="application/inkml+xml"/>
  <Override PartName="/ppt/ink/ink3706.xml" ContentType="application/inkml+xml"/>
  <Override PartName="/ppt/ink/ink3707.xml" ContentType="application/inkml+xml"/>
  <Override PartName="/ppt/ink/ink3708.xml" ContentType="application/inkml+xml"/>
  <Override PartName="/ppt/ink/ink3709.xml" ContentType="application/inkml+xml"/>
  <Override PartName="/ppt/ink/ink3710.xml" ContentType="application/inkml+xml"/>
  <Override PartName="/ppt/ink/ink3711.xml" ContentType="application/inkml+xml"/>
  <Override PartName="/ppt/ink/ink3712.xml" ContentType="application/inkml+xml"/>
  <Override PartName="/ppt/ink/ink3713.xml" ContentType="application/inkml+xml"/>
  <Override PartName="/ppt/ink/ink3714.xml" ContentType="application/inkml+xml"/>
  <Override PartName="/ppt/ink/ink3715.xml" ContentType="application/inkml+xml"/>
  <Override PartName="/ppt/ink/ink3716.xml" ContentType="application/inkml+xml"/>
  <Override PartName="/ppt/ink/ink3717.xml" ContentType="application/inkml+xml"/>
  <Override PartName="/ppt/ink/ink3718.xml" ContentType="application/inkml+xml"/>
  <Override PartName="/ppt/ink/ink3719.xml" ContentType="application/inkml+xml"/>
  <Override PartName="/ppt/ink/ink3720.xml" ContentType="application/inkml+xml"/>
  <Override PartName="/ppt/ink/ink3721.xml" ContentType="application/inkml+xml"/>
  <Override PartName="/ppt/ink/ink3722.xml" ContentType="application/inkml+xml"/>
  <Override PartName="/ppt/ink/ink3723.xml" ContentType="application/inkml+xml"/>
  <Override PartName="/ppt/ink/ink3724.xml" ContentType="application/inkml+xml"/>
  <Override PartName="/ppt/ink/ink3725.xml" ContentType="application/inkml+xml"/>
  <Override PartName="/ppt/ink/ink3726.xml" ContentType="application/inkml+xml"/>
  <Override PartName="/ppt/ink/ink3727.xml" ContentType="application/inkml+xml"/>
  <Override PartName="/ppt/ink/ink3728.xml" ContentType="application/inkml+xml"/>
  <Override PartName="/ppt/ink/ink3729.xml" ContentType="application/inkml+xml"/>
  <Override PartName="/ppt/ink/ink3730.xml" ContentType="application/inkml+xml"/>
  <Override PartName="/ppt/ink/ink3731.xml" ContentType="application/inkml+xml"/>
  <Override PartName="/ppt/ink/ink3732.xml" ContentType="application/inkml+xml"/>
  <Override PartName="/ppt/ink/ink3733.xml" ContentType="application/inkml+xml"/>
  <Override PartName="/ppt/ink/ink3734.xml" ContentType="application/inkml+xml"/>
  <Override PartName="/ppt/ink/ink3735.xml" ContentType="application/inkml+xml"/>
  <Override PartName="/ppt/ink/ink3736.xml" ContentType="application/inkml+xml"/>
  <Override PartName="/ppt/ink/ink3737.xml" ContentType="application/inkml+xml"/>
  <Override PartName="/ppt/ink/ink3738.xml" ContentType="application/inkml+xml"/>
  <Override PartName="/ppt/ink/ink3739.xml" ContentType="application/inkml+xml"/>
  <Override PartName="/ppt/ink/ink3740.xml" ContentType="application/inkml+xml"/>
  <Override PartName="/ppt/ink/ink3741.xml" ContentType="application/inkml+xml"/>
  <Override PartName="/ppt/ink/ink3742.xml" ContentType="application/inkml+xml"/>
  <Override PartName="/ppt/ink/ink3743.xml" ContentType="application/inkml+xml"/>
  <Override PartName="/ppt/ink/ink3744.xml" ContentType="application/inkml+xml"/>
  <Override PartName="/ppt/ink/ink3745.xml" ContentType="application/inkml+xml"/>
  <Override PartName="/ppt/ink/ink3746.xml" ContentType="application/inkml+xml"/>
  <Override PartName="/ppt/ink/ink3747.xml" ContentType="application/inkml+xml"/>
  <Override PartName="/ppt/ink/ink3748.xml" ContentType="application/inkml+xml"/>
  <Override PartName="/ppt/ink/ink3749.xml" ContentType="application/inkml+xml"/>
  <Override PartName="/ppt/ink/ink3750.xml" ContentType="application/inkml+xml"/>
  <Override PartName="/ppt/ink/ink3751.xml" ContentType="application/inkml+xml"/>
  <Override PartName="/ppt/ink/ink3752.xml" ContentType="application/inkml+xml"/>
  <Override PartName="/ppt/ink/ink3753.xml" ContentType="application/inkml+xml"/>
  <Override PartName="/ppt/ink/ink3754.xml" ContentType="application/inkml+xml"/>
  <Override PartName="/ppt/ink/ink3755.xml" ContentType="application/inkml+xml"/>
  <Override PartName="/ppt/ink/ink3756.xml" ContentType="application/inkml+xml"/>
  <Override PartName="/ppt/ink/ink3757.xml" ContentType="application/inkml+xml"/>
  <Override PartName="/ppt/ink/ink3758.xml" ContentType="application/inkml+xml"/>
  <Override PartName="/ppt/ink/ink3759.xml" ContentType="application/inkml+xml"/>
  <Override PartName="/ppt/ink/ink3760.xml" ContentType="application/inkml+xml"/>
  <Override PartName="/ppt/ink/ink3761.xml" ContentType="application/inkml+xml"/>
  <Override PartName="/ppt/ink/ink3762.xml" ContentType="application/inkml+xml"/>
  <Override PartName="/ppt/ink/ink3763.xml" ContentType="application/inkml+xml"/>
  <Override PartName="/ppt/ink/ink3764.xml" ContentType="application/inkml+xml"/>
  <Override PartName="/ppt/ink/ink3765.xml" ContentType="application/inkml+xml"/>
  <Override PartName="/ppt/ink/ink3766.xml" ContentType="application/inkml+xml"/>
  <Override PartName="/ppt/ink/ink3767.xml" ContentType="application/inkml+xml"/>
  <Override PartName="/ppt/ink/ink3768.xml" ContentType="application/inkml+xml"/>
  <Override PartName="/ppt/ink/ink3769.xml" ContentType="application/inkml+xml"/>
  <Override PartName="/ppt/ink/ink3770.xml" ContentType="application/inkml+xml"/>
  <Override PartName="/ppt/ink/ink3771.xml" ContentType="application/inkml+xml"/>
  <Override PartName="/ppt/ink/ink3772.xml" ContentType="application/inkml+xml"/>
  <Override PartName="/ppt/ink/ink3773.xml" ContentType="application/inkml+xml"/>
  <Override PartName="/ppt/ink/ink3774.xml" ContentType="application/inkml+xml"/>
  <Override PartName="/ppt/ink/ink3775.xml" ContentType="application/inkml+xml"/>
  <Override PartName="/ppt/ink/ink3776.xml" ContentType="application/inkml+xml"/>
  <Override PartName="/ppt/ink/ink3777.xml" ContentType="application/inkml+xml"/>
  <Override PartName="/ppt/ink/ink3778.xml" ContentType="application/inkml+xml"/>
  <Override PartName="/ppt/ink/ink3779.xml" ContentType="application/inkml+xml"/>
  <Override PartName="/ppt/ink/ink3780.xml" ContentType="application/inkml+xml"/>
  <Override PartName="/ppt/ink/ink3781.xml" ContentType="application/inkml+xml"/>
  <Override PartName="/ppt/ink/ink3782.xml" ContentType="application/inkml+xml"/>
  <Override PartName="/ppt/ink/ink3783.xml" ContentType="application/inkml+xml"/>
  <Override PartName="/ppt/ink/ink3784.xml" ContentType="application/inkml+xml"/>
  <Override PartName="/ppt/ink/ink3785.xml" ContentType="application/inkml+xml"/>
  <Override PartName="/ppt/ink/ink3786.xml" ContentType="application/inkml+xml"/>
  <Override PartName="/ppt/ink/ink3787.xml" ContentType="application/inkml+xml"/>
  <Override PartName="/ppt/ink/ink3788.xml" ContentType="application/inkml+xml"/>
  <Override PartName="/ppt/ink/ink3789.xml" ContentType="application/inkml+xml"/>
  <Override PartName="/ppt/ink/ink3790.xml" ContentType="application/inkml+xml"/>
  <Override PartName="/ppt/ink/ink3791.xml" ContentType="application/inkml+xml"/>
  <Override PartName="/ppt/ink/ink3792.xml" ContentType="application/inkml+xml"/>
  <Override PartName="/ppt/ink/ink3793.xml" ContentType="application/inkml+xml"/>
  <Override PartName="/ppt/ink/ink3794.xml" ContentType="application/inkml+xml"/>
  <Override PartName="/ppt/ink/ink3795.xml" ContentType="application/inkml+xml"/>
  <Override PartName="/ppt/ink/ink3796.xml" ContentType="application/inkml+xml"/>
  <Override PartName="/ppt/ink/ink3797.xml" ContentType="application/inkml+xml"/>
  <Override PartName="/ppt/ink/ink3798.xml" ContentType="application/inkml+xml"/>
  <Override PartName="/ppt/ink/ink3799.xml" ContentType="application/inkml+xml"/>
  <Override PartName="/ppt/ink/ink3800.xml" ContentType="application/inkml+xml"/>
  <Override PartName="/ppt/ink/ink3801.xml" ContentType="application/inkml+xml"/>
  <Override PartName="/ppt/ink/ink3802.xml" ContentType="application/inkml+xml"/>
  <Override PartName="/ppt/ink/ink3803.xml" ContentType="application/inkml+xml"/>
  <Override PartName="/ppt/ink/ink3804.xml" ContentType="application/inkml+xml"/>
  <Override PartName="/ppt/ink/ink3805.xml" ContentType="application/inkml+xml"/>
  <Override PartName="/ppt/ink/ink3806.xml" ContentType="application/inkml+xml"/>
  <Override PartName="/ppt/ink/ink3807.xml" ContentType="application/inkml+xml"/>
  <Override PartName="/ppt/ink/ink3808.xml" ContentType="application/inkml+xml"/>
  <Override PartName="/ppt/ink/ink3809.xml" ContentType="application/inkml+xml"/>
  <Override PartName="/ppt/ink/ink3810.xml" ContentType="application/inkml+xml"/>
  <Override PartName="/ppt/ink/ink3811.xml" ContentType="application/inkml+xml"/>
  <Override PartName="/ppt/ink/ink3812.xml" ContentType="application/inkml+xml"/>
  <Override PartName="/ppt/ink/ink3813.xml" ContentType="application/inkml+xml"/>
  <Override PartName="/ppt/ink/ink3814.xml" ContentType="application/inkml+xml"/>
  <Override PartName="/ppt/ink/ink3815.xml" ContentType="application/inkml+xml"/>
  <Override PartName="/ppt/ink/ink3816.xml" ContentType="application/inkml+xml"/>
  <Override PartName="/ppt/ink/ink3817.xml" ContentType="application/inkml+xml"/>
  <Override PartName="/ppt/ink/ink3818.xml" ContentType="application/inkml+xml"/>
  <Override PartName="/ppt/ink/ink3819.xml" ContentType="application/inkml+xml"/>
  <Override PartName="/ppt/ink/ink3820.xml" ContentType="application/inkml+xml"/>
  <Override PartName="/ppt/ink/ink3821.xml" ContentType="application/inkml+xml"/>
  <Override PartName="/ppt/ink/ink3822.xml" ContentType="application/inkml+xml"/>
  <Override PartName="/ppt/ink/ink3823.xml" ContentType="application/inkml+xml"/>
  <Override PartName="/ppt/ink/ink3824.xml" ContentType="application/inkml+xml"/>
  <Override PartName="/ppt/ink/ink3825.xml" ContentType="application/inkml+xml"/>
  <Override PartName="/ppt/ink/ink3826.xml" ContentType="application/inkml+xml"/>
  <Override PartName="/ppt/ink/ink3827.xml" ContentType="application/inkml+xml"/>
  <Override PartName="/ppt/ink/ink3828.xml" ContentType="application/inkml+xml"/>
  <Override PartName="/ppt/ink/ink3829.xml" ContentType="application/inkml+xml"/>
  <Override PartName="/ppt/ink/ink3830.xml" ContentType="application/inkml+xml"/>
  <Override PartName="/ppt/ink/ink3831.xml" ContentType="application/inkml+xml"/>
  <Override PartName="/ppt/ink/ink3832.xml" ContentType="application/inkml+xml"/>
  <Override PartName="/ppt/ink/ink3833.xml" ContentType="application/inkml+xml"/>
  <Override PartName="/ppt/ink/ink3834.xml" ContentType="application/inkml+xml"/>
  <Override PartName="/ppt/ink/ink3835.xml" ContentType="application/inkml+xml"/>
  <Override PartName="/ppt/ink/ink3836.xml" ContentType="application/inkml+xml"/>
  <Override PartName="/ppt/ink/ink3837.xml" ContentType="application/inkml+xml"/>
  <Override PartName="/ppt/ink/ink3838.xml" ContentType="application/inkml+xml"/>
  <Override PartName="/ppt/ink/ink3839.xml" ContentType="application/inkml+xml"/>
  <Override PartName="/ppt/ink/ink3840.xml" ContentType="application/inkml+xml"/>
  <Override PartName="/ppt/ink/ink3841.xml" ContentType="application/inkml+xml"/>
  <Override PartName="/ppt/ink/ink3842.xml" ContentType="application/inkml+xml"/>
  <Override PartName="/ppt/ink/ink3843.xml" ContentType="application/inkml+xml"/>
  <Override PartName="/ppt/ink/ink3844.xml" ContentType="application/inkml+xml"/>
  <Override PartName="/ppt/ink/ink3845.xml" ContentType="application/inkml+xml"/>
  <Override PartName="/ppt/ink/ink3846.xml" ContentType="application/inkml+xml"/>
  <Override PartName="/ppt/ink/ink3847.xml" ContentType="application/inkml+xml"/>
  <Override PartName="/ppt/ink/ink3848.xml" ContentType="application/inkml+xml"/>
  <Override PartName="/ppt/ink/ink3849.xml" ContentType="application/inkml+xml"/>
  <Override PartName="/ppt/ink/ink3850.xml" ContentType="application/inkml+xml"/>
  <Override PartName="/ppt/ink/ink3851.xml" ContentType="application/inkml+xml"/>
  <Override PartName="/ppt/ink/ink3852.xml" ContentType="application/inkml+xml"/>
  <Override PartName="/ppt/ink/ink3853.xml" ContentType="application/inkml+xml"/>
  <Override PartName="/ppt/ink/ink3854.xml" ContentType="application/inkml+xml"/>
  <Override PartName="/ppt/ink/ink3855.xml" ContentType="application/inkml+xml"/>
  <Override PartName="/ppt/ink/ink3856.xml" ContentType="application/inkml+xml"/>
  <Override PartName="/ppt/ink/ink3857.xml" ContentType="application/inkml+xml"/>
  <Override PartName="/ppt/ink/ink3858.xml" ContentType="application/inkml+xml"/>
  <Override PartName="/ppt/ink/ink3859.xml" ContentType="application/inkml+xml"/>
  <Override PartName="/ppt/ink/ink3860.xml" ContentType="application/inkml+xml"/>
  <Override PartName="/ppt/ink/ink3861.xml" ContentType="application/inkml+xml"/>
  <Override PartName="/ppt/ink/ink3862.xml" ContentType="application/inkml+xml"/>
  <Override PartName="/ppt/ink/ink3863.xml" ContentType="application/inkml+xml"/>
  <Override PartName="/ppt/ink/ink3864.xml" ContentType="application/inkml+xml"/>
  <Override PartName="/ppt/ink/ink3865.xml" ContentType="application/inkml+xml"/>
  <Override PartName="/ppt/ink/ink3866.xml" ContentType="application/inkml+xml"/>
  <Override PartName="/ppt/ink/ink3867.xml" ContentType="application/inkml+xml"/>
  <Override PartName="/ppt/ink/ink3868.xml" ContentType="application/inkml+xml"/>
  <Override PartName="/ppt/ink/ink3869.xml" ContentType="application/inkml+xml"/>
  <Override PartName="/ppt/ink/ink3870.xml" ContentType="application/inkml+xml"/>
  <Override PartName="/ppt/ink/ink3871.xml" ContentType="application/inkml+xml"/>
  <Override PartName="/ppt/ink/ink3872.xml" ContentType="application/inkml+xml"/>
  <Override PartName="/ppt/ink/ink3873.xml" ContentType="application/inkml+xml"/>
  <Override PartName="/ppt/ink/ink3874.xml" ContentType="application/inkml+xml"/>
  <Override PartName="/ppt/ink/ink3875.xml" ContentType="application/inkml+xml"/>
  <Override PartName="/ppt/ink/ink3876.xml" ContentType="application/inkml+xml"/>
  <Override PartName="/ppt/ink/ink3877.xml" ContentType="application/inkml+xml"/>
  <Override PartName="/ppt/ink/ink3878.xml" ContentType="application/inkml+xml"/>
  <Override PartName="/ppt/ink/ink3879.xml" ContentType="application/inkml+xml"/>
  <Override PartName="/ppt/ink/ink3880.xml" ContentType="application/inkml+xml"/>
  <Override PartName="/ppt/ink/ink3881.xml" ContentType="application/inkml+xml"/>
  <Override PartName="/ppt/ink/ink3882.xml" ContentType="application/inkml+xml"/>
  <Override PartName="/ppt/ink/ink3883.xml" ContentType="application/inkml+xml"/>
  <Override PartName="/ppt/ink/ink3884.xml" ContentType="application/inkml+xml"/>
  <Override PartName="/ppt/ink/ink3885.xml" ContentType="application/inkml+xml"/>
  <Override PartName="/ppt/ink/ink3886.xml" ContentType="application/inkml+xml"/>
  <Override PartName="/ppt/ink/ink3887.xml" ContentType="application/inkml+xml"/>
  <Override PartName="/ppt/ink/ink3888.xml" ContentType="application/inkml+xml"/>
  <Override PartName="/ppt/ink/ink3889.xml" ContentType="application/inkml+xml"/>
  <Override PartName="/ppt/ink/ink3890.xml" ContentType="application/inkml+xml"/>
  <Override PartName="/ppt/ink/ink3891.xml" ContentType="application/inkml+xml"/>
  <Override PartName="/ppt/ink/ink3892.xml" ContentType="application/inkml+xml"/>
  <Override PartName="/ppt/ink/ink3893.xml" ContentType="application/inkml+xml"/>
  <Override PartName="/ppt/ink/ink3894.xml" ContentType="application/inkml+xml"/>
  <Override PartName="/ppt/ink/ink3895.xml" ContentType="application/inkml+xml"/>
  <Override PartName="/ppt/ink/ink3896.xml" ContentType="application/inkml+xml"/>
  <Override PartName="/ppt/ink/ink3897.xml" ContentType="application/inkml+xml"/>
  <Override PartName="/ppt/ink/ink3898.xml" ContentType="application/inkml+xml"/>
  <Override PartName="/ppt/ink/ink3899.xml" ContentType="application/inkml+xml"/>
  <Override PartName="/ppt/ink/ink3900.xml" ContentType="application/inkml+xml"/>
  <Override PartName="/ppt/ink/ink3901.xml" ContentType="application/inkml+xml"/>
  <Override PartName="/ppt/ink/ink3902.xml" ContentType="application/inkml+xml"/>
  <Override PartName="/ppt/ink/ink3903.xml" ContentType="application/inkml+xml"/>
  <Override PartName="/ppt/ink/ink3904.xml" ContentType="application/inkml+xml"/>
  <Override PartName="/ppt/ink/ink3905.xml" ContentType="application/inkml+xml"/>
  <Override PartName="/ppt/ink/ink3906.xml" ContentType="application/inkml+xml"/>
  <Override PartName="/ppt/ink/ink3907.xml" ContentType="application/inkml+xml"/>
  <Override PartName="/ppt/ink/ink3908.xml" ContentType="application/inkml+xml"/>
  <Override PartName="/ppt/ink/ink3909.xml" ContentType="application/inkml+xml"/>
  <Override PartName="/ppt/ink/ink3910.xml" ContentType="application/inkml+xml"/>
  <Override PartName="/ppt/ink/ink3911.xml" ContentType="application/inkml+xml"/>
  <Override PartName="/ppt/ink/ink3912.xml" ContentType="application/inkml+xml"/>
  <Override PartName="/ppt/ink/ink3913.xml" ContentType="application/inkml+xml"/>
  <Override PartName="/ppt/ink/ink3914.xml" ContentType="application/inkml+xml"/>
  <Override PartName="/ppt/ink/ink3915.xml" ContentType="application/inkml+xml"/>
  <Override PartName="/ppt/ink/ink3916.xml" ContentType="application/inkml+xml"/>
  <Override PartName="/ppt/ink/ink3917.xml" ContentType="application/inkml+xml"/>
  <Override PartName="/ppt/ink/ink3918.xml" ContentType="application/inkml+xml"/>
  <Override PartName="/ppt/ink/ink3919.xml" ContentType="application/inkml+xml"/>
  <Override PartName="/ppt/ink/ink3920.xml" ContentType="application/inkml+xml"/>
  <Override PartName="/ppt/ink/ink3921.xml" ContentType="application/inkml+xml"/>
  <Override PartName="/ppt/ink/ink3922.xml" ContentType="application/inkml+xml"/>
  <Override PartName="/ppt/ink/ink3923.xml" ContentType="application/inkml+xml"/>
  <Override PartName="/ppt/ink/ink3924.xml" ContentType="application/inkml+xml"/>
  <Override PartName="/ppt/ink/ink3925.xml" ContentType="application/inkml+xml"/>
  <Override PartName="/ppt/ink/ink3926.xml" ContentType="application/inkml+xml"/>
  <Override PartName="/ppt/ink/ink3927.xml" ContentType="application/inkml+xml"/>
  <Override PartName="/ppt/ink/ink3928.xml" ContentType="application/inkml+xml"/>
  <Override PartName="/ppt/ink/ink3929.xml" ContentType="application/inkml+xml"/>
  <Override PartName="/ppt/ink/ink3930.xml" ContentType="application/inkml+xml"/>
  <Override PartName="/ppt/ink/ink3931.xml" ContentType="application/inkml+xml"/>
  <Override PartName="/ppt/ink/ink3932.xml" ContentType="application/inkml+xml"/>
  <Override PartName="/ppt/ink/ink3933.xml" ContentType="application/inkml+xml"/>
  <Override PartName="/ppt/ink/ink3934.xml" ContentType="application/inkml+xml"/>
  <Override PartName="/ppt/ink/ink3935.xml" ContentType="application/inkml+xml"/>
  <Override PartName="/ppt/ink/ink3936.xml" ContentType="application/inkml+xml"/>
  <Override PartName="/ppt/ink/ink3937.xml" ContentType="application/inkml+xml"/>
  <Override PartName="/ppt/ink/ink3938.xml" ContentType="application/inkml+xml"/>
  <Override PartName="/ppt/ink/ink3939.xml" ContentType="application/inkml+xml"/>
  <Override PartName="/ppt/ink/ink3940.xml" ContentType="application/inkml+xml"/>
  <Override PartName="/ppt/ink/ink3941.xml" ContentType="application/inkml+xml"/>
  <Override PartName="/ppt/ink/ink3942.xml" ContentType="application/inkml+xml"/>
  <Override PartName="/ppt/ink/ink3943.xml" ContentType="application/inkml+xml"/>
  <Override PartName="/ppt/ink/ink3944.xml" ContentType="application/inkml+xml"/>
  <Override PartName="/ppt/ink/ink3945.xml" ContentType="application/inkml+xml"/>
  <Override PartName="/ppt/ink/ink3946.xml" ContentType="application/inkml+xml"/>
  <Override PartName="/ppt/ink/ink3947.xml" ContentType="application/inkml+xml"/>
  <Override PartName="/ppt/ink/ink3948.xml" ContentType="application/inkml+xml"/>
  <Override PartName="/ppt/ink/ink3949.xml" ContentType="application/inkml+xml"/>
  <Override PartName="/ppt/ink/ink3950.xml" ContentType="application/inkml+xml"/>
  <Override PartName="/ppt/ink/ink3951.xml" ContentType="application/inkml+xml"/>
  <Override PartName="/ppt/ink/ink3952.xml" ContentType="application/inkml+xml"/>
  <Override PartName="/ppt/ink/ink3953.xml" ContentType="application/inkml+xml"/>
  <Override PartName="/ppt/ink/ink3954.xml" ContentType="application/inkml+xml"/>
  <Override PartName="/ppt/ink/ink3955.xml" ContentType="application/inkml+xml"/>
  <Override PartName="/ppt/ink/ink3956.xml" ContentType="application/inkml+xml"/>
  <Override PartName="/ppt/ink/ink3957.xml" ContentType="application/inkml+xml"/>
  <Override PartName="/ppt/ink/ink3958.xml" ContentType="application/inkml+xml"/>
  <Override PartName="/ppt/ink/ink3959.xml" ContentType="application/inkml+xml"/>
  <Override PartName="/ppt/ink/ink3960.xml" ContentType="application/inkml+xml"/>
  <Override PartName="/ppt/ink/ink3961.xml" ContentType="application/inkml+xml"/>
  <Override PartName="/ppt/ink/ink3962.xml" ContentType="application/inkml+xml"/>
  <Override PartName="/ppt/ink/ink3963.xml" ContentType="application/inkml+xml"/>
  <Override PartName="/ppt/ink/ink3964.xml" ContentType="application/inkml+xml"/>
  <Override PartName="/ppt/ink/ink3965.xml" ContentType="application/inkml+xml"/>
  <Override PartName="/ppt/ink/ink3966.xml" ContentType="application/inkml+xml"/>
  <Override PartName="/ppt/ink/ink3967.xml" ContentType="application/inkml+xml"/>
  <Override PartName="/ppt/ink/ink3968.xml" ContentType="application/inkml+xml"/>
  <Override PartName="/ppt/ink/ink3969.xml" ContentType="application/inkml+xml"/>
  <Override PartName="/ppt/ink/ink3970.xml" ContentType="application/inkml+xml"/>
  <Override PartName="/ppt/ink/ink3971.xml" ContentType="application/inkml+xml"/>
  <Override PartName="/ppt/ink/ink3972.xml" ContentType="application/inkml+xml"/>
  <Override PartName="/ppt/ink/ink3973.xml" ContentType="application/inkml+xml"/>
  <Override PartName="/ppt/ink/ink3974.xml" ContentType="application/inkml+xml"/>
  <Override PartName="/ppt/ink/ink3975.xml" ContentType="application/inkml+xml"/>
  <Override PartName="/ppt/ink/ink3976.xml" ContentType="application/inkml+xml"/>
  <Override PartName="/ppt/ink/ink3977.xml" ContentType="application/inkml+xml"/>
  <Override PartName="/ppt/ink/ink3978.xml" ContentType="application/inkml+xml"/>
  <Override PartName="/ppt/ink/ink3979.xml" ContentType="application/inkml+xml"/>
  <Override PartName="/ppt/ink/ink3980.xml" ContentType="application/inkml+xml"/>
  <Override PartName="/ppt/ink/ink3981.xml" ContentType="application/inkml+xml"/>
  <Override PartName="/ppt/ink/ink3982.xml" ContentType="application/inkml+xml"/>
  <Override PartName="/ppt/ink/ink3983.xml" ContentType="application/inkml+xml"/>
  <Override PartName="/ppt/ink/ink3984.xml" ContentType="application/inkml+xml"/>
  <Override PartName="/ppt/ink/ink3985.xml" ContentType="application/inkml+xml"/>
  <Override PartName="/ppt/ink/ink3986.xml" ContentType="application/inkml+xml"/>
  <Override PartName="/ppt/ink/ink3987.xml" ContentType="application/inkml+xml"/>
  <Override PartName="/ppt/ink/ink3988.xml" ContentType="application/inkml+xml"/>
  <Override PartName="/ppt/ink/ink3989.xml" ContentType="application/inkml+xml"/>
  <Override PartName="/ppt/ink/ink3990.xml" ContentType="application/inkml+xml"/>
  <Override PartName="/ppt/ink/ink3991.xml" ContentType="application/inkml+xml"/>
  <Override PartName="/ppt/ink/ink3992.xml" ContentType="application/inkml+xml"/>
  <Override PartName="/ppt/ink/ink3993.xml" ContentType="application/inkml+xml"/>
  <Override PartName="/ppt/ink/ink3994.xml" ContentType="application/inkml+xml"/>
  <Override PartName="/ppt/ink/ink3995.xml" ContentType="application/inkml+xml"/>
  <Override PartName="/ppt/ink/ink3996.xml" ContentType="application/inkml+xml"/>
  <Override PartName="/ppt/ink/ink3997.xml" ContentType="application/inkml+xml"/>
  <Override PartName="/ppt/ink/ink3998.xml" ContentType="application/inkml+xml"/>
  <Override PartName="/ppt/ink/ink3999.xml" ContentType="application/inkml+xml"/>
  <Override PartName="/ppt/ink/ink4000.xml" ContentType="application/inkml+xml"/>
  <Override PartName="/ppt/ink/ink4001.xml" ContentType="application/inkml+xml"/>
  <Override PartName="/ppt/ink/ink4002.xml" ContentType="application/inkml+xml"/>
  <Override PartName="/ppt/ink/ink4003.xml" ContentType="application/inkml+xml"/>
  <Override PartName="/ppt/ink/ink4004.xml" ContentType="application/inkml+xml"/>
  <Override PartName="/ppt/ink/ink4005.xml" ContentType="application/inkml+xml"/>
  <Override PartName="/ppt/ink/ink4006.xml" ContentType="application/inkml+xml"/>
  <Override PartName="/ppt/ink/ink4007.xml" ContentType="application/inkml+xml"/>
  <Override PartName="/ppt/ink/ink4008.xml" ContentType="application/inkml+xml"/>
  <Override PartName="/ppt/ink/ink4009.xml" ContentType="application/inkml+xml"/>
  <Override PartName="/ppt/ink/ink4010.xml" ContentType="application/inkml+xml"/>
  <Override PartName="/ppt/ink/ink4011.xml" ContentType="application/inkml+xml"/>
  <Override PartName="/ppt/ink/ink4012.xml" ContentType="application/inkml+xml"/>
  <Override PartName="/ppt/ink/ink4013.xml" ContentType="application/inkml+xml"/>
  <Override PartName="/ppt/ink/ink4014.xml" ContentType="application/inkml+xml"/>
  <Override PartName="/ppt/ink/ink4015.xml" ContentType="application/inkml+xml"/>
  <Override PartName="/ppt/ink/ink4016.xml" ContentType="application/inkml+xml"/>
  <Override PartName="/ppt/ink/ink4017.xml" ContentType="application/inkml+xml"/>
  <Override PartName="/ppt/ink/ink4018.xml" ContentType="application/inkml+xml"/>
  <Override PartName="/ppt/ink/ink4019.xml" ContentType="application/inkml+xml"/>
  <Override PartName="/ppt/ink/ink4020.xml" ContentType="application/inkml+xml"/>
  <Override PartName="/ppt/ink/ink4021.xml" ContentType="application/inkml+xml"/>
  <Override PartName="/ppt/ink/ink4022.xml" ContentType="application/inkml+xml"/>
  <Override PartName="/ppt/ink/ink4023.xml" ContentType="application/inkml+xml"/>
  <Override PartName="/ppt/ink/ink4024.xml" ContentType="application/inkml+xml"/>
  <Override PartName="/ppt/ink/ink4025.xml" ContentType="application/inkml+xml"/>
  <Override PartName="/ppt/ink/ink4026.xml" ContentType="application/inkml+xml"/>
  <Override PartName="/ppt/ink/ink4027.xml" ContentType="application/inkml+xml"/>
  <Override PartName="/ppt/ink/ink4028.xml" ContentType="application/inkml+xml"/>
  <Override PartName="/ppt/ink/ink4029.xml" ContentType="application/inkml+xml"/>
  <Override PartName="/ppt/ink/ink4030.xml" ContentType="application/inkml+xml"/>
  <Override PartName="/ppt/ink/ink4031.xml" ContentType="application/inkml+xml"/>
  <Override PartName="/ppt/ink/ink4032.xml" ContentType="application/inkml+xml"/>
  <Override PartName="/ppt/ink/ink4033.xml" ContentType="application/inkml+xml"/>
  <Override PartName="/ppt/ink/ink4034.xml" ContentType="application/inkml+xml"/>
  <Override PartName="/ppt/ink/ink4035.xml" ContentType="application/inkml+xml"/>
  <Override PartName="/ppt/notesSlides/notesSlide15.xml" ContentType="application/vnd.openxmlformats-officedocument.presentationml.notesSlide+xml"/>
  <Override PartName="/ppt/ink/ink4036.xml" ContentType="application/inkml+xml"/>
  <Override PartName="/ppt/ink/ink4037.xml" ContentType="application/inkml+xml"/>
  <Override PartName="/ppt/ink/ink4038.xml" ContentType="application/inkml+xml"/>
  <Override PartName="/ppt/ink/ink4039.xml" ContentType="application/inkml+xml"/>
  <Override PartName="/ppt/ink/ink4040.xml" ContentType="application/inkml+xml"/>
  <Override PartName="/ppt/ink/ink4041.xml" ContentType="application/inkml+xml"/>
  <Override PartName="/ppt/ink/ink4042.xml" ContentType="application/inkml+xml"/>
  <Override PartName="/ppt/ink/ink4043.xml" ContentType="application/inkml+xml"/>
  <Override PartName="/ppt/ink/ink4044.xml" ContentType="application/inkml+xml"/>
  <Override PartName="/ppt/ink/ink4045.xml" ContentType="application/inkml+xml"/>
  <Override PartName="/ppt/ink/ink4046.xml" ContentType="application/inkml+xml"/>
  <Override PartName="/ppt/ink/ink4047.xml" ContentType="application/inkml+xml"/>
  <Override PartName="/ppt/ink/ink4048.xml" ContentType="application/inkml+xml"/>
  <Override PartName="/ppt/ink/ink4049.xml" ContentType="application/inkml+xml"/>
  <Override PartName="/ppt/ink/ink4050.xml" ContentType="application/inkml+xml"/>
  <Override PartName="/ppt/ink/ink4051.xml" ContentType="application/inkml+xml"/>
  <Override PartName="/ppt/ink/ink4052.xml" ContentType="application/inkml+xml"/>
  <Override PartName="/ppt/ink/ink4053.xml" ContentType="application/inkml+xml"/>
  <Override PartName="/ppt/ink/ink4054.xml" ContentType="application/inkml+xml"/>
  <Override PartName="/ppt/ink/ink4055.xml" ContentType="application/inkml+xml"/>
  <Override PartName="/ppt/ink/ink4056.xml" ContentType="application/inkml+xml"/>
  <Override PartName="/ppt/ink/ink4057.xml" ContentType="application/inkml+xml"/>
  <Override PartName="/ppt/ink/ink4058.xml" ContentType="application/inkml+xml"/>
  <Override PartName="/ppt/ink/ink4059.xml" ContentType="application/inkml+xml"/>
  <Override PartName="/ppt/ink/ink4060.xml" ContentType="application/inkml+xml"/>
  <Override PartName="/ppt/ink/ink4061.xml" ContentType="application/inkml+xml"/>
  <Override PartName="/ppt/ink/ink4062.xml" ContentType="application/inkml+xml"/>
  <Override PartName="/ppt/ink/ink4063.xml" ContentType="application/inkml+xml"/>
  <Override PartName="/ppt/ink/ink4064.xml" ContentType="application/inkml+xml"/>
  <Override PartName="/ppt/ink/ink4065.xml" ContentType="application/inkml+xml"/>
  <Override PartName="/ppt/ink/ink4066.xml" ContentType="application/inkml+xml"/>
  <Override PartName="/ppt/ink/ink4067.xml" ContentType="application/inkml+xml"/>
  <Override PartName="/ppt/ink/ink4068.xml" ContentType="application/inkml+xml"/>
  <Override PartName="/ppt/ink/ink4069.xml" ContentType="application/inkml+xml"/>
  <Override PartName="/ppt/ink/ink4070.xml" ContentType="application/inkml+xml"/>
  <Override PartName="/ppt/ink/ink4071.xml" ContentType="application/inkml+xml"/>
  <Override PartName="/ppt/ink/ink4072.xml" ContentType="application/inkml+xml"/>
  <Override PartName="/ppt/ink/ink4073.xml" ContentType="application/inkml+xml"/>
  <Override PartName="/ppt/ink/ink4074.xml" ContentType="application/inkml+xml"/>
  <Override PartName="/ppt/ink/ink4075.xml" ContentType="application/inkml+xml"/>
  <Override PartName="/ppt/ink/ink4076.xml" ContentType="application/inkml+xml"/>
  <Override PartName="/ppt/ink/ink4077.xml" ContentType="application/inkml+xml"/>
  <Override PartName="/ppt/ink/ink4078.xml" ContentType="application/inkml+xml"/>
  <Override PartName="/ppt/ink/ink4079.xml" ContentType="application/inkml+xml"/>
  <Override PartName="/ppt/ink/ink4080.xml" ContentType="application/inkml+xml"/>
  <Override PartName="/ppt/ink/ink4081.xml" ContentType="application/inkml+xml"/>
  <Override PartName="/ppt/ink/ink4082.xml" ContentType="application/inkml+xml"/>
  <Override PartName="/ppt/ink/ink4083.xml" ContentType="application/inkml+xml"/>
  <Override PartName="/ppt/ink/ink4084.xml" ContentType="application/inkml+xml"/>
  <Override PartName="/ppt/ink/ink4085.xml" ContentType="application/inkml+xml"/>
  <Override PartName="/ppt/ink/ink4086.xml" ContentType="application/inkml+xml"/>
  <Override PartName="/ppt/ink/ink4087.xml" ContentType="application/inkml+xml"/>
  <Override PartName="/ppt/ink/ink4088.xml" ContentType="application/inkml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6"/>
  </p:notesMasterIdLst>
  <p:sldIdLst>
    <p:sldId id="294" r:id="rId2"/>
    <p:sldId id="256" r:id="rId3"/>
    <p:sldId id="257" r:id="rId4"/>
    <p:sldId id="258" r:id="rId5"/>
    <p:sldId id="259" r:id="rId6"/>
    <p:sldId id="260" r:id="rId7"/>
    <p:sldId id="261" r:id="rId8"/>
    <p:sldId id="296" r:id="rId9"/>
    <p:sldId id="297" r:id="rId10"/>
    <p:sldId id="298" r:id="rId11"/>
    <p:sldId id="299" r:id="rId12"/>
    <p:sldId id="300" r:id="rId13"/>
    <p:sldId id="30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302" r:id="rId23"/>
    <p:sldId id="303" r:id="rId24"/>
    <p:sldId id="306" r:id="rId25"/>
    <p:sldId id="304" r:id="rId26"/>
    <p:sldId id="305" r:id="rId27"/>
    <p:sldId id="307" r:id="rId28"/>
    <p:sldId id="308" r:id="rId29"/>
    <p:sldId id="270" r:id="rId30"/>
    <p:sldId id="271" r:id="rId31"/>
    <p:sldId id="295" r:id="rId32"/>
    <p:sldId id="272" r:id="rId33"/>
    <p:sldId id="273" r:id="rId34"/>
    <p:sldId id="274" r:id="rId3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66" y="11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4:32.7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3621 16 24575,'16'-2'0,"-9"1"0,0 0 0,0 0 0,0-1 0,11-3 0,-45 2 0,-83 10 0,15 0 0,2-5 0,-138 5 0,-20-1 0,2 0 0,-459 4 0,460-12 0,80 1 0,-181 3 0,222 5 0,-40 0 0,-104-16 0,57-12 0,166 15 0,29 2 0,-31 0 0,30 4 0,2 0 0,0 0 0,0-1 0,-29-6 0,30 4-75,-1 1-1,1 0 1,-33 2-1,28 1-987,10-1-5763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4:34.0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1064 17 24575,'-189'-9'0,"-136"2"0,201 8 0,-302-1-1365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4:47.4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1337 104 24575,'0'-2'0,"2"-3"0,0-1 0,0 1 0,5-8 0,-6 11 0,0 0 0,0 1 0,1-1 0,-1 1 0,1-1 0,-1 1 0,1 0 0,-1 0 0,1-1 0,0 1 0,0 0 0,-1 1 0,4-2 0,13-4 0,-10 3 0,-26 3 0,-614 3 0,349-5 0,-119 2 0,396 0 0,-28-1 0,33 1 0,0 0 0,-1-1 0,1 1 0,0 0 0,-1 0 0,1-1 0,0 1 0,0-1 0,-1 1 0,1-1 0,0 0 0,0 0 0,0 1 0,0-1 0,0 0 0,0 0 0,0 0 0,0 0 0,-1-1 0,2 1 0,0 1 0,0-1 0,0 0 0,0 1 0,0-1 0,0 1 0,0-1 0,0 0 0,0 1 0,1-1 0,-1 1 0,0-1 0,0 1 0,1-1 0,-1 1 0,0-1 0,1 1 0,-1-1 0,0 1 0,1-1 0,-1 1 0,1-1 0,-1 1 0,1 0 0,-1-1 0,1 1 0,-1 0 0,1-1 0,-1 1 0,1 0 0,-1 0 0,1 0 0,0-1 0,0 1 0,21-7 0,0 3-57,1 1-1,-1 2 1,42 1 0,-31 1-1079,-14-1-5690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4:48.4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2444 104 24575,'-34'-16'-76,"-1"0"0,0 2 0,-1 2 0,-1 2 1,0 1-1,0 1 0,-39-2 0,-268 2-731,255 9 752,-186 0-121,-635 18-943,499 5 1338,338-14-593,58-7-4898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4:49.1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1154 30 24575,'-34'-3'0,"-22"0"0,-10 0 0,-7 0 0,-3-1-1675,-1 0 1675,-2 0 0,-2 1 0,0 2 0,-1 0 0,-1 0 0,2 3 0,-1 2 0,4 2 0,8 0 0,15-1-6516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4:59.1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16 24575,'-1'-7'0,"1"-2"0,3 14 0,2 13 0,-1-1 0,0 1 0,0 19 0,0-6 0,1 24 0,-3 102 0,-4-75 0,1-42 0,0-21 0,1-1 0,3 30 0,-3-48 0,0 1 0,0-1 0,0 0 0,1 1 0,-1-1 0,0 0 0,0 1 0,1-1 0,-1 0 0,0 0 0,0 1 0,1-1 0,-1 0 0,0 0 0,1 1 0,-1-1 0,0 0 0,1 0 0,-1 0 0,1 0 0,-1 1 0,0-1 0,1 0 0,-1 0 0,0 0 0,1 0 0,-1 0 0,1 0 0,-1 0 0,0 0 0,1 0 0,-1 0 0,1 0 0,-1-1 0,0 1 0,1 0 0,-1 0 0,0 0 0,1 0 0,-1 0 0,1-1 0,20-9 0,-15 7 0,9-3 0,0 0 0,0 1 0,1 1 0,-1 1 0,1 0 0,0 1 0,0 0 0,26 2 0,55 1-1365,-84-1-5461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4:59.7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114 177 24575,'-6'27'0,"2"-1"0,1 1 0,1 0 0,2 42 0,2-62 0,-1 1 0,1-1 0,5 15 0,2 4 0,-25-43 0,1-6 0,0-1 0,1-1 0,2 0 0,0 0 0,-11-39 0,20 55 0,1 1 0,-1-1 0,2 0 0,-1 0 0,1 0 0,1 0 0,0 0 0,0 0 0,1 0 0,2-12 0,-2 15 0,1 0 0,0 1 0,0-1 0,1 1 0,-1 0 0,1-1 0,1 1 0,-1 0 0,1 1 0,-1-1 0,1 1 0,1-1 0,-1 1 0,1 1 0,-1-1 0,10-5 0,-8 5 0,2 1 0,-1 0 0,0 0 0,0 1 0,1 0 0,0 0 0,-1 1 0,1 0 0,0 0 0,12 0 0,-13 2 0,1-1 0,-1 1 0,0 0 0,0 0 0,0 1 0,0 0 0,0 0 0,-1 0 0,1 1 0,-1 0 0,12 8 0,-16-10 0,0 0 0,0 1 0,0-1 0,-1 1 0,1 0 0,0-1 0,0 1 0,-1 0 0,1 0 0,-1 0 0,0 0 0,0 0 0,1 1 0,-1-1 0,-1 0 0,1 1 0,0-1 0,0 0 0,-1 1 0,0-1 0,1 1 0,-1-1 0,0 1 0,0-1 0,0 1 0,-1-1 0,1 1 0,0-1 0,-1 0 0,0 1 0,0-1 0,1 0 0,-1 1 0,-3 3 0,0 1 0,-1-1 0,0 1 0,0-1 0,-1 0 0,0 0 0,0 0 0,0-1 0,-1 0 0,-9 5 0,-62 31 0,50-27 0,-35 22 0,50-27-1365,3 0-5461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00.2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 1 24575,'-5'22'0,"-2"10"0,1 1 0,1-1 0,1-2 0,2-4 0,1-3 0,1-4 0,0-2 0,2-2 0,2 0 0,2-2 0,0 1 0,-1-5 0,-2-7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00.5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91 24575,'19'-14'0,"10"-6"0,1 1 0,2 4 0,-3 5 0,-4 3 0,-1 3 0,-3 3 0,-1 1 0,-3 3 0,-1 1 0,-6 0 0,-7-1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00.8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7 24575,'14'-3'0,"8"0"0,3 3 0,-1 0 0,-2 2 0,-2-1 0,-3 0 0,0 0 0,-2 0 0,-1-1 0,0 0 0,0-2 0,-2-2-8191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01.8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253 85 24575,'-183'-74'0,"180"73"0,-3-1 0,1 0 0,-1 1 0,1-1 0,-1 1 0,-6 0 0,11 1 0,0 0 0,0 0 0,0 0 0,0 0 0,0 0 0,0 0 0,0 1 0,0-1 0,0 0 0,0 0 0,0 1 0,0-1 0,0 1 0,0-1 0,0 1 0,1-1 0,-1 1 0,0 0 0,0-1 0,1 1 0,-1 0 0,0 0 0,1-1 0,-1 1 0,1 0 0,-1 0 0,1 0 0,-1 0 0,1 0 0,0 0 0,-1 0 0,1 0 0,0-1 0,0 1 0,0 0 0,0 2 0,-1 12 0,1 0 0,0 0 0,1 0 0,1 0 0,1-1 0,7 25 0,0-6 0,27 55 0,-17-49 0,-7-13 0,0 0 0,-2 0 0,-1 1 0,9 38 0,-17-52 0,0 1 0,-2-1 0,0 22 0,-1-31-1365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02.0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424 75 24575,'-27'-5'0,"-14"-2"0,-7-1 0,0-1 0,2 0 0,5 1 0,4 0 0,4 0 0,5 3 0,4 1 0,5 2 0,2 1 0,7 1 0,5 2 0,6 2 0,5 0 0,4 1 0,1 0-8191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02.7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115 218 24575,'-7'-5'0,"0"-1"0,1 1 0,-2-1 0,1 2 0,0-1 0,-1 1 0,0 1 0,1-1 0,-17-4 0,23 8 0,0 0 0,0-1 0,0 1 0,0 0 0,0 0 0,0 0 0,0 0 0,0 0 0,0 0 0,0 0 0,0 0 0,0 1 0,0-1 0,0 0 0,0 0 0,0 1 0,0-1 0,1 1 0,-1-1 0,0 1 0,-1 0 0,1 0 0,1 0 0,0-1 0,-1 1 0,1 0 0,0 0 0,0 0 0,-1 0 0,1-1 0,0 1 0,0 0 0,0 0 0,0 0 0,0 0 0,0 0 0,0-1 0,0 1 0,0 0 0,1 2 0,1 3 0,1 0 0,-1 0 0,1-1 0,7 11 0,0-1 0,1 0 0,1 0 0,19 18 0,-27-29 0,0 0 0,1 0 0,-1 0 0,1-1 0,0 0 0,0 0 0,1 0 0,-1 0 0,1-1 0,-1 0 0,1 0 0,0-1 0,-1 1 0,11 0 0,-14-2 0,-1 0 0,0 0 0,0 0 0,0 0 0,0 0 0,0 0 0,1 0 0,-1-1 0,0 1 0,0 0 0,0-1 0,0 1 0,0-1 0,0 1 0,0-1 0,0 0 0,0 1 0,0-1 0,0 0 0,0 0 0,-1 1 0,2-3 0,-1 2 0,0 0 0,-1-1 0,1 0 0,-1 1 0,0-1 0,1 1 0,-1-1 0,0 1 0,0-1 0,0 0 0,0 1 0,0-1 0,0 0 0,-1-1 0,-1-5 0,0 0 0,-1 0 0,0 0 0,-7-13 0,-24-36 0,30 50 0,-1 0 0,-1 1 0,1 0 0,-1 0 0,-12-10 0,17 15 0,0 1 0,1-1 0,-1 1 0,1-1 0,-1 1 0,0 0 0,0-1 0,1 1 0,-1 0 0,0 0 0,0-1 0,1 1 0,-1 0 0,0 0 0,0 0 0,1 0 0,-1 0 0,0 0 0,0 0 0,1 0 0,-1 1 0,0-1 0,0 0 0,1 0 0,-1 1 0,-1-1 0,2 1 0,0-1 0,-1 1 0,1-1 0,0 1 0,-1-1 0,1 1 0,0-1 0,0 1 0,0-1 0,0 1 0,-1-1 0,1 1 0,0-1 0,0 1 0,0-1 0,0 1 0,0 0 0,0-1 0,0 1 0,1-1 0,-1 1 0,0-1 0,0 1 0,0-1 0,0 1 0,1-1 0,-1 1 0,0-1 0,1 1 0,-1-1 0,0 1 0,1-1 0,-1 0 0,0 1 0,1-1 0,-1 0 0,2 1 0,1 3 0,1-1 0,0 1 0,1-1 0,-1 0 0,0-1 0,1 1 0,0-1 0,6 3 0,43 10 0,-27-8 0,7 3 0,221 74 0,-251-83 0,0 1 0,-1-1 0,1 0 0,0 0 0,6 1 0,-9-2 0,-1 0 0,1 0 0,-1 0 0,0 0 0,1 0 0,-1 0 0,1 0 0,-1 0 0,1 0 0,-1 0 0,0-1 0,1 1 0,-1 0 0,1 0 0,-1 0 0,0-1 0,1 1 0,-1 0 0,0 0 0,1-1 0,-1 1 0,0 0 0,1-1 0,-1 0 0,1 0 0,-1 0 0,0 0 0,0 0 0,0 1 0,0-1 0,0 0 0,0 0 0,0 0 0,0 0 0,0 0 0,0 0 0,0 0 0,-1 1 0,1-1 0,-1-1 0,-6-14 0,0 0 0,-2 0 0,-17-25 0,-10-17 0,31 49 0,-2-5 0,0-1 0,-7-19 0,13 30 0,0 1 0,0-1 0,0 0 0,1 0 0,-1 1 0,1-1 0,0 0 0,0 0 0,0 0 0,1 1 0,-1-1 0,1 0 0,0 0 0,0 1 0,2-5 0,-2 6-49,0 1 1,1-1-1,-1 0 0,0 1 0,1 0 1,-1-1-1,1 1 0,0 0 0,-1 0 1,1 0-1,0 0 0,0 0 0,0 0 1,-1 1-1,1-1 0,0 1 0,0-1 1,0 1-1,0 0 0,0-1 0,0 1 1,0 0-1,0 0 0,0 1 0,0-1 0,0 0 1,2 1-1,9 2-6777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03.8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396 87 24575,'-114'-31'0,"-114"-23"0,225 53 0,0 1 0,0 0 0,-1 0 0,1-1 0,0 2 0,0-1 0,-1 0 0,1 1 0,0-1 0,0 1 0,-3 1 0,5-1 0,0-1 0,0 1 0,0-1 0,1 1 0,-1-1 0,0 1 0,1-1 0,-1 1 0,0 0 0,1-1 0,-1 1 0,1 0 0,-1 0 0,1-1 0,-1 1 0,1 2 0,-1-2 0,1 1 0,0 0 0,0-1 0,-1 1 0,1 0 0,1-1 0,-1 1 0,0 0 0,0-1 0,1 1 0,-1 0 0,1 1 0,2 4 0,0-1 0,0 0 0,1 0 0,-1 0 0,1-1 0,1 1 0,-1-1 0,1 0 0,0 0 0,6 4 0,10 8 0,28 16 0,-44-30 0,15 10 0,0-1 0,0-1 0,1-1 0,1-1 0,37 11 0,-54-18 0,0-1 0,1 0 0,0 0 0,-1 0 0,1-1 0,-1 0 0,1 0 0,5-1 0,-9 0 0,0 1 0,0-1 0,0 1 0,-1-1 0,1 0 0,0 1 0,0-1 0,-1 0 0,1 0 0,-1-1 0,1 1 0,-1 0 0,1 0 0,-1-1 0,0 1 0,0-1 0,0 1 0,1-1 0,-1 1 0,-1-1 0,1 0 0,0 0 0,0 1 0,-1-1 0,1 0 0,-1 0 0,1-2 0,0-4 0,-1 0 0,0-1 0,0 1 0,-1 0 0,1 0 0,-2 0 0,0 0 0,0 0 0,0 0 0,-1 0 0,0 0 0,-6-10 0,24 57 0,-8-25 0,1 0 0,0-1 0,1 0 0,1 0 0,0-1 0,1-1 0,0 0 0,1 0 0,0-1 0,0-1 0,17 10 0,-26-17 0,0 0 0,0-1 0,0 1 0,1-1 0,-1 0 0,1 0 0,-1 0 0,1-1 0,-1 1 0,1-1 0,0 0 0,-1 0 0,7 0 0,-9-1 0,1 1 0,0-1 0,0 1 0,-1-1 0,1 0 0,0 0 0,-1 0 0,1 0 0,-1 0 0,1 0 0,-1 0 0,0 0 0,1-1 0,-1 1 0,0-1 0,0 1 0,0-1 0,0 1 0,0-1 0,0 1 0,-1-1 0,1 0 0,0 1 0,-1-1 0,1 0 0,-1 0 0,0 1 0,1-3 0,-1-6 0,0 0 0,0 1 0,-1-1 0,0 1 0,-1-1 0,0 1 0,-7-18 0,4 8 0,4 19 0,1-1 0,0 1 0,0-1 0,0 1 0,-1-1 0,1 1 0,0 0 0,0-1 0,0 1 0,0-1 0,0 1 0,0-1 0,0 1 0,0-1 0,0 1 0,0-1 0,0 1 0,0-1 0,1 1 0,-1-1 0,0 1 0,0-1 0,0 1 0,1-1 0,-1 1 0,1 0 0,-1 0 0,1 0 0,-1 0 0,1 0 0,-1 0 0,1 0 0,-1 0 0,0 0 0,1 0 0,-1 0 0,1 0 0,-1 0 0,1 0 0,-1 1 0,0-1 0,1 0 0,-1 0 0,1 1 0,21 15 0,-8-3 0,37 30 0,-45-38 0,1 0 0,0-1 0,1 0 0,-1-1 0,1 0 0,8 3 0,-14-5 0,0-1 0,-1 1 0,1-1 0,0 0 0,0 1 0,-1-1 0,1 0 0,0 0 0,0 0 0,0-1 0,-1 1 0,1 0 0,0-1 0,0 1 0,-1-1 0,1 1 0,0-1 0,-1 0 0,3-1 0,0-1 0,-1 0 0,0 0 0,0-1 0,-1 1 0,1 0 0,2-6 0,14-15 0,-18 23 0,1-1 0,0 1 0,-1 0 0,1 0 0,0 0 0,0 0 0,-1 1 0,1-1 0,0 0 0,0 1 0,0-1 0,0 1 0,0 0 0,0 0 0,0-1 0,0 1 0,0 1 0,0-1 0,0 0 0,0 0 0,0 1 0,0-1 0,0 1 0,2 0 0,6 3 0,0 1 0,-1 0 0,14 8 0,-7-3 0,-6-5-227,0 0-1,0-1 1,1 0-1,-1 0 1,22 3-1,-17-5-6598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04.4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41 0 24575,'29'143'0,"48"178"0,-76-319 0,-1 0 0,1-1 0,-1 1 0,0 0 0,1 0 0,-1-1 0,0 1 0,0 0 0,0 0 0,0-1 0,0 1 0,-1 0 0,1 0 0,0-1 0,-1 1 0,1 0 0,-2 1 0,1-2 0,1 0 0,-1 0 0,0-1 0,0 1 0,0 0 0,1 0 0,-1-1 0,0 1 0,0-1 0,0 1 0,0-1 0,0 1 0,0-1 0,0 0 0,0 1 0,-1-1 0,1 0 0,0 0 0,0 0 0,0 0 0,0 0 0,0 0 0,0 0 0,0 0 0,0 0 0,-1-1 0,1 1 0,-2-1 0,-4-2 0,-1 0 0,1 0 0,0-1 0,0 0 0,0 0 0,0-1 0,1 0 0,0 0 0,0 0 0,0-1 0,0 0 0,1 0 0,0 0 0,0-1 0,1 0 0,0 0 0,-3-7 0,6 12 0,0 1 0,1 0 0,-1 0 0,1-1 0,-1 1 0,1 0 0,0-1 0,0 1 0,-1-1 0,1 1 0,0 0 0,0-1 0,0 1 0,1-1 0,-1 1 0,0 0 0,0-1 0,1 1 0,-1 0 0,1-1 0,-1 1 0,1 0 0,0-1 0,-1 1 0,1 0 0,0 0 0,0 0 0,1-2 0,1 1 0,0 0 0,-1 1 0,1-1 0,0 1 0,0-1 0,0 1 0,0 0 0,0 0 0,0 1 0,0-1 0,0 0 0,4 1 0,6-1 0,0 1 0,0 1 0,0 0 0,16 4 0,52 14 0,-70-16 0,29 9 0,1-3 0,0-1 0,74 5 0,-98-16 0,-10 0 0,-7 3 0,0 0 0,0 0 0,0 0 0,0 0 0,0 0 0,1-1 0,-1 1 0,0 0 0,0 0 0,0 0 0,0 0 0,0 0 0,0 0 0,0 0 0,0 0 0,0 0 0,0-1 0,0 1 0,0 0 0,0 0 0,0 0 0,-1 0 0,1 0 0,0 0 0,0 0 0,0 0 0,0 0 0,0-1 0,0 1 0,0 0 0,0 0 0,0 0 0,0 0 0,0 0 0,0 0 0,0 0 0,0 0 0,0 0 0,-1 0 0,1 0 0,0 0 0,0 0 0,0 0 0,0 0 0,0 0 0,0 0 0,0 0 0,0 0 0,0 0 0,-1 0 0,1 0 0,0 0 0,0 0 0,0 0 0,0 0 0,0 0 0,-1 0 0,0-1 0,0 1 0,0 0 0,0 0 0,0 0 0,0 1 0,0-1 0,0 0 0,0 0 0,0 0 0,0 1 0,0-1 0,0 0 0,0 1 0,0-1 0,0 1 0,1-1 0,-1 1 0,0 0 0,0-1 0,0 1 0,1 0 0,-1-1 0,0 1 0,1 0 0,-1 0 0,1 0 0,-1 0 0,1-1 0,-1 1 0,0 2 0,-1 1 0,0 1 0,0-1 0,1 1 0,-1-1 0,0 6 0,1-4-65,1-1 0,0 1 0,0-1 0,0 1 0,0-1 0,1 0 0,0 1 0,0-1 0,1 0 0,0 0 0,-1 0 0,2 0 0,-1 0 0,0 0 0,1 0 0,0-1 0,0 1 0,1-1 0,-1 0 0,5 4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04.6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 24575,'4'-2'0,"3"1"0,-1 4 0,-1 3 0,-4 4 0,-2 2 0,-1 1 0,0 2 0,1-3-8191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05.8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221 548 24575,'-11'-9'0,"-11"-10"0,-1 1 0,-1 1 0,-34-18 0,55 33 0,-1 0 0,1 1 0,-1 0 0,1-1 0,-1 1 0,1 1 0,-1-1 0,1 0 0,-1 1 0,-6 0 0,8 0 0,1 0 0,-1 1 0,1-1 0,-1 1 0,1-1 0,-1 1 0,1 0 0,-1 0 0,1-1 0,0 1 0,-1 0 0,1 0 0,0 0 0,0 0 0,0 1 0,0-1 0,0 0 0,0 0 0,0 1 0,0-1 0,0 0 0,1 1 0,-1-1 0,0 1 0,1-1 0,-1 3 0,-1 4 0,0 0 0,1 0 0,0 0 0,1 0 0,0 0 0,0 0 0,0 1 0,1-1 0,2 9 0,-1-10 0,-1 0 0,1-1 0,0 1 0,1 0 0,0-1 0,0 1 0,0-1 0,1 0 0,0 0 0,8 9 0,-10-13 0,0 0 0,0 0 0,0 0 0,0-1 0,0 1 0,0-1 0,1 1 0,-1-1 0,0 0 0,1 0 0,-1 0 0,1 0 0,0 0 0,-1-1 0,1 1 0,-1-1 0,1 0 0,0 1 0,-1-1 0,4-1 0,-4 1 0,1-1 0,-1 0 0,1 0 0,-1 0 0,0 0 0,0 0 0,1 0 0,-1-1 0,0 1 0,0-1 0,0 0 0,-1 1 0,1-1 0,0 0 0,-1 0 0,1 0 0,-1 0 0,1 0 0,-1-1 0,2-4 0,-1 1 0,1 0 0,-1-1 0,-1 1 0,1-1 0,-1 0 0,0-9 0,-2-42 0,0 44 0,2 25 0,-1 2 0,0 0 0,2 0 0,0 0 0,4 17 0,-5-29 0,3 12 0,0 0 0,14 24 0,-17-35 0,1 1 0,-1 0 0,1-1 0,0 1 0,0-1 0,0 0 0,0 1 0,1-1 0,-1 0 0,0 0 0,1-1 0,0 1 0,-1 0 0,1-1 0,0 0 0,0 1 0,-1-1 0,1 0 0,5 1 0,-6-2 0,0 0 0,-1 0 0,1 0 0,0 0 0,-1 0 0,1-1 0,-1 1 0,1 0 0,0-1 0,-1 1 0,1-1 0,-1 0 0,1 1 0,-1-1 0,0 0 0,1 0 0,-1 0 0,0 0 0,2-1 0,-1-1 0,0 1 0,0-1 0,0 1 0,-1-1 0,1 0 0,-1 0 0,1 1 0,-1-1 0,1-5 0,1-4 0,-1-1 0,-1 0 0,1-22 0,-2 34 0,0-102 0,-4 0 0,-22-132 0,22 207 0,3 17 0,0 1 0,-1-1 0,0 1 0,0 0 0,-1 0 0,-1 0 0,-5-10 0,9 19 0,0 0 0,-1 1 0,1-1 0,0 0 0,-1 1 0,1-1 0,-1 0 0,0 1 0,1-1 0,-1 0 0,1 1 0,-1-1 0,0 1 0,1-1 0,-1 1 0,0 0 0,1-1 0,-1 1 0,0 0 0,0-1 0,0 1 0,1 0 0,-1 0 0,0 0 0,0 0 0,-1 0 0,1 0 0,-1 1 0,1-1 0,0 1 0,0-1 0,0 1 0,0 0 0,0 0 0,0-1 0,0 1 0,0 0 0,0 0 0,0 0 0,1 0 0,-1 0 0,-1 2 0,-1 2 0,0 1 0,0 0 0,0 0 0,1 1 0,-3 10 0,1 11 0,1 1 0,1 0 0,2-1 0,0 1 0,2 0 0,11 52 0,-8-61 0,0-1 0,2 0 0,0 0 0,1 0 0,1-1 0,1 0 0,1-1 0,0 0 0,1-1 0,0 0 0,2-1 0,23 22 0,-31-33 0,1 1 0,-1-1 0,1 0 0,0 0 0,0 0 0,0-1 0,0 0 0,1-1 0,-1 0 0,1 0 0,7 1 0,-11-3 0,0 1 0,-1-1 0,1 0 0,-1-1 0,1 1 0,0-1 0,-1 1 0,1-1 0,-1 0 0,1 0 0,-1-1 0,1 1 0,-1-1 0,0 1 0,0-1 0,0 0 0,0 0 0,0-1 0,0 1 0,-1 0 0,1-1 0,-1 0 0,1 0 0,-1 0 0,3-4 0,-1-2 0,0 0 0,0 1 0,-1-1 0,0 0 0,-1 0 0,0-1 0,0 1 0,-1-1 0,0 1 0,-1-11 0,1 33 0,0 0 0,1 0 0,1 0 0,5 17 0,6 11-1365,-10-32-5461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05.9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24575,'8'12'0,"1"7"0,3 5 0,-1 0 0,-3 0 0,-2-5-8191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06.4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177 87 24575,'-5'-4'0,"-9"-8"0,0 1 0,0 0 0,-1 1 0,0 0 0,0 2 0,-22-9 0,35 16 0,1 0 0,-1 1 0,0-1 0,0 1 0,1 0 0,-1-1 0,0 1 0,0 0 0,0 0 0,1 0 0,-1 0 0,0 0 0,0 1 0,0-1 0,1 1 0,-1-1 0,-3 2 0,4-1 0,0 0 0,0-1 0,0 1 0,0 0 0,0 0 0,0 1 0,1-1 0,-1 0 0,0 0 0,1 0 0,-1 0 0,0 1 0,1-1 0,0 0 0,-1 0 0,1 1 0,0-1 0,-1 0 0,1 1 0,0-1 0,0 0 0,0 1 0,1 1 0,0 8 0,0 0 0,1 0 0,1 0 0,0 0 0,0 0 0,9 17 0,-4-10 0,1-1 0,1 0 0,13 16 0,-20-30 0,0 0 0,0 0 0,0 0 0,0 0 0,0 0 0,0-1 0,1 1 0,7 3 0,-10-5 0,0-1 0,0 1 0,0-1 0,0 0 0,1 1 0,-1-1 0,0 0 0,0 0 0,1 0 0,-1 0 0,0 0 0,1 0 0,-1 0 0,0 0 0,0 0 0,1 0 0,-1-1 0,0 1 0,0 0 0,0-1 0,1 0 0,-1 1 0,0-1 0,0 1 0,0-1 0,0 0 0,0 0 0,0 0 0,0 0 0,0 1 0,-1-1 0,1 0 0,1-2 0,2-5 0,0 1 0,-1 0 0,0-1 0,0 0 0,-1 0 0,0 1 0,0-1 0,1-15 0,-2-68 0,-1 78 0,1 3 0,1 25 0,0-4 0,-2-9 0,7 36 0,1-1 0,24 66 0,-31-101-114,1 0 1,-1 1-1,0-1 0,1 0 0,-1 0 1,1 0-1,0 0 0,0 0 0,0 0 1,0 0-1,3 1 0,4 3-6712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06.7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224 56 24575,'-5'-10'0,"-12"-18"0,16 27 0,0-1 0,0 1 0,0-1 0,-1 1 0,1-1 0,0 1 0,-1 0 0,1-1 0,-1 1 0,0 0 0,1 0 0,-3-1 0,4 2 0,0 0 0,-1 0 0,1 0 0,0 0 0,0 0 0,0 0 0,0 0 0,0 0 0,0 0 0,0 0 0,0 0 0,-1 0 0,1 0 0,0 0 0,0 0 0,0 0 0,0 0 0,0 0 0,0 0 0,0 1 0,0-1 0,-1 0 0,1 0 0,0 0 0,0 0 0,0 0 0,0 0 0,0 0 0,0 0 0,0 0 0,0 0 0,0 0 0,0 0 0,0 1 0,0-1 0,0 0 0,0 0 0,0 0 0,-1 0 0,1 0 0,0 0 0,0 0 0,0 0 0,0 1 0,0-1 0,0 0 0,1 8 0,4 8 0,-5-16 0,14 33 0,21 34 0,-22-43 0,0 1 0,-2 0 0,11 33 0,-22-56 0,1 0 0,-1-1 0,1 1 0,-1 0 0,0 0 0,0 0 0,0 0 0,0 0 0,0-1 0,0 1 0,0 0 0,-1 0 0,1 0 0,-1 0 0,1-1 0,-1 1 0,0 0 0,0-1 0,1 1 0,-1 0 0,-2 1 0,1-1 0,0 0 0,-1 1 0,0-1 0,1-1 0,-1 1 0,0 0 0,0-1 0,0 0 0,0 1 0,0-1 0,-5 1 0,-27 6 2,0-3 0,-50 4-1,23-4-1371,32-2-5456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12.6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5058 46 24575,'16'0'0,"8"1"0,-1-2 0,0 0 0,28-6 0,-45 5 0,-2 1 0,0 0 0,0 1 0,0-1 0,7 1 0,-10 1 0,-4 1 0,-5 2 0,-11 0 0,0-2 0,0 0 0,0-1 0,-37-2 0,10-1 0,-395 2 0,347-7 0,7 0 0,-183 7 0,256 1 0,0 0 0,-18 4 0,17-2 0,-25 2 0,-245-5 0,137-1 0,137 1 0,0-1 0,-19-5 0,18 3 0,1 1 0,-15 0 0,-162 2 0,177 0 0,1 2 0,-21 3 0,20-2 0,-1-1 0,-13 1 0,-322-2 0,169-3 0,-1295 2 0,1449-1 0,-30-5 0,30 2 0,-28 0 0,26 3 0,-35-6 0,48 5 0,-27-2 0,-78 3 0,54 2 0,11 0 0,-66 7 0,74-4 0,-68-2 0,73-2 0,29-1 0,0 0 0,-19-5 0,19 4 0,-1 0 0,-14-1 0,-10 2 0,11 1 0,-1-1 0,-31-5 0,45 3-170,1 1-1,-1 1 0,0-1 1,0 2-1,1 0 0,-1 0 1,-19 4-1,22-1-6655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21.7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460 47 24575,'-29'-10'0,"0"1"0,0 1 0,0 1 0,-1 2 0,0 1 0,0 1 0,0 2 0,-48 4 0,73-3 0,1 1 0,-1-1 0,1 1 0,-1 1 0,1-1 0,0 1 0,0-1 0,-1 1 0,1 0 0,0 0 0,1 1 0,-1 0 0,0-1 0,1 1 0,0 0 0,-1 0 0,1 1 0,0-1 0,1 1 0,-1-1 0,1 1 0,-1 0 0,1 0 0,0 0 0,0 1 0,1-1 0,0 0 0,-1 0 0,0 6 0,2-6 0,-1 0 0,1 0 0,-1-1 0,1 1 0,0 0 0,0 0 0,1 0 0,-1-1 0,1 1 0,0 0 0,0-1 0,0 1 0,2 5 0,0-4 0,0 0 0,0 0 0,0-1 0,1 1 0,0-1 0,0 1 0,0-1 0,5 3 0,5 4 0,1-1 0,0-1 0,1-1 0,28 12 0,150 57 0,-105-48 0,-58-20 0,-1 1 0,-1 2 0,35 18 0,-62-29 0,-1-1 0,1 1 0,-1 0 0,1 0 0,-1 0 0,0 0 0,0 1 0,1-1 0,-1 0 0,0 0 0,0 1 0,0-1 0,0 1 0,-1-1 0,1 1 0,0-1 0,-1 1 0,2 1 0,-2-1 0,0-1 0,-1 0 0,1 0 0,0 0 0,0 0 0,-1 1 0,1-1 0,0 0 0,-1 0 0,1 0 0,-1 0 0,0 0 0,1 0 0,-1 0 0,0 0 0,1-1 0,-1 1 0,0 0 0,0 0 0,0 0 0,0-1 0,0 1 0,0 0 0,0-1 0,0 1 0,0-1 0,-2 1 0,-9 4 0,0-1 0,0 0 0,0-1 0,0 0 0,-22 1 0,-65 0 0,71-4 0,-347-2 0,346 0-1365,20-1-5461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22.4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24575,'1'28'0,"1"-1"0,2 0 0,1 0 0,0 0 0,2 0 0,12 28 0,6 4 0,47 84 0,-64-125 0,-7-14 0,0-1 0,0 0 0,0 0 0,1 1 0,-1-1 0,1 0 0,0-1 0,0 1 0,0 0 0,1 0 0,3 3 0,-6-6 0,1 0 0,-1 0 0,1 0 0,-1 0 0,1 0 0,0 0 0,-1 0 0,1 0 0,-1 0 0,1 0 0,-1 0 0,1 0 0,-1 0 0,1-1 0,-1 1 0,1 0 0,0 0 0,-1-1 0,0 1 0,1 0 0,-1 0 0,1-1 0,-1 1 0,1-1 0,-1 1 0,0 0 0,1-1 0,-1 1 0,0-1 0,1 1 0,-1-1 0,1 0 0,7-18 0,-5 7 0,0 0 0,1-15 0,-4 19 0,1 0 0,0 1 0,1-1 0,-1 0 0,2 1 0,-1-1 0,1 1 0,6-13 0,-8 19 0,0 0 0,0 0 0,0 0 0,0 0 0,0 0 0,0 0 0,0 0 0,0 0 0,0 0 0,0 1 0,1-1 0,-1 0 0,0 1 0,0-1 0,1 1 0,-1-1 0,1 1 0,-1 0 0,2-1 0,-1 1 0,1 0 0,-1 1 0,1-1 0,-1 0 0,1 1 0,-1-1 0,1 1 0,-1 0 0,5 2 0,0 1 0,0 0 0,-1 0 0,1 1 0,-1 0 0,11 11 0,18 29 0,-28-35 0,1 1 0,0-1 0,1 0 0,14 13 0,-22-23 0,0 1 0,0 0 0,0 0 0,0 0 0,0-1 0,0 1 0,0-1 0,0 1 0,0 0 0,0-1 0,0 0 0,1 1 0,-1-1 0,0 0 0,0 0 0,0 1 0,1-1 0,-1 0 0,0 0 0,0 0 0,0-1 0,1 1 0,-1 0 0,0 0 0,0-1 0,2 0 0,-1 0 0,0-1 0,0 0 0,0 1 0,0-1 0,-1 0 0,1 0 0,-1-1 0,1 1 0,-1 0 0,0 0 0,2-4 0,6-13 0,-4 7 0,0 1 0,1 0 0,0 0 0,0 1 0,10-11 0,-14 18 0,0 1 0,1 0 0,-1 0 0,0 0 0,1 0 0,-1 1 0,1-1 0,0 0 0,-1 1 0,1 0 0,0 0 0,0 0 0,0 0 0,0 0 0,0 1 0,0-1 0,0 1 0,0 0 0,0 0 0,0 0 0,0 0 0,0 0 0,0 1 0,0-1 0,6 3 0,-3-1 0,-1 0 0,1 1 0,-1 0 0,0 0 0,1 0 0,-2 0 0,1 1 0,0 0 0,-1 0 0,8 9 0,1 4 0,20 32 0,-7-9 0,-26-39-114,1 0 1,0 0-1,0 1 0,0-1 0,0 0 1,0 0-1,0 0 0,0 0 0,1-1 1,-1 1-1,2 1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22.6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24575,'7'0'0,"5"3"0,1 2 0,0 2 0,-2-2-8191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23.0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87 27 24575,'0'-1'0,"-4"-2"0,-1 0 0,1 0 0,-1 1 0,1 0 0,-1-1 0,0 1 0,0 1 0,0-1 0,0 1 0,0 0 0,-10-1 0,14 2 0,0 0 0,1 0 0,-1 1 0,0-1 0,0 0 0,0 1 0,0-1 0,0 0 0,0 1 0,0-1 0,1 1 0,-1 0 0,0-1 0,0 1 0,1 0 0,-1-1 0,0 1 0,1 0 0,-1 0 0,1-1 0,-1 1 0,1 0 0,-1 0 0,1 0 0,0 0 0,-1 0 0,1 0 0,0 0 0,0 0 0,0 0 0,-1 0 0,1 1 0,0 3 0,0 1 0,0-1 0,1 1 0,1 7 0,5 16 0,0 0 0,21 48 0,32 54 0,-37-85 0,59 121 0,34 74 0,-106-217 0,-8-17 0,1 0 0,0-1 0,0 1 0,5 6 0,-16-25 0,1-2 0,-9-22 0,2 2 0,-1 3 0,-62-122 0,73 147 0,1 1 0,-1-1 0,-1 1 0,1 0 0,-1 1 0,0-1 0,0 1 0,0 0 0,-1 0 0,1 0 0,-1 1 0,0 0 0,0 0 0,0 0 0,-1 1 0,1 0 0,-1 0 0,1 1 0,-1-1 0,1 1 0,-11 0 0,-41 1-1365,46 0-5461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23.3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24575,'5'19'0,"4"12"0,1 8 0,-2 2 0,0-1 0,-1-2 0,1-3 0,-1-3 0,1-1 0,1-1 0,-1-2 0,1 1 0,-1-3 0,-2-1 0,-2-2 0,0-5 0,1-4 0,-2-3-8191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23.4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383 76 24575,'-30'-10'0,"-14"-6"0,-4 1 0,2 1 0,6 5 0,3 2 0,6 4 0,4 2 0,4 3 0,2 1 0,2 4 0,2-1-8191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24.1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17 277 24575,'44'-15'0,"35"-14"0,-67 24 0,-1 0 0,0-1 0,0-1 0,15-11 0,-24 16 0,1 0 0,-1 0 0,0 0 0,0 0 0,0 0 0,0-1 0,0 1 0,0-1 0,-1 1 0,1-1 0,-1 0 0,0 0 0,0 1 0,0-1 0,0 0 0,0 0 0,-1 0 0,1 0 0,-1 0 0,0 0 0,1 0 0,-2 0 0,1 0 0,0 0 0,-1 0 0,1 0 0,-1 0 0,0 0 0,0 0 0,-1-3 0,-2-1 0,1 1 0,-1 0 0,0 0 0,-1 0 0,1 0 0,-1 1 0,0 0 0,-1 0 0,1 0 0,-1 0 0,-9-4 0,6 3 0,-1 1 0,0 0 0,0 1 0,-15-5 0,21 8 0,-1 0 0,1 0 0,0 0 0,0 1 0,-1-1 0,1 1 0,0 0 0,-1 0 0,1 1 0,0-1 0,-1 1 0,1 0 0,0 0 0,-5 2 0,7-1 0,-1 0 0,1 0 0,-1 0 0,1 0 0,0 0 0,0 0 0,0 1 0,0-1 0,1 1 0,-1-1 0,0 1 0,1 0 0,0-1 0,0 1 0,0 0 0,0 0 0,0 0 0,0 0 0,1 5 0,-2 1 0,2-1 0,-1 1 0,1 0 0,1-1 0,1 16 0,1-14 0,0 1 0,1-1 0,0 0 0,1 0 0,0-1 0,0 1 0,1-1 0,0 0 0,0-1 0,1 0 0,0 0 0,1 0 0,0-1 0,11 9 0,-8-8 0,0 0 0,0-1 0,1-1 0,0 0 0,0 0 0,0-1 0,1-1 0,0 0 0,-1-1 0,1 0 0,17 1 0,-27-4 5,0 1 1,0-1-1,0-1 0,0 1 0,0 0 0,0-1 1,0 0-1,0 1 0,0-1 0,0 0 1,0-1-1,0 1 0,0 0 0,-1-1 0,1 0 1,-1 1-1,1-1 0,-1 0 0,0 0 0,1-1 1,-1 1-1,3-5 0,0-1-217,-1 0 0,1-1 0,-2 0-1,1 0 1,-1 0 0,2-9 0,-2 5-6614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24.5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279 87 24575,'-106'-52'0,"86"44"0,0 1 0,0 1 0,-32-6 0,50 12 0,-1-1 0,1 1 0,0 0 0,-1 0 0,1 0 0,0 0 0,-1 0 0,1 0 0,0 1 0,-1-1 0,1 1 0,0-1 0,0 1 0,0 0 0,0 0 0,-1 0 0,1 0 0,-2 2 0,2-1 0,0 0 0,1 0 0,0 0 0,-1 0 0,1 0 0,0 0 0,0 1 0,0-1 0,0 0 0,0 0 0,1 1 0,-1-1 0,1 1 0,0-1 0,-1 0 0,1 1 0,0 2 0,1 3 0,-1 0 0,1 0 0,1 0 0,-1 0 0,1 0 0,1 0 0,0-1 0,0 1 0,0-1 0,1 1 0,0-1 0,6 9 0,-6-12 0,-1 0 0,0 1 0,1-1 0,0-1 0,0 1 0,0 0 0,1-1 0,-1 0 0,1 0 0,0 0 0,-1-1 0,1 0 0,0 0 0,1 0 0,-1 0 0,0-1 0,0 0 0,1 0 0,7 0 0,-10-1 0,0 0 0,1 0 0,-1-1 0,0 1 0,0-1 0,1 0 0,-1 0 0,0-1 0,0 1 0,0 0 0,0-1 0,0 0 0,-1 0 0,1 0 0,0 0 0,-1 0 0,1 0 0,-1-1 0,0 1 0,0-1 0,0 0 0,0 1 0,0-1 0,-1 0 0,1 0 0,1-5 0,0-1 0,0 0 0,0-1 0,-1 1 0,0-1 0,-1 1 0,0-1 0,0-17 0,-1 26 0,2 3 0,3 13 0,11 32 0,-8-22 0,-4-14 0,48 127 0,-43-117 0,1-1 0,1 0 0,1-1 0,21 27 0,-24-37-1365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25.0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 35 24575,'-1'0'0,"1"0"0,0 0 0,0 0 0,-1 0 0,1 0 0,0 0 0,0 0 0,0 0 0,-1 0 0,1 0 0,0 1 0,0-1 0,0 0 0,-1 0 0,1 0 0,0 0 0,0 0 0,0 0 0,-1 0 0,1 0 0,0 1 0,0-1 0,0 0 0,0 0 0,-1 0 0,1 0 0,0 1 0,0-1 0,0 0 0,0 0 0,0 0 0,0 1 0,0-1 0,0 0 0,0 0 0,0 0 0,-1 1 0,1-1 0,4 11 0,8 7 0,-4-9 0,0-1 0,0-1 0,1 1 0,0-1 0,12 7 0,-18-12 0,0 0 0,0-1 0,0 0 0,1 1 0,-1-1 0,0 0 0,1-1 0,-1 1 0,6 0 0,-7-1 0,0 0 0,0 0 0,0-1 0,0 1 0,-1 0 0,1-1 0,0 0 0,0 1 0,0-1 0,0 0 0,-1 0 0,1 0 0,0 0 0,-1 0 0,1 0 0,-1 0 0,0-1 0,3-1 0,-2 0 0,0 0 0,0 0 0,-1-1 0,1 1 0,0 0 0,-1-1 0,0 1 0,0-1 0,0 1 0,0-1 0,-1 0 0,1 1 0,-1-1 0,0-6 0,-1 4 0,1 0 0,-1 0 0,0-1 0,0 1 0,-1 0 0,1 0 0,-6-10 0,87 99-1365,-71-73-5461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25.2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24575,'17'27'0,"9"9"0,-1 0 0,-2-2 0,-5-6 0,-5-4 0,-5-7-8191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25.3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24575,'2'0'0,"1"2"0,0 4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25.7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0 115 24575,'135'154'0,"-131"-148"0,-2-4 0,0 0 0,-1 1 0,1-1 0,0 0 0,1 0 0,-1 0 0,0-1 0,0 1 0,1 0 0,-1-1 0,1 1 0,-1-1 0,1 0 0,5 1 0,-8-2 0,1 0 0,-1 0 0,1 0 0,-1 0 0,1 0 0,-1-1 0,1 1 0,0 0 0,-1 0 0,1-1 0,-1 1 0,0 0 0,1-1 0,-1 1 0,1 0 0,-1-1 0,1 1 0,-1-1 0,0 1 0,1-1 0,-1 1 0,0-1 0,0 1 0,1-1 0,-1 1 0,0-1 0,0 1 0,0-1 0,0 0 0,1 1 0,-1-2 0,1-20 0,-1 19 0,-1-19 0,-2-1 0,0 1 0,-8-26 0,-1-4 0,5 22 0,5 22 0,0 0 0,0 0 0,0-1 0,1 1 0,1-15 0,1 20-1365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26.1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166 62 24575,'-8'-6'0,"-44"-28"0,45 30 0,0 1 0,0 0 0,0 0 0,0 1 0,0-1 0,-9 0 0,15 3 0,-1-1 0,1 1 0,-1 0 0,0 0 0,1 0 0,-1 0 0,1 0 0,-1 1 0,0-1 0,1 0 0,-1 1 0,1-1 0,-1 1 0,1-1 0,-1 1 0,1 0 0,0 0 0,-1-1 0,-1 3 0,1-1 0,1 0 0,-1 0 0,1 0 0,0 0 0,0 0 0,0 0 0,0 0 0,0 0 0,0 0 0,0 0 0,1 1 0,-1 2 0,0 4 0,1 0 0,-1 0 0,2 0 0,-1 0 0,5 17 0,-3-16 0,1 0 0,0 0 0,1 0 0,0-1 0,10 16 0,-12-21 0,0-1 0,0 1 0,1 0 0,0-1 0,0 0 0,0 0 0,0 1 0,0-2 0,1 1 0,-1 0 0,1-1 0,0 0 0,0 1 0,0-1 0,7 2 0,-10-4 0,0 0 0,0 0 0,0 0 0,0 0 0,0 0 0,0 0 0,1 0 0,-1 0 0,0 0 0,0 0 0,0-1 0,0 1 0,0 0 0,0-1 0,0 1 0,0-1 0,0 1 0,0-1 0,0 0 0,0 0 0,1-1 0,0 0 0,0 0 0,0 0 0,0 0 0,-1-1 0,0 1 0,3-5 0,0-4 0,0 1 0,-1-1 0,1-11 0,-3 21 0,1-30 0,-2 25 0,1 1 0,-1-1 0,1 0 0,0 1 0,2-8 0,-3 12 0,0 1 0,0-1 0,1 1 0,-1-1 0,0 1 0,0-1 0,1 0 0,-1 1 0,0-1 0,1 1 0,-1-1 0,1 1 0,-1-1 0,1 1 0,-1 0 0,1-1 0,-1 1 0,1 0 0,-1-1 0,1 1 0,-1 0 0,1-1 0,0 1 0,-1 0 0,2 0 0,-1 0 0,0 0 0,0 0 0,0 0 0,0 1 0,0-1 0,0 0 0,0 1 0,0-1 0,0 0 0,0 1 0,0 0 0,0-1 0,1 2 0,4 2 0,-1 1 0,0-1 0,6 10 0,-10-13 0,103 130-1365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26.5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141 206 24575,'1'1'0,"-1"1"0,1-1 0,-1 0 0,0 0 0,1 1 0,-1-1 0,0 0 0,0 0 0,0 1 0,0-1 0,0 0 0,0 1 0,0-1 0,-1 0 0,1 0 0,-1 2 0,1-2 0,0-1 0,0 0 0,-1 0 0,1 0 0,0 1 0,0-1 0,0 0 0,-1 0 0,1 0 0,0 0 0,0 1 0,-1-1 0,1 0 0,0 0 0,-1 0 0,1 0 0,0 0 0,0 0 0,-1 0 0,1 0 0,0 0 0,-1 0 0,1 0 0,0 0 0,-1 0 0,-12-6 0,4-3 0,-1 1 0,2-1 0,-1-1 0,2 0 0,-14-21 0,0 1 0,16 23 0,1 0 0,-1-1 0,1 0 0,0 0 0,1 0 0,0 0 0,0-1 0,-2-15 0,5 23 0,0 0 0,-1 0 0,1 0 0,0 0 0,0 0 0,1 0 0,-1 0 0,0 0 0,0 0 0,0 0 0,1 0 0,-1 0 0,0 0 0,1 0 0,-1 0 0,1 0 0,-1 0 0,1 1 0,0-1 0,-1 0 0,1 0 0,0 0 0,0 0 0,1 0 0,0 0 0,0 0 0,0 0 0,0 0 0,0 0 0,0 1 0,0-1 0,0 1 0,0-1 0,0 1 0,2 0 0,2-1 0,0 1 0,0 1 0,0-1 0,0 1 0,0 0 0,0 0 0,9 4 0,-7-1-136,1 0-1,-1 1 1,0 0-1,0 1 1,-1-1-1,0 1 1,0 1-1,0 0 0,6 8 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27.0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24575,'1'9'0,"0"1"0,0-1 0,4 12 0,0 1 0,-1-8 0,1 0 0,0 0 0,1-1 0,1 1 0,0-1 0,0 0 0,2-1 0,-1 0 0,12 12 0,5-3-1365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27.2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 24575,'0'-2'0,"0"1"0,0 4 0,0 3 0,0 6 0,0 3 0,0-1-8191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27.9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148 111 24575,'-6'-10'0,"-7"-9"0,-17-20 0,27 34 0,-1 1 0,0 0 0,0 0 0,-1 0 0,1 1 0,-1 0 0,0 0 0,0 0 0,0 0 0,-6-2 0,10 5 0,0-1 0,0 1 0,0 0 0,0 0 0,0-1 0,0 1 0,-1 0 0,1 0 0,0 0 0,0 0 0,0 0 0,0 1 0,0-1 0,0 0 0,0 0 0,0 1 0,0-1 0,-1 1 0,1-1 0,1 1 0,-1-1 0,-2 2 0,2-1 0,0 1 0,-1-1 0,1 1 0,0 0 0,0-1 0,0 1 0,0 0 0,0 0 0,0 0 0,0 0 0,0 2 0,-1 5 0,1-1 0,0 1 0,0-1 0,2 16 0,0-11 0,1-1 0,1 1 0,0-1 0,1 0 0,0 1 0,1-2 0,1 1 0,0-1 0,0 0 0,1 0 0,0 0 0,1-1 0,0 0 0,1-1 0,0 0 0,0 0 0,13 9 0,-19-16 0,0 0 0,0 0 0,0-1 0,0 1 0,0-1 0,1 1 0,-1-1 0,1 0 0,-1 0 0,1-1 0,-1 1 0,7 0 0,-8-1 0,1-1 0,-1 1 0,0-1 0,0 1 0,0-1 0,0 0 0,1 0 0,-1 1 0,0-1 0,-1-1 0,1 1 0,0 0 0,0 0 0,0-1 0,-1 1 0,1-1 0,-1 0 0,1 1 0,-1-1 0,0 0 0,2-3 0,1-1 0,-1 0 0,0-1 0,0 1 0,-1-1 0,0 0 0,0 0 0,-1 0 0,1-8 0,0-7 0,-2-29 0,0-11 0,0 61 0,0 0 0,0 1 0,0-1 0,0 0 0,1 0 0,-1 0 0,0 0 0,0 0 0,0 1 0,1-1 0,-1 0 0,0 0 0,1 0 0,-1 1 0,1-1 0,-1 0 0,1 1 0,-1-1 0,1 0 0,0 0 0,0 1 0,-1 0 0,1 0 0,0 0 0,-1 0 0,1 0 0,-1 0 0,1 0 0,-1 0 0,1 0 0,0 0 0,-1 0 0,1 0 0,-1 0 0,1 0 0,-1 1 0,1-1 0,-1 0 0,1 1 0,-1-1 0,1 0 0,-1 1 0,1-1 0,5 6 0,0-1 0,-1 1 0,8 9 0,-5-6 0,0 1 0,11 11 0,42 38 0,-55-54 0,1 0 0,0-1 0,0 1 0,0-1 0,0 0 0,0-1 0,1 0 0,0 0 0,-1-1 0,1 0 0,14 2 0,-19-4 0,-1 0 0,0 1 0,0-1 0,0-1 0,1 1 0,-1 0 0,0 0 0,0-1 0,0 1 0,0-1 0,1 0 0,-1 0 0,0 1 0,0-1 0,-1-1 0,1 1 0,0 0 0,0 0 0,1-2 0,-1 0 0,0 1 0,-1 0 0,1-1 0,-1 1 0,0-1 0,0 1 0,0-1 0,0 0 0,0 0 0,0 1 0,-1-1 0,0 0 0,1 0 0,-1-4 0,-1-9 0,0 13 0,1-1 0,0 1 0,-1 0 0,1 0 0,1 0 0,-1 0 0,0 0 0,1 0 0,-1 0 0,1-1 0,0 1 0,0 1 0,1-5 0,-1 7 0,-1 0 0,1 0 0,0-1 0,-1 1 0,1 0 0,-1 0 0,1 0 0,-1 0 0,1 0 0,0 0 0,-1 0 0,1 0 0,-1 0 0,1 0 0,-1 0 0,1 0 0,0 0 0,-1 0 0,1 0 0,-1 1 0,1-1 0,-1 0 0,1 0 0,-1 1 0,1-1 0,-1 0 0,1 1 0,18 12 0,-15-10 0,8 7 0,1-2 0,1 1 0,0-2 0,0 0 0,0-1 0,1 0 0,20 5 0,76 15 0,-100-22-1365,-2-1-5461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28.6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151 90 24575,'-17'-8'0,"-30"-8"0,43 15 0,0 0 0,-1 0 0,1 0 0,-1 0 0,1 1 0,-1 0 0,1 0 0,-1 0 0,1 1 0,0-1 0,-1 1 0,-6 2 0,9-2 0,1 0 0,0-1 0,-1 1 0,1 0 0,0 0 0,0 0 0,0 0 0,0 0 0,0 0 0,0 0 0,0 0 0,0 0 0,0 0 0,0 1 0,0-1 0,1 0 0,-2 3 0,1-1 0,1 0 0,-1 0 0,1-1 0,0 1 0,-1 0 0,1 0 0,0 0 0,1 5 0,1-1 0,-1-1 0,1 1 0,0-1 0,1 1 0,0-1 0,0 0 0,4 7 0,-2-6 0,1 1 0,0-1 0,0 0 0,1-1 0,0 0 0,0 0 0,1 0 0,-1-1 0,1 0 0,15 7 0,-19-10 0,1 0 0,-1 0 0,1-1 0,-1 1 0,1-1 0,0 0 0,0-1 0,0 1 0,-1-1 0,1 0 0,0 0 0,0-1 0,0 1 0,-1-1 0,1 0 0,0 0 0,0-1 0,-1 1 0,1-1 0,-1 0 0,0 0 0,6-4 0,-4 1 0,1-1 0,-1 0 0,0 0 0,0-1 0,-1 0 0,1 0 0,-2 0 0,1 0 0,-1-1 0,4-9 0,0-3 0,-1-1 0,9-39 0,-16 58 0,1 0 0,-1-1 0,1 1 0,-1 0 0,0 0 0,0 0 0,0 0 0,0 0 0,-1 0 0,1-1 0,0 1 0,-1 0 0,0 0 0,1 0 0,-1 0 0,0 0 0,0 0 0,0 1 0,-2-4 0,1 3 0,0 1 0,0-1 0,1 1 0,-1 0 0,0 0 0,0-1 0,0 1 0,0 1 0,0-1 0,-1 0 0,1 0 0,0 1 0,0-1 0,0 1 0,-1 0 0,1 0 0,0 0 0,-4 0 0,1 0 0,0 1 0,1 0 0,-1 0 0,1 0 0,-1 1 0,1-1 0,0 1 0,-1 0 0,1 0 0,0 1 0,0-1 0,0 1 0,1 0 0,-1 0 0,1 0 0,-1 0 0,1 1 0,0-1 0,0 1 0,1 0 0,-1 0 0,1 0 0,0 0 0,-3 8 0,3-7 0,0-1 0,1 1 0,-1 0 0,1 0 0,0 0 0,1 0 0,-1 0 0,1 0 0,0 1 0,0-1 0,1 0 0,-1 0 0,1 0 0,0 0 0,1 0 0,-1-1 0,1 1 0,0 0 0,0 0 0,1-1 0,-1 1 0,6 5 0,6 6 0,2-1 0,0-1 0,0-1 0,2 0 0,-1-1 0,2-1 0,-1-1 0,1 0 0,28 9 0,19 3 0,101 21 0,-2-14-1365,-143-26-5461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33.9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 24575,'0'-3'0,"0"3"0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34.1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35.1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430 26 24575,'-104'-12'0,"67"6"0,-1 2 0,-67 0 0,102 4 0,0 0 0,0 1 0,1-1 0,-1 0 0,0 1 0,0 0 0,0 0 0,1 0 0,-1 0 0,0 0 0,1 0 0,-1 1 0,-2 1 0,3-1 0,1 0 0,0-1 0,0 1 0,-1 0 0,1 0 0,0 0 0,1-1 0,-1 1 0,0 0 0,0 0 0,1 0 0,-1 1 0,1-1 0,0 0 0,0 0 0,0 0 0,0 0 0,0 4 0,1-1 0,0 1 0,0 0 0,1-1 0,-1 1 0,1-1 0,0 0 0,1 1 0,-1-1 0,1 0 0,0 0 0,1-1 0,-1 1 0,1-1 0,0 1 0,0-1 0,4 4 0,11 7 0,1 0 0,29 17 0,-37-24 0,38 21 0,1-2 0,95 36 0,-145-63 0,8 4 0,0-1 0,0 2 0,12 6 0,-19-10 0,-1 1 0,0-1 0,1 0 0,-1 0 0,0 0 0,1 1 0,-1-1 0,0 0 0,0 1 0,0 0 0,1 2 0,-1-3 0,-1 0 0,0 0 0,0-1 0,0 1 0,0 0 0,0 0 0,0 0 0,0 0 0,0 0 0,0 0 0,0-1 0,-1 1 0,1 0 0,0 0 0,-1 0 0,1 0 0,0-1 0,-1 1 0,1 0 0,-1 0 0,1-1 0,-1 1 0,1 0 0,-1-1 0,-1 2 0,0 0 0,-1 0 0,0 0 0,0 0 0,0 0 0,0-1 0,0 1 0,-1-1 0,1 0 0,-6 2 0,-34 4 0,33-5 0,-52 4 0,-106-4 0,34-2 0,123 0-227,1 1-1,-1 0 1,1 0-1,-1 1 1,-18 6-1,19-3-6598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35.8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 0 24575,'-2'3'0,"0"0"0,-1 0 0,1 0 0,0 0 0,1 0 0,-1 0 0,1 0 0,-1 1 0,1-1 0,0 1 0,0-1 0,0 1 0,1-1 0,-1 1 0,1 0 0,0-1 0,0 1 0,0-1 0,0 1 0,1 0 0,1 5 0,2 7 0,1 0 0,1 0 0,12 22 0,-5-10 0,48 124 0,-61-151 0,1 1 0,-1-1 0,1 0 0,-1 0 0,1 1 0,0-1 0,-1 0 0,1 0 0,0 0 0,0 0 0,0 0 0,0 0 0,0 0 0,0 0 0,0-1 0,0 1 0,0 0 0,2 0 0,-2-1 0,0 0 0,1 0 0,-1 0 0,0-1 0,0 1 0,0 0 0,0-1 0,0 1 0,0-1 0,0 0 0,0 1 0,0-1 0,0 0 0,0 1 0,0-1 0,-1 0 0,1 0 0,0 0 0,0 0 0,-1 0 0,2-1 0,20-33 0,-17 26 0,-1 1 0,2 0 0,-1 0 0,1 1 0,12-13 0,-16 19 0,0-1 0,0 1 0,0 0 0,0 0 0,0-1 0,0 1 0,1 0 0,-1 1 0,0-1 0,1 0 0,-1 1 0,0-1 0,1 1 0,-1 0 0,1 0 0,-1 0 0,1 0 0,-1 0 0,0 0 0,1 1 0,-1-1 0,1 1 0,-1 0 0,0 0 0,0 0 0,1 0 0,2 2 0,10 6 0,-1 0 0,0 1 0,-1 1 0,0 0 0,0 1 0,17 22 0,-26-30 0,0 0 0,0 0 0,0-1 0,0 0 0,0 0 0,1 0 0,0 0 0,-1-1 0,1 0 0,0 0 0,0 0 0,7 1 0,-9-2 0,0 0 0,1-1 0,-1 1 0,1-1 0,-1 0 0,0 0 0,1 0 0,-1-1 0,0 1 0,1-1 0,-1 0 0,0 0 0,1 0 0,-1 0 0,0-1 0,0 1 0,0-1 0,0 0 0,5-4 0,43-44 0,-50 49 5,0 0 0,0 0-1,0 1 1,0-1 0,0 0-1,0 1 1,1-1 0,-1 1 0,0 0-1,0-1 1,1 1 0,-1 0-1,0-1 1,1 1 0,-1 0 0,0 0-1,1 0 1,-1 0 0,0 1-1,0-1 1,1 0 0,-1 1-1,0-1 1,3 1 0,1 2-287,-1-1 1,1 1 0,0 0-1,5 5 1,-9-8 205,11 9-6750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36.1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 43 24575,'-2'-12'0,"-2"-2"0,1 4 0,-2 4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36.4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210 48 24575,'-1'-1'0,"-70"-31"0,62 29 0,0 0 0,0 1 0,0 0 0,0 0 0,0 1 0,-11 0 0,18 1 0,-1 0 0,1 0 0,-1 0 0,1 0 0,-1 1 0,1-1 0,0 1 0,-1 0 0,1 0 0,0 0 0,0 0 0,-1 0 0,1 0 0,0 1 0,0-1 0,-3 4 0,3-3 0,0 1 0,0-1 0,0 1 0,0 0 0,1 0 0,-1 0 0,1 0 0,0 0 0,0 1 0,-2 5 0,2 4 0,0 1 0,0-1 0,1 0 0,1 1 0,2 12 0,2 8 0,2-1 0,1 0 0,18 48 0,52 90 0,3-25 0,-66-123 0,1 0 0,1-1 0,1-1 0,21 19 0,-35-37-273,0 0 0,0 0 0,0 0 0,8 4 0,0-2-6553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36.5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305 136 24575,'-27'-22'0,"-11"-7"0,-2 1 0,3 5 0,6 7 0,4 6 0,3 5 0,3 3 0,3 2 0,3 3 0,0 2 0,4-1-8191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37.0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 0 24575,'-5'2'0,"-1"7"0,-1 3 0,2 5 0,2 4 0,3 4 0,5 2 0,1 4 0,2 2 0,2 0 0,2-1 0,4 0 0,1-2 0,1-2 0,-1-2 0,-3-3 0,-4-5-8191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37.2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405 76 24575,'-32'-10'0,"-15"-3"0,-5-2 0,2 1 0,4 4 0,8 3 0,7 3 0,8 2 0,4 1 0,3 2 0,2-1 0,1 3 0,0 4 0,3 2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37.5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24575,'0'5'0,"0"4"0,0 3 0,0 2 0,0 1 0,0 0 0,0-2-8191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37.7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24575,'3'3'0,"0"3"0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38.0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87 24575,'0'1'0,"0"0"0,0 0 0,0-1 0,0 1 0,0 0 0,0 0 0,0-1 0,0 1 0,1 0 0,-1 0 0,0-1 0,0 1 0,1 0 0,-1 0 0,0-1 0,1 1 0,-1-1 0,1 1 0,0 1 0,-1-2 0,1 0 0,-1 0 0,1 0 0,-1 0 0,1 0 0,-1 0 0,1 0 0,-1 0 0,0 0 0,1 0 0,-1 0 0,1 0 0,-1 0 0,1 0 0,-1 0 0,0 0 0,1-1 0,-1 1 0,1 0 0,-1 0 0,0 0 0,1-1 0,0 0 0,1-1 0,1 0 0,-1 0 0,1-1 0,-1 1 0,0-1 0,0 0 0,3-5 0,-2 1 0,1-1 0,0 1 0,1 0 0,0 0 0,9-10 0,-12 15 0,0 0 0,0 0 0,0 0 0,1 0 0,-1 0 0,1 1 0,-1 0 0,1-1 0,0 1 0,-1 0 0,1 0 0,0 0 0,0 1 0,0-1 0,-1 1 0,1-1 0,0 1 0,0 0 0,6 1 0,-1 0 0,1 1 0,-1 0 0,0 1 0,0 0 0,0 0 0,0 1 0,13 8 0,1 3 0,23 20 0,-22-12-1365,-14-12-5461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38.7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133 231 24575,'8'45'0,"2"16"0,30 98 0,-33-136 0,-7-23 0,0 0 0,0 1 0,0-1 0,0 0 0,0 0 0,0 1 0,0-1 0,0 0 0,0 0 0,0 1 0,0-1 0,0 0 0,0 0 0,0 0 0,0 1 0,0-1 0,0 0 0,-1 0 0,1 1 0,0-1 0,0 0 0,0 0 0,0 0 0,0 0 0,0 1 0,-1-1 0,1 0 0,0 0 0,-1 0 0,0 0 0,1 0 0,-1 0 0,1-1 0,-1 1 0,0 0 0,1 0 0,-1-1 0,1 1 0,-1 0 0,1-1 0,-1 1 0,1-1 0,-1 1 0,1-1 0,-1 0 0,-13-15 0,1 0 0,0-1 0,-20-37 0,19 30 0,-4-6 0,2-1 0,-21-54 0,31 66 0,0 0 0,1 0 0,1-1 0,1 1 0,1-1 0,0-24 0,2 39 0,1 0 0,-1 0 0,1 1 0,0-1 0,0 0 0,0 0 0,0 1 0,1-1 0,0 1 0,4-9 0,-4 11 0,0 0 0,-1 0 0,1 0 0,0 0 0,0 0 0,0 1 0,0-1 0,0 1 0,0-1 0,1 1 0,-1 0 0,0 0 0,1 0 0,-1 0 0,1 0 0,-1 1 0,1-1 0,-1 1 0,1-1 0,0 1 0,4 0 0,6 1 0,0 1 0,-1 0 0,1 0 0,-1 2 0,0-1 0,0 1 0,19 10 0,-14-5 0,0 0 0,-1 1 0,0 1 0,21 19 0,-34-28 0,0 1 0,-1 0 0,1 0 0,-1 0 0,0 0 0,0 0 0,0 0 0,0 0 0,0 1 0,-1-1 0,1 1 0,-1-1 0,0 1 0,1 6 0,-2-8 0,0 0 0,0 0 0,0 0 0,0 0 0,-1 1 0,1-1 0,-1 0 0,1 0 0,-1 0 0,0 0 0,0 0 0,0 0 0,0 0 0,0 0 0,0-1 0,-1 1 0,1 0 0,-1 0 0,1-1 0,-1 1 0,1-1 0,-1 0 0,0 1 0,0-1 0,0 0 0,-2 1 0,-6 3 15,0-1 0,0 0 0,-1-1 0,1 0 0,-1 0-1,0-1 1,-11 1 0,-78-1-1473,99-2 1432,-16-1-6800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39.2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19 24575,'-1'-1'0,"1"1"0,-1 0 0,1-1 0,0 1 0,-1 0 0,1 0 0,-1-1 0,1 1 0,-1 0 0,1 0 0,-1 0 0,1 0 0,-1 0 0,1 0 0,-1-1 0,1 1 0,-1 0 0,1 0 0,-1 1 0,1-1 0,-1 0 0,1 0 0,-1 0 0,1 0 0,0 0 0,-1 1 0,0-1 0,1 1 0,0-1 0,0 1 0,0-1 0,0 1 0,0-1 0,0 1 0,0 0 0,0-1 0,0 1 0,0-1 0,0 1 0,0-1 0,0 1 0,0-1 0,0 1 0,1-1 0,-1 2 0,2 1 0,0 1 0,0 0 0,0-1 0,0 0 0,4 5 0,-3-5 0,0 0 0,1-1 0,-1 1 0,1-1 0,-1 0 0,1 0 0,0-1 0,0 1 0,0-1 0,0 1 0,0-1 0,0-1 0,0 1 0,0-1 0,0 1 0,0-1 0,1 0 0,3-1 0,-4 1 0,0-1 0,0 0 0,-1 0 0,1 0 0,-1 0 0,1 0 0,-1-1 0,1 0 0,-1 1 0,0-1 0,0 0 0,0-1 0,0 1 0,0-1 0,0 1 0,0-1 0,-1 0 0,0 0 0,5-6 0,-3-1 0,-3 7 0,0 1 0,1-1 0,-1 1 0,0-1 0,1 1 0,3-4 0,-5 6 0,1-1 0,-1 1 0,1 0 0,-1-1 0,1 1 0,-1 0 0,1 0 0,-1-1 0,1 1 0,-1 0 0,1 0 0,0 0 0,-1 0 0,1 0 0,-1 0 0,1 0 0,0 0 0,-1 0 0,1 0 0,-1 0 0,1 0 0,0 0 0,-1 1 0,1-1 0,-1 0 0,1 0 0,-1 1 0,1-1 0,-1 0 0,1 1 0,-1-1 0,1 0 0,-1 1 0,1-1 0,-1 1 0,1 0 0,97 84 0,-87-76-1365,-2-1-5461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39.5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24575,'0'8'0,"3"9"0,2 9 0,4 8 0,3 6 0,1 3 0,1 1 0,1 1 0,0-2 0,0-2 0,0-2 0,0-3 0,-3-3 0,-1-2 0,1-4 0,-3-1 0,-2-6-8191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39.6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241 89 24575,'-27'-14'0,"-11"-6"0,-5 1 0,1 4 0,5 5 0,6 3 0,8 3-8191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41.2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 0 24575,'-3'28'0,"1"0"0,1-1 0,2 1 0,0 0 0,2 0 0,1 0 0,1-1 0,2 0 0,10 29 0,-4-21 0,1-1 0,1 0 0,2-1 0,23 34 0,-38-64-62,-1-1 0,1 1 0,0-1 0,0 1 0,0-1 0,0 0 0,0 0 0,1 0 0,-1 0 0,0 0 0,1 0 0,0 0-1,-1-1 1,1 0 0,0 1 0,0-1 0,0 0 0,0 0 0,0-1 0,0 1 0,3 0 0,6-2-6764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41.4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394 45 24575,'-32'-5'0,"-18"-2"0,-5 1 0,2-2 0,4 2 0,9 0 0,9 3 0,6 0 0,6 2 0,4 3 0,3 4 0,5 3 0,3 3 0,3-1-8191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41.7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307 90 24575,'-48'-13'0,"1"-1"0,-1 2 0,-65-7 0,108 18 0,1 1 0,0 0 0,0 0 0,0 0 0,0 1 0,-6 1 0,9-2 0,0 0 0,0 0 0,0 1 0,1-1 0,-1 0 0,0 1 0,0-1 0,1 1 0,-1-1 0,0 1 0,1-1 0,-1 1 0,1-1 0,-1 1 0,0 0 0,1-1 0,0 1 0,-1 0 0,1 0 0,-1-1 0,1 1 0,0 0 0,-1 0 0,1-1 0,0 1 0,0 0 0,0 0 0,0 0 0,-1 0 0,1-1 0,0 1 0,1 0 0,-1 0 0,0 0 0,0 0 0,0 0 0,0-1 0,1 2 0,0 2 0,1 0 0,0 1 0,0-1 0,0 0 0,1-1 0,-1 1 0,1 0 0,0-1 0,0 1 0,0-1 0,0 0 0,5 3 0,6 5 0,26 15 0,-39-26 0,20 12 0,0-1 0,1-1 0,0-1 0,31 9 0,-39-14 0,0-1 0,1-1 0,-1 0 0,0-1 0,1 0 0,-1-1 0,1-1 0,20-3 0,-32 3 0,0 1 0,1-1 0,-1 0 0,0 0 0,-1 0 0,1-1 0,0 1 0,0-1 0,0 1 0,-1-1 0,1 0 0,-1 0 0,1 0 0,-1-1 0,0 1 0,2-3 0,-3 3 0,1 0 0,-1-1 0,-1 1 0,1 0 0,0-1 0,0 1 0,-1 0 0,0-1 0,1 1 0,-1-1 0,0 1 0,0 0 0,0-1 0,0 1 0,-1-1 0,1 1 0,-1 0 0,1-1 0,-1 1 0,0 0 0,-2-4 0,-1-4 14,-1 1-1,0 0 0,-1 0 0,0 1 1,0-1-1,-1 1 0,0 1 1,-14-12-1,15 14-137,0 0 0,-1 0 1,0 1-1,0 0 0,0 1 0,0 0 1,-1 0-1,1 0 0,-1 1 0,0 0 1,-15-2-1,9 4-6702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42.3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300 73 24575,'-44'-15'0,"-9"-3"0,-86-19 0,133 36 0,-1 0 0,1 1 0,-1-1 0,-9 2 0,15-1 0,0 0 0,0 0 0,0 0 0,1 0 0,-1 0 0,0 0 0,0 0 0,0 0 0,1 1 0,-1-1 0,0 0 0,0 1 0,1-1 0,-1 0 0,0 1 0,0-1 0,1 1 0,-1-1 0,1 1 0,-1-1 0,0 1 0,1 0 0,-1-1 0,1 1 0,-1 0 0,1-1 0,0 1 0,-1 0 0,1 0 0,0-1 0,-1 1 0,1 0 0,0 0 0,0-1 0,0 1 0,0 0 0,0 0 0,0 0 0,0 0 0,0-1 0,0 1 0,0 0 0,0 0 0,0 0 0,1-1 0,-1 2 0,2 3 0,1 1 0,-1-1 0,1-1 0,0 1 0,1 0 0,-1-1 0,1 1 0,-1-1 0,8 5 0,3 4 0,24 14 0,-24-18 0,1 0 0,-1-1 0,1 0 0,28 9 0,-38-16 0,-1 1 0,0-1 0,1 0 0,-1 0 0,1-1 0,-1 1 0,0-1 0,1 0 0,-1 0 0,1-1 0,-1 1 0,1-1 0,-1 0 0,1 0 0,-1-1 0,0 1 0,0-1 0,0 0 0,0 0 0,0 0 0,0-1 0,6-4 0,-8 4 0,0 1 0,0-1 0,0 0 0,0 1 0,-1-1 0,1 0 0,-1 0 0,0 0 0,0 0 0,0 0 0,0-1 0,0 1 0,-1 0 0,1 0 0,-1-1 0,0 1 0,0 0 0,0 0 0,-1-1 0,-1-5 0,1 3 0,0-1 0,-1 1 0,0 0 0,0 0 0,-1 0 0,0 1 0,0-1 0,0 1 0,-7-9 0,-2 4 0,12 10 0,0 0 0,-1 0 0,1 0 0,0 0 0,0 0 0,0 0 0,0 0 0,-1 0 0,1 0 0,0 0 0,0 0 0,0 0 0,0 1 0,0-1 0,-1 0 0,1 0 0,0 0 0,0 0 0,0 0 0,0 0 0,0 0 0,0 0 0,-1 1 0,1-1 0,0 0 0,0 0 0,0 0 0,0 0 0,0 0 0,0 1 0,0-1 0,0 0 0,0 0 0,0 0 0,0 0 0,0 1 0,0-1 0,0 0 0,0 0 0,0 0 0,0 1 0,0 1 0,0 1 0,0 0 0,1 0 0,-1 0 0,1-1 0,0 1 0,2 4 0,11 21 0,2-1 0,1-1 0,1 0 0,1-2 0,37 39 0,-41-49-1365,-2-3-5461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43.2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292 1 24575,'-13'4'0,"0"2"0,0-1 0,1 2 0,0 0 0,0 0 0,-11 10 0,20-14 0,0-1 0,0 1 0,0-1 0,0 1 0,1 0 0,-1 0 0,1 0 0,0 1 0,0-1 0,0 0 0,0 1 0,1 0 0,0-1 0,-1 1 0,1 0 0,1-1 0,-1 1 0,0 0 0,1 0 0,0 0 0,0 0 0,0 0 0,0 0 0,1-1 0,-1 1 0,3 6 0,0-2 0,0 0 0,1 0 0,0-1 0,0 1 0,1-1 0,6 7 0,38 41 0,-32-37 0,29 25 0,-23-23 0,-22-19 0,-1-1 0,1 0 0,-1 0 0,1 1 0,-1-1 0,0 0 0,1 1 0,-1-1 0,0 0 0,0 1 0,1-1 0,-1 1 0,0-1 0,0 1 0,1-1 0,-1 0 0,0 1 0,0-1 0,0 1 0,0-1 0,0 1 0,0-1 0,0 2 0,0-2 0,0 0 0,0 0 0,-1 1 0,1-1 0,0 0 0,-1 1 0,1-1 0,-1 0 0,1 0 0,0 0 0,-1 0 0,1 1 0,0-1 0,-1 0 0,1 0 0,-1 0 0,1 0 0,-1 0 0,1 0 0,-1 0 0,-25-2 0,-196-64 0,178 51 0,42 14-83,-4 0-173,1-1-1,0 0 1,-1-1-1,-6-3 1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43.6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31 24575,'3'10'0,"1"-1"0,0 0 0,0 0 0,8 12 0,-11-19 0,0 0 0,0 0 0,0-1 0,0 1 0,1-1 0,-1 1 0,1-1 0,-1 0 0,1 1 0,0-1 0,-1 0 0,1 0 0,0 0 0,0 0 0,-1 0 0,1-1 0,0 1 0,0 0 0,0-1 0,0 1 0,0-1 0,0 0 0,0 0 0,0 0 0,0 0 0,0 0 0,0 0 0,4-1 0,-4 0 0,0 0 0,0-1 0,-1 1 0,1 0 0,0 0 0,-1-1 0,1 1 0,-1-1 0,1 0 0,-1 1 0,0-1 0,1 0 0,-1 0 0,0 0 0,0 0 0,-1 0 0,1 0 0,0 0 0,0-3 0,2-4 0,-1 1 0,-1-1 0,2-12 0,1-3 0,-4 24 0,0 0 0,0-1 0,0 1 0,0 0 0,0 0 0,0-1 0,0 1 0,0 0 0,1 0 0,-1-1 0,0 1 0,0 0 0,0 0 0,0 0 0,1-1 0,-1 1 0,0 0 0,0 0 0,0 0 0,1 0 0,-1-1 0,0 1 0,0 0 0,1 0 0,-1 0 0,0 0 0,0 0 0,1 0 0,0 0 0,-1 0 0,1 1 0,-1-1 0,1 1 0,0-1 0,-1 1 0,1-1 0,-1 1 0,1-1 0,-1 1 0,0-1 0,1 1 0,-1 0 0,1-1 0,-1 1 0,1 1 0,7 16 0,-1 1 0,-1 0 0,8 37 0,-4-11 0,15 42 0,-7-26 0,19 114 0,-37-172 0,0 0 0,1 1 0,-1-1 0,-1 0 0,1 1 0,0-1 0,-2 5 0,2-7 0,0-1 0,-1 1 0,1-1 0,0 1 0,-1 0 0,1-1 0,0 1 0,-1-1 0,1 1 0,-1-1 0,1 1 0,-1-1 0,1 1 0,-1-1 0,1 1 0,-1-1 0,1 0 0,-1 1 0,0-1 0,1 0 0,-1 1 0,0-1 0,1 0 0,-1 0 0,1 0 0,-1 0 0,0 0 0,0 0 0,1 0 0,-1 0 0,0 0 0,1 0 0,-1 0 0,0 0 0,1 0 0,-1 0 0,0-1 0,1 1 0,-1 0 0,1 0 0,-1-1 0,-1 0 0,-7-3 34,1-1 0,-12-8 1,0-1-1503,7 6-5358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44.0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343 77 24575,'-90'-45'0,"75"38"0,0 1 0,-1 1 0,-31-7 0,45 11 0,-1 1 0,1 0 0,-1-1 0,1 1 0,-1 0 0,1 0 0,0 1 0,-1-1 0,1 0 0,-1 1 0,1-1 0,0 1 0,-1 0 0,1 0 0,0 0 0,0 0 0,0 0 0,-1 1 0,-1 1 0,2-1 0,0 0 0,0 1 0,1-1 0,-1 1 0,1-1 0,-1 1 0,1-1 0,0 1 0,0 0 0,0 0 0,1-1 0,-1 1 0,1 0 0,-1 0 0,1 6 0,1 2 0,-1 1 0,2 0 0,0-1 0,0 1 0,1-1 0,0 0 0,1 0 0,10 20 0,1-4 0,0 0 0,23 29 0,-18-30 0,2 0 0,1-2 0,35 31 0,-56-54 0,12 13 0,-13-9 0,-9-3 0,-26-5 0,-45-11 0,10 1 0,-44-3-1365,84 12-5461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44.5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24575,'8'34'0,"2"20"0,1 6 0,3 2 0,2-3 0,2-4 0,0-7 0,0-3 0,-2-3 0,-2-3 0,-2-2 0,-1-1 0,1-4 0,-2-4 0,0-3 0,-2-4 0,1-5 0,-2-6-8191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44.7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377 75 24575,'-35'-11'0,"-115"-32"0,120 37 0,0 0 0,-1 2 0,-31-1 0,60 5 0,1 0 0,-1 0 0,0 0 0,0 0 0,0 1 0,1-1 0,-1 0 0,0 1 0,0-1 0,1 1 0,-1 0 0,0-1 0,1 1 0,-1 0 0,1 0 0,-1 0 0,-1 2 0,2-2 0,0 0 0,0 1 0,1-1 0,-1 0 0,1 0 0,-1 1 0,1-1 0,0 1 0,-1-1 0,1 0 0,0 1 0,0-1 0,0 1 0,0-1 0,0 0 0,0 1 0,0-1 0,1 1 0,-1-1 0,0 0 0,1 1 0,0 1 0,1 0 5,-1 0-1,0 0 1,1-1 0,-1 1-1,1-1 1,0 1-1,0-1 1,0 0 0,0 1-1,0-1 1,0 0-1,4 2 1,2 1-130,0 0-1,13 5 1,-4-2-924,-7-3-5777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45.5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219 301 24575,'-13'-39'0,"-27"-53"0,32 75 0,-2 0 0,0 1 0,-1 1 0,-1 0 0,-19-20 0,18 22 0,9 7 0,-1 1 0,-1 0 0,1 0 0,-1 0 0,1 1 0,-11-6 0,15 10 0,1 0 0,-1-1 0,0 1 0,1 0 0,-1 0 0,1 0 0,-1-1 0,0 1 0,1 0 0,-1 0 0,1 0 0,-1 0 0,0 0 0,1 0 0,-1 1 0,0-1 0,1 0 0,-1 0 0,1 0 0,-1 0 0,0 1 0,1-1 0,-1 0 0,1 1 0,-1-1 0,1 0 0,-1 1 0,1-1 0,-1 1 0,1-1 0,0 1 0,-1-1 0,1 1 0,0-1 0,-1 1 0,1-1 0,0 1 0,-1-1 0,1 1 0,0 0 0,0-1 0,0 1 0,0-1 0,0 1 0,-1 1 0,0 3 0,1 1 0,-1 0 0,1 11 0,0-13 0,1 8 0,0 0 0,1 1 0,1-1 0,0 0 0,0 0 0,1-1 0,1 1 0,0-1 0,0 0 0,13 19 0,-9-17 0,1 0 0,0 0 0,1-1 0,1 0 0,0-1 0,0 0 0,24 15 0,-28-22 0,0 1 0,1-2 0,-1 1 0,1-1 0,0 0 0,-1-1 0,1 0 0,1 0 0,-1-1 0,0 0 0,0-1 0,0 0 0,1 0 0,-1-1 0,0 0 0,15-4 0,-18 3 0,0 0 0,0 0 0,0 0 0,-1-1 0,1 0 0,-1 0 0,0 0 0,0-1 0,0 0 0,0 0 0,0 0 0,-1 0 0,0-1 0,0 0 0,0 0 0,0 0 0,-1 0 0,0 0 0,0-1 0,-1 1 0,1-1 0,-1 0 0,0 0 0,-1 0 0,2-9 0,-2 11 0,-1 0 0,0 0 0,0 0 0,0 0 0,0 0 0,-1 0 0,0 0 0,0 0 0,0 0 0,0 0 0,0 0 0,-1 0 0,0 1 0,1-1 0,-1 1 0,-1-1 0,-2-3 0,29 47 0,-12-27 0,0 1 0,0-2 0,2 0 0,-1 0 0,2-2 0,-1 1 0,2-2 0,-1 0 0,1-1 0,31 12 0,-44-19 0,0-1 0,0 1 0,0 0 0,0-1 0,1 0 0,-1 1 0,0-1 0,0-1 0,0 1 0,1 0 0,-1-1 0,0 1 0,4-2 0,-6 1 0,1 0 0,-1 0 0,1 0 0,-1 0 0,1 0 0,-1-1 0,1 1 0,-1 0 0,0-1 0,0 1 0,0-1 0,0 1 0,0-1 0,0 1 0,0-1 0,0 0 0,-1 1 0,1-1 0,-1 0 0,1 0 0,-1 0 0,0 1 0,1-5 0,-2-35 0,0 33 0,1 0 0,0 1 0,0-1 0,0 0 0,3-11 0,-3 19 0,1-1 0,-1 1 0,0-1 0,0 1 0,1-1 0,-1 1 0,0 0 0,0-1 0,1 1 0,-1-1 0,1 1 0,-1 0 0,0-1 0,1 1 0,-1 0 0,1 0 0,-1-1 0,1 1 0,-1 0 0,1 0 0,-1-1 0,1 1 0,-1 0 0,1 0 0,-1 0 0,1 0 0,-1 0 0,1 0 0,-1 0 0,1 0 0,-1 0 0,1 0 0,-1 0 0,1 0 0,-1 0 0,1 1 0,-1-1 0,1 0 0,-1 0 0,1 1 0,0-1 0,25 15 0,-17-9 0,15 6 0,0-1 0,42 12 0,54 7 0,-95-24 0,-18-5-273,0 1 0,0 0 0,0 1 0,12 5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46.2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16 117 24575,'-3'-11'0,"-1"-2"0,-3-21 0,6 31 0,1 0 0,0 0 0,-1 0 0,1 0 0,1 0 0,-1 0 0,0 0 0,1 0 0,0 0 0,-1 0 0,1 0 0,0 0 0,2-2 0,-2 4 0,0 0 0,0 0 0,0 0 0,0 0 0,0 0 0,0 0 0,0 0 0,0 0 0,0 0 0,1 1 0,-1-1 0,0 0 0,1 1 0,-1-1 0,1 1 0,-1 0 0,0-1 0,1 1 0,-1 0 0,1 0 0,-1 0 0,1 0 0,-1 0 0,1 0 0,-1 0 0,0 1 0,1-1 0,-1 0 0,1 1 0,-1-1 0,2 2 0,6 2 0,-1-1 0,0 2 0,12 7 0,-16-9 0,128 89 0,-117-79-455,-1 1 0,23 25 0,-28-27-6371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47.2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 0 24575,'-3'13'0,"1"1"0,0-1 0,0 0 0,2 1 0,0-1 0,0 1 0,1-1 0,5 19 0,-1-10 0,1-1 0,1 0 0,1 0 0,15 26 0,2 0 0,2-1 0,2-1 0,2-1 0,37 40 0,-65-81 0,-1-1 0,0 1 0,1-1 0,0 0 0,0 0 0,-1 0 0,1-1 0,5 3 0,-7-3 0,0-1 0,-1 0 0,1 0 0,-1 0 0,1 0 0,-1 0 0,1 0 0,-1 0 0,1 0 0,-1 0 0,1 0 0,0 0 0,-1 0 0,1 0 0,-1 0 0,1 0 0,-1-1 0,1 1 0,-1 0 0,1 0 0,-1-1 0,1 1 0,0-1 0,0 0 0,-1 0 0,1 0 0,-1 0 0,1 0 0,-1 0 0,1 0 0,-1 0 0,0 0 0,1 0 0,-1 0 0,0 0 0,0-1 0,0 1 0,0 0 0,0-1 0,-1-11 0,0 0 0,-1 0 0,-1 0 0,0 0 0,-6-14 0,-3-15 0,12 41 0,-1 0 0,1 1 0,0-1 0,0 0 0,0 1 0,-1-1 0,1 0 0,0 1 0,0-1 0,0 0 0,0 0 0,0 1 0,0-1 0,1 0 0,-1 1 0,0-1 0,0 0 0,0 1 0,1-1 0,-1 0 0,1 0 0,-1 1 0,1 0 0,-1-1 0,1 1 0,-1 0 0,1 0 0,-1 0 0,1 0 0,-1 0 0,1 0 0,-1 0 0,1 0 0,-1 0 0,1 0 0,-1 0 0,1 0 0,-1 0 0,1 0 0,-1 1 0,1-1 0,-1 0 0,0 0 0,1 1 0,6 3 0,-1 0 0,0 0 0,6 6 0,-7-7 0,11 11 0,1 0 0,-2 0 0,0 2 0,-1 0 0,0 0 0,-1 2 0,13 23 0,-24-39 0,-1 0 0,0 1 0,0-1 0,0 0 0,0 1 0,-1-1 0,1 1 0,-1-1 0,1 1 0,-1-1 0,0 1 0,0-1 0,0 1 0,0-1 0,-1 1 0,1-1 0,-1 4 0,0-4 0,0-1 0,0 1 0,0 0 0,-1-1 0,1 1 0,0-1 0,0 0 0,-1 1 0,1-1 0,-1 0 0,0 0 0,1 0 0,-1 0 0,0 0 0,1 0 0,-1 0 0,0 0 0,0-1 0,0 1 0,0-1 0,0 0 0,-3 1 0,-11 0 0,0 0 0,0-1 0,0 0 0,1-1 0,-1-1 0,-28-7 0,-90-35 0,117 37 0,2 3 0,12 4 0,1-1 0,-1 1 0,1-1 0,-1 0 0,0 0 0,1 0 0,-1 0 0,1 0 0,0 0 0,-1-1 0,-2-2 0,5 4 0,0 0 0,0-1 0,0 1 0,0 0 0,0 0 0,0 0 0,0-1 0,0 1 0,0 0 0,0 0 0,0 0 0,0-1 0,0 1 0,0 0 0,1 0 0,-1 0 0,0-1 0,0 1 0,0 0 0,0 0 0,0 0 0,0 0 0,1-1 0,-1 1 0,0 0 0,0 0 0,0 0 0,1 0 0,-1 0 0,0 0 0,0 0 0,0 0 0,1 0 0,-1 0 0,0 0 0,0-1 0,0 1 0,1 0 0,-1 0 0,0 0 0,0 1 0,1-1 0,10-2 0,-11 2 0,27-1-1365,-14 1-5461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47.8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113 172 24575,'-39'-86'0,"32"73"0,0 1 0,-1 0 0,0 0 0,-14-15 0,22 26 0,-1 1 0,0-1 0,0 0 0,1 0 0,-1 0 0,0 1 0,0-1 0,0 0 0,0 1 0,0-1 0,0 1 0,0-1 0,0 1 0,0 0 0,-2-1 0,3 1 0,0 0 0,0 0 0,-1 0 0,1 1 0,0-1 0,-1 0 0,1 0 0,0 0 0,-1 0 0,1 1 0,0-1 0,0 0 0,-1 0 0,1 1 0,0-1 0,0 0 0,0 0 0,-1 1 0,1-1 0,0 0 0,0 1 0,0-1 0,0 0 0,0 1 0,0-1 0,0 0 0,-1 1 0,1-1 0,0 0 0,0 1 0,0 3 0,0 0 0,0 0 0,1-1 0,-1 1 0,1 0 0,0-1 0,1 6 0,3 4 0,1-1 0,0 0 0,1 0 0,1 0 0,-1-1 0,2 1 0,10 9 0,-4-5 0,0-2 0,1 0 0,35 24 0,-43-34 0,0 1 0,0-1 0,0 0 0,0-1 0,18 5 0,-23-7 0,-1-1 0,1 1 0,0-1 0,0 1 0,-1-1 0,1 0 0,0 0 0,0-1 0,0 1 0,-1 0 0,1-1 0,0 0 0,-1 1 0,1-1 0,0 0 0,-1-1 0,1 1 0,-1 0 0,0-1 0,1 1 0,-1-1 0,0 0 0,3-2 0,-1-1 0,-1-1 0,1 1 0,-1 0 0,0-1 0,-1 1 0,1-1 0,-1 0 0,0 0 0,-1 0 0,1 0 0,0-7 0,-1 4 0,-1 1 0,0-1 0,0 0 0,0 0 0,-1 0 0,-1 1 0,-2-12 0,1 13 0,1 6 0,-1 14 0,1 21 0,4-2 0,1-1 0,14 56 0,26 60 0,-19-71 0,-13-39 0,1 0 0,-2 0 0,8 54 0,-18-88 0,1-1 0,-1 0 0,0 1 0,0-1 0,-1 0 0,1 1 0,0-1 0,-1 0 0,1 0 0,-1 0 0,0 1 0,0-1 0,0 0 0,0 0 0,0 0 0,-3 3 0,3-4 0,0 0 0,0 0 0,0 0 0,0 0 0,0-1 0,-1 1 0,1 0 0,0-1 0,-1 1 0,1-1 0,0 1 0,-1-1 0,1 0 0,0 0 0,-1 1 0,1-1 0,0 0 0,-1 0 0,1 0 0,-1-1 0,1 1 0,0 0 0,-1 0 0,1-1 0,0 1 0,-1-1 0,1 1 0,-3-2 0,-3-3 0,-1 1 0,0-1 0,1-1 0,0 1 0,-13-14 0,-27-36 0,44 52-48,-6-9 106,-1 0 0,-12-23 0,20 32-136,1 0-1,-1 0 1,1 0-1,0 0 1,0 0-1,0-1 1,0 1-1,1 0 1,-1-1-1,1 1 1,0 0-1,0-1 1,0 1-1,0-1 1,0 1-1,1 0 1,0-1-1,1-4 1,4-4-6748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53.1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254 72 24575,'-16'-13'0,"-1"1"0,-26-14 0,37 23 0,0 0 0,0 0 0,0 0 0,0 1 0,0 0 0,-1 1 0,1 0 0,-1-1 0,1 2 0,-1-1 0,-12 1 0,18 1 0,-1-1 0,0 0 0,0 1 0,0-1 0,1 1 0,-1-1 0,0 1 0,1 0 0,-1 0 0,0 0 0,1 0 0,-1 0 0,1 0 0,-1 0 0,1 0 0,0 0 0,0 1 0,-1-1 0,1 1 0,0-1 0,0 1 0,0-1 0,1 1 0,-1 0 0,0-1 0,0 3 0,0-1 0,1-1 0,0 0 0,0 1 0,0-1 0,0 1 0,0-1 0,0 0 0,1 1 0,-1-1 0,1 0 0,0 0 0,-1 1 0,1-1 0,0 0 0,0 0 0,1 0 0,-1 0 0,0 0 0,1 0 0,1 2 0,5 3 0,-1 0 0,1 0 0,0-1 0,1 0 0,11 7 0,51 21 0,-10-6 0,-57-25 0,45 26 0,-45-26 0,0 0 0,0 0 0,-1 0 0,1 0 0,-1 1 0,0 0 0,0-1 0,0 1 0,3 6 0,-6-9 0,1 1 0,0-1 0,-1 0 0,1 0 0,-1 1 0,0-1 0,1 0 0,-1 1 0,0-1 0,0 0 0,0 1 0,0-1 0,0 0 0,0 1 0,0-1 0,-1 0 0,1 0 0,0 1 0,-1-1 0,1 0 0,-1 1 0,0 1 0,-1-1 0,1-1 0,-1 1 0,0 0 0,1-1 0,-1 0 0,0 1 0,0-1 0,0 0 0,0 0 0,0 0 0,0 0 0,-3 1 0,-5 1 0,0-1 0,-1 0 0,1-1 0,-18 1 0,-190-5 0,193 1-1365,16-1-5461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53.8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 57 24575,'0'-1'0,"0"1"0,-1 0 0,1 0 0,0 0 0,0-1 0,0 1 0,0 0 0,-1 0 0,1 0 0,0 0 0,0 0 0,0 0 0,0 0 0,-1-1 0,1 1 0,0 0 0,0 0 0,-1 0 0,1 0 0,0 0 0,0 0 0,0 0 0,-1 0 0,1 0 0,0 0 0,0 0 0,-1 0 0,1 0 0,0 0 0,0 0 0,0 0 0,-1 1 0,1-1 0,0 0 0,0 0 0,0 0 0,-1 0 0,1 0 0,5 9 0,11 11 0,-4-8 0,0 0 0,0-1 0,24 15 0,-30-22 0,0-1 0,-1 1 0,1-1 0,1-1 0,-1 1 0,0-1 0,1 0 0,-1 0 0,1-1 0,-1 0 0,1 0 0,7-1 0,-12 0 0,1 0 0,-1-1 0,1 1 0,-1-1 0,1 1 0,-1-1 0,0 0 0,1 0 0,-1 0 0,0-1 0,0 1 0,0 0 0,0-1 0,0 1 0,0-1 0,0 0 0,0 0 0,-1 0 0,1 0 0,-1 0 0,1 0 0,-1 0 0,0 0 0,0 0 0,0-1 0,0 1 0,0 0 0,0-1 0,0-4 0,1-1 0,-1 0 0,-1 0 0,1 0 0,-1 0 0,-1 0 0,1-1 0,-1 1 0,-3-8 0,2 8 0,1 5 0,0 0 0,1 0 0,-1 0 0,1 0 0,-1 0 0,1 0 0,0 0 0,1-3 0,-1 6 0,0-1 0,0 1 0,0 0 0,0 0 0,0-1 0,1 1 0,-1 0 0,0 0 0,0 0 0,1 0 0,-1-1 0,0 1 0,0 0 0,1 0 0,-1 0 0,0 0 0,0 0 0,1 0 0,-1 0 0,0-1 0,0 1 0,1 0 0,-1 0 0,0 0 0,1 0 0,-1 0 0,0 0 0,0 0 0,1 0 0,-1 1 0,0-1 0,0 0 0,1 0 0,-1 0 0,0 0 0,0 0 0,1 0 0,-1 0 0,0 1 0,0-1 0,1 0 0,-1 0 0,0 0 0,0 1 0,0-1 0,1 1 0,12 9 0,-12-9 0,16 14 0,-7-5 0,1 0 0,14 9 0,-23-17 0,1 0 0,0-1 0,-1 1 0,1-1 0,0 0 0,0 1 0,0-1 0,0-1 0,0 1 0,1 0 0,-1-1 0,0 1 0,0-1 0,0 0 0,5-1 0,-6 1 0,0-1 0,0 0 0,-1 0 0,1 0 0,0 0 0,0 0 0,-1-1 0,1 1 0,-1 0 0,1-1 0,-1 1 0,0-1 0,1 0 0,-1 1 0,0-1 0,0 0 0,1-2 0,-1 2 0,1-1 0,-1 1 0,1 0 0,0 0 0,0-1 0,0 1 0,2-2 0,-3 4 0,0-1 0,0 1 0,0 0 0,0-1 0,0 1 0,-1 0 0,1-1 0,0 1 0,0 0 0,0 0 0,0 0 0,0 0 0,0 0 0,0 0 0,0 0 0,0 0 0,0 1 0,0-1 0,0 0 0,0 0 0,0 1 0,0-1 0,0 1 0,1 0 0,25 19 77,-23-17-257,-1 1-1,1-1 1,0 0 0,0-1 0,0 1-1,0-1 1,5 2 0,2-1-6646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54.7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141 470 24575,'-12'-7'0,"1"0"0,0 1 0,-1 0 0,0 1 0,1 0 0,-2 1 0,-15-4 0,27 8 0,0-1 0,0 1 0,-1 0 0,1 0 0,0 0 0,0 0 0,0 0 0,-1 0 0,1 0 0,0 0 0,0 0 0,0 1 0,-1-1 0,1 0 0,0 1 0,0-1 0,0 1 0,0-1 0,0 1 0,-2 1 0,2-1 0,1 0 0,-1 0 0,1 0 0,0 0 0,-1 0 0,1 0 0,0 0 0,-1 0 0,1 0 0,0 0 0,0 0 0,0 0 0,0 0 0,0 0 0,0 0 0,0 0 0,0 0 0,0 0 0,1 1 0,1 4 0,0-1 0,0 0 0,0 1 0,1-1 0,0 0 0,0 0 0,5 6 0,6 5 0,1-2 0,0 1 0,1-2 0,23 16 0,-36-27 0,1 0 0,-1 0 0,1 0 0,-1 0 0,1-1 0,0 0 0,0 1 0,-1-1 0,1-1 0,0 1 0,0 0 0,0-1 0,0 0 0,6-1 0,-8 1 0,0 0 0,0-1 0,0 0 0,0 1 0,0-1 0,-1 0 0,1 0 0,0 0 0,0 0 0,-1-1 0,1 1 0,0 0 0,-1-1 0,1 1 0,-1-1 0,0 1 0,0-1 0,1 0 0,-1 1 0,0-1 0,0 0 0,-1 0 0,1 0 0,0 0 0,-1 0 0,1 0 0,-1 0 0,1-4 0,0-1 0,-1-1 0,0 1 0,0-1 0,-1 1 0,1-1 0,-2 1 0,1-1 0,-1 1 0,0 0 0,-1 0 0,0 0 0,0 0 0,-6-10 0,9 17 0,0-1 0,-1 1 0,1-1 0,0 1 0,-1 0 0,1-1 0,0 1 0,-1-1 0,1 1 0,-1 0 0,1-1 0,0 1 0,-1 0 0,1-1 0,-1 1 0,1 0 0,-1 0 0,1 0 0,-2-1 0,2 1 0,0 0 0,-1 1 0,1-1 0,0 0 0,0 0 0,-1 0 0,1 0 0,0 1 0,0-1 0,0 0 0,-1 0 0,1 0 0,0 1 0,0-1 0,0 0 0,0 1 0,0-1 0,-1 0 0,1 0 0,0 1 0,0-1 0,0 0 0,0 0 0,0 1 0,0 2 0,-1 0 0,1-1 0,0 1 0,0 0 0,0-1 0,2 5 0,0 0 0,0 1 0,1-1 0,1 0 0,-1 0 0,1 0 0,0 0 0,1-1 0,0 0 0,0 0 0,0 0 0,0 0 0,1-1 0,0 0 0,11 7 0,-13-9 0,0-1 0,0 0 0,0 0 0,0 0 0,0 0 0,0-1 0,1 1 0,-1-1 0,0 0 0,1-1 0,-1 1 0,1-1 0,0 0 0,-1 0 0,1 0 0,-1 0 0,1-1 0,-1 0 0,0 0 0,1 0 0,-1-1 0,0 1 0,1-1 0,-1 0 0,0 0 0,5-4 0,-5 2 0,0 0 0,0 0 0,0 0 0,-1 0 0,0-1 0,0 1 0,0-1 0,0 0 0,-1 0 0,0 0 0,0 0 0,0 0 0,0-1 0,-1 1 0,0 0 0,0-1 0,0-10 0,0-8 0,-2 0 0,-5-40 0,5 53 0,-7-49 0,-3 1 0,-2 0 0,-23-62 0,35 118 0,0 0 0,-1 0 0,0 0 0,1 0 0,-4-4 0,5 7 0,0 0 0,-1-1 0,1 1 0,0 0 0,0 0 0,0-1 0,-1 1 0,1 0 0,0 0 0,-1 0 0,1-1 0,0 1 0,0 0 0,-1 0 0,1 0 0,0 0 0,-1 0 0,1 0 0,0 0 0,-1 0 0,1 0 0,0-1 0,-1 1 0,1 1 0,-1-1 0,1 0 0,-1 0 0,1 1 0,-1-1 0,1 1 0,-1-1 0,1 1 0,-1 0 0,1-1 0,0 1 0,-1-1 0,1 1 0,0 0 0,0-1 0,-1 1 0,1 0 0,0-1 0,0 1 0,0 1 0,-2 10 0,0 0 0,1 0 0,1 0 0,0 0 0,3 22 0,16 60 0,-3-38 0,3 0 0,42 89 0,-52-128 0,0-1 0,1 0 0,1 0 0,0-1 0,18 18 0,-24-28 0,0 0 0,0 0 0,0-1 0,1 0 0,0 0 0,0 0 0,0-1 0,0 0 0,1 0 0,-1 0 0,1-1 0,-1 0 0,1 0 0,0-1 0,0 0 0,0 0 0,10 0 0,-12-2 0,-1 0 0,0 0 0,0 0 0,0 0 0,0 0 0,0-1 0,0 0 0,-1 0 0,1 0 0,0 0 0,-1 0 0,0-1 0,1 0 0,-1 1 0,0-1 0,0 0 0,-1-1 0,1 1 0,-1 0 0,1-1 0,-1 0 0,0 1 0,1-5 0,4-7 0,-2 0 0,0-1 0,0 1 0,3-27 0,-5 21 0,-2 0 0,0 0 0,-1 0 0,-1 0 0,-1 0 0,-8-36 0,-1 15 0,-2 0 0,-22-49 0,28 73 0,-1 1 0,-1 0 0,-1 0 0,0 1 0,-13-16 0,22 31 0,1 1 0,0 0 0,0-1 0,0 1 0,0 0 0,-1-1 0,1 1 0,0 0 0,0 0 0,-1-1 0,1 1 0,0 0 0,0 0 0,-1-1 0,1 1 0,0 0 0,-1 0 0,1 0 0,0 0 0,-1-1 0,1 1 0,-1 0 0,1 0 0,0 0 0,-1 0 0,1 0 0,0 0 0,-1 0 0,1 0 0,-1 0 0,0 0 0,1 12 0,7 19 0,12 26 0,2-1 0,3-1 0,2-1 0,2-1 0,61 85 0,-72-117 0,24 26 0,-33-39 0,0-1 0,1 1 0,0-2 0,0 1 0,18 9 0,-25-15-136,1 0-1,-1 0 1,0-1-1,0 1 1,1 0-1,-1-1 1,0 0-1,0 1 0,4-1 1,3-2-6690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56.9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365 45 24575,'-90'-18'0,"-23"-3"0,89 18 0,-1 1 0,-40 1 0,63 1 0,0 0 0,0 1 0,0-1 0,0 0 0,0 1 0,0-1 0,0 1 0,0 0 0,0-1 0,0 1 0,0 0 0,0 0 0,1 0 0,-1 0 0,0 1 0,1-1 0,-1 0 0,1 1 0,0-1 0,-1 1 0,1 0 0,-2 1 0,2 0 0,0 0 0,0 0 0,0 0 0,1 0 0,-1 0 0,1 0 0,-1 0 0,1 0 0,0 0 0,0 0 0,0 0 0,1 0 0,-1 0 0,2 4 0,0 1 0,0-1 0,1 1 0,0-1 0,0 0 0,1 0 0,0 0 0,0 0 0,1 0 0,7 8 0,-4-6 0,1-1 0,0-1 0,0 1 0,0-2 0,21 12 0,-11-8 0,1-2 0,0 0 0,1-2 0,0 0 0,0-1 0,34 4 0,-46-8 0,1 0 0,-1 0 0,0 0 0,1-1 0,-1-1 0,10-1 0,-17 2 0,0 0 0,0-1 0,0 1 0,0-1 0,-1 1 0,1-1 0,0 0 0,0 0 0,-1 0 0,1 0 0,-1 0 0,1 0 0,-1-1 0,1 1 0,-1 0 0,0-1 0,1 1 0,-1-1 0,0 0 0,0 1 0,0-1 0,0 0 0,-1 1 0,1-1 0,0 0 0,-1 0 0,1 0 0,-1 0 0,0 0 0,1-2 0,-1-1 0,-1-1 0,1 1 0,-1 0 0,1 0 0,-2 0 0,1 0 0,0 0 0,-1 0 0,0 0 0,0 1 0,-1-1 0,-5-8 0,0 2 0,0 0 0,-1 1 0,-16-16 0,10 16 0,12 11 0,8 7 0,11 12 0,1 0 0,0-1 0,39 32 0,-46-43 0,0-1 0,1 1 0,0-2 0,0 0 0,1 0 0,0-1 0,0-1 0,0 1 0,0-2 0,13 2 0,-23-4 0,1-1 0,-1 1 0,0-1 0,0 0 0,1 0 0,-1 0 0,0 0 0,0-1 0,1 1 0,-1-1 0,0 1 0,0-1 0,0 0 0,0 1 0,0-1 0,0 0 0,0-1 0,0 1 0,0 0 0,0-1 0,0 1 0,-1 0 0,1-1 0,-1 0 0,1 1 0,-1-1 0,0 0 0,1 0 0,-1 0 0,0 0 0,0 0 0,0 0 0,-1 0 0,1 0 0,0-1 0,-1 1 0,1 0 0,-1 0 0,0 0 0,0-1 0,0 1 0,0 0 0,0-1 0,0 1 0,-1 0 0,1 0 0,-1 0 0,-1-3 0,-2-7 0,0 1 0,-1-1 0,0 1 0,-1 0 0,-1 1 0,0-1 0,-16-17 0,40 55 0,-8-16 0,0-1 0,1-1 0,0 0 0,1 0 0,0-1 0,18 10 0,-19-12 0,0-1 0,0-1 0,0 0 0,0-1 0,1 1 0,-1-2 0,1 0 0,18 2 0,-27-4 0,1 0 0,-1 0 0,1 0 0,-1 0 0,1 0 0,-1-1 0,1 1 0,-1-1 0,1 0 0,-1 1 0,0-1 0,1 0 0,-1 0 0,0-1 0,0 1 0,0 0 0,3-3 0,-4 2 0,1 0 0,-1 0 0,1-1 0,-1 1 0,0-1 0,1 1 0,-1-1 0,-1 1 0,1-1 0,0 1 0,-1-1 0,1 0 0,-1 0 0,0 1 0,0-5 0,0 0 0,0 0 0,-1-1 0,0 1 0,0 0 0,-1 0 0,0 1 0,0-1 0,-1 0 0,1 1 0,-5-8 0,57 57 0,-44-38 0,1 0 0,0-1 0,-1 1 0,14 4 0,-17-8 0,-1 0 0,1 0 0,-1 0 0,1-1 0,0 1 0,0-1 0,-1 0 0,1 1 0,0-1 0,0 0 0,-1-1 0,1 1 0,0-1 0,0 1 0,-1-1 0,1 0 0,2-1 0,-3 1 0,0 0 0,0 0 0,0 0 0,0 0 0,1 0 0,-1 0 0,0 1 0,0-1 0,0 1 0,1-1 0,-1 1 0,0 0 0,1 0 0,-1 0 0,0 0 0,1 0 0,-1 1 0,0-1 0,0 1 0,1-1 0,-1 1 0,0 0 0,0 0 0,0 0 0,0 0 0,0 0 0,0 0 0,0 1 0,2 1 0,11 9 0,-13-6 0,-12-6 0,5-1 0,0-1 0,0 0 0,0 0 0,0 0 0,0-1 0,0 1 0,-8-7 0,11 8 0,1 0 0,-1 0 0,1-1 0,-1 1 0,1 0 0,-1-1 0,1 1 0,0-1 0,0 0 0,0 1 0,0-1 0,0 0 0,0 1 0,0-1 0,0 0 0,1 0 0,-1 0 0,1 0 0,-1 0 0,1 0 0,0 0 0,0 0 0,0 0 0,0-3 0,0 4 0,1 0 0,-1 0 0,1 0 0,0 0 0,-1 0 0,1 0 0,0 0 0,0 0 0,-1 0 0,1 0 0,0 1 0,0-1 0,0 0 0,0 0 0,0 1 0,0-1 0,1 1 0,-1-1 0,0 1 0,0-1 0,0 1 0,0 0 0,1 0 0,1-1 0,34 0 0,-31 1 0,23 1 0,1 0 0,33 8 0,-53-7 0,-1 0 0,0 0 0,0 2 0,0-1 0,0 1 0,-1 0 0,1 0 0,-1 1 0,0 1 0,13 11 0,-19-16-76,-1 0 1,0 0-1,0 0 0,0 0 0,-1 0 0,1 0 0,0 0 0,0 1 1,-1-1-1,1 0 0,0 1 0,-1-1 0,1 0 0,-1 1 1,0-1-1,1 1 0,-1 2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57.4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152 76 24575,'-10'-10'0,"0"1"0,-1 1 0,0-1 0,-1 2 0,1-1 0,-2 2 0,-19-9 0,31 14 0,0 1 0,0-1 0,-1 1 0,1 0 0,0-1 0,0 1 0,-1 0 0,1 0 0,0 0 0,-1 0 0,1 0 0,0 0 0,-1 0 0,1 0 0,0 1 0,0-1 0,-1 0 0,1 1 0,0-1 0,0 1 0,0-1 0,0 1 0,-2 1 0,1 0 0,1-1 0,0 1 0,0-1 0,0 1 0,1-1 0,-1 1 0,0 0 0,1 0 0,-1-1 0,1 1 0,-1 0 0,1 0 0,0 0 0,0 3 0,0 5 0,1 0 0,0 1 0,0-1 0,6 18 0,-5-22 0,1 0 0,-1 0 0,2 0 0,-1 0 0,0-1 0,1 1 0,0-1 0,0 0 0,1 0 0,-1 0 0,1 0 0,0-1 0,1 0 0,-1 0 0,1 0 0,-1-1 0,1 0 0,0 0 0,0 0 0,1-1 0,-1 0 0,0 0 0,1-1 0,-1 0 0,1 0 0,0 0 0,-1-1 0,1 0 0,0 0 0,-1 0 0,1-1 0,11-3 0,-15 3 0,1 0 0,-1 0 0,0-1 0,0 1 0,0-1 0,0 0 0,0 0 0,-1 0 0,1 0 0,0 0 0,-1-1 0,0 1 0,1-1 0,-1 1 0,0-1 0,0 0 0,-1 0 0,1 0 0,0 0 0,-1 0 0,0 0 0,0-1 0,0 1 0,0 0 0,0-1 0,-1 1 0,1-4 0,-1 3 0,0-1 0,-1 1 0,1-1 0,-1 1 0,0 0 0,0-1 0,0 1 0,-1 0 0,1 0 0,-1 0 0,0 0 0,0 0 0,0 0 0,-1 0 0,1 1 0,-1-1 0,0 1 0,0 0 0,0 0 0,-6-4 0,2 2-80,-1 1 0,1 0-1,-1 1 1,0 0 0,0 0-1,0 1 1,0 0 0,-1 0-1,1 1 1,0 0 0,-1 1 0,1 0-1,-1 0 1,1 0 0,0 1-1,-11 3 1,7-1-6746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57.8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18 24575,'88'40'0,"-28"-12"0,-54-25 0,1 0 0,0-1 0,0 0 0,0 0 0,0-1 0,0 0 0,0 0 0,0 0 0,0-1 0,0 0 0,12-2 0,-16 1 0,0 0 0,1 0 0,-1 0 0,0 0 0,-1 0 0,1 0 0,0-1 0,0 1 0,0-1 0,-1 0 0,1 0 0,-1 0 0,0 0 0,1-1 0,-1 1 0,0 0 0,0-1 0,-1 0 0,1 1 0,0-1 0,-1 0 0,0 0 0,1 0 0,-1 0 0,-1 0 0,1 0 0,0 0 0,0-4 0,0-2 0,-1 7 0,0 0 0,0 0 0,0 0 0,1 0 0,-1 0 0,1 0 0,-1-1 0,1 2 0,0-1 0,1-2 0,-2 4 0,0-1 0,1 1 0,-1 0 0,0 0 0,0 0 0,1 0 0,-1 0 0,0 0 0,1 0 0,-1 0 0,0 0 0,0 0 0,1 0 0,-1 0 0,0 0 0,1 0 0,-1 1 0,0-1 0,0 0 0,1 0 0,-1 0 0,0 0 0,0 0 0,1 1 0,-1-1 0,0 0 0,0 0 0,0 0 0,1 1 0,-1-1 0,0 0 0,0 0 0,0 1 0,0-1 0,0 0 0,0 0 0,1 1 0,-1-1 0,0 0 0,0 0 0,0 1 0,0-1 0,6 13 0,-3-3-227,0 0-1,1-1 1,0 1-1,0-1 1,9 12-1,-7-12-6598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58.2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28 24575,'20'-7'0,"-10"2"0,1 1 0,-5 2 0,-1 0 0,0 0 0,1 1 0,-1-1 0,1 1 0,-1 0 0,1 1 0,-1-1 0,1 1 0,0 0 0,-1 1 0,1-1 0,6 3 0,123 27-1365,-123-27-5461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58.9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 30 24575,'-2'2'0,"-1"1"0,1-1 0,0 1 0,0 0 0,1 0 0,-1 0 0,0 0 0,1 0 0,0 0 0,0 0 0,0 0 0,0 0 0,-1 6 0,2-7 0,0-1 0,0 1 0,0 0 0,0 0 0,0 0 0,1-1 0,-1 1 0,1 0 0,-1 0 0,1-1 0,-1 1 0,1 0 0,0-1 0,0 1 0,0-1 0,0 1 0,0-1 0,0 1 0,0-1 0,1 0 0,-1 1 0,0-1 0,1 0 0,-1 0 0,1 0 0,1 1 0,-1-1 0,1 0 0,-1 0 0,0 0 0,0 0 0,0 0 0,1-1 0,-1 1 0,0-1 0,1 0 0,-1 1 0,0-1 0,1 0 0,-1 0 0,1 0 0,-1-1 0,0 1 0,4-2 0,-4 2 0,0-1 0,-1 0 0,1 0 0,0 0 0,-1 0 0,1-1 0,-1 1 0,0 0 0,1-1 0,-1 1 0,0-1 0,0 1 0,0-1 0,0 1 0,0-1 0,0 0 0,0 0 0,-1 1 0,1-1 0,-1 0 0,1 0 0,0-3 0,1-16 0,-2 15 0,0-1 0,1 1 0,0 0 0,0 0 0,1 0 0,2-6 0,-4 11 0,1 0 0,0 0 0,-1 0 0,1 0 0,0 0 0,0 0 0,-1 0 0,1 0 0,0 0 0,0 0 0,0 1 0,0-1 0,0 0 0,0 1 0,0-1 0,0 1 0,1-1 0,-1 1 0,0 0 0,0-1 0,0 1 0,0 0 0,1 0 0,-1 0 0,0 0 0,0 0 0,0 0 0,1 0 0,-1 0 0,0 0 0,0 1 0,0-1 0,1 0 0,-1 1 0,0-1 0,2 2 0,8 3 0,0 1 0,0 0 0,-1 1 0,0 0 0,15 13 0,-12-9 0,0-1 0,20 12 0,-26-18-105,-4-3-35,0 0 0,-1 1 0,1-1 0,-1 1 0,0-1 0,1 1 0,-1 0 0,3 4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59.4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24575,'10'7'0,"0"1"0,-1 0 0,1 1 0,-2 0 0,1 0 0,-1 1 0,-1 0 0,0 1 0,0 0 0,8 18 0,1 10 0,20 76 0,-17-48 0,-12-44-97,-2-5-325,1 0-1,12 25 0,-13-35-6403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59.5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399 76 24575,'-29'-13'0,"-15"-3"0,-5 1 0,1 2 0,4 4 0,5 4 0,3 2 0,4 1 0,1 5 0,5 1 0,6-1-8191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01.1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70 24575,'-2'23'0,"2"-13"0,4-25 0,-2 7 0,0 0 0,1 0 0,-1 0 0,2 0 0,-1 1 0,7-11 0,-9 17 0,0-1 0,0 1 0,0-1 0,1 0 0,-1 1 0,0 0 0,1-1 0,-1 1 0,1 0 0,0 0 0,-1 0 0,1 0 0,0 0 0,-1 0 0,1 0 0,0 1 0,0-1 0,0 0 0,0 1 0,0 0 0,0-1 0,0 1 0,0 0 0,0 0 0,0 0 0,0 1 0,-1-1 0,1 0 0,0 1 0,0-1 0,0 1 0,2 0 0,11 6 0,1 1 0,13 11 0,22 10 0,24 4-1365,-66-28-5461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03.6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679 70 24575,'-95'-16'0,"-134"-12"0,115 21 0,-42-1 0,139 8-455,1-2 0,-23-4 0,26 3-6371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03.9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607 60 24575,'-32'-8'0,"-18"-1"0,-5-1 0,-1 3 0,2-1 0,3 1 0,5 2 0,5 2 0,5 1 0,4 2 0,5-1 0,1 2 0,4 1 0,2 2 0,3-1 0,2 3 0,0-1 0,3-1-8191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04.3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 0 24575,'37'34'0,"0"-1"0,3-2 0,60 37 0,-32-28 0,106 42 0,-165-78 0,-5-3 0,0 1 0,0-1 0,-1 1 0,1-1 0,-1 1 0,1 0 0,-1 1 0,0-1 0,1 1 0,-1-1 0,2 4 0,-4-5 0,-1-1 0,0 0 0,0 1 0,0-1 0,0 0 0,0 1 0,0-1 0,0 0 0,0 1 0,0-1 0,0 0 0,0 1 0,0-1 0,-1 0 0,1 1 0,0-1 0,0 0 0,0 1 0,0-1 0,-1 0 0,1 1 0,0-1 0,0 0 0,0 0 0,-1 1 0,1-1 0,0 0 0,-1 0 0,1 1 0,0-1 0,0 0 0,-1 0 0,1 0 0,0 0 0,-1 1 0,1-1 0,0 0 0,-1 0 0,1 0 0,-1 0 0,1 0 0,0 0 0,-1 0 0,1 0 0,-1 0 0,-19 3 0,19-3 0,-120 6 0,-38 2 0,121-4 0,0 2 0,-42 12 0,68-14-455,-1 0 0,-21 12 0,20-8-6371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05.3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16 24575,'0'-1'0,"-1"0"0,1 0 0,0 0 0,0 1 0,0-1 0,1 0 0,-1 0 0,0 1 0,0-1 0,0 0 0,0 0 0,1 1 0,-1-1 0,0 0 0,1 0 0,-1 1 0,1-1 0,0 0 0,-1 1 0,0 0 0,1 0 0,-1-1 0,0 1 0,1 0 0,-1 0 0,0 0 0,1 0 0,-1 0 0,0 0 0,1 1 0,-1-1 0,0 0 0,1 0 0,-1 0 0,0 0 0,1 0 0,-1 0 0,0 0 0,1 1 0,-1-1 0,0 0 0,0 0 0,1 1 0,-1-1 0,1 0 0,2 3 0,0 1 0,-1-1 0,1 0 0,-1 1 0,3 3 0,9 21 0,-2 0 0,14 49 0,-3-11 0,44 115 0,-66-178 0,10 32 0,-11-32-1365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05.5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0 118 24575,'23'-8'0,"128"-46"0,-125 46 0,1 2 0,1 1 0,47-3 0,-67 7 0,3 1 0,1-1 0,14-2 0,-26 3 0,1 0 0,-1 0 0,0 0 0,0 0 0,1 0 0,-1 0 0,0 0 0,1 0 0,-1 0 0,0-1 0,1 1 0,-1 0 0,0 0 0,0 0 0,1 0 0,-1 0 0,0-1 0,1 1 0,-1 0 0,0 0 0,0 0 0,0-1 0,1 1 0,-1 0 0,0 0 0,0-1 0,0 1 0,1 0 0,-1 0 0,0-1 0,0 1 0,-8-6 0,-16-1 0,-3 4-273,-1 1 0,0 1 0,1 1 0,-29 5 0,37-2-6553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05.9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116 75 24575,'36'-23'0,"-33"21"0,-1 0 0,1-1 0,0 1 0,-1-1 0,0 0 0,1 0 0,-1 1 0,0-2 0,2-3 0,-4 7 0,0 0 0,0-1 0,1 1 0,-1-1 0,0 1 0,0-1 0,0 1 0,0-1 0,0 1 0,0-1 0,0 0 0,0 1 0,0-1 0,0 1 0,0-1 0,0 1 0,0-1 0,0 1 0,0-1 0,0 1 0,-1-1 0,1 1 0,0-1 0,0 1 0,-1-1 0,1 0 0,-1 1 0,0-1 0,0 0 0,0 1 0,0-1 0,0 1 0,0-1 0,0 1 0,0 0 0,0-1 0,0 1 0,0 0 0,-1 0 0,-3-1 0,1 1 0,-1 0 0,1 0 0,-1 0 0,-5 2 0,3 0 0,0 1 0,0-1 0,0 1 0,1 1 0,-1-1 0,1 1 0,0 1 0,0-1 0,0 1 0,0 0 0,1 0 0,-8 10 0,8-10 0,1 1 0,0-1 0,0 1 0,1 1 0,-1-1 0,1 0 0,1 1 0,-1-1 0,1 1 0,0 0 0,1 0 0,-1 0 0,0 11 0,3-13 0,0-1 0,-1 1 0,1 0 0,1 0 0,-1 0 0,1-1 0,0 1 0,0-1 0,0 1 0,1-1 0,-1 0 0,1 0 0,0 0 0,0 0 0,1 0 0,-1-1 0,1 0 0,0 1 0,4 2 0,0-1 0,-1 0 0,1 0 0,0-1 0,1 0 0,-1 0 0,1-1 0,-1 0 0,1-1 0,14 3 0,26-2 0,73-3 0,-46-2 0,-39 2-1365,-22 0-5461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06.3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 24575,'7'-3'0,"6"5"0,4 4 0,5 3 0,6 6 0,3 2 0,2 3 0,1 1 0,1-1 0,-1-1 0,-1 1 0,-2-3 0,-3-2 0,-2-1 0,-2-1 0,-4-1 0,-2-5 0,-4-2-8191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06.5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328 1 24575,'-29'0'0,"-13"2"0,-1 1 0,4 3 0,6 0 0,7 1 0,5 2 0,3 0 0,3 1 0,3 0 0,2 2 0,0 1 0,2 1 0,-1 0 0,2 0 0,2-1-8191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07.1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210 103 24575,'1'29'0,"1"1"0,1-1 0,2 0 0,1-1 0,1 1 0,1-1 0,2 0 0,1-1 0,16 30 0,-38-76 0,-2 1 0,-20-23 0,-17-24 0,42 54 0,-43-74 0,46 76 0,1-1 0,-1 0 0,2 0 0,-1 0 0,2-1 0,-4-20 0,6 28 0,0-1 0,-1 1 0,1 0 0,1 0 0,-1-1 0,0 1 0,1 0 0,0 0 0,0 0 0,0 0 0,0 0 0,0 0 0,1 0 0,-1 0 0,1 0 0,3-5 0,-2 6 0,0-1 0,0 1 0,0-1 0,0 1 0,0 0 0,1 0 0,-1 0 0,0 1 0,1-1 0,0 1 0,-1 0 0,7-1 0,1 0 0,0 1 0,0 0 0,1 1 0,-1 1 0,0-1 0,0 2 0,1 0 0,17 5 0,-9-1 0,24 11 0,-38-15 0,-1 1 0,0 0 0,0 0 0,0 0 0,0 0 0,-1 1 0,1 0 0,-1 0 0,6 7 0,-9-10 0,-1 0 0,1 0 0,0 0 0,-1 0 0,1 0 0,-1 0 0,1 0 0,-1 0 0,1 1 0,-1-1 0,0 0 0,1 0 0,-1 1 0,0-1 0,0 0 0,0 0 0,0 1 0,0-1 0,-1 0 0,1 3 0,-1-3 0,0 1 0,0 0 0,0-1 0,0 1 0,0-1 0,0 1 0,0-1 0,-1 0 0,1 1 0,0-1 0,-1 0 0,-2 2 0,-4 1 0,-1 0 0,1 0 0,-1 0 0,-12 2 0,21-6 0,-51 13 0,-56 5 0,-25 7 0,103-16-1365,19-4-5461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07.9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219 117 24575,'-20'-5'0,"-60"-13"0,71 17 0,0 0 0,-1 0 0,1 1 0,-1 0 0,1 1 0,-13 2 0,20-2 0,0-1 0,0 0 0,-1 1 0,2 0 0,-1-1 0,0 1 0,0 0 0,0 0 0,0 0 0,0 0 0,1 1 0,-1-1 0,0 0 0,1 1 0,0-1 0,-1 1 0,1-1 0,0 1 0,-1 0 0,1-1 0,0 1 0,-1 3 0,1-2 0,1-1 0,0 1 0,0-1 0,0 0 0,0 1 0,0-1 0,0 0 0,0 1 0,1-1 0,-1 0 0,1 1 0,0-1 0,0 0 0,0 0 0,0 0 0,0 0 0,0 0 0,0 0 0,3 3 0,4 4 0,0 1 0,1-2 0,0 1 0,0-2 0,1 1 0,12 7 0,2-1 0,42 18 0,-56-28 0,1 0 0,1-1 0,-1 0 0,0-1 0,1 0 0,-1-1 0,1 0 0,0-1 0,-1 0 0,1-1 0,17-4 0,-23 4 0,1-1 0,-1 0 0,0 0 0,0 0 0,0-1 0,0 0 0,-1 0 0,1-1 0,8-7 0,-11 8 0,1-1 0,-1 1 0,0-1 0,0 0 0,-1 0 0,1 0 0,-1 0 0,0-1 0,0 1 0,0 0 0,0-1 0,-1 0 0,0 1 0,1-7 0,0-2 0,-2 0 0,1 1 0,-1-1 0,-1 0 0,-4-24 0,3 31 0,1 0 0,-1 0 0,0 0 0,0 0 0,0 0 0,-1 1 0,0-1 0,0 1 0,0 0 0,-1 0 0,0 0 0,0 0 0,0 1 0,-6-6 0,8 9 0,1 0 0,0 0 0,-1 0 0,1 0 0,-1 0 0,1 0 0,-1 1 0,1-1 0,-1 1 0,1-1 0,-1 1 0,0-1 0,1 1 0,-1 0 0,0 0 0,1 0 0,-1 0 0,0 0 0,1 0 0,-1 0 0,0 0 0,1 1 0,-1-1 0,1 1 0,-1-1 0,0 1 0,1-1 0,-1 1 0,1 0 0,0 0 0,-1 0 0,1 0 0,0 0 0,-1 0 0,1 0 0,0 1 0,-1 1 0,-2 2 0,0 0 0,1 1 0,0 0 0,0-1 0,0 1 0,1 0 0,0 0 0,-2 9 0,2-8 0,1 0 0,0 0 0,0 0 0,1 0 0,0 0 0,0 0 0,1 0 0,-1 0 0,2 0 0,-1-1 0,1 1 0,0 0 0,0 0 0,1-1 0,-1 0 0,2 1 0,-1-1 0,1 0 0,0-1 0,0 1 0,0 0 0,1-1 0,0 0 0,0 0 0,0-1 0,1 0 0,-1 1 0,1-2 0,0 1 0,12 5 0,-2-3 0,0-1 0,1 0 0,-1-2 0,1 1 0,0-2 0,0 0 0,0-1 0,0-1 0,0-1 0,0 0 0,0-1 0,0-1 0,26-8 0,-15 0-1365,-19 4-5461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08.7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235 17 24575,'-39'-6'0,"0"1"0,-67 0 0,102 5 0,0 0 0,1 0 0,-1 1 0,0 0 0,1-1 0,-1 2 0,1-1 0,-1 0 0,-3 2 0,6-2 0,1-1 0,-1 1 0,0 0 0,0-1 0,1 1 0,-1 0 0,0-1 0,1 1 0,-1 0 0,1 0 0,-1 0 0,1 0 0,-1-1 0,1 1 0,-1 0 0,1 0 0,0 0 0,0 0 0,-1 0 0,1 0 0,0 0 0,0 0 0,0 0 0,0 0 0,0 0 0,0 0 0,1 0 0,-1 0 0,0 0 0,0 0 0,1 0 0,-1 0 0,0 0 0,1-1 0,-1 1 0,1 0 0,-1 0 0,2 1 0,3 6 0,2 1 0,-1-1 0,1 0 0,0-1 0,0 1 0,1-2 0,0 1 0,17 10 0,79 38 0,-76-41 0,-19-9 0,12 5 0,27 9 0,-43-17 0,1 0 0,-1 0 0,1-1 0,0 0 0,-1 0 0,1-1 0,0 0 0,0 0 0,-1 0 0,10-2 0,-13 2 7,0-1 0,0 0 0,0 1 0,0-1 0,0 0 1,0 0-1,0 0 0,0-1 0,-1 1 0,1 0 0,0-1 0,-1 1 0,1-1 0,-1 1 0,1-1 0,0-2 0,0 0-172,0 1 0,-1 0 0,1-1 0,-1 0 0,0 1 0,0-1 0,0 0 0,0-5 0,0-7-6661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09.0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24575,'20'24'0,"8"16"0,5 8 0,-1 4 0,-1 0 0,-3-2 0,-4-3 0,-4-4 0,-2-3 0,-3-4 0,0-6 0,-4-7-8191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09.1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250 74 24575,'-30'-14'0,"-12"-6"0,-1 1 0,4 7 0,7 4 0,5 7 0,6 4 0,6 0-8191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10.1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39 0 24575,'108'22'0,"-89"-17"0,0 1 0,-1 1 0,29 14 0,-43-18 0,0-1 0,-1 1 0,1-1 0,-1 1 0,1 0 0,-1 0 0,0 1 0,0-1 0,0 1 0,-1-1 0,1 1 0,-1 0 0,0 0 0,3 6 0,-4-8 0,-1 0 0,1 0 0,-1 1 0,0-1 0,0 0 0,1 0 0,-1 0 0,0 0 0,-1 0 0,1 0 0,0 0 0,-1 0 0,1 1 0,-1-1 0,1 0 0,-1 0 0,0-1 0,0 1 0,0 0 0,0 0 0,0 0 0,-1-1 0,1 1 0,0 0 0,-1-1 0,1 1 0,-1-1 0,0 0 0,0 1 0,1-1 0,-5 2 0,1-1 0,0 1 0,-1-1 0,1 0 0,-1-1 0,0 1 0,0-1 0,1 0 0,-1-1 0,0 1 0,0-1 0,0 0 0,-6-1 0,-11-3 0,-40-9 0,25 3 0,38 10 0,-8-1 0,0-1 0,0 0 0,1 0 0,0-1 0,-8-4 0,14 7 0,0-1 0,0 1 0,0-1 0,0 0 0,0 0 0,0 1 0,0-1 0,0 0 0,1 0 0,-1 0 0,0 0 0,0 0 0,1 0 0,-1 0 0,1 0 0,-1-3 0,0 3 0,1 0 0,0-1 0,1 1 0,-1 0 0,0-1 0,0 1 0,0 0 0,1-1 0,-1 1 0,1 0 0,-1 0 0,1-1 0,-1 1 0,1 0 0,0 0 0,-1 0 0,1 0 0,0 0 0,1-1 0,4-3-4,-1 0 0,1 1 0,0-1 0,1 1-1,-1 1 1,0-1 0,1 1 0,0 1 0,0-1 0,10-2-1,13-5-1314,-21 6-5507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10.7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 1 24575,'-1'0'0,"1"1"0,-1 0 0,1-1 0,-1 1 0,1 0 0,-1-1 0,1 1 0,0 0 0,-1 0 0,1 0 0,0-1 0,0 1 0,-1 0 0,1 0 0,0 0 0,0-1 0,0 1 0,0 0 0,0 0 0,0 0 0,0 0 0,1 1 0,-1 0 0,1 0 0,0 0 0,0 0 0,0 0 0,0 0 0,0-1 0,0 1 0,3 3 0,2 1 0,1 1 0,0-1 0,8 6 0,-15-12 0,8 5 0,-1 0 0,2 0 0,-1 0 0,0-1 0,1-1 0,0 0 0,0 0 0,0 0 0,0-1 0,16 2 0,-19-4 0,-1 0 0,1 0 0,-1 0 0,0 0 0,1-1 0,-1 0 0,0 0 0,0 0 0,0-1 0,0 0 0,0 0 0,0 0 0,0-1 0,0 1 0,-1-1 0,1 0 0,-1 0 0,0-1 0,0 1 0,4-5 0,-6 5 0,-1 0 0,1 1 0,0-1 0,-1 0 0,0 0 0,0 0 0,2-6 0,6-13 0,-9 22 0,0 0 0,0-1 0,1 1 0,-1 0 0,0-1 0,0 1 0,1 0 0,-1-1 0,0 1 0,1 0 0,-1-1 0,0 1 0,1 0 0,-1 0 0,1-1 0,-1 1 0,0 0 0,1 0 0,-1 0 0,1 0 0,-1 0 0,1 0 0,-1 0 0,0-1 0,1 1 0,-1 0 0,1 0 0,-1 1 0,2-1 0,-1 0 0,0 1 0,0-1 0,0 1 0,1 0 0,-1-1 0,0 1 0,0 0 0,0 0 0,0 0 0,1 1 0,18 27 0,-19-28 0,17 29-4,17 28-1357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10.9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24575,'12'29'0,"7"18"0,2 5 0,3 1 0,-1-1 0,-1-4 0,-2-3 0,-2-5 0,0-3 0,1-6 0,-2-4 0,-3-3 0,-1-4 0,-1-3 0,0-4 0,-2-1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11.0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411 207 24575,'-32'-27'0,"-15"-12"0,-5-1 0,2 6 0,4 7 0,8 7 0,5 7 0,6 7 0,2 5 0,4 4 0,5 4 0,2 3 0,5-1-8191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11.7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58 175 24575,'29'63'0,"22"71"0,-51-131 0,-1-6 0,-6-10 0,-8-21 0,-3-11 0,0-2 0,-26-96 0,42 136 0,1 1 0,0-1 0,1 0 0,0 1 0,0-1 0,1-11 0,-1 16 0,1 1 0,-1-1 0,0 1 0,1-1 0,-1 1 0,1-1 0,0 1 0,-1 0 0,1-1 0,0 1 0,0 0 0,0 0 0,0-1 0,0 1 0,0 0 0,0 0 0,1 0 0,-1 0 0,0 0 0,0 1 0,1-1 0,-1 0 0,0 1 0,1-1 0,-1 1 0,1-1 0,-1 1 0,1-1 0,-1 1 0,1 0 0,-1 0 0,1 0 0,0 0 0,2 0 0,6 2 0,0-1 0,0 1 0,-1 1 0,1 0 0,-1 0 0,0 1 0,14 7 0,3 4 0,29 21 0,-51-33 0,-1-1 0,0 1 0,1 0 0,-1 0 0,0 0 0,-1 0 0,1 1 0,0-1 0,-1 1 0,4 6 0,-6-8 0,1-1 0,-1 1 0,1 0 0,-1-1 0,0 1 0,0-1 0,0 1 0,0 0 0,0-1 0,0 1 0,0 0 0,0-1 0,-1 1 0,1 0 0,-1-1 0,1 1 0,-1-1 0,0 1 0,1-1 0,-1 1 0,0-1 0,0 0 0,0 1 0,0-1 0,0 0 0,-1 0 0,1 0 0,0 0 0,0 0 0,-3 2 0,-1 0 0,0 0 0,0 0 0,-1-1 0,1 0 0,-1 0 0,1 0 0,-1 0 0,0-1 0,0 0 0,-8 1 0,-10-1 0,-30-3 0,26 1 0,-47 0-1365,62 1-5461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12.1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10 24575,'3'5'0,"-1"-1"0,1 0 0,1 0 0,-1 0 0,0 0 0,1-1 0,8 7 0,30 17 0,-33-22 0,0-1 0,0-1 0,1 1 0,-1-1 0,1-1 0,0 0 0,13 1 0,-19-2 0,0-1 0,0 0 0,1 0 0,-1 0 0,0 0 0,0-1 0,0 1 0,0-1 0,0 0 0,0 0 0,0-1 0,0 1 0,0-1 0,0 0 0,-1 0 0,1 0 0,-1 0 0,1-1 0,5-5 0,-7 5 0,-1 0 0,1 0 0,-1 0 0,1 0 0,-1 0 0,0 0 0,0-1 0,-1 1 0,1 0 0,-1-1 0,1 1 0,-1 0 0,-1-8 0,2-9 0,-1 20 0,0 0 0,0 0 0,0 0 0,0 0 0,0 0 0,0 0 0,0 0 0,0 0 0,0 0 0,0 0 0,0-1 0,0 1 0,0 0 0,0 0 0,0 0 0,0 0 0,0 0 0,0 0 0,0 0 0,0 0 0,0 0 0,0 0 0,1 0 0,-1 0 0,0 0 0,0 0 0,0 0 0,0 0 0,0 0 0,0 0 0,0 0 0,0 0 0,0 0 0,0 0 0,0 0 0,0 0 0,0 0 0,0 0 0,0 0 0,1 0 0,-1 0 0,0 0 0,0 0 0,0 0 0,0 0 0,0 0 0,0 0 0,0 0 0,0 0 0,0 0 0,0 0 0,0 0 0,0 0 0,0 0 0,0 0 0,0 0 0,0 0 0,0 0 0,1 0 0,-1 0 0,0 0 0,0 0 0,0 0 0,0 1 0,5 5 0,5 9 0,2 7 60,28 33 0,-34-47-246,1-1 1,0 0-1,0-1 0,0 1 1,1-1-1,0-1 1,14 8-1,-10-7-6640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12.4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24575,'14'34'0,"8"19"0,3 8 0,-1 0 0,-2-4 0,-2-6 0,-5-3 0,-2-5 0,-1-5 0,0-4 0,-2-3 0,-1-5 0,-1-3 0,-2-4 0,-3-5-8191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12.5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298 189 24575,'-24'-27'0,"-11"-9"0,-5 0 0,3 5 0,5 5 0,5 8 0,5 7 0,4 7 0,2 8 0,2 4 0,0 5 0,3 1 0,4-1-8191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13.2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245 47 24575,'11'5'0,"0"-1"0,0 1 0,-1 1 0,0-1 0,11 9 0,-19-12 0,1 0 0,-1 0 0,0 0 0,0 0 0,0 1 0,-1-1 0,1 0 0,0 1 0,-1 0 0,0-1 0,2 5 0,-2-5 0,-1 0 0,0 0 0,1 0 0,-1 0 0,0 0 0,0 0 0,0 0 0,-1 0 0,1 0 0,0 0 0,-1-1 0,1 1 0,-1 0 0,0 0 0,0 0 0,1 0 0,-1 0 0,-2 2 0,0-1 0,1-1 0,-1 1 0,1-1 0,-1 0 0,0 0 0,0 0 0,0 0 0,0 0 0,0-1 0,0 1 0,-1-1 0,1 0 0,-7 2 0,1-1 0,0-1 0,-1 1 0,1-1 0,-10-1 0,9 0 0,0-2 0,1 1 0,0-1 0,-1-1 0,1 0 0,0 0 0,0-1 0,1 0 0,-11-6 0,-3-4 0,-1-1 0,-19-18 0,37 28 0,0 1 0,0-1 0,0 0 0,-6-10 0,10 13 0,0 1 0,-1-1 0,1 0 0,0-1 0,0 1 0,0 0 0,1 0 0,-1 0 0,1 0 0,-1-1 0,1 1 0,-1 0 0,1-1 0,0 1 0,0 0 0,0 0 0,1-4 0,0 5 0,-1 0 0,1 0 0,-1 0 0,1-1 0,0 1 0,-1 0 0,1 0 0,0 0 0,0 0 0,0 0 0,0 0 0,0 0 0,0 1 0,0-1 0,0 0 0,0 1 0,1-1 0,-1 0 0,0 1 0,0-1 0,1 1 0,-1 0 0,0-1 0,1 1 0,-1 0 0,0 0 0,1 0 0,-1 0 0,0 0 0,0 0 0,1 0 0,-1 1 0,2-1 0,4 1 0,-1 1 0,0 0 0,0-1 0,0 2 0,9 3 0,15 13-1365,-17-9-5461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13.5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51 1 24575,'-17'24'0,"-1"19"0,6 10 0,8 8 0,11 5 0,9 0-1115,7 0 1115,4-2 0,2-4 0,-1-3 0,0-3 0,-3-5 0,0-1 0,-3-6 0,-4-7 365,-3-6-365,-5-9-7441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13.7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332 194 24575,'-25'-27'0,"-10"-11"0,-2 0 0,3 5 0,3 8 0,3 7 0,5 8 0,3 5 0,3 6 0,2 3 0,1 3 0,0 3 0,1 2 0,-1-1 0,3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14.4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196 0 24575,'-1'0'0,"-80"19"0,72-17 0,1 1 0,-1 0 0,1 1 0,0 0 0,0 0 0,1 1 0,-9 6 0,15-10 0,-1 0 0,1 0 0,-1 1 0,1-1 0,0 1 0,-1-1 0,1 1 0,0-1 0,0 1 0,0-1 0,0 1 0,0 0 0,1 0 0,-1-1 0,0 1 0,1 0 0,0 0 0,-1 0 0,1 0 0,0 0 0,0 0 0,0 0 0,0 0 0,0-1 0,0 1 0,1 0 0,-1 0 0,1 3 0,2 0 0,-1 0 0,1 0 0,0 0 0,1-1 0,-1 1 0,1-1 0,-1 0 0,8 6 0,8 7 0,1 0 0,1-2 0,0-1 0,35 19 0,-53-32 0,-1 0 0,0 1 0,1-1 0,-1 0 0,1-1 0,0 1 0,-1 0 0,1-1 0,0 1 0,-1-1 0,1 0 0,4 0 0,-7 0 0,0 0 0,1 0 0,-1 0 0,0 0 0,0 0 0,0-1 0,0 1 0,0 0 0,1 0 0,-1 0 0,0 0 0,0 0 0,0 0 0,0 0 0,0-1 0,0 1 0,0 0 0,0 0 0,1 0 0,-1 0 0,0 0 0,0-1 0,0 1 0,0 0 0,0 0 0,0 0 0,0 0 0,0-1 0,0 1 0,0 0 0,0 0 0,0 0 0,0 0 0,0-1 0,0 1 0,0 0 0,0 0 0,0 0 0,-1 0 0,1-1 0,0 1 0,0 0 0,0 0 0,0 0 0,0 0 0,0 0 0,0 0 0,0-1 0,-1 1 0,1 0 0,0 0 0,0 0 0,0 0 0,0 0 0,0 0 0,-1 0 0,1 0 0,-9-7 0,-4-2 0,-1 1 0,1 1 0,-2 0 0,-20-7 0,24 10 0,1 2 0,-1-1 0,1 1 0,-1 1 0,0 0 0,0 0 0,-15 2 0,24-1-151,-1 1-1,1-1 0,-1 1 0,1-1 1,-1 1-1,1 0 0,-1 0 1,-2 2-1,-4 4-6674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14.9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9 24575,'5'7'0,"0"-1"0,0 0 0,1 0 0,-1 0 0,1-1 0,1 0 0,-1 0 0,10 5 0,-15-9 0,11 6 0,0 0 0,0 0 0,1-1 0,0 0 0,19 5 0,-27-10 0,0 0 0,1 0 0,-1 0 0,0-1 0,1 0 0,-1 0 0,10-1 0,-12 0 0,-1 1 0,1-1 0,0 0 0,0 0 0,-1 0 0,1-1 0,-1 1 0,1 0 0,-1-1 0,1 0 0,-1 1 0,0-1 0,0 0 0,0 0 0,2-3 0,-2 2 0,0 0 0,-1 0 0,1 0 0,-1 0 0,0 0 0,0 0 0,0 0 0,0 0 0,0 0 0,-1 0 0,0-5 0,0-35 0,-1 40 0,2 15 0,0 9 0,8 38 0,7-4 0,24 53 0,-20-56 0,17 63 0,-30-76 0,-6-36 0,-1 0 0,0 0 0,0 0 0,0 0 0,0 0 0,0 0 0,-1 0 0,1 0 0,-1 0 0,-1 5 0,1-8 0,1 1 0,0-1 0,-1 1 0,1-1 0,-1 0 0,1 1 0,0-1 0,-1 0 0,1 1 0,-1-1 0,1 0 0,-1 1 0,1-1 0,-1 0 0,1 0 0,-1 1 0,1-1 0,-1 0 0,1 0 0,-1 0 0,0 0 0,1 0 0,-1 0 0,1 0 0,-1 0 0,1 0 0,-1 0 0,0 0 0,1 0 0,-1-1 0,1 1 0,-1 0 0,1 0 0,-1 0 0,1-1 0,-1 1 0,0-1 0,-19-13 0,19 13 0,-55-51-1365,46 42-5461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15.2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133 7 24575,'-11'-2'0,"-1"0"0,0 0 0,0 1 0,-22 1 0,31 0 0,0 1 0,0-1 0,0 1 0,1 0 0,-1 0 0,0 0 0,0 0 0,1 0 0,-1 1 0,-4 3 0,5-4 0,1 0 0,-1 1 0,1-1 0,0 1 0,0 0 0,-1-1 0,1 1 0,0 0 0,1 0 0,-1 0 0,0 0 0,0-1 0,1 1 0,-1 0 0,1 0 0,0 0 0,0 4 0,0 0 0,0-1 0,1 1 0,-1-1 0,1 1 0,1-1 0,-1 1 0,1-1 0,0 0 0,0 0 0,5 7 0,4 7 0,18 23 0,-15-24 0,28 39 0,62 63 0,-113-126 0,1 1 0,-2 0 0,-10-5 0,2 2 0,18 7-10,-21-9-261,0-1 0,0 2 0,-1 1 0,-29-7 0,37 12-6555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15.6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24575,'17'27'0,"8"16"0,3 9 0,-4-1 0,-4 0 0,-2-5 0,-5-5 0,-1-5 0,-4-3 0,-2-5 0,-3-5 0,-2-4 0,0-2 0,-2-3 0,1-2-8191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16.4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0 219 24575,'68'12'0,"121"17"0,-177-28 0,0 0 0,0-1 0,0 0 0,0-1 0,0-1 0,-1 0 0,1 0 0,0-1 0,15-6 0,-22 7 0,-1 0 0,0 0 0,0 0 0,0 0 0,-1-1 0,1 1 0,0-1 0,-1 0 0,0 0 0,0 0 0,0-1 0,0 1 0,0-1 0,-1 0 0,1 1 0,-1-1 0,0 0 0,0-1 0,-1 1 0,1 0 0,-1 0 0,0-1 0,0 1 0,0 0 0,-1-1 0,1 1 0,-1-9 0,-1 5 0,0-1 0,0 1 0,0 0 0,-1-1 0,0 1 0,-1 0 0,1 0 0,-2 0 0,1 1 0,-1-1 0,0 1 0,-1 0 0,0 0 0,0 0 0,-7-7 0,12 14 0,-1-1 0,1 1 0,-1-1 0,1 1 0,-1-1 0,1 1 0,-1 0 0,1-1 0,-1 1 0,1-1 0,-1 1 0,0 0 0,1 0 0,-1-1 0,1 1 0,-1 0 0,0 0 0,1 0 0,-1 0 0,0 0 0,1 0 0,-1 0 0,0 0 0,1 0 0,-1 0 0,0 0 0,1 0 0,-2 1 0,1-1 0,1 1 0,-1 0 0,0 0 0,0 0 0,1-1 0,-1 1 0,1 0 0,-1 0 0,1 0 0,-1 0 0,1 0 0,-1 0 0,1 0 0,0 0 0,-1 2 0,0 4 0,0 0 0,1 1 0,0-1 0,0 8 0,3 4 0,0 0 0,2 0 0,0-1 0,11 28 0,-2-14 0,29 49 0,-37-70 0,1-1 0,1 0 0,0 0 0,0-1 0,1 0 0,10 8 0,-14-13 0,0 0 0,0-1 0,1 1 0,-1-1 0,1 0 0,0-1 0,0 1 0,0-1 0,0 0 0,0-1 0,0 1 0,1-1 0,9 0 0,-13-1 0,0 0 0,-1 0 0,1 0 0,0-1 0,-1 1 0,1-1 0,-1 0 0,1 0 0,-1 0 0,1 0 0,-1 0 0,0-1 0,1 1 0,-1-1 0,0 1 0,3-4 0,-2 2 0,-1 0 0,1 0 0,-1-1 0,0 1 0,0-1 0,0 1 0,0-1 0,-1 0 0,3-7 0,-2-1 0,0 0 0,0-1 0,-2 1 0,1-1 0,-1 1 0,-2-13 0,-1 10 0,0 0 0,-6-19 0,3 16 0,6 18 0,0 0 0,0-1 0,0 1 0,-1-1 0,1 1 0,0-1 0,0 1 0,0 0 0,0-1 0,0 1 0,0-1 0,0 1 0,0-1 0,0 1 0,0-1 0,0 1 0,0 0 0,0-1 0,0 1 0,0-1 0,1 1 0,-1-1 0,0 0 0,8 5 0,15 18 0,-19-18 0,26 27 0,-13-12 0,37 29 0,-49-43 0,1-1 0,0 0 0,0-1 0,0 1 0,1-1 0,-1-1 0,1 1 0,0-1 0,0 0 0,0-1 0,9 2 0,-14-3 0,0 0 0,-1 0 0,1 0 0,0 0 0,-1 0 0,1 0 0,-1-1 0,1 1 0,0 0 0,-1-1 0,1 1 0,-1-1 0,1 0 0,-1 1 0,1-1 0,-1 0 0,0 0 0,1 0 0,-1 0 0,0 0 0,0 0 0,0-1 0,0 1 0,0 0 0,0-1 0,0 1 0,0 0 0,0-1 0,0 1 0,-1-1 0,1 1 0,-1-1 0,1 1 0,-1-3 0,2-5 0,-1 0 0,0-1 0,-1 1 0,-2-18 0,1 9 0,0 8 0,0-1 0,-1 1 0,-3-12 0,31 53 0,-18-23 0,0 0 0,1 0 0,-1-1 0,1 0 0,1 0 0,0-1 0,0 0 0,0-1 0,13 5 0,-18-8 0,1-1 0,-1 1 0,1-1 0,0 0 0,-1 0 0,1-1 0,-1 0 0,1 0 0,0 0 0,-1 0 0,1-1 0,0 0 0,-1 0 0,1-1 0,-1 0 0,0 0 0,1 0 0,-1 0 0,0-1 0,6-4 0,3-3 0,-8 5 0,-1 1 0,1 1 0,11-7 0,-15 9 0,0 0 0,1 1 0,-1-1 0,1 1 0,-1-1 0,1 1 0,0 0 0,-1 0 0,1 0 0,-1 0 0,1 0 0,-1 0 0,1 1 0,2 0 0,-1 0-72,-1 0 1,0 0-1,0 0 0,1 0 0,-1 1 0,0 0 0,0-1 0,0 1 1,0 0-1,-1 0 0,1 1 0,0-1 0,-1 1 0,0-1 0,1 1 1,-1 0-1,0-1 0,2 7 0,0 2-6754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17.8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52 8 24575,'-3'-1'0,"1"-1"0,0 1 0,0 1 0,0-1 0,-1 0 0,1 1 0,0-1 0,-1 1 0,1-1 0,0 1 0,-1 0 0,1 0 0,-4 1 0,5-1 0,0 0 0,0 1 0,0-1 0,0 1 0,1-1 0,-1 1 0,0 0 0,0-1 0,0 1 0,1 0 0,-1 0 0,0 0 0,1-1 0,-1 1 0,0 0 0,1 0 0,-1 0 0,1 0 0,0 0 0,-1 0 0,1 0 0,0 0 0,0 0 0,-1 0 0,1 0 0,0 0 0,0 0 0,0 0 0,0 0 0,0 1 0,1-1 0,-1 1 0,1 8 0,1 0 0,0 0 0,0 0 0,1-1 0,0 1 0,6 13 0,34 55 0,-19-35 0,-6-9 0,68 121 0,-71-129 0,-1 0 0,-1 1 0,12 37 0,-24-62-151,-1 0-1,1 0 0,0 1 0,-1-1 1,0 0-1,1 0 0,-1 1 1,0 1-1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18.0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304 14 24575,'-32'-2'0,"-12"-2"0,-3 1 0,3 1 0,7 0 0,6 3 0,7 2 0,4 2 0,6 3 0,3 1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18.4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98 45 24575,'-1'0'0,"-45"3"0,43-3 0,-1 1 0,0-1 0,1 1 0,-1 1 0,1-1 0,-1 0 0,1 1 0,0-1 0,-6 5 0,8-6 0,0 1 0,0 0 0,1-1 0,-1 1 0,0 0 0,1-1 0,-1 1 0,0 0 0,1 0 0,-1 0 0,1-1 0,-1 1 0,1 0 0,0 0 0,-1 0 0,1 0 0,0 0 0,-1 0 0,1 0 0,0 0 0,0 0 0,0 0 0,0 2 0,1-2 0,-1 1 0,1 0 0,-1 0 0,1-1 0,0 1 0,0 0 0,0-1 0,0 1 0,0-1 0,0 1 0,3 2 0,2 1 0,0 0 0,0-1 0,1 1 0,12 6 0,-3-4 0,0 0 0,0-1 0,1 0 0,20 3 0,-26-7 0,-1 0 0,0-1 0,1-1 0,-1 1 0,1-2 0,-1 1 0,1-2 0,12-2 0,-20 3 0,0 1 0,-1-1 0,1 0 0,-1 0 0,1 0 0,-1-1 0,0 1 0,1 0 0,-1-1 0,0 0 0,0 1 0,0-1 0,0 0 0,0 0 0,0 0 0,-1 0 0,1-1 0,-1 1 0,1 0 0,-1-1 0,0 1 0,0-1 0,0 1 0,0-1 0,0 1 0,-1-1 0,1 0 0,-1 1 0,0-1 0,0 0 0,0 0 0,0 1 0,0-1 0,0 0 0,-1-2 0,0 0 0,-1-1 0,1 1 0,-1 1 0,0-1 0,0 0 0,0 0 0,-1 1 0,1-1 0,-1 1 0,0 0 0,-1 0 0,1 0 0,-1 0 0,0 0 0,1 1 0,-1 0 0,-8-5 0,7 6-105,0 0 0,0 0 0,0 0 0,-1 1 0,1-1 0,0 2 0,-1-1 0,1 0 0,-1 1 0,1 0 0,-1 0 0,-9 2 0,-1 2-6721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20.3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45 8 24575,'-1'-1'0,"0"1"0,0-1 0,-1 0 0,1 0 0,0 1 0,0-1 0,-1 1 0,1-1 0,0 1 0,-1-1 0,1 1 0,-1 0 0,1 0 0,-1 0 0,1 0 0,0 0 0,-1 0 0,-1 0 0,2 1 0,0-1 0,0 1 0,0 0 0,0-1 0,0 1 0,0 0 0,0-1 0,1 1 0,-1 0 0,0 0 0,1 0 0,-1 0 0,0 0 0,1 0 0,-1 0 0,1 0 0,-1 0 0,1 0 0,0 0 0,-1 0 0,1 0 0,0 0 0,0 2 0,-1 6 0,0 0 0,1 0 0,0 0 0,1 0 0,-1 0 0,2 0 0,0 0 0,0 0 0,0 0 0,1-1 0,6 13 0,6 9 0,34 50 0,-23-40 0,-7-13 0,-14-21 0,0 1 0,0 0 0,-1 0 0,7 14 0,-11-15 0,-4-10 0,-6-8 0,9 10 0,0 1 0,0-1 0,1 1 0,-1 0 0,0-1 0,1 1 0,-1-1 0,1 0 0,0 1 0,-1-1 0,1 1 0,0-1 0,0 0 0,0 1 0,0-1 0,0 0 0,0 1 0,1-1 0,-1 1 0,0-1 0,1 0 0,-1 1 0,1-1 0,0 1 0,0-1 0,-1 1 0,1 0 0,0-1 0,1 0 0,0 0 0,0 1 0,0-1 0,0 1 0,1 0 0,-1 0 0,0 0 0,1 0 0,-1 0 0,0 0 0,1 0 0,-1 1 0,1-1 0,-1 1 0,1 0 0,-1 0 0,1 0 0,-1 0 0,5 1 0,17 4 0,0 1 0,0 2 0,-1 0 0,36 18 0,-25-10 0,-30-14 0,7 2 0,-1 1 0,19 12 0,-27-16 0,0 0 0,-1 0 0,1 1 0,-1-1 0,1 0 0,-1 1 0,1-1 0,-1 1 0,0-1 0,0 1 0,0-1 0,0 1 0,0 0 0,0 0 0,0 0 0,0-1 0,-1 1 0,1 0 0,-1 0 0,1 0 0,-1 0 0,0 0 0,0 0 0,0 3 0,0-3 0,-1-1 0,0 1 0,1-1 0,-1 1 0,0 0 0,0-1 0,0 0 0,0 1 0,0-1 0,0 0 0,0 1 0,-1-1 0,1 0 0,0 0 0,-1 0 0,1 0 0,-1 0 0,1 0 0,-1-1 0,1 1 0,-1 0 0,-2 0 0,-5 2 0,-1-1 0,-17 2 0,17-2 0,-37 3 0,-1-2 0,-47-4 0,56 1 0,42 0 0,43 1 0,1-3 0,63-9 0,-101 10 0,118-27 0,-102 21 0,0-2 0,46-21 0,-58 23 0,0 1 0,-1-2 0,0 0 0,14-12 0,-23 18 0,-1-1 0,1 0 0,-1 1 0,0-1 0,1 0 0,-1 0 0,0 0 0,-1 0 0,1-1 0,-1 1 0,1 0 0,-1-1 0,0 1 0,0-1 0,-1 1 0,1-1 0,-1 1 0,1-1 0,-1 0 0,0 1 0,0-1 0,-2-6 0,2 9 0,0 0 0,0 0 0,0 0 0,-1-1 0,1 1 0,0 0 0,-1 0 0,1 0 0,-1 0 0,1 0 0,-1 0 0,1 0 0,-1 0 0,0 0 0,1 0 0,-1 1 0,0-1 0,0 0 0,0 0 0,0 1 0,1-1 0,-1 0 0,0 1 0,0-1 0,0 1 0,0-1 0,-1 1 0,1 0 0,0-1 0,0 1 0,0 0 0,0 0 0,0 0 0,0-1 0,-3 2 0,2-1 0,-1 1 0,1 0 0,-1-1 0,1 1 0,-1 1 0,1-1 0,0 0 0,0 0 0,0 1 0,-1 0 0,1-1 0,1 1 0,-1 0 0,-3 3 0,2 0 0,-1-1 0,2 1 0,-1-1 0,0 1 0,1 0 0,0 0 0,0 0 0,0 1 0,1-1 0,0 0 0,0 0 0,0 1 0,0 8 0,2-6 0,-1-1 0,1 1 0,0-1 0,1 1 0,0-1 0,0 1 0,1-1 0,0 0 0,4 7 0,-2-4 0,1 0 0,1 0 0,0-1 0,0 0 0,1 0 0,0-1 0,1 0 0,-1 0 0,2-1 0,-1 0 0,1-1 0,18 10 0,-14-11 20,0 1 0,0-2 0,1 0 0,-1 0 0,16 0 0,-21-3-169,0 0 1,0-1-1,0-1 1,-1 1-1,1-1 1,0-1-1,-1 0 1,1 0-1,14-6 1,-11 3-6678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22.8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86 9 24575,'28'-4'0,"-18"3"0,1-1 0,-1 1 0,15 1 0,-41 7 0,-13 3 0,6-5 0,10-3 0,0 1 0,-23 9 0,34-11 0,-1 0 0,1 0 0,-1 1 0,1-1 0,0 0 0,0 1 0,-1 0 0,1-1 0,0 1 0,1 0 0,-1 0 0,0 0 0,0 0 0,1 1 0,-1-1 0,1 0 0,0 1 0,0-1 0,-2 5 0,3-5 0,0 0 0,0 0 0,0 0 0,0 0 0,0 0 0,1 0 0,-1 0 0,0 0 0,1 0 0,0 0 0,-1 0 0,1 0 0,0 0 0,0 0 0,0-1 0,0 1 0,1 0 0,-1-1 0,0 1 0,1-1 0,-1 1 0,3 1 0,3 3 0,0-1 0,1 1 0,12 6 0,153 67 0,-120-57 0,-16-7 0,-14-6 0,29 15 0,-51-24 0,-1 0 0,1 1 0,-1-1 0,1 0 0,0 0 0,-1 1 0,1-1 0,-1 0 0,0 1 0,1-1 0,-1 0 0,1 1 0,-1-1 0,1 1 0,-1-1 0,0 1 0,1-1 0,-1 1 0,0-1 0,0 1 0,1-1 0,-1 1 0,0 0 0,0-1 0,0 1 0,0 0 0,0 0 0,-1-1 0,1 1 0,0-1 0,-1 0 0,1 1 0,-1-1 0,1 1 0,-1-1 0,1 0 0,-1 1 0,1-1 0,-1 0 0,1 1 0,-1-1 0,1 0 0,-1 0 0,0 0 0,0 1 0,-4 0 0,-1 0 0,0 0 0,-10 0 0,-19-2 0,-57-12 0,-22-1 0,58 13-1365,43 1-5461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23.6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24575,'0'23'0,"1"0"0,1 0 0,2 0 0,0-1 0,12 37 0,-10-41 0,1-1 0,1 0 0,1-1 0,0 0 0,2 0 0,-1 0 0,19 18 0,-16-20 0,0-1 0,1 0 0,24 17 0,-35-28 0,0-1 0,0 1 0,1 0 0,-1-1 0,1 0 0,-1 1 0,1-1 0,-1-1 0,1 1 0,-1-1 0,1 1 0,0-1 0,-1 0 0,1 0 0,0 0 0,-1-1 0,1 0 0,0 1 0,-1-1 0,1 0 0,-1-1 0,1 1 0,5-4 0,-5 3 0,-1-1 0,1 1 0,-1-1 0,0 0 0,1 0 0,-1 0 0,-1 0 0,1-1 0,0 1 0,-1-1 0,0 0 0,0 1 0,0-1 0,0 0 0,0 0 0,-1-1 0,0 1 0,0 0 0,1-8 0,-2-41 0,0 53 0,0-1 0,0 1 0,0 0 0,0 0 0,0 0 0,0 0 0,0-1 0,0 1 0,0 0 0,0 0 0,0 0 0,0 0 0,0-1 0,1 1 0,-1 0 0,0 0 0,0 0 0,0 0 0,0-1 0,0 1 0,0 0 0,0 0 0,0 0 0,1 0 0,-1 0 0,0 0 0,0-1 0,0 1 0,0 0 0,0 0 0,1 0 0,-1 0 0,0 0 0,0 0 0,0 0 0,0 0 0,1 0 0,-1 0 0,0 0 0,0 0 0,8 5 0,9 14 0,-13-15 0,12 14 0,-5-4 0,2-1 0,23 21 0,-33-31 0,1-1 0,-1 0 0,0 1 0,1-1 0,-1-1 0,1 1 0,0 0 0,0-1 0,-1 0 0,1 0 0,0 0 0,0 0 0,0 0 0,0-1 0,0 0 0,0 0 0,8-1 0,-9 1 0,-1-1 0,0 0 0,1 1 0,-1-1 0,0 0 0,0 0 0,0-1 0,1 1 0,-1 0 0,0-1 0,-1 1 0,1-1 0,0 0 0,2-1 0,-1-2 0,0 0 0,0 0 0,0-1 0,3-5 0,-4 5 0,0 1 0,1 0 0,0-1 0,0 1 0,5-5 0,-7 9 0,-1 0 0,1 1 0,0-1 0,-1 1 0,1-1 0,0 1 0,0-1 0,-1 1 0,1-1 0,0 1 0,0-1 0,0 1 0,-1 0 0,1-1 0,0 1 0,0 0 0,0 0 0,0 0 0,0 0 0,0 0 0,-1 0 0,3 0 0,-1 1 0,0-1 0,-1 1 0,1 0 0,-1-1 0,1 1 0,-1 0 0,1 0 0,-1 0 0,1 0 0,-1 0 0,2 2 0,3 4 0,-1 0 0,1 1 0,6 12 0,-10-17 0,19 37-1365,-16-28-5461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23.8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 0 24575,'-5'0'0,"1"3"0,1 2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24.2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57 0 24575,'-5'4'0,"1"0"0,0 0 0,0 1 0,0-1 0,0 1 0,1 0 0,0 0 0,0 0 0,0 0 0,1 1 0,-1-1 0,-2 11 0,4-7 0,-1 0 0,1 0 0,1 1 0,-1-1 0,2 0 0,-1 0 0,3 14 0,4 5 0,1 0 0,2-1 0,0 0 0,17 32 0,14 22 0,3-1 0,75 101 0,-115-176 0,1 3 0,2 0 0,10 10 0,-16-16 0,0-1 0,0 0 0,1 0 0,-1 0 0,0 0 0,0 0 0,1 0 0,-1-1 0,1 1 0,-1 0 0,1-1 0,-1 1 0,1-1 0,-1 1 0,1-1 0,-1 0 0,1 0 0,-1 0 0,1 0 0,0 0 0,-1 0 0,1 0 0,2-1 0,-3 1 0,0 0 0,-1-1 0,1 1 0,0-1 0,0 1 0,-1 0 0,1-1 0,0 1 0,-1-1 0,1 0 0,-1 1 0,1-1 0,-1 0 0,1 1 0,-1-1 0,1 0 0,-1 1 0,1-1 0,-1 0 0,0 0 0,0 1 0,1-2 0,-1 0 0,0 0 0,0 0 0,0 1 0,0-1 0,0 0 0,0 0 0,-1 1 0,1-1 0,-1 0 0,0-1 0,-2-4 0,0 1 0,-1 0 0,1 0 0,-6-7 0,-6-3 0,0 0 0,0 1 0,-1 1 0,-1 0 0,-1 1 0,0 1 0,0 1 0,-1 1 0,-33-14 0,46 22-76,0 0 1,0 0-1,0 1 0,0 0 0,0 0 0,-1 0 0,1 1 0,0 0 1,-1 0-1,1 1 0,0-1 0,-1 1 0,1 1 0,0-1 1,0 1-1,0 0 0,-6 4 0,-1-2-6750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24.5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24575,'12'29'0,"7"15"0,-1 7 0,1 0 0,-2-3 0,-1-6 0,-1-5 0,-2-4 0,-2-4 0,0-3 0,-2-4 0,1 0 0,0-1 0,-2-5-8191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24.9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0 204 24575,'37'1'0,"-8"0"0,1-2 0,-1 0 0,46-9 0,-68 9 0,0-1 0,0 0 0,0 0 0,0-1 0,0 0 0,-1 0 0,1 0 0,-1-1 0,0 0 0,0 0 0,0-1 0,-1 0 0,1 0 0,-1 0 0,0 0 0,-1-1 0,1 0 0,-1 0 0,5-10 0,-7 11 0,0 1 0,-1-1 0,0 0 0,0 1 0,0-1 0,0 0 0,-1 1 0,0-1 0,0 0 0,0 0 0,0 0 0,-2-7 0,1 11 0,1-1 0,-1 0 0,1 0 0,-1 1 0,1-1 0,-1 1 0,0-1 0,0 0 0,0 1 0,0 0 0,0-1 0,0 1 0,0-1 0,0 1 0,-1 0 0,1 0 0,0 0 0,-1 0 0,1 0 0,-1 0 0,1 0 0,-1 0 0,1 1 0,-1-1 0,0 1 0,1-1 0,-1 1 0,0-1 0,0 1 0,1 0 0,-1 0 0,0 0 0,0 0 0,1 0 0,-1 0 0,-3 1 0,3 0 0,0-1 0,0 1 0,0-1 0,1 1 0,-1 0 0,0 0 0,0 0 0,0 0 0,1 0 0,-1 0 0,0 1 0,1-1 0,0 1 0,-1-1 0,-2 4 0,2-2 0,0 1 0,0 0 0,0 0 0,0 0 0,1 0 0,0 0 0,-2 5 0,2 1 0,-1 0 0,2-1 0,-1 1 0,1-1 0,1 1 0,1 11 0,0-11 0,1-1 0,0 0 0,1 1 0,0-1 0,0-1 0,1 1 0,0-1 0,1 1 0,-1-2 0,2 1 0,-1 0 0,1-1 0,0-1 0,0 1 0,1-1 0,12 8 0,-2-3 0,1 0 0,1-1 0,0-1 0,1 0 0,-1-2 0,28 6 0,-42-11-73,10 1 174,26 4 0,-38-7-225,0 1-1,0-1 1,1-1-1,-1 1 1,0 0-1,0-1 1,0 0-1,0 0 1,0 0-1,0-1 0,6-2 1,-1-2-6702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25.7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266 434 24575,'-75'-1'0,"-82"3"0,154-2 0,0 0 0,-1 0 0,1 1 0,-1 0 0,1 0 0,-4 1 0,6-2 0,1 1 0,-1-1 0,1 0 0,0 0 0,-1 0 0,1 1 0,0-1 0,0 0 0,-1 0 0,1 1 0,0-1 0,0 0 0,-1 1 0,1-1 0,0 0 0,0 1 0,0-1 0,-1 0 0,1 1 0,0-1 0,0 0 0,0 1 0,0-1 0,0 1 0,0 0 0,0-1 0,0 1 0,1 0 0,-1 0 0,0-1 0,1 1 0,-1 0 0,1 0 0,-1-1 0,0 1 0,1 0 0,0-1 0,-1 1 0,1-1 0,-1 1 0,2 0 0,9 7 0,0-1 0,1 0 0,-1-1 0,1 0 0,1 0 0,-1-2 0,1 1 0,0-2 0,0 0 0,0 0 0,25 1 0,-34-4 0,1 0 0,-1 0 0,1 0 0,-1-1 0,0 1 0,1-1 0,-1-1 0,0 1 0,0 0 0,1-1 0,-1 0 0,-1 0 0,1 0 0,0 0 0,0-1 0,-1 0 0,1 1 0,-1-1 0,0 0 0,0-1 0,0 1 0,0 0 0,-1-1 0,1 0 0,-1 0 0,0 0 0,2-4 0,-1 0 0,-1 1 0,0-1 0,0 0 0,0 1 0,-1-1 0,0 0 0,-1 0 0,0 0 0,0 0 0,-1 0 0,0 0 0,0 0 0,0 1 0,-5-12 0,-4-9 0,-3 1 0,0 0 0,-32-48 0,11 28 0,-42-46 0,71 87 0,3 4 0,1-1 0,-1 1 0,0 0 0,0 0 0,0 0 0,0 0 0,0 1 0,0-1 0,0 0 0,0 1 0,-1 0 0,1-1 0,-5-1 0,6 4 0,1-1 0,0 0 0,-1 1 0,1-1 0,0 0 0,-1 1 0,1-1 0,0 0 0,0 1 0,-1-1 0,1 1 0,0-1 0,0 0 0,0 1 0,-1-1 0,1 1 0,0-1 0,0 1 0,0-1 0,0 1 0,0-1 0,0 1 0,0-1 0,0 0 0,0 1 0,0-1 0,0 1 0,1-1 0,-1 1 0,0-1 0,0 1 0,1-1 0,-1 2 0,5 16 0,0 0 0,2 0 0,0 0 0,1-1 0,16 26 0,-12-21 0,10 17-112,72 126 358,-72-132-746,0 0 1,50 51-1,-59-70-6326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27.6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46 1 24575,'0'29'0,"2"1"0,1-1 0,1 1 0,2-1 0,1 0 0,1-1 0,1 1 0,2-2 0,16 32 0,-17-41 0,0-1 0,1 0 0,23 27 0,-44-58 0,1 1 0,0-2 0,1 1 0,-6-19 0,13 32 0,1 0 0,-1 0 0,1 0 0,-1 0 0,1 0 0,0 0 0,0 0 0,-1 0 0,1 0 0,0 0 0,0 0 0,0 0 0,0 0 0,0 0 0,0 0 0,1-1 0,-1 1 0,0 0 0,1 0 0,-1 0 0,0 0 0,1 0 0,-1 0 0,1 1 0,-1-1 0,1 0 0,0 0 0,0 0 0,-1 0 0,1 1 0,0-1 0,0 0 0,0 0 0,-1 1 0,1-1 0,0 1 0,0-1 0,0 1 0,0-1 0,0 1 0,0 0 0,0-1 0,0 1 0,1 0 0,-1 0 0,0 0 0,1 0 0,5-1 0,0 1 0,0 1 0,-1-1 0,1 1 0,0 0 0,8 3 0,23 8 0,0 2 0,-2 1 0,40 23 0,-21-5 0,-50-29 0,1 1 0,-1-1 0,1 1 0,-1 0 0,-1 0 0,1 1 0,3 5 0,-7-10 0,-1 0 0,1 0 0,-1 0 0,1-1 0,-1 1 0,1 0 0,-1 0 0,0 0 0,0 0 0,1 0 0,-1 0 0,0 0 0,0 0 0,0 0 0,0 0 0,0 0 0,0 0 0,0 0 0,0 0 0,-1 0 0,1 0 0,0 0 0,-1-1 0,1 1 0,-1 2 0,0-2 0,-1 1 0,1-1 0,-1 0 0,1 1 0,-1-1 0,1 0 0,-1 0 0,0 0 0,0 0 0,1 0 0,-5 1 0,-4 1 0,0-1 0,0 0 0,-18 2 0,-15-3 0,-1-2 0,1-2 0,-58-11 0,63 9 0,-116-17-1365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28.2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0 24575,'-1'6'0,"0"-1"0,1 0 0,-1 1 0,1-1 0,1 1 0,-1-1 0,1 1 0,0-1 0,0 1 0,0-1 0,1 0 0,0 0 0,4 9 0,-4-10 0,1-1 0,-1 1 0,1-1 0,0 0 0,0 0 0,0 0 0,0 0 0,0-1 0,1 1 0,-1-1 0,1 0 0,0 0 0,0 0 0,-1 0 0,1-1 0,0 0 0,0 0 0,7 1 0,-4-1 0,1 0 0,0-1 0,-1 0 0,1 0 0,0-1 0,-1 0 0,1 0 0,0-1 0,-1 0 0,0 0 0,1-1 0,-1 0 0,0 0 0,0 0 0,-1-1 0,1 0 0,-1-1 0,0 0 0,0 0 0,0 0 0,6-8 0,-9 8 0,0 0 0,0 0 0,-1-1 0,0 0 0,0 1 0,2-9 0,-4 13 0,0 18 0,0 1 0,2-1 0,5 29 0,18 52 0,-10-43 0,-7-24 0,14 62 0,-19-77 0,-1 0 0,-1 0 0,-1 29 0,0-42 0,0-1 0,0 0 0,0 0 0,0 0 0,-1 1 0,1-1 0,-1 0 0,0 0 0,1 0 0,-1 0 0,0 0 0,0 0 0,0 0 0,-1-1 0,1 1 0,0 0 0,-1 0 0,1-1 0,-1 1 0,1-1 0,-1 1 0,0-1 0,0 0 0,0 0 0,0 0 0,0 0 0,0 0 0,0 0 0,0 0 0,0-1 0,0 1 0,0-1 0,0 0 0,0 1 0,-3-1 0,-1 0 0,0-1 0,0 1 0,1-1 0,-1 0 0,0-1 0,1 1 0,-1-1 0,1 0 0,-1-1 0,1 1 0,0-1 0,-5-4 0,-1-1 0,1 0 0,0-2 0,1 1 0,0-1 0,1 0 0,0-1 0,0 0 0,1 0 0,1-1 0,0 0 0,0 0 0,1 0 0,1-1 0,-5-21 0,8 32 7,1 0-1,0 0 0,-1-1 0,1 1 1,0 0-1,0-1 0,0 1 1,0 0-1,1-1 0,-1 1 1,1 0-1,-1 0 0,1-1 0,0 1 1,0 0-1,0 0 0,0 0 1,1-2-1,0 2-99,0 0 0,0 0 1,0 1-1,0-1 0,0 1 0,1-1 0,-1 1 0,0 0 1,1 0-1,-1 0 0,1 0 0,-1 0 0,1 1 1,-1-1-1,5 0 0,8 0-6733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28.9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349 104 24575,'-11'-5'0,"-118"-55"0,106 51 0,1 1 0,-1 1 0,-46-6 0,65 12 0,1 1 0,-1 0 0,1-1 0,-1 2 0,0-1 0,1 0 0,-1 1 0,1 0 0,-1 0 0,1 0 0,-1 0 0,1 0 0,-5 3 0,6-3 0,1 0 0,0 1 0,-1-1 0,1 0 0,0 0 0,0 1 0,0-1 0,0 1 0,0-1 0,0 1 0,0-1 0,0 1 0,1-1 0,-1 1 0,1 0 0,-1-1 0,1 1 0,0 0 0,-1 0 0,1-1 0,0 1 0,0 0 0,0 0 0,0 0 0,1-1 0,-1 1 0,0 0 0,1-1 0,0 4 0,2 1 0,-1 0 0,1 0 0,0-1 0,0 1 0,1-1 0,0 1 0,0-1 0,0 0 0,1-1 0,-1 1 0,1-1 0,7 6 0,7 3 0,0-1 0,24 12 0,-33-20 0,-1 0 0,1 0 0,-1-1 0,1-1 0,0 1 0,0-1 0,13 0 0,-17-1 0,1-1 0,-1 0 0,0-1 0,1 1 0,-1-1 0,0 0 0,0-1 0,0 0 0,0 0 0,0 0 0,0 0 0,9-7 0,-12 7 0,0 0 0,0-1 0,-1 0 0,1 1 0,-1-1 0,0 0 0,0 0 0,0-1 0,0 1 0,-1 0 0,1-1 0,-1 1 0,0-1 0,0 1 0,0-1 0,0 1 0,-1-1 0,1-6 0,-1 5 0,1 1 0,-2 0 0,1-1 0,0 1 0,-1-1 0,0 1 0,0-1 0,0 1 0,0 0 0,-1 0 0,0-1 0,0 1 0,0 0 0,-5-7 0,7 11 0,0 0 0,0 0 0,-1 0 0,1-1 0,0 1 0,0 0 0,0 0 0,0 0 0,0-1 0,-1 1 0,1 0 0,0 0 0,0 0 0,0 0 0,-1-1 0,1 1 0,0 0 0,0 0 0,0 0 0,-1 0 0,1 0 0,0 0 0,0 0 0,0 0 0,-1 0 0,1 0 0,0 0 0,0 0 0,-1 0 0,1 0 0,0 0 0,0 0 0,-1 0 0,1 0 0,0 0 0,0 0 0,0 0 0,-1 0 0,1 0 0,0 0 0,0 1 0,-1-1 0,1 0 0,-4 13 0,3 17 0,2-21 10,1 1 0,0-1 0,0 0 0,1 0 0,0 0 0,1 0 0,0-1 0,0 1 0,1-1 0,0 0 0,10 12 0,-4-7-258,1 0 1,0-1-1,1 0 1,0-1-1,22 14 1,-23-17-6579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29.6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229 13 24575,'-48'-5'0,"18"1"0,1 2 0,-1 0 0,-39 4 0,68-2 0,0 0 0,1 0 0,-1 0 0,0 1 0,0-1 0,0 0 0,0 0 0,0 1 0,0-1 0,0 0 0,0 1 0,1-1 0,-1 1 0,0-1 0,0 1 0,0 0 0,1-1 0,-1 1 0,0 0 0,1-1 0,-1 1 0,1 0 0,-1 0 0,1 0 0,-1-1 0,1 1 0,-1 0 0,1 0 0,0 0 0,0 0 0,-1 0 0,1 0 0,0 0 0,0 0 0,0 0 0,0 0 0,0 0 0,0 0 0,0-1 0,0 1 0,1 0 0,-1 0 0,0 0 0,1 1 0,1 5 0,1 0 0,-1-1 0,2 1 0,6 11 0,1-3 15,-1 0 0,2 0 0,0-2 0,0 1 0,2-2 0,-1 0 0,32 21 0,-33-25-150,0-1 0,1 0 0,0-1 0,1-1 0,-1 0 0,1 0 0,0-2 0,0 0 0,0 0 0,25 1 0,-22-5-6691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29.9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 27 24575,'-3'8'0,"1"0"0,-1 0 0,2 1 0,-1-1 0,1 1 0,0-1 0,1 15 0,1-19 0,0 0 0,-1 0 0,1 0 0,1-1 0,-1 1 0,0 0 0,1 0 0,0-1 0,0 1 0,0-1 0,0 1 0,1-1 0,-1 0 0,1 0 0,0 0 0,0 0 0,0-1 0,4 4 0,2-1 0,0 1 0,0-1 0,1-1 0,-1 0 0,1 0 0,0-1 0,18 4 0,-20-6 0,1 1 0,0-2 0,0 1 0,-1-1 0,1 0 0,0-1 0,0 0 0,0 0 0,12-5 0,-19 6 0,0-1 0,0 1 0,0-1 0,0 0 0,0 0 0,0 0 0,0 0 0,0-1 0,-1 1 0,1 0 0,0-1 0,-1 1 0,1-1 0,-1 1 0,1-1 0,-1 0 0,0 0 0,0 0 0,0 0 0,0 1 0,0-2 0,0 1 0,-1 0 0,1 0 0,-1 0 0,1 0 0,-1 0 0,0 0 0,1 0 0,-1-1 0,0 1 0,-1 0 0,1 0 0,0 0 0,-2-4 0,0-2 0,0 1 0,-1-1 0,-1 1 0,1 0 0,-1 0 0,0 0 0,-1 0 0,-7-8 0,6 7 15,-1 1 0,-1 0 0,1 0 0,-1 1 0,0-1 0,-1 2 0,-11-7 0,16 10-98,0 0 1,0 0-1,-1 1 1,1-1-1,-1 1 1,1 0-1,-1 0 1,0 0-1,1 1 1,-1 0-1,0 0 1,1 0-1,-1 0 1,0 1-1,1 0 1,-1 0-1,-7 2 1,-1 3-6744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30.6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24575,'203'158'0,"-197"-154"0,-1 0 0,1-1 0,-1 0 0,1 0 0,0 0 0,0 0 0,0-1 0,1 0 0,7 1 0,-12-3 0,0 0 0,0 0 0,0 0 0,-1 0 0,1 0 0,0 0 0,0 0 0,-1-1 0,1 1 0,0 0 0,0-1 0,-1 0 0,1 1 0,-1-1 0,1 0 0,0 0 0,-1 0 0,0 0 0,1 0 0,-1 0 0,1-1 0,-1 1 0,0 0 0,0-1 0,0 1 0,0-1 0,0 1 0,0-1 0,0 1 0,-1-1 0,1 0 0,0 1 0,-1-1 0,0 0 0,1 1 0,-1-1 0,0 0 0,0-2 0,1-5 0,0 0 0,-1-1 0,0 1 0,0 0 0,-1-1 0,-1 1 0,0 0 0,0 0 0,0 0 0,-1 0 0,-1 1 0,-4-10 0,14 28 0,0 0 0,1 0 0,1-1 0,-1 1 0,1-2 0,18 16 0,-12-13 0,0 0 0,1-1 0,1 0 0,22 10 0,-33-18 0,-1-1 0,0 1 0,1-1 0,0 1 0,-1-1 0,1-1 0,0 1 0,0-1 0,-1 0 0,1 0 0,0 0 0,0 0 0,-1-1 0,1 0 0,8-3 0,-10 3 0,1 0 0,-2-1 0,1 0 0,0 1 0,0-1 0,0 0 0,-1-1 0,1 1 0,-1 0 0,0-1 0,0 1 0,0-1 0,0 0 0,0 0 0,0 1 0,-1-1 0,1 0 0,-1-1 0,0 1 0,0 0 0,0 0 0,0 0 0,0-5 0,-1-13 0,0 18 0,-1 1 0,1-1 0,0 0 0,0 1 0,0-1 0,0 0 0,1 0 0,-1 1 0,1-1 0,0 0 0,0 1 0,0-1 0,0 1 0,0-1 0,2-1 0,-3 3 0,1 1 0,0-1 0,-1 1 0,1 0 0,0-1 0,0 1 0,0 0 0,0 0 0,-1-1 0,1 1 0,0 0 0,0 0 0,0 0 0,0 0 0,-1 0 0,1 0 0,0 0 0,0 1 0,0-1 0,0 0 0,-1 0 0,1 1 0,0-1 0,0 0 0,-1 1 0,3 0 0,18 15 0,-20-15 0,129 108-1365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31.1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167 307 24575,'42'104'0,"10"22"0,-41-110 0,-10-15 0,-2-2 0,-7-7 0,-17-17 0,-30-42 0,27 32 0,12 14 0,0 0 0,2-1 0,-20-41 0,27 47 0,0 0 0,1 0 0,1-1 0,1 0 0,0 1 0,-2-31 0,6 41 0,0-1 0,0 1 0,1-1 0,0 1 0,0-1 0,0 1 0,1-1 0,0 1 0,0 0 0,1 0 0,-1 0 0,8-11 0,-7 13 0,0 0 0,1 0 0,-1 0 0,1 1 0,0-1 0,0 1 0,0 0 0,0 0 0,0 1 0,1-1 0,-1 1 0,1 0 0,0 0 0,0 0 0,0 1 0,9-2 0,-4 1 0,1 1 0,-1 1 0,1 0 0,-1 0 0,1 1 0,16 4 0,-23-4 0,1 0 0,0 1 0,-1-1 0,1 1 0,-1 0 0,0 1 0,6 3 0,-8-4 0,0-1 0,0 1 0,0 0 0,0 0 0,-1 0 0,1 0 0,-1 0 0,1 0 0,-1 1 0,0-1 0,0 0 0,0 1 0,0-1 0,1 4 0,-2-3 0,0-1 0,1 0 0,-1 1 0,0-1 0,-1 0 0,1 1 0,0-1 0,-1 0 0,1 1 0,-1-1 0,0 0 0,0 0 0,0 0 0,0 1 0,0-1 0,0 0 0,0 0 0,-1-1 0,1 1 0,-1 0 0,1 0 0,-1-1 0,0 1 0,0-1 0,-3 3 0,-5 3 0,-1-1 0,0 0 0,-19 7 0,20-9 0,-158 62-1365,139-57-5461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32.0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134 77 24575,'-9'2'0,"-9"3"0,-32 13 0,46-17 0,0 1 0,0 0 0,0 0 0,0 1 0,1-1 0,-1 1 0,1 0 0,-1 0 0,1 0 0,0 1 0,0-1 0,0 1 0,-2 3 0,4-5 0,1-1 0,-1 1 0,0-1 0,1 1 0,-1 0 0,1-1 0,0 1 0,-1-1 0,1 1 0,0 0 0,0-1 0,0 1 0,0 0 0,0-1 0,1 1 0,-1 0 0,0-1 0,1 3 0,0-2 0,1 1 0,-1-1 0,1 1 0,-1-1 0,1 0 0,0 0 0,0 1 0,0-1 0,4 3 0,3 2 0,1-1 0,0 0 0,0-1 0,12 5 0,-20-9 0,0 0 0,1 0 0,0 0 0,0 0 0,0 0 0,0 0 0,-1-1 0,1 1 0,0-1 0,0 0 0,5 0 0,-7 0 0,1-1 0,-1 1 0,0 0 0,0-1 0,0 1 0,1-1 0,-1 0 0,0 1 0,0-1 0,0 0 0,0 0 0,0 0 0,0 1 0,0-1 0,-1 0 0,1 0 0,0 0 0,0-1 0,-1 1 0,1 0 0,-1 0 0,1 0 0,-1 0 0,1-1 0,-1 1 0,1-2 0,0-4 0,0 0 0,0 0 0,0-1 0,-1 1 0,0 0 0,0 0 0,-3-14 0,-1 6 0,1 1 0,-12-25 0,50 73 0,-19-17 0,1 0 0,1-1 0,0-1 0,1-1 0,28 16 0,-35-23 0,1-1 0,0-1 0,0 0 0,0 0 0,1-2 0,0 1 0,-1-2 0,1 0 0,0-1 0,21 0 0,-13-3 0,-1-1 0,0-2 0,0 0 0,26-10 0,-20 7 0,48-11 0,-75 19 0,6 0 0,0-1 0,0 0 0,-1-1 0,1 0 0,5-2 0,-10 4 0,0-1 0,-1 1 0,1 0 0,0-1 0,0 1 0,0-1 0,-1 0 0,1 1 0,0-1 0,-1 0 0,1 1 0,0-1 0,-1 0 0,1 0 0,-1 1 0,1-1 0,-1 0 0,0 0 0,1 0 0,-1 0 0,0 0 0,0 1 0,1-1 0,-1 0 0,0 0 0,0 0 0,0 0 0,0 0 0,0 0 0,0 0 0,0 0 0,-1 0 0,1 0 0,0 0 0,0 1 0,-1-1 0,1 0 0,-1 0 0,0-1 0,-2-3 0,0-1 0,-1 1 0,0 1 0,0-1 0,0 0 0,0 1 0,-1 0 0,0 0 0,0 0 0,0 1 0,0-1 0,-8-2 0,-9-5 0,-41-13 0,45 18 0,17 6 0,0 0 0,-1-1 0,1 1 0,0-1 0,-1 0 0,1 1 0,0-1 0,0 0 0,0 0 0,-1 1 0,1-1 0,0 0 0,0 0 0,0 0 0,1-1 0,-1 1 0,0 0 0,0 0 0,0 0 0,1-1 0,-1 1 0,1 0 0,-1-1 0,1 1 0,-1-3 0,1 3 0,0 0 0,1-1 0,-1 1 0,0 0 0,1-1 0,-1 1 0,1 0 0,-1 0 0,1-1 0,-1 1 0,1 0 0,0 0 0,0 0 0,0 0 0,0 0 0,0 0 0,0 0 0,0 0 0,0 0 0,0 0 0,0 1 0,0-1 0,0 0 0,1 1 0,-1-1 0,2 0 0,5-2 0,-1 1 0,1 0 0,-1 1 0,1 0 0,0 0 0,12 0 0,47 5 0,-60-3-136,0 0-1,-1 1 1,1-1-1,-1 1 1,0 0-1,1 1 1,-1 0-1,0 0 0,6 4 1,-3 0-6690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32.4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109 2 24575,'-7'2'0,"-1"1"0,0 0 0,1 1 0,-1-1 0,1 1 0,0 1 0,1-1 0,-1 1 0,1 0 0,-7 7 0,11-9 0,-1 0 0,1 0 0,0 0 0,0 0 0,0 0 0,0 0 0,0 1 0,1-1 0,0 1 0,-1-1 0,1 1 0,1-1 0,-1 1 0,0 0 0,1 0 0,0-1 0,0 1 0,0 0 0,0-1 0,1 1 0,-1 0 0,1 0 0,0-1 0,1 5 0,1-1 0,1 1 0,-1-1 0,1 0 0,0-1 0,1 1 0,0-1 0,0 0 0,0 0 0,0 0 0,1 0 0,0-1 0,1 0 0,-1-1 0,13 8 0,-18-12 0,1 1 0,-1-1 0,0 1 0,0-1 0,0 0 0,0 0 0,0 0 0,1 1 0,-1-1 0,0 0 0,0 0 0,0-1 0,0 1 0,1 0 0,-1 0 0,0 0 0,0-1 0,0 1 0,0-1 0,2 0 0,-1 0 0,-1-1 0,1 1 0,-1-1 0,1 1 0,-1-1 0,0 1 0,1-1 0,-1 0 0,0 1 0,0-1 0,1-2 0,1-5 0,0 0 0,-1 0 0,0 0 0,1-10 0,-1 5 0,-1 0 0,0 0 0,-1 0 0,-1 0 0,0 0 0,-1 0 0,-1 0 0,0 1 0,-7-18 0,6 24 0,4 16 0,5 18 0,6 13 0,2-1 0,1-1 0,36 69 0,-35-87-1365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32.9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24575,'28'49'0,"-2"1"0,-2 2 0,-3 0 0,-2 2 0,-2 0 0,14 81 0,-9-5 0,-24-149 0,3-32 0,0 13 0,-2 13 0,0 18 0,0-1 0,1 1 0,0 0 0,1-1 0,-1 1 0,1-1 0,3-7 0,-4 14 0,1 0 0,-1 0 0,1 0 0,-1 0 0,1 0 0,0 0 0,-1 0 0,1 0 0,0 0 0,0 0 0,0 0 0,0 1 0,0-1 0,0 0 0,0 1 0,0-1 0,0 0 0,0 1 0,2-1 0,0 0 0,-1 1 0,1 0 0,-1-1 0,0 1 0,1 0 0,-1 0 0,1 1 0,-1-1 0,4 1 0,2 2 0,-1-1 0,0 1 0,1 0 0,-1 1 0,7 4 0,-1 2 0,0 1 0,-1 0 0,-1 1 0,0 0 0,11 16 0,-2-4 0,-12-15 0,0 1 0,9 17 0,-15-24 0,-1-1 0,1 1 0,-1-1 0,0 1 0,0 0 0,0 0 0,0-1 0,-1 1 0,1 0 0,-1 0 0,0 0 0,0 0 0,0 0 0,0 0 0,0-1 0,-1 1 0,0 3 0,1-4 0,-1-1 0,0 0 0,0 1 0,0-1 0,0 0 0,0 0 0,0 0 0,0 0 0,0 0 0,0 0 0,0 0 0,-1-1 0,1 1 0,0 0 0,0-1 0,-1 1 0,1-1 0,-1 1 0,1-1 0,0 1 0,-1-1 0,-2 0 0,-5 1 0,0 0 0,-14-2 0,12 0 0,-25-1 0,0-3 0,0-1 0,-49-14 0,80 19-136,0 0-1,1-1 1,0 0-1,-1 1 1,1-2-1,0 1 1,0 0-1,0-1 0,-4-3 1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33.6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24575,'7'57'0,"1"0"0,4-1 0,32 95 0,-43-146 0,52 122 0,-45-111 0,1 0 0,0-1 0,1 0 0,0-1 0,22 23 0,-29-35 0,-1 1 0,1-1 0,0 0 0,0 1 0,0-1 0,0-1 0,0 1 0,0 0 0,1-1 0,-1 1 0,1-1 0,-1 0 0,1 0 0,-1-1 0,5 1 0,-5-1 0,0 0 0,-1 0 0,1-1 0,-1 1 0,1-1 0,-1 0 0,1 0 0,-1 0 0,0 0 0,1 0 0,-1 0 0,0 0 0,0-1 0,0 1 0,0-1 0,0 0 0,0 0 0,0 1 0,-1-1 0,1 0 0,2-5 0,1-1 0,-1 0 0,0 0 0,0-1 0,-1 0 0,0 0 0,2-13 0,7-59 0,-8 40 0,-2 27 0,0-7 0,2 0 0,10-37 0,-14 57 0,0 1 0,1-1 0,-1 1 0,0-1 0,0 1 0,0-1 0,0 1 0,0-1 0,1 1 0,-1 0 0,0-1 0,0 1 0,1-1 0,-1 1 0,0 0 0,1-1 0,-1 1 0,1 0 0,-1-1 0,0 1 0,1 0 0,-1 0 0,1-1 0,-1 1 0,0 0 0,1 0 0,0-1 0,0 2 0,-1-1 0,1 0 0,0 1 0,-1-1 0,1 0 0,-1 1 0,1-1 0,-1 1 0,0-1 0,1 1 0,-1-1 0,1 1 0,-1-1 0,0 1 0,1-1 0,-1 1 0,0 0 0,9 30 0,-6 1 0,-1 1 0,-4 41 0,2 40 0,1-113 0,-1 1 0,0-1 0,0 1 0,1-1 0,-1 1 0,1-1 0,-1 0 0,1 1 0,0-1 0,-1 0 0,1 1 0,0-1 0,0 0 0,0 0 0,0 0 0,0 0 0,0 0 0,0 0 0,0 0 0,1 0 0,-1 0 0,0 0 0,1 0 0,-1-1 0,0 1 0,1-1 0,-1 1 0,1-1 0,-1 0 0,1 1 0,-1-1 0,1 0 0,-1 0 0,1 0 0,-1 0 0,3 0 0,6-1 0,1 0 0,0-1 0,-1 0 0,12-4 0,-11 3 0,9-3 0,1 2 0,-1 0 0,1 2 0,25-1 0,53 12-181,-72-6-1003,-11-1-5642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33.9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24575,'24'0'0,"9"2"0,-2 4 0,-9 3 0,-9 2 0,-14 0 0,-7-3 0,-6 1 0,-5-2 0,-5 0 0,0 0 0,4-2-8191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35.9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364 116 24575,'-50'-25'0,"-1"1"0,-1 3 0,-85-22 0,134 42 0,0 1 0,0-1 0,1 1 0,-1 0 0,0-1 0,0 1 0,0 0 0,0 1 0,1-1 0,-1 0 0,0 1 0,0 0 0,1 0 0,-1 0 0,0 0 0,1 0 0,-1 0 0,1 0 0,-4 3 0,4-2 0,1 0 0,-1 0 0,1-1 0,0 1 0,0 0 0,-1 1 0,1-1 0,0 0 0,1 0 0,-1 0 0,0 0 0,1 1 0,-1-1 0,1 0 0,0 1 0,-1-1 0,1 0 0,0 1 0,1-1 0,-1 0 0,0 1 0,1-1 0,0 4 0,2 3 0,0-1 0,1 0 0,0 0 0,0 0 0,0-1 0,1 1 0,0-1 0,1 0 0,-1-1 0,1 1 0,1-1 0,10 9 0,1-2 0,0 0 0,1-1 0,38 17 0,-46-24 0,1-1 0,1 0 0,-1-1 0,0 0 0,1-1 0,0-1 0,-1 0 0,1 0 0,22-3 0,-33 2 0,0 0 0,0-1 0,0 1 0,0 0 0,0-1 0,0 1 0,0-1 0,0 0 0,-1 0 0,1 1 0,0-1 0,0 0 0,-1-1 0,1 1 0,-1 0 0,1 0 0,-1-1 0,1 1 0,-1-1 0,0 1 0,0-1 0,1 0 0,-1 1 0,1-4 0,-1 1 0,0 1 0,0-1 0,-1 0 0,1 1 0,-1-1 0,0 0 0,0 1 0,0-1 0,0 0 0,-1 0 0,0 1 0,-1-6 0,-2-3 0,0 0 0,-1 1 0,0-1 0,-1 1 0,0 0 0,-12-15 0,35 55 0,-12-19 0,1 0 0,1 0 0,13 17 0,-8-15 0,0 0 0,27 18 0,-32-25 0,-1-1 0,1-1 0,0 1 0,-1-1 0,2-1 0,-1 1 0,0-1 0,0 0 0,9 1 0,-15-3 0,1 0 0,0 1 0,0-1 0,0 0 0,0 0 0,0 0 0,-1 0 0,1 0 0,0-1 0,0 1 0,0-1 0,0 1 0,-1-1 0,1 1 0,0-1 0,-1 0 0,1 0 0,0 0 0,-1 0 0,1 0 0,-1 0 0,0 0 0,1-1 0,-1 1 0,0-1 0,0 1 0,0-1 0,0 1 0,0-1 0,1-1 0,0-4 0,0 0 0,0 0 0,-1 0 0,0-1 0,-1 1 0,0-11 0,0 11 0,0 0 0,1 1 0,0-1 0,0 0 0,2-9 0,-2 15 0,-1 0 0,0 1 0,0-1 0,1 1 0,-1-1 0,1 0 0,-1 1 0,0-1 0,1 1 0,-1-1 0,1 1 0,-1-1 0,1 1 0,-1 0 0,1-1 0,-1 1 0,1 0 0,0-1 0,-1 1 0,1 0 0,0 0 0,-1-1 0,1 1 0,0 0 0,-1 0 0,1 0 0,0 0 0,-1 0 0,1 0 0,0 0 0,-1 0 0,1 0 0,0 0 0,-1 0 0,1 1 0,0-1 0,-1 0 0,1 0 0,-1 1 0,1-1 0,0 0 0,-1 1 0,1-1 0,0 1 0,5 3 0,1 1 0,-2 0 0,9 8 0,-1-1 0,-9-10 0,0 1 0,1 0 0,-1-1 0,1 0 0,-1 0 0,1 0 0,0 0 0,0-1 0,0 0 0,0 0 0,0 0 0,0-1 0,0 0 0,10 0 0,2-2 0,0-1 0,0-1 0,17-6 0,-11 3 0,-20 6-54,-1 1-1,0-1 0,1 0 1,-1 1-1,1 0 1,-1-1-1,1 1 0,0 0 1,-1 0-1,1 1 1,-1-1-1,1 0 0,-1 1 1,1-1-1,-1 1 0,0 0 1,1 0-1,-1 0 1,0 0-1,0 0 0,1 1 1,-1-1-1,0 1 1,3 3-1,3 3-6771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36.3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108 519 24575,'-6'-3'0,"-1"1"0,1-1 0,-1 2 0,1-1 0,-1 1 0,0 0 0,0 0 0,-11 1 0,16 0 0,1 1 0,-1-1 0,0 0 0,0 1 0,1-1 0,-1 1 0,0-1 0,1 1 0,-1 0 0,0 0 0,1 0 0,-1 0 0,1 0 0,-1 0 0,-1 2 0,2-1 0,0-1 0,0 1 0,0 0 0,0-1 0,1 1 0,-1 0 0,1 0 0,-1 0 0,1 0 0,-1-1 0,1 1 0,0 0 0,0 0 0,0 0 0,0 0 0,0 0 0,1 3 0,1 4 0,0-1 0,1 0 0,0 0 0,0 0 0,1 0 0,0-1 0,0 1 0,10 12 0,-6-10 0,0-1 0,1 1 0,0-1 0,0-1 0,15 10 0,-22-16 0,1 0 0,-1 0 0,1 0 0,0-1 0,0 0 0,-1 1 0,1-1 0,0 0 0,0 0 0,0-1 0,0 1 0,0-1 0,1 1 0,-1-1 0,0 0 0,0 0 0,0 0 0,0-1 0,0 1 0,0-1 0,0 0 0,0 1 0,0-1 0,0-1 0,0 1 0,0 0 0,0-1 0,-1 1 0,1-1 0,-1 0 0,1 0 0,-1 0 0,0 0 0,0 0 0,0-1 0,0 1 0,0-1 0,0 1 0,2-6 0,0 0 0,0 0 0,-1-1 0,0 1 0,0-1 0,-1 1 0,-1-1 0,1 0 0,-1 0 0,0-14 0,-2 0 0,-1 0 0,-6-35 0,0 25 0,-1-1 0,-15-35 0,-33-64 0,41 98 0,-6-17 0,6 14 0,-23-42 0,53 134 0,29 49 0,5-1 0,78 120 0,-89-164-1365,-22-37-5461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37.6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59 0 24575,'1'21'0,"1"-1"0,0 0 0,2 0 0,0-1 0,2 1 0,0-1 0,1 0 0,1 0 0,19 34 0,3-1 0,-7-15 0,-2 1 0,30 81 0,-49-107 0,-2-12 0,0 0 0,-1 0 0,1 0 0,0 0 0,0 0 0,0 0 0,-1 0 0,1 0 0,0 0 0,0 0 0,0 0 0,-1 0 0,1 0 0,0 0 0,0 0 0,0 0 0,-1 0 0,1 0 0,0 0 0,0 0 0,0 0 0,-1 0 0,1 0 0,0-1 0,0 1 0,0 0 0,0 0 0,-1 0 0,1 0 0,0 0 0,0-1 0,-17-18 0,-20-35 0,-32-64 0,41 68 0,13 22 0,-14-33 0,24 49 0,1 0 0,0 0 0,1 0 0,1 0 0,-3-25 0,5 35 0,0 0 0,0-1 0,0 1 0,0 0 0,0-1 0,1 1 0,-1 0 0,1 0 0,0 0 0,-1-1 0,1 1 0,0 0 0,0 0 0,1 0 0,-1 0 0,0 0 0,1 0 0,1-2 0,0 3 0,-1-1 0,0 0 0,1 1 0,-1 0 0,1-1 0,0 1 0,-1 0 0,1 0 0,0 1 0,0-1 0,-1 1 0,7-1 0,3 1 0,0 0 0,1 1 0,-1 1 0,0 0 0,19 6 0,-16-4 0,0 2 0,0-1 0,15 9 0,-26-12 0,0 0 0,-1 0 0,1 0 0,-1 1 0,1-1 0,-1 1 0,0 0 0,0 0 0,0 0 0,0 0 0,-1 1 0,1-1 0,-1 1 0,0 0 0,0-1 0,3 8 0,-5-10 0,0 1 0,0 0 0,1-1 0,-1 1 0,0 0 0,0-1 0,-1 1 0,1 0 0,0-1 0,0 1 0,-1 0 0,1-1 0,-1 1 0,1-1 0,-1 1 0,0-1 0,0 1 0,0-1 0,0 0 0,0 1 0,0-1 0,0 0 0,0 0 0,0 1 0,0-1 0,-1 0 0,1 0 0,-1-1 0,1 1 0,0 0 0,-1 0 0,1-1 0,-4 2 0,-5 1 0,0 1 0,0-2 0,-1 1 0,-11 0 0,13-2 0,-14 3-195,-1-1 0,0-1 0,1-1 0,-1-2 0,0 0 0,-24-5 0,35 4-6631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38.2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102 236 24575,'17'22'0,"-17"-22"0,0 0 0,0 0 0,0 0 0,0 0 0,0 0 0,0 0 0,0 0 0,0 0 0,0 0 0,0 0 0,0 0 0,0 0 0,0 0 0,0 0 0,0 0 0,0 0 0,0 0 0,0 0 0,0 0 0,0 0 0,0 0 0,0 0 0,0 0 0,0 0 0,0 0 0,0 0 0,0 0 0,0 0 0,0 0 0,0 0 0,0 0 0,0 0 0,0 0 0,0 0 0,0 0 0,0 0 0,1 0 0,-1 0 0,0 0 0,0 0 0,0 0 0,0 0 0,0 0 0,0 0 0,0 0 0,0 0 0,0 0 0,0 0 0,0 0 0,0 0 0,-2-6 0,-4-8 0,-10-9 0,0 0 0,-30-31 0,13 16 0,38 42 0,1 0 0,0 0 0,-1 0 0,10 3 0,36 18 0,-28-14 0,1-2 0,1 0 0,0-1 0,0-1 0,0-2 0,1-1 0,-1 0 0,47-1 0,-60-4 0,0 0 0,-1-1 0,1-1 0,0 0 0,-1-1 0,1 0 0,-1 0 0,0-1 0,12-8 0,-17 10 0,-1-1 0,1 0 0,-1 0 0,0 0 0,0 0 0,-1-1 0,1 1 0,-1-1 0,0-1 0,-1 1 0,1 0 0,-1-1 0,0 0 0,0 0 0,-1 0 0,0 0 0,0 0 0,2-11 0,-3 14 0,-1-1 0,0 1 0,-1-1 0,1 1 0,-1-1 0,1 1 0,-1-1 0,0 1 0,0 0 0,0-1 0,-1 1 0,-1-3 0,2 5 0,1 0 0,-1 0 0,1 0 0,-1 0 0,0 0 0,0 0 0,1 0 0,-1 1 0,0-1 0,0 0 0,0 1 0,0-1 0,0 0 0,0 1 0,0-1 0,0 1 0,0 0 0,0-1 0,0 1 0,0 0 0,0 0 0,0-1 0,0 1 0,0 0 0,0 0 0,0 0 0,-1 0 0,1 0 0,0 1 0,0-1 0,0 0 0,0 0 0,0 1 0,0-1 0,0 1 0,0-1 0,0 1 0,0-1 0,0 1 0,-1 1 0,-2 1 0,0 0 0,1 1 0,-1-1 0,1 1 0,0 0 0,0 0 0,1 0 0,-1 1 0,1-1 0,0 1 0,0-1 0,0 1 0,1 0 0,-1-1 0,0 7 0,-1 8 0,1 0 0,-1 29 0,3-35 15,0-1 0,1 1 0,0 0 0,1-1 0,0 0 0,1 1 0,5 14 0,-6-23-83,0 1 1,1-1-1,-1 0 1,1 0-1,-1 0 1,1 0-1,0 0 1,1 0-1,-1-1 1,1 1-1,-1-1 1,1 0-1,0 0 1,0-1-1,0 1 1,1-1-1,-1 0 1,1 0-1,-1 0 1,1 0-1,7 1 1,1-1-6759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38.9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144 338 24575,'-19'11'0,"-46"31"0,58-37 0,1 0 0,-1 0 0,2 1 0,-1 0 0,0 0 0,1 1 0,-4 7 0,8-13 0,0 1 0,0 0 0,0 0 0,0 0 0,0 0 0,1-1 0,-1 1 0,1 0 0,-1 0 0,1 0 0,0 0 0,0 1 0,0-1 0,0 0 0,0 0 0,0 0 0,1 0 0,-1 0 0,1 0 0,0 3 0,1-3 0,-1 1 0,1 0 0,0 0 0,0-1 0,0 1 0,0-1 0,1 0 0,-1 0 0,1 0 0,-1 0 0,1 0 0,3 2 0,-1-1 0,1-1 0,-1 1 0,1-1 0,0 0 0,0 0 0,0 0 0,0-1 0,1 0 0,-1 0 0,0-1 0,0 0 0,0 0 0,9-1 0,-12 0 0,0 0 0,0 0 0,0 0 0,0 0 0,0-1 0,-1 1 0,1-1 0,0 0 0,-1 0 0,1 0 0,-1 0 0,1 0 0,2-4 0,-2 2 0,0-1 0,0 1 0,0-1 0,-1 0 0,0 0 0,1 0 0,0-7 0,1-4 0,-1-1 0,-1 0 0,1-33 0,-4 22 0,-1-1 0,-1 1 0,-1 0 0,-2 0 0,-1 1 0,-1-1 0,-1 1 0,-1 1 0,-2 0 0,0 1 0,-17-25 0,28 48 0,1 1 0,-1 0 0,0 0 0,0-1 0,0 1 0,0 0 0,0 0 0,0 0 0,0 0 0,-1 0 0,1 0 0,0 0 0,-1 1 0,-1-2 0,3 2 0,-1 0 0,1 0 0,0 0 0,-1 0 0,1 0 0,0 0 0,0 0 0,-1 0 0,1 0 0,0 0 0,-1 0 0,1 1 0,0-1 0,0 0 0,-1 0 0,1 0 0,0 0 0,0 0 0,-1 1 0,1-1 0,0 0 0,0 0 0,0 0 0,-1 1 0,1-1 0,0 1 0,-4 13 0,3 11 0,1 0 0,1-1 0,1 1 0,1-1 0,2 0 0,8 31 0,7 5 0,33 72 0,-47-118 0,1 0 0,0-1 0,1 0 0,10 12 0,-15-21 0,0 0 0,1 0 0,-1-1 0,1 1 0,0-1 0,0 0 0,0 0 0,1 0 0,-1-1 0,1 0 0,-1 0 0,1 0 0,0 0 0,0 0 0,8 1 0,-10-3 0,0 0 0,0 0 0,-1 0 0,1 0 0,0 0 0,0-1 0,-1 1 0,1-1 0,0 0 0,-1 0 0,1 0 0,0 0 0,-1 0 0,0 0 0,1-1 0,-1 1 0,0-1 0,1 0 0,-1 0 0,0 1 0,0-1 0,-1-1 0,3-2 0,3-4 0,-1-1 0,-1 0 0,0-1 0,5-13 0,-1 3 0,-8 20 0,-1 0 0,1 0 0,-1 0 0,1 0 0,-1 0 0,1 0 0,-1 0 0,1 0 0,0 0 0,0 0 0,-1 0 0,1 0 0,0 1 0,0-1 0,0 0 0,0 1 0,0-1 0,0 1 0,1-2 0,-1 2 0,0 0 0,0 0 0,0 1 0,-1-1 0,1 0 0,0 0 0,0 0 0,0 0 0,-1 1 0,1-1 0,0 0 0,-1 1 0,1-1 0,0 1 0,0-1 0,-1 1 0,1-1 0,-1 1 0,1-1 0,0 2 0,4 4 0,-1 1 0,1 0 0,-2-1 0,5 12 0,-5-13 0,2 7-273,1 0 0,1 0 0,0-1 0,12 16 0,-9-18-6553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39.0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24575,'5'17'0,"2"8"0,1 3 0,1-5-8191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39.3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221 1 24575,'-31'2'0,"12"-1"0,0 0 0,-1 2 0,1 0 0,0 1 0,-36 12 0,53-15 0,-1 0 0,1 0 0,0 0 0,0 0 0,0 0 0,0 1 0,0-1 0,0 1 0,0-1 0,1 1 0,-1 0 0,0 0 0,1-1 0,0 1 0,-1 0 0,1 0 0,0 1 0,0-1 0,0 0 0,0 0 0,0 0 0,1 1 0,-1-1 0,1 0 0,-1 1 0,1-1 0,0 1 0,0-1 0,0 0 0,0 1 0,0-1 0,1 0 0,-1 1 0,1-1 0,0 0 0,-1 1 0,1-1 0,2 4 0,1 3 0,1 0 0,1 0 0,-1-1 0,1 1 0,1-1 0,0 0 0,0-1 0,0 0 0,1 0 0,10 7 0,-3-3 0,1-1 0,0-1 0,1 0 0,32 11 0,-39-17 24,0 0 0,0-1 0,0 0 0,11 1 0,-15-3-173,-1 0 1,0 0-1,0 0 1,1 0-1,-1-1 1,0 0-1,0 0 1,0-1-1,9-3 1,-1-2-6678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39.8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24575,'4'29'0,"5"15"0,3 2 0,2-1 0,1-4 0,0-4 0,1-6 0,-1-3 0,3-4 0,-3-1 0,0-2 0,-1-2 0,0-2 0,-1-2 0,-1 0 0,-2-3 0,-1-1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40.3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85 24575,'91'20'0,"50"10"0,-112-26 0,0-1 0,55-1 0,-75-3 0,-1 0 0,1 0 0,-1-1 0,1 0 0,-1 0 0,1-1 0,-1 0 0,12-7 0,-17 8 0,0 0 0,0 1 0,-1-1 0,1 0 0,-1 0 0,0 0 0,1 0 0,-1-1 0,0 1 0,0-1 0,0 1 0,-1-1 0,1 0 0,-1 0 0,1 0 0,-1 0 0,0 0 0,0 0 0,0 0 0,0 0 0,-1 0 0,1 0 0,-1 0 0,0 0 0,0-1 0,-1-4 0,1 6 0,-1-1 0,1 1 0,-1 0 0,0 0 0,0 0 0,0 0 0,0 0 0,0 0 0,0 0 0,0 1 0,-1-1 0,1 0 0,-1 1 0,0-1 0,1 1 0,-1-1 0,0 1 0,0 0 0,1-1 0,-1 1 0,0 0 0,0 1 0,-4-2 0,4 1 0,1 1 0,0 0 0,-1-1 0,1 1 0,-1 0 0,1 0 0,-1 0 0,1 0 0,-1 0 0,1 0 0,-1 1 0,1-1 0,-1 1 0,1-1 0,0 1 0,-1-1 0,1 1 0,0-1 0,-1 1 0,1 0 0,0 0 0,0 0 0,0 0 0,0 0 0,0 0 0,0 0 0,0 0 0,0 0 0,0 1 0,0-1 0,1 0 0,-1 0 0,0 1 0,1-1 0,-1 1 0,0 1 0,-1 9 0,0 0 0,0 0 0,1 0 0,0 1 0,1-1 0,1 0 0,0 1 0,4 18 0,-4-24 0,1-1 0,0 0 0,0-1 0,5 11 0,-6-14 0,0-1 0,0 1 0,0 0 0,0 0 0,1-1 0,-1 1 0,0-1 0,1 1 0,-1-1 0,1 1 0,0-1 0,-1 0 0,1 0 0,0 0 0,0 0 0,-1 0 0,1 0 0,2 0 0,-2-1 0,-1 0 0,1 0 0,-1 0 0,0 0 0,1-1 0,-1 1 0,1 0 0,-1-1 0,0 1 0,0-1 0,1 0 0,-1 1 0,0-1 0,0 0 0,0 0 0,1 1 0,-1-1 0,0 0 0,0 0 0,-1 0 0,1-1 0,1 0 0,18-30 0,-16 23 0,6-14 0,-8 16 0,1 1 0,-1-1 0,2 1 0,-1 0 0,5-6 0,-8 11 0,1 0 0,0 0 0,0 0 0,0 0 0,0 0 0,0 0 0,0 1 0,0-1 0,0 0 0,0 1 0,0-1 0,1 1 0,-1-1 0,0 1 0,0-1 0,1 1 0,-1 0 0,0 0 0,0-1 0,1 1 0,-1 0 0,0 0 0,1 0 0,-1 1 0,0-1 0,0 0 0,1 0 0,-1 1 0,0-1 0,0 1 0,0-1 0,2 1 0,5 4 17,0 0 0,0 0 1,0 1-1,-1-1 0,0 2 0,6 6 0,4 5-760,14 22 1,-24-31-6084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40.8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24575,'91'375'0,"-74"-290"0,-16-77 0,-3-10 0,-2-14 0,3 10 0,1 1 0,-1-1 0,2 0 0,-1 0 0,0 1 0,1-1 0,0 0 0,1 1 0,3-10 0,-4 12 0,0 1 0,0 0 0,1-1 0,-1 1 0,1 0 0,-1 0 0,1 0 0,0 0 0,0 1 0,0-1 0,0 0 0,0 1 0,0-1 0,1 1 0,-1 0 0,0 0 0,1-1 0,-1 2 0,1-1 0,-1 0 0,1 0 0,-1 1 0,5-1 0,0 1 0,0 0 0,1 1 0,-1 0 0,0 0 0,1 0 0,-1 1 0,0 0 0,0 1 0,0-1 0,9 6 0,8 5 0,31 22 0,-53-33 0,1 0 0,0 1 0,-1-1 0,1 0 0,-1 1 0,0-1 0,0 1 0,0 0 0,0 0 0,3 6 0,-5-8 0,1 0 0,-1 0 0,0 0 0,1 0 0,-1 0 0,0 0 0,0 1 0,0-1 0,0 0 0,0 0 0,0 0 0,0 1 0,0-1 0,-1 0 0,1 0 0,0 0 0,-1 0 0,1 0 0,-1 0 0,1 0 0,-1 0 0,1 0 0,-1 0 0,0 0 0,0 0 0,1 0 0,-1 0 0,0 0 0,0 0 0,0-1 0,0 1 0,0 0 0,0-1 0,-2 2 0,-4 1 0,0 0 0,0 0 0,0-1 0,0 0 0,0 0 0,-1-1 0,1 0 0,-1 0 0,-10-1 0,-9-1 0,-34-6 0,36 4 0,22 2 0,-24-2 0,-47-13 0,70 15-227,0-1-1,0 0 1,0 0-1,0 0 1,-4-3-1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41.4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24575,'0'36'0,"4"158"0,-1-153 0,2 0 0,16 66 0,-17-89 0,-2-8 0,1 1 0,0-1 0,0 0 0,1 0 0,0 0 0,1-1 0,11 17 0,-14-24 0,0 0 0,0 0 0,1-1 0,-1 1 0,0-1 0,1 1 0,-1-1 0,1 0 0,0 0 0,-1 0 0,1 0 0,0 0 0,0-1 0,0 1 0,-1-1 0,1 0 0,0 0 0,0 0 0,0 0 0,0 0 0,0-1 0,4 0 0,3-2 0,1 0 0,-1 0 0,0-1 0,15-8 0,17-12 0,-2-1 0,56-48 0,-83 62 0,17-17 0,-27 24 0,1 1 0,-1-1 0,0 0 0,0-1 0,-1 1 0,1 0 0,-1-1 0,0 1 0,2-8 0,-4 11 0,1 0 0,-1-1 0,0 1 0,0 0 0,0-1 0,0 1 0,0 0 0,-1-1 0,1 1 0,0 0 0,-1 0 0,1-1 0,0 1 0,-1 0 0,0 0 0,1 0 0,-1 0 0,0-1 0,1 1 0,-1 0 0,0 0 0,0 0 0,0 1 0,0-1 0,0 0 0,0 0 0,0 0 0,0 1 0,0-1 0,0 1 0,-3-2 0,-3-1 0,0 1 0,0-1 0,-1 1 0,-8-1 0,10 2 0,0 0 0,1 0 0,0 1 0,0 0 0,-1-1 0,1 2 0,0-1 0,-1 1 0,1-1 0,0 1 0,0 1 0,0-1 0,0 1 0,-5 2 0,6-2 0,1 0 0,0 0 0,0 0 0,0 1 0,0-1 0,0 1 0,0-1 0,1 1 0,-1 0 0,1 0 0,0 0 0,0 1 0,0-1 0,0 0 0,0 1 0,1-1 0,-1 1 0,0 5 0,0-2 0,1 0 0,0-1 0,1 1 0,-1 0 0,1 0 0,1 0 0,-1-1 0,1 1 0,0 0 0,1-1 0,-1 1 0,1-1 0,1 1 0,-1-1 0,1 0 0,0 0 0,1 0 0,-1 0 0,5 5 0,0-3 0,-1 0 0,1 0 0,1 0 0,-1-1 0,1 0 0,0-1 0,1 0 0,0-1 0,0 0 0,18 7 0,-5-5 0,-1-1 0,1 0 0,0-2 0,33 2 0,-11-4 0,60-6 0,-87 1-1365,-4 0-5461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42.1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318 0 24575,'-61'30'0,"-73"25"0,88-37 0,44-18 0,-1 1 0,1 0 0,0 0 0,-1 0 0,1 1 0,0-1 0,0 1 0,0-1 0,0 1 0,0-1 0,0 1 0,0 0 0,-1 2 0,3-3 0,-1 1 0,1-1 0,0 0 0,-1 1 0,1-1 0,0 0 0,0 1 0,0-1 0,0 0 0,0 1 0,0-1 0,0 0 0,0 1 0,1-1 0,-1 0 0,0 0 0,1 1 0,-1-1 0,1 0 0,0 0 0,-1 0 0,1 0 0,0 1 0,0-1 0,0 0 0,1 1 0,10 10 0,0 0 0,1 0 0,0-2 0,1 1 0,28 14 0,-11-5 0,-20-14 0,57 36 0,-60-38 0,-1-1 0,1 1 0,0-1 0,0 0 0,1-1 0,15 2 0,-24-4 0,0 0 0,0 0 0,0 0 0,0 0 0,0 0 0,0 0 0,0 0 0,0 0 0,0 0 0,0 0 0,0 0 0,0 0 0,0 0 0,0 0 0,0 0 0,0 0 0,0 0 0,0 0 0,0 0 0,0 0 0,0 0 0,0 0 0,0-1 0,0 1 0,0 0 0,0 0 0,0 0 0,0 0 0,0 0 0,0 0 0,0 0 0,0 0 0,0 0 0,0 0 0,0 0 0,0 0 0,0 0 0,0 0 0,0 0 0,0 0 0,0 0 0,0 0 0,0 0 0,0 0 0,0 0 0,0 0 0,0 0 0,0 0 0,0 0 0,0 0 0,0 0 0,0 0 0,0 0 0,1 0 0,-1 0 0,0 0 0,0 0 0,0 0 0,0 0 0,0 0 0,-7-5 0,-9-5 0,-15-2-170,-1 1-1,-1 2 0,0 1 1,0 2-1,-1 1 0,1 2 1,-44 0-1,64 3-6655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43.1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0 24575,'0'0'0,"-1"0"0,0 0 0,0 0 0,1 0 0,-1 1 0,0-1 0,0 0 0,0 0 0,1 0 0,-1 1 0,0-1 0,0 0 0,1 1 0,-1-1 0,-1 1 0,2-1 0,0 1 0,0-1 0,0 0 0,-1 1 0,1-1 0,0 0 0,0 1 0,0-1 0,0 0 0,0 1 0,-1-1 0,1 0 0,0 1 0,0-1 0,0 0 0,0 1 0,0-1 0,0 1 0,0-1 0,0 0 0,1 1 0,-1-1 0,0 1 0,1 0 0,-1 1 0,1 0 0,0-1 0,0 1 0,0-1 0,0 1 0,0-1 0,1 0 0,-1 1 0,0-1 0,3 2 0,21 12 0,0-1 0,1-1 0,0-1 0,32 9 0,-55-20 0,-1 0 0,1 0 0,-1-1 0,1 1 0,-1-1 0,1 1 0,-1-1 0,1 0 0,0 0 0,-1 0 0,1 0 0,-1-1 0,1 1 0,0-1 0,3-1 0,-4 1 0,1-1 0,-1 1 0,1-1 0,-1 0 0,0 0 0,1 0 0,-1 0 0,0-1 0,-1 1 0,1-1 0,0 1 0,-1-1 0,2-3 0,3-6 0,-4 7 0,1 1 0,-1-1 0,1 0 0,0 1 0,6-8 0,-8 11 0,0 0 0,0 1 0,0-1 0,0 0 0,0 1 0,0-1 0,0 0 0,0 1 0,0-1 0,0 1 0,0-1 0,1 1 0,-1 0 0,0 0 0,0-1 0,1 1 0,-1 0 0,0 0 0,0 0 0,0 0 0,1 1 0,-1-1 0,0 0 0,0 0 0,0 1 0,1-1 0,-1 0 0,0 1 0,0 0 0,2 0 0,4 4 0,0 0 0,0 1 0,-1 0 0,1 0 0,9 13 0,8 7 0,-20-21 0,1-2 0,-1 1 0,1 0 0,-1-1 0,1 0 0,8 4 0,-12-6 0,0-1 0,1 0 0,-1 1 0,0-1 0,0 0 0,1 0 0,-1 1 0,0-1 0,0 0 0,1-1 0,-1 1 0,0 0 0,0 0 0,1 0 0,-1-1 0,0 1 0,0 0 0,1-1 0,-1 0 0,0 1 0,0-1 0,0 1 0,0-1 0,0 0 0,0 0 0,0 0 0,0 0 0,0 0 0,0 0 0,-1 0 0,1 0 0,0 0 0,-1 0 0,1 0 0,0-2 0,1 0 0,-1-1 0,0 1 0,0-1 0,0 0 0,0 0 0,0 0 0,-1 0 0,0 1 0,0-6 0,0 4 0,0 0 0,1 0 0,-1 1 0,1-1 0,2-5 0,-3 9 0,1-1 0,-1 1 0,1 0 0,0 0 0,0 0 0,0 0 0,-1 0 0,1 0 0,0 0 0,0 0 0,0 1 0,0-1 0,1 0 0,-1 1 0,0-1 0,0 0 0,0 1 0,1-1 0,-1 1 0,0 0 0,0-1 0,1 1 0,-1 0 0,0 0 0,1 0 0,-1 0 0,0 0 0,1 0 0,-1 0 0,0 1 0,0-1 0,2 1 0,4 0 0,0 1 0,-1 0 0,1 0 0,10 6 0,18 9 0,-1-1 0,45 13 0,-57-23 0,-1 0 0,1-2 0,1-1 0,-1 0 0,26-2 0,-33-1-1365,-3 0-5461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44.1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251 387 24575,'-14'-3'0,"-85"-18"0,89 20 0,-1 0 0,0 0 0,1 1 0,-1 1 0,0-1 0,1 2 0,-14 3 0,22-5 0,0 0 0,0 1 0,0-1 0,0 1 0,0 0 0,1 0 0,-1-1 0,0 1 0,0 0 0,1 0 0,-1 1 0,1-1 0,-1 0 0,1 1 0,-1-1 0,1 0 0,0 1 0,0 0 0,0-1 0,0 1 0,0 0 0,0-1 0,0 1 0,0 0 0,1 0 0,-1 0 0,0 0 0,1 0 0,0 0 0,0 0 0,-1 0 0,1 0 0,0 0 0,1 0 0,-1 0 0,0-1 0,1 5 0,1-1 0,0-1 0,0 1 0,0 0 0,0 0 0,1-1 0,-1 0 0,1 1 0,1-1 0,-1 0 0,0 0 0,1-1 0,0 1 0,6 4 0,-6-5 0,1 0 0,0 0 0,-1 0 0,1-1 0,1 1 0,-1-1 0,0-1 0,8 3 0,-11-4 0,0 0 0,0 0 0,0 0 0,0 0 0,0 0 0,0 0 0,0 0 0,0-1 0,0 1 0,0-1 0,0 0 0,0 1 0,-1-1 0,1 0 0,0 0 0,0 0 0,-1 0 0,1 0 0,-1-1 0,1 1 0,-1 0 0,1-1 0,-1 1 0,0-1 0,0 0 0,2-2 0,2-6 0,0 0 0,-1 0 0,0 0 0,-1-1 0,0 0 0,0 0 0,-1 0 0,1-17 0,13 73 0,-10-29 0,0-1 0,1 0 0,1 0 0,0-1 0,12 16 0,-17-25 0,1-1 0,0 0 0,0 0 0,0 0 0,1 0 0,-1-1 0,1 1 0,6 2 0,-8-4 0,0-1 0,1 0 0,-1 0 0,0 0 0,0 0 0,0-1 0,1 1 0,-1-1 0,0 0 0,0 0 0,1 0 0,-1-1 0,0 1 0,1-1 0,4-1 0,-5 1 0,1-1 0,-1 0 0,1 0 0,-1 0 0,0 0 0,0 0 0,0-1 0,0 0 0,0 1 0,-1-1 0,1 0 0,-1-1 0,0 1 0,1 0 0,-2-1 0,1 1 0,2-7 0,1-1 0,-2 0 0,1-1 0,-2 1 0,3-21 0,-2 9 0,2-19 0,-2 0 0,-3-57 0,-1 84 0,-10-81 0,9 83 0,-1 0 0,-1 0 0,0 0 0,-1 0 0,-6-12 0,10 22 0,-1 0 0,1 1 0,-1 0 0,0-1 0,0 1 0,0 0 0,0 0 0,0 0 0,0 0 0,-1 0 0,-2-1 0,4 2 0,0 1 0,1 0 0,-1-1 0,0 1 0,0 0 0,0-1 0,0 1 0,0 0 0,0 0 0,0 0 0,0 0 0,0 0 0,0 0 0,1 0 0,-1 0 0,0 0 0,0 1 0,0-1 0,0 0 0,0 1 0,0-1 0,0 0 0,1 1 0,-1-1 0,0 1 0,0-1 0,1 1 0,-1 0 0,0-1 0,0 1 0,1 0 0,-1-1 0,1 1 0,-1 0 0,1 0 0,-1 0 0,0 1 0,-1 3 0,0 0 0,0 0 0,0 0 0,0 0 0,1 0 0,0 1 0,0-1 0,0 7 0,1 44 0,0-54 0,2 18 0,1 1 0,0-1 0,1 0 0,9 23 0,1-4 0,20 40 0,-21-53 0,2 0 0,25 35 0,-30-48 0,1 0 0,0 0 0,1-1 0,1-1 0,24 19 0,-35-29 0,0 1 0,0-1 0,0 0 0,1 0 0,-1 0 0,1 0 0,-1 0 0,0 0 0,1 0 0,-1-1 0,1 0 0,0 1 0,-1-1 0,1 0 0,-1 0 0,1 0 0,-1 0 0,1-1 0,3 0 0,-4 0 0,1-1 0,-1 1 0,1 0 0,-1-1 0,0 0 0,0 1 0,0-1 0,1 0 0,-2 0 0,1 0 0,0 0 0,0-1 0,-1 1 0,1 0 0,-1-1 0,0 1 0,2-6 0,1-6 0,0-1 0,-1 1 0,-1-1 0,0 0 0,-1-25 0,1-5 0,2-6 0,-3-54 0,-3 79 0,-1 0 0,0 0 0,-15-50 0,6 52 0,12 24 0,0-1 0,0 1 0,-1 0 0,1-1 0,0 1 0,-1-1 0,1 1 0,-1 0 0,1-1 0,0 1 0,-1 0 0,1-1 0,-1 1 0,1 0 0,-1 0 0,1 0 0,-1-1 0,0 1 0,1 0 0,-1 0 0,1 1 0,0-1 0,-1 0 0,1 0 0,-1 1 0,1-1 0,0 0 0,-1 1 0,1-1 0,0 0 0,-1 1 0,1-1 0,0 0 0,0 1 0,-1-1 0,1 1 0,0-1 0,0 0 0,0 1 0,0-1 0,0 1 0,-1-1 0,1 1 0,0 0 0,-2 10 0,0-1 0,1 1 0,0 0 0,2 20 0,6 44 0,-6-71 0,3 20 14,0 0-1,2 0 0,1-1 0,1 0 1,0 0-1,2-1 0,1 0 1,20 31-1,-20-38-137,0 0 0,1 0 1,0-1-1,1-1 0,1 0 0,0-1 1,1-1-1,0 0 0,1-1 0,0 0 1,28 11-1,-29-15-6702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44.8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259 1 24575,'-20'2'0,"-11"1"0,-2 1 0,1 0 0,1 2 0,4-2 0,1 1 0,3 1 0,3-2 0,5-1-8191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46.4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334 133 24575,'-59'-39'0,"-59"-33"0,111 68 0,0 1 0,0 0 0,-1 0 0,1 1 0,-1 0 0,0 0 0,-10 0 0,16 1 0,-1 1 0,0 0 0,1 0 0,-1 0 0,0 1 0,1-1 0,-1 1 0,1-1 0,-1 1 0,0 0 0,1 0 0,0 0 0,-1 0 0,1 0 0,0 1 0,-1-1 0,1 1 0,0-1 0,0 1 0,0 0 0,0 0 0,1 0 0,-1 0 0,-2 5 0,0-1 0,0 1 0,1 1 0,0-1 0,0 0 0,1 1 0,-1-1 0,0 14 0,2-18 0,1 0 0,0 0 0,0 0 0,0 0 0,1-1 0,-1 1 0,0 0 0,1 0 0,0-1 0,0 1 0,0 0 0,0-1 0,0 1 0,1-1 0,-1 1 0,1-1 0,-1 1 0,1-1 0,0 0 0,0 0 0,0 0 0,0 0 0,0 0 0,4 2 0,2 0 0,0 0 0,0-1 0,1 1 0,-1-2 0,1 1 0,0-1 0,-1 0 0,1-1 0,0 0 0,0-1 0,0 0 0,0 0 0,0-1 0,13-2 0,-15 2 0,0-1 0,0 0 0,0 0 0,0-1 0,0 0 0,0 0 0,12-9 0,-15 9 0,0 0 0,0 0 0,-1-1 0,1 1 0,-1-1 0,0 0 0,0 0 0,0 0 0,0-1 0,-1 1 0,0-1 0,3-5 0,-4 6 0,0 0 0,-1 0 0,1 0 0,-1 1 0,0-1 0,0 0 0,0 0 0,-1-6 0,1 9 0,0 0 0,0 0 0,-1-1 0,1 1 0,0 0 0,-1 0 0,1 0 0,0 0 0,-1-1 0,0 1 0,1 0 0,-1 0 0,1 0 0,-1 0 0,0 0 0,0 0 0,0 0 0,0 1 0,1-1 0,-1 0 0,0 0 0,0 1 0,-1-1 0,1 0 0,0 1 0,0-1 0,0 1 0,0 0 0,-3-1 0,4 1 0,-1 0 0,1 0 0,-1 0 0,1 0 0,0 0 0,-1 0 0,1 0 0,-1 0 0,1 0 0,-1 0 0,1 0 0,-1 0 0,1 1 0,-1-1 0,1 0 0,0 0 0,-1 1 0,1-1 0,-1 0 0,1 0 0,0 1 0,-1-1 0,1 1 0,0-1 0,-1 0 0,1 1 0,0 0 0,-1 0 0,1 0 0,0 0 0,0 0 0,-1 0 0,1 0 0,0 0 0,0 0 0,0 0 0,0 0 0,0 0 0,1 2 0,0 1 0,0 0 0,0 0 0,1 0 0,0 0 0,2 4 0,3 3 0,1-2 0,0 1 0,1-1 0,0 0 0,0-1 0,1 0 0,0 0 0,0-1 0,1-1 0,13 7 0,-21-11 0,0-1 0,1 0 0,-1 0 0,1 0 0,-1 0 0,1-1 0,0 1 0,-1-1 0,1 0 0,0 0 0,-1 0 0,1-1 0,0 1 0,-1-1 0,1 0 0,4-1 0,-6 1 0,0 0 0,1-1 0,-1 1 0,0-1 0,0 1 0,0-1 0,0 0 0,0 0 0,0 0 0,0 0 0,-1 0 0,1 0 0,-1-1 0,1 1 0,-1 0 0,0-1 0,0 1 0,0-1 0,0 1 0,0-1 0,-1 0 0,1-3 0,1-6 0,-2-1 0,1 1 0,-2 0 0,1-1 0,-2 1 0,1 0 0,-6-17 0,15 42 0,0-1 0,1 0 0,0-1 0,1 0 0,0 0 0,1-1 0,0-1 0,17 12 0,-17-13 0,0-1 0,0-1 0,20 9 0,-25-12 0,0-1 0,0 0 0,1-1 0,-1 0 0,0 0 0,1 0 0,-1 0 0,1-1 0,7-1 0,-12 1 0,0 0 0,0-1 0,0 1 0,0-1 0,1 0 0,-1 1 0,0-1 0,0 0 0,-1 0 0,1 0 0,0-1 0,0 1 0,0 0 0,-1-1 0,3-2 0,-1 1 0,-1 0 0,0 0 0,0-1 0,0 1 0,0-1 0,-1 1 0,1-1 0,0-4 0,1-4 0,-1 0 0,-1 0 0,0 0 0,-1-19 0,0 31 0,0 0 0,0 0 0,0 0 0,0-1 0,0 1 0,0 0 0,-1 0 0,1 0 0,0-1 0,0 1 0,0 0 0,0 0 0,0-1 0,0 1 0,0 0 0,0 0 0,0 0 0,0-1 0,0 1 0,1 0 0,-1 0 0,0-1 0,0 1 0,0 0 0,0 0 0,0 0 0,0 0 0,0-1 0,0 1 0,1 0 0,-1 0 0,0 0 0,0 0 0,0-1 0,0 1 0,1 0 0,-1 0 0,0 0 0,0 0 0,0 0 0,1 0 0,-1 0 0,0 0 0,0-1 0,1 1 0,8 10 0,11 24 0,-18-31 0,0 0 0,3 7 0,1-1 0,0 1 0,12 12 0,-17-20 0,0 0 0,1 0 0,0-1 0,-1 1 0,1-1 0,0 1 0,0-1 0,0 0 0,0 0 0,0 0 0,0 0 0,0 0 0,0 0 0,1 0 0,-1-1 0,0 1 0,0-1 0,1 0 0,-1 1 0,0-1 0,1 0 0,-1 0 0,0-1 0,3 1 0,-4-1 0,1 0 0,-1 1 0,0-1 0,0 1 0,0-1 0,0 0 0,0 0 0,0 0 0,0 0 0,0 1 0,0-1 0,0 0 0,-1-1 0,1 1 0,0 0 0,-1 0 0,1 0 0,-1 0 0,1 0 0,-1-1 0,1 1 0,-1 0 0,0-1 0,1-1 0,-1-5 0,1 0 0,-1 0 0,0-8 0,-1 0 0,1 14 0,0 1 0,0 0 0,1-1 0,-1 1 0,0 0 0,0 0 0,1-1 0,-1 1 0,1 0 0,-1 0 0,2-2 0,-2 3 0,0 0 0,0-1 0,1 1 0,-1 0 0,0 0 0,1-1 0,-1 1 0,0 0 0,1 0 0,-1 0 0,0-1 0,1 1 0,-1 0 0,0 0 0,1 0 0,-1 0 0,1 0 0,-1 0 0,0 0 0,1 0 0,-1 0 0,1 0 0,0 0 0,2 1 0,-1 0 0,1 0 0,0 0 0,0 0 0,0 1 0,-1 0 0,4 2 0,-4-3 0,52 42 0,-38-30 0,0-1 0,29 18 0,-33-23-1365,-3 0-5461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46.8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237 62 24575,'-41'-7'0,"14"1"0,0 2 0,-1 1 0,-31 0 0,57 3 0,-1 0 0,0 0 0,1 1 0,-1-1 0,0 1 0,1-1 0,-1 1 0,1 0 0,-1 0 0,1 0 0,-1 0 0,1 1 0,0-1 0,0 1 0,-1-1 0,-2 4 0,4-3 0,0 0 0,0-1 0,0 1 0,0 0 0,0 0 0,0 0 0,1-1 0,-1 1 0,1 0 0,-1 0 0,1 0 0,0 0 0,0 0 0,0 0 0,0 0 0,0 0 0,0 0 0,1 0 0,-1 0 0,0 0 0,1 0 0,1 3 0,1 3 0,1-1 0,0 1 0,0-1 0,1 0 0,-1 0 0,2 0 0,-1-1 0,1 0 0,0 0 0,0 0 0,0-1 0,1 0 0,8 5 0,-6-5 0,0 0 0,0 0 0,1-1 0,-1 0 0,1 0 0,0-1 0,1-1 0,-1 1 0,0-2 0,11 1 0,-15-1 0,0-1 0,-1-1 0,1 1 0,-1-1 0,1 0 0,-1 0 0,1 0 0,-1-1 0,0 0 0,6-3 0,-7 3 0,0 0 0,-1-1 0,0 0 0,1 1 0,-1-1 0,0 0 0,-1 0 0,1-1 0,0 1 0,-1-1 0,0 1 0,0-1 0,3-7 0,-3 4 0,0 1 0,0 0 0,-1 0 0,0-1 0,0 1 0,0 0 0,-1-1 0,0 1 0,0-1 0,-1 1 0,-2-11 0,2 12 0,0 0 0,-1 0 0,0 0 0,1 1 0,-2-1 0,1 0 0,0 1 0,-1 0 0,0-1 0,0 1 0,0 0 0,-1 1 0,1-1 0,-1 0 0,-5-3 0,5 5 12,0 0 0,0 0 0,0 1 0,0-1 0,0 1 0,0 0 0,-1 0 0,1 0 0,-8 0 0,5 1-309,-1 0 0,1 0 0,-1 1 0,-12 3 0,7-1-6529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47.4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 33 24575,'-1'1'0,"0"-1"0,1 1 0,-1 0 0,0 0 0,1 0 0,0 1 0,-1-1 0,1 0 0,-1 0 0,1 0 0,0 0 0,0 0 0,0 0 0,0 1 0,0-1 0,0 0 0,0 0 0,0 0 0,0 0 0,0 0 0,0 1 0,1-1 0,-1 0 0,1 0 0,0 1 0,2 5 0,0-1 0,8 13 0,-5-10 0,-2-3 0,-1-1 0,1 0 0,0 0 0,0 0 0,1-1 0,-1 1 0,1-1 0,0 0 0,10 6 0,-13-9 0,0 0 0,0 0 0,-1-1 0,1 1 0,0 0 0,0-1 0,0 0 0,0 1 0,0-1 0,-1 0 0,1 0 0,0 0 0,0 0 0,0 0 0,3-1 0,-3 0 0,0 0 0,0 0 0,-1 0 0,1 0 0,0 0 0,0-1 0,0 1 0,-1 0 0,1-1 0,-1 0 0,1 1 0,-1-1 0,0 0 0,0 1 0,1-1 0,0-4 0,3-5 0,-1 0 0,0 0 0,-1-1 0,0 1 0,-1-1 0,0 0 0,0-15 0,-1 19 0,-1 7 0,0 0 0,0-1 0,0 1 0,0 0 0,1 0 0,-1 0 0,0 0 0,1-1 0,-1 1 0,1 0 0,-1 0 0,2-1 0,-2 2 0,0-1 0,0 1 0,0 0 0,1 0 0,-1 0 0,0 0 0,0 0 0,1 0 0,-1 0 0,0 0 0,0 0 0,1 0 0,-1 0 0,0 0 0,0 0 0,0 0 0,1 0 0,-1 0 0,0 0 0,0 0 0,1 0 0,-1 0 0,0 1 0,0-1 0,0 0 0,1 0 0,-1 0 0,0 0 0,0 0 0,0 1 0,1-1 0,-1 0 0,0 0 0,0 0 0,0 1 0,4 4 0,-1-1 0,0 1 0,4 9 0,-1-3 0,20 28-7,-16-25-332,-1 0-1,0 0 1,10 25-1,-14-26-6486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47.8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52 24575,'0'7'0,"1"0"0,1 0 0,-1 0 0,1-1 0,1 1 0,-1 0 0,1-1 0,0 1 0,0-1 0,1 0 0,0 0 0,0 0 0,0-1 0,1 1 0,0-1 0,0 0 0,0-1 0,8 6 0,-12-9 0,0 0 0,0-1 0,0 1 0,0 0 0,0-1 0,1 1 0,-1-1 0,0 0 0,0 1 0,1-1 0,-1 0 0,0 0 0,0 1 0,1-1 0,-1 0 0,0 0 0,1-1 0,-1 1 0,0 0 0,1 0 0,1-1 0,-1 0 0,0 0 0,0-1 0,0 1 0,-1 0 0,1-1 0,0 1 0,-1-1 0,1 1 0,-1-1 0,1 0 0,1-3 0,1-2 0,0-1 0,0 0 0,-1 0 0,0-1 0,3-11 0,-2-2 0,-4 16 0,1-1 0,0 1 0,1 0 0,-1 0 0,1-1 0,1 1 0,-1 0 0,1 1 0,5-9 0,-8 14 0,1-1 0,-1 1 0,1-1 0,-1 1 0,1 0 0,-1-1 0,1 1 0,0 0 0,-1-1 0,1 1 0,-1 0 0,1 0 0,0 0 0,-1 0 0,1 0 0,0 0 0,-1 0 0,1 0 0,0 0 0,-1 0 0,1 0 0,0 0 0,-1 0 0,1 0 0,0 0 0,-1 1 0,1-1 0,0 0 0,-1 1 0,1-1 0,-1 0 0,1 1 0,-1-1 0,1 1 0,0 0 0,20 22 0,-16-17 0,28 32 0,59 70 0,-84-100-110,0 1 0,13 10-1,-13-13-923,0 2-5792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48.5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 90 24575,'-16'-90'0,"20"105"0,1-1 0,0 0 0,1 0 0,0 0 0,12 17 0,-9-15 0,0 1 0,12 31 0,11 79 0,2 5 0,-28-113 0,1 0 0,1-1 0,1 1 0,18 27 0,-19-35 0,-1-1 0,2 0 0,10 9 0,-17-17 0,0 1 0,0-1 0,0 0 0,1-1 0,-1 1 0,1 0 0,0-1 0,-1 1 0,1-1 0,0 0 0,0 0 0,0 0 0,0 0 0,0 0 0,0-1 0,0 1 0,0-1 0,5 0 0,-6-1 6,0 1 0,0-1 0,0 0 0,-1 0 0,1 0 0,0 0 0,-1 0 0,1 0 0,0 0 0,-1-1 0,0 1 0,1-1 0,-1 1 0,0-1 0,0 1 0,1-1 0,-1 0 0,0 1 0,0-3 0,2-2-303,-1 0 0,0 0 0,0 0 0,1-11 0,-1 4-6529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48.7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375 0 24575,'-27'0'0,"-13"0"0,-9 0 0,1 0 0,5 0 0,5 0 0,5 0 0,2 0 0,4 0 0,5 3 0,5 0-8191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7:52.6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24575,'1'7'0,"1"0"0,-1-1 0,1 1 0,1 0 0,-1-1 0,1 0 0,0 1 0,0-1 0,7 9 0,3 3 0,0 0 0,18 18 0,157 150 0,-179-178 0,-6-4 0,0-1 0,1 0 0,0 0 0,-1 0 0,6 2 0,-9-5 0,0 0 0,0 1 0,0-1 0,0 0 0,0 0 0,0 0 0,1 0 0,-1 0 0,0 0 0,0 0 0,0 0 0,0 0 0,0 0 0,0 0 0,0 0 0,0 0 0,1 0 0,-1 1 0,0-1 0,0 0 0,0 0 0,0 0 0,0 0 0,0 0 0,1 0 0,-1 0 0,0 0 0,0 0 0,0 0 0,0-1 0,0 1 0,0 0 0,0 0 0,1 0 0,-1 0 0,0 0 0,0 0 0,0 0 0,0 0 0,0 0 0,0 0 0,0 0 0,0 0 0,0 0 0,0-1 0,1 1 0,-1 0 0,0 0 0,0 0 0,0 0 0,0 0 0,0 0 0,0 0 0,0 0 0,0-1 0,-3-8 0,-9-9 0,-14-19 51,17 22-759,-22-24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7:52.9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264 75 24575,'-16'-21'0,"13"16"0,-1 0 0,1 0 0,-1 0 0,0 0 0,-1 0 0,1 1 0,-1 0 0,0 0 0,-9-6 0,13 10 0,1-1 0,-1 1 0,0 0 0,0 0 0,1 0 0,-1 0 0,0-1 0,0 1 0,1 0 0,-1 0 0,0 0 0,0 0 0,1 1 0,-1-1 0,0 0 0,0 0 0,1 0 0,-1 1 0,0-1 0,0 0 0,1 1 0,-1-1 0,0 0 0,1 1 0,-1-1 0,1 1 0,-1-1 0,1 1 0,-1 0 0,1-1 0,-1 1 0,1-1 0,-1 1 0,1 0 0,-1-1 0,1 1 0,0 1 0,-3 3 0,1 1 0,0-1 0,-2 12 0,1-6 0,-4 11 0,0-1 0,-2-1 0,-15 27 0,18-37 0,0-1 0,0 0 0,-2 0 0,1-1 0,-1 1 0,0-2 0,-1 1 0,-13 9 0,0-3-1365,13-8-5461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7:53.5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313 40 24575,'-20'-7'0,"-8"-3"0,-3 1 0,2 1 0,3 3 0,4 4 0,3 3 0,3 0 0,1 0 0,0 3 0,2 0 0,-1-1 0,0-1 0,0-1 0,0-1 0,2-3 0,1-1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7:53.8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217 31 24575,'-19'-7'0,"-10"-3"0,1 3 0,2 3 0,4 2 0,2 3 0,3 5 0,1 1 0,2-1 0,0-1 0,3 1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7:56.8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276 175 24575,'-1'-7'0,"1"-1"0,-1 1 0,0 0 0,-1 0 0,0 0 0,0 0 0,0 0 0,-1 1 0,0-1 0,0 1 0,-1-1 0,0 1 0,0 0 0,0 0 0,-1 1 0,-8-9 0,7 9 0,-1-1 0,0 1 0,0 0 0,-1 0 0,1 0 0,-1 1 0,0 1 0,0-1 0,0 1 0,-1 1 0,1-1 0,-1 2 0,-12-3 0,17 4 0,1 0 0,-1 1 0,1-1 0,-1 1 0,1 0 0,-1-1 0,1 1 0,-1 1 0,1-1 0,0 0 0,-1 1 0,1 0 0,0 0 0,0 0 0,0 0 0,1 0 0,-1 1 0,0-1 0,1 1 0,0-1 0,-1 1 0,1 0 0,-2 4 0,0-1 0,1 0 0,0 0 0,0 1 0,1-1 0,-1 1 0,1-1 0,1 1 0,-1 0 0,1 0 0,0 0 0,1 10 0,0-13 0,1 0 0,0 1 0,0-1 0,1 1 0,-1-1 0,1 0 0,0 0 0,0 0 0,0 0 0,1 0 0,-1-1 0,6 7 0,5 4 0,24 21 0,-28-27 0,17 13 0,30 18 0,-32-24 0,-1 2 0,22 21 0,-42-35 0,0 0 0,0 0 0,-1 0 0,1 0 0,-1 1 0,0-1 0,0 1 0,0 0 0,0-1 0,-1 1 0,1 0 0,1 8 0,-3-10 0,0 0 0,0 0 0,0 1 0,0-1 0,0 0 0,-1 0 0,1 0 0,0 0 0,-1 0 0,0 0 0,1 0 0,-1 0 0,0-1 0,0 1 0,0 0 0,0 0 0,0-1 0,-1 1 0,1 0 0,0-1 0,-1 1 0,1-1 0,-1 0 0,1 0 0,-1 1 0,0-1 0,-3 1 0,0 0 0,0 0 0,0 0 0,0-1 0,0 0 0,-1 0 0,1 0 0,0 0 0,0-1 0,-1 0 0,1 0 0,0-1 0,-1 1 0,-5-3 0,1 1 0,0-1 0,0 0 0,0 0 0,1-1 0,0-1 0,-10-5 0,18 9-85,-1 0 0,1 0-1,-1 0 1,1 0 0,0-1-1,-1 1 1,1-1 0,0 1-1,0-1 1,0 1 0,0-1-1,0 1 1,1-1 0,-1 0-1,0-3 1,-2-5-6741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7:57.0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 0 24575,'-3'7'0,"0"6"0,2-1 0,2 1 0,3 1 0,3 0 0,3 0 0,0-2-8191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7:57.2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24575,'5'3'0,"2"2"0,1 4 0,1 2 0,0 3 0,-1 0 0,-2 1 0,-2-3-8191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7:57.6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28 24575,'1'7'0,"-1"1"0,1-1 0,0 1 0,1-1 0,0 0 0,0 1 0,0-1 0,6 10 0,-6-13 0,0-1 0,0 1 0,0-1 0,0 0 0,0 0 0,1 0 0,-1 0 0,1-1 0,0 1 0,0-1 0,0 1 0,0-1 0,0 0 0,1 0 0,-1 0 0,0-1 0,1 1 0,6 1 0,-9-3 0,1 0 0,-1 0 0,1 0 0,0 1 0,-1-2 0,1 1 0,-1 0 0,1 0 0,0 0 0,-1-1 0,1 1 0,-1-1 0,1 1 0,-1-1 0,1 0 0,-1 1 0,3-3 0,-2 1 0,0 0 0,0 0 0,1 0 0,-1-1 0,-1 1 0,1-1 0,0 1 0,2-6 0,-1 1 0,0-1 0,0 0 0,-1 0 0,0 0 0,0 0 0,0-9 0,-2 7 0,0 5 0,0 1 0,1 0 0,-1 0 0,1 0 0,0 0 0,1-4 0,-1 7 0,-1 0 0,0 0 0,1 1 0,-1-1 0,1 0 0,0 0 0,-1 0 0,1 1 0,0-1 0,-1 0 0,1 1 0,0-1 0,0 1 0,-1-1 0,1 1 0,0-1 0,0 1 0,0-1 0,0 1 0,0 0 0,0 0 0,0-1 0,0 1 0,0 0 0,0 0 0,0 0 0,0 0 0,0 0 0,-1 0 0,1 0 0,1 1 0,8 1 0,-1 1 0,1 1 0,-1-1 0,0 1 0,-1 1 0,1 0 0,15 11 0,-9-5 0,12 6-118,155 95-1129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8:00.5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163 73 24575,'15'-13'0,"-12"11"0,0 0 0,-1 0 0,1-1 0,0 0 0,-1 1 0,1-1 0,-1 0 0,0 0 0,0 0 0,0 0 0,0 0 0,1-5 0,-3 7 0,0 1 0,0-1 0,0 0 0,0 0 0,0 1 0,0-1 0,0 0 0,0 1 0,0-1 0,0 0 0,0 0 0,-1 1 0,1-1 0,0 1 0,0-1 0,-1 0 0,1 1 0,0-1 0,-1 0 0,1 1 0,-1-1 0,1 1 0,-1-1 0,1 1 0,-1-1 0,1 1 0,-1 0 0,0-1 0,1 1 0,-1 0 0,0-1 0,1 1 0,-1 0 0,0 0 0,1 0 0,-1-1 0,0 1 0,1 0 0,-1 0 0,0 0 0,0 0 0,1 0 0,-2 0 0,-2 0 0,0 0 0,0 1 0,1-1 0,-1 0 0,0 1 0,-7 2 0,4 1 0,-1 0 0,1 0 0,0 1 0,0-1 0,0 2 0,1-1 0,-1 1 0,1 0 0,1 0 0,-1 1 0,1 0 0,0 0 0,1 0 0,-6 12 0,0 2 0,1 0 0,1 1 0,1 0 0,-4 27 0,4-6 0,3 0 0,1 1 0,3-1 0,8 83 0,-2-85 0,2-1 0,1 0 0,16 44 0,57 110 0,-12-61 120,-56-111-491,1 0-1,1-1 1,30 31 0,-29-35-6455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8:01.5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19 105 24575,'-2'-4'0,"-1"1"0,1-1 0,0 0 0,1 0 0,-1 1 0,1-2 0,-1 1 0,1 0 0,0 0 0,1 0 0,-1 0 0,1-5 0,0 7 0,0 0 0,0 0 0,1 0 0,-1 0 0,1 0 0,-1 0 0,1 1 0,0-1 0,0 0 0,0 0 0,0 1 0,0-1 0,0 1 0,0-1 0,0 1 0,1-1 0,-1 1 0,1 0 0,-1-1 0,1 1 0,-1 0 0,1 0 0,0 0 0,-1 1 0,1-1 0,0 0 0,0 0 0,3 0 0,5-1 0,0 0 0,0 1 0,0 0 0,0 0 0,0 1 0,0 1 0,0-1 0,0 2 0,0-1 0,0 1 0,13 5 0,-21-6 0,1 1 0,-1-1 0,0 0 0,1 1 0,-1 0 0,0 0 0,0-1 0,0 1 0,0 0 0,0 1 0,-1-1 0,1 0 0,-1 0 0,1 1 0,-1-1 0,0 1 0,0-1 0,0 1 0,0 0 0,0-1 0,-1 1 0,1 4 0,1 6 0,-1 1 0,-1 0 0,-2 19 0,1-10 0,1-8 0,-1 0 0,-1 0 0,-1 0 0,0-1 0,0 1 0,-2-1 0,0 0 0,-7 15 0,8-21 0,2-4 0,0 1 0,0-1 0,0 1 0,0 0 0,1-1 0,-1 7 0,2-10 0,0 1 0,0-1 0,0 0 0,0 0 0,0 1 0,1-1 0,-1 0 0,0 0 0,1 1 0,-1-1 0,1 0 0,-1 0 0,1 0 0,0 1 0,-1-1 0,1 0 0,0 0 0,0 0 0,0 0 0,0-1 0,0 1 0,0 0 0,0 0 0,0 0 0,0-1 0,0 1 0,0-1 0,2 2 0,4 0 0,-1 0 0,1 0 0,-1 0 0,1-1 0,-1 0 0,13 0 0,-1-1 0,24-3 0,-7-6-1365,-26 6-5461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8:01.9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 1 24575,'-3'0'0,"0"2"0,0 4 0,0 3 0,4 2 0,1 2 0,3-1 0,1-1 0,1 1 0,3 1 0,1 0 0,-1 1 0,1-3 0,0 0 0,1 1 0,1-3 0,1 1 0,-2-2-8191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8:02.1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24575,'0'17'0,"0"8"0,3 3 0,2-2 0,2-2 0,1-3 0,2-3 0,2-1 0,-2-5-8191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8:02.3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407 46 24575,'-29'-7'0,"-15"-3"0,-5 1 0,4 1 0,4 3 0,7 1 0,6 3 0,4 0 0,3 1 0,3 3 0,2 0 0,-2 3 0,3 3 0,1-1 0,4-1-8191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8:03.7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249 172 24575,'-3'-10'0,"0"0"0,0 0 0,-1 0 0,-1 0 0,1 1 0,-9-11 0,10 14 0,-1 1 0,0 0 0,-1 0 0,1 1 0,-1-1 0,0 1 0,0 0 0,-1 1 0,1-1 0,-1 1 0,-8-4 0,-8-2 0,12 4 0,0 0 0,-1 1 0,1 0 0,-1 1 0,0 0 0,-21-2 0,31 5 0,0 0 0,-1 0 0,1 1 0,0-1 0,0 0 0,0 1 0,-1-1 0,1 0 0,0 1 0,0 0 0,0-1 0,0 1 0,0 0 0,0-1 0,0 1 0,0 0 0,0 0 0,0 0 0,0 0 0,0 0 0,1 0 0,-1 0 0,0 0 0,1 0 0,-1 0 0,1 0 0,-1 0 0,1 1 0,0-1 0,-1 0 0,1 0 0,0 2 0,-1 6 0,0-1 0,0 0 0,2 16 0,0-13 0,1 20 0,2 0 0,0 0 0,3 0 0,0-1 0,13 31 0,66 144 0,-45-117 0,121 312 0,-154-375 0,7 38 0,-15-62 0,1-1 0,-1 1 0,0 0 0,0-1 0,0 1 0,0-1 0,0 1 0,0 0 0,0-1 0,0 1 0,0-1 0,0 1 0,0 0 0,0-1 0,0 1 0,0-1 0,-1 1 0,1 0 0,-1 0 0,1-1 0,0 0 0,-1 0 0,1 0 0,0 0 0,-1 0 0,1 0 0,0-1 0,-1 1 0,1 0 0,0 0 0,0 0 0,-1 0 0,1 0 0,0-1 0,-1 1 0,1 0 0,0 0 0,0 0 0,-1-1 0,1 1 0,0 0 0,0 0 0,-1-1 0,-13-21 0,-6-32-1365,16 38-5461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8:03.9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371 88 24575,'-27'-10'0,"-14"-3"0,-4-2 0,2 2 0,4 3 0,6 0 0,4 3 0,4 2 0,4 2 0,3 1 0,3 4 0,0 1 0,4 3 0,3 3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8:04.5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307 133 24575,'-48'-29'0,"4"2"0,-87-38 0,126 63 0,0 0 0,-1 0 0,1 1 0,-1-1 0,1 1 0,-1 1 0,-6-1 0,11 1 0,0 0 0,-1 0 0,1 0 0,-1 1 0,1-1 0,0 0 0,-1 1 0,1-1 0,0 1 0,0-1 0,-1 1 0,1 0 0,0-1 0,0 1 0,0 0 0,0 0 0,0 0 0,0 0 0,0 0 0,0 0 0,0 0 0,0 0 0,1 0 0,-1 1 0,0-1 0,1 0 0,-1 0 0,1 1 0,-1-1 0,1 0 0,0 1 0,0-1 0,-1 3 0,0 8 0,0 0 0,1 0 0,1 1 0,0-1 0,0 0 0,1 1 0,1-1 0,0 0 0,1-1 0,0 1 0,0-1 0,1 1 0,1-1 0,0-1 0,1 1 0,0-1 0,15 17 0,-19-23 0,1-1 0,-1 0 0,1-1 0,0 1 0,0-1 0,0 1 0,0-1 0,0 0 0,0-1 0,1 1 0,-1-1 0,1 0 0,-1 0 0,9 1 0,-10-2 0,-1 0 0,1 0 0,0 0 0,0 0 0,0 0 0,0-1 0,0 1 0,-1-1 0,1 0 0,0 0 0,0 0 0,-1 0 0,1 0 0,-1-1 0,1 1 0,-1-1 0,1 0 0,-1 0 0,0 1 0,0-1 0,0-1 0,0 1 0,0 0 0,1-3 0,2-5 0,0-1 0,-1 0 0,-1 1 0,0-1 0,0 0 0,-1-1 0,-1 1 0,0 0 0,0 0 0,-2-19 0,1 30 0,0 0 0,0-1 0,0 1 0,0 0 0,0-1 0,-1 1 0,1 0 0,0-1 0,1 1 0,-1-1 0,0 1 0,0 0 0,0-1 0,0 1 0,0 0 0,0-1 0,0 1 0,0 0 0,1-1 0,-1 1 0,0 0 0,0 0 0,0-1 0,1 1 0,-1 0 0,0-1 0,0 1 0,1 0 0,-1 0 0,0 0 0,1-1 0,0 1 0,0 0 0,-1 1 0,1-1 0,0 0 0,-1 0 0,1 1 0,0-1 0,-1 0 0,1 1 0,0-1 0,-1 0 0,1 1 0,-1-1 0,2 2 0,24 28 0,-18-20 0,61 66-1365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8:05.5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0 24575,'0'3'0,"0"2"0,-3 2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8:06.2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24575,'-1'14'0,"2"0"0,0 0 0,0-1 0,2 1 0,-1 0 0,2 0 0,0-1 0,0 0 0,2 0 0,6 13 0,-7-17 0,24 42 0,-25-45 0,0-1 0,0 1 0,1-1 0,0 0 0,0-1 0,8 7 0,-13-10 0,1-1 0,0 1 0,0-1 0,0 1 0,0-1 0,-1 1 0,1-1 0,0 1 0,0-1 0,0 0 0,0 1 0,0-1 0,0 0 0,0 0 0,0 0 0,0 0 0,0 0 0,0 0 0,0 0 0,0 0 0,0 0 0,0 0 0,0-1 0,0 1 0,0 0 0,0-1 0,0 1 0,0-1 0,0 1 0,0-1 0,-1 1 0,1-1 0,0 1 0,0-1 0,0 0 0,-1 0 0,1 1 0,-1-1 0,1 0 0,0 0 0,-1 0 0,1 0 0,-1 0 0,0 0 0,1-1 0,1-3 0,0-1 0,0 1 0,-1-1 0,1 0 0,-1 0 0,0-9 0,-2-50 0,1-16 0,0 80 0,0 0 0,0 0 0,0 0 0,0 0 0,0 0 0,0 0 0,0 0 0,1 0 0,-1 0 0,0 1 0,1-1 0,-1 0 0,1 0 0,-1 0 0,1 0 0,-1 1 0,1-1 0,-1 0 0,1 1 0,0-1 0,0 0 0,-1 1 0,2-1 0,-1 0 0,0 1 0,0 0 0,1 0 0,-1-1 0,0 1 0,0 0 0,0 0 0,1 0 0,-1 0 0,0 1 0,0-1 0,0 0 0,1 0 0,-1 1 0,2 0 0,4 3 0,1 0 0,0 0 0,13 11 0,-17-12 0,42 32 0,-2 3 0,62 67 0,-94-91-1365,-3-2-5461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8:08.0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55 24575,'-1'-2'0,"0"-1"0,1 1 0,0 0 0,-1 0 0,1-1 0,0 1 0,0 0 0,1-1 0,-1 1 0,0 0 0,1 0 0,-1-1 0,1 1 0,0 0 0,-1 0 0,3-3 0,-2 4 0,0 0 0,-1 0 0,1 0 0,0 0 0,1 0 0,-1 0 0,0 0 0,0 0 0,0 1 0,1-1 0,-1 0 0,0 1 0,0-1 0,1 1 0,-1-1 0,1 1 0,-1 0 0,0 0 0,1-1 0,-1 1 0,1 0 0,-1 0 0,1 0 0,-1 1 0,0-1 0,1 0 0,1 1 0,6 1 0,1 1 0,0 1 0,-1 0 0,0 0 0,0 1 0,0 0 0,0 0 0,14 13 0,2 4 0,30 35 0,-11-7 0,-3 2 0,-2 1 0,-3 3 0,-2 1 0,-2 1 0,45 120 0,-69-155 0,0 1 0,3 26 0,-9-39 0,0 0 0,-2-1 0,1 1 0,-1 0 0,-1-1 0,1 1 0,-4 14 0,3-21 10,-1-1 0,1 1 0,-1 0 0,1-1 0,-1 1 0,0-1 0,0 0 0,0 1 0,-1-1 0,1 0 0,-5 3 0,0 0-307,1-1 0,-1 0 0,-1 0 0,-7 3 0,2-1-6529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8:18.7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 24575,'0'0'0,"0"0"0,0 0 0,0 0 0,0 0 0,0-1 0,0 1 0,1 0 0,-1 0 0,0 0 0,0 0 0,0 0 0,0 0 0,0 0 0,0 0 0,1 0 0,-1 0 0,0 0 0,0 0 0,0 0 0,0 0 0,0 0 0,1 0 0,-1 0 0,0 0 0,0 0 0,0 0 0,0 0 0,0 0 0,0 0 0,1 0 0,-1 0 0,0 0 0,0 0 0,0 0 0,0 0 0,0 0 0,1 1 0,2 5 0,2 12 0,-5-15 0,4 13-101,1-1 0,0 1 0,1-1 0,9 17 0,35 55-5499,-18-36 4921,-25-35 3627,-2-5 921,-7-22-3902,-4-14-1332,4 12-5461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8:18.9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321 31 24575,'-29'-3'0,"-15"0"0,-3-3 0,3 1 0,5 0 0,8 1 0,6 2 0,5 0 0,4 2 0,1 0 0,4 2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8:19.6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191 13 24575,'6'0'0,"0"0"0,0 0 0,0 1 0,0 0 0,0 1 0,-1-1 0,1 1 0,0 0 0,0 1 0,-1-1 0,0 1 0,1 0 0,-1 0 0,9 8 0,-3 0 0,0 1 0,0 0 0,-1 1 0,12 20 0,-16-24 0,-1 0 0,0 1 0,0 0 0,0 0 0,5 21 0,-10-29 0,1 1 0,-1 0 0,1-1 0,-1 1 0,0 0 0,0-1 0,-1 1 0,1 0 0,0-1 0,-1 1 0,1 0 0,-3 4 0,2-6 0,0 1 0,0 0 0,0 0 0,-1-1 0,1 1 0,-1-1 0,1 1 0,-1-1 0,1 0 0,-1 1 0,0-1 0,0 0 0,1 0 0,-1 0 0,0-1 0,0 1 0,0 0 0,-4 0 0,-5 1 0,0 0 0,0-1 0,0 0 0,-1-1 0,1 0 0,0-1 0,-1 0 0,-17-5 0,-1-2 0,-55-22 0,76 26 0,0-1 0,1 0 0,-1 0 0,1 0 0,0-1 0,1-1 0,-1 1 0,1-1 0,1 0 0,-12-15 0,16 18 0,-1 0 0,1 0 0,0 1 0,1-1 0,-1-1 0,1 1 0,-1 0 0,1 0 0,0 0 0,1-1 0,-1-6 0,1 7 0,1 0 0,-1 1 0,1-1 0,0 1 0,0-1 0,0 1 0,0 0 0,1-1 0,-1 1 0,1 0 0,0 0 0,0 0 0,0 0 0,0 0 0,6-5 0,-4 4-195,1 0 0,0-1 0,0 2 0,0-1 0,1 1 0,11-6 0,-5 4-6631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8:19.8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 0 24575,'-2'3'0,"-2"3"0,1 2 0,-2 1 0,0 1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8:20.4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25 24575,'8'-4'0,"0"0"0,1 1 0,-1 0 0,1 0 0,0 1 0,0 0 0,-1 0 0,2 1 0,-1 1 0,0-1 0,0 1 0,0 1 0,0 0 0,0 0 0,13 4 0,12 4 0,-1 2 0,51 23 0,-83-33 0,0-1 0,0 0 0,0 1 0,0-1 0,0 1 0,0-1 0,0 1 0,0 0 0,0-1 0,0 1 0,0 0 0,0-1 0,0 1 0,-1 0 0,1 0 0,0 0 0,0 0 0,-1 0 0,1 0 0,-1 0 0,1 0 0,-1 0 0,1 0 0,-1 0 0,1 2 0,-2-2 0,1 0 0,0 1 0,-1-1 0,1 0 0,-1 0 0,1 0 0,-1 0 0,0 0 0,1 0 0,-1 0 0,0 0 0,0 0 0,0 0 0,1 0 0,-1 0 0,0-1 0,0 1 0,0 0 0,-1-1 0,1 1 0,0-1 0,-2 2 0,-24 7 0,23-8 0,0 0 0,0 0 0,0 0 0,1 0 0,-1 1 0,0 0 0,1 0 0,-1 0 0,1 0 0,0 0 0,-1 1 0,1-1 0,-4 5 0,7-6 0,-1 0 0,1 1 0,-1-1 0,1 0 0,-1 0 0,1 0 0,0 0 0,-1 1 0,1-1 0,0 0 0,0 0 0,0 0 0,0 1 0,0-1 0,0 0 0,1 0 0,0 3 0,0-1 0,0-1 0,0 1 0,0 0 0,1-1 0,-1 1 0,1-1 0,2 3 0,3 3 0,0-1 0,1 0 0,10 6 0,40 26 0,12 10 0,-63-44 0,1 1 0,-1-1 0,-1 1 0,1 1 0,8 9 0,-15-15 0,1 0 0,0 0 0,0 0 0,-1 0 0,1 0 0,0 0 0,-1 0 0,1 0 0,-1 0 0,1 0 0,-1 0 0,0 0 0,0 1 0,1-1 0,-1 0 0,0 0 0,0 0 0,0 1 0,0-1 0,0 0 0,-1 0 0,1 0 0,0 0 0,0 1 0,-1-1 0,1 0 0,-1 0 0,1 0 0,-1 0 0,1 0 0,-1 0 0,0 0 0,1 0 0,-1 0 0,0 0 0,0 0 0,0-1 0,0 1 0,0 0 0,0 0 0,-1 0 0,-3 1 0,1 1 0,-1-1 0,1-1 0,-1 1 0,0-1 0,0 0 0,1 0 0,-1 0 0,-7 0 0,-48-2 0,34 0 0,-94 0-1365,106 1-5461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8:21.0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62 17 24575,'-4'-3'0,"-1"1"0,1-1 0,-1 1 0,1 1 0,-1-1 0,-9-2 0,13 4 0,0 0 0,0 0 0,0 0 0,1 0 0,-1 0 0,0 0 0,0 0 0,0 0 0,1 1 0,-1-1 0,0 0 0,0 0 0,1 1 0,-1-1 0,0 0 0,1 1 0,-1-1 0,0 1 0,1-1 0,-2 1 0,2 0 0,-1 0 0,1 0 0,-1 0 0,1 0 0,0 1 0,-1-1 0,1 0 0,0 0 0,0 0 0,0 0 0,0 0 0,0 0 0,0 1 0,0-1 0,0 0 0,0 0 0,0 0 0,1 2 0,1 5 0,0-1 0,1 1 0,0-1 0,0 0 0,0 0 0,1 0 0,0 0 0,1-1 0,-1 1 0,1-1 0,7 7 0,-3-6 0,-1 1 0,1-1 0,1-1 0,-1 0 0,1 0 0,0-1 0,13 5 0,27 8 0,25 11 0,-72-28 0,0 0 0,0 1 0,-1-1 0,1 1 0,-1 0 0,1 0 0,-1 0 0,0 0 0,1 0 0,2 5 0,-5-6 0,1 0 0,-1 0 0,1 0 0,-1 0 0,1 1 0,-1-1 0,0 0 0,0 0 0,0 0 0,0 1 0,0-1 0,0 0 0,0 0 0,0 1 0,0-1 0,0 0 0,-1 0 0,1 0 0,0 1 0,-1-1 0,1 0 0,-1 0 0,0 0 0,1 0 0,-1 0 0,0 0 0,1 0 0,-1 0 0,-1 1 0,-3 3 0,0 0 0,0 0 0,-1-1 0,0 0 0,0 0 0,0 0 0,0 0 0,0-1 0,-1 0 0,1 0 0,-1-1 0,0 0 0,-7 1 0,-1 0 0,0-1 0,0-1 0,0 0 0,0-1 0,-18-3 0,19 1-1365,2-2-5461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8:21.2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61 24575,'27'-10'0,"14"-3"0,2 1 0,-1 2 0,-3 3 0,-6 2 0,-5 3 0,-6 1 0,-6 1-8191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8:23.8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248 111 24575,'-22'-14'0,"-18"-13"0,-69-32 0,105 57 0,0 1 0,0-1 0,0 1 0,0 0 0,0 0 0,-1 0 0,-4 0 0,8 1 0,-1 0 0,1 0 0,0 0 0,0 1 0,0-1 0,-1 0 0,1 1 0,0-1 0,0 0 0,0 1 0,0 0 0,-1-1 0,1 1 0,0 0 0,0-1 0,0 1 0,1 0 0,-1 0 0,0 0 0,0 0 0,0 0 0,1 0 0,-1 0 0,0 0 0,1 0 0,-1 0 0,0 2 0,-1 3 0,0-1 0,0 0 0,1 1 0,0-1 0,0 1 0,0 0 0,0-1 0,1 1 0,0 0 0,0-1 0,1 1 0,0 0 0,0-1 0,0 1 0,0-1 0,1 1 0,0-1 0,0 0 0,1 0 0,-1 0 0,1 0 0,0 0 0,0 0 0,1-1 0,0 0 0,-1 1 0,7 4 0,15 9 0,1 0 0,0-2 0,2-1 0,39 17 0,-33-17 0,-1 1 0,48 32 0,-80-47 0,0 0 0,1 0 0,-1 0 0,0 0 0,0 0 0,0 0 0,0 0 0,0 0 0,0 0 0,0 1 0,0-1 0,0 0 0,-1 1 0,1-1 0,0 1 0,-1-1 0,0 0 0,1 1 0,-1-1 0,1 3 0,-2-3 0,1 0 0,0 0 0,-1 1 0,1-1 0,-1 0 0,1 0 0,-1 0 0,1 1 0,-1-1 0,0 0 0,0 0 0,0 0 0,1 0 0,-1 0 0,0-1 0,0 1 0,0 0 0,0 0 0,-1-1 0,1 1 0,0 0 0,0-1 0,0 1 0,-2 0 0,-6 2 0,1-1 0,0 1 0,-1-1 0,0-1 0,0 1 0,1-2 0,-1 1 0,-17-2 0,-5-2 0,-37-10 0,7 1 0,55 11-118,-16-3 370,21 3-320,0 1 0,0 0-1,0 0 1,0-1 0,1 1 0,-1-1 0,0 1 0,0-1 0,1 1 0,-1-1-1,0 1 1,1-1 0,-1 1 0,1-1 0,-1 0 0,0 1 0,1-1-1,0 0 1,-1 0 0,1 0 0,-1-1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8:24.1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24575,'0'10'0,"2"5"0,4 3 0,3 1 0,2 0 0,3-2 0,0 0 0,1-1 0,0-1 0,-3-1 0,0-2 0,-3-1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8:24.3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24575,'8'10'0,"4"5"0,3 3 0,-1 1 0,-3 0 0,-1-2 0,-2 0 0,-3-4-8191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8:24.6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24575,'16'33'0,"-3"-6"0,0-1 0,19 25 0,-30-48 0,0 0 0,0-1 0,1 1 0,-1-1 0,1 0 0,-1 0 0,1 0 0,0 0 0,0 0 0,0 0 0,0-1 0,1 1 0,-1-1 0,0 0 0,0 0 0,1 0 0,-1-1 0,1 1 0,3-1 0,-5 0 0,0 0 0,0 0 0,0 0 0,1-1 0,-1 1 0,0-1 0,0 1 0,0-1 0,0 0 0,0 0 0,0 0 0,0 0 0,-1 0 0,1 0 0,0 0 0,-1-1 0,1 1 0,0-1 0,-1 1 0,0-1 0,1 0 0,-1 0 0,0 1 0,0-1 0,0 0 0,0 0 0,0 0 0,0 0 0,-1 0 0,1 0 0,0-3 0,2-12 0,-2 9 0,1 0 0,0 0 0,0 1 0,6-14 0,-7 19 0,-1 1 0,1 0 0,0 0 0,0 0 0,0 0 0,0 0 0,0 0 0,0 0 0,0 0 0,0 0 0,0 0 0,1 1 0,-1-1 0,0 0 0,0 1 0,1-1 0,-1 1 0,0-1 0,1 1 0,-1 0 0,0 0 0,1-1 0,-1 1 0,1 0 0,-1 0 0,0 0 0,1 1 0,-1-1 0,1 0 0,-1 0 0,0 1 0,1-1 0,-1 1 0,3 1 0,4 1 0,-1 1 0,1 1 0,-1 0 0,10 8 0,-11-8 0,2 1-195,0 0 0,0 0 0,-1 1 0,0 0 0,0 1 0,10 15 0,-10-11-6631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8:26.0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157 42 24575,'-5'-5'0,"0"0"0,0 0 0,-1 1 0,1 0 0,-1 0 0,0 0 0,-7-2 0,11 5 0,0 0 0,1 0 0,-1 1 0,0-1 0,0 1 0,0 0 0,0 0 0,0-1 0,0 1 0,0 0 0,0 1 0,0-1 0,0 0 0,0 0 0,0 1 0,0 0 0,0-1 0,0 1 0,1 0 0,-1 0 0,0 0 0,0 0 0,1 0 0,-1 0 0,1 0 0,-1 0 0,1 1 0,-3 2 0,-1 2 0,1 1 0,-1 0 0,1 0 0,1 0 0,-1 0 0,1 0 0,1 1 0,-3 9 0,0 7 0,-4 33 0,8-36 0,0 1 0,2-1 0,0 0 0,1 0 0,2 0 0,7 27 0,46 121 0,-25-84 0,-16-39 0,2-1 0,44 79 0,-36-92-1365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8:26.7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0 108 24575,'11'-8'0,"74"-49"0,-73 50 0,1 1 0,0 0 0,0 1 0,0 0 0,18-3 0,-21 6 0,-7 1 0,0 0 0,0 0 0,0 1 0,1-1 0,-1 1 0,6 0 0,-8 0 0,0 1 0,0-1 0,0 0 0,0 0 0,-1 1 0,1-1 0,0 1 0,0-1 0,0 1 0,-1-1 0,1 1 0,0-1 0,0 1 0,-1 0 0,1 0 0,-1-1 0,1 1 0,-1 0 0,1 0 0,-1-1 0,1 1 0,-1 0 0,0 0 0,1 0 0,-1 0 0,0 0 0,0 0 0,0-1 0,1 2 0,0 14 0,0-1 0,0 1 0,-3 22 0,0-1 0,0-15 0,-1-1 0,0 1 0,-2-1 0,-8 23 0,4-12 0,9-31 0,0-1 0,0 0 0,0 1 0,-1-1 0,1 1 0,0-1 0,0 0 0,0 1 0,0-1 0,0 0 0,0 1 0,0-1 0,0 1 0,0-1 0,0 0 0,0 1 0,0-1 0,0 0 0,0 1 0,0-1 0,1 1 0,-1-1 0,0 0 0,0 1 0,0-1 0,1 0 0,-1 1 0,0-1 0,0 0 0,1 0 0,-1 1 0,0-1 0,0 0 0,1 0 0,-1 1 0,0-1 0,1 0 0,-1 0 0,1 0 0,-1 0 0,0 1 0,1-1 0,-1 0 0,0 0 0,1 0 0,-1 0 0,1 0 0,-1 0 0,0 0 0,1 0 0,-1 0 0,0 0 0,1 0 0,-1 0 0,1-1 0,-1 1 0,0 0 0,1 0 0,29-11 0,-19 7 0,1 1 0,0 1 0,0 0 0,16-1 0,-13 3 0,24-6 0,-1 1-1365,-27 4-5461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8:27.0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24575,'2'5'0,"1"4"0,0 3 0,2 1 0,3 2 0,-1 1 0,2-1 0,1 0 0,-1 1 0,1-2 0,1 1 0,-2 0 0,1-3 0,0-4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8:27.2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24575,'8'10'0,"4"8"0,3 3 0,1 1 0,-1-1 0,-2 1 0,0-1 0,-3-2 0,0-1 0,1-1 0,-2-2 0,-2-3-8191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8:27.4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361 67 24575,'-29'-10'0,"-16"-3"0,-1-2 0,2 2 0,5 3 0,8 5 0,6 4 0,5 5 0,3 3 0,3 2 0,1 0 0,0 3 0,-1-2 0,4-2-8191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8:28.4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363 277 24575,'-116'-132'0,"86"102"0,-1 1 0,-39-28 0,64 53 0,0 0 0,0 0 0,0 1 0,-1 0 0,-12-4 0,18 6 0,-1 0 0,1 1 0,-1 0 0,1-1 0,-1 1 0,1 0 0,-1 0 0,1 0 0,-1 0 0,1 0 0,-1 0 0,1 0 0,-1 0 0,1 1 0,-1-1 0,1 1 0,-1-1 0,1 1 0,0-1 0,-1 1 0,1 0 0,0 0 0,0 0 0,-1 0 0,1 0 0,0 0 0,0 0 0,0 0 0,0 0 0,0 0 0,0 0 0,0 1 0,0 1 0,-4 7 0,2 1 0,0-1 0,0 0 0,1 1 0,0 0 0,-1 13 0,3 68 0,2-40 0,0-18 0,1-1 0,2 1 0,1-1 0,13 38 0,118 284 0,-54-156 0,-78-188-227,-1 0-1,-1 1 1,0-1-1,-1 1 1,2 18-1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8:28.6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324 90 24575,'-27'-12'0,"-14"-7"0,-2 0 0,3 4 0,4 3 0,6 5 0,5 3 0,5 2 0,2 4 0,3 4 0,4 4 0,1 2 0,2 0-8191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8:29.4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43 49 24575,'-1'-4'0,"0"-1"0,0 1 0,0 0 0,-1 0 0,1 0 0,-1 0 0,0 0 0,-1 0 0,1 0 0,-3-3 0,10 25 0,5 7 0,-2 0 0,0 0 0,-2 1 0,-1 0 0,-1 0 0,-1 1 0,-1-1 0,-3 45 0,1-66 0,-1 0 0,0 0 0,0 0 0,0 0 0,-4 7 0,3-10 0,1-7 0,1-9 0,1 9 0,1 0 0,0 0 0,0 0 0,1 0 0,-1 0 0,1 1 0,0-1 0,1 1 0,-1 0 0,1 0 0,-1 0 0,1 0 0,0 1 0,9-6 0,-9 6 0,0 0 0,1 1 0,-1 0 0,1 0 0,-1 0 0,1 1 0,-1-1 0,1 1 0,0 0 0,0 1 0,-1-1 0,1 1 0,0 0 0,0 0 0,0 0 0,7 2 0,-2 1 0,0 0 0,0 1 0,-1 0 0,0 1 0,10 5 0,-15-7 0,0-1 0,0 1 0,-1 0 0,1-1 0,-1 2 0,0-1 0,0 0 0,0 1 0,0-1 0,-1 1 0,1 0 0,-1 0 0,4 8 0,-6-11 0,0 1 0,1 0 0,-1-1 0,0 1 0,0 0 0,1 0 0,-1-1 0,-1 1 0,1 0 0,0 0 0,0-1 0,-1 1 0,1 0 0,-1-1 0,1 1 0,-1-1 0,0 1 0,1 0 0,-3 2 0,1-2 0,0 0 0,0 0 0,-1 0 0,1 0 0,-1 0 0,1 0 0,-1 0 0,0-1 0,1 1 0,-5 0 0,-2 2 0,-1-1 0,1-1 0,-1 0 0,0 0 0,-19 0 0,-157-3-1365,173 1-5461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8:31.3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20 24575,'9'19'0,"-2"1"0,7 26 0,5 15 0,-18-59 0,-1-1 0,1 1 0,0-1 0,-1 0 0,1 1 0,0-1 0,0 1 0,0-1 0,0 0 0,0 0 0,0 0 0,0 0 0,0 0 0,1 0 0,-1 0 0,0 0 0,1 0 0,1 1 0,-2-2 0,1 0 0,-1 0 0,1 0 0,-1 1 0,0-2 0,1 1 0,-1 0 0,1 0 0,-1 0 0,0-1 0,1 1 0,-1-1 0,1 1 0,-1-1 0,0 1 0,0-1 0,1 0 0,-1 0 0,0 1 0,0-1 0,1-1 0,10-9 0,-1-1 0,0 0 0,-1-1 0,12-18 0,-5 7 0,-3 2 0,-12 17 0,1 0 0,0 0 0,0 1 0,0-1 0,1 1 0,-1 0 0,1 0 0,0 0 0,1 0 0,-1 0 0,6-2 0,-9 5 0,1 1 0,-1 0 0,1-1 0,-1 1 0,1 0 0,0 0 0,-1 0 0,1 0 0,-1 0 0,1 1 0,0-1 0,-1 0 0,1 1 0,-1-1 0,1 1 0,-1 0 0,1-1 0,-1 1 0,0 0 0,1 0 0,1 1 0,4 4 0,0 0 0,10 11 0,-10-9 0,19 19 0,130 126 0,-147-144-1365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8:32.1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24575,'38'15'0,"-2"2"0,0 1 0,-1 1 0,-1 2 0,-1 2 0,33 29 0,-19-9 0,-1 2 0,-2 2 0,39 55 0,-65-79 0,-2 1 0,-1 1 0,0 0 0,-2 1 0,-1 0 0,14 45 0,-23-59 0,0-1 0,-1 1 0,-1 0 0,0-1 0,-1 1 0,0 0 0,0 0 0,-3 14 0,1-18 0,-1 1 0,1-1 0,-1 0 0,0 0 0,-1 0 0,0 0 0,0 0 0,-1-1 0,0 0 0,0 0 0,-1 0 0,-8 7 0,-4 2-312,-1-2 0,0 0 0,-24 12 0,42-25 195,-13 8-6709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8:35.3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24575,'4'27'0,"1"1"0,1-2 0,1 1 0,13 30 0,55 93 0,-65-130 0,-6-14 0,-1 0 0,-1 0 0,5 12 0,-8-16 0,-3-5 0,-3-5 0,-8-17-1365,8 12-5461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8:35.6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75 24575,'29'-12'0,"13"-4"0,3 0 0,0 4 0,-6 3 0,-4 3 0,-7 3 0,-2 2 0,-3 1 0,-3 1 0,-3-1 0,-7 1 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8:35.8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24575,'14'0'0,"11"0"0,3 0 0,-1 0 0,-3 0 0,0 0 0,-2 0 0,-2 0 0,-2 0 0,-4 0-8191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8:36.4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202 8 24575,'-25'-2'0,"8"-1"0,0 2 0,-1 0 0,1 1 0,0 0 0,-32 6 0,47-6 0,0 1 0,1-1 0,-1 1 0,0-1 0,0 1 0,1 0 0,-1-1 0,1 1 0,-1 0 0,1 0 0,-1 1 0,1-1 0,-1 0 0,1 0 0,0 1 0,0-1 0,0 0 0,0 1 0,0-1 0,-2 4 0,3-3 0,-1 0 0,1 0 0,-1 1 0,1-1 0,0 0 0,0 1 0,0-1 0,0 0 0,0 1 0,1-1 0,-1 0 0,1 1 0,1 3 0,1 2 0,1 0 0,0 0 0,1-1 0,-1 0 0,1 0 0,1 0 0,8 9 0,5 1 0,1-2 0,1 0 0,32 17 0,31 23 0,-81-53 0,0 1 0,0-1 0,-1 1 0,1 0 0,-1-1 0,4 7 0,-5-8 0,-1-1 0,0 0 0,0 1 0,1-1 0,-1 1 0,0-1 0,0 1 0,0-1 0,0 1 0,0-1 0,0 1 0,0-1 0,0 1 0,0-1 0,0 1 0,0 0 0,0-1 0,0 1 0,0-1 0,0 1 0,0-1 0,-1 1 0,0 0 0,1-1 0,-1 1 0,0 0 0,1-1 0,-1 1 0,0-1 0,0 1 0,0-1 0,1 1 0,-1-1 0,0 0 0,0 0 0,0 1 0,0-1 0,0 0 0,0 0 0,-1 0 0,-24 2 18,-1-1-1,1-2 1,-1 0-1,-28-6 1,-30-2-1471,71 8-5373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8:38.9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43 8 24575,'-1'-1'0,"-1"0"0,1 0 0,0 1 0,-1-1 0,1 0 0,0 1 0,-1-1 0,1 1 0,-1-1 0,1 1 0,-1 0 0,1 0 0,-1-1 0,1 1 0,-1 0 0,1 0 0,-3 1 0,3-1 0,1 1 0,-1-1 0,0 1 0,0-1 0,0 1 0,0-1 0,1 1 0,-1 0 0,0-1 0,0 1 0,1 0 0,-1 0 0,1 0 0,-1-1 0,1 1 0,-1 0 0,1 0 0,-1 0 0,1 0 0,0 0 0,-1 0 0,1 0 0,0 0 0,0 0 0,0 0 0,0 2 0,0 2 0,0 0 0,0-1 0,1 1 0,-1 0 0,1 0 0,0 0 0,1-1 0,-1 1 0,1-1 0,4 8 0,4 6 0,16 21 0,-2-2 0,-7-2-1365,-13-24-5461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8:41.1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143 30 24575,'7'-1'0,"71"-8"0,-70 8 0,0 1 0,1 0 0,-1 1 0,0 0 0,1 0 0,-1 1 0,9 3 0,-7 1 0,-10-6 0,1 0 0,-1 0 0,0 1 0,0-1 0,0 0 0,0 0 0,0 0 0,0 0 0,0 0 0,0 0 0,0 1 0,0-1 0,0 0 0,0 0 0,0 0 0,0 0 0,0 0 0,0 1 0,0-1 0,0 0 0,0 0 0,0 0 0,0 0 0,0 0 0,0 0 0,0 1 0,0-1 0,0 0 0,0 0 0,-1 0 0,1 0 0,0 0 0,0 0 0,0 0 0,0 0 0,0 1 0,0-1 0,0 0 0,-1 0 0,0 0 0,0 1 0,-1-1 0,1 1 0,0-1 0,-1 0 0,1 1 0,0-1 0,-1 0 0,1 0 0,0 0 0,-1 0 0,-1-1 0,-84-17 0,58 10 0,-49-6 0,7 13-312,56 1-741,3 0-5773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8:41.4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219 51 24575,'-22'-10'0,"-10"-3"0,-2 1 0,3 2 0,6 5 0,5 4 0,4 2 0,1 3 0,2 1 0,3 2 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8:42.2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346 161 24575,'-45'-31'0,"0"-1"0,-2 3 0,-60-29 0,103 56 0,0 1 0,0-1 0,0 1 0,0 0 0,0 0 0,0 0 0,0 0 0,-1 1 0,1 0 0,0 0 0,0 0 0,-6 1 0,8-1 0,0 1 0,-1 0 0,1 0 0,0 0 0,0 0 0,0 0 0,0 0 0,0 1 0,0-1 0,1 1 0,-1-1 0,0 1 0,1 0 0,-1 0 0,1-1 0,-1 1 0,1 0 0,0 0 0,0 1 0,0-1 0,0 0 0,0 0 0,0 3 0,0-1 0,0-1 0,1 1 0,-1 0 0,1-1 0,0 1 0,0-1 0,0 1 0,0 0 0,1-1 0,0 1 0,-1-1 0,1 1 0,0-1 0,1 1 0,-1-1 0,1 0 0,1 4 0,4 4 0,1 1 0,1-1 0,10 11 0,-4-5 0,-7-8 0,2 1 0,-1-1 0,1-1 0,0 0 0,1 0 0,16 8 0,-19-12 0,0 0 0,0 0 0,1-1 0,-1 0 0,1 0 0,0-1 0,-1 0 0,1-1 0,0 0 0,11 0 0,-18-1 0,0-1 0,0 1 0,0 0 0,0-1 0,0 1 0,0-1 0,0 0 0,0 1 0,-1-1 0,1 0 0,0 0 0,-1 0 0,1 0 0,0-1 0,-1 1 0,1 0 0,-1-1 0,0 1 0,1-1 0,-1 1 0,0-1 0,0 0 0,0 1 0,0-1 0,0 0 0,-1 0 0,1 0 0,0 0 0,-1 0 0,1 1 0,-1-1 0,0-4 0,1 2 0,-1 0 0,0 0 0,0 0 0,-1 0 0,1 0 0,-1 0 0,0 0 0,0 0 0,0 0 0,0 0 0,-1 1 0,1-1 0,-1 0 0,0 1 0,-4-6 0,6 10 0,0-1 0,0 0 0,0 0 0,0 0 0,0 1 0,0-1 0,0 0 0,0 0 0,0 0 0,0 1 0,0-1 0,0 0 0,0 0 0,0 0 0,-1 1 0,1-1 0,0 0 0,0 0 0,0 0 0,0 0 0,0 1 0,0-1 0,-1 0 0,1 0 0,0 0 0,0 0 0,0 0 0,0 0 0,-1 0 0,1 1 0,0-1 0,0 0 0,0 0 0,-1 0 0,1 0 0,0 0 0,0 0 0,0 0 0,-1 0 0,1 0 0,0 0 0,0 0 0,0 0 0,-1 0 0,1 0 0,0 0 0,0 0 0,0 0 0,-1 0 0,1-1 0,0 1 0,0 0 0,0 0 0,0 0 0,-1 0 0,1 0 0,0 0 0,0 0 0,0-1 0,0 1 0,-1 0 0,3 18 0,7 17 0,21 50 0,-16-49 0,9 42 0,-22-76 0,-1 0 0,1 0 0,-1 0 0,0 0 0,1 0 0,-1-1 0,0 1 0,0 0 0,-1 0 0,1 0 0,0 0 0,-1 0 0,1 0 0,-1 0 0,1 0 0,-1-1 0,0 1 0,0 0 0,0 0 0,0-1 0,-2 3 0,1-2 0,0 0 0,0-1 0,0 1 0,-1-1 0,1 0 0,-1 0 0,1 0 0,-1 0 0,1 0 0,-1 0 0,1-1 0,-1 1 0,0-1 0,1 0 0,-4 1 0,-69-3-1365,62 1-5461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8:42.6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179 73 24575,'-15'-9'0,"-1"-2"0,-1 0 0,-1 2 0,1 0 0,-32-11 0,47 19 0,0 0 0,-1 1 0,1-1 0,0 1 0,0 0 0,0-1 0,0 1 0,0 0 0,0 0 0,0 1 0,-1-1 0,1 0 0,-4 2 0,6-2 0,-1 1 0,0 0 0,0-1 0,0 1 0,0 0 0,0 0 0,1-1 0,-1 1 0,0 0 0,1 0 0,-1 0 0,1 0 0,-1 0 0,1 0 0,-1 0 0,1 0 0,0 0 0,-1 0 0,1 0 0,0 0 0,0 0 0,0 0 0,0 0 0,0 1 0,0-1 0,0 0 0,0 1 0,1 7 0,1-1 0,0 0 0,0 1 0,1-1 0,0 0 0,0 0 0,0 0 0,1-1 0,1 1 0,9 12 0,4 3 0,39 37 0,-47-51 0,0 1 0,1-2 0,1 0 0,18 11 0,-23-15 0,0-1 0,1 0 0,0 0 0,-1 0 0,1-1 0,0 0 0,0-1 0,0 0 0,10 0 0,-16-1 0,0 0 0,0 0 0,0 0 0,-1 0 0,1 0 0,0-1 0,0 1 0,0-1 0,0 1 0,-1-1 0,1 0 0,0 0 0,0 0 0,-1 0 0,1 0 0,-1 0 0,1 0 0,-1 0 0,1-1 0,0-1 0,0 1 0,-1 0 0,0 0 0,0-1 0,0 1 0,0-1 0,0 1 0,-1-1 0,1 0 0,-1 1 0,1-1 0,-1 0 0,0-4 0,-1-3 0,0-1 0,-1 1 0,0 0 0,-1 0 0,0 0 0,-5-11 0,1 3 0,-1 2 0,-1-1 0,-1 1 0,0 1 0,-1 0 0,-1 0 0,-13-13 0,24 27-34,0 0 0,-1-1 0,1 1 0,-1 0 0,1 0-1,-1 0 1,0 0 0,1 0 0,-1 1 0,0-1 0,1 0 0,-1 1 0,0-1-1,0 1 1,0 0 0,1 0 0,-1-1 0,0 1 0,0 0 0,0 1-1,0-1 1,0 0 0,1 0 0,-1 1 0,0-1 0,0 1 0,1 0 0,-1-1-1,0 1 1,1 0 0,-1 0 0,0 0 0,1 0 0,0 0 0,-1 1 0,1-1-1,0 0 1,-1 1 0,0 1 0,-5 5-6792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8:43.1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177 100 24575,'-9'-4'0,"-12"-5"0,-28-10 0,44 18 0,-1-1 0,1 1 0,-1 0 0,0 0 0,0 0 0,0 1 0,1 0 0,-1 0 0,0 1 0,-7 1 0,11-2 0,1 1 0,0-1 0,-1 1 0,1-1 0,0 1 0,-1-1 0,1 1 0,0 0 0,0 0 0,-1 0 0,1 0 0,0 0 0,0 0 0,0 0 0,0 0 0,0 0 0,1 0 0,-1 0 0,-1 3 0,1-2 0,0 0 0,1 0 0,-1 1 0,1-1 0,0 0 0,0 1 0,0-1 0,0 0 0,0 1 0,0-1 0,1 3 0,1 5 0,1-1 0,0 1 0,1-1 0,7 14 0,-6-14 0,0 1 0,1-1 0,0-1 0,1 1 0,-1-1 0,2 0 0,-1-1 0,13 10 0,-15-13 0,0-1 0,0 0 0,0 0 0,0 0 0,1-1 0,-1 0 0,1 0 0,-1 0 0,1 0 0,0-1 0,0 0 0,-1-1 0,1 1 0,0-1 0,0 0 0,11-2 0,-13 2 0,-1-1 0,0 0 0,0 1 0,0-2 0,0 1 0,0 0 0,0 0 0,0-1 0,0 0 0,0 1 0,-1-1 0,1 0 0,-1-1 0,1 1 0,-1 0 0,0-1 0,3-2 0,-3 1 0,-1 1 0,1-1 0,0 1 0,-1-1 0,0 0 0,0 0 0,0 0 0,0 0 0,-1 0 0,0 0 0,1 0 0,-2-5 0,0-1 0,0 1 0,-1 0 0,0 0 0,0 1 0,-1-1 0,-1 0 0,1 1 0,-1-1 0,-1 1 0,1 0 0,-9-10 0,6 10-97,-1 0-1,0 1 1,0 0-1,0 0 1,-1 1-1,0 0 1,0 0-1,-1 1 1,1 1-1,-1-1 1,0 1-1,0 1 0,-21-4 1,18 4-6729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8:43.5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161 41 24575,'-2'0'0,"-12"-4"0,-1 0 0,0 1 0,-26-1 0,37 4 0,0 0 0,0 0 0,0 1 0,0-1 0,0 1 0,0 0 0,0 0 0,-5 3 0,7-3 0,0 0 0,0 0 0,0 1 0,0-1 0,0 0 0,0 1 0,0 0 0,1-1 0,-1 1 0,1 0 0,-1 0 0,1 0 0,0 0 0,0 0 0,-2 3 0,2 0 0,0 0 0,0 0 0,0-1 0,1 1 0,0 0 0,0 0 0,0 0 0,0-1 0,1 1 0,-1 0 0,1 0 0,0-1 0,4 10 0,0 0 0,1-1 0,1 1 0,10 15 0,-11-18 0,2-1 0,0 0 0,0 0 0,0 0 0,1-1 0,20 15 0,-24-20 0,-1-1 0,1 0 0,0-1 0,0 1 0,0-1 0,0 0 0,1 0 0,-1-1 0,0 0 0,1 0 0,-1 0 0,1 0 0,-1-1 0,1 0 0,0 0 0,-1 0 0,1-1 0,8-2 0,-12 2 0,1 1 0,-1-1 0,1 0 0,-1 0 0,1-1 0,-1 1 0,0 0 0,0-1 0,0 1 0,1-1 0,-1 0 0,-1 0 0,1 0 0,0 0 0,3-4 0,-3 2 0,-1 1 0,1-1 0,0 0 0,-1 0 0,0 0 0,0 0 0,0 0 0,-1 0 0,1-6 0,-1-1 0,0 1 0,-1-1 0,-1 1 0,1 0 0,-2 0 0,0 0 0,-5-15 0,2 11 24,-1 1 0,0 0 0,-1 0 0,-10-13 0,12 18-210,-1 1 1,1 0-1,-1 0 0,0 1 1,-1 0-1,1 0 1,-14-7-1,8 7-6640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8:44.3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162 28 24575,'-8'-4'0,"-44"-14"0,47 16 0,-1 1 0,0 0 0,0 0 0,1 1 0,-1-1 0,0 1 0,-6 1 0,11-1 0,0 0 0,-1 0 0,1 0 0,0 1 0,0-1 0,0 0 0,-1 1 0,1-1 0,0 1 0,0-1 0,0 1 0,0-1 0,0 1 0,0 0 0,0 0 0,0-1 0,0 1 0,0 0 0,0 0 0,1 0 0,-1 0 0,0 0 0,0 2 0,0-2 0,1 1 0,-1 0 0,1 0 0,0 0 0,0 0 0,0 0 0,0 0 0,0-1 0,0 1 0,0 0 0,1 0 0,-1 0 0,2 3 0,1 4 0,1 0 0,1-1 0,0 1 0,9 12 0,-2-5 0,1-1 0,0 0 0,20 15 0,47 33 0,-45-37 0,39 37 0,-73-62 0,-1 0 0,1 0 0,0 0 0,0 0 0,0 0 0,-1 0 0,1 0 0,0 0 0,-1 0 0,1 0 0,-1 0 0,1 0 0,-1 0 0,1 0 0,-1 1 0,0-1 0,0 0 0,0 0 0,1 0 0,-1 2 0,-1-2 0,1 0 0,-1 0 0,1 0 0,-1 0 0,1 0 0,-1 0 0,0-1 0,1 1 0,-1 0 0,0 0 0,0-1 0,1 1 0,-1 0 0,0-1 0,0 1 0,0-1 0,0 1 0,0-1 0,0 1 0,0-1 0,0 0 0,0 1 0,-2-1 0,-3 1 0,-1 0 0,0 0 0,0 0 0,1-1 0,-1 0 0,0-1 0,-12-1 0,-49-16 0,35 9 0,-13-2 0,24 7 0,-42-15 0,57 16-1365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8:45.2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210 77 24575,'-16'-8'0,"-12"-7"0,0 2 0,-49-16 0,74 29 0,1-1 0,-1 0 0,0 1 0,0 0 0,1-1 0,-1 1 0,0 0 0,0 0 0,1 1 0,-1-1 0,0 0 0,0 1 0,1 0 0,-5 1 0,6-1 0,-1 0 0,1 0 0,0-1 0,0 1 0,0 0 0,0 0 0,0 0 0,1 0 0,-1 1 0,0-1 0,0 0 0,1 0 0,-1 0 0,1 1 0,-1-1 0,1 0 0,-1 1 0,1-1 0,0 0 0,-1 1 0,1-1 0,0 0 0,0 1 0,0-1 0,0 0 0,1 1 0,-1-1 0,0 1 0,0-1 0,2 3 0,0 2 0,0 0 0,0 0 0,1 0 0,0 0 0,1 0 0,-1-1 0,1 1 0,8 8 0,5 4 0,19 15 0,-32-29 0,5 4 0,0-1 0,1 0 0,0-1 0,-1 0 0,2 0 0,-1-1 0,1-1 0,0 0 0,0 0 0,0-1 0,0 0 0,1-1 0,-1 0 0,1-1 0,-1-1 0,20 0 0,-29 0 0,0-1 0,0 1 0,0 0 0,0-1 0,0 0 0,0 1 0,0-1 0,0 0 0,0 0 0,-1 0 0,1 0 0,0 0 0,-1 0 0,1-1 0,-1 1 0,1 0 0,1-4 0,-1 2 0,0 0 0,0 0 0,-1 0 0,1 0 0,-1 0 0,0-1 0,0 1 0,0 0 0,0-6 0,0-4 0,-1 0 0,0 0 0,-1 0 0,-3-19 0,2 19 0,-1-1 0,0 1 0,-1 1 0,0-1 0,-7-13 0,6 20 0,5 9 0,7 14 0,8 6 0,0 0 0,1-1 0,2-1 0,0 0 0,1-2 0,1 0 0,27 20 0,-37-32 0,0-1 0,0-1 0,17 8 0,-23-11 0,1 0 0,-1-1 0,1 0 0,0 1 0,0-1 0,-1-1 0,1 1 0,0-1 0,0 0 0,0 0 0,5-1 0,-8 0 0,1 0 0,-1 0 0,0 0 0,1 0 0,-1 0 0,0 0 0,0-1 0,0 1 0,0-1 0,0 0 0,0 1 0,-1-1 0,1 0 0,0 0 0,-1 0 0,0 0 0,1 0 0,-1-1 0,0 1 0,0 0 0,0-1 0,0 1 0,-1 0 0,1-1 0,-1 1 0,1-1 0,-1-2 0,1-5 0,-1 0 0,0 0 0,0 0 0,-1 0 0,-3-14 0,4 24 0,0 0 0,-1-1 0,1 1 0,0-1 0,0 1 0,0-1 0,0 1 0,0-1 0,0 1 0,0-1 0,0 1 0,0 0 0,0-1 0,0 1 0,0-1 0,0 1 0,0-1 0,1 1 0,-1 0 0,0-1 0,0 1 0,1-1 0,6 5 0,13 19 0,-15-16 0,12 10 0,19 17 0,-31-29 0,0-1 0,1 0 0,0 0 0,0 0 0,0-1 0,0 0 0,1 0 0,8 2 0,-13-4 0,0-1 0,1 1 0,-1-1 0,0 0 0,0 0 0,0 0 0,0 0 0,0 0 0,0-1 0,0 1 0,0-1 0,0 1 0,0-1 0,0 0 0,0 0 0,0 1 0,0-1 0,-1-1 0,1 1 0,0 0 0,-1 0 0,1-1 0,-1 1 0,1-1 0,-1 1 0,0-1 0,1 1 0,-1-1 0,0 0 0,0 0 0,1-2 0,1-4 0,0 0 0,0-1 0,0 1 0,-1-1 0,2-15 0,-4 22 0,0 1 0,0 0 0,0 0 0,0 0 0,0 0 0,1 0 0,-1 1 0,0-1 0,1 0 0,-1 0 0,1 0 0,-1 0 0,1 0 0,0 0 0,0 0 0,0 0 0,-1 1 0,0 0 0,1 0 0,-1-1 0,1 1 0,-1 0 0,1 0 0,-1 0 0,1 0 0,-1-1 0,1 1 0,-1 0 0,1 0 0,-1 0 0,1 0 0,0 1 0,-1-1 0,1 0 0,-1 0 0,1 0 0,0 0 0,3 2 0,0 1 0,0-1 0,-1 0 0,1 1 0,5 5 0,0-1 0,2 0 0,-1 0 0,2 0 0,-1-1 0,1-1 0,0 0 0,0 0 0,0-2 0,21 5 0,-4-4 0,1-1 0,47-1 0,-75-2-91,0 0 0,1 0 0,-1 0 0,0 0 0,0 0 0,0 0 0,0 1 0,0-1 0,1 1 0,-1-1 0,0 1 0,0 0 0,-1 0 0,4 2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8:45.6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85 219 24575,'1'1'0,"78"209"0,-79-207 0,2 3 0,0-1 0,0 1 0,-1-1 0,0 1 0,0 0 0,-1 0 0,1 0 0,-2 8 0,1-14 0,0 0 0,0 0 0,0 0 0,0 0 0,0 1 0,0-1 0,0 0 0,0 0 0,0 0 0,0 0 0,0 0 0,0 0 0,0 0 0,0 0 0,0 0 0,0 0 0,-1 0 0,1 0 0,0 1 0,0-1 0,0 0 0,0 0 0,0 0 0,0 0 0,0 0 0,0 0 0,0 0 0,-1 0 0,1 0 0,0 0 0,0 0 0,0 0 0,0 0 0,0 0 0,0 0 0,0 0 0,0 0 0,0 0 0,-1 0 0,1 0 0,0 0 0,0 0 0,0 0 0,0 0 0,0-1 0,0 1 0,-6-4 0,-3-7 0,-20-29 0,-23-47 0,43 71 0,-3-5 0,1 0 0,1-1 0,-11-37 0,18 49 0,1 0 0,0 0 0,0 0 0,1 0 0,0 0 0,1-1 0,0 1 0,0 0 0,2 0 0,3-20 0,-3 25 0,0 0 0,1 0 0,-1 0 0,1 1 0,0-1 0,0 1 0,0 0 0,1 0 0,-1 0 0,1 0 0,0 1 0,0-1 0,1 1 0,-1 0 0,1 1 0,-1-1 0,1 1 0,0-1 0,0 1 0,0 1 0,0-1 0,0 1 0,0 0 0,0 0 0,7 0 0,-8 1 0,1-1 0,-1 1 0,1 0 0,-1 1 0,0-1 0,1 1 0,-1 0 0,0 0 0,0 0 0,0 0 0,1 1 0,-1-1 0,-1 1 0,1 0 0,0 1 0,0-1 0,-1 1 0,1-1 0,-1 1 0,0 0 0,0 1 0,0-1 0,0 0 0,-1 1 0,1-1 0,-1 1 0,0 0 0,0 0 0,0 0 0,2 7 0,-3-8-6,-1 0 0,1 0 0,-1 0 0,0 0 0,0 0 0,0 0 0,0 0 0,0 0 0,-1 0 0,1 0-1,-1 0 1,0 0 0,-1 3 0,0-1 35,0 0-1,-1 0 0,0-1 0,0 1 1,0-1-1,-7 7 0,-3 2-344,-1-1-1,0-1 1,-20 12 0,30-21 103,-18 12-6613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8:46.4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104 719 24575,'13'-7'0,"1"0"0,-1-1 0,0 0 0,20-18 0,-30 23 0,1-1 0,0 0 0,-1 0 0,0 0 0,0 0 0,0-1 0,-1 1 0,1-1 0,-1 1 0,0-1 0,0 0 0,-1 0 0,1 0 0,-1 0 0,-1 0 0,1-1 0,0-7 0,-2 0 0,0 0 0,-1 0 0,-1 0 0,0 0 0,-6-17 0,-30-62 0,25 61 0,-140-324 0,154 355 0,0 1 0,0-1 0,0 0 0,0 0 0,0 0 0,0 0 0,0 0 0,0 0 0,0 0 0,0 0 0,0 0 0,0 0 0,0 0 0,0 0 0,0 0 0,0 0 0,-1 0 0,1 0 0,0 0 0,0 0 0,0 0 0,0 0 0,0 0 0,0 0 0,0 0 0,0 0 0,0 1 0,0-1 0,0 0 0,0 0 0,0 0 0,0 0 0,0 0 0,0 0 0,0 0 0,0 0 0,-1 0 0,1 0 0,0 0 0,0 0 0,0-1 0,0 1 0,0 0 0,0 0 0,0 0 0,0 0 0,0 0 0,0 0 0,0 0 0,0 0 0,0 0 0,0 0 0,0 0 0,-1 11 0,0 14 0,6 49 0,2 0 0,23 93 0,-25-145 0,1 0 0,1-1 0,1 0 0,1 0 0,1-1 0,0 0 0,2-1 0,19 26 0,-23-35 0,0-1 0,1 1 0,0-2 0,1 1 0,0-1 0,0 0 0,1-1 0,-1 0 0,2-1 0,-1 0 0,1-1 0,0 0 0,0-1 0,0-1 0,0 1 0,16 1 0,-20-5 0,0 1 0,0-1 0,0 0 0,-1-1 0,1 0 0,0 0 0,0-1 0,0 1 0,-1-2 0,1 1 0,-1-1 0,0 0 0,8-6 0,-9 6 0,-1-1 0,0 0 0,0 0 0,0 0 0,-1-1 0,1 0 0,-1 0 0,0 0 0,-1 0 0,1 0 0,-1-1 0,0 0 0,0 0 0,-1 0 0,0 0 0,3-9 0,-3 5 0,-1 0 0,0 0 0,0 0 0,-1 0 0,0 0 0,-3-18 0,3 23 0,-1 1 0,0 0 0,0 0 0,0 0 0,-1-1 0,1 1 0,-1 1 0,0-1 0,0 0 0,-1 0 0,1 1 0,-1-1 0,1 1 0,-1 0 0,0 0 0,0 0 0,-1 0 0,-4-3 0,7 6 0,0-1 0,0 0 0,0 1 0,0-1 0,0 1 0,0 0 0,0-1 0,0 1 0,0 0 0,0-1 0,0 1 0,-1 0 0,1 0 0,0 0 0,0 0 0,0 0 0,0 1 0,0-1 0,-1 0 0,1 0 0,0 1 0,0-1 0,0 1 0,-1 0 0,0 0 0,1 0 0,-1 1 0,1-1 0,-1 1 0,1 0 0,0-1 0,-1 1 0,1 0 0,0 0 0,0 0 0,1-1 0,-2 4 0,0 3 0,0-1 0,0 0 0,1 1 0,0-1 0,0 1 0,1 11 0,2-7 0,0 1 0,1 0 0,0-1 0,1 0 0,0 0 0,1 0 0,6 12 0,3 0 0,0-1 0,23 27 0,-30-41 0,0 0 0,1-1 0,0-1 0,1 1 0,14 9 0,-20-14 0,0-1 0,0 0 0,1-1 0,-1 1 0,0-1 0,1 1 0,-1-1 0,1 0 0,-1 0 0,1-1 0,-1 1 0,1-1 0,0 1 0,-1-1 0,1 0 0,0-1 0,-1 1 0,1-1 0,0 1 0,-1-1 0,4-2 0,-4 2-124,-1 0 0,0-1 0,0 1 0,0-1 0,0 1 0,0-1-1,0 0 1,0 0 0,-1 0 0,3-3 0,0-3-6702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8:46.7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120 48 24575,'-10'-8'0,"-28"-19"0,34 25 0,1 1 0,0-1 0,-1 1 0,1-1 0,-1 1 0,1 0 0,-1 0 0,1 1 0,-8-1 0,10 1 0,0 0 0,-1 0 0,1 0 0,0 1 0,-1-1 0,1 1 0,0-1 0,0 1 0,-1-1 0,1 1 0,0 0 0,0 0 0,0-1 0,0 1 0,0 0 0,0 0 0,0 0 0,0 0 0,1 0 0,-1 0 0,0 0 0,0 1 0,1-1 0,-1 0 0,1 0 0,-1 0 0,1 1 0,-1-1 0,1 0 0,0 1 0,0-1 0,0 3 0,-1 3 0,0 1 0,1 0 0,0 0 0,2 9 0,4 17 0,2-2 0,16 46 0,8 34 0,-31-109 12,-1 0 0,1 0 0,-1 0 0,0 0 0,0 0 0,0 0 0,0 1 0,0-1 0,-2 3 0,2-4-83,-1-1 1,1 0-1,-1 1 0,0-1 0,1 0 1,-1 1-1,0-1 0,0 0 1,0 0-1,0 0 0,0 0 0,0 0 1,0 0-1,0 0 0,-1 0 1,1 0-1,0 0 0,0-1 0,-1 1 1,-1 0-1,-8 2-6755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8:47.3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363 7 24575,'0'0'0,"0"-1"0,1 1 0,-1 0 0,0 0 0,0-1 0,0 1 0,0 0 0,-1 0 0,1-1 0,0 1 0,0 0 0,0 0 0,0 0 0,0-1 0,0 1 0,0 0 0,0 0 0,0 0 0,-1-1 0,1 1 0,0 0 0,0 0 0,0 0 0,0 0 0,0-1 0,-1 1 0,1 0 0,0 0 0,0 0 0,0 0 0,-1 0 0,1 0 0,0-1 0,-1 1 0,-8 3 0,-8 9 0,6 0 0,0 1 0,1 0 0,1 0 0,-14 26 0,-25 64 0,45-97 0,-135 389 0,132-375 0,3-9 0,-55 166 0,55-169-341,1 0 0,0 1-1,-2 12 1,3-10-6485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8:48.1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188 3 24575,'-8'-1'0,"0"0"0,0 0 0,-1 1 0,1 1 0,0-1 0,-1 1 0,-8 3 0,15-4 0,0 1 0,0 0 0,0 0 0,0-1 0,0 1 0,0 1 0,0-1 0,0 0 0,0 0 0,0 1 0,1-1 0,-1 1 0,0-1 0,1 1 0,0 0 0,-1-1 0,1 1 0,0 0 0,0 0 0,0 0 0,0 0 0,0 0 0,0 0 0,1 1 0,-1-1 0,1 0 0,-1 0 0,1 0 0,0 1 0,0-1 0,0 3 0,1 3 0,1 0 0,-1 0 0,1 0 0,1-1 0,-1 1 0,1-1 0,0 0 0,5 8 0,37 55 0,-43-68 0,71 91 0,-72-92 0,0 0 0,0 0 0,-1 0 0,1 0 0,0 0 0,-1 0 0,1 0 0,-1 0 0,1 0 0,-1 0 0,0 0 0,1 1 0,-1-1 0,0 0 0,0 0 0,0 3 0,0-4 0,0 1 0,0-1 0,-1 0 0,1 1 0,0-1 0,-1 1 0,1-1 0,0 1 0,-1-1 0,1 0 0,0 1 0,-1-1 0,1 0 0,-1 1 0,1-1 0,-1 0 0,1 1 0,-1-1 0,1 0 0,-1 0 0,1 0 0,-1 0 0,1 0 0,-1 1 0,0-1 0,-3 0 0,1 0 0,-1 0 0,0 0 0,0 0 0,1-1 0,-1 0 0,0 0 0,-6-2 0,-112-57 0,83 39 0,38 21 0,0-1 0,0 1 0,0 0 0,0-1 0,0 0 0,1 1 0,-1-1 0,0 1 0,0-1 0,1 0 0,-1 0 0,0 1 0,1-1 0,-1 0 0,0 0 0,0-1 0,1 2 0,0-1 0,0 1 0,1 0 0,-1-1 0,0 1 0,0 0 0,0-1 0,0 1 0,0 0 0,0-1 0,1 1 0,-1 0 0,0 0 0,0-1 0,0 1 0,1 0 0,-1-1 0,0 1 0,0 0 0,1 0 0,-1 0 0,0-1 0,1 1 0,-1 0 0,0 0 0,1 0 0,-1 0 0,1-1 0,3 0 0,1 0 0,-1 0 0,1 0 0,0 0 0,6 0 0,71 2 0,-41 1 0,51-6 0,-80 3 0,0-1 0,0 0 0,0-1 0,0-1 0,-1 0 0,1 0 0,-1-1 0,17-10 0,-24 12 0,0 0 0,-1 0 0,0 0 0,1 0 0,-1 0 0,0-1 0,-1 0 0,1 1 0,-1-1 0,0 0 0,1 0 0,1-6 0,-3 7 0,0-1 0,0 1 0,0-1 0,0 0 0,-1 1 0,1-1 0,-1 0 0,0 1 0,0-1 0,0 0 0,-1 1 0,1-1 0,-1 0 0,0 1 0,-2-6 0,3 8 0,0 1 0,0-1 0,-1 0 0,1 0 0,0 1 0,-1-1 0,1 0 0,0 0 0,-1 1 0,1-1 0,-1 0 0,1 1 0,-1-1 0,0 1 0,1-1 0,-1 0 0,1 1 0,-1-1 0,0 1 0,0 0 0,1-1 0,-1 1 0,0 0 0,0-1 0,1 1 0,-1 0 0,0 0 0,0 0 0,0-1 0,1 1 0,-1 0 0,0 0 0,0 0 0,0 0 0,1 1 0,-1-1 0,0 0 0,0 0 0,0 0 0,1 1 0,-1-1 0,0 0 0,0 1 0,1-1 0,-1 1 0,-1 0 0,0 1 0,0 0 0,0 0 0,0 0 0,0 0 0,0 0 0,0 0 0,1 1 0,-1-1 0,1 1 0,0-1 0,-1 1 0,0 4 0,1 0 0,0 0 0,0 0 0,0 0 0,1 0 0,0 0 0,1 0 0,-1 0 0,1 1 0,1-1 0,-1-1 0,1 1 0,1 0 0,-1 0 0,1-1 0,0 1 0,1-1 0,-1 0 0,7 8 0,-5-8 0,0 0 0,0-1 0,0 1 0,1-1 0,0 0 0,0-1 0,0 1 0,0-1 0,1-1 0,-1 1 0,1-1 0,0 0 0,0 0 0,1-1 0,-1 0 0,0-1 0,10 2 0,-5-3-124,0 0 0,0 0 0,0-1 0,0-1 0,0 0 0,0-1-1,-1 0 1,1-1 0,-1 0 0,19-10 0,-18 9-6702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8:48.4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81 1 24575,'-7'4'0,"0"0"0,0 1 0,1 1 0,0-1 0,0 1 0,0 0 0,0 0 0,1 1 0,0-1 0,-4 9 0,8-12 0,-1 1 0,0 0 0,1-1 0,0 1 0,0 0 0,0 0 0,0 0 0,1 0 0,-1 0 0,1 0 0,0 0 0,1 0 0,-1 0 0,0 0 0,1 0 0,0 0 0,0 0 0,0 0 0,1 0 0,-1 0 0,1-1 0,3 6 0,5 6 0,2 0 0,0-1 0,0 0 0,1-1 0,1-1 0,0 0 0,1 0 0,0-2 0,1 0 0,21 11 0,27 4-1365,-48-19-5461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5:39.0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0 110 24575,'14'-110'0,"-14"116"0,1-1 0,-1 0 0,1 0 0,0 1 0,0-1 0,3 6 0,0 4 0,70 236 0,-53-191 0,69 188 0,-83-232 0,0 1 0,18 30 0,-19-40 0,-6-14 0,-6-13 0,0 9-455,1 1 0,-10-12 0,6 12-6371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5:39.2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37 24575,'22'-3'0,"12"0"0,5 0 0,-1 0 0,-2 2 0,-6-1 0,-4 2 0,-5-3 0,-3 0 0,-3 0 0,-1-2 0,-2-2 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5:39.5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0 24575,'-1'1'0,"1"-1"0,-1 0 0,1 0 0,-1 0 0,1 0 0,0 0 0,-1 1 0,1-1 0,-1 0 0,1 0 0,0 1 0,-1-1 0,1 0 0,0 0 0,-1 1 0,1-1 0,0 0 0,-1 1 0,1-1 0,0 1 0,0-1 0,-1 0 0,1 1 0,0-1 0,0 1 0,0-1 0,0 1 0,0-1 0,0 1 0,0-1 0,-1 0 0,1 1 0,0-1 0,1 1 0,-1 0 0,2 18 0,4 7 0,1-1 0,1 1 0,14 27 0,42 69 0,-50-102 0,24 29 0,-23-32 0,21 34 0,-35-48-105,1-1 0,-1 1 0,0-1 0,0 1 0,1-1 0,-2 1 0,1 0 0,0 0 0,-1 0 0,1-1 0,-1 1 0,0 4 0,-2 2-6721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5:40.0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149 44 24575,'-8'-4'0,"-42"-24"0,44 26 0,1 0 0,0 0 0,-1 1 0,1-1 0,-1 1 0,1 0 0,-11 0 0,14 1 0,1 0 0,-1 0 0,1 0 0,-1 0 0,1 1 0,0-1 0,-1 0 0,1 1 0,-1-1 0,1 1 0,0-1 0,0 1 0,-1 0 0,1-1 0,0 1 0,0 0 0,0 0 0,0 0 0,0 0 0,0 0 0,0 0 0,-1 2 0,1-1 0,0 0 0,0 0 0,0 1 0,0-1 0,1 0 0,-1 1 0,1-1 0,0 0 0,0 1 0,0-1 0,0 0 0,0 4 0,2 3 0,0 0 0,0 0 0,1 0 0,0-1 0,8 17 0,-5-14 0,1 0 0,1 0 0,0-1 0,0 0 0,1 0 0,0-1 0,1 0 0,0 0 0,0-1 0,1-1 0,0 0 0,0 0 0,1-1 0,20 7 0,-29-11 0,1-1 0,-1-1 0,0 1 0,1 0 0,-1-1 0,0 0 0,1 1 0,-1-1 0,1-1 0,-1 1 0,0 0 0,1-1 0,4-1 0,-6 1 0,0 0 0,-1 0 0,1 0 0,0 0 0,-1-1 0,1 1 0,-1 0 0,0-1 0,1 1 0,-1-1 0,0 1 0,0-1 0,0 0 0,0 0 0,0 1 0,0-1 0,-1 0 0,1 0 0,-1 0 0,1 0 0,-1 0 0,1 0 0,-1 1 0,0-4 0,0-2 0,0 1 0,-1-1 0,0 1 0,0 0 0,0-1 0,-1 1 0,0 0 0,0 0 0,0 0 0,-1 0 0,0 1 0,-5-9 0,0 2 0,0 1 0,-1-1 0,-1 1 0,-15-13 0,18 18-124,-2-1 0,1 2 0,0-1 0,-1 1 0,0 0 0,0 1-1,-1 0 1,1 1 0,-1-1 0,-17-2 0,13 4-6702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5:40.6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0 140 24575,'1'2'0,"0"0"0,1 1 0,-1-1 0,0 0 0,1 0 0,-1 0 0,1 0 0,0 0 0,0 0 0,3 2 0,-2-1 0,13 11 0,0 0 0,1-1 0,29 18 0,-34-24 0,0-1 0,0-1 0,0 0 0,1 0 0,0-2 0,0 1 0,13 1 0,-24-5 0,-1 0 0,0 1 0,1-1 0,-1 0 0,0 0 0,1 0 0,-1 0 0,1 0 0,-1 0 0,0 0 0,1-1 0,-1 1 0,0 0 0,1-1 0,-1 1 0,0-1 0,1 1 0,-1-1 0,0 0 0,0 1 0,0-1 0,0 0 0,0 0 0,0 0 0,0 0 0,0 0 0,0 0 0,0 0 0,0 0 0,0-1 0,-1 1 0,1 0 0,0 0 0,-1-1 0,0 1 0,1 0 0,-1-1 0,1 1 0,-1-2 0,0-1 0,0-1 0,0 1 0,0 0 0,-1 0 0,0 0 0,1 0 0,-1 0 0,-1 0 0,1 0 0,-1 0 0,1 1 0,-4-6 0,2 4 0,-4-8 0,9 11 0,7 5 0,34 20 0,-34-17 0,1-1 0,1 1 0,-1-2 0,1 1 0,-1-2 0,1 1 0,0-1 0,12 1 0,-14-3 0,-1-1 0,0 0 0,0 0 0,1-1 0,-1 0 0,0 0 0,0-1 0,0 0 0,9-4 0,-15 5 0,0 0 0,0 0 0,1 0 0,-1-1 0,0 1 0,0-1 0,0 1 0,0-1 0,0 1 0,-1-1 0,1 0 0,0 0 0,-1 0 0,0 0 0,1 0 0,-1-1 0,0 1 0,0 0 0,0 0 0,0-1 0,-1 1 0,1-1 0,0 1 0,-1-1 0,0 1 0,0-1 0,0 1 0,0-1 0,0 1 0,0-1 0,0 1 0,-1-1 0,0 1 0,0-3 0,-1-3 10,-1 1 0,0-1 0,0 1 0,-1 0 0,0 0 0,0 0 0,-1 0 0,0 1 0,0 0 0,0 0 0,-10-8 0,3 4-258,0 1 1,0 1-1,-1 0 1,-1 0-1,-14-6 1,10 7-6579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5:41.2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37 24575,'-7'-13'0,"-7"-9"0,14 22 0,0 0 0,0 0 0,0 0 0,0 0 0,0 0 0,0 0 0,0 0 0,0 0 0,0-1 0,0 1 0,0 0 0,0 0 0,0 0 0,0 0 0,0 0 0,0 0 0,0 0 0,0 0 0,0 0 0,0 0 0,-1 0 0,1 0 0,0 0 0,0 0 0,0 0 0,0 0 0,0 0 0,0 0 0,0 0 0,0 0 0,0 0 0,0 0 0,0 0 0,0 0 0,-1 0 0,1 0 0,0 0 0,0 0 0,0 0 0,0 0 0,0 0 0,0 0 0,0 0 0,0 0 0,0 0 0,0 0 0,0 0 0,0 0 0,0 0 0,-1 0 0,1 0 0,0 0 0,0 0 0,0 0 0,0 0 0,0 1 0,0-1 0,0 0 0,0 0 0,0 7 0,3 9 0,123 302 0,-86-227 0,-22-47-455,3-2 0,38 60 0,-51-91-6371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5:41.4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447 75 24575,'-29'-8'0,"-15"-4"0,-2-1 0,1 3 0,4 0 0,6 1 0,5 3 0,4 2 0,5 2 0,3 1 0,0 1 0,0 3 0,1 1 0,1-1 0,1 3 0,0-1 0,3 0-8191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5:41.9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138 7 24575,'-11'-1'0,"2"-1"0,0 0 0,0 1 0,0 0 0,-1 1 0,1 0 0,0 1 0,0 0 0,-15 3 0,22-3 0,0-1 0,1 1 0,-1 0 0,0 0 0,1 0 0,-1 0 0,1 0 0,-1 0 0,1 1 0,0-1 0,-1 0 0,1 1 0,0-1 0,0 1 0,0 0 0,0-1 0,0 1 0,0 0 0,1-1 0,-1 1 0,1 0 0,-1 0 0,1-1 0,-1 1 0,1 0 0,0 0 0,0 0 0,0 0 0,0 0 0,0 0 0,0-1 0,1 1 0,-1 0 0,2 3 0,-1 0 0,1 1 0,0 0 0,0 0 0,1-1 0,0 1 0,0-1 0,0 0 0,0 0 0,7 7 0,-3-6 0,0 0 0,0 0 0,0-1 0,1 0 0,0 0 0,0-1 0,0 0 0,13 5 0,-4-4 0,1 0 0,-1-1 0,24 3 0,-38-7 0,0 1 0,-1-1 0,1 0 0,0 0 0,-1 0 0,1 0 0,0-1 0,-1 1 0,1-1 0,0 0 0,-1 1 0,1-1 0,-1 0 0,1-1 0,-1 1 0,0 0 0,1-1 0,-1 1 0,0-1 0,0 0 0,0 1 0,2-4 0,-1 1 0,-1 1 0,-1 0 0,1-1 0,0 1 0,-1-1 0,0 0 0,0 1 0,0-1 0,0 0 0,0 0 0,-1 0 0,0 0 0,0 1 0,0-1 0,-1-5 0,1 6-5,0-1-1,-1 0 0,0 0 0,0 1 1,0-1-1,-1 1 0,1-1 0,-1 1 1,0 0-1,0-1 0,0 1 0,0 0 1,-3-3-1,1 2 31,0 0 0,-1 0 0,1 1 0,-1-1 0,0 1 0,0 0 0,-10-4 0,2 3-237,0 0 0,0 0 0,0 1-1,-1 1 1,1 0 0,-20 0 0,15 2-6614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6:33.5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2463 58 24575,'191'-26'0,"-170"24"0,25 1 0,-33 1 0,0 0 0,0 0 0,1-2 0,-1 0 0,19-5 0,-44 5 0,-10 1 0,9 1 0,-253 9 0,174-3 0,-105-7 0,84-6 0,-47 0 0,-13-1 0,-8 1 0,-342 8 0,500 0 0,-30 5 0,29-2 0,-29 0 0,-347-5 0,389 0 0,0 0 0,-19-4 0,18 2 0,1 1 0,-15-1 0,16 3 0,-168 1 0,128 6 0,-12 0 0,-32 2-1365,75-6-5461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6:34.8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 55 24575,'-61'-55'0,"119"112"0,7 7 0,-36-40 0,185 148 0,-206-166 0,-6-4 0,0 0 0,1-1 0,-1 1 0,1-1 0,-1 1 0,1-1 0,3 1 0,-6-2-1,0 0 0,0 0-1,0 0 1,0 0-1,0 0 1,0 0 0,0 0-1,0 0 1,0 0 0,0 0-1,0 0 1,0 0-1,0 0 1,0 0 0,0 0-1,1 0 1,-1 0 0,0 0-1,0 0 1,0 0 0,0 0-1,0 0 1,0 0-1,0 0 1,0 0 0,0 0-1,0-1 1,0 1 0,0 0-1,0 0 1,0 0-1,0 0 1,0 0 0,0 0-1,0 0 1,0 0 0,0 0-1,0 0 1,0 0-1,0 0 1,0 0 0,0 0-1,0 0 1,0 0 0,0-1-1,0 1 1,0 0 0,0 0-1,0 0 1,0 0-1,0 0 1,0 0 0,0 0-1,0 0 1,0 0 0,0 0-1,0 0 1,0 0-1,0 0 1,0 0 0,0 0-1,0 0 1,-1 0 0,1 0-1,0 0 1,-4-8 188,-9-8-1112,12 14 388,-5-6-6289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6:35.3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302 49 24575,'0'-6'0,"0"1"0,0 1 0,0-1 0,-1 0 0,-1-8 0,2 12 0,0 1 0,0-1 0,-1 1 0,1-1 0,0 1 0,0-1 0,-1 1 0,1-1 0,0 1 0,0-1 0,-1 1 0,1 0 0,-1-1 0,1 1 0,0-1 0,-1 1 0,1 0 0,-1 0 0,1-1 0,-1 1 0,1 0 0,-1 0 0,1-1 0,-1 1 0,1 0 0,-1 0 0,1 0 0,-1 0 0,1 0 0,-1 0 0,1 0 0,-1 0 0,1 0 0,-1 0 0,0 0 0,1 0 0,-1 0 0,1 0 0,-1 0 0,1 1 0,-1-1 0,1 0 0,-1 0 0,1 1 0,0-1 0,-1 0 0,1 1 0,-1-1 0,1 0 0,-1 1 0,1 0 0,-19 13 0,1 2 0,1 0 0,1 1 0,-23 31 0,10-7 0,21-28 0,-1 0 0,-20 21 0,26-31 0,-1 1 0,0-1 0,0 0 0,0 0 0,0-1 0,0 1 0,0-1 0,-1 0 0,1 0 0,-1-1 0,1 1 0,-1-1 0,-7 1 0,-2-1-1365,2 0-5461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6:35.7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24575,'0'2'0,"0"4"0,0 3 0,0 2 0,3 0 0,0 0 0,0 1 0,0 0 0,1 1 0,0 1 0,0 1 0,1-1 0,0 1 0,2-1 0,-1 1 0,-3-3 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6:36.5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150 31 24575,'-14'-6'0,"0"-1"0,-19-5 0,29 11 0,-1 0 0,1 0 0,0 0 0,0 0 0,-1 1 0,1 0 0,0 0 0,0 0 0,-1 0 0,1 1 0,0 0 0,0 0 0,-6 1 0,9-1 0,-1 0 0,0 0 0,1 0 0,-1 1 0,1-1 0,0 0 0,-1 1 0,1-1 0,0 1 0,0-1 0,-1 1 0,1-1 0,1 1 0,-1 0 0,0-1 0,0 1 0,1 0 0,-1 0 0,1 0 0,-1 0 0,1 0 0,0 0 0,0-1 0,0 1 0,0 0 0,0 0 0,0 3 0,2 7 0,0-1 0,0 1 0,5 14 0,-4-19 0,7 28 0,-2 0 0,6 52 0,-8-40 0,-2-17 0,1 37 0,-6-51 0,0-9 0,1-1 0,0 1 0,0-1 0,2 12 0,-1-17 0,-1 0 0,0 1 0,1-1 0,-1 0 0,1 1 0,0-1 0,-1 0 0,1 0 0,0 0 0,0 1 0,-1-1 0,1 0 0,0 0 0,0 0 0,0 0 0,1 0 0,-1-1 0,0 1 0,0 0 0,0 0 0,1-1 0,-1 1 0,0-1 0,1 1 0,-1-1 0,3 1 0,14 1 0,0-1 0,0-1 0,25-2 0,8 0 0,-33 2-455,0 1 0,29 6 0,-34-4-6371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6:37.1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32 24575,'0'-1'0,"0"1"0,0 0 0,0-1 0,0 1 0,0 0 0,0 0 0,0-1 0,0 1 0,0 0 0,0 0 0,1-1 0,-1 1 0,0 0 0,0 0 0,0-1 0,0 1 0,0 0 0,1 0 0,-1 0 0,0-1 0,0 1 0,0 0 0,0 0 0,1 0 0,-1 0 0,0-1 0,0 1 0,1 0 0,-1 0 0,0 0 0,0 0 0,1 0 0,-1 0 0,0 0 0,0 0 0,1 0 0,-1 0 0,0-1 0,0 1 0,1 1 0,-1-1 0,0 0 0,0 0 0,1 0 0,-1 0 0,0 0 0,0 0 0,1 0 0,-1 0 0,0 0 0,0 0 0,1 1 0,-1-1 0,0 0 0,0 0 0,0 0 0,1 0 0,-1 1 0,14 9 0,-7 0 0,-1 0 0,7 12 0,-10-15 0,1-1 0,-1 0 0,1 1 0,0-1 0,1-1 0,-1 1 0,1-1 0,1 0 0,6 6 0,-12-11 0,0 0 0,1 0 0,-1 1 0,0-1 0,0 0 0,0 0 0,1 0 0,-1 0 0,0 0 0,0 0 0,1 0 0,-1 0 0,0 1 0,0-1 0,1 0 0,-1 0 0,0 0 0,1 0 0,-1-1 0,0 1 0,0 0 0,1 0 0,-1 0 0,0 0 0,0 0 0,1 0 0,-1 0 0,0 0 0,0 0 0,0-1 0,1 1 0,-1 0 0,0 0 0,0 0 0,0 0 0,1-1 0,-1 1 0,0 0 0,0 0 0,0 0 0,0-1 0,0 1 0,0 0 0,1 0 0,-1-1 0,0 1 0,0 0 0,0 0 0,0-1 0,0 1 0,0 0 0,0 0 0,0-1 0,0 1 0,0 0 0,0 0 0,0-1 0,0 1 0,0 0 0,0 0 0,-1-1 0,1 1 0,-3-23 0,2 18 0,0-2 0,1 1 0,-1-1 0,1 0 0,0 0 0,1 1 0,0-1 0,0 0 0,2-7 0,-2 12 0,-1 0 0,1 0 0,0 0 0,0-1 0,0 1 0,1 0 0,-1 0 0,0 1 0,1-1 0,-1 0 0,1 0 0,0 1 0,0-1 0,0 1 0,-1-1 0,1 1 0,0 0 0,1 0 0,-1 0 0,0 0 0,0 0 0,0 0 0,1 1 0,-1-1 0,0 1 0,4-1 0,0 1 0,1 0 0,-1 0 0,1 1 0,-1 0 0,0 0 0,1 0 0,-1 1 0,8 3 0,50 25 0,-36-16 0,45 18 0,-72-31-1365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6:37.7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47 24575,'10'-5'0,"13"-5"0,-1 1 0,30-8 0,-45 15 0,-1 1 0,1 0 0,0 0 0,0 0 0,0 1 0,0 0 0,0 1 0,0-1 0,0 1 0,0 0 0,0 1 0,9 3 0,-13-3 0,0-1 0,0 1 0,0 0 0,0 0 0,-1 0 0,1 0 0,-1 1 0,1-1 0,-1 1 0,0-1 0,0 1 0,0 0 0,-1 0 0,1 0 0,-1 0 0,1 0 0,0 4 0,3 8 0,-1 0 0,3 23 0,-4-17 0,66 248 0,-47-191 0,-18-63 0,-2-10 0,0 1 0,0 0 0,-1-1 0,0 1 0,0 0 0,0 10 0,-1-15 0,0 0 0,0 0 0,0 0 0,-1 0 0,1 1 0,0-2 0,-1 1 0,1 0 0,-1 0 0,1 0 0,-1 0 0,1 0 0,-1 0 0,0 0 0,1 0 0,-1-1 0,-1 2 0,0-1 0,0 0 0,1 0 0,-1-1 0,0 1 0,0 0 0,1-1 0,-1 1 0,0-1 0,0 0 0,0 0 0,0 0 0,0 0 0,-2 0 0,-58-8 0,1 0 0,38 7-1365,4 1-5461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6:57.5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6 287 24575,'0'0'0,"-1"0"0,1-1 0,-1 1 0,1-1 0,0 1 0,-1-1 0,1 1 0,0 0 0,-1-1 0,1 1 0,0-1 0,0 1 0,-1-1 0,1 0 0,0 1 0,0-1 0,0 1 0,0-1 0,0 1 0,0-1 0,0 0 0,0 1 0,0-1 0,0 1 0,0-1 0,0 1 0,0-2 0,1 1 0,0 0 0,-1 0 0,1 1 0,0-1 0,0 0 0,-1 0 0,1 0 0,0 0 0,0 1 0,0-1 0,0 1 0,2-2 0,4-1 0,0 0 0,0 1 0,10-2 0,-16 3 0,13-1 0,1 0 0,15 0 0,-15 1 0,29-5 0,-20 2 0,1 2 0,-1 0 0,47 3 0,-18 1 0,1101-2 0,-1141-1 0,-1 0 0,18-5 0,16-1 0,12 0 0,-38 4 0,32-2 0,25 6 0,63-2 0,-92-6 0,-30 4 0,31-1 0,485 4 0,-520 1 0,1 0 0,16 5 0,-16-3 0,26 1 0,302-3 0,-167-2 0,-151 2 0,28 5 0,13 1 0,197-6 0,-135-2 0,-101 2 0,29 6 0,25 0 0,586-7 0,-645 1 0,31 5 0,17 1 0,392-6 0,-223-2 0,133 1 0,-358-1 0,0 0 0,17-4 0,-15 2 0,24-2 0,8 5 0,-28 1 0,0-1 0,0-1 0,36-7 0,-33 4 0,0 1 0,0 2 0,1 0 0,27 3 0,2-1 0,-23-1 0,0 1 0,39 7 0,-35-4 0,0-1 0,58-3 0,-35-1 0,-43 0 0,1-1 0,16-3 0,-16 2 0,25-1 0,-25 3 0,-1 1 0,0 1 0,0 0 0,0 0 0,0 2 0,0 0 0,17 6 0,-10-1 0,41 9 0,-56-16 0,1 0 0,0 0 0,0 0 0,-1-1 0,1 0 0,0-1 0,0 1 0,-1-1 0,1 0 0,10-4 0,-17 5 0,0 0 0,1 0 0,-1 0 0,1 0 0,-1 0 0,0 0 0,1 0 0,-1 0 0,0-1 0,1 1 0,-1 0 0,0 0 0,1 0 0,-1-1 0,0 1 0,1 0 0,-1 0 0,0 0 0,0-1 0,1 1 0,-1 0 0,0-1 0,0 1 0,0 0 0,1-1 0,-1 1 0,0 0 0,0-1 0,0 1 0,0 0 0,0-1 0,0 1 0,1 0 0,-1-1 0,0 1 0,0-1 0,0 1 0,0 0 0,0-1 0,-1 1 0,1-1 0,0 1 0,0 0 0,0-1 0,0 1 0,0 0 0,0-1 0,-1 1 0,1 0 0,0-1 0,0 1 0,0 0 0,-1 0 0,1-1 0,0 1 0,-1 0 0,1-1 0,-24-15 0,17 12 0,-7-5 0,-100-71 0,91 62 0,-46-24 0,-10-8 0,51 32 0,100 61 0,-19-13 0,5 5 0,100 65 0,-157-100 0,0 1 0,1 0 0,-1 0 0,0 0 0,0 0 0,0 0 0,0 0 0,0 0 0,0 0 0,0 0 0,0 0 0,-1 1 0,1-1 0,0 0 0,-1 0 0,1 1 0,-1-1 0,1 1 0,-1-1 0,0 0 0,0 1 0,1-1 0,-1 1 0,0-1 0,0 1 0,0-1 0,-1 1 0,1-1 0,0 0 0,-1 1 0,1-1 0,0 1 0,-1-1 0,0 0 0,1 1 0,-1-1 0,0 0 0,0 0 0,1 0 0,-1 1 0,-1 0 0,-5 6 0,0-1 0,-1 0 0,0 0 0,-13 9 0,13-11 0,-16 14-24,17-12-244,-2-1-1,1 1 1,-1-2 0,-10 6 0,8-6-6558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8:28.3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306 98 24575,'-12'-12'0,"-1"1"0,0 0 0,-1 1 0,0 0 0,-1 1 0,0 1 0,-31-13 0,44 20 0,0 0 0,-1 0 0,1 0 0,0 1 0,0-1 0,0 1 0,-1 0 0,1-1 0,0 1 0,0 0 0,-1 0 0,1 0 0,0 1 0,0-1 0,0 0 0,-1 1 0,1 0 0,0-1 0,0 1 0,0 0 0,0 0 0,0 0 0,0 0 0,0 1 0,0-1 0,0 0 0,1 1 0,-1-1 0,1 1 0,-1 0 0,1-1 0,-1 1 0,1 0 0,0 0 0,0 0 0,0 0 0,0 0 0,0 0 0,0 0 0,1 1 0,-1-1 0,1 0 0,-1 0 0,1 5 0,-1-2 0,1 0 0,0 0 0,0 0 0,0 0 0,0 0 0,1-1 0,0 1 0,0 0 0,0 0 0,1 0 0,3 7 0,-3-8 0,0-1 0,0 0 0,0 0 0,1 0 0,-1 0 0,1 0 0,0 0 0,0-1 0,0 1 0,0-1 0,0 0 0,1 0 0,-1 0 0,0 0 0,7 1 0,0 1 0,5 1 0,23 6 0,-35-10 0,0 0 0,0-1 0,0 1 0,0-1 0,0 0 0,0 0 0,0 0 0,0 0 0,0-1 0,-1 1 0,1-1 0,0 0 0,0 1 0,5-4 0,-7 4 0,0-1 0,0 1 0,0-1 0,-1 0 0,1 1 0,0-1 0,-1 0 0,1 0 0,0 1 0,-1-1 0,1 0 0,-1 0 0,1 0 0,-1 0 0,1 1 0,-1-1 0,0 0 0,0 0 0,1 0 0,-1 0 0,0 0 0,0 0 0,0 0 0,0-1 0,0-1 0,-1 1 0,1 0 0,-1-1 0,0 1 0,0 0 0,0 0 0,0 0 0,0-1 0,-3-2 0,-3-4 0,0 1 0,-1-1 0,-11-8 0,19 17 0,-12-9 0,0 0 0,0 1 0,-1 0 0,0 1 0,-1 0 0,0 1 0,0 1 0,0 0 0,0 1 0,-16-2 0,28 5 0,0 1 0,0-1 0,0 1 0,0 0 0,0 0 0,0 0 0,0 0 0,0 0 0,0 1 0,0-1 0,0 1 0,0-1 0,0 1 0,0-1 0,0 1 0,0 0 0,0 0 0,0 0 0,1 0 0,-1 1 0,-1 0 0,1 1 0,0-1 0,1 0 0,-1 1 0,1 0 0,0-1 0,0 1 0,0-1 0,0 1 0,0 0 0,1 0 0,-1 0 0,1-1 0,0 1 0,0 5 0,0-3 0,0-1 0,0 1 0,1-1 0,-1 1 0,1-1 0,0 1 0,1-1 0,-1 0 0,1 1 0,0-1 0,0 0 0,0 0 0,0 0 0,1 0 0,-1-1 0,1 1 0,0-1 0,0 1 0,1-1 0,6 5 0,-4-3 0,0 0 0,1-1 0,0 1 0,0-1 0,0-1 0,0 1 0,1-1 0,-1-1 0,1 1 0,-1-1 0,1-1 0,0 1 0,0-1 0,0-1 0,0 1 0,0-1 0,12-2 0,-18 2 0,1-1 0,-1 1 0,0 0 0,0-1 0,0 0 0,0 1 0,0-1 0,0 0 0,0 0 0,0 0 0,-1 0 0,1 0 0,0-1 0,-1 1 0,1 0 0,0-1 0,-1 1 0,0-1 0,1 0 0,-1 1 0,0-1 0,0 0 0,0 0 0,0 0 0,0 0 0,0 0 0,-1 0 0,1 0 0,-1 0 0,1 0 0,-1 0 0,0 0 0,0 0 0,0-4 0,0 3 0,0 0 0,0 0 0,-1 0 0,1 0 0,-1 1 0,0-1 0,0 0 0,0 0 0,0 1 0,-1-1 0,1 1 0,0-1 0,-1 1 0,0 0 0,0-1 0,0 1 0,0 0 0,0 0 0,0 0 0,0 1 0,-1-1 0,1 0 0,0 1 0,-1-1 0,-4-1 0,4 2-76,0 0 1,-1 1-1,1-1 0,0 1 0,-1-1 0,1 1 0,-1 0 0,1 0 1,-1 1-1,1-1 0,0 1 0,-1-1 0,1 1 0,0 0 1,0 0-1,-1 1 0,-4 2 0,-3 3-6750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8:41.2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77 24575,'8'-19'0,"8"-14"0,-15 31 0,1-1 0,-1 1 0,0 0 0,1 0 0,0 0 0,-1 1 0,1-1 0,0 0 0,0 0 0,3-1 0,-4 2 0,-1 1 0,0 0 0,1 0 0,-1 0 0,0 0 0,1 0 0,-1 0 0,0 0 0,1 0 0,-1 0 0,1 0 0,-1 0 0,0 0 0,1 0 0,-1 0 0,0 0 0,1 0 0,-1 0 0,0 1 0,1-1 0,-1 0 0,0 0 0,0 0 0,1 1 0,-1-1 0,0 0 0,0 0 0,1 0 0,-1 1 0,0-1 0,0 0 0,1 1 0,-1-1 0,0 0 0,0 1 0,0-1 0,0 0 0,0 1 0,0-1 0,1 0 0,-1 1 0,0-1 0,0 0 0,0 1 0,2 18 0,-2-18 0,1 20 0,-1-11 0,0 0 0,1 0 0,1 0 0,-1 0 0,5 11 0,14 38 0,-2 0 0,-3 2 0,7 65 0,-8-26 0,-8-63 0,-2-17 0,1 38 0,-6 265 0,2-305 0,6 31 0,-4-29 0,1 23 0,7 78 0,21 137 0,-26-211 0,3 53 0,-9 1291 0,7-1298 0,0-7 0,-6-11 0,-2-12 0,10 68 0,5 56 0,-10-160 0,4 40 0,1 77 0,-9-141 0,-1 46 0,10 82 0,-4-80 0,-2 0 0,-4 53 0,0-27 0,1-44 0,1 0 0,-2 0 0,-8 55 0,4-64 0,0 2 0,0 0 0,-1 42 0,6-58 0,-1 0 0,-5 17 0,0 13 0,4-22 0,-1-1 0,-1 1 0,0-1 0,-8 17 0,-2 12 0,12-35 0,0 1 0,1 0 0,0-1 0,1 16 0,1-13 0,-2-1 0,-2 25 0,2-34 0,0 0 0,0 1 0,-1-1 0,1 0 0,-1 0 0,0 0 0,0 0 0,0-1 0,-1 1 0,1 0 0,-1-1 0,-6 6 0,2-2 0,-1 1 0,1 0 0,0 0 0,1 0 0,0 1 0,-8 13 0,12-17 0,0 0 0,0 0 0,0 0 0,1 1 0,-1-1 0,1 0 0,1 1 0,-1-1 0,1 0 0,0 1 0,0-1 0,0 1 0,1-1 0,2 9 0,-3-13-35,0 0 0,0 1 0,0-1 0,0 0 0,1 0 0,-1 0 0,1 0 0,-1 0 0,0 0 0,1 0 0,0 0 0,-1 0 0,1 0 0,0 0 0,-1-1 0,1 1 0,0 0 0,0 0 0,0-1 0,0 1 0,0 0 0,-1-1 0,1 1 0,0-1 0,1 1 0,-1-1 0,0 1 0,0-1 0,0 0 0,0 0 0,0 0 0,0 1 0,0-1 0,0 0 0,1 0 0,-1 0 0,0-1 0,2 1 0,6-2-6791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8:42.9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0 215 24575,'1'0'0,"-1"-1"0,0 0 0,0 1 0,1-1 0,-1 1 0,0-1 0,1 1 0,-1-1 0,1 0 0,-1 1 0,1-1 0,-1 1 0,1 0 0,-1-1 0,1 1 0,-1-1 0,1 1 0,0 0 0,-1-1 0,1 1 0,-1 0 0,1 0 0,0 0 0,-1-1 0,1 1 0,0 0 0,1 0 0,21-3 0,-20 3 0,34-1 0,1 1 0,-1 1 0,38 8 0,16 0 0,-23-3 0,330 37 0,-103-23 0,-160-13 0,-7 1 0,7-1 0,-91-3 0,1-1 0,-1-3 0,60-6 0,-64 2 0,51 0 0,-17 2 0,-7-4 0,22-2 0,754 9 0,-798-3 0,59-11 0,-58 6 0,50-1 0,-73 8 0,0-2 0,27-4 0,-20 2 0,1 1 0,57 3 0,-36 1 0,-41 0 0,0 0 0,19 5 0,-18-4 0,-1 0 0,15 1 0,54 4 0,14 1 0,-81-8 0,1-1 0,-1-1 0,24-5 0,72-14 0,-109 21 0,1 0 0,-1 0 0,1 0 0,0 0 0,-1 0 0,1 0 0,-1 0 0,1 0 0,-1-1 0,1 1 0,0 0 0,-1 0 0,1-1 0,-1 1 0,1 0 0,-1-1 0,1 0 0,-1 1 0,0 0 0,0 0 0,0-1 0,0 1 0,0 0 0,0 0 0,0-1 0,0 1 0,0 0 0,-1 0 0,1-1 0,0 1 0,0 0 0,0 0 0,0 0 0,-1-1 0,1 1 0,0 0 0,0 0 0,0 0 0,-1 0 0,1-1 0,0 1 0,0 0 0,-1 0 0,1 0 0,-22-9 0,-36-5 0,2-3 0,-75-33 0,99 34 0,0 3 0,2-3 0,0 0 0,1-1 0,-29-25 0,57 42 0,0-1 0,0 1 0,0-1 0,1 1 0,-1-1 0,0 1 0,1-1 0,-1 0 0,1 0 0,-1 1 0,1-1 0,-1 0 0,1 0 0,-1 0 0,1 1 0,0-1 0,-1 0 0,1 0 0,0 0 0,-1-1 0,2 1 0,-1 1 0,0-1 0,1 1 0,-1-1 0,0 1 0,1 0 0,-1-1 0,1 1 0,-1 0 0,1-1 0,-1 1 0,0 0 0,1-1 0,-1 1 0,1 0 0,-1 0 0,1 0 0,0-1 0,-1 1 0,1 0 0,-1 0 0,1 0 0,0 0 0,5 0 0,0-1 0,0 1 0,-1 1 0,1-1 0,6 2 0,12 5 0,0 0 0,-1 2 0,32 16 0,62 41 0,-116-65 0,137 88 0,-135-86 0,1-1 0,0 1 0,-1 0 0,1 0 0,-1 1 0,4 4 0,-6-7 0,-1 0 0,1 0 0,-1 0 0,1-1 0,-1 1 0,0 0 0,1 0 0,-1 0 0,0 0 0,0 0 0,0 0 0,1 0 0,-1 0 0,0 0 0,0 0 0,-1 0 0,1-1 0,0 1 0,0 0 0,0 0 0,-1 0 0,1 0 0,0 0 0,-1 0 0,1 0 0,-1-1 0,1 1 0,-1 0 0,1 0 0,-1-1 0,1 1 0,-1 0 0,0-1 0,1 1 0,-1 0 0,0-1 0,-1 2 0,-5 2 0,0-1 0,-1 1 0,1-1 0,-1-1 0,1 1 0,-1-1 0,0-1 0,0 1 0,-11-1 0,-31 8 0,33-3-222,0 1-1,1 1 0,0 1 0,0 0 1,-25 19-1,41-28 194,-14 10-6797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8:31.6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49 24575,'2'-6'0,"1"1"0,-2-1 0,1 0 0,1-9 0,-1 4 0,-6 56 0,1-27 0,1 0 0,0 1 0,2-1 0,0 0 0,1 1 0,4 24 0,-3-29 0,46 252 0,-16-157 0,-19-60 0,11 87 0,-23-126 0,0 1 0,-1-1 0,0 1 0,0 0 0,-2-1 0,-1 12 0,-2-3 0,-1 0 0,-11 25 0,16-42-54,0 0-1,0 1 0,1-1 1,-1 0-1,0 0 1,1 1-1,-1-1 0,1 0 1,0 1-1,0-1 1,0 1-1,0-1 0,1 0 1,-1 1-1,0-1 0,1 0 1,0 1-1,-1-1 1,1 0-1,0 0 0,0 1 1,0-1-1,1 0 1,1 3-1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8:33.0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46 24575,'0'-2'0,"0"0"0,0 1 0,0-1 0,0 1 0,1-1 0,-1 0 0,1 1 0,-1-1 0,1 0 0,-1 1 0,1-1 0,0 1 0,0 0 0,0-1 0,0 1 0,0-1 0,0 1 0,0 0 0,0 0 0,2-2 0,0 2 0,0-1 0,-1 1 0,1-1 0,0 1 0,0 0 0,0 0 0,0 0 0,1 0 0,5 0 0,2 0 0,0 1 0,0 1 0,-1-1 0,1 2 0,14 2 0,44 8 0,-22-5 0,112 14 0,-114-15 0,-27-3 0,25 2 0,-20-5 0,16 1 0,47 6 0,-58-4 0,54-1 0,1-1 0,-36 6 0,-30-4 0,26 1 0,-3-3 0,119 7 0,-29-1 0,-5 1 0,-100-6 0,1 0 0,-1-1 0,1-2 0,48-6 0,-41-1 0,-15 4 0,1 0 0,-1 2 0,22-2 0,-7 5 0,59 8 0,-76-7 0,1 0 0,-1-1 0,1-1 0,-1 0 0,0-1 0,1-1 0,-1-1 0,0 0 0,31-11 0,-18 4 0,9-3 0,53-13 0,-70 22 0,-5 0 0,0 2 0,32-3 0,18 5 0,96 1 0,-92 6 0,22 1 0,3-1 0,7 0 0,-82-6 0,38-2 0,-48-2 0,-13-1 0,-16-2 0,6 5-1365,0 0-5461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8:34.0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60 51 24575,'-2'-6'0,"0"-1"0,-1 0 0,1 1 0,-1-1 0,-5-7 0,8 14 0,0 0 0,-1-1 0,1 1 0,0 0 0,0 0 0,0 0 0,0 0 0,0-1 0,0 1 0,0 0 0,0 0 0,0 0 0,0 0 0,0 0 0,-1-1 0,1 1 0,0 0 0,0 0 0,0 0 0,0 0 0,0 0 0,-1 0 0,1 0 0,0 0 0,0 0 0,0 0 0,0-1 0,0 1 0,-1 0 0,1 0 0,0 0 0,0 0 0,0 0 0,0 0 0,-1 0 0,1 0 0,0 0 0,0 0 0,0 0 0,0 1 0,-1-1 0,1 0 0,0 0 0,-3 9 0,1 13 0,2-22 0,0 24 0,1 12 0,-9 63 0,-7 22 0,11-86 0,1-1 0,3 65 0,2-36 0,-2-32 0,-1 11 0,2-1 0,7 44 0,7 34 0,-12-96 0,-1 1 0,-2 37 0,1 18 0,6-30 0,-4-32 0,2 33 0,-6 281 0,6-301-22,-3-24 48,-1-1-1,0 1 0,0 9 1,-1-13-102,0-1 0,0 1 0,0-1 0,0 1-1,-1-1 1,1 1 0,-1-1 0,1 1 0,-1-1 0,1 0 0,-1 1 0,0-1 0,0 0 0,1 0 0,-1 1 0,0-1 0,0 0 0,-2 1 0,-6 5-6750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8:35.1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2512 146 24575,'-1'-1'0,"-2"-7"0,-1 0 0,-1 0 0,0 0 0,-9-11 0,12 17 0,-1-1 0,1 1 0,-1 0 0,0 0 0,0 1 0,0-1 0,0 0 0,0 1 0,0 0 0,0 0 0,0 0 0,0 0 0,0 0 0,-1 1 0,1-1 0,-4 1 0,-58 0 0,41 0 0,-43-3 0,-103-9 0,55 6 0,-131-9 0,-5 1 0,-116-6 0,292 19 0,-62 3 0,5 12 0,79-8 0,-39 2 0,9 0 0,-8-1 0,-136-7 0,215 0 0,1 1 0,-22 6 0,2-1 0,-55 9 0,39-4-1365,37-9-5461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8:35.7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89 24575,'-3'-7'0,"-8"-34"0,10 39 0,1-1 0,-1 0 0,1 0 0,0 0 0,0 0 0,0 1 0,0-1 0,1 0 0,-1 0 0,1 0 0,1-4 0,-2 7 0,0 0 0,0 0 0,0-1 0,0 1 0,0 0 0,0 0 0,0 0 0,0 0 0,0 0 0,0 0 0,0 0 0,1 0 0,-1 0 0,0 0 0,0-1 0,0 1 0,0 0 0,0 0 0,0 0 0,0 0 0,0 0 0,0 0 0,0 0 0,0 0 0,0 0 0,0 0 0,0 0 0,1 0 0,-1 0 0,0 0 0,0 0 0,0 0 0,0 0 0,0 0 0,0 0 0,0 0 0,0 0 0,0 0 0,1 0 0,-1 0 0,0 0 0,0 0 0,0 0 0,0 0 0,0 0 0,0 0 0,0 0 0,0 0 0,0 0 0,1 0 0,-1 0 0,0 0 0,0 0 0,0 0 0,0 0 0,3 8 0,1 8 0,-2 57 0,-3-50 0,2 0 0,4 27 0,5 3 0,28 82 0,-34-123 15,-1 0 0,0 0 0,0 0 0,-1 0 0,-1 0 0,0 1 0,-1 18 0,0-26-89,-1 1-1,0-1 1,0 1 0,-1-1 0,1 1-1,-1-1 1,0 0 0,-1 0 0,1 0-1,-1 0 1,0-1 0,0 1 0,-1-1-1,1 0 1,-1 0 0,0 0 0,0 0-1,0 0 1,-5 2 0,-3 2-6752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8:36.7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364 76 24575,'0'-1'0,"-114"-50"0,100 46 0,0 0 0,-1 1 0,1 1 0,-1 0 0,1 1 0,-22 0 0,30 3 0,-1 0 0,0 0 0,0 0 0,1 1 0,-1 0 0,1 0 0,-1 0 0,1 1 0,0 0 0,-7 5 0,9-6 0,1 0 0,-1 1 0,1-1 0,0 1 0,0 0 0,0 0 0,0 0 0,1 0 0,-1 1 0,1-1 0,-1 1 0,1-1 0,0 1 0,1 0 0,-1 0 0,1 0 0,-2 6 0,2-1 0,0 1 0,1-1 0,0 1 0,0 0 0,1-1 0,0 1 0,1-1 0,0 1 0,1-1 0,0 0 0,0 0 0,1 0 0,6 12 0,5 8 0,-10-18 0,1-1 0,0 1 0,10 13 0,-13-21 0,-1 0 0,1-1 0,-1 1 0,1-1 0,0 1 0,0-1 0,0 0 0,0 0 0,0-1 0,1 1 0,-1-1 0,0 1 0,1-1 0,-1 0 0,7 1 0,91 4 0,24 11-1365,-109-14-5461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8:37.5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289 121 24575,'8'-33'0,"4"-15"0,-10 44 0,-1 0 0,1 0 0,0-1 0,0 1 0,1 0 0,-1 1 0,1-1 0,3-3 0,-25 24 0,5-5 0,2 0 0,-1 0 0,-18 26 0,16-11 0,1 0 0,-17 51 0,-2 5 0,-85 128 0,113-203-227,0 1-1,1 0 1,0 0-1,0 0 1,-4 15-1,7-13-6598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8:37.9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48 0 24575,'-2'1'0,"-1"-1"0,1 1 0,-1 0 0,1 0 0,0 0 0,-1 0 0,1 0 0,0 1 0,0-1 0,0 1 0,0-1 0,0 1 0,0 0 0,0 0 0,1 0 0,-1 0 0,0 0 0,0 2 0,0-1 0,1 1 0,0-1 0,0 0 0,0 0 0,1 1 0,-1-1 0,1 0 0,0 1 0,0-1 0,0 0 0,0 1 0,1-1 0,0 5 0,2 6 0,1 0 0,1 0 0,0 0 0,1 0 0,0-1 0,1 0 0,16 23 0,-20-32 0,0 0 0,0 0 0,-1 0 0,0 0 0,0 1 0,0-1 0,0 1 0,1 7 0,-3-12 0,0 0 0,0-1 0,0 1 0,0 0 0,0 0 0,0 0 0,0 0 0,-1 0 0,1-1 0,0 1 0,0 0 0,0 0 0,0 0 0,0 0 0,-1 0 0,1 0 0,0 0 0,0 0 0,0 0 0,0 0 0,-1 0 0,1 0 0,0 0 0,0 0 0,0 0 0,0 0 0,-1 0 0,1 0 0,0 0 0,0 0 0,0 0 0,-1 0 0,1 0 0,0 0 0,0 0 0,0 0 0,0 0 0,0 0 0,-1 0 0,1 0 0,0 1 0,0-1 0,0 0 0,0 0 0,0 0 0,-1 0 0,1 0 0,0 0 0,0 1 0,0-1 0,0 0 0,0 0 0,0 0 0,0 0 0,0 1 0,0-1 0,0 0 0,0 0 0,0 0 0,0 0 0,0 1 0,0-1 0,0 0 0,0 0 0,0 0 0,0 0 0,0 1 0,-13-13 0,11 11 0,-21-26-1365,14 14-5461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8:38.3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69 24575,'1'0'0,"26"-15"0,0 1 0,42-14 0,-62 25 0,1 1 0,0 0 0,-1 0 0,1 1 0,0 0 0,0 1 0,0-1 0,-1 1 0,1 1 0,0 0 0,0 0 0,0 0 0,-1 1 0,16 5 0,-17-3 0,0-1 0,0 2 0,0-1 0,0 0 0,-1 1 0,0 0 0,0 1 0,0-1 0,-1 1 0,1 0 0,-1 0 0,-1 0 0,1 0 0,3 9 0,-4-7 0,0 0 0,0 0 0,-1 0 0,0 0 0,0 1 0,-1-1 0,0 1 0,-1-1 0,1 0 0,-2 1 0,1-1 0,-3 9 0,2-10 0,-2-1 0,1 0 0,-1 0 0,0 0 0,0 0 0,0 0 0,-1 0 0,0-1 0,0 0 0,0 0 0,-1 0 0,0 0 0,0-1 0,0 0 0,0 0 0,-1 0 0,-10 5 0,-8 3 0,0-2 0,0-1 0,-31 7 0,45-13 0,-39 7 101,21-5-1567,13-2-5360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8:46.2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 59 24575,'-3'-25'0,"2"22"0,0-1 0,1 1 0,-1 0 0,1-1 0,0 1 0,0 0 0,0-1 0,1-3 0,4 33 0,-1 26 0,3 1 0,16 59 0,-18-91 0,-2 0 0,0 1 0,-2 0 0,0-1 0,-1 1 0,-1 0 0,-7 33 0,3-36 0,0 0 0,-2-1 0,-16 35 0,22-53 0,1 0 0,0 1 0,0-1 0,0 0 0,0 0 0,-1 0 0,1 0 0,0 0 0,0 1 0,0-1 0,0 0 0,0 0 0,0 0 0,-1 1 0,1-1 0,0 0 0,0 0 0,0 0 0,0 1 0,0-1 0,0 0 0,0 0 0,0 0 0,0 1 0,0-1 0,0 0 0,0 0 0,0 0 0,0 1 0,0-1 0,0 0 0,0 0 0,0 0 0,1 1 0,-1-1 0,0 0 0,0 0 0,0 0 0,0 0 0,0 1 0,0-1 0,0 0 0,1 0 0,-1 0 0,0 0 0,0 1 0,1-2 0,-1 1 0,1 0 0,-1 0 0,1 0 0,-1-1 0,1 1 0,-1 0 0,1 0 0,-1-1 0,0 1 0,1-1 0,-1 1 0,0 0 0,1-1 0,-1 1 0,0-1 0,1 1 0,-1-1 0,1-1-105,0 0 0,-1 0 0,1 0 0,-1 0 0,1 0 0,-1-1 0,0 1 0,0 0 0,0 0 0,0 0 0,0 0 0,-1-3 0,-1-5-6721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8:46.7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40 6 24575,'3'-1'0,"0"0"0,0 1 0,-1 0 0,1 0 0,0 0 0,0 0 0,0 0 0,-1 1 0,1-1 0,0 1 0,-1 0 0,1-1 0,0 1 0,-1 0 0,1 1 0,-1-1 0,4 3 0,6 3 0,-1 1 0,13 13 0,-13-12 0,37 37 0,-34-31 0,1-1 0,24 18 0,-39-32 0,0 0 0,0 0 0,0 0 0,0 0 0,0 0 0,0 0 0,0 0 0,0 0 0,0 0 0,0-1 0,1 1 0,-1 0 0,0 0 0,0 0 0,0 0 0,0 0 0,0 0 0,0 0 0,0 0 0,0 0 0,0 0 0,0 0 0,0 0 0,0 0 0,0 0 0,0 0 0,0 0 0,1 0 0,-1 0 0,0 0 0,0 0 0,0 0 0,0 0 0,0 0 0,0 0 0,0 0 0,0 0 0,0 0 0,0 0 0,0 0 0,0 0 0,0 0 0,1 0 0,-1 0 0,0 0 0,0 0 0,0 0 0,0 0 0,-7-10 0,-11-14 0,-12-3 0,0 0 0,-2 2 0,-36-22 0,53 40 0,14 7 0,1 0 0,-1 0 0,1 0 0,-1 0 0,1 0 0,-1 0 0,1 0 0,0 0 0,-1 0 0,1 1 0,-1-1 0,1 0 0,-1 0 0,1 0 0,0 0 0,-1 1 0,1-1 0,-1 0 0,1 1 0,-1-1 0,0 2 0,0 0 0,0-1 0,1 1 0,-1 0 0,0 0 0,1 0 0,-1 0 0,1-1 0,0 1 0,0 0 0,-1 0 0,1 0 0,1 2 0,-1 9 0,2-1 0,-1 1 0,2-1 0,5 19 0,-4-17 0,0 1 0,2 22 0,-6-36 4,0 1 1,0 0-1,1-1 0,-1 1 0,0-1 0,-1 1 0,1 0 0,0-1 0,0 1 1,-1-1-1,1 1 0,-1-1 0,1 1 0,-1-1 0,0 0 0,1 1 0,-1-1 1,0 1-1,0-1 0,0 0 0,0 0 0,0 0 0,0 0 0,-1 0 0,1 0 1,0 0-1,-1 0 0,-1 1 0,0-1-118,0 0 0,-1 0-1,1-1 1,0 1 0,0-1 0,-1 0-1,1 0 1,0 0 0,-1 0 0,1-1-1,0 1 1,-5-2 0,-5-2-6712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8:48.4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 12 24575,'-8'-11'0,"12"23"0,3 25 0,3-1 0,0 0 0,3-1 0,22 47 0,-22-55 0,-1 1 0,-2 0 0,-1 1 0,6 32 0,-15-58 35,-1-4-691,0 0-88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8:49.0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592 53 24575,'2'-5'0,"-1"1"0,0 0 0,0 0 0,1 0 0,0 0 0,-1 0 0,1 1 0,1-1 0,-1 1 0,0-1 0,1 1 0,3-4 0,-9 9 0,-1 0 0,0 0 0,0-1 0,0 0 0,-5 2 0,-2 0 0,-4 0 0,-1 0 0,1 0 0,-1-1 0,-27-1 0,20-1 0,-26 4 0,-8 2 0,-101-3 0,102-3 0,37-1 67,-30-6 0,-3 1-1566,40 5-5327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8:49.9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128 65 24575,'-2'-2'0,"-1"0"0,1 1 0,-1 0 0,1-1 0,-1 1 0,0 0 0,1 0 0,-1 0 0,0 1 0,0-1 0,-4 0 0,6 1 0,0 1 0,0-1 0,0 0 0,0 0 0,0 1 0,0-1 0,0 0 0,0 1 0,0-1 0,0 1 0,0 0 0,0-1 0,1 1 0,-1 0 0,0-1 0,0 1 0,1 0 0,-1 0 0,0 0 0,1-1 0,-1 1 0,1 0 0,-1 0 0,1 0 0,-1 0 0,1 0 0,0 0 0,-1 0 0,1 0 0,0 0 0,0 1 0,0-1 0,0 1 0,-2 6 0,1 1 0,1-1 0,0 1 0,0 0 0,0-1 0,1 1 0,1-1 0,-1 1 0,1-1 0,1 0 0,-1 1 0,2-1 0,-1-1 0,8 14 0,-10-20 0,0 0 0,-1 0 0,1 0 0,0 0 0,-1 0 0,1 0 0,0-1 0,0 1 0,0 0 0,0-1 0,0 1 0,0-1 0,0 1 0,0-1 0,0 1 0,1 0 0,-1-1 0,-1 0 0,1 0 0,-1-1 0,0 1 0,1 0 0,-1 0 0,1 0 0,-1 0 0,1 0 0,-1-1 0,1 1 0,-1 0 0,0 0 0,1-1 0,-1 1 0,1 0 0,-1-1 0,0 1 0,1 0 0,-1-1 0,0 1 0,0 0 0,1-1 0,-1 1 0,0-1 0,2-2 0,-2 1 0,1-1 0,0 0 0,0 1 0,-1-1 0,1 0 0,-1 0 0,0 0 0,0 1 0,0-1 0,-1-4 0,-3-12 0,-1 0 0,-1 1 0,0 0 0,-2 0 0,0 0 0,-1 1 0,-20-29 0,29 45 0,-1 1 0,1-1 0,-1 0 0,1 0 0,-1 1 0,1-1 0,-1 0 0,0 1 0,1-1 0,-1 1 0,0-1 0,0 1 0,1-1 0,-1 1 0,0 0 0,0-1 0,1 1 0,-1 0 0,-2-1 0,3 1 0,-1 0 0,1 1 0,0-1 0,-1 0 0,1 0 0,-1 1 0,1-1 0,0 0 0,-1 1 0,1-1 0,-1 0 0,1 1 0,0-1 0,0 0 0,-1 1 0,1-1 0,0 1 0,0-1 0,-1 1 0,1-1 0,0 1 0,0-1 0,0 1 0,0 0 0,-1 3 0,0 0 0,1 0 0,-1 1 0,1-1 0,0 0 0,1 8 0,2 0 0,0 1 0,1-1 0,0 0 0,12 21 0,29 43 0,-30-61 0,-15-15 0,0 1 0,0-1 0,1 0 0,-1 0 0,0 0 0,0 0 0,0 0 0,1 1 0,-1-1 0,0 0 0,0 0 0,0 0 0,1 0 0,-1 0 0,0 0 0,0 0 0,1 0 0,-1 0 0,0 0 0,0 0 0,1 0 0,-1 0 0,0 0 0,0 0 0,0 0 0,1 0 0,-1 0 0,0-1 0,1 1 0,-1-1 0,0 1 0,0-1 0,1 1 0,-1-1 0,0 0 0,0 1 0,0-1 0,0 1 0,0-1 0,0 0 0,0 1 0,0-1 0,0 0 0,0 1 0,0-2 0,-3-8 0,0 0 0,-1 0 0,0 0 0,0 0 0,-1 1 0,0 0 0,-12-16 0,-1-3 0,9 13 0,-1 0 0,-21-24 0,30 38 0,1 1 0,0 0 0,0-1 0,0 1 0,-1 0 0,1 0 0,0-1 0,-1 1 0,1 0 0,0 0 0,0-1 0,-1 1 0,1 0 0,-1 0 0,1 0 0,0 0 0,-1-1 0,1 1 0,0 0 0,-1 0 0,1 0 0,0 0 0,-1 0 0,1 0 0,-1 0 0,0 0 0,-2 8 0,5 15 0,5 2 0,1-1 0,1-1 0,12 25 0,5 9-1365,-22-49-5461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8:59.0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185 165 24575,'-47'1'0,"-52"-2"0,96 1 0,0-1 0,-1 1 0,1-1 0,0 0 0,-1 0 0,-2-2 0,5 3 0,1 0 0,-1-1 0,0 1 0,0 0 0,1-1 0,-1 1 0,0-1 0,1 1 0,-1-1 0,0 1 0,1-1 0,-1 0 0,1 1 0,-1-1 0,1 0 0,-1 1 0,1-1 0,0 0 0,-1 0 0,1 1 0,0-1 0,0 0 0,-1 0 0,1 1 0,0-1 0,0 0 0,0 0 0,0 0 0,0-1 0,0 1 0,1 1 0,-1-1 0,1 0 0,-1 1 0,0-1 0,1 1 0,-1-1 0,1 0 0,0 1 0,-1-1 0,1 1 0,-1-1 0,1 1 0,0 0 0,-1-1 0,1 1 0,0 0 0,-1-1 0,1 1 0,0 0 0,0 0 0,-1 0 0,1 0 0,0-1 0,0 1 0,-1 0 0,1 0 0,0 0 0,0 1 0,0-1 0,-1 0 0,2 0 0,25 7 0,-2 1 0,0 0 0,47 7 0,-40-9 0,-20-3 0,0-1 0,18 1 0,-7-3 0,40-7 0,-38 3 0,29 0 0,641 4 0,-605 8 0,1-1 0,-68-6 0,0 0 0,31 6 0,-13-3 0,-1-1 0,67-3 0,-35-2 0,233 2 0,-279 1 0,29 6 0,20 0 0,-40-6 0,44 7 0,-33-3 0,1-2 0,60-4 0,-31-1 0,-54 2 0,1 2 0,33 5 0,-35-4 0,0-1 0,37-2 0,-37 0 0,-1 0 0,0 1 0,21 4 0,-15 0 0,0-2 0,1-1 0,-1-1 0,42-3 0,-20-5 0,-30 4 0,32-2 0,334 6 0,-358-3 0,29-4 0,19-1 0,18 0 0,8-1 0,-81 7 0,29-5 0,-28 3 0,28-1 0,20 5 0,51-2 0,-86-6 0,-32 6 0,1 1 0,0-1 0,-1 1 0,1-1 0,0 0 0,-1 0 0,1 0 0,-1 0 0,1 0 0,-1 0 0,0 0 0,1 0 0,-1-1 0,0 1 0,2-3 0,-3 3 0,0 1 0,0-1 0,0 0 0,0 1 0,0-1 0,0 0 0,0 1 0,0-1 0,0 1 0,0-1 0,0 0 0,0 1 0,0-1 0,-1 1 0,1-1 0,0 0 0,0 1 0,-1-1 0,1 1 0,-1-1 0,1 1 0,0-1 0,-1 1 0,1-1 0,-1 1 0,1 0 0,-1-1 0,1 1 0,-1 0 0,1-1 0,-2 1 0,-18-9 0,20 8 0,-189-73 0,72 21 0,116 53 0,0-1 0,0 1 0,0-1 0,0 0 0,0 1 0,0-1 0,0 0 0,0 1 0,1-1 0,-1 0 0,0 0 0,1 0 0,-1 0 0,0-1 0,1 2 0,0 0 0,0 0 0,0 0 0,0 0 0,0 0 0,0 0 0,0 0 0,0 0 0,0-1 0,0 1 0,0 0 0,0 0 0,0 0 0,0 0 0,0 0 0,0 0 0,0 0 0,0 0 0,0 0 0,0 0 0,0-1 0,0 1 0,0 0 0,0 0 0,0 0 0,0 0 0,0 0 0,1 0 0,-1 0 0,0 0 0,0 0 0,0 0 0,0 0 0,0 0 0,0 0 0,0 0 0,0 0 0,0 0 0,0 0 0,1 0 0,-1 0 0,0 0 0,0 0 0,0 0 0,0 0 0,0 0 0,0 0 0,11 3 0,120 63 0,131 76 0,-258-139 0,0 0 0,1-1 0,-1 1 0,-1 1 0,1-1 0,0 1 0,4 6 0,-7-10 0,0 1 0,-1 0 0,1 0 0,-1 0 0,1 0 0,-1 0 0,1 1 0,-1-1 0,0 0 0,0 0 0,1 0 0,-1 0 0,0 0 0,0 0 0,0 0 0,0 1 0,0-1 0,0 0 0,-1 0 0,1 0 0,0 0 0,-1 0 0,1 0 0,0 0 0,-1 0 0,1 0 0,-1 0 0,0 0 0,1 0 0,-1 0 0,0 0 0,0 0 0,1 0 0,-1-1 0,0 1 0,0 0 0,0-1 0,0 1 0,-1 0 0,-6 3 0,0 0 0,0 0 0,0-1 0,-1-1 0,1 1 0,-1-1 0,1-1 0,-1 0 0,-12 1 0,-12 2 0,26-3-59,-14 3 152,-31 8 1,44-9-281,1-1 1,0 1-1,0 1 0,0-1 1,1 1-1,-1 1 1,-10 8-1,5-2-6639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9:02.0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9 24575,'-3'-8'0,"5"7"0,10 12 0,-10-8 0,116 108 0,169 116 0,-244-193 0,-92-66-1365,40 26-5461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9:02.5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360 62 24575,'-1'-2'0,"0"-3"0,0 0 0,-1 0 0,0 0 0,0 0 0,-1 0 0,1 1 0,-1-1 0,0 1 0,0-1 0,-5-4 0,7 9 0,1-1 0,-1 1 0,1 0 0,0 0 0,-1-1 0,1 1 0,-1 0 0,1 0 0,-1 0 0,1 0 0,-1 0 0,1 0 0,-1 0 0,1 0 0,-1 0 0,1 0 0,-1 0 0,1 0 0,-1 0 0,1 0 0,-1 0 0,1 0 0,-1 1 0,1-1 0,-1 0 0,1 0 0,0 1 0,-1-1 0,1 0 0,-1 0 0,1 1 0,0-1 0,-1 1 0,1-1 0,0 0 0,-1 1 0,1-1 0,0 1 0,-1 0 0,-11 22 0,9-16 0,-6 7 0,0-1 0,-1 0 0,-21 21 0,20-23 0,1 0 0,0 0 0,1 1 0,-14 23 0,19-25 0,-1-1 0,-1 0 0,0 0 0,0 0 0,-1-1 0,0 1 0,0-2 0,0 1 0,-1-1 0,-1 0 0,1-1 0,-1 0 0,0 0 0,-10 4 0,-25 9-1365,32-16-5461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9:02.9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24575,'0'3'0,"0"2"0,2 4 0,1 3 0,0 1 0,2 1 0,3 1 0,-1 0 0,2-3 0,-1 0 0,-2 0 0,0-3 0,0 1 0,-2 0 0,-3-1 0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9:03.7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277 86 24575,'-17'-9'0,"-70"-36"0,71 38 0,1 1 0,-1 1 0,-30-7 0,43 11 0,-1 1 0,1-1 0,0 1 0,-1 0 0,1 0 0,0 0 0,-1 1 0,1-1 0,0 1 0,0 0 0,-1 0 0,1 0 0,0 0 0,-6 3 0,7-2 0,0-1 0,1 1 0,-1 0 0,0-1 0,0 1 0,1 0 0,-1 0 0,1 0 0,0 0 0,-1 0 0,1 1 0,0-1 0,0 0 0,1 0 0,-1 1 0,0-1 0,1 1 0,-1-1 0,1 0 0,0 4 0,0 4 0,0 0 0,0 0 0,1 0 0,1 0 0,3 13 0,19 46 0,-6-22 0,-10-21 0,-2 1 0,-1 0 0,1 28 0,2 9 0,-4-28 0,-3-24 0,0 0 0,1 1 0,1-1 0,5 19 0,-7-29 0,0 1 0,1 0 0,-1 0 0,1-1 0,-1 1 0,1-1 0,0 1 0,0-1 0,0 0 0,0 0 0,0 1 0,1-2 0,-1 1 0,1 0 0,-1 0 0,1-1 0,0 1 0,-1-1 0,1 0 0,0 0 0,0 0 0,0 0 0,4 0 0,16 1 0,-1-1 0,39-3 0,-6 0 0,-51 2-105,-1 0 0,0 0 0,1 0 0,-1-1 0,0 1 0,1-1 0,-1 0 0,0 0 0,0 0 0,0 0 0,0-1 0,4-1 0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9:04.3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30 24575,'0'11'0,"2"0"0,-1 0 0,2 0 0,-1-1 0,1 1 0,1-1 0,0 0 0,0 1 0,8 10 0,-8-13 0,1 1 0,0-2 0,1 1 0,0 0 0,0-1 0,1 0 0,0-1 0,0 0 0,1 0 0,-1 0 0,15 8 0,-21-14 0,0 0 0,0 1 0,-1-1 0,1 1 0,0-1 0,0 0 0,0 1 0,0-1 0,0 0 0,-1 0 0,1 0 0,0 0 0,0 0 0,0 0 0,0 0 0,0 0 0,0 0 0,0 0 0,-1 0 0,1 0 0,0-1 0,0 1 0,0 0 0,0-1 0,0 1 0,-1-1 0,1 1 0,0-1 0,-1 1 0,1-1 0,0 1 0,-1-1 0,1 0 0,0 1 0,-1-1 0,1 0 0,-1 0 0,1 1 0,-1-1 0,0 0 0,1 0 0,-1 0 0,0 0 0,1 0 0,-1 1 0,0-1 0,0-2 0,1-5 0,0-1 0,0 1 0,-1-1 0,-1-9 0,1 9 0,-1-16 0,-1 7 0,3-28 0,-1 42 0,1 0 0,-1 0 0,1 0 0,0 0 0,0 0 0,0 0 0,1 0 0,-1 0 0,1 1 0,0-1 0,0 1 0,4-6 0,-4 8 0,-1-1 0,0 1 0,1-1 0,-1 1 0,1 0 0,0 0 0,-1 0 0,1 0 0,0 0 0,-1 0 0,1 1 0,0-1 0,0 0 0,0 1 0,0 0 0,0-1 0,0 1 0,2 0 0,-1 0 0,1 1 0,-1-1 0,0 1 0,1 0 0,-1 0 0,0 0 0,0 0 0,0 0 0,5 4 0,4 3 0,-1 1 0,0 0 0,19 20 0,-26-25 0,53 48 0,-38-35 0,0 0 0,31 38 0,-49-54 10,0 0 0,0 1 0,0-1 0,-1 1 0,1-1 0,0 1 0,-1-1 0,1 1 0,-1-1 0,0 1 0,1 2 0,-1-4-43,0 1 0,0-1 0,0 1 0,0-1 0,-1 1 0,1-1 0,0 0 0,0 1 0,0-1 0,0 1 0,-1-1 0,1 0 0,0 1 0,0-1 0,-1 0 0,1 1 0,0-1 0,-1 0 0,1 1 0,0-1 0,-1 0 0,1 0 0,0 1 0,-1-1 0,1 0 0,-1 0 0,1 0 0,0 0 0,-1 1 0,1-1 0,-1 0 0,1 0 0,-1 0 0,1 0 0,-1 0 0,1 0 0,0 0 0,-1 0 0,1 0 0,-1-1 0,1 1 0,-1 0 0,1 0 0,-1 0 0,-7-2-6793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9:04.8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31 24575,'11'-3'0,"11"-4"0,0 1 0,0 0 0,34-2 0,-49 8 0,-1-1 0,1 2 0,0-1 0,0 1 0,-1 0 0,1 0 0,0 1 0,-1 0 0,0 0 0,1 0 0,-1 1 0,0 0 0,0 0 0,0 1 0,-1-1 0,7 7 0,-1-1 0,6 5 0,21 24 0,-34-34 0,0 1 0,0 1 0,0-1 0,-1 1 0,0-1 0,0 1 0,0 0 0,-1 0 0,3 8 0,12 83 0,11 36 0,-7-72 0,5 17 0,-24-68 0,0 0 0,0 0 0,-1 1 0,0-1 0,-1 18 0,0-27 0,0 1 0,0 0 0,-1 0 0,1-1 0,0 1 0,-1 0 0,0-1 0,1 1 0,-1 0 0,0-1 0,0 1 0,0-1 0,0 1 0,0-1 0,0 0 0,0 1 0,0-1 0,-3 1 0,2 0 0,-1-1 0,1 1 0,-1-1 0,1 0 0,-1 0 0,0 0 0,1 0 0,-1-1 0,0 1 0,-4-1 0,-4 1 0,0-2 0,0 1 0,0-2 0,-18-3 0,-24-9-24,29 8-423,0 0 0,-44-4 0,55 9-6379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9:17.6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308 46 24575,'-5'-5'0,"0"1"0,0-1 0,-1 1 0,1 1 0,-1-1 0,0 1 0,0 0 0,0 0 0,0 0 0,0 1 0,-8-2 0,9 3 0,0 1 0,0-1 0,0 1 0,-1 0 0,1 0 0,0 0 0,0 1 0,0-1 0,-1 1 0,1 1 0,0-1 0,0 1 0,0 0 0,-7 4 0,3-2 0,2 0 0,1-1 0,-1 1 0,1 0 0,0 1 0,-8 6 0,14-10 0,-1 0 0,0 0 0,0-1 0,1 1 0,-1 0 0,1 0 0,-1 0 0,1 0 0,-1 0 0,1 0 0,-1 1 0,1-1 0,0 0 0,0 0 0,0 0 0,-1 0 0,1 2 0,1-2 0,-1 1 0,1-1 0,-1 1 0,1-1 0,-1 0 0,1 0 0,0 1 0,0-1 0,0 0 0,0 0 0,-1 0 0,2 0 0,-1 0 0,0 0 0,0 0 0,0 0 0,2 1 0,200 136 0,-200-136 0,0 1 0,-1-1 0,1 0 0,-1 0 0,1 1 0,-1 0 0,0-1 0,0 1 0,0 0 0,-1 0 0,1 0 0,-1 0 0,0 0 0,2 4 0,-3-6 0,0 1 0,0-1 0,0 1 0,0-1 0,0 1 0,0-1 0,0 1 0,0-1 0,-1 1 0,1-1 0,0 0 0,-1 1 0,1-1 0,-1 0 0,0 1 0,1-1 0,-1 0 0,0 0 0,0 1 0,0-1 0,0 0 0,0 0 0,0 0 0,0 0 0,0 0 0,0 0 0,-1-1 0,1 1 0,0 0 0,-1-1 0,1 1 0,0 0 0,-1-1 0,-1 1 0,-10 2 0,0-1 0,0 0 0,0 0 0,-1-2 0,1 1 0,-21-4 0,1 2 0,-9 1 0,23 1 0,1-1 0,-36-5 0,53 5 0,-1 0 0,0 0 0,1-1 0,-1 1 0,1-1 0,-1 1 0,1-1 0,-1 0 0,1 1 0,-1-1 0,1 0 0,-1 0 0,1 0 0,0 0 0,0 0 0,0 0 0,-1-1 0,1 1 0,-1-2 0,2 1 0,-1 1 0,1-1 0,0 1 0,0 0 0,0-1 0,-1 1 0,2-1 0,-1 1 0,0-1 0,0 1 0,0 0 0,1-1 0,-1 1 0,1-1 0,-1 1 0,1 0 0,-1-1 0,1 1 0,0 0 0,0 0 0,-1 0 0,1-1 0,1 0 0,3-3-227,0-1-1,1 1 1,-1 1-1,1-1 1,11-7-1,-7 7-6598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9:18.8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125 141 24575,'-8'-6'0,"0"0"0,-1 0 0,1 1 0,-1 0 0,-1 0 0,1 1 0,0 0 0,-1 1 0,-11-3 0,20 5 0,0 1 0,0 0 0,0 0 0,0 0 0,0-1 0,0 1 0,0 0 0,1 0 0,-1 0 0,0 0 0,0 1 0,0-1 0,0 0 0,0 0 0,0 0 0,0 1 0,1-1 0,-1 1 0,0-1 0,0 0 0,0 1 0,1-1 0,-2 2 0,1-1 0,1 0 0,0 0 0,0 0 0,0-1 0,-1 1 0,1 0 0,0 0 0,0 0 0,0 0 0,1 0 0,-1 0 0,0-1 0,0 1 0,0 0 0,1 0 0,-1 0 0,0 0 0,1-1 0,0 2 0,3 5 0,0 0 0,0-1 0,1 0 0,6 6 0,0 1 0,1-2 0,0 0 0,25 17 0,-30-23 0,0-2 0,0 1 0,0-1 0,0 0 0,0 0 0,1-1 0,-1 0 0,1 0 0,0-1 0,10 1 0,-11-2 0,-1 0 0,0 1 0,0-1 0,0-1 0,0 1 0,7-2 0,-12 1 0,0 1 0,1-1 0,-1 1 0,1-1 0,-1 1 0,0-1 0,0 0 0,1 0 0,-1 1 0,0-1 0,0 0 0,0 0 0,0 0 0,0 0 0,0-1 0,0 1 0,-1 0 0,1 0 0,0 0 0,0-1 0,-1 1 0,1 0 0,-1-1 0,0 1 0,1-1 0,-1-1 0,1-3 0,0 0 0,-1 0 0,0 0 0,0-1 0,0 1 0,-1 0 0,0 0 0,0 0 0,-1 0 0,0 0 0,0 0 0,-3-6 0,10 21 0,-1-1 0,1 1 0,0-1 0,0 0 0,12 12 0,-10-12 0,0-1 0,1 0 0,1-1 0,-1 1 0,1-2 0,0 1 0,0-1 0,1 0 0,-1-1 0,1 0 0,0-1 0,14 3 0,-22-5 0,0-1 0,0 0 0,0 0 0,0 1 0,0-2 0,0 1 0,0 0 0,0 0 0,0 0 0,0-1 0,0 1 0,0-1 0,-1 0 0,1 1 0,0-1 0,0 0 0,-1 0 0,1 0 0,2-2 0,-2 0 0,0 1 0,0 0 0,0 0 0,-1-1 0,1 1 0,-1-1 0,0 1 0,0-1 0,0 0 0,0 1 0,0-1 0,0-3 0,0-3 0,0 1 0,-1-1 0,1 1 0,-2-1 0,1 1 0,-1 0 0,-1-1 0,-3-10 0,5 18 0,-1-1 0,1 0 0,0 1 0,-1-1 0,1 1 0,0-1 0,0 0 0,0 1 0,0-1 0,0 0 0,1-2 0,-1 4 0,0 0 0,0 0 0,0 0 0,1-1 0,-1 1 0,0 0 0,0 0 0,0 0 0,0 0 0,0 0 0,0-1 0,0 1 0,1 0 0,-1 0 0,0 0 0,0 0 0,0 0 0,0 0 0,0 0 0,1 0 0,-1-1 0,0 1 0,0 0 0,0 0 0,0 0 0,1 0 0,-1 0 0,0 0 0,0 0 0,0 0 0,0 0 0,1 0 0,-1 0 0,0 0 0,0 0 0,11 9 0,4 11 0,35 40 0,-45-55 0,0 0 0,1 0 0,0 0 0,0-1 0,0 0 0,1 0 0,13 6 0,-19-9 0,1-1 0,-1 1 0,1-1 0,-1 1 0,1-1 0,-1 0 0,1 0 0,-1 1 0,1-1 0,-1 0 0,1 0 0,-1-1 0,1 1 0,0 0 0,-1 0 0,0-1 0,1 1 0,-1-1 0,1 1 0,-1-1 0,1 0 0,-1 0 0,0 1 0,0-1 0,1 0 0,-1 0 0,0 0 0,0 0 0,0 0 0,0-1 0,0 1 0,1-2 0,1-3 0,1-1 0,-2 1 0,1-1 0,-1 0 0,3-11 0,-2 8 0,-3 10 0,0-1 0,0 1 0,0 0 0,0 0 0,0-1 0,0 1 0,0 0 0,0 0 0,0 0 0,0-1 0,0 1 0,0 0 0,1 0 0,-1 0 0,0-1 0,0 1 0,0 0 0,0 0 0,1 0 0,-1 0 0,0-1 0,0 1 0,0 0 0,1 0 0,-1 0 0,0 0 0,0 0 0,0 0 0,1 0 0,-1 0 0,0 0 0,1-1 0,6 7 0,8 15 0,-12-16 0,-1-2 0,0 0 0,0-1 0,0 1 0,0-1 0,0 0 0,1 0 0,-1 0 0,1 0 0,-1 0 0,1 0 0,0-1 0,0 1 0,0-1 0,0 0 0,0 0 0,0 0 0,5 1 0,1-1 0,-1-1 0,1 0 0,0-1 0,0 0 0,9-2 0,-18 3 0,4-2 0,1 2 0,0-1 0,0 0 0,-1 1 0,1 0 0,0 0 0,0 0 0,-1 1 0,1-1 0,0 1 0,-1 0 0,1 1 0,-1-1 0,1 1 0,-1 0 0,7 3 0,-6-2 0,0-1 0,1 0 0,-1 0 0,1 0 0,-1-1 0,1 0 0,-1 0 0,1 0 0,6-1 0,52-2 0,-63 2 0,5-1 0,-1 0 0,1 0 0,0 0 0,-1-1 0,1 0 0,-1 0 0,1 0 0,-1-1 0,0 1 0,0-1 0,0-1 0,0 1 0,-1-1 0,1 1 0,-1-1 0,0-1 0,0 1 0,-1 0 0,1-1 0,-1 0 0,0 0 0,0 0 0,0 0 0,-1-1 0,0 1 0,0 0 0,0-1 0,-1 0 0,0 1 0,0-1 0,0-10 0,0 8 0,-2-1 0,1 1 0,-1-1 0,0 0 0,-3-9 0,3 15 0,0 0 0,0 0 0,0 0 0,0 1 0,-1-1 0,1 0 0,-1 1 0,0-1 0,1 1 0,-1 0 0,0-1 0,-1 1 0,1 0 0,0 0 0,0 0 0,-1 1 0,1-1 0,-5-1 0,6 2 0,0 1 0,0-1 0,0 1 0,0 0 0,0-1 0,0 1 0,0 0 0,0 0 0,0 0 0,0 0 0,0 0 0,0 0 0,-1 0 0,1 0 0,0 0 0,0 1 0,0-1 0,0 0 0,0 1 0,0-1 0,0 1 0,0-1 0,-1 1 0,1 1 0,-1 0 0,0 0 0,0-1 0,1 1 0,-1 0 0,1 0 0,-1 0 0,1 0 0,-2 5 0,0 1 0,0 1 0,1 0 0,-1 0 0,0 14 0,2-12 0,1 0 0,0-1 0,1 1 0,0-1 0,0 1 0,1-1 0,1 1 0,0-1 0,7 17 0,-6-19 0,0-1 0,0 1 0,0 0 0,1-1 0,1 0 0,-1 0 0,1-1 0,0 1 0,0-1 0,1 0 0,0-1 0,8 6 0,-10-9 10,1 1 0,-1-1 0,1 0 0,-1 0 0,1-1 0,-1 1 0,1-1 0,0-1 0,0 1 0,0-1 0,6 0 0,-4-1-196,0 0 1,0 0-1,1-1 0,-1 0 1,0 0-1,-1-1 1,9-3-1,-4 0-6640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9:19.4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279 75 24575,'-13'-6'0,"-102"-38"0,97 38 0,-1 1 0,0 0 0,0 2 0,-24-2 0,42 5 0,-1 0 0,1 0 0,-1 0 0,1 0 0,-1 0 0,1 0 0,-1 1 0,1-1 0,0 0 0,-1 1 0,1 0 0,-1-1 0,1 1 0,0 0 0,-1-1 0,0 2 0,1-1 0,0 0 0,1-1 0,-1 1 0,0 0 0,1 0 0,-1 0 0,1 0 0,0 0 0,-1 0 0,1 0 0,0 0 0,-1 0 0,1 0 0,0 0 0,0 0 0,0 0 0,0 2 0,0 1 0,1 0 0,0-1 0,-1 1 0,2 0 0,-1-1 0,0 1 0,1-1 0,-1 1 0,1-1 0,0 0 0,3 4 0,3 2 0,1 1 0,0-1 0,1-1 0,0 0 0,0 0 0,1-1 0,0 0 0,0-1 0,0 0 0,1-1 0,0 0 0,24 6 0,-33-10 0,1-1 0,-1 1 0,0-1 0,1 0 0,-1 0 0,1 0 0,-1 0 0,1-1 0,-1 1 0,1-1 0,-1 0 0,1 0 0,-1 0 0,6-3 0,-7 3 0,0-1 0,0 1 0,0-1 0,0 1 0,0-1 0,0 0 0,0 0 0,-1 0 0,1 0 0,-1 0 0,1 0 0,-1 0 0,0-1 0,0 1 0,0 0 0,0-1 0,0 1 0,0-1 0,-1 1 0,1-5 0,-1-1 0,0 6 0,0 1 0,0-1 0,0 1 0,0-1 0,0 0 0,0 1 0,1-1 0,-1 1 0,0-1 0,2-2 0,-2 4 0,0 0 0,0 0 0,0 0 0,1 0 0,-1 0 0,0 0 0,0 0 0,0 0 0,0-1 0,0 1 0,0 0 0,1 0 0,-1 0 0,0 0 0,0 0 0,0 0 0,0 0 0,0 1 0,0-1 0,1 0 0,-1 0 0,0 0 0,0 0 0,0 0 0,0 0 0,0 0 0,0 0 0,0 0 0,1 0 0,-1 0 0,0 0 0,0 0 0,0 1 0,0-1 0,0 0 0,0 0 0,0 0 0,0 0 0,0 0 0,0 0 0,0 0 0,0 1 0,0-1 0,0 0 0,0 0 0,0 0 0,0 0 0,1 0 0,-1 0 0,0 1 0,-1-1 0,4 9 0,-2-8 0,5 21 0,14 29 0,-18-44 0,1-1 0,0 0 0,1-1 0,0 1 0,-1 0 0,2-1 0,-1 0 0,1 0 0,7 7 0,-3-7-1365,0-2-5461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9:19.8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372 146 24575,'-19'-18'0,"-59"-51"0,64 58 0,0 1 0,0 1 0,-29-14 0,42 22 0,-1 0 0,0 0 0,0 1 0,0-1 0,1 1 0,-1-1 0,0 1 0,0 0 0,0-1 0,0 1 0,0 0 0,0 0 0,0 1 0,0-1 0,1 0 0,-5 2 0,5-2 0,-1 1 0,1 0 0,0 0 0,0 0 0,0 0 0,0 0 0,0 0 0,0 0 0,0 0 0,0 1 0,0-1 0,0 0 0,0 0 0,1 1 0,-1-1 0,1 1 0,-1-1 0,1 0 0,-1 1 0,1-1 0,0 3 0,-1 7 0,0 1 0,1-1 0,0 0 0,1 1 0,0-1 0,1 0 0,6 21 0,2-3 0,22 48 0,12-1 0,-1-1 0,-42-74 0,-1 0 0,1 0 0,-1 0 0,1 0 0,-1 0 0,0 0 0,1 0 0,-1 0 0,0 0 0,0 0 0,0 0 0,0 0 0,1 0 0,-2 0 0,1 0 0,0 0 0,0 0 0,0 0 0,0 0 0,0 0 0,-1 0 0,1 0 0,-1 0 0,1 0 0,-1 1 0,-1-1 0,1 0 0,0 0 0,-1 0 0,1 0 0,-1 0 0,1-1 0,-1 1 0,0 0 0,1-1 0,-1 1 0,0-1 0,1 0 0,-1 1 0,-3-1 0,-26 1-90,0-2 1,-1-1-1,1-1 0,-42-10 0,41 7-826,13 2-5910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9:20.4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 0 24575,'-3'3'0,"0"3"0,2 2 0,2 6 0,3 3 0,3 0 0,3 3 0,0 0 0,0-1 0,-1-1 0,0-1 0,-1-4-8191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9:20.6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24575,'0'3'0,"0"3"0,0 2 0,0 4 0,0 1 0,0 1 0,0-2-8191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9:20.9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24575,'12'18'0,"33"41"0,-39-52 0,0-1 0,0 0 0,1 0 0,-1 0 0,1-1 0,10 6 0,-15-10 0,0 0 0,-1 0 0,1-1 0,0 1 0,0 0 0,0-1 0,0 1 0,0-1 0,0 1 0,0-1 0,0 0 0,0 0 0,0 0 0,0 0 0,0 0 0,0 0 0,0-1 0,0 1 0,0-1 0,0 1 0,-1-1 0,5-2 0,-3 1 0,-1 0 0,1 0 0,-1-1 0,1 1 0,-1-1 0,0 1 0,0-1 0,0 0 0,0 0 0,0 0 0,-1 0 0,2-5 0,-2 5 0,1 0 0,-1 0 0,0 0 0,1 1 0,0-1 0,-1 0 0,1 1 0,0-1 0,4-3 0,-5 5 0,1 1 0,-1-1 0,0 0 0,0 1 0,1-1 0,-1 1 0,1-1 0,-1 1 0,0 0 0,1-1 0,-1 1 0,1 0 0,-1 0 0,1 0 0,-1 0 0,0 0 0,1 1 0,-1-1 0,1 0 0,-1 1 0,0-1 0,1 1 0,2 1 0,2 1-136,1 1-1,0 0 1,-1 1-1,0 0 1,0 0-1,-1 0 1,1 1-1,-1 0 0,8 10 1,-4-3-6690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9:21.6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1 105 24575,'71'227'0,"-37"-129"0,-25-64 0,-6-20 0,-2-11 0,-2-4 0,-21-47 0,-39-91 0,53 118 0,2 0 0,0 0 0,1-1 0,-3-40 0,8 54 0,0 0 0,0 0 0,1 0 0,0 0 0,1-1 0,-1 1 0,2 1 0,-1-1 0,1 0 0,0 0 0,5-7 0,-6 12 0,0 0 0,0 0 0,0 0 0,0 0 0,0 1 0,1-1 0,0 1 0,-1 0 0,1-1 0,0 1 0,0 1 0,0-1 0,0 0 0,0 1 0,1-1 0,-1 1 0,0 0 0,1 0 0,-1 0 0,1 1 0,-1-1 0,1 1 0,-1 0 0,1 0 0,-1 0 0,1 0 0,-1 1 0,4 0 0,-3 0 0,1 0 0,-1 1 0,0-1 0,0 1 0,-1 0 0,1 0 0,0 0 0,-1 0 0,1 0 0,-1 1 0,1 0 0,-1 0 0,0 0 0,-1 0 0,1 0 0,0 1 0,3 5 0,-5-6 0,0-1 0,0 1 0,0-1 0,0 1 0,0-1 0,0 1 0,-1 0 0,1-1 0,-1 1 0,0 0 0,0-1 0,0 1 0,0 0 0,0 0 0,-1-1 0,1 1 0,-1 0 0,0-1 0,0 1 0,0-1 0,0 1 0,0-1 0,0 1 0,-1-1 0,1 0 0,-1 0 0,0 0 0,-3 4 0,1-2 0,0-1 0,-1 0 0,0 1 0,0-1 0,0-1 0,0 1 0,0-1 0,-8 3 0,-46 10 0,57-15 0,-27 4-1365,17-3-5461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9:22.0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 17 24575,'-1'-1'0,"-6"-11"0,6 9 0,7 6 0,24 25 0,-20-19 0,-1 0 0,1-1 0,21 13 0,-21-15 0,0-1 0,18 6 0,-25-10 0,0 0 0,1 0 0,-1 0 0,0-1 0,1 1 0,-1-1 0,1 0 0,-1 0 0,1 0 0,-1-1 0,0 1 0,1-1 0,3 0 0,-6 0 5,0 0 0,0 1 0,0-1-1,1 0 1,-1 0 0,0 1 0,0-1 0,0 0-1,-1 0 1,1 0 0,0 0 0,0 0 0,0-1-1,-1 1 1,1 0 0,-1 0 0,1 0-1,-1-1 1,1 1 0,-1 0 0,0 0 0,1-1-1,-1 1 1,0-2 0,0-1-191,0 0 1,0 0-1,0 0 0,-1 0 1,0 1-1,1-1 1,-3-4-1,-1-2-6640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9:22.4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24575,'2'0'0,"0"1"0,0-1 0,0 0 0,0 1 0,-1 0 0,1-1 0,0 1 0,-1 0 0,1 0 0,0 0 0,-1 0 0,1 0 0,-1 0 0,0 0 0,1 1 0,1 2 0,18 26 0,-12-15 0,-1 1 0,0 1 0,-2 0 0,6 22 0,13 75 0,-17-73 0,10 57-682,11 189-1,-29-271-6143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9:22.6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24575,'0'0'-8191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9:23.1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 19 24575,'-2'-7'0,"-2"-1"0,4 5 0,0 4 0,4 3 0,1 2 0,-1 4 0,2 1 0,0 2 0,-2 2 0,-1-1 0,0 1 0,-2 0 0,-1-2-8191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9:23.6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255 113 24575,'-2'-20'0,"-4"-6"0,-3 1 0,-2 5 0,-2 6 0,-1 8 0,-4 4 0,-2 4 0,-4 2 0,-2 2 0,-2 0 0,-1 0 0,-1 0 0,6-1-8191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9:28.2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4 24575,'-5'-3'0,"7"8"0,7 9 0,0-3 0,1-1 0,0 0 0,1 0 0,16 10 0,52 29 0,-25-16 0,65 36 0,-8-5 0,-97-50 0,-11-10 0,-11-8 0,-15-10-682,-37-32-1,47 34-6143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9:28.6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267 0 24575,'-2'1'0,"-1"-1"0,1 0 0,-1 1 0,0-1 0,1 1 0,-1 0 0,1 0 0,0 0 0,-1 0 0,1 0 0,0 1 0,-1-1 0,1 0 0,0 1 0,0 0 0,0 0 0,0-1 0,1 1 0,-1 0 0,0 1 0,1-1 0,-2 3 0,-3 6 0,0 1 0,1 0 0,-5 18 0,-2 3 0,10-28 0,-1 1 0,1-1 0,-1 0 0,0 0 0,0 0 0,-1 0 0,0 0 0,1-1 0,-1 0 0,-1 1 0,1-1 0,-1-1 0,1 1 0,-1-1 0,0 0 0,-1 0 0,1 0 0,-7 2 0,7-3-82,-1 1-34,0-1-1,0 0 0,0 0 1,-1 0-1,1-1 0,-1 1 1,1-2-1,-1 1 0,1-1 1,-11 0-1,8-3-6709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9:28.9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24575,'0'12'0,"0"7"0,3 2 0,0 1 0,2-2 0,1 1 0,2 0 0,1-2 0,0-2 0,0 0 0,-1-2 0,1-3 0,-2-1 0,-1 0 0,0-1 0,-1-1 0,-3-2 0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9:29.6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299 68 24575,'-9'-6'0,"-10"-7"0,-1 2 0,-36-16 0,51 25 0,0 0 0,-1 0 0,1 1 0,-1-1 0,0 2 0,1-1 0,-1 0 0,0 1 0,1 0 0,-1 0 0,0 1 0,1 0 0,-1 0 0,1 0 0,-1 0 0,-7 4 0,1 0 0,-32 17 0,41-20 0,0 0 0,0 0 0,0 0 0,0 1 0,0-1 0,0 1 0,1 0 0,-1-1 0,1 1 0,-3 4 0,5-5 0,-1-1 0,1 1 0,-1 0 0,1-1 0,0 1 0,-1-1 0,1 1 0,0 0 0,0-1 0,0 1 0,0 0 0,0-1 0,1 1 0,-1 0 0,0-1 0,1 1 0,-1-1 0,1 1 0,0 1 0,3 4 0,0-1 0,0 1 0,5 5 0,5 8 0,-7-5 0,0 0 0,-1 0 0,-1 1 0,0-1 0,-1 1 0,0 0 0,-2 0 0,0 1 0,0 30 0,-1-27 0,6 36 0,-1-16 0,-5-29 0,1-1 0,0 0 0,0 1 0,1-1 0,1 0 0,5 10 0,-8-17 0,1 1 0,0-1 0,-1 0 0,1 0 0,1-1 0,-1 1 0,0 0 0,1-1 0,-1 1 0,1-1 0,0 0 0,0 0 0,0 0 0,0 0 0,0 0 0,0-1 0,0 1 0,1-1 0,-1 0 0,1 0 0,5 1 0,18-1 0,38-2 0,-13-1 0,-47 2 15,0 0 0,0 0 0,0-1 0,-1 0 0,1 0 0,0 0 0,7-3 0,-10 3-83,-1 1 1,1-1-1,0 0 1,-1-1-1,1 1 1,-1 0-1,1 0 1,-1-1-1,1 1 1,-1-1-1,0 1 1,0-1-1,0 1 1,0-1-1,0 0 1,0 1-1,0-1 1,-1 0-1,1 0 1,0 0-1,-1-2 1,2-8-6759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9:30.1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24575,'14'28'0,"-3"-10"0,0 1 0,1-2 0,19 21 0,-11-13 0,-16-20 0,1 1 0,-1-1 0,1 0 0,0-1 0,0 1 0,0-1 0,1 0 0,-1 0 0,1-1 0,9 5 0,-14-8 0,0 0 0,0 0 0,1 0 0,-1 0 0,0 0 0,0 0 0,0 0 0,1 0 0,-1-1 0,0 1 0,0 0 0,0-1 0,0 1 0,0-1 0,0 1 0,1-1 0,-1 1 0,0-1 0,-1 0 0,1 1 0,0-1 0,0 0 0,0 0 0,0 0 0,-1 0 0,1 0 0,0 0 0,-1 0 0,1 0 0,0-2 0,3-4 0,-1-1 0,0 1 0,3-12 0,-5 12 0,2-1 0,-1 0 0,1-1 0,1 1 0,0 0 0,0 1 0,5-8 0,-8 13 0,1 0 0,-1 0 0,1 0 0,0 0 0,-1 1 0,1-1 0,0 1 0,0 0 0,0-1 0,0 1 0,0 0 0,1 0 0,-1 0 0,0 0 0,0 1 0,1-1 0,-1 1 0,0-1 0,1 1 0,-1 0 0,0 0 0,1 0 0,-1 0 0,1 0 0,-1 0 0,5 2 0,0 0 0,-1 1 0,1-1 0,0 1 0,-1 1 0,0-1 0,0 1 0,7 5 0,38 37 0,-29-25 0,34 31 0,-52-50-1365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9:30.7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35 24575,'21'-8'0,"1"1"0,-1 1 0,2 1 0,23-2 0,-36 6 0,-1 1 0,1 0 0,-1 0 0,1 1 0,-1 0 0,1 1 0,-1 0 0,1 1 0,-1 0 0,0 0 0,0 1 0,10 5 0,57 32 0,-74-40 0,-1 1 0,1-1 0,0 1 0,-1-1 0,1 1 0,-1 0 0,1-1 0,-1 1 0,0 0 0,0 0 0,0 0 0,0 0 0,0 0 0,0 0 0,-1 0 0,1 1 0,-1-1 0,1 4 0,0 5 0,-1-1 0,-1 21 0,-1 2 0,18 77 0,-4-38 0,-6-31 0,-2-18 0,-1 1 0,-1 0 0,-2 44 0,0-66 3,0-1-1,-1 0 1,1 1-1,-1-1 1,1 0-1,-1 1 1,1-1-1,-1 0 1,1 0 0,-1 1-1,0-1 1,0 0-1,0 0 1,0 0-1,0 0 1,0 0-1,0 0 1,0 0-1,0 0 1,0-1-1,0 1 1,-1 0-1,1-1 1,0 1-1,-1-1 1,1 1 0,0-1-1,-1 1 1,-1-1-1,-5 1-114,0 0 0,0-1-1,0 0 1,-9-1 0,4 0-768,-3 0-5946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0:53.71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219 30 24575,'-1'-2'0,"0"0"0,-1 0 0,0 0 0,1 0 0,-1 1 0,0-1 0,0 0 0,0 1 0,0-1 0,0 1 0,-1 0 0,1-1 0,0 1 0,0 0 0,-1 1 0,1-1 0,-1 0 0,1 1 0,-5-1 0,-5-1 0,-1 1 0,-21 1 0,23 1 0,7-1 0,0 0 0,1 0 0,-1 1 0,0-1 0,1 1 0,-1 0 0,1 1 0,-1-1 0,1 0 0,-1 1 0,1 0 0,0 0 0,0 0 0,0 0 0,0 0 0,0 1 0,0-1 0,1 1 0,-1 0 0,-2 4 0,1-1 0,0 1 0,0 0 0,1 0 0,0 0 0,0 1 0,1-1 0,0 1 0,-2 14 0,2 0 0,1 0 0,0 0 0,4 28 0,-3-47 0,1-1 0,-1 1 0,1-1 0,0 0 0,0 1 0,0-1 0,0 1 0,0-1 0,0 0 0,1 0 0,-1 0 0,1 0 0,-1 0 0,1 0 0,0 0 0,0 0 0,0-1 0,0 1 0,0-1 0,0 1 0,4 1 0,4 1 0,0 0 0,0 0 0,21 4 0,-8-3 0,27 9 0,0-3 0,66 6 0,-113-16-227,1-1-1,-1 0 1,1 0-1,-1 0 1,6-2-1,0-1-6598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0:54.19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167 25 24575,'3'-2'0,"-1"0"0,0 0 0,1-1 0,0 2 0,-1-1 0,1 0 0,0 0 0,0 1 0,0 0 0,0-1 0,0 1 0,1 0 0,-1 1 0,0-1 0,0 1 0,1-1 0,3 1 0,-2 0 0,-1 1 0,0 0 0,1 0 0,-1 0 0,0 0 0,0 1 0,0-1 0,0 1 0,0 0 0,0 1 0,0-1 0,5 5 0,12 10 0,-2 1 0,34 38 0,-51-54 0,-1 0 0,1 1 0,0-1 0,-1 1 0,1-1 0,-1 1 0,0 0 0,0 0 0,0 0 0,0-1 0,0 4 0,-1-4 0,0-1 0,0 0 0,0 0 0,0 0 0,0 0 0,0 1 0,-1-1 0,1 0 0,0 0 0,-1 0 0,1 0 0,-1 0 0,1 0 0,-1 0 0,0 0 0,1 0 0,-1 0 0,0 0 0,0 0 0,0 0 0,1-1 0,-1 1 0,0 0 0,0 0 0,0-1 0,0 1 0,0-1 0,-1 1 0,1-1 0,-2 1 0,-4 1 0,0 0 0,-1 0 0,1-1 0,-1 0 0,-11 0 0,-42-3 0,47 1 0,-11-1 0,0-1 0,0-1 0,0-1 0,0-1 0,1-1 0,-29-13 0,49 18 0,1 0 0,0 0 0,0 0 0,-1 0 0,1 0 0,1 0 0,-1-1 0,-4-4 0,6 6 0,1 0 0,-1 1 0,1-1 0,-1 0 0,1 0 0,-1 0 0,1 0 0,0 0 0,-1 0 0,1 0 0,0 0 0,0 0 0,-1 0 0,1 0 0,0 0 0,0 0 0,0 0 0,0 0 0,1 0 0,-1 0 0,0 0 0,0 0 0,0 1 0,1-1 0,-1 0 0,1 0 0,-1 0 0,0 0 0,1 0 0,0 0 0,-1 1 0,1-1 0,-1 0 0,1 0 0,1-1 0,2 0 9,-1-1 1,1 0-1,0 1 0,0-1 0,0 1 1,0 0-1,0 1 0,1-1 0,-1 1 1,1-1-1,8 0 0,3 0-611,32 2 0,-44 0 330,11 0-6554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0:54.73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7 24575,'22'23'0,"-15"-14"0,0-2 0,1 1 0,13 10 0,2-1 0,-4-3 0,24 14 0,-37-25 0,-1 0 0,1-1 0,0 1 0,0-1 0,0 0 0,0-1 0,0 1 0,1-1 0,7 0 0,-12-1 0,0 0 0,-1 0 0,1 0 0,0-1 0,0 1 0,0-1 0,-1 1 0,1-1 0,0 1 0,0-1 0,-1 0 0,1 0 0,0 0 0,-1 0 0,1 0 0,-1 0 0,0-1 0,1 1 0,-1 0 0,0-1 0,0 1 0,0-1 0,0 1 0,0-1 0,0 0 0,0 1 0,0-1 0,-1 0 0,1 0 0,-1 1 0,1-1 0,-1 0 0,1-3 0,-1-2 0,1 0 0,-1 0 0,0 0 0,-1 1 0,1-1 0,-1 0 0,-1 0 0,-1-7 0,1 10 0,-3-14 0,5 17 0,0 0 0,0 0 0,-1 0 0,1 1 0,0-1 0,0 0 0,0 0 0,0 0 0,1 0 0,-1 1 0,0-1 0,0 0 0,0 0 0,1 0 0,-1 1 0,0-1 0,1 0 0,0-1 0,-1 2 0,1 0 0,-1-1 0,1 1 0,-1 0 0,1 0 0,0 0 0,-1 0 0,1 0 0,-1 0 0,1 0 0,-1 0 0,1 0 0,0 0 0,-1 0 0,1 0 0,-1 0 0,1 0 0,-1 0 0,1 0 0,-1 1 0,1-1 0,-1 0 0,1 0 0,-1 1 0,1-1 0,-1 0 0,1 1 0,16 12 0,-13-10 0,10 8-115,98 70-1135,-103-75-5576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0:55.16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364 119 24575,'-135'-72'0,"114"62"0,0 2 0,0 0 0,-1 2 0,-38-7 0,56 12 0,1 1 0,-1-1 0,1 1 0,0 0 0,-1 0 0,1 1 0,-1-1 0,1 1 0,-1-1 0,1 1 0,-5 2 0,6-2 0,0 0 0,1 0 0,-1 1 0,1-1 0,-1 0 0,1 0 0,0 1 0,-1-1 0,1 1 0,0-1 0,0 1 0,0 0 0,0-1 0,0 1 0,1 0 0,-1 0 0,0 0 0,1-1 0,0 1 0,-1 0 0,1 0 0,0 2 0,0 1 0,0-1 0,0 0 0,0 1 0,1-1 0,0 0 0,0 0 0,0 1 0,0-1 0,1 0 0,0 0 0,-1 0 0,2 0 0,-1-1 0,0 1 0,1-1 0,-1 1 0,1-1 0,6 6 0,6 4 0,0-1 0,0-1 0,18 10 0,-17-10 0,16 9 0,54 25 0,-84-45 0,0 1 0,0 0 0,0 0 0,0 0 0,-1 0 0,1 1 0,-1-1 0,1 0 0,-1 1 0,1-1 0,-1 1 0,0-1 0,2 3 0,-3-4 0,0 0 0,0 1 0,0-1 0,0 0 0,0 1 0,1-1 0,-1 0 0,0 1 0,0-1 0,0 0 0,0 1 0,0-1 0,0 1 0,0-1 0,-1 0 0,1 1 0,0-1 0,0 0 0,0 1 0,0-1 0,0 0 0,0 0 0,-1 1 0,1-1 0,0 0 0,0 1 0,-1-1 0,0 1 0,0 0 0,0-1 0,0 1 0,-1 0 0,1-1 0,0 1 0,0-1 0,-1 0 0,1 1 0,0-1 0,-3 0 0,-12 2 0,-1-1 0,1-1 0,-33-4 0,-49-15 0,58 11 0,38 8-47,1 0 0,-1-1 0,1 1 0,0-1 0,-1 1 0,1-1 0,0 1 0,0-1 0,-1 0-1,1 0 1,0 0 0,0 1 0,0-1 0,0 0 0,0 0 0,0-1 0,0 1 0,0 0 0,0 0 0,1 0 0,-1-1 0,0 1-1,1 0 1,-1-1 0,1 1 0,-1 0 0,1-1 0,-1-1 0,0-8-6779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0:55.38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 24575,'2'12'0,"4"7"0,0 2 0,2 0 0,2-3 0,0-2 0,-1-2 0,2-1 0,1 1 0,1-1 0,-2-2-8191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0:55.55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24575,'2'3'0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0:55.91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216 37 24575,'-23'-9'0,"-43"-13"0,60 20 0,0 1 0,0 0 0,0 0 0,0 1 0,0-1 0,0 1 0,0 1 0,-11 1 0,16-2 0,-1 0 0,1 0 0,0 1 0,0-1 0,0 0 0,0 1 0,0-1 0,0 1 0,0-1 0,0 1 0,0 0 0,0-1 0,0 1 0,0 0 0,0 0 0,1 0 0,-1 0 0,0-1 0,1 1 0,-1 0 0,0 0 0,1 0 0,-1 1 0,1-1 0,0 0 0,-1 0 0,1 0 0,0 0 0,-1 0 0,1 0 0,0 0 0,0 1 0,0-1 0,0 0 0,0 0 0,1 0 0,-1 0 0,0 1 0,0-1 0,1 0 0,-1 0 0,1 1 0,2 5 0,0 0 0,1 0 0,-1 0 0,10 12 0,-1-3 0,1 0 0,0-1 0,23 19 0,51 34 0,-83-65 0,-3-2 0,1 0 0,0 0 0,-1 1 0,1-1 0,-1 1 0,0-1 0,1 1 0,-1 0 0,2 2 0,-3-4 0,0 1 0,0-1 0,0 0 0,0 0 0,0 1 0,0-1 0,0 0 0,0 1 0,0-1 0,0 0 0,0 0 0,0 1 0,0-1 0,0 0 0,0 1 0,0-1 0,0 0 0,0 0 0,0 1 0,-1-1 0,1 0 0,0 0 0,0 1 0,0-1 0,0 0 0,-1 1 0,0-1 0,0 1 0,1-1 0,-1 1 0,0-1 0,0 1 0,0-1 0,0 0 0,0 0 0,0 1 0,0-1 0,0 0 0,-1 0 0,-37 2 0,-57-3 0,25-1 0,57 2-1365,2 0-5461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0:56.22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 1 24575,'-3'17'0,"1"0"0,1 1 0,1-1 0,0 1 0,5 28 0,22 86 0,-21-110 0,32 113 120,-29-111-491,1 0-1,0 0 1,21 30 0,-25-45-6455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0:56.45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208 24 24575,'-27'-5'0,"-11"-1"0,-2 0 0,4 1 0,7 4 0,7 2 0,7 3 0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0:57.18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0 228 24575,'4'-1'0,"82"-16"0,-76 14 0,-1 0 0,0 0 0,0-1 0,0-1 0,0 1 0,13-11 0,-20 14 0,1-1 0,-1 0 0,-1 0 0,1 0 0,0 0 0,0 0 0,-1 0 0,1 0 0,-1-1 0,0 1 0,1-1 0,-1 1 0,-1-1 0,1 1 0,0-1 0,0-4 0,0 3 0,-1 0 0,0 0 0,-1 0 0,1 0 0,-1 0 0,1 1 0,-1-1 0,0 0 0,-1 0 0,-1-5 0,0 3 0,-1-1 0,0 1 0,0 0 0,0 0 0,0 0 0,-1 1 0,0-1 0,0 1 0,-1 0 0,1 1 0,-1-1 0,-7-3 0,11 7 0,0 0 0,0 0 0,0 0 0,0 0 0,0 1 0,0-1 0,-1 0 0,1 1 0,0 0 0,0-1 0,0 1 0,-1 0 0,1 0 0,0 1 0,0-1 0,0 0 0,-1 1 0,1-1 0,0 1 0,0 0 0,0-1 0,0 1 0,0 0 0,0 0 0,0 1 0,0-1 0,1 0 0,-1 1 0,0-1 0,1 1 0,-1-1 0,1 1 0,-1 0 0,1-1 0,0 1 0,-2 3 0,-1 3 0,0 0 0,0 1 0,1-1 0,0 1 0,0-1 0,1 1 0,-2 16 0,3-21 0,1 0 0,-1 0 0,1 0 0,1 0 0,-1 0 0,0 0 0,1 0 0,0 0 0,0 0 0,2 6 0,-2-7 0,1 0 0,0-1 0,0 1 0,0 0 0,0-1 0,0 1 0,1-1 0,-1 0 0,1 0 0,-1 0 0,1 0 0,0 0 0,4 2 0,5 0 0,-1 1 0,1-2 0,0 1 0,1-2 0,23 3 0,-18-2 0,8 0 0,32 1 0,-46-4 0,-1-1 0,1 0 0,-1 0 0,0-1 0,16-5 0,-23 6 0,-1-1 0,1 0 0,-1 0 0,1 0 0,-1 0 0,0-1 0,0 1 0,0-1 0,0 0 0,0 1 0,-1-1 0,1-1 0,2-3 0,-2 3 0,-3 4 0,1-1 0,-1 1 0,0-1 0,1 1 0,-1 0 0,1-1 0,-1 1 0,1 0 0,-1 0 0,1-1 0,-1 1 0,1 0 0,-1 0 0,1 0 0,-1 0 0,1-1 0,-1 1 0,1 0 0,0 0 0,-1 0 0,1 0 0,-1 0 0,1 0 0,-1 1 0,1-1 0,-1 0 0,1 0 0,-1 0 0,1 0 0,-1 1 0,1-1 0,-1 0 0,1 1 0,-1-1 0,1 0 0,-1 1 0,1 0 0,20 19 0,-10-8 0,-6-8 0,0-1 0,1 1 0,-1-1 0,1 0 0,-1 0 0,1 0 0,0-1 0,8 2 0,-12-3 0,0-1 0,0 0 0,0 1 0,0-1 0,1 0 0,-1 0 0,0 0 0,0-1 0,0 1 0,0 0 0,0-1 0,0 1 0,0-1 0,0 0 0,0 0 0,0 0 0,0 0 0,0 0 0,-1 0 0,1 0 0,0 0 0,-1-1 0,1 1 0,-1-1 0,1 1 0,-1-1 0,0 0 0,2-2 0,10-23 0,-11 22 0,0 1 0,0-1 0,0 1 0,1-1 0,5-6 0,-6 9 0,-1 1 0,1 0 0,0-1 0,-1 1 0,1 0 0,0 0 0,0 0 0,-1 0 0,1 1 0,0-1 0,0 0 0,0 1 0,0-1 0,0 1 0,0 0 0,0 0 0,0 0 0,4 0 0,1 0 12,0 1 0,0 0 0,0 0 0,0 1 0,0 0 0,-1 0 0,1 1 0,-1 0 0,13 7 0,-5-1-383,0 1-1,-1 1 1,12 12 0,-15-13-6455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0:57.59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 24575,'5'4'0,"2"8"0,1 8 0,3 6 0,1 3 0,-1 2 0,0 3 0,1 1 0,0-2 0,1 0 0,1-1 0,-2-2 0,-1-3 0,0-4 0,-1-3 0,-1-2 0,-1-5-8191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0:57.74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270 52 24575,'-20'-10'0,"-8"-3"0,-5 1 0,0 2 0,2 5 0,1 4 0,3 4 0,1 2 0,3 2 0,5 0-8191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0:59.02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64 124 24575,'19'67'0,"-13"-43"0,1-1 0,0 0 0,2 0 0,13 23 0,-8-25 0,-13-20 0,0 0 0,-1 0 0,1 0 0,0 0 0,0 0 0,0 0 0,0 0 0,0-1 0,1 1 0,-1 0 0,0-1 0,0 1 0,0-1 0,1 1 0,-1-1 0,2 1 0,-3-1 0,0 0 0,1 0 0,-1 0 0,0 0 0,1-1 0,-1 1 0,0 0 0,1 0 0,-1 0 0,0 0 0,1-1 0,-1 1 0,0 0 0,1 0 0,-1-1 0,0 1 0,0 0 0,1-1 0,-1 1 0,0 0 0,0 0 0,0-1 0,0 1 0,1 0 0,-1-1 0,0 1 0,0-1 0,0 1 0,0 0 0,0-1 0,0 1 0,0 0 0,0-1 0,0 1 0,0 0 0,0-1 0,0 1 0,0-1 0,0 1 0,0 0 0,0-1 0,-1 1 0,1 0 0,0-1 0,0 0 0,-8-18 0,8 18 0,-11-18 0,-1 0 0,0 0 0,-26-27 0,9 10 0,1 5 0,19 22 0,0-1 0,-7-11 0,16 21 0,0 0 0,0 0 0,0 0 0,0 0 0,0 0 0,0 0 0,-1 0 0,1 0 0,0 0 0,0 0 0,0 0 0,0 0 0,0 0 0,0-1 0,0 1 0,0 0 0,0 0 0,0 0 0,0 0 0,0 0 0,0 0 0,0 0 0,0 0 0,0 0 0,0 0 0,0 0 0,0 0 0,0-1 0,0 1 0,0 0 0,0 0 0,0 0 0,0 0 0,0 0 0,0 0 0,0 0 0,0 0 0,0 0 0,0 0 0,0 0 0,0-1 0,0 1 0,0 0 0,0 0 0,0 0 0,0 0 0,0 0 0,1 0 0,-1 0 0,0 0 0,0 0 0,0 0 0,0 0 0,0 0 0,0 0 0,0 0 0,0 0 0,0 0 0,0 0 0,0 0 0,0 0 0,1 0 0,-1 0 0,0 0 0,0 0 0,0 0 0,0 0 0,0 0 0,9 2 0,11 8 0,-3-1 0,0 0 0,0-1 0,1-1 0,0-1 0,27 6 0,-34-10 0,0 0 0,-1-1 0,1 0 0,0-1 0,0 0 0,0-1 0,-1 0 0,1 0 0,0-1 0,-1-1 0,13-4 0,-17 4 0,-1 1 0,0-1 0,0 0 0,0 0 0,0 0 0,-1-1 0,1 0 0,-1 0 0,0 0 0,0 0 0,-1-1 0,1 0 0,-1 1 0,0-1 0,5-10 0,-7 12 0,0 0 0,0 0 0,0 0 0,-1 0 0,1 0 0,-1 0 0,1 0 0,-1 0 0,0 0 0,0 0 0,-1 0 0,1 0 0,-1 0 0,1 0 0,-1 0 0,0 0 0,0 0 0,0 0 0,-1 0 0,1 1 0,-1-1 0,1 0 0,-1 1 0,0-1 0,0 1 0,0 0 0,0 0 0,0-1 0,-1 1 0,1 1 0,-4-3 0,5 3 0,-1-1 0,1 1 0,-1 0 0,0 0 0,1 1 0,-1-1 0,0 0 0,1 0 0,-1 1 0,0-1 0,0 1 0,0 0 0,1-1 0,-1 1 0,0 0 0,0 0 0,0 0 0,0 0 0,0 1 0,1-1 0,-1 0 0,0 1 0,-3 0 0,3 1 0,1-1 0,-1 0 0,0 1 0,1-1 0,-1 1 0,1 0 0,-1-1 0,1 1 0,0 0 0,0 0 0,0 0 0,0 0 0,0 0 0,0 0 0,0 0 0,1 0 0,-1 0 0,1 0 0,-1 5 0,0 0 0,1 0 0,0 1 0,1-1 0,0 1 0,0-1 0,0 0 0,1 1 0,0-1 0,1 0 0,-1 0 0,1 0 0,0-1 0,1 1 0,0-1 0,6 8 0,2 2 0,0-1 0,1-1 0,1 0 0,25 19 0,-31-27 20,1 0 0,-1 0 0,1-1 0,0-1 0,10 4 0,-14-6-134,0 0 0,-1-1-1,1 0 1,0 0 0,0 0 0,0 0-1,0-1 1,-1 0 0,1 0 0,0 0-1,0-1 1,7-1 0,-3-1-6712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0:59.46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163 40 24575,'-6'-3'0,"-6"-3"0,0 0 0,-1 1 0,1 0 0,-1 1 0,0 1 0,0 0 0,-16-1 0,27 4 0,1 0 0,-1 0 0,0 0 0,1 0 0,-1 0 0,1 0 0,-1 0 0,1 1 0,-1-1 0,1 1 0,-1-1 0,1 1 0,-1-1 0,1 1 0,0 0 0,-1 0 0,1 0 0,0 0 0,0 0 0,-3 2 0,3-1 0,1 0 0,-1-1 0,0 1 0,0 0 0,1 0 0,-1 0 0,1 0 0,-1 0 0,1 0 0,0 0 0,0 0 0,0-1 0,0 1 0,0 3 0,2 4 0,0 1 0,0-1 0,1 0 0,0 0 0,7 13 0,-3-9 0,0 0 0,1-1 0,0 0 0,1-1 0,0 1 0,1-2 0,1 1 0,-1-2 0,19 14 0,-8-8 0,19 15 0,-40-30 0,0 0 0,0 0 0,1 1 0,-1-1 0,0 0 0,1 0 0,-1 1 0,0-1 0,0 0 0,0 0 0,1 1 0,-1-1 0,0 0 0,0 1 0,0-1 0,0 0 0,1 1 0,-1-1 0,0 0 0,0 1 0,0-1 0,0 0 0,0 1 0,0-1 0,0 0 0,0 1 0,0-1 0,0 0 0,0 1 0,0-1 0,0 0 0,0 1 0,-1-1 0,1 1 0,0-1 0,-1 1 0,0-1 0,0 1 0,1-1 0,-1 1 0,0-1 0,0 0 0,0 1 0,0-1 0,1 0 0,-1 1 0,-2-1 0,-31 2 0,32-2 0,-24-1 46,-38-7 1,16 1-1505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0:59.93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211 85 24575,'-15'-10'0,"-1"-2"0,-1 1 0,0 0 0,-1 2 0,0 0 0,-30-10 0,46 18 0,0 1 0,0-1 0,-1 1 0,1-1 0,0 1 0,0 0 0,-1 0 0,1 0 0,0 0 0,-1 0 0,1 1 0,0-1 0,0 1 0,0-1 0,-1 1 0,1 0 0,0 0 0,-4 2 0,5-2 0,0 1 0,-1-1 0,1 0 0,0 1 0,0 0 0,-1-1 0,1 1 0,1 0 0,-1 0 0,0-1 0,0 1 0,1 0 0,-1 0 0,1 0 0,-1 0 0,1 0 0,0 0 0,0 0 0,0 0 0,0 0 0,0 3 0,1 1 0,0 1 0,1-1 0,0 1 0,0-1 0,0 0 0,1 1 0,-1-1 0,2-1 0,-1 1 0,1 0 0,-1-1 0,2 0 0,-1 1 0,0-2 0,1 1 0,0 0 0,0-1 0,9 6 0,2 0 0,0-1 0,0 0 0,1-1 0,0-1 0,26 8 0,-40-14 0,-1 0 0,0-1 0,0 1 0,1-1 0,-1 0 0,0 1 0,1-1 0,-1 0 0,0 0 0,1-1 0,-1 1 0,0 0 0,1-1 0,-1 1 0,0-1 0,0 0 0,0 0 0,1 0 0,-1 0 0,0 0 0,0 0 0,-1-1 0,3-1 0,-2 1 0,0-1 0,0 1 0,0-1 0,0 1 0,-1-1 0,0 0 0,1 0 0,-1 0 0,0 0 0,0 0 0,0 0 0,-1 0 0,1 0 0,-1 0 0,0 0 0,0 0 0,0-3 0,-1-2 0,1 0 0,-2 0 0,1 0 0,-1 0 0,-1 0 0,1 1 0,-1-1 0,-1 1 0,1 0 0,-9-12 0,4 12 0,6 13 0,4 15 0,1-14 14,1 1-1,-1-1 0,1 1 0,0-1 1,1-1-1,0 1 0,0 0 1,11 10-1,-11-12-148,1 0 0,-1-1 0,1 1 0,0-1 0,0-1 0,0 1 0,0-1 0,0 0 0,1 0 0,11 2 0,-6-3-6691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1:00.59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 15 24575,'0'0'0,"0"0"0,-1 0 0,1 0 0,0 0 0,0 0 0,0 0 0,0 0 0,0 0 0,0 0 0,0 0 0,-1 0 0,1 0 0,0 0 0,0 0 0,0 0 0,0 1 0,0-1 0,0 0 0,0 0 0,0 0 0,-1 0 0,1 0 0,0 0 0,0 0 0,0 0 0,0 0 0,0 0 0,0 1 0,0-1 0,0 0 0,0 0 0,0 0 0,0 0 0,0 0 0,0 0 0,0 0 0,0 1 0,0-1 0,0 0 0,0 0 0,2 7 0,6 6 0,2 1 0,1-1 0,21 20 0,-28-29 0,0-1 0,0 1 0,0-1 0,1 0 0,0 0 0,-1 0 0,1-1 0,0 0 0,0 0 0,0 0 0,1-1 0,7 2 0,-12-2 0,0-1 0,0 0 0,0 0 0,1 0 0,-1 0 0,0 0 0,0-1 0,0 1 0,0 0 0,0 0 0,0-1 0,0 1 0,0 0 0,0-1 0,0 1 0,0-1 0,-1 0 0,1 1 0,0-1 0,0 0 0,0 1 0,-1-1 0,2-1 0,-1 1 0,0-1 0,-1 0 0,1 0 0,0 0 0,-1 1 0,1-1 0,-1 0 0,1 0 0,-1 0 0,0 0 0,0-3 0,-1-4 0,0-1 0,0 1 0,-1 0 0,-3-9 0,-11-24 0,16 42 0,0 0 0,0 0 0,0 0 0,0 0 0,0 0 0,0 0 0,0 0 0,0 0 0,0 0 0,0 0 0,0 0 0,0 1 0,1-1 0,-1 0 0,0 0 0,0 0 0,0 0 0,0 0 0,0 0 0,0 0 0,0 0 0,0 0 0,0 0 0,0 0 0,0-1 0,0 1 0,0 0 0,0 0 0,0 0 0,0 0 0,1 0 0,-1 0 0,0 0 0,0 0 0,0 0 0,0 0 0,0 0 0,0 0 0,0 0 0,0 0 0,0 0 0,0 0 0,0 0 0,0 0 0,0 0 0,0 0 0,0 0 0,0 0 0,0 0 0,0 0 0,0-1 0,0 1 0,0 0 0,0 0 0,0 0 0,0 0 0,0 0 0,0 0 0,0 0 0,0 0 0,0 0 0,0 0 0,0 0 0,0 0 0,0 0 0,0 0 0,0 0 0,6 5 0,7 7 0,-5-2 0,0-1 0,1 0 0,0-1 0,1 0 0,11 8 0,-15-13 0,-1 0 0,0 0 0,1 0 0,0-1 0,0 1 0,0-2 0,0 1 0,0 0 0,0-1 0,0 0 0,0-1 0,8 1 0,-13-1 0,0 0 0,0 0 0,1 0 0,-1-1 0,0 1 0,0 0 0,0 0 0,0-1 0,1 1 0,-1 0 0,0-1 0,0 1 0,0-1 0,0 0 0,0 1 0,0-1 0,0 0 0,0 0 0,-1 1 0,1-1 0,0 0 0,0 0 0,-1 0 0,1 0 0,0 0 0,0-2 0,0-1 0,0 0 0,0 1 0,-1-1 0,0 0 0,1 0 0,-2-7 0,1 9 0,-1 0 0,1-1 0,0 1 0,0-1 0,0 1 0,0-1 0,1 1 0,-1-1 0,1 1 0,-1 0 0,1-1 0,0 1 0,0 0 0,0-1 0,3-3 0,-3 5 0,0 1 0,0-1 0,0 1 0,1-1 0,-1 1 0,0-1 0,0 1 0,1 0 0,-1-1 0,0 1 0,0 0 0,1 0 0,-1 0 0,0 0 0,1 0 0,-1 0 0,0 0 0,1 1 0,-1-1 0,0 0 0,0 1 0,2 0 0,27 14 0,-17-6 44,0 2 0,13 13 0,11 8-1541,-25-23-5329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1:01.07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61 175 24575,'0'22'0,"1"-1"0,4 26 0,-3-37 0,0-1 0,1 1 0,0-1 0,1 0 0,0 0 0,0 0 0,7 9 0,-5-7 0,7 9 0,-11-19 0,-8-13 0,-29-52 0,20 40 0,-13-34 0,19 36 0,1 0 0,-5-24 0,11 36 0,0 0 0,1 0 0,0 1 0,0-1 0,1 0 0,1 0 0,2-16 0,-3 24 0,1 1 0,-1-1 0,1 0 0,0 0 0,0 0 0,0 0 0,0 0 0,0 1 0,0-1 0,0 0 0,0 1 0,1-1 0,-1 1 0,1-1 0,-1 1 0,1 0 0,-1 0 0,1 0 0,0 0 0,-1 0 0,1 0 0,2-1 0,-2 2 0,-1-1 0,1 1 0,0 0 0,-1 0 0,1-1 0,0 1 0,-1 0 0,1 1 0,-1-1 0,1 0 0,0 0 0,-1 1 0,1-1 0,-1 1 0,1-1 0,-1 1 0,1 0 0,-1 0 0,1-1 0,-1 1 0,0 0 0,1 0 0,-1 0 0,0 0 0,0 1 0,0-1 0,2 2 0,-1 0 6,-1-1 0,1 1-1,-1-1 1,1 1 0,-1-1-1,0 1 1,0 0 0,0 0 0,0-1-1,-1 1 1,1 0 0,-1 0-1,0 0 1,1 0 0,-1 0-1,-1 0 1,1 0 0,0 0 0,-1-1-1,-1 6 1,1-4-105,-1-1 0,1 1 0,-1-1 0,0 0 0,0 1 0,-1-1 0,1 0 0,-1 0 0,1 0 0,-1-1 0,0 1 0,0-1 0,0 1 0,-7 2 0,-5 3-6727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1:01.83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161 734 24575,'-1'-67'0,"-3"0"0,-3 1 0,-3 0 0,-30-110 0,21 114 0,-48-153 0,59 201 0,8 14 0,0 0 0,0 0 0,0 0 0,-1 0 0,1 0 0,0 0 0,0 0 0,0 0 0,0 0 0,-1 0 0,1 0 0,0 0 0,0 0 0,0 0 0,0 1 0,0-1 0,0 0 0,-1 0 0,1 0 0,0 0 0,0 0 0,0 0 0,0 0 0,0 1 0,0-1 0,0 0 0,0 0 0,0 0 0,0 0 0,-1 1 0,1-1 0,0 0 0,0 0 0,0 0 0,0 0 0,0 0 0,0 1 0,0-1 0,0 0 0,0 0 0,0 0 0,1 1 0,-2 31 0,1-26 0,10 199 0,-7-176 0,2 0 0,1 0 0,2 0 0,21 54 0,-23-72 0,0 0 0,1 0 0,0 0 0,0-1 0,1 0 0,15 15 0,-17-20 0,0 1 0,0-1 0,1 0 0,0 0 0,0-1 0,0 0 0,0 0 0,1 0 0,0-1 0,-1-1 0,11 3 0,-15-4 0,0-1 0,0 0 0,0 0 0,0 0 0,0 0 0,0-1 0,-1 1 0,1-1 0,0 0 0,0 0 0,0 0 0,-1 0 0,1 0 0,-1 0 0,1-1 0,-1 1 0,1-1 0,-1 0 0,0 0 0,0 0 0,0 0 0,0 0 0,0 0 0,0 0 0,1-3 0,4-7 0,0 0 0,-1 0 0,0 0 0,4-14 0,-7 17 0,-3 8 0,0 1 0,0-1 0,1 1 0,-1-1 0,0 0 0,0 1 0,0-1 0,1 1 0,-1-1 0,0 1 0,1-1 0,-1 1 0,0 0 0,1-1 0,-1 1 0,1-1 0,-1 1 0,0 0 0,1-1 0,-1 1 0,1 0 0,-1 0 0,1-1 0,-1 1 0,2 0 0,-1 0 0,-1 0 0,1 0 0,0 1 0,-1-1 0,1 0 0,0 1 0,-1-1 0,1 0 0,-1 1 0,1-1 0,0 1 0,-1-1 0,1 1 0,-1-1 0,0 1 0,1-1 0,0 2 0,3 5 0,0 0 0,5 15 0,-6-16 0,5 14-120,-3-8-35,-1 0-1,2-1 0,0 1 1,0-1-1,1 0 0,0-1 1,15 17-1,-12-17-6670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1:01.99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 24575,'0'0'-8191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1:02.36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0 24575,'112'129'0,"-110"-126"0,1-1 0,-1 0 0,0 0 0,1 1 0,-1-1 0,1-1 0,0 1 0,0 0 0,0-1 0,0 1 0,5 1 0,-7-3 0,1 0 0,-1 0 0,0 0 0,1 0 0,-1 0 0,0 0 0,1 0 0,-1-1 0,0 1 0,1 0 0,-1-1 0,0 1 0,0-1 0,0 0 0,1 1 0,-1-1 0,0 0 0,0 1 0,0-1 0,0 0 0,0 0 0,0 0 0,0 0 0,-1 0 0,1 0 0,0 0 0,0-1 0,-1 1 0,1 0 0,0-2 0,3-6 0,-1 1 0,0 0 0,-1-1 0,0 0 0,1-10 0,1-3 0,-4 22 0,0 0 0,0 0 0,0-1 0,0 1 0,0 0 0,0 0 0,0 0 0,0 0 0,0 0 0,0-1 0,0 1 0,0 0 0,0 0 0,0 0 0,0 0 0,0 0 0,0 0 0,0-1 0,0 1 0,1 0 0,-1 0 0,0 0 0,0 0 0,0 0 0,0 0 0,0 0 0,0 0 0,0-1 0,1 1 0,-1 0 0,0 0 0,0 0 0,0 0 0,0 0 0,0 0 0,0 0 0,1 0 0,-1 0 0,0 0 0,0 0 0,0 0 0,0 0 0,1 0 0,4 6 0,7 17 0,-9-17 0,4 6-455,-1-1 0,15 17 0,-11-16-6371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1:02.88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84 24575,'2'-20'0,"7"-43"0,-9 63 0,0 0 0,0 0 0,0 0 0,0 0 0,0 0 0,0 0 0,0 0 0,0 0 0,0 0 0,0 0 0,0 0 0,0 0 0,1 0 0,-1 0 0,0 0 0,0 0 0,0 0 0,0 0 0,0 0 0,0 0 0,0 0 0,0 0 0,0 0 0,0 0 0,0 0 0,0 0 0,0 0 0,0 0 0,0 0 0,0 0 0,0 0 0,0 0 0,0 0 0,0 0 0,0 0 0,0 0 0,1 0 0,0 10 0,0 14 0,0 3 0,7 39 0,-3-36 0,-4-24 0,-1-1 0,2 1 0,-1 0 0,4 8 0,-5-14 0,0 0 0,0 0 0,0 0 0,0 0 0,0 1 0,0-1 0,0 0 0,0 0 0,0 0 0,0 0 0,0 0 0,0 0 0,0 0 0,0 0 0,0 0 0,0 0 0,0 0 0,0 0 0,0 0 0,0 0 0,0 0 0,0 0 0,0 0 0,0 1 0,0-1 0,0 0 0,1 0 0,-1 0 0,0 0 0,0 0 0,0 0 0,0 0 0,0 0 0,0 0 0,0 0 0,0 0 0,0 0 0,0 0 0,0 0 0,0 0 0,0 0 0,0 0 0,0 0 0,0 0 0,0 0 0,1 0 0,-1 0 0,0 0 0,0 0 0,0 0 0,0 0 0,0 0 0,0 0 0,0 0 0,0 0 0,0 0 0,0 0 0,0 0 0,0-1 0,0 1 0,0 0 0,0 0 0,0 0 0,0 0 0,0 0 0,0 0 0,2-6 0,0-9 0,-3-19 0,0 25 0,0-1 0,1 1 0,1-1 0,-1 1 0,4-13 0,-4 22 0,0 0 0,0 0 0,0 0 0,0-1 0,0 1 0,0 0 0,0 0 0,0 0 0,0-1 0,0 1 0,0 0 0,0 0 0,0 0 0,0-1 0,0 1 0,0 0 0,1 0 0,-1 0 0,0 0 0,0-1 0,0 1 0,0 0 0,0 0 0,0 0 0,1 0 0,-1 0 0,0-1 0,0 1 0,0 0 0,1 0 0,-1 0 0,0 0 0,0 0 0,0 0 0,1 0 0,-1 0 0,0 0 0,0 0 0,0 0 0,1 0 0,-1 0 0,0 0 0,0 0 0,1 0 0,6 10 0,3 16 0,40 181 0,-5-19 0,-41-173 0,6 20 0,10 54 0,-20-89 0,0 1 0,0 0 0,0 0 0,1 0 0,-1-1 0,0 1 0,0 0 0,0 0 0,0 0 0,-1 0 0,1-1 0,0 1 0,0 0 0,0 0 0,-1 0 0,1-1 0,0 1 0,-1 0 0,1 0 0,-1-1 0,1 1 0,-1 0 0,1-1 0,-1 1 0,0 0 0,0 0 0,0-1 0,0 0 0,0 0 0,0 1 0,0-1 0,0 0 0,-1 0 0,1 0 0,0 0 0,0 0 0,0 0 0,0-1 0,0 1 0,0 0 0,0 0 0,-2-1 0,-3-2 0,0 0 0,0 0 0,1 0 0,-1-1 0,-5-4 0,-3-3-112,-16-21-1,20 21-1027,0 1-5686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1:32.3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385 10 24575,'0'-1'0,"1"1"0,-1-1 0,1 0 0,0 0 0,-1 1 0,1-1 0,0 0 0,0 1 0,-1-1 0,1 1 0,0-1 0,0 1 0,0 0 0,0-1 0,0 1 0,0 0 0,0 0 0,0-1 0,0 1 0,0 0 0,0 0 0,0 0 0,0 0 0,0 0 0,-1 0 0,1 1 0,0-1 0,0 0 0,0 0 0,2 1 0,-3 0 0,0-1 0,1 0 0,-1 1 0,0-1 0,1 1 0,-1-1 0,0 1 0,1-1 0,-1 1 0,0-1 0,0 1 0,0-1 0,0 1 0,1-1 0,-1 1 0,0-1 0,0 1 0,0-1 0,0 1 0,0-1 0,0 1 0,-1 1 0,1-1 0,0 1 0,-1-1 0,1 1 0,-1-1 0,1 0 0,-1 1 0,0-1 0,1 0 0,-1 0 0,-1 2 0,-3 2 0,-1 1 0,1-1 0,-1 0 0,0-1 0,0 0 0,0 0 0,-1 0 0,-13 5 0,-3 1 0,-32 7 0,-192 52-1365,230-64-5461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1:32.8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333 5 24575,'3'-4'0,"-8"5"0,-9 7 0,-20 16 0,-2 0 0,0-3 0,-1-1 0,-1-2 0,-52 18 0,58-27-1365,19-6-5461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1:33.4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24575,'204'32'0,"-111"-16"0,-10-4 0,-1-4 0,89-3 0,-138-6 0,-17 0 0,-1 0 0,23 3 0,-38-2 0,0 0 0,1 0 0,-1 0 0,0 1 0,0-1 0,0 0 0,1 0 0,-1 0 0,0 0 0,0 0 0,1 1 0,-1-1 0,0 0 0,0 0 0,0 0 0,0 0 0,1 1 0,-1-1 0,0 0 0,0 0 0,0 1 0,0-1 0,0 0 0,0 0 0,0 1 0,0-1 0,0 0 0,0 0 0,0 1 0,0-1 0,0 0 0,0 0 0,0 1 0,0-1 0,0 0 0,0 0 0,0 1 0,0-1 0,0 0 0,0 0 0,0 1 0,0-1 0,0 0 0,-1 0 0,1 0 0,0 1 0,0-1 0,0 0 0,0 0 0,-1 0 0,1 0 0,0 1 0,-1-1 0,-12 16 0,10-13 0,-21 28 0,-25 45 0,-4 5 0,42-67 0,0-1 0,0 0 0,-22 19 0,14-18-341,0 0 0,-1-1-1,-30 15 1,36-21-6485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1:34.3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203 15 24575,'-1'-3'0,"-9"-9"0,7 15 0,2 8 0,1 3 0,-1-1 0,-3 20 0,2-27 0,1-1 0,-1 0 0,0 1 0,0-1 0,-1 0 0,1 0 0,-1-1 0,-7 9 0,-10 10 0,-1-1 0,-27 21 0,41-36 0,-2 0 0,1 1 0,1 0 0,-13 16 0,18-21 0,1-1 0,-1 0 0,1 1 0,-1-1 0,1 1 0,0 0 0,0-1 0,0 1 0,0 0 0,0 0 0,1-1 0,-1 1 0,1 0 0,0 0 0,0 0 0,0 0 0,0 0 0,1-1 0,0 7 0,0-7 0,0-1 0,1 1 0,-1 0 0,0-1 0,0 1 0,1-1 0,-1 0 0,1 1 0,0-1 0,-1 0 0,1 0 0,0 0 0,0 0 0,-1 0 0,1 0 0,0 0 0,0-1 0,3 1 0,4 2 0,1-2 0,13 2 0,182 0 0,-110-5 0,-76 2-119,1 0-296,0 0-1,37 6 1,-43-3-6411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1:36.2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85 173 24575,'-1'-5'0,"0"-1"0,1 1 0,-2-1 0,-2-8 0,-2-7 0,5 13 0,-1 0 0,0 1 0,0-1 0,0 1 0,-1-1 0,-1 1 0,1 0 0,-1 0 0,0 1 0,-1-1 0,1 1 0,-1 0 0,-9-9 0,2 7 0,9 8 0,5 8 0,7 9 0,1-1 0,1 0 0,23 27 0,45 40 0,-60-65 0,49 45 0,100 72 0,-147-120 0,111 88 0,-127-97-70,-5-5 244,-11-6-1643,1 1-5357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1:36.8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179 18 24575,'-3'-15'0,"-1"13"0,-1 8 0,-6 26 0,1 0 0,-9 53 0,-2 7 0,0-14 0,9-31 0,-1 0 0,-23 49 0,17-57-1365,14-29-5461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1:37.2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24575,'0'12'0,"1"0"0,0 0 0,1 0 0,0 0 0,1 0 0,0-1 0,0 1 0,1-1 0,1 0 0,9 16 0,16 15 64,-21-32-422,-1 1 1,-1 0 0,10 17 0,-12-16-6469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1:38.0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58 45 24575,'0'-2'0,"0"-1"0,0 0 0,0 1 0,-1-1 0,1 1 0,-1-1 0,0 1 0,1-1 0,-1 1 0,0-1 0,0 1 0,-1 0 0,1 0 0,0-1 0,-1 1 0,-3-4 0,5 6 0,-1 0 0,1 0 0,-1 0 0,1 0 0,-1 0 0,1 0 0,-1 1 0,1-1 0,0 0 0,-1 0 0,1 0 0,-1 0 0,1 1 0,-1-1 0,1 0 0,0 0 0,-1 1 0,1-1 0,0 0 0,-1 0 0,1 1 0,0-1 0,-1 1 0,1-1 0,0 0 0,0 1 0,-1-1 0,1 1 0,0-1 0,0 0 0,0 1 0,0-1 0,0 1 0,-1-1 0,1 1 0,-6 18 0,6-19 0,-4 22 0,1-1 0,-1 32 0,0-4 0,-1 2 0,2 0 0,5 68 0,0-98 0,0 0 0,2 0 0,0-1 0,1 1 0,1-1 0,1 0 0,1-1 0,15 27 0,-17-36 11,1-1 0,0 0 0,1 0 0,0 0 0,0-1 0,1-1-1,0 0 1,0 0 0,0 0 0,22 9 0,-17-9-197,0-1 1,1-1-1,0 0 0,0-1 1,0 0-1,0-2 1,26 2-1,-28-4-6640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1:38.6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0 145 24575,'84'-7'0,"-14"0"0,-62 7 0,12-1 0,28-4 0,-43 4 0,-1 0 0,1 0 0,0 0 0,-1-1 0,1 1 0,-1-1 0,0 0 0,0-1 0,1 1 0,-1-1 0,5-4 0,-8 6 0,1 0 0,-1 0 0,0-1 0,0 1 0,0 0 0,0 0 0,0-1 0,0 1 0,-1-1 0,1 1 0,0-1 0,-1 1 0,1-1 0,-1 1 0,0-1 0,1 1 0,-1-1 0,0 0 0,0 1 0,0-1 0,0 0 0,0 1 0,0-1 0,-1 1 0,1-1 0,0 1 0,-1-1 0,1 0 0,-1 1 0,0-1 0,1 1 0,-1 0 0,0-1 0,0 1 0,0 0 0,0-1 0,0 1 0,-2-1 0,-1-2 0,0 0 0,-1 0 0,0 1 0,0-1 0,0 1 0,0 0 0,-1 1 0,1-1 0,-7-1 0,7 2 0,-1 1 0,0-1 0,1 1 0,-1 0 0,0 1 0,0 0 0,0-1 0,0 2 0,1-1 0,-1 1 0,0 0 0,0 0 0,-7 3 0,10-3 0,-1 1 0,1 0 0,-1 0 0,1 0 0,0 0 0,0 1 0,0-1 0,0 1 0,1 0 0,-1-1 0,0 1 0,1 1 0,0-1 0,0 0 0,0 0 0,0 1 0,1-1 0,-1 1 0,1 0 0,0-1 0,-1 5 0,1-1 0,0 0 0,0 1 0,1-1 0,0 0 0,0 1 0,1-1 0,0 0 0,0 0 0,1 1 0,0-1 0,0 0 0,0-1 0,1 1 0,0 0 0,1-1 0,-1 1 0,9 10 0,-1-4 0,0 1 0,1-2 0,1 1 0,-1-2 0,2 0 0,21 14 0,-28-20 0,1-1 0,-1 0 0,1 0 0,0-1 0,0 0 0,0 0 0,0-1 0,0 0 0,1 0 0,-1-1 0,1 0 0,-1-1 0,1 1 0,-1-2 0,1 1 0,-1-1 0,1-1 0,9-2 0,-6 0-117,-5 2-61,0 0-1,0-1 1,-1 1 0,1-1 0,-1-1-1,11-6 1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1:39.4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24575,'2'28'0,"1"-1"0,0 1 0,2-1 0,2-1 0,0 1 0,2-1 0,0 0 0,2-1 0,1 0 0,1 0 0,1-2 0,19 25 0,60 58 0,-45-54 0,-46-51 0,-1 1 0,0-1 0,0 1 0,1 0 0,-1-1 0,-1 1 0,1 0 0,0-1 0,0 1 0,0 3 0,-1-5 0,0 0 0,0 1 0,0-1 0,0 0 0,0 0 0,0 1 0,0-1 0,0 0 0,0 0 0,0 1 0,0-1 0,0 0 0,0 0 0,0 0 0,0 1 0,0-1 0,-1 0 0,1 0 0,0 0 0,0 1 0,0-1 0,0 0 0,0 0 0,-1 0 0,1 0 0,0 0 0,0 1 0,0-1 0,-1 0 0,1 0 0,-14-1 0,-5-6 0,1-1 0,1-1 0,-32-20 0,45 26 0,-9-4 0,-56-40 0,62 42 0,1-1 0,0 1 0,0-1 0,0 0 0,1 0 0,0-1 0,-7-12 0,11 18 0,0 0 0,0 0 0,1-1 0,-1 1 0,1 0 0,-1 0 0,1 0 0,-1-1 0,1 1 0,0 0 0,0 0 0,-1-1 0,1 1 0,0 0 0,0-1 0,0 1 0,0 0 0,1 0 0,-1-1 0,0 1 0,1 0 0,-1 0 0,0-1 0,1 1 0,-1 0 0,1 0 0,0 0 0,-1 0 0,1 0 0,0 0 0,0 0 0,0 0 0,0 0 0,0 0 0,0 0 0,0 0 0,0 1 0,0-1 0,0 0 0,2 0 0,4-2 0,1 1 0,0-1 0,-1 2 0,1-1 0,12 0 0,-3 0 0,33-9-1365,-37 6-5461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1:39.7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38 24575,'0'-13'0,"0"0"0,0 3 0,0 9 0,-2 6 0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1:40.3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33 191 24575,'-2'-2'0,"0"1"0,0 0 0,0 0 0,0 0 0,0 0 0,0 1 0,0-1 0,-5 0 0,7 1 0,0 0 0,-1 0 0,1 0 0,0 0 0,-1 0 0,1 0 0,0 0 0,-1 0 0,1 0 0,-1 0 0,1 0 0,0 0 0,-1 1 0,1-1 0,0 0 0,-1 0 0,1 0 0,0 1 0,0-1 0,-1 0 0,1 0 0,-1 1 0,1 0 0,0-1 0,0 1 0,-1 0 0,1-1 0,0 1 0,0 0 0,0 0 0,0-1 0,0 1 0,0 0 0,0-1 0,0 1 0,0 0 0,0 0 0,1-1 0,-1 2 0,2 5 0,1 0 0,0 0 0,1-1 0,-1 1 0,1-1 0,0 1 0,1-1 0,-1-1 0,1 1 0,0-1 0,10 9 0,-6-7 0,0-1 0,0 0 0,0 0 0,1 0 0,-1-1 0,1-1 0,15 5 0,-21-8 0,-1 0 0,0 0 0,0-1 0,0 1 0,1-1 0,-1 0 0,0 0 0,1 0 0,-1-1 0,0 1 0,0-1 0,0 0 0,1 0 0,-1 0 0,0 0 0,0 0 0,0-1 0,0 1 0,-1-1 0,1 0 0,3-2 0,-3 1 0,0 0 0,-1 0 0,1 0 0,-1 0 0,1 0 0,-1-1 0,0 1 0,0-1 0,-1 0 0,1 1 0,-1-1 0,1 0 0,-1 0 0,-1 0 0,1 0 0,0-7 0,-2-57 0,1 68 0,0 0 0,0 0 0,0 0 0,0 0 0,0 0 0,0-1 0,0 1 0,0 0 0,0 0 0,0 0 0,1 0 0,-1 0 0,0 0 0,0-1 0,0 1 0,0 0 0,0 0 0,0 0 0,1 0 0,-1 0 0,0 0 0,0 0 0,0 0 0,0 0 0,0 0 0,1 0 0,-1 0 0,0 0 0,0-1 0,0 1 0,0 0 0,0 0 0,1 0 0,-1 1 0,0-1 0,0 0 0,0 0 0,0 0 0,1 0 0,-1 0 0,0 0 0,0 0 0,0 0 0,0 0 0,0 0 0,0 0 0,1 0 0,-1 0 0,0 1 0,0-1 0,0 0 0,0 0 0,0 0 0,0 0 0,0 0 0,1 1 0,7 7 0,-7-8 0,9 10 0,0-2 0,1 1 0,0-1 0,12 7 0,-16-12 0,-1 1 0,1-1 0,0 0 0,0-1 0,0 1 0,0-1 0,0-1 0,1 1 0,7-1 0,-12-1 0,-1 0 0,1 0 0,0-1 0,0 1 0,-1-1 0,1 0 0,0 0 0,-1 0 0,1 0 0,-1 0 0,1-1 0,-1 1 0,0-1 0,1 1 0,-1-1 0,0 0 0,0 0 0,0 0 0,0 0 0,-1 0 0,1 0 0,-1-1 0,1 1 0,-1-1 0,0 1 0,0-1 0,0 1 0,2-6 0,-2 2 0,1 0 0,-1 1 0,0-1 0,-1 0 0,1 0 0,-1 0 0,0 0 0,0 0 0,-1 0 0,0 0 0,0 0 0,-4-9 0,2 6 0,-1 1 0,-1 0 0,1 0 0,-1 0 0,-1 0 0,0 1 0,0 0 0,0 0 0,-14-10 0,14 12 0,0 0 0,0 1 0,0 1 0,-1-1 0,0 1 0,0 0 0,0 0 0,0 1 0,0 0 0,0 0 0,-1 1 0,-11-2 0,1 3-1365,2 1-5461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1:40.6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24575,'32'23'-39,"-1"1"-1,-1 1 0,-1 2 0,-1 1 1,-2 1-1,0 1 0,-3 2 1,0 0-1,-2 2 0,-2 0 0,-1 1 1,-1 1-1,-2 0 0,-2 1 1,-1 1-1,11 67 0,-19-77 194,-2 0 0,0 0-1,-3 34 1,0-51-273,0 1 1,-1-1-1,0 0 0,-1 0 1,0-1-1,0 1 1,-1-1-1,-1 1 0,0-1 1,-12 18-1,6-15-6707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2:09.1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757 34 24575,'10'-7'0,"0"1"0,0 0 0,21-9 0,-31 16 0,0-1 0,0 0 0,0 0 0,0 0 0,0 0 0,0 0 0,0 0 0,0 0 0,0 0 0,0 0 0,0 0 0,0 0 0,0 0 0,0 0 0,0 1 0,0-1 0,0 0 0,0 0 0,0 0 0,0 0 0,0 0 0,0 0 0,0 0 0,0 0 0,0 0 0,0 0 0,0 0 0,0 0 0,0 0 0,1 0 0,-1 0 0,0 0 0,0 1 0,0-1 0,0 0 0,0 0 0,0 0 0,0 0 0,0 0 0,0 0 0,0 0 0,0 0 0,0 0 0,0 0 0,0 0 0,1 0 0,-1 0 0,0 0 0,0 0 0,0 0 0,0 0 0,0 0 0,0 0 0,0 0 0,0 0 0,0 0 0,0 0 0,0-1 0,0 1 0,0 0 0,1 0 0,-1 0 0,0 0 0,0 0 0,0 0 0,-6 8 0,-10 8 0,-5 2 0,-1-2 0,-48 28 0,-54 17 0,61-30 0,-50 20 0,-72 40 0,101-39 99,-12 6-1563,75-47-5362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2:09.9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374 31 24575,'-1'-2'0,"-1"0"0,1-1 0,0 1 0,0 0 0,-1 0 0,0 0 0,1 0 0,-1 0 0,0 0 0,0 0 0,0 0 0,-4-2 0,5 4 0,-1-1 0,1 1 0,-1 0 0,1 0 0,-1-1 0,1 1 0,-1 0 0,1 0 0,-1 0 0,1 1 0,-1-1 0,0 0 0,1 1 0,-1-1 0,1 1 0,0-1 0,-1 1 0,1-1 0,-1 1 0,1 0 0,0 0 0,-2 2 0,-14 9 0,0 2 0,-21 23 0,-10 8 0,18-20 0,-54 48 0,70-60 0,1 2 0,0-1 0,-18 29 0,30-42 0,0 1 0,0 0 0,0-1 0,0 1 0,1 0 0,-1-1 0,0 1 0,1 0 0,0 0 0,-1 0 0,1-1 0,0 1 0,0 0 0,0 0 0,0 3 0,0-4 0,1 0 0,-1 0 0,1 0 0,-1 0 0,1 0 0,0 0 0,-1 0 0,1-1 0,0 1 0,0 0 0,-1 0 0,1 0 0,0-1 0,0 1 0,0 0 0,0-1 0,0 1 0,0-1 0,0 1 0,0-1 0,0 0 0,0 1 0,0-1 0,0 0 0,1 0 0,1 0 0,15 2 0,0-2 0,1 0 0,-1-2 0,36-6 0,-22 3 0,41-6 0,231-24 0,-300 35-273,1 0 0,0 0 0,-1 1 0,9 1 0,-4 1-6553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2:10.9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299 122 24575,'-22'-19'0,"-51"-39"0,63 51 0,-1 0 0,0 0 0,0 1 0,0 1 0,-13-4 0,22 8 0,0 0 0,0 1 0,0 0 0,1-1 0,-1 1 0,0 0 0,0 0 0,0 0 0,0 0 0,0 0 0,0 1 0,0-1 0,1 1 0,-1-1 0,0 1 0,0-1 0,1 1 0,-1 0 0,0 0 0,1 0 0,-1 0 0,0 0 0,1 0 0,0 1 0,-1-1 0,1 0 0,-2 2 0,-2 4 0,0 1 0,1-1 0,-1 1 0,-4 14 0,-1 0 0,3-10 0,1 1 0,1 0 0,0 0 0,1 0 0,-4 20 0,7-23 0,0 0 0,0 1 0,1-1 0,1 0 0,0 1 0,0-1 0,1 0 0,3 11 0,6 13 0,3 0 0,1-1 0,34 57 0,1 1 0,-43-76 0,-1 0 0,-1 0 0,0 1 0,-1-1 0,0 1 0,-2 0 0,0 0 0,-1 0 0,0 0 0,-3 27 0,2-42 4,0 0-1,0 0 1,0 0-1,0 0 1,0 0-1,0 0 1,-1 0-1,1 0 1,0 0-1,-1 0 1,1 0 0,-1-1-1,1 1 1,-1 0-1,1 0 1,-1 0-1,1 0 1,-1-1-1,0 1 1,0 0-1,1-1 1,-1 1-1,0 0 1,0-1-1,0 1 1,0-1-1,0 1 1,0-1-1,0 0 1,1 1-1,-1-1 1,0 0-1,-2 1 1,0-2-153,-1 1 1,1 0-1,0-1 1,0 1-1,0-1 1,-1 0-1,1 0 1,0 0-1,-3-2 1,-6-3-6678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2:11.1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498 45 24575,'-35'-5'0,"-15"-1"0,-5-3 0,0 1 0,4 1 0,6 2 0,6 3 0,4 0 0,6 1 0,5 1 0,5 1 0,3-1 0,1 0 0,1 3 0,4 3 0,4 0 0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2:11.3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0 24575,'-2'3'0,"1"2"0,1 4 0,3 2 0,4 3 0,0 0 0,1-2 0,3 0 0,-2 0 0,1-2 0,-1 0 0,-1-2 0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2:11.5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24575,'12'2'0,"5"4"0,1 3 0,0 0 0,0 1 0,-4-2-8191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2:11.8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206 4 24575,'-30'-2'0,"-29"1"0,50 1 0,-1 1 0,0 0 0,1 1 0,-1 0 0,1 1 0,-18 7 0,25-10 0,0 1 0,0 0 0,0 0 0,0 0 0,1 0 0,-1 0 0,0 0 0,1 1 0,-1-1 0,1 1 0,-1-1 0,1 1 0,0-1 0,-1 1 0,1 0 0,0 0 0,0 0 0,0-1 0,0 1 0,1 0 0,-1 0 0,0 0 0,1 0 0,0 0 0,-1 1 0,1-1 0,0 3 0,1-2 0,-1 1 0,1 0 0,1-1 0,-1 1 0,0 0 0,1-1 0,0 0 0,0 1 0,0-1 0,0 0 0,0 0 0,0 0 0,1 0 0,3 3 0,4 3 0,1 0 0,0-1 0,1 0 0,0-1 0,0 0 0,0-1 0,1-1 0,15 6 0,-6-4 0,1-1 0,0-1 0,47 4 0,-64-9 0,0 0 0,1 0 0,-1-1 0,1 1 0,-1-1 0,0-1 0,1 1 0,-1-1 0,10-4 0,-14 5 0,0 0 0,0-1 0,0 1 0,0 0 0,0-1 0,0 1 0,-1-1 0,1 1 0,0-1 0,-1 0 0,1 0 0,-1 0 0,1 0 0,-1 0 0,0 0 0,0 0 0,0 0 0,0-1 0,-1 1 0,1 0 0,0-1 0,-1 1 0,0 0 0,1-1 0,-1 1 0,0 0 0,0-1 0,-1-3 0,0 0-341,-1-1 0,0 1-1,-4-10 1,0 1-6485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2:12.4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17 24575,'0'-1'0,"0"0"0,0 0 0,0 0 0,0 0 0,0 0 0,0 0 0,0 0 0,0 0 0,1 0 0,-1 0 0,1 0 0,0-1 0,-1 1 0,0 1 0,0 0 0,0 0 0,1 0 0,-1 0 0,0 0 0,0 0 0,0-1 0,1 1 0,-1 0 0,0 0 0,0 0 0,0 0 0,1 0 0,-1 0 0,0 0 0,0 0 0,1 0 0,-1 0 0,0 0 0,0 0 0,1 0 0,-1 0 0,0 0 0,0 0 0,1 0 0,-1 0 0,0 0 0,0 0 0,0 1 0,1-1 0,-1 0 0,2 2 0,0-1 0,0 1 0,0 0 0,0 0 0,0 0 0,0 0 0,-1 1 0,2 2 0,60 122 0,-48-94 0,16 38 0,38 122 0,-68-192 0,-1 0 0,0 0 0,1 1 0,-1-1 0,0 0 0,0 0 0,0 0 0,0 1 0,0-1 0,0 0 0,0 0 0,0 1 0,0-1 0,-1 0 0,1 0 0,0 0 0,-1 1 0,1-1 0,-1 0 0,1 0 0,-2 1 0,1-1 0,0 0 0,0-1 0,0 1 0,0-1 0,0 1 0,0-1 0,0 0 0,0 1 0,0-1 0,0 0 0,0 0 0,0 0 0,-1 1 0,1-1 0,0 0 0,0-1 0,0 1 0,0 0 0,0 0 0,0 0 0,0-1 0,-1 1 0,0-1 0,-12-5 0,0-1 0,0 0 0,0-1 0,1 0 0,0-1 0,-22-21 0,33 28 0,-17-16 0,19 17 0,0 1 0,0 0 0,-1-1 0,1 1 0,0 0 0,0-1 0,-1 1 0,1 0 0,0-1 0,0 1 0,0-1 0,0 1 0,-1 0 0,1-1 0,0 1 0,0-1 0,0 1 0,0-1 0,0 1 0,0 0 0,0-1 0,0 1 0,0-1 0,0 1 0,1 0 0,-1-1 0,0 1 0,0-1 0,0 1 0,0 0 0,1-1 0,-1 1 0,0 0 0,0-1 0,1 1 0,-1 0 0,0-1 0,0 1 0,1 0 0,-1-1 0,0 1 0,1 0 0,-1 0 0,1 0 0,-1-1 0,0 1 0,1 0 0,-1 0 0,1 0 0,-1 0 0,0 0 0,1 0 0,7-2 0,0 0 0,0 1 0,0 1 0,0-1 0,12 2 0,42 6 0,-28-2 0,-4-1 0,1-2 0,-1 0 0,1-2 0,34-4 0,-57 2 0,1-1 0,-1 0 0,1 0 0,-1 0 0,12-7 0,-12 5 0,-7 5 0,0 0 0,-1-1 0,1 1 0,0 0 0,0 0 0,-1 0 0,1-1 0,0 1 0,0 0 0,-1 0 0,1 0 0,0 0 0,0 1 0,-1-1 0,1 0 0,0 0 0,-1 0 0,1 0 0,0 1 0,-1-1 0,1 0 0,0 1 0,-1-1 0,1 1 0,0-1 0,-1 0 0,1 1 0,-1-1 0,1 1 0,-1 0 0,1-1 0,-1 1 0,1-1 0,-1 1 0,0 0 0,1-1 0,-1 2 0,3 4 0,0 1 0,-1-1 0,2 10 0,0-4 0,7 18-1365,-6-17-5461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2:12.6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24575,'0'3'0,"0"5"0,0 4 0,0 2 0,0 0-8191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2:13.0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24575,'43'156'0,"52"96"0,-50-138 0,-43-110-227,0 0-1,-1 1 1,2-1-1,-1 0 1,6 7-1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2:13.1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306 91 24575,'-29'-15'0,"-13"-5"0,-1 2 0,4 3 0,4 4 0,5 4 0,6 4 0,4 1 0,3 5 0,2 1 0,4 2 0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2:13.4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24575,'0'2'0,"0"4"0,3 0 0,0 3 0,3-2 0,0 2 0,1 0 0,2 3 0,2 1 0,2 0 0,1 1 0,0-1 0,-2-2 0,0 1 0,0-3 0,-3-2-8191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2:13.5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24575,'8'5'0,"2"4"0,1 3 0,0-1-8191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2:13.9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89 76 24575,'-6'-7'0,"-19"-22"0,23 27 0,-1 0 0,1 1 0,0-1 0,-1 0 0,1 1 0,-1-1 0,0 1 0,1-1 0,-7 0 0,8 1 0,0 1 0,0 0 0,1 0 0,-1 0 0,0 0 0,0 0 0,0 0 0,0 0 0,0 1 0,0-1 0,0 0 0,1 0 0,-1 1 0,0-1 0,0 0 0,0 1 0,1-1 0,-1 1 0,0-1 0,0 1 0,1-1 0,-1 1 0,0 0 0,1-1 0,-1 1 0,1 0 0,-1 0 0,1-1 0,-1 1 0,1 0 0,-1 0 0,1 0 0,0 0 0,0-1 0,-1 1 0,1 0 0,0 0 0,0 0 0,0 1 0,-1 3 0,1 0 0,-1 0 0,1-1 0,0 1 0,2 10 0,0-6 0,1 0 0,0 1 0,0-1 0,1-1 0,0 1 0,1 0 0,0-1 0,0 0 0,1 0 0,0-1 0,0 1 0,1-1 0,0-1 0,0 1 0,1-1 0,0 0 0,0-1 0,0 0 0,0 0 0,1-1 0,14 6 0,-20-9 0,-1-1 0,1 1 0,-1 0 0,1-1 0,-1 1 0,1-1 0,-1 1 0,1-1 0,-1 0 0,1-1 0,0 1 0,-1 0 0,1-1 0,-1 1 0,1-1 0,-1 0 0,1 1 0,-1-1 0,0 0 0,1-1 0,-1 1 0,0 0 0,0-1 0,0 1 0,0-1 0,0 0 0,0 0 0,0 0 0,-1 0 0,1 0 0,-1 0 0,1 0 0,-1 0 0,0 0 0,0-1 0,0 1 0,0-1 0,0 1 0,0 0 0,-1-1 0,1 0 0,-1 1 0,0-1 0,0 1 0,0-5 0,0 0 0,-1 0 0,0 1 0,-1-1 0,1 1 0,-1-1 0,0 1 0,-1 0 0,0 0 0,0 0 0,0 0 0,-6-8 0,-5-6 0,-30-29 0,44 48 0,-3-2-80,0 0 0,0 0-1,-1 1 1,1 0 0,0-1-1,-1 1 1,1 0 0,-1 0-1,0 1 1,0-1 0,1 1 0,-1 0-1,0 0 1,0 0 0,0 1-1,-6-1 1,-3 1-6746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2:14.4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 24575,'17'15'0,"1"0"0,1-1 0,27 16 0,-38-25 0,-1-1 0,1-1 0,-1 0 0,1 0 0,0 0 0,0-1 0,15 3 0,-21-5 0,0 0 0,0 1 0,0-1 0,0 0 0,0 0 0,0-1 0,0 1 0,0 0 0,-1-1 0,1 1 0,0-1 0,0 1 0,0-1 0,0 0 0,0 0 0,-1 0 0,1 0 0,0 0 0,-1 0 0,1-1 0,-1 1 0,1 0 0,-1-1 0,0 1 0,1-1 0,-1 0 0,0 1 0,0-1 0,0 0 0,0 0 0,0 1 0,-1-1 0,1 0 0,-1 0 0,1 0 0,-1 0 0,1-2 0,-1-2 0,1 1 0,-1 0 0,0-1 0,-1 1 0,1 0 0,-1-1 0,0 1 0,-2-5 0,3 9 0,0 1 0,0 0 0,0 0 0,-1-1 0,1 1 0,0 0 0,0 0 0,0-1 0,0 1 0,0 0 0,0 0 0,0-1 0,0 1 0,0 0 0,0-1 0,0 1 0,0 0 0,0 0 0,0-1 0,0 1 0,0 0 0,0-1 0,0 1 0,0 0 0,1 0 0,-1-1 0,0 1 0,0 0 0,0 0 0,0-1 0,1 1 0,-1 0 0,0 0 0,1-1 0,9 5 0,12 14 0,-20-17 0,22 22-90,-13-13 193,17 15 1,-24-22-289,1 0 0,0-1-1,0 1 1,-1-1 0,1 0 0,1 0-1,9 3 1,-3-3-6641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2:14.8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44 51 24575,'-4'-9'0,"3"5"0,-1 1 0,1 0 0,-1-1 0,0 1 0,0 0 0,0 0 0,0 0 0,0 0 0,-1 1 0,1-1 0,-1 0 0,-3-1 0,6 4 0,0 0 0,-1 0 0,1-1 0,0 1 0,-1 0 0,1 1 0,-1-1 0,1 0 0,0 0 0,-1 0 0,1 0 0,0 0 0,-1 0 0,1 0 0,0 0 0,-1 1 0,1-1 0,0 0 0,0 0 0,-1 0 0,1 1 0,0-1 0,-1 0 0,1 0 0,0 1 0,0-1 0,0 0 0,-1 1 0,1-1 0,0 0 0,0 1 0,0-1 0,0 0 0,0 1 0,-1-1 0,1 0 0,0 1 0,0-1 0,0 0 0,0 1 0,0-1 0,0 0 0,0 1 0,0-1 0,0 0 0,1 2 0,0 17 0,0-8 0,1-1 0,0 0 0,1 0 0,0-1 0,1 1 0,0 0 0,0-1 0,1 0 0,0 0 0,1-1 0,0 1 0,0-1 0,1 0 0,0-1 0,0 0 0,1 0 0,11 8 0,-15-13 0,80 52 0,-81-53 0,0 1 0,-1-1 0,1 1 0,-1 0 0,0 0 0,1 0 0,-1 0 0,0 0 0,0 0 0,0 1 0,0-1 0,-1 0 0,1 1 0,1 3 0,-3-4 0,1 0 0,-1-1 0,0 1 0,0 0 0,0-1 0,0 1 0,0-1 0,0 1 0,0 0 0,-1-1 0,1 1 0,0-1 0,-1 1 0,0 0 0,1-1 0,-1 0 0,0 1 0,0-1 0,1 1 0,-1-1 0,0 0 0,-1 0 0,1 1 0,0-1 0,0 0 0,0 0 0,-1 0 0,-1 1 0,-4 3 0,-1 0 0,0-1 0,0 1 0,0-2 0,-12 5 0,-46 11 0,49-15 0,-11 3-1365,5-3-5461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2:16.6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306 43 24575,'-12'-7'0,"1"1"0,-1 0 0,-1 1 0,1 0 0,-16-3 0,21 6 0,-1 0 0,0 1 0,0 1 0,0-1 0,0 1 0,0 1 0,-1-1 0,1 1 0,-13 4 0,14-3 0,1 1 0,-1 0 0,1 0 0,0 0 0,0 1 0,0 0 0,0 0 0,1 0 0,-1 1 0,1-1 0,0 1 0,1 1 0,-1-1 0,-5 10 0,5-7 0,0 0 0,1 0 0,1 1 0,-1-1 0,1 1 0,1 0 0,-1 0 0,2 0 0,-1 0 0,0 16 0,2-21 0,0 0 0,0 1 0,0-1 0,0 1 0,1-1 0,0 0 0,0 1 0,0-1 0,0 0 0,1 0 0,-1 0 0,1 0 0,0 0 0,0 0 0,1 0 0,-1-1 0,1 1 0,0-1 0,0 0 0,0 0 0,0 0 0,0 0 0,6 3 0,3 2 0,0-1 0,1-1 0,0 0 0,0-1 0,14 4 0,72 13 0,-45-10 0,-24-6 0,0-1 0,0-1 0,0-1 0,1-2 0,38-3 0,-67 2-42,0 0-1,0 0 0,0-1 1,0 1-1,0-1 0,-1 1 1,1-1-1,0 0 0,0 0 1,-1 1-1,1-1 0,0-1 1,-1 1-1,1 0 0,-1 0 1,1 0-1,-1-1 0,0 1 1,1-1-1,-1 1 0,0-1 1,0 1-1,0-1 0,0 0 1,0 0-1,-1 1 0,1-1 1,0 0-1,-1 0 0,0 0 1,1-3-1,0-8-6783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2:17.0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24575,'0'7'0,"0"6"0,2 4 0,2 5 0,1 4 0,1-1 0,1 1 0,3 1 0,-2-2 0,2-1 0,0-1 0,0-2 0,-1-3 0,-1-1 0,-2-2 0,1 0 0,-2-1 0,-1-3-8191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2:17.2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570 74 24575,'-29'-10'0,"-15"-5"0,-5-1 0,1 3 0,4 3 0,5 4 0,3 2 0,4 5 0,-1 2 0,-2 3 0,-2 3 0,-2 2 0,0 0 0,3 0 0,6-2-8191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2:18.0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239 65 24575,'-20'-8'0,"-9"-5"0,-1 1 0,-1 2 0,-41-9 0,69 18 0,1 1 0,-1-1 0,1 1 0,-1 0 0,1 0 0,-1 0 0,1 0 0,-1 0 0,0 1 0,1-1 0,0 1 0,-1 0 0,1-1 0,-1 1 0,-2 2 0,4-2 0,-1 0 0,1 1 0,0-1 0,0 0 0,0 1 0,0-1 0,0 1 0,1-1 0,-1 1 0,0-1 0,1 1 0,-1-1 0,1 1 0,-1 0 0,1 0 0,0-1 0,0 1 0,0 0 0,0-1 0,0 1 0,0 0 0,0-1 0,1 4 0,1 4 0,0-1 0,1 0 0,0 1 0,0-1 0,1 0 0,0-1 0,0 1 0,1-1 0,0 0 0,0 0 0,0 0 0,14 12 0,-1-2 0,2-1 0,0-1 0,27 16 0,-2-6 0,21 14 0,-65-38 0,0-1 0,0 1 0,0 0 0,0-1 0,0 1 0,0 0 0,0 0 0,0 0 0,-1 0 0,1 0 0,0 0 0,-1 0 0,1 0 0,0 0 0,-1 0 0,1 2 0,-1-3 0,0 1 0,0-1 0,0 1 0,0-1 0,0 1 0,-1-1 0,1 1 0,0-1 0,0 1 0,0-1 0,-1 1 0,1-1 0,0 0 0,0 1 0,-1-1 0,1 1 0,0-1 0,-1 0 0,1 1 0,-1-1 0,1 0 0,-1 1 0,1-1 0,0 0 0,-2 1 0,-1 0 0,0 0 0,0 0 0,0 0 0,-1 0 0,1 0 0,-1-1 0,1 1 0,0-1 0,-5 0 0,-87-14 0,66 9 0,-1 0 0,-33 1 0,38 1-1365,16 0-5461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2:18.5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0 24575,'-1'0'0,"7"6"0,-5-4 0,42 49 0,-40-47 0,1 0 0,0 0 0,0-1 0,0 1 0,1-1 0,-1 0 0,1 0 0,0-1 0,10 4 0,-14-5-42,-1-1-1,1 0 0,0 0 1,0 0-1,0 1 0,0-1 1,0 0-1,-1 0 0,1-1 1,0 1-1,0 0 0,0 0 1,0 0-1,0 0 0,-1-1 1,1 1-1,0 0 0,0-1 1,0 1-1,-1-1 0,1 1 1,0-1-1,0 1 0,-1-1 1,1 1-1,-1-1 0,1 0 1,0 1-1,-1-1 0,1 0 1,0-1-1,2-6-6783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2:18.7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 19 24575,'-2'-8'0,"-1"1"0,-1 3 0,2 6 0,0 4 0,1 4 0,0 0-8191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2:19.2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130 121 24575,'-7'-13'0,"-1"-2"0,0 0 0,-2 0 0,0 0 0,-18-19 0,27 33 0,0 0 0,0 0 0,0 0 0,0 0 0,0 0 0,0 0 0,0 0 0,0 0 0,-1 0 0,1 1 0,0-1 0,0 1 0,-1-1 0,1 1 0,-1-1 0,1 1 0,-1 0 0,1-1 0,0 1 0,-1 0 0,-2 0 0,3 1 0,-1 0 0,1-1 0,0 1 0,0 0 0,0 0 0,-1 0 0,1 0 0,0 0 0,0 0 0,0 0 0,0 1 0,1-1 0,-1 0 0,0 1 0,0-1 0,1 0 0,-1 1 0,1-1 0,-1 0 0,1 3 0,-3 5 0,1-1 0,0 0 0,1 1 0,0 0 0,1-1 0,0 12 0,0-15 0,1 0 0,-1-1 0,1 1 0,0 0 0,1 0 0,-1 0 0,1-1 0,0 1 0,0-1 0,0 1 0,1-1 0,4 5 0,-7-8 0,1 0 0,-1 0 0,1 0 0,-1-1 0,1 1 0,0 0 0,-1-1 0,1 1 0,0 0 0,0-1 0,0 1 0,-1-1 0,1 1 0,0-1 0,0 0 0,0 1 0,0-1 0,0 0 0,0 0 0,0 0 0,0 1 0,0-1 0,0 0 0,0 0 0,0 0 0,1-1 0,0 0 0,1 0 0,-1 0 0,0 0 0,0-1 0,0 1 0,0-1 0,0 0 0,2-2 0,0 0 0,-3 3 0,0 1 0,-1-1 0,1 1 0,0-1 0,0 1 0,0 0 0,-1-1 0,1 1 0,0 0 0,0-1 0,0 1 0,0 0 0,0 0 0,0 0 0,0 0 0,-1 0 0,1 0 0,0 0 0,0 0 0,0 0 0,0 0 0,0 1 0,0-1 0,-1 0 0,1 0 0,0 1 0,0-1 0,0 1 0,0-1 0,-1 1 0,1-1 0,0 1 0,-1-1 0,1 1 0,1 1 0,3 3 0,-1 0 0,1 1 0,5 9 0,-5-8 0,11 18 0,0 1 0,22 54 0,11 61 0,-49-139 0,1 1 0,0-1 0,-1 1 0,1-1 0,-1 1 0,0-1 0,0 1 0,0 0 0,0-1 0,0 1 0,-1-1 0,1 1 0,-2 4 0,1-6 0,1 0 0,-1 1 0,0-1 0,0 0 0,0 1 0,0-1 0,-1 0 0,1 0 0,0 0 0,0 0 0,-1 0 0,1 0 0,-1 0 0,1-1 0,0 1 0,-1 0 0,0-1 0,1 1 0,-1-1 0,1 0 0,-1 1 0,-2-1 0,-6 1 14,1-1-1,0 0 0,0-1 0,0 0 1,0 0-1,0-1 0,0 0 1,-10-4-1,-4-3-756,-39-20 1,45 20-6084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2:19.6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24575,'1'12'0,"0"-1"0,1 0 0,0 0 0,0 0 0,1 0 0,1 0 0,0-1 0,0 0 0,1 1 0,1-2 0,7 12 0,-12-19 0,-1-1 0,1 0 0,0 1 0,1-1 0,-1 0 0,0 0 0,0 0 0,0 1 0,1-1 0,-1-1 0,1 1 0,-1 0 0,0 0 0,1 0 0,0-1 0,-1 1 0,1-1 0,-1 1 0,1-1 0,0 0 0,-1 0 0,1 1 0,-1-1 0,1 0 0,0-1 0,-1 1 0,1 0 0,0 0 0,-1-1 0,1 1 0,0-1 0,-1 1 0,1-1 0,-1 0 0,1 1 0,-1-1 0,0 0 0,1 0 0,1-2 0,3-2 0,-1 1 0,0-1 0,0-1 0,0 1 0,-1-1 0,0 0 0,7-12 0,0-10 0,-10 23 0,1 0 0,0 0 0,0 0 0,0 0 0,1 0 0,0 1 0,0-1 0,0 1 0,0 0 0,6-6 0,-9 10 0,1-1 0,0 1 0,0-1 0,0 1 0,-1-1 0,1 1 0,0 0 0,0 0 0,0-1 0,0 1 0,0 0 0,0 0 0,0 0 0,-1 0 0,1 0 0,0 0 0,0 0 0,0 0 0,0 1 0,0-1 0,0 0 0,0 1 0,-1-1 0,1 0 0,0 1 0,0-1 0,0 1 0,-1-1 0,1 1 0,0-1 0,-1 1 0,1 0 0,1 1 0,2 2 0,0 1 0,0 1 0,5 10 0,-2-5 0,4 5-112,-4-5-201,1 1 0,0-2-1,19 20 1,-19-24-6513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2:20.2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72 520 24575,'-2'-1'0,"0"1"0,-1-1 0,1 1 0,0-1 0,0 1 0,0 0 0,0 0 0,-1 0 0,1 0 0,0 1 0,0-1 0,0 0 0,0 1 0,0-1 0,0 1 0,0 0 0,0 0 0,0 0 0,0 0 0,0 0 0,0 0 0,0 1 0,1-1 0,-1 0 0,0 1 0,1-1 0,-1 1 0,1 0 0,0 0 0,0-1 0,0 1 0,-1 0 0,2 0 0,-1 0 0,0 0 0,0 0 0,1 0 0,-1 3 0,-1 3 0,1-1 0,0 1 0,0-1 0,1 1 0,0-1 0,0 1 0,1 0 0,0-1 0,3 14 0,-2-16 0,-1-1 0,1 0 0,0 0 0,0 0 0,1 0 0,-1 0 0,1-1 0,0 1 0,0-1 0,0 0 0,0 1 0,7 3 0,-9-6 0,1 0 0,-1 0 0,1 0 0,-1 0 0,1 0 0,-1-1 0,1 1 0,-1-1 0,1 1 0,-1-1 0,1 0 0,0 1 0,-1-1 0,1 0 0,0 0 0,-1 0 0,1 0 0,0 0 0,-1-1 0,1 1 0,0 0 0,-1-1 0,1 1 0,-1-1 0,1 0 0,-1 0 0,1 1 0,-1-1 0,0 0 0,1 0 0,-1 0 0,0 0 0,1 0 0,-1-1 0,0 1 0,0 0 0,1-2 0,0-1 0,0 1 0,0-1 0,0 0 0,-1 0 0,1 0 0,-1 0 0,0 0 0,0 0 0,-1 0 0,1-8 0,0-5 0,-3-22 0,1 22 0,1 29 0,0-2 0,1 0 0,3 16 0,-3-21 0,0-1 0,0 0 0,1 0 0,0 0 0,-1-1 0,1 1 0,1 0 0,-1-1 0,0 1 0,5 4 0,-2-4 0,-1 0 0,1-1 0,0 1 0,-1-1 0,1 0 0,1-1 0,-1 1 0,0-1 0,1 0 0,-1 0 0,1-1 0,-1 1 0,1-1 0,6 0 0,-9-1 0,-1 1 0,1-1 0,0 0 0,-1-1 0,1 1 0,0 0 0,0-1 0,-1 1 0,1-1 0,-1 0 0,1 0 0,-1 0 0,1 0 0,-1-1 0,1 1 0,-1 0 0,0-1 0,0 0 0,0 0 0,0 1 0,0-1 0,0 0 0,0-1 0,-1 1 0,1 0 0,-1 0 0,1-1 0,-1 1 0,0-1 0,0 1 0,1-5 0,1-5 0,-1-1 0,0 0 0,-1 0 0,0-25 0,-10-52 0,9 90 0,-7-42 0,-1 1 0,-16-45 0,-35-78 0,7 24 0,47 129 0,3 15 0,3 20 0,-1-17 0,1 19 0,0-1 0,2 0 0,1 1 0,1-1 0,1-1 0,1 1 0,1-1 0,2-1 0,0 1 0,19 31 0,-14-33 30,0-1 0,2 0 0,23 24 0,64 47-1515,-89-79-5341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5:42.9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249 110 24575,'-27'-21'0,"-1"2"0,-1 0 0,-58-26 0,85 44 0,0 0 0,-1 1 0,1-1 0,0 0 0,-1 1 0,1-1 0,0 1 0,-1 0 0,1 0 0,-1 0 0,1 0 0,0 0 0,-1 0 0,1 1 0,-1-1 0,1 1 0,0 0 0,-4 1 0,3 0 0,2-1 0,-1 1 0,0 0 0,0-1 0,0 1 0,1 0 0,-1 0 0,1 0 0,-1 0 0,1 1 0,0-1 0,0 0 0,0 1 0,0-1 0,1 0 0,-1 1 0,0 3 0,-1 1 0,1 0 0,1 0 0,-1 0 0,1 1 0,0-1 0,1 0 0,-1 0 0,1 0 0,1 0 0,-1 0 0,1 0 0,1-1 0,-1 1 0,7 10 0,-5-10 0,1 0 0,-1-1 0,2 0 0,-1 0 0,1 0 0,0-1 0,0 1 0,0-2 0,1 1 0,-1-1 0,1 0 0,13 6 0,-13-7 0,0 0 0,0-1 0,0 0 0,0 0 0,0-1 0,0 1 0,11-1 0,-16-1 0,0 0 0,0 0 0,0 0 0,0 0 0,0-1 0,-1 1 0,1-1 0,0 1 0,0-1 0,-1 0 0,1 0 0,0 1 0,-1-1 0,1 0 0,-1-1 0,1 1 0,-1 0 0,1 0 0,-1-1 0,0 1 0,0 0 0,0-1 0,0 1 0,0-1 0,0 0 0,0 1 0,0-1 0,-1 0 0,1 0 0,0 1 0,-1-1 0,0 0 0,1-4 0,-1-1 0,1 0 0,-2 0 0,1 0 0,-1 0 0,0 1 0,-1-1 0,1 0 0,-1 0 0,-1 1 0,-3-9 0,-4-14 0,10 29 0,0 0 0,0 0 0,-1-1 0,1 1 0,0 0 0,0 0 0,0 0 0,0 0 0,0 0 0,0 0 0,0 0 0,0 0 0,0 0 0,0 0 0,0 0 0,0 0 0,0 0 0,0 0 0,0-1 0,0 1 0,0 0 0,0 0 0,0 0 0,1 0 0,-1 0 0,0 0 0,0 0 0,0 0 0,0 0 0,0 0 0,0 0 0,0 0 0,0 0 0,0 0 0,0 0 0,0 0 0,0 0 0,0 0 0,0 0 0,0 0 0,0-1 0,0 1 0,0 0 0,1 0 0,-1 0 0,0 0 0,0 0 0,0 0 0,0 0 0,0 0 0,0 0 0,0 0 0,0 0 0,0 0 0,0 0 0,0 0 0,0 0 0,0 1 0,0-1 0,1 0 0,-1 0 0,0 0 0,0 0 0,7 3 0,7 7 0,35 33-30,-29-24-304,0-2 0,1 0 1,34 20-1,-45-31-6492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5:43.3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 24575,'1'2'0,"-1"-1"0,0 0 0,1 1 0,-1-1 0,0 0 0,1 1 0,0-1 0,-1 0 0,1 1 0,0-1 0,0 0 0,-1 0 0,1 0 0,1 1 0,18 17 0,-10-11 0,2 4 0,0 0 0,1-1 0,0-1 0,1 0 0,0-1 0,1 0 0,26 11 0,-39-20 0,0 1 0,0 0 0,0-1 0,0 0 0,0 1 0,0-1 0,0 0 0,0 0 0,0 0 0,0 0 0,0 0 0,0 0 0,0-1 0,1 1 0,-2-1 0,1 1 0,0-1 0,3-1 0,-4 1 0,1 0 0,-1-1 0,0 1 0,1 0 0,-1-1 0,0 1 0,0-1 0,0 1 0,0-1 0,0 0 0,0 1 0,0-1 0,-1 0 0,1 0 0,-1 0 0,1 0 0,-1 1 0,1-1 0,-1-3 0,0-8 0,0 0 0,-1 1 0,0-1 0,-4-17 0,0-2 0,4 32 0,1 0 0,0 0 0,0 0 0,0 0 0,0-1 0,0 1 0,0 0 0,0 0 0,0 0 0,0 0 0,0-1 0,0 1 0,0 0 0,0 0 0,0 0 0,0 0 0,0-1 0,0 1 0,0 0 0,1 0 0,-1 0 0,0 0 0,0 0 0,0-1 0,0 1 0,0 0 0,0 0 0,0 0 0,0 0 0,1 0 0,-1 0 0,0 0 0,0-1 0,0 1 0,0 0 0,0 0 0,1 0 0,-1 0 0,0 0 0,0 0 0,0 0 0,0 0 0,1 0 0,-1 0 0,0 0 0,0 0 0,11 4 0,8 9 0,15 19-30,-26-23-192,2 0-1,-1 0 1,1-1-1,0-1 1,22 13-1,-22-16-6603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5:44.7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181 549 24575,'-10'-6'0,"-5"-3"0,0 0 0,0 1 0,-1 1 0,0 0 0,-32-8 0,46 14 0,1 1 0,-1 0 0,1-1 0,-1 1 0,1 0 0,-1 0 0,1 0 0,-1 0 0,1 0 0,-1 0 0,1 1 0,-1-1 0,1 0 0,-1 1 0,1-1 0,-1 1 0,1 0 0,-1-1 0,1 1 0,0 0 0,0 0 0,-1 0 0,1 0 0,-2 2 0,2-1 0,0 0 0,0 0 0,0 0 0,0 0 0,1 0 0,-1 0 0,1 1 0,-1-1 0,1 0 0,0 0 0,0 1 0,0-1 0,0 0 0,0 0 0,0 0 0,2 4 0,0 4 0,1 0 0,1 0 0,0 0 0,0 0 0,1-1 0,0 0 0,1 0 0,0 0 0,0 0 0,1-1 0,0 0 0,1-1 0,-1 0 0,1 0 0,1 0 0,-1-1 0,1 0 0,0-1 0,1 0 0,-1 0 0,1-1 0,0-1 0,0 1 0,17 2 0,-25-5 0,0-1 0,0 0 0,0 0 0,0 0 0,0 0 0,0 0 0,0 0 0,0 0 0,0-1 0,-1 1 0,1-1 0,0 1 0,0-1 0,0 0 0,0 0 0,-1 1 0,1-1 0,0-1 0,1 0 0,-1 0 0,0 0 0,0-1 0,-1 1 0,1 0 0,-1-1 0,1 1 0,-1-1 0,0 1 0,0-1 0,0 1 0,0-1 0,0-3 0,0-2 0,0 0 0,0 0 0,-1 0 0,0 0 0,-1 1 0,0-1 0,0 0 0,-4-14 0,4 18 0,0 0 0,0 0 0,-1 1 0,1-1 0,-1 0 0,0 1 0,0 0 0,0-1 0,0 1 0,0 0 0,-6-5 0,8 8 0,0 0 0,0 0 0,0 0 0,0 0 0,0 0 0,-1 0 0,1 0 0,0 0 0,0 0 0,0 0 0,0 0 0,0 0 0,0 0 0,0 0 0,0 0 0,0 0 0,-1 0 0,1 0 0,0 0 0,0 0 0,0 0 0,0 0 0,0 0 0,0 0 0,0 0 0,0 0 0,0 0 0,0 0 0,0 0 0,-1 0 0,1 1 0,0-1 0,0 0 0,0 0 0,0 0 0,0 0 0,0 0 0,0 0 0,0 0 0,0 0 0,0 0 0,0 0 0,0 1 0,0-1 0,0 0 0,0 0 0,0 0 0,0 0 0,0 9 0,1 8 0,1-9 0,0 0 0,1 0 0,0 0 0,0-1 0,1 1 0,0-1 0,0 0 0,1 0 0,-1 0 0,2-1 0,-1 0 0,1 0 0,0 0 0,0 0 0,0-1 0,1 0 0,0-1 0,0 1 0,0-1 0,0-1 0,1 1 0,0-1 0,-1-1 0,1 1 0,0-1 0,0-1 0,17 2 0,-23-3 0,1 0 0,-1 0 0,0 0 0,1 0 0,-1-1 0,0 1 0,1-1 0,-1 0 0,0 0 0,0 1 0,1-1 0,-1-1 0,0 1 0,0 0 0,0-1 0,0 1 0,0-1 0,-1 1 0,1-1 0,0 0 0,-1 0 0,1 1 0,-1-1 0,0 0 0,0-1 0,1 1 0,-1 0 0,-1 0 0,1 0 0,0-1 0,0-4 0,2-5 0,-2-1 0,0 0 0,0 0 0,-3-22 0,1 23 0,-2-25 0,-2 1 0,-1 0 0,-21-64 0,-48-99 0,6 42 0,69 156 0,0 0 0,-1 1 0,1-1 0,0 0 0,-1 0 0,1 1 0,-1-1 0,1 0 0,-1 0 0,1 1 0,-1-1 0,0 1 0,1-1 0,-1 1 0,0-2 0,0 2 0,1 0 0,0 0 0,0 1 0,-1-1 0,1 0 0,0 0 0,0 0 0,-1 0 0,1 0 0,0 0 0,0 0 0,-1 0 0,1 1 0,0-1 0,0 0 0,0 0 0,-1 0 0,1 0 0,0 1 0,0-1 0,0 0 0,0 0 0,0 0 0,-1 1 0,1-1 0,0 0 0,0 0 0,0 1 0,0-1 0,0 1 0,-5 26 0,5-2 0,1 1 0,2-1 0,0 1 0,2-1 0,0 0 0,2 0 0,1-1 0,15 33 0,-2-11 0,3-2 0,1 0 0,42 52 0,-55-79 0,1-1 0,1-1 0,20 18 0,-29-29 0,-1 0 0,1-1 0,0 1 0,0-1 0,1 0 0,-1 0 0,0-1 0,1 0 0,0 0 0,-1 0 0,1-1 0,0 1 0,0-1 0,0-1 0,11 1 0,-15-1 0,0-1 0,1 1 0,-1-1 0,0 1 0,1-1 0,-1 0 0,0 0 0,0 0 0,0 0 0,0 0 0,0 0 0,0-1 0,0 1 0,0-1 0,2-2 0,-1 1 0,0-1 0,-1 0 0,1 0 0,-1 1 0,0-1 0,0-1 0,2-6 0,0-3 0,-1-1 0,0 0 0,1-27 0,-4-17 0,24 111 0,-23-49 0,27 63 0,-24-58 0,1 0 0,-1 0 0,1 0 0,1-1 0,10 12 0,-14-17 0,0 0 0,0-1 0,0 1 0,0 0 0,0-1 0,1 0 0,-1 1 0,0-1 0,1 0 0,-1 0 0,1 0 0,0 0 0,-1-1 0,1 1 0,0-1 0,-1 0 0,1 0 0,0 1 0,-1-2 0,1 1 0,0 0 0,-1 0 0,1-1 0,0 0 0,-1 1 0,1-1 0,-1 0 0,1 0 0,-1-1 0,0 1 0,1 0 0,-1-1 0,0 1 0,0-1 0,0 0 0,0 0 0,0 0 0,0 0 0,0 0 0,-1 0 0,1 0 0,-1-1 0,0 1 0,0-1 0,2-4 0,3-15 0,-1-1 0,4-44 0,-9 62 0,0 4 0,0 0 0,1 0 0,-1-1 0,0 1 0,1 0 0,-1 0 0,0-1 0,1 1 0,-1 0 0,1 0 0,0 0 0,-1 0 0,1 0 0,0 0 0,1-1 0,-2 1 0,1 1 0,-1 0 0,1 0 0,-1-1 0,1 1 0,-1 0 0,1 0 0,-1 0 0,1 0 0,0 0 0,-1 0 0,1 0 0,-1 0 0,1 0 0,-1 0 0,1 0 0,-1 0 0,1 1 0,-1-1 0,1 0 0,-1 0 0,1 0 0,-1 1 0,1-1 0,-1 0 0,1 1 0,-1-1 0,1 0 0,-1 1 0,0-1 0,1 1 0,-1-1 0,0 0 0,1 1 0,-1-1 0,1 2 0,8 13 0,0 0 0,0 0 0,-2 1 0,0 0 0,10 33 0,-5-12 0,95 320 0,-102-331 0,0 2 0,-2-1 0,-1 0 0,-2 1 0,-3 40 0,3-67 0,0 0 0,0 1 0,0-1 0,-1 0 0,1 0 0,0 0 0,0 0 0,-1 0 0,1 0 0,0 0 0,-1 0 0,1 0 0,-1 0 0,0 0 0,1 0 0,-1 0 0,0 0 0,0 0 0,1 0 0,-1-1 0,0 1 0,0 0 0,0-1 0,0 1 0,0 0 0,0-1 0,0 1 0,0-1 0,0 0 0,0 1 0,0-1 0,0 0 0,0 0 0,0 1 0,-1-1 0,1 0 0,0 0 0,0 0 0,0 0 0,0-1 0,0 1 0,0 0 0,-1 0 0,-1-1 0,-1-1 0,0 1 0,0-1 0,0 0 0,0 0 0,0-1 0,0 1 0,1-1 0,-1 0 0,1 1 0,-4-5 0,-1-3 0,0-1 0,1 1 0,1-1 0,0-1 0,0 1 0,-5-18 0,8 21 0,0 0 0,1 0 0,0-1 0,1 1 0,0 0 0,0-1 0,1 1 0,0-1 0,1 1 0,1-15 0,0 19-170,-1 0-1,0 1 0,1-1 1,0 0-1,0 0 0,0 1 1,4-6-1,3-2-6655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5:45.2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 24575,'54'-1'0,"-21"-1"0,0 2 0,0 2 0,46 8 0,-77-10 0,1 0 0,-1 1 0,0 0 0,1-1 0,-1 1 0,0 0 0,0 0 0,0 0 0,0 1 0,0-1 0,0 0 0,0 1 0,0-1 0,0 1 0,-1 0 0,3 2 0,-3-1 0,0-1 0,1 1 0,-1 0 0,-1 0 0,1 0 0,0 0 0,-1 0 0,1 0 0,-1 0 0,0 0 0,0 6 0,-2 9 0,0 1 0,-1-1 0,-9 32 0,5-24 0,6-21 0,-1-1 0,2 1 0,-1 0 0,1-1 0,-1 1 0,1-1 0,0 1 0,1 0 0,-1-1 0,1 1 0,0-1 0,0 1 0,0-1 0,1 1 0,0-1 0,0 0 0,0 0 0,0 0 0,0 0 0,1 0 0,0 0 0,0 0 0,0-1 0,0 0 0,0 0 0,1 0 0,0 0 0,-1 0 0,5 2 0,-2-2 15,-1 1 0,1-2 0,-1 1 0,1-1 0,0 0 0,0 0 0,12 2 0,-15-3-114,1-1 0,0 0 0,0 1 0,-1-1 0,1-1 0,0 1 0,0 0 0,-1-1 0,1 0 0,0 0 0,-1 0 0,1 0 0,-1-1 0,4-1 0,2-4-6727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5:45.6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0 419 24575,'34'-9'0,"-1"-1"0,58-27 0,-79 30 0,-1 1 0,0-1 0,0-1 0,0 0 0,-1 0 0,-1-1 0,1 0 0,-2-1 0,1 0 0,12-19 0,-12 13 0,0 0 0,0-1 0,-1 0 0,-2 0 0,1 0 0,-2-1 0,0 0 0,-2 0 0,3-24 0,-6 39 0,0 0 0,0 0 0,0 0 0,0 1 0,-1-1 0,0 0 0,1 0 0,-1 1 0,0-1 0,0 1 0,0-1 0,-1 1 0,1-1 0,-1 1 0,-1-3 0,2 4 0,0 0 0,0 0 0,0 0 0,-1 0 0,1 1 0,0-1 0,0 0 0,-1 1 0,1-1 0,0 1 0,-1-1 0,1 1 0,-1-1 0,1 1 0,0 0 0,-1 0 0,1 0 0,-1 0 0,1 0 0,-1 0 0,1 0 0,0 0 0,-1 1 0,1-1 0,-1 0 0,1 1 0,0-1 0,-1 1 0,1 0 0,-2 1 0,-1 1 0,0-1 0,0 2 0,0-1 0,0 0 0,1 1 0,-1-1 0,1 1 0,0 0 0,1 0 0,-1 0 0,0 1 0,1-1 0,0 1 0,0-1 0,1 1 0,-1 0 0,-1 8 0,0 7 0,0 0 0,1 38 0,2-45 0,0 0 0,1 0 0,1 0 0,0-1 0,1 1 0,0-1 0,1 1 0,1-1 0,0 0 0,0 0 0,8 11 0,-8-14 0,1-1 0,0 0 0,1-1 0,-1 0 0,1 0 0,1 0 0,-1-1 0,1 0 0,1 0 0,-1-1 0,1 0 0,-1 0 0,2-1 0,17 6 0,-17-7-85,0 0 0,1-1-1,-1 0 1,0-1 0,1 0-1,-1 0 1,0-1 0,1 0-1,-1-1 1,1-1 0,-1 1-1,0-2 1,0 1 0,0-1-1,11-6 1,-8 3-6741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5:46.8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195 446 24575,'-13'-5'0,"-56"-20"0,62 23 0,0 1 0,0 0 0,1 0 0,-1 0 0,0 1 0,0 0 0,0 0 0,-9 2 0,14-2 0,0 0 0,0 1 0,0 0 0,0-1 0,0 1 0,0 0 0,0 0 0,0 0 0,1 0 0,-1 0 0,0 1 0,0-1 0,1 0 0,-1 1 0,1-1 0,-1 1 0,1 0 0,0-1 0,0 1 0,0 0 0,0 0 0,0 0 0,0 0 0,0 0 0,0 0 0,1 0 0,-1 0 0,1 0 0,0 0 0,0 0 0,-1 0 0,1 0 0,0 1 0,1-1 0,-1 0 0,1 2 0,0 2 0,0 0 0,0-1 0,1 1 0,0-1 0,0 1 0,0-1 0,1 0 0,-1 0 0,1 0 0,1 0 0,-1 0 0,6 5 0,-1-2 0,1-1 0,0-1 0,0 0 0,1 0 0,-1-1 0,1 0 0,1 0 0,15 4 0,7 0 0,47 7 0,-73-15 0,-1 0 0,1-1 0,-1 1 0,1-1 0,0-1 0,-1 1 0,1-1 0,8-2 0,-13 2 0,0 1 0,0-1 0,0 0 0,0 0 0,0 0 0,0 0 0,0 0 0,-1 0 0,1-1 0,0 1 0,-1-1 0,1 1 0,-1-1 0,0 0 0,1 1 0,-1-1 0,0 0 0,0 0 0,0 0 0,0 0 0,0 0 0,-1 0 0,1 0 0,-1 0 0,1 0 0,-1 0 0,0 0 0,1-1 0,-1-1 0,-1-8 0,1 1 0,-2 0 0,0-1 0,0 1 0,-1 0 0,-5-15 0,-32-65 0,26 61 0,-56-113 0,-17-41 0,73 152 0,36 64 0,188 349-139,-147-270-1087,-52-90-5600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5:47.3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246 159 24575,'11'-13'0,"-8"10"0,-8 9 0,-6 6 0,-12 22 0,18-25 0,-1 0 0,0-1 0,-1 1 0,0-1 0,0-1 0,-14 13 0,19-19 0,-1 0 0,1-1 0,0 1 0,0 0 0,-1-1 0,1 1 0,0-1 0,-1 0 0,1 0 0,-1 0 0,1 0 0,0 0 0,-1 0 0,1-1 0,0 1 0,-1-1 0,1 0 0,0 1 0,0-1 0,0 0 0,0 0 0,-3-2 0,-4-2 0,-1-1 0,1 0 0,-11-11 0,14 12 0,0-1 0,1-1 0,0 1 0,0-1 0,1 0 0,0 0 0,0 0 0,0-1 0,1 1 0,0-1 0,1 0 0,-3-16 0,4 18 0,0 0 0,0 0 0,1 0 0,0-1 0,1 1 0,-1 0 0,4-12 0,-3 14 0,0 1 0,0-1 0,1 1 0,0-1 0,-1 1 0,1-1 0,1 1 0,-1 0 0,0 0 0,1 0 0,-1 1 0,1-1 0,4-3 0,-5 5 6,0-1 0,0 1-1,0 0 1,-1 0 0,1 0-1,0 1 1,0-1 0,0 0 0,0 1-1,1 0 1,-1-1 0,0 1-1,0 0 1,0 0 0,0 0-1,0 0 1,0 0 0,0 1 0,1-1-1,1 1 1,0 1-155,0 0 1,0-1-1,0 1 1,-1 1-1,1-1 1,0 0-1,-1 1 1,0 0-1,3 3 1,4 4-6678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5:47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0 176 24575,'19'27'0,"-6"-7"0,28 33 0,-36-47 0,1 0 0,0 0 0,1 0 0,-1-1 0,1 0 0,0-1 0,1 1 0,12 4 0,-19-8 0,1 0 0,0 0 0,0-1 0,0 1 0,0-1 0,0 1 0,0-1 0,0 0 0,-1 0 0,1 0 0,0 0 0,0 0 0,0 0 0,0 0 0,0-1 0,0 1 0,0-1 0,0 1 0,0-1 0,-1 0 0,1 0 0,0 0 0,0 0 0,-1 0 0,1 0 0,-1 0 0,1 0 0,2-3 0,-2 0 0,0 1 0,0 0 0,0-1 0,0 0 0,0 1 0,-1-1 0,0 0 0,0 0 0,0 0 0,0 0 0,-1 0 0,1 0 0,-1-4 0,-1-76 0,1 83 0,0 0 0,0 1 0,0-1 0,0 1 0,0-1 0,0 1 0,1-1 0,-1 1 0,0-1 0,0 1 0,0-1 0,0 1 0,1-1 0,-1 1 0,0-1 0,0 1 0,1 0 0,-1-1 0,0 1 0,1-1 0,0 0 0,-1 1 0,1 0 0,-1 0 0,1 0 0,-1 0 0,0 0 0,1 0 0,-1 0 0,1 0 0,-1 0 0,1 1 0,-1-1 0,0 0 0,1 0 0,-1 0 0,1 0 0,-1 1 0,0-1 0,1 0 0,-1 0 0,0 1 0,1-1 0,21 23 0,-15-14 0,14 13 0,1-1 0,31 22 0,-45-37 0,1 0 0,0-1 0,0 0 0,1 0 0,-1-1 0,1 0 0,0-1 0,0 0 0,0 0 0,15 1 0,-23-4 0,1 0 0,-1 0 0,1 0 0,-1 0 0,1 0 0,-1-1 0,1 1 0,-1-1 0,1 0 0,-1 1 0,1-1 0,-1 0 0,0 0 0,1-1 0,-1 1 0,0 0 0,3-3 0,-3 1 0,0 1 0,0-1 0,0 1 0,0-1 0,0 0 0,0 0 0,-1 0 0,1 0 0,-1-1 0,0 1 0,1-5 0,0-1 0,-1 0 0,0 0 0,0 0 0,-1 0 0,-1 0 0,1 0 0,-2 0 0,-3-17 0,1 13 15,-1-1 0,0 1 0,-1 0 0,-1 1 0,0 0 0,0 0 0,-11-12 0,13 18-114,0 0 0,0 0 0,-1 1 0,0 0 0,0 0 0,0 0 0,0 1 0,-1 0 0,0 0 0,0 0 0,0 1 0,0 0 0,-1 1 0,-9-3 0,4 3-6727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5:48.4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43 24575,'2'1'0,"1"0"0,-1 0 0,0 1 0,0-1 0,0 0 0,0 1 0,-1-1 0,1 1 0,0 0 0,2 3 0,2 2 0,27 28 0,4 5 0,-33-36 0,-1-1 0,1-1 0,0 1 0,0 0 0,0-1 0,0 0 0,0 0 0,0 0 0,5 1 0,-7-3 0,-1 0 0,0 1 0,1-1 0,-1 0 0,1 0 0,-1 0 0,0 0 0,1 0 0,-1 0 0,0 0 0,1-1 0,-1 1 0,0-1 0,1 1 0,-1-1 0,0 1 0,0-1 0,1 1 0,0-2 0,0 0 0,0 0 0,0 1 0,-1-1 0,1 0 0,0 0 0,-1 0 0,0-1 0,1 1 0,0-4 0,2-3 0,-1-1 0,-1 0 0,1 1 0,0-12 0,-2 12 0,-1 1 0,1 1 0,0 0 0,1 0 0,0 0 0,4-10 0,-6 16 0,1 0 0,0-1 0,-1 1 0,1 0 0,0 0 0,0 0 0,0 0 0,0 0 0,0 0 0,0 0 0,0 0 0,0 0 0,0 0 0,0 0 0,1 1 0,-1-1 0,0 1 0,1-1 0,-1 1 0,0-1 0,1 1 0,-1 0 0,0-1 0,1 1 0,-1 0 0,1 0 0,-1 0 0,1 0 0,-1 0 0,0 1 0,1-1 0,-1 0 0,3 2 0,2 0 0,1 0 0,-1 1 0,0 0 0,0 1 0,-1-1 0,1 1 0,-1 0 0,6 6 0,39 41 0,-43-42 0,1 0-455,-1 0 0,13 20 0,-14-17-6371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5:49.2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361 4 24575,'-4'0'0,"-15"-2"0,-29 1 0,44 1 0,0 0 0,0 1 0,0-1 0,0 1 0,0 0 0,0 0 0,0 0 0,0 1 0,0-1 0,0 1 0,1 0 0,-1 0 0,-3 4 0,5-5 0,1 1 0,0-1 0,0 1 0,0 0 0,0-1 0,0 1 0,0 0 0,0 0 0,0 0 0,1 0 0,-1 0 0,1 0 0,-1 0 0,1 0 0,0 0 0,0 0 0,0 0 0,0 0 0,0 0 0,1 0 0,-1 0 0,0 0 0,1-1 0,0 4 0,3 5 0,0 0 0,0 0 0,8 12 0,-8-13 0,7 11 0,1 0 0,1-1 0,0-1 0,2 0 0,16 16 0,-28-31 0,0 1 0,0-1 0,-1 0 0,1 1 0,4 7 0,-7-11 0,0 1 0,0-1 0,0 1 0,1-1 0,-1 1 0,0 0 0,0-1 0,0 1 0,0-1 0,0 1 0,0 0 0,0-1 0,0 1 0,0-1 0,0 1 0,0 0 0,0-1 0,-1 1 0,1-1 0,-1 2 0,1-2 0,-1 1 0,0 0 0,1-1 0,-1 1 0,0-1 0,0 1 0,0 0 0,1-1 0,-1 0 0,0 1 0,0-1 0,0 0 0,0 1 0,0-1 0,0 0 0,0 0 0,-1 0 0,-17 1 0,0-1 0,0 0 0,-1-2 0,1 0 0,-29-8 0,-9 0 0,8 0-11,35 7-260,-1 0 0,1 0 0,-1 2 1,-25-1-1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5:49.7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208 99 24575,'-16'-10'0,"-3"-4"0,-2 1 0,0 0 0,0 2 0,-24-9 0,43 19 0,0 0 0,0 1 0,-1-1 0,1 0 0,0 1 0,0 0 0,0-1 0,0 1 0,-1 0 0,1 0 0,0 0 0,0 1 0,0-1 0,-1 0 0,1 1 0,0-1 0,0 1 0,-4 2 0,4-2 0,1 1 0,-1-1 0,1 1 0,-1-1 0,1 1 0,0 0 0,0 0 0,0-1 0,0 1 0,0 0 0,0 0 0,0 0 0,0 0 0,1 0 0,-1 1 0,1-1 0,0 0 0,-1 4 0,1 2 0,0 0 0,0 0 0,1-1 0,0 1 0,1 0 0,-1 0 0,2-1 0,-1 1 0,1-1 0,0 0 0,0 0 0,1 0 0,0 0 0,0 0 0,1-1 0,5 7 0,-3-5 0,1 0 0,0 0 0,0-1 0,0 0 0,1 0 0,0-1 0,1-1 0,-1 1 0,1-1 0,0-1 0,11 4 0,-18-7 0,0 0 0,1-1 0,-1 1 0,0 0 0,1-1 0,-1 0 0,0 0 0,1 0 0,-1 0 0,0-1 0,0 1 0,1-1 0,4-1 0,-6 1 0,1 0 0,-1-1 0,0 1 0,0 0 0,0-1 0,0 1 0,-1-1 0,1 0 0,0 0 0,-1 0 0,1 1 0,-1-1 0,0-1 0,1 1 0,-1 0 0,0 0 0,0 0 0,-1-1 0,2-2 0,0-4 0,0 0 0,-1 0 0,0 0 0,0 0 0,-1 0 0,0 0 0,-3-17 0,-3-3 0,-10-31 0,5 23 0,10 23 0,1 14 0,0 0 0,0 0 0,1 0 0,-1 0 0,0 0 0,0 1 0,1-1 0,-1 0 0,0 0 0,0 0 0,1 0 0,-1 0 0,0 0 0,0 0 0,0 0 0,1 0 0,-1 1 0,0-1 0,0 0 0,0 0 0,1 0 0,-1 0 0,0 1 0,0-1 0,0 0 0,0 0 0,0 1 0,1-1 0,-1 0 0,18 27 0,-15-22 0,9 12-136,1 0-1,1 0 1,0-1-1,1-1 1,1 0-1,0-1 1,1-1-1,0-1 0,31 17 1,-36-23-6690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5:50.4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71 24575,'19'19'0,"-7"-6"0,20 17 0,-28-27 0,-1 0 0,1-1 0,0 1 0,0-1 0,0 0 0,0 0 0,0-1 0,0 1 0,1-1 0,8 2 0,-12-3 0,1 0 0,-1 0 0,1 0 0,0 0 0,-1 0 0,1 0 0,0-1 0,-1 1 0,1 0 0,-1-1 0,1 0 0,-1 1 0,1-1 0,-1 0 0,1 0 0,-1 1 0,1-1 0,1-2 0,-1 1 0,0-1 0,0 1 0,0-1 0,-1 0 0,1 1 0,0-1 0,-1 0 0,2-6 0,0-1 0,0 0 0,-1 0 0,-1 0 0,1-19 0,-2-15 0,2 42 0,3 6 0,5 10 0,-8-12 0,12 20 0,1-2 0,2 0 0,0-1 0,25 22 0,-41-40 0,1 1 0,0-1 0,0 0 0,0 1 0,0-1 0,0 0 0,0-1 0,0 1 0,1 0 0,-1-1 0,0 1 0,0-1 0,1 1 0,-1-1 0,0 0 0,1 0 0,-1 0 0,0 0 0,0-1 0,1 1 0,1-1 0,-2 0 0,0 0 0,-1 0 0,1 0 0,0 0 0,-1 0 0,1 0 0,-1 0 0,1-1 0,-1 1 0,1 0 0,-1-1 0,0 0 0,0 1 0,0-1 0,0 1 0,0-1 0,0 0 0,0 0 0,-1 0 0,1 0 0,-1 1 0,1-1 0,-1 0 0,1-3 0,-1-10 0,0 0 0,0 0 0,-1 0 0,-7-29 0,7 40 0,1 4 0,0 0 0,0 0 0,0-1 0,0 1 0,0 0 0,0 0 0,0 0 0,0 0 0,0-1 0,0 1 0,0 0 0,-1 0 0,1 0 0,0-1 0,0 1 0,0 0 0,1 0 0,-1 0 0,0-1 0,0 1 0,0 0 0,0 0 0,0 0 0,0 0 0,0-1 0,0 1 0,0 0 0,0 0 0,0 0 0,0 0 0,1-1 0,-1 1 0,0 0 0,0 0 0,0 0 0,0 0 0,0 0 0,1 0 0,-1 0 0,0-1 0,0 1 0,0 0 0,1 0 0,-1 0 0,0 0 0,0 0 0,11 5 0,10 13 0,-21-17 0,27 27 0,24 33 0,1 2 0,-45-54-1365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5:50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5 173 24575,'27'29'0,"-1"1"0,43 66 0,25 77 0,-43-41 0,-51-132 0,0 0 0,1 0 0,-1 0 0,0 0 0,0 0 0,0 0 0,0 1 0,0-1 0,0 0 0,0 0 0,0 0 0,0 0 0,0 0 0,0 0 0,0 0 0,0 1 0,0-1 0,0 0 0,0 0 0,0 0 0,0 0 0,0 0 0,0 1 0,0-1 0,0 0 0,0 0 0,0 0 0,0 0 0,0 0 0,0 0 0,0 1 0,0-1 0,0 0 0,0 0 0,0 0 0,0 0 0,-1 0 0,1 0 0,0 0 0,0 0 0,0 1 0,0-1 0,0 0 0,0 0 0,0 0 0,0 0 0,-1 0 0,1 0 0,-8-4 0,-9-10 0,-24-30 0,-52-69 0,77 90 0,2 1 0,0-2 0,2 0 0,0 0 0,-13-44 0,19 49 0,2 0 0,1-1 0,-2-29 0,5 36 0,0 0 0,1 0 0,0 0 0,1 0 0,0 0 0,6-16 0,-6 25 0,0 0 0,0 0 0,0 0 0,0 1 0,1-1 0,-1 1 0,1-1 0,0 1 0,0 0 0,0 0 0,0 0 0,1 1 0,-1-1 0,1 1 0,0 0 0,-1 0 0,1 0 0,0 0 0,0 1 0,0-1 0,6 0 0,-7 1 0,0 1 0,0-1 0,0 1 0,0 0 0,0 0 0,1 0 0,-1 0 0,0 1 0,0-1 0,0 1 0,0 0 0,0 0 0,0 0 0,0 0 0,-1 0 0,1 1 0,0-1 0,-1 1 0,1 0 0,-1 0 0,1 0 0,-1 0 0,0 0 0,0 0 0,0 1 0,0-1 0,0 1 0,0-1 0,2 6 0,-3-5 0,0-1 0,0 1 0,-1 0 0,1-1 0,-1 1 0,1 0 0,-1-1 0,0 1 0,0 0 0,0 0 0,0-1 0,-1 1 0,1 0 0,-1-1 0,0 1 0,0 0 0,0-1 0,0 1 0,0-1 0,0 0 0,0 1 0,-1-1 0,0 0 0,1 0 0,-4 3 0,-2 4 0,-2-1 0,1-1 0,-1 0 0,-17 11 0,-32 13-1365,31-18-5461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5:51.8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245 717 24575,'-49'-243'0,"6"35"0,32 150 0,-2 1 0,-21-57 0,33 111 0,0 0 0,0 0 0,-1 1 0,1-1 0,-1 0 0,0 1 0,1 0 0,-1-1 0,0 1 0,0 0 0,-4-3 0,5 5 0,1-1 0,-1 1 0,0-1 0,0 1 0,0-1 0,0 1 0,0 0 0,0 0 0,0 0 0,0-1 0,0 1 0,0 0 0,0 0 0,0 0 0,0 0 0,0 0 0,0 1 0,0-1 0,0 0 0,0 0 0,0 1 0,0-1 0,0 1 0,0-1 0,0 1 0,0-1 0,1 1 0,-1-1 0,0 1 0,0 0 0,0-1 0,1 1 0,-1 0 0,1 0 0,-1-1 0,0 2 0,-4 4 0,1 0 0,0 0 0,0 0 0,1 1 0,0-1 0,0 1 0,0 0 0,1 0 0,0 0 0,0 0 0,0 9 0,1-5 0,0 0 0,2 0 0,-1 0 0,1 0 0,1 0 0,5 20 0,-1-10 0,2-1 0,1 0 0,0 0 0,1-1 0,1 0 0,1-1 0,15 18 0,0-4 0,55 50 0,-64-66 0,1 0 0,1-2 0,1 0 0,31 15 0,-46-26 0,0-1 0,1 1 0,-1-1 0,1-1 0,0 1 0,0-1 0,-1 0 0,1-1 0,8 1 0,-12-1 0,0-1 0,-1 1 0,1 0 0,-1-1 0,1 0 0,-1 1 0,1-1 0,-1 0 0,0 0 0,1 0 0,-1-1 0,0 1 0,0 0 0,0-1 0,0 0 0,0 1 0,0-1 0,0 0 0,-1 0 0,1 0 0,-1 0 0,1 0 0,-1 0 0,0-1 0,0 1 0,0 0 0,1-4 0,0-3 0,0 0 0,-1 0 0,0 0 0,-1 0 0,0 0 0,-1-12 0,0 10 0,1-1 0,1-18 0,-1 30 0,0 1 0,0-1 0,0 0 0,0 0 0,0 0 0,0 0 0,0 0 0,0 0 0,0 0 0,0 1 0,1-1 0,-1 0 0,0 0 0,0 0 0,0 0 0,0 0 0,0 0 0,0 0 0,0 0 0,0 0 0,0 0 0,0 0 0,1 0 0,-1 0 0,0 0 0,0 1 0,0-1 0,0 0 0,0 0 0,0 0 0,0 0 0,0 0 0,1 0 0,-1 0 0,0 0 0,0 0 0,0 0 0,0 0 0,0 0 0,0-1 0,0 1 0,1 0 0,-1 0 0,0 0 0,0 0 0,0 0 0,0 0 0,0 0 0,0 0 0,0 0 0,0 0 0,0 0 0,1 0 0,-1 0 0,0-1 0,0 1 0,0 0 0,0 0 0,0 0 0,0 0 0,0 0 0,0 0 0,0 0 0,0 0 0,0-1 0,0 1 0,5 9 0,29 67 32,-17-38-731,26 48 1,-37-77-6128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5:51.9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7 24575,'-2'-5'0,"-1"3"0,-1 5 0,2 4 0,0 3 0,1 3 0,0-1-8191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5:52.4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 24575,'10'6'0,"0"1"0,0 0 0,-1 0 0,0 1 0,11 13 0,4 4 0,3 4 0,-21-21 0,2 0 0,-1-1 0,10 9 0,-16-16 0,-1 1 0,1 0 0,0-1 0,0 1 0,-1-1 0,1 1 0,0-1 0,0 1 0,0-1 0,-1 0 0,1 1 0,0-1 0,0 0 0,0 0 0,0 1 0,0-1 0,0 0 0,0 0 0,0 0 0,0 0 0,0 0 0,0 0 0,-1 0 0,1-1 0,0 1 0,0 0 0,0 0 0,0-1 0,0 1 0,0-1 0,-1 1 0,1-1 0,0 1 0,0-1 0,-1 1 0,1-1 0,0 0 0,-1 1 0,1-1 0,0 0 0,-1 0 0,1 1 0,0-3 0,1-1 0,0 0 0,-1 0 0,0 0 0,1 0 0,-1 0 0,-1-1 0,1 1 0,0-6 0,-2-91 0,1 100 0,0 1 0,0-1 0,0 0 0,0 0 0,0 0 0,0 1 0,0-1 0,1 0 0,-1 0 0,0 1 0,0-1 0,1 0 0,-1 0 0,0 1 0,1-1 0,-1 0 0,1 1 0,-1-1 0,1 1 0,-1-1 0,1 0 0,0 1 0,0-1 0,0 1 0,0-1 0,0 1 0,0 0 0,-1 0 0,1 0 0,0 0 0,0 0 0,0 0 0,0 1 0,-1-1 0,1 0 0,0 0 0,0 1 0,0-1 0,-1 0 0,1 1 0,0-1 0,0 1 0,4 2 0,0 1 0,0 0 0,0 0 0,6 8 0,96 107 0,-81-93-1365,-14-17-5461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5:53.1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127 71 24575,'11'-3'0,"-1"0"0,1-1 0,12-7 0,-20 10 0,0-1 0,-1 0 0,1 0 0,0 1 0,-1-1 0,1-1 0,-1 1 0,0 0 0,0-1 0,0 1 0,0-1 0,0 0 0,0 1 0,-1-1 0,3-6 0,-4 9 0,0 0 0,0 0 0,1-1 0,-1 1 0,0 0 0,0 0 0,0 0 0,0-1 0,0 1 0,0 0 0,0 0 0,0-1 0,0 1 0,0 0 0,0 0 0,0 0 0,0-1 0,0 1 0,0 0 0,0 0 0,0-1 0,0 1 0,0 0 0,0 0 0,0 0 0,0-1 0,0 1 0,0 0 0,0 0 0,0-1 0,0 1 0,-1 0 0,1 0 0,0 0 0,0-1 0,-7 7 0,-7 12 0,8-5 0,1-1 0,0 1 0,1 0 0,1 0 0,0 1 0,1-1 0,0 1 0,1-1 0,0 1 0,1-1 0,3 20 0,-3-30 0,1 0 0,-1-1 0,1 1 0,0 0 0,-1-1 0,1 1 0,1 0 0,-1-1 0,0 1 0,1-1 0,-1 0 0,1 1 0,-1-1 0,1 0 0,0 0 0,0 0 0,0 0 0,1 0 0,2 1 0,-4-2 0,1 0 0,0 0 0,0-1 0,-1 1 0,1-1 0,0 1 0,0-1 0,0 0 0,0 1 0,0-1 0,0 0 0,0 0 0,0 0 0,0-1 0,0 1 0,-1 0 0,1-1 0,0 1 0,0-1 0,0 0 0,0 0 0,-1 0 0,1 1 0,0-2 0,-1 1 0,1 0 0,2-3 0,1-1 0,0 0 0,-1-1 0,0 0 0,0 0 0,0 0 0,-1 0 0,0-1 0,0 1 0,0-1 0,-1 0 0,0 0 0,1-13 0,-11 51 0,5 4 0,1 0 0,2 0 0,8 60 0,29 102 0,3 28 0,-38-212 0,-1-6 0,0-1 0,-1 0 0,1 1 0,-1-1 0,0 1 0,-1-1 0,0 1 0,-2 7 0,3-13 0,-1 1 0,0-1 0,0 0 0,0 0 0,0 0 0,0 1 0,-1-1 0,1 0 0,0 0 0,0 0 0,-1-1 0,1 1 0,0 0 0,-1 0 0,1-1 0,-1 1 0,1-1 0,-1 1 0,0-1 0,1 0 0,-1 1 0,1-1 0,-1 0 0,0 0 0,1 0 0,-1 0 0,-2-1 0,-5 0 0,-1-1 0,1 0 0,-12-4 0,-8-3 0,1-2 0,1-1 0,-34-20 0,43 21 0,0-1 0,1-1 0,0-1 0,1 0 0,-20-24 0,34 37 0,1 0 0,0-1 0,0 1 0,0-1 0,0 1 0,0-1 0,0 1 0,0-1 0,1 0 0,-1 1 0,0-1 0,1 0 0,-1 0 0,1 1 0,0-1 0,0 0 0,0 0 0,0 0 0,0 1 0,0-4 0,1 3 0,0 0 0,0 1 0,0-1 0,0 0 0,0 1 0,0-1 0,0 1 0,0 0 0,1-1 0,-1 1 0,1 0 0,-1 0 0,1 0 0,-1 0 0,1 0 0,0 0 0,-1 0 0,1 0 0,3 0 0,6-3 0,1 2 0,-1-1 0,0 1 0,22 0 0,47 3 0,-73 0 0,80 8-1365,-64-6-5461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5:54.3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305 549 24575,'-56'-15'0,"-2"4"0,-74-7 0,129 17 0,-1 1 0,0 0 0,1 0 0,-1 1 0,0-1 0,1 1 0,-1 0 0,0 0 0,-5 3 0,7-4 0,1 1 0,0 0 0,0-1 0,0 1 0,0 0 0,0 0 0,1 0 0,-1 0 0,0-1 0,0 1 0,0 1 0,1-1 0,-1 0 0,1 0 0,-1 0 0,1 0 0,-1 0 0,1 1 0,-1-1 0,1 0 0,0 0 0,0 0 0,0 1 0,0-1 0,0 0 0,0 0 0,0 1 0,0-1 0,0 0 0,1 0 0,-1 1 0,1 0 0,1 3 0,0 0 0,0-1 0,0 1 0,1-1 0,0 0 0,-1 0 0,2 0 0,-1 0 0,0 0 0,1 0 0,0-1 0,0 0 0,0 0 0,0 0 0,6 3 0,1 0 0,-1-1 0,1 0 0,0-1 0,0 0 0,19 4 0,-17-5 0,0-1 0,0-1 0,0 0 0,0 0 0,20-3 0,-30 2 0,1 0 0,-1-1 0,1 0 0,-1 1 0,1-2 0,-1 1 0,1 0 0,-1-1 0,0 1 0,0-1 0,0 0 0,0 0 0,0 0 0,0 0 0,-1-1 0,1 1 0,-1-1 0,1 1 0,-1-1 0,0 0 0,0 0 0,0 0 0,-1 0 0,1-1 0,1-3 0,-1-2 0,0 0 0,0 0 0,-1 0 0,-1-1 0,1 1 0,-2-1 0,1 1 0,-3-15 0,-21-75 0,21 91 0,-34-109 0,-54-113 0,90 229 0,-3-8 0,0 1 0,-7-12 0,11 19 0,0 1 0,0 0 0,0 0 0,0-1 0,-1 1 0,1 0 0,0 0 0,0-1 0,0 1 0,0 0 0,0 0 0,-1 0 0,1-1 0,0 1 0,0 0 0,0 0 0,-1 0 0,1 0 0,0 0 0,0-1 0,-1 1 0,1 0 0,0 0 0,0 0 0,-1 0 0,1 0 0,0 0 0,0 0 0,-1 0 0,1 0 0,0 0 0,0 0 0,-1 0 0,1 0 0,0 0 0,-1 0 0,-2 10 0,1 15 0,5 8 0,1-1 0,1 0 0,12 43 0,42 89 0,-46-134-273,2-1 0,0-1 0,2 0 0,34 43 0,-36-53-6553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5:54.5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24575,'8'10'0,"1"5"0,3 4 0,-1-1 0,-3 1 0,1-2 0,-2-2-8191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5:54.7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29 24575,'2'-12'0,"1"-4"-8191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5:55.6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0 142 24575,'27'41'0,"127"191"0,-149-227 0,-5-13 0,-8-13 0,-5-1 0,-23-30 0,3 5 0,15 19 0,8 15 0,2 0 0,-14-28 0,21 40 0,1 1 0,0 0 0,0-1 0,0 1 0,-1-1 0,1 1 0,0-1 0,0 0 0,0 1 0,0-1 0,0 1 0,0-1 0,0 1 0,0-1 0,0 1 0,0-1 0,0 1 0,0-1 0,0 1 0,0-1 0,0 1 0,1-1 0,-1 1 0,0-2 0,1 2 0,-1 0 0,1-1 0,-1 1 0,1 0 0,0 0 0,-1 0 0,1-1 0,-1 1 0,1 0 0,-1 0 0,1 0 0,0 0 0,-1 0 0,1 0 0,-1 0 0,1 0 0,0 0 0,0 0 0,30 10 0,-27-8 0,19 7 0,0-1 0,1-1 0,0-1 0,47 6 0,-63-11 0,0-1 0,0 0 0,-1-1 0,1 0 0,0 0 0,-1-1 0,1 0 0,11-4 0,-14 3 0,0 0 0,0 1 0,0-2 0,0 1 0,-1 0 0,1-1 0,-1 0 0,0 0 0,0 0 0,-1-1 0,1 1 0,5-11 0,-6 10 0,-1-1 0,0 1 0,0-1 0,0 1 0,-1-1 0,0 0 0,0 0 0,0-7 0,0 0 0,-1 0 0,-3-20 0,3 31 0,0 1 0,0-1 0,-1 1 0,1 0 0,0-1 0,-1 1 0,1 0 0,-1 0 0,0-1 0,1 1 0,-1 0 0,0 0 0,0 0 0,1 0 0,-2-2 0,1 3 0,0-1 0,0 1 0,1-1 0,-1 1 0,0 0 0,0-1 0,0 1 0,0 0 0,1 0 0,-1-1 0,0 1 0,0 0 0,0 0 0,0 0 0,0 0 0,1 0 0,-1 0 0,-1 1 0,-1-1 0,0 1 0,0 0 0,0 1 0,1-1 0,-1 0 0,1 1 0,-1 0 0,1-1 0,-1 1 0,1 0 0,0 0 0,-3 3 0,0 2 0,0 0 0,0 0 0,1 1 0,0-1 0,0 1 0,1 0 0,0 0 0,0 0 0,1 0 0,0 0 0,1 1 0,-1-1 0,2 0 0,-1 1 0,1-1 0,0 1 0,3 11 0,-2-11 0,1-1 0,0 0 0,0 1 0,1-1 0,0 0 0,0 0 0,1-1 0,0 1 0,0-1 0,1 1 0,0-2 0,0 1 0,1 0 0,0-1 0,0 0 0,1 0 0,7 5 0,-8-7-80,1 0 0,1 0-1,-1-1 1,1 0 0,-1 0-1,1 0 1,0-1 0,0 0-1,0-1 1,0 0 0,0 0 0,0-1-1,0 0 1,0 0 0,0-1-1,11-2 1,-3 0-6746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5:55.9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 8 24575,'-3'-1'0,"-1"0"0,1-1 0,-1 1 0,0 0 0,1 1 0,-1-1 0,0 1 0,1-1 0,-8 2 0,9-1 0,1 0 0,0 1 0,-1-1 0,1 1 0,-1-1 0,1 1 0,0 0 0,0-1 0,-1 1 0,1 0 0,0 0 0,0 0 0,0 0 0,0 0 0,0 0 0,0 0 0,0 1 0,0-1 0,0 0 0,1 0 0,-1 1 0,1-1 0,-1 0 0,1 1 0,-1-1 0,1 1 0,-1 1 0,-1 7 0,1 0 0,0 1 0,1-1 0,0 0 0,0 0 0,1 1 0,1-1 0,2 13 0,0-10 0,-1-1 0,2 1 0,0-1 0,0 0 0,14 23 0,-14-29 0,0 1 0,0-1 0,1 1 0,0-2 0,0 1 0,0-1 0,1 0 0,0 0 0,0 0 0,0-1 0,16 6 0,-20-8 0,0-1 0,0 0 0,0 0 0,0-1 0,1 1 0,-1-1 0,0 1 0,1-1 0,-1 0 0,0-1 0,0 1 0,1 0 0,-1-1 0,0 0 0,0 1 0,1-1 0,-1-1 0,0 1 0,0 0 0,0-1 0,-1 0 0,1 1 0,0-1 0,0 0 0,-1 0 0,1-1 0,-1 1 0,0 0 0,0-1 0,0 0 0,0 1 0,2-4 0,3-8-1365,-2 1-5461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5:56.2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24575,'122'345'0,"-122"-344"0,23 78 0,38 86 0,-60-162-170,0 0-1,1-1 0,0 1 1,-1 0-1,1 0 0,0-1 1,4 4-1,3 1-6655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5:56.3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282 38 24575,'-17'-8'0,"-8"-1"0,-5-1 0,0 3 0,1 4 0,-1 5 0,4 3 0,0 2 0,1 1 0,1 1 0,5-2-8191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5:57.9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116 577 24575,'6'-6'0,"-1"0"0,1-1 0,-1 0 0,-1 0 0,1 0 0,-1 0 0,0 0 0,-1-1 0,0 0 0,0 0 0,3-16 0,-4 13 0,-1 0 0,0 0 0,-1-1 0,0 1 0,-1 0 0,0-1 0,-1 1 0,-4-15 0,-23-70 0,-67-155 0,96 251 0,0-1 0,0 1 0,0-1 0,0 1 0,-1-1 0,1 1 0,0-1 0,0 1 0,0-1 0,-1 1 0,1-1 0,0 1 0,-1-1 0,1 1 0,-1-1 0,1 1 0,0 0 0,-1-1 0,1 1 0,-1 0 0,1-1 0,-1 1 0,1 0 0,-1 0 0,1-1 0,-1 1 0,1 0 0,-2 0 0,2 0 0,-1 1 0,0-1 0,1 1 0,-1 0 0,1-1 0,-1 1 0,1-1 0,-1 1 0,1 0 0,0 0 0,-1-1 0,1 1 0,0 0 0,0 0 0,-1-1 0,1 2 0,-6 38 0,-1 8 0,5-40 0,0 1 0,1 0 0,0 0 0,0 0 0,1 0 0,0 0 0,1 0 0,2 16 0,3-3 0,-3-12 0,0 1 0,0-1 0,7 14 0,1-3 0,1-1 0,1-1 0,0 0 0,1-1 0,2 0 0,16 15 0,54 35 0,-71-55-273,1-2 0,1 0 0,0-1 0,19 9 0,-28-15-6553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5:58.4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24575,'9'19'0,"1"0"0,25 33 0,-8-18 0,37 36 0,-54-60 0,0-1 0,1-1 0,0 0 0,0 0 0,1-1 0,0 0 0,0-1 0,15 5 0,-25-10 0,0-1 0,0 1 0,1-1 0,-1 1 0,0-1 0,0 0 0,1 1 0,-1-1 0,0-1 0,0 1 0,1 0 0,-1 0 0,0-1 0,0 1 0,0-1 0,0 0 0,1 0 0,-1 0 0,0 0 0,3-2 0,-3 1 0,0 0 0,0 0 0,0 0 0,-1 0 0,1 0 0,-1 0 0,1 0 0,-1-1 0,0 1 0,0 0 0,0-1 0,0 0 0,0 1 0,0-1 0,-1 1 0,1-1 0,-1-3 0,1-7 0,0 0 0,-2 0 0,1 0 0,-2 0 0,0 1 0,0-1 0,-1 1 0,-1-1 0,-4-11 0,8 24 0,0 0 0,0 0 0,-1 1 0,1-1 0,0 0 0,0 1 0,0-1 0,0 0 0,0 0 0,0 1 0,0-1 0,-1 0 0,1 0 0,0 1 0,0-1 0,0 0 0,-1 0 0,1 1 0,0-1 0,0 0 0,-1 0 0,1 0 0,0 0 0,0 1 0,-1-1 0,1 0 0,0 0 0,0 0 0,-1 0 0,1 0 0,0 0 0,-1 0 0,1 0 0,0 0 0,-1 0 0,1 0 0,0 0 0,0 0 0,-1 0 0,1 0 0,0 0 0,-1 0 0,1 0 0,0 0 0,-1-1 0,1 1 0,0 0 0,0 0 0,-1 0 0,1 0 0,0-1 0,0 1 0,0 0 0,-1 0 0,1 0 0,0-1 0,0 1 0,0 0 0,-1 0 0,1-1 0,0 1 0,0 0 0,0-1 0,0 1 0,0 0 0,0 0 0,0-1 0,0 1 0,0-1 0,-7 25 0,2 33 0,5 87 0,2-61 0,-1-5 0,-4 125 0,2-191 0,-1 0 0,0 0 0,-1 0 0,0-1 0,-9 22 0,11-30 0,0-1 0,0 0 0,0 1 0,0-1 0,-1 0 0,1 0 0,-1 0 0,0 0 0,1 0 0,-1 0 0,0 0 0,0-1 0,0 1 0,0-1 0,-1 1 0,1-1 0,0 0 0,-1 0 0,1 0 0,-1 0 0,1 0 0,-1-1 0,1 1 0,-1-1 0,1 1 0,-1-1 0,1 0 0,-1 0 0,0 0 0,1-1 0,-1 1 0,1-1 0,-5 0 0,0-2 0,1 0 0,0 0 0,-1 0 0,1 0 0,1-1 0,-1 0 0,0 0 0,1-1 0,0 1 0,0-1 0,0-1 0,1 1 0,-6-10 0,3 5 0,0-1 0,1 0 0,1-1 0,0 0 0,1 0 0,-5-19 0,8 26-227,0 1-1,0-1 1,1 0-1,0 0 1,0-6-1,2-3-6598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5:59.2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24575,'3'0'0,"0"3"0,0 2 0,0 4 0,-1 3 0,-4 1 0,0-1-8191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5:59.0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 24575,'-3'5'0,"2"1"0,1 3 0,1 2 0,2 1 0,1 2 0,2 0 0,3-2 0,-1 0 0,1-1 0,0 2 0,-1 0 0,0-2-8191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5:59.6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24575,'12'23'0,"-7"-10"0,1-1 0,1 1 0,0-1 0,1-1 0,0 1 0,12 11 0,-14-17 0,5 6 0,22 16 0,-31-26 0,1 0 0,0 0 0,0 0 0,0-1 0,0 1 0,0-1 0,1 1 0,-1-1 0,0 0 0,1 0 0,-1-1 0,0 1 0,1-1 0,3 1 0,-5-2 0,0 1 0,0-1 0,0 1 0,0-1 0,-1 0 0,1 0 0,0 0 0,0 0 0,0 0 0,-1 0 0,1 0 0,0 0 0,-1-1 0,0 1 0,1-1 0,-1 1 0,0-1 0,1 0 0,-1 1 0,0-1 0,0 0 0,0 0 0,-1 0 0,1 0 0,0 0 0,-1 0 0,1 0 0,-1-2 0,2-7 0,0 0 0,-1 0 0,-1-19 0,0 29 0,0-4 0,0-1 0,0 0 0,1 1 0,-1-1 0,1 1 0,0 0 0,1-1 0,-1 1 0,1 0 0,3-6 0,-5 11 0,1-1 0,-1 1 0,1-1 0,0 1 0,-1-1 0,1 1 0,0-1 0,-1 1 0,1 0 0,0-1 0,0 1 0,-1 0 0,1 0 0,0 0 0,0 0 0,-1-1 0,1 1 0,0 0 0,0 0 0,0 0 0,-1 1 0,1-1 0,0 0 0,0 0 0,-1 0 0,1 0 0,0 1 0,0-1 0,-1 0 0,1 1 0,0-1 0,-1 1 0,1-1 0,-1 1 0,1-1 0,0 1 0,26 23 0,-23-20 0,88 97-1365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6:00.9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 24575,'0'0'0,"0"0"0,0-1 0,-1 1 0,1 0 0,0-1 0,0 1 0,0 0 0,0-1 0,0 1 0,0 0 0,1-1 0,-1 1 0,0 0 0,0-1 0,0 1 0,0 0 0,0 0 0,0-1 0,1 1 0,-1 0 0,0-1 0,0 1 0,0 0 0,1 0 0,-1-1 0,0 1 0,6 5 0,5 15 0,82 255 0,-77-224 0,-16-51-35,0 0 0,0 0 0,0 0 0,0 0 0,0 0 0,0 0 0,0-1 0,0 1 0,0 0 0,0 0 0,0 0 0,0 0 0,0 0 0,1 0 0,-1 0 0,0 0 0,0 0 0,0 0 0,0 0 0,0 0 0,0 0 0,0 0 0,0 0 0,0 0 0,0 0 0,0 0 0,0 0 0,1 0 0,-1 0 0,0 0 0,0 0 0,0 0 0,0 0 0,0 0 0,0 0 0,0 0 0,0 0 0,0 1 0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6:01.3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69 24575,'21'-12'0,"0"2"0,1 0 0,0 1 0,1 1 0,34-7 0,-47 13 0,0 1 0,1 0 0,-1 1 0,0 0 0,0 0 0,0 1 0,0 1 0,0-1 0,0 2 0,0-1 0,0 1 0,-1 1 0,1 0 0,-1 0 0,13 9 0,2 3 0,0 1 0,43 41 0,-56-47 0,0 1 0,-1 1 0,0 0 0,-1 0 0,0 1 0,-1 0 0,7 16 0,-13-23 0,1 0 0,-1 0 0,0 0 0,0 0 0,-1 1 0,0-1 0,-1 1 0,1-1 0,-1 0 0,-1 1 0,-1 11 0,0-13 0,0 0 0,0 0 0,0 0 0,0 0 0,-1-1 0,0 0 0,0 1 0,-1-1 0,1 0 0,-1-1 0,0 1 0,-1 0 0,1-1 0,-8 6 0,2-4 12,0 1 0,-1-1-1,1-1 1,-1 0 0,-1 0-1,1-1 1,-1 0 0,1-1-1,-22 2 1,-6-1-704,-63-2 0,98-2 594,-8 0-6728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6:02.8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1 24575,'-13'42'0,"13"-35"0,-1 0 0,2 1 0,-1-1 0,1 0 0,0 0 0,4 14 0,19 40 0,-12-30 0,-1-6 0,1-1 0,22 35 0,-33-58-151,0 0-1,0 1 0,0-1 0,-1 1 1,1-1-1,0 1 0,-1-1 1,1 4-1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6:03.2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541 29 24575,'0'-1'0,"0"0"0,-1 0 0,1 0 0,0 0 0,0 0 0,0 0 0,-1 0 0,1 0 0,-1 0 0,1 0 0,-1 0 0,1 0 0,-1 0 0,0 0 0,1 0 0,-1 0 0,0 1 0,0-1 0,1 0 0,-1 0 0,0 1 0,0-1 0,0 1 0,0-1 0,0 1 0,0-1 0,0 1 0,0-1 0,0 1 0,0 0 0,0 0 0,-1-1 0,1 1 0,0 0 0,-1 0 0,-6 0 0,0 0 0,0 0 0,-14 3 0,12-2 0,-68 5 0,-126-5 0,51-14-1365,131 12-5461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6:04.6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548 19 24575,'0'-1'0,"0"0"0,0 0 0,0 0 0,0 1 0,-1-1 0,1 0 0,0 0 0,-1 0 0,1 1 0,0-1 0,-1 0 0,1 1 0,-1-1 0,1 0 0,-1 1 0,0-1 0,1 1 0,-1-1 0,0 1 0,1-1 0,-1 1 0,0-1 0,0 1 0,1-1 0,-1 1 0,0 0 0,0 0 0,0-1 0,1 1 0,-1 0 0,0 0 0,0 0 0,-1 0 0,-5-1 0,0 1 0,0 0 0,-8 1 0,4 0 0,-331 2-41,218-4-1283,110 1-5502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6:04.9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446 45 24575,'-27'-7'0,"-12"-3"0,-1 1 0,2 1 0,3 3 0,7 2 0,2 1 0,4 1 0,2 1 0,1 0 0,0 1 0,-1-1 0,1 1 0,-3 1 0,2 2 0,0-1 0,2-1 0,4 0-8191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6:05.4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3 24575,'1'0'0,"-1"-1"0,1 1 0,0 0 0,0-1 0,-1 1 0,1 0 0,0 0 0,0-1 0,-1 1 0,1 0 0,0 0 0,0 0 0,0 0 0,0 0 0,-1 0 0,1 0 0,0 1 0,0-1 0,0 0 0,-1 0 0,1 1 0,0-1 0,0 0 0,0 1 0,22 12 0,-18-10 0,136 90 0,50 29 0,-142-97 0,-49-25 0,0 0 0,0 0 0,0 0 0,0 0 0,0 0 0,0 0 0,0 0 0,0 0 0,0 0 0,-1 0 0,1 0 0,0 0 0,0 0 0,0 0 0,0 0 0,0 0 0,0 0 0,0 0 0,0 0 0,0 1 0,0-1 0,0 0 0,0 0 0,0 0 0,0 0 0,0 0 0,0 0 0,0 0 0,-1 0 0,1 0 0,0 0 0,0 0 0,0 0 0,0 1 0,0-1 0,0 0 0,0 0 0,0 0 0,0 0 0,0 0 0,0 0 0,0 0 0,0 0 0,0 0 0,0 0 0,1 0 0,-1 1 0,0-1 0,0 0 0,0 0 0,0 0 0,0 0 0,0 0 0,0 0 0,0 0 0,0 0 0,0 0 0,0 0 0,0 0 0,0 0 0,0 0 0,0 0 0,0 0 0,0 0 0,1 0 0,-1 0 0,0 1 0,0-1 0,-12 1 0,-12 0 0,5-1 0,0 1 0,1 1 0,-36 8 0,-53 22 0,101-30 0,-20 8 59,-46 24 0,48-21-553,0-1-1,-27 8 1,37-15-6332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6:06.0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243 22 24575,'0'-2'0,"0"1"0,-1 0 0,1 0 0,-1 0 0,1-1 0,-1 1 0,1 0 0,-1 0 0,0 0 0,1 0 0,-1 0 0,0 0 0,0 0 0,0 0 0,0 0 0,0 1 0,0-1 0,0 0 0,-1 0 0,1 1 0,-1 0 0,1 0 0,0 0 0,0 0 0,0 0 0,0 0 0,0 0 0,0 0 0,0 1 0,0-1 0,0 0 0,0 1 0,0-1 0,0 1 0,0-1 0,0 1 0,0 0 0,1-1 0,-1 1 0,0 0 0,0-1 0,1 1 0,-2 1 0,-23 24 0,0-1 0,-2-2 0,-29 20 0,43-34 0,6-5 0,-1 1 0,1 0 0,0 0 0,-7 8 0,13-11 0,-1 0 0,1-1 0,-1 1 0,1 0 0,0 0 0,0 0 0,0 0 0,0 0 0,0 0 0,1 0 0,-1 0 0,0 0 0,1 1 0,0-1 0,-1 0 0,1 0 0,0 1 0,0-1 0,0 0 0,1 0 0,0 4 0,0 0 0,1-1 0,-1 1 0,1 0 0,1-1 0,-1 1 0,1-1 0,0 1 0,0-1 0,1 0 0,0-1 0,-1 1 0,2 0 0,-1-1 0,0 0 0,1 0 0,0 0 0,0-1 0,0 0 0,0 0 0,0 0 0,12 4 0,15 5 0,1-2 0,48 8 0,-38-8 0,62 10-1365,-91-17-5461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6:06.8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57 24575,'0'-5'0,"0"1"0,0 0 0,0 0 0,0 0 0,-1-1 0,1 1 0,-1 0 0,0 0 0,0 0 0,0 0 0,-3-6 0,2 9 0,1 6 0,1 5 0,6 24 0,2 0 0,1-1 0,2 1 0,1-2 0,2 0 0,1-1 0,1 0 0,2-1 0,29 38 0,-44-64 0,9 13 0,-12-17 0,1 1 0,-1 0 0,1-1 0,-1 1 0,0 0 0,1 0 0,-1-1 0,0 1 0,0 0 0,1 0 0,-1 0 0,0-1 0,0 1 0,0 0 0,0 0 0,0 0 0,0 0 0,-1-1 0,1 2 0,0-1 0,-1-1 0,1 0 0,0 1 0,0-1 0,-1 0 0,1 0 0,0 0 0,-1 1 0,1-1 0,0 0 0,-1 0 0,1 0 0,-1 0 0,1 0 0,0 0 0,-1 1 0,1-1 0,0 0 0,-1 0 0,1 0 0,-1 0 0,1 0 0,0-1 0,-1 1 0,1 0 0,0 0 0,-1 0 0,1 0 0,-1-1 0,-13-5 0,10 5 0,-13-7-273,0-2 0,1 0 0,0 0 0,-28-26 0,31 23-6553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6:07.2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0 130 24575,'24'-25'0,"37"-34"0,-54 53 0,1 0 0,0 0 0,0 1 0,1 0 0,0 0 0,12-4 0,-17 8 0,0 0 0,-1 1 0,1-1 0,0 1 0,0 0 0,0 0 0,0 0 0,-1 0 0,1 1 0,0 0 0,0-1 0,-1 2 0,1-1 0,0 0 0,-1 1 0,1-1 0,-1 1 0,0 0 0,1 0 0,2 3 0,7 6 0,0-1 0,-2 2 0,15 16 0,-5-3 0,-1 0 0,-1 2 0,21 38 0,-32-48 0,0-1 0,-1 1 0,0 1 0,-2-1 0,0 1 0,-1 0 0,3 27 0,-6-42 0,-1 1 0,0 0 0,0 0 0,-1 0 0,1 0 0,-1 0 0,0 0 0,0-1 0,0 1 0,0 0 0,-1-1 0,1 1 0,-1-1 0,0 1 0,0-1 0,-2 3 0,1-3 0,-1 0 0,1 0 0,0 0 0,-1 0 0,1-1 0,-1 0 0,0 0 0,0 0 0,0 0 0,0 0 0,0-1 0,0 0 0,0 0 0,-5 1 0,-3 0-151,-1 0-1,0 0 0,0-2 0,0 1 1,0-2-1,0 0 0,0 0 1,-18-5-1,22 3-6674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6:07.6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 24575,'1'-1'0,"0"0"0,0 0 0,0-1 0,1 1 0,-1 0 0,1 0 0,-1 0 0,1 1 0,-1-1 0,1 0 0,0 0 0,-1 1 0,1-1 0,0 1 0,-1 0 0,1-1 0,0 1 0,0 0 0,2 0 0,-1 1 0,-1-1 0,0 1 0,1 0 0,-1 0 0,0 0 0,0 0 0,0 0 0,0 0 0,0 1 0,0-1 0,0 1 0,3 2 0,2 4 0,-1 0 0,1 1 0,-1 0 0,-1 0 0,6 12 0,7 19 0,22 72 0,-39-111 0,0 1 0,-1 0 0,1 0 0,-1 0 0,0 0 0,0 0 0,0 0 0,0 0 0,0 0 0,0-1 0,-1 4 0,1-4 0,0-1 0,0 0 0,0 0 0,0 1 0,0-1 0,-1 0 0,1 1 0,0-1 0,0 0 0,-1 0 0,1 0 0,0 1 0,0-1 0,-1 0 0,1 0 0,0 0 0,0 1 0,-1-1 0,1 0 0,0 0 0,-1 0 0,1 0 0,0 0 0,-1 0 0,1 0 0,-2 0 0,1 0 0,0 0 0,0 0 0,0-1 0,0 1 0,-1 0 0,1-1 0,0 1 0,0-1 0,-2 0 0,-10-7-1365,1 1-5461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6:07.8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433 63 24575,'-30'-12'0,"-14"-4"0,-2 0 0,1 6 0,5 4 0,5 4 0,4 4 0,6 2 0,1 3 0,3-1 0,-1 3 0,2-2 0,1-1 0,2-2 0,4-1-8191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6:08.3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24575,'1'7'0,"0"-1"0,0 0 0,1 1 0,4 10 0,-1-3 0,1 3 0,1 0 0,0 0 0,1-1 0,12 18 0,45 56 0,-40-57 0,-24-32 0,0 0 0,0 1 0,0-1 0,0 0 0,-1 0 0,1 1 0,0-1 0,-1 0 0,1 1 0,-1-1 0,0 0 0,1 3 0,-1-4 0,0 0 0,0 0 0,0 0 0,0 1 0,0-1 0,0 0 0,0 0 0,-1 0 0,1 0 0,0 0 0,0 1 0,0-1 0,0 0 0,0 0 0,0 0 0,0 0 0,0 0 0,-1 0 0,1 0 0,0 1 0,0-1 0,0 0 0,0 0 0,0 0 0,-1 0 0,1 0 0,0 0 0,0 0 0,0 0 0,0 0 0,-1 0 0,1 0 0,0 0 0,0 0 0,0 0 0,-13-4 0,-28-20-1365,27 17-5461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6:08.5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0 177 24575,'10'-20'0,"5"-9"0,1-1 0,0 3 0,-1 5 0,0 6 0,-2 2 0,-2 5 0,0 3 0,1 3 0,1 2 0,0 1 0,-2 3 0,0 1 0,-2 2 0,-3 3 0,-4 2 0,-3 0-8191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6:08.8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69 24575,'15'-7'0,"7"-3"0,3 0 0,-4 0 0,-2 2 0,-3 1 0,0 3 0,-2 2 0,0-2 0,0 1 0,0 0 0,-3 3 0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6:09.2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24575,'17'30'0,"71"152"0,-80-164-1365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6:09.5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538 119 24575,'-27'-17'0,"-14"-6"0,-4 1 0,2 2 0,4 4 0,6 5 0,4 5 0,2 2 0,0 6 0,0 1 0,0 3 0,0 1 0,-4 1 0,0 0 0,-1-2 0,3 0 0,6 0-8191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6:10.5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221 387 24575,'-27'-8'0,"-46"-13"0,65 20 0,0-1 0,0 1 0,-1 1 0,1-1 0,0 2 0,-15 1 0,20-2 0,1 1 0,0 0 0,-1 0 0,1 0 0,0 0 0,-1 0 0,1 0 0,0 1 0,0-1 0,0 1 0,0-1 0,0 1 0,0 0 0,1 0 0,-1 0 0,0 0 0,1 0 0,0 0 0,-1 0 0,1 1 0,0-1 0,0 0 0,0 1 0,1-1 0,-2 4 0,1 0 0,0-1 0,1 1 0,-1 0 0,1 0 0,0-1 0,0 1 0,1 0 0,0-1 0,0 1 0,2 7 0,-1-9 0,0 1 0,1-1 0,-1 0 0,1 0 0,-1 0 0,1-1 0,0 1 0,1-1 0,-1 1 0,1-1 0,-1 0 0,9 5 0,-3-3 0,0 0 0,0 0 0,1-1 0,17 6 0,-21-8 0,-1-1 0,1 0 0,0 0 0,-1-1 0,1 1 0,0-1 0,0 0 0,0-1 0,-1 0 0,1 0 0,9-2 0,-12 2 0,0 0 0,0-1 0,0 1 0,0-1 0,0 0 0,0 0 0,-1 0 0,1 0 0,0 0 0,-1 0 0,0-1 0,1 1 0,-1-1 0,0 0 0,0 1 0,-1-1 0,1 0 0,-1 0 0,1 0 0,1-7 0,0-2 0,-1 0 0,0 0 0,-1 0 0,0-1 0,-1 1 0,-3-21 0,-1 4 0,-13-48 0,-6 9 0,-60-124 0,70 164 0,38 88 0,22 44 0,-6-28 0,4-2 0,60 76 0,-92-134-682,13 23-1,-19-26-6143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6:11.0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148 45 24575,'2'-2'0,"0"0"0,-1 1 0,1-1 0,0 1 0,0-1 0,0 1 0,0 0 0,0-1 0,0 1 0,0 0 0,0 0 0,1 1 0,-1-1 0,0 0 0,1 1 0,2-1 0,-3 1 0,0 1 0,0-1 0,0 1 0,0-1 0,-1 1 0,1 0 0,0-1 0,0 1 0,-1 0 0,1 0 0,-1 1 0,1-1 0,-1 0 0,1 0 0,-1 1 0,0-1 0,1 1 0,-1-1 0,0 1 0,1 2 0,10 14 0,-2 0 0,9 20 0,-15-30 0,-1 0 0,-1 0 0,1 0 0,-1 0 0,-1 0 0,1 0 0,-1 1 0,-1 8 0,0-16 0,0 1 0,0-1 0,0 0 0,0 0 0,0 0 0,-1 1 0,1-1 0,-1 0 0,1 0 0,-1 0 0,1 0 0,-1 0 0,1 0 0,-1 0 0,0 0 0,0 0 0,0 0 0,1 0 0,-1 0 0,-2 1 0,1-1 0,0 0 0,0 0 0,0-1 0,0 1 0,0 0 0,0-1 0,0 1 0,0-1 0,0 0 0,0 0 0,-3 0 0,-2 0 0,-1-1 0,1 0 0,-1-1 0,1 0 0,-12-4 0,-67-32 0,74 31 0,0 0 0,1 0 0,-1-1 0,-17-17 0,27 23 0,0-1 0,0 0 0,0 0 0,0 0 0,0 0 0,0 0 0,1 0 0,0 0 0,-1-1 0,1 1 0,0 0 0,1-1 0,-1 1 0,1-1 0,-1 1 0,1-1 0,0 1 0,0-1 0,1 1 0,-1-1 0,1 1 0,1-4 0,-2 4 0,1 0 0,0 0 0,0 1 0,0-1 0,1 0 0,-1 1 0,1-1 0,-1 1 0,1-1 0,0 1 0,0 0 0,0 0 0,0 0 0,0 0 0,1 0 0,-1 0 0,1 1 0,-1-1 0,1 1 0,-1 0 0,1-1 0,0 1 0,0 0 0,-1 1 0,1-1 0,4 0 0,-3 1-114,0-1 1,0 1-1,0 1 0,1-1 0,-1 1 1,0-1-1,0 1 0,0 0 0,0 1 1,-1-1-1,7 4 0,0 1-6712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6:12.0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24575,'1'6'0,"0"0"0,0 0 0,0 0 0,0 0 0,1 0 0,0-1 0,0 1 0,1-1 0,-1 1 0,1-1 0,0 0 0,1 0 0,4 6 0,-2-5 0,-1 1 0,1-1 0,1-1 0,-1 1 0,1-1 0,0 0 0,0 0 0,15 6 0,-18-9 0,0 0 0,0 0 0,1-1 0,-1 1 0,0-1 0,0 0 0,8 1 0,-11-2 0,1 0 0,-1 0 0,0-1 0,1 1 0,-1 0 0,0-1 0,0 1 0,1-1 0,-1 1 0,0-1 0,0 1 0,0-1 0,0 0 0,0 0 0,0 1 0,0-1 0,0 0 0,0 0 0,0 0 0,0 0 0,0 0 0,-1 0 0,1-1 0,0 1 0,-1 0 0,1 0 0,0-2 0,2-5 0,-1 0 0,0 0 0,0 0 0,1-10 0,-2 8 0,1 0 0,4-13 0,-6 22 0,0 0 0,1 1 0,-1-1 0,0 0 0,0 0 0,1 1 0,-1-1 0,0 1 0,1-1 0,-1 0 0,0 1 0,1-1 0,-1 1 0,1-1 0,-1 1 0,1-1 0,-1 1 0,1-1 0,0 1 0,-1-1 0,1 1 0,-1 0 0,1 0 0,0-1 0,-1 1 0,1 0 0,0 0 0,0-1 0,-1 1 0,1 0 0,0 0 0,-1 0 0,1 0 0,0 0 0,0 0 0,-1 0 0,1 1 0,0-1 0,-1 0 0,1 0 0,0 0 0,-1 1 0,1-1 0,0 0 0,-1 1 0,1-1 0,0 1 0,0 0 0,4 3 0,1 0 0,-1 1 0,0 0 0,5 6 0,-2-2 0,7 7 0,-8-8 0,1 0 0,0-1 0,0 0 0,0 0 0,14 8 0,-21-14 0,0-1 0,-1 1 0,1-1 0,-1 0 0,1 1 0,0-1 0,0 0 0,-1 1 0,1-1 0,0 0 0,-1 0 0,1 0 0,0 1 0,0-1 0,0 0 0,-1 0 0,1 0 0,0 0 0,0-1 0,-1 1 0,1 0 0,0 0 0,0 0 0,-1 0 0,1-1 0,0 1 0,-1 0 0,1-1 0,0 1 0,-1-1 0,1 1 0,0-1 0,-1 1 0,1-1 0,-1 1 0,1-1 0,0 0 0,1-3 0,-1 0 0,0 1 0,0-1 0,0 0 0,0 0 0,1-5 0,-2 6 0,0 0 0,0 1 0,1-1 0,-1 1 0,1-1 0,0 1 0,0-1 0,0 1 0,0-1 0,2-2 0,-2 5 0,0-1 0,0 1 0,0-1 0,0 1 0,0 0 0,0-1 0,0 1 0,0 0 0,0 0 0,0 0 0,0 0 0,0-1 0,0 2 0,0-1 0,0 0 0,0 0 0,0 0 0,0 0 0,0 1 0,0-1 0,0 0 0,0 1 0,0-1 0,0 1 0,1 0 0,27 18 0,-25-16 0,18 13-682,28 26-1,-41-32-6143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6:12.6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144 106 24575,'-4'-12'0,"0"0"0,0 0 0,-2 1 0,1-1 0,-1 1 0,-10-13 0,15 23 0,1 0 0,-1 0 0,1 0 0,-1 1 0,1-1 0,-1 0 0,0 1 0,1-1 0,-1 0 0,0 1 0,0-1 0,0 1 0,1 0 0,-1-1 0,0 1 0,0-1 0,0 1 0,0 0 0,0 0 0,0 0 0,0-1 0,0 1 0,1 0 0,-1 0 0,0 0 0,0 0 0,0 0 0,0 1 0,0-1 0,0 0 0,0 0 0,0 1 0,0-1 0,0 0 0,1 1 0,-1-1 0,0 1 0,0-1 0,1 1 0,-1 0 0,0-1 0,0 1 0,1 0 0,-2 1 0,-3 3 0,1 1 0,0 1 0,0-1 0,-5 12 0,6-11 0,-1-1 0,-3 8 0,-9 26 0,14-37 0,1 0 0,0 0 0,1 1 0,-1-1 0,1 0 0,-1 1 0,1-1 0,0 0 0,0 1 0,0-1 0,1 0 0,-1 1 0,1-1 0,2 5 0,-2-6 0,0 1 0,1-1 0,0 0 0,0 0 0,0 0 0,-1 0 0,2 0 0,-1-1 0,0 1 0,0-1 0,0 1 0,1-1 0,-1 0 0,1 0 0,-1 0 0,1 0 0,-1 0 0,6 0 0,-5 0 0,0-1 0,1 1 0,-1-1 0,0 0 0,1 0 0,-1 0 0,1 0 0,-1 0 0,0-1 0,1 0 0,-1 1 0,0-1 0,1-1 0,3-1 0,-5 2 0,1-1 0,-1 0 0,0 0 0,0 1 0,0-2 0,0 1 0,0 0 0,0 0 0,0-1 0,-1 1 0,1 0 0,1-5 0,-1 0 0,1-1 0,-1 1 0,1-10 0,4-14 0,-7 30 0,0 1 0,0 0 0,0 0 0,0 0 0,0-1 0,0 1 0,0 0 0,0 0 0,0 0 0,0-1 0,0 1 0,0 0 0,0 0 0,0 0 0,0-1 0,1 1 0,-1 0 0,0 0 0,0 0 0,0 0 0,0 0 0,0-1 0,1 1 0,-1 0 0,0 0 0,0 0 0,0 0 0,1 0 0,-1 0 0,0 0 0,0 0 0,0 0 0,1 0 0,-1 0 0,0 0 0,0 0 0,0 0 0,1 0 0,5 7 0,6 18 0,-10-20 0,5 13-455,1-1 0,16 25 0,-16-33-6371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6:12.9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24575,'7'8'0,"3"4"0,2 3 0,-1 1 0,0 1 0,-2-1 0,0 0 0,-2 0 0,-1-1 0,0 0 0,-1-1 0,-1-2-8191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6:13.1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24575,'0'3'0,"0"2"0,0 4 0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6:13.5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 24575,'65'76'0,"-25"-27"0,-40-48 0,1 0 0,0 0 0,0 0 0,0 0 0,0 0 0,0 0 0,0 0 0,1 0 0,-1-1 0,0 1 0,0 0 0,1-1 0,-1 1 0,0-1 0,1 1 0,-1-1 0,0 1 0,1-1 0,-1 0 0,3 0 0,-3 0 0,0-1 0,1 1 0,-1-1 0,0 1 0,1-1 0,-1 0 0,0 1 0,0-1 0,0 0 0,0 0 0,0 0 0,0 0 0,0 0 0,0 0 0,0 0 0,0 0 0,-1-1 0,1 1 0,0 0 0,0-3 0,13-36 0,-11 30 0,1 1 0,-1-1 0,1 0 0,1 1 0,6-10 0,-10 17 0,1 0 0,-1 0 0,1 0 0,0 0 0,0 0 0,0 1 0,0-1 0,0 0 0,1 1 0,-1 0 0,0 0 0,0-1 0,1 1 0,-1 1 0,1-1 0,-1 0 0,1 1 0,0-1 0,-1 1 0,1 0 0,-1-1 0,1 1 0,0 1 0,4 0 0,2 0 0,-1 2 0,0-1 0,1 1 0,-1 0 0,0 1 0,-1 0 0,14 8 0,-4 0 0,-1 1 0,16 15 0,-24-19-28,0 0 0,10 15-1,-7-9-1251,-4-6-5546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6:23.5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75 24575,'0'-18'0,"-1"11"0,1 0 0,0 0 0,1 0 0,-1 0 0,3-7 0,-3 13 0,0 1 0,0 0 0,0-1 0,0 1 0,0 0 0,0-1 0,0 1 0,0 0 0,1-1 0,-1 1 0,0 0 0,0-1 0,0 1 0,0 0 0,1-1 0,-1 1 0,0 0 0,0 0 0,1-1 0,-1 1 0,0 0 0,0 0 0,1 0 0,0-1 0,2 8 0,0 14 0,31 210 0,-26-189 0,9 51 0,-12-78 0,-5-13 0,-3-9 0,-9-13-1365,5 11-5461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6:24.0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68 24575,'36'-15'0,"0"2"0,0 1 0,52-9 0,-72 19 0,1 0 0,0 0 0,0 2 0,0 0 0,0 1 0,0 1 0,0 0 0,0 2 0,32 10 0,-27-6 0,0 1 0,0 2 0,-1 0 0,0 2 0,-1 0 0,-1 1 0,0 1 0,-1 0 0,0 2 0,-2 0 0,0 1 0,17 24 0,-27-34 0,-1 1 0,0 0 0,0 0 0,-1 1 0,-1-1 0,1 1 0,-2-1 0,1 1 0,-1 0 0,-1 0 0,1 1 0,-2-1 0,0 0 0,0 0 0,0 0 0,-2 0 0,1 1 0,-1-1 0,-1-1 0,1 1 0,-2 0 0,1-1 0,-2 1 0,1-1 0,-11 15 0,7-14 0,0 0 0,-2 0 0,1-1 0,-1 0 0,0-1 0,0 0 0,-1-1 0,-1 0 0,1-1 0,-1 0 0,0-1 0,0 0 0,-19 4 0,-5 0 0,1-2 0,-2-1 0,-57 1 0,63-6-1365,6-1-5461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6:24.8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562 10 24575,'14'-10'0,"-11"12"0,-5 8 0,-6 8 0,-1 1 0,0-1 0,-2-1 0,-18 25 0,-6 10 0,-85 181 0,23-41 0,69-143 0,-170 273 0,197-320-63,-4 5-198,0-1 1,0 2 0,1-1-1,-5 12 1,5-8-6566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6:25.8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349 29 24575,'11'-6'0,"-9"5"0,0 1 0,0-1 0,0 0 0,-1 0 0,1 0 0,0-1 0,-1 1 0,1 0 0,-1-1 0,1 1 0,1-3 0,-3 4 0,0 0 0,0 0 0,0-1 0,1 1 0,-1 0 0,0 0 0,0 0 0,0 0 0,0 0 0,0-1 0,0 1 0,0 0 0,0 0 0,0 0 0,0 0 0,0 0 0,-1-1 0,1 1 0,0 0 0,0 0 0,0 0 0,0 0 0,0 0 0,0 0 0,0-1 0,0 1 0,0 0 0,0 0 0,0 0 0,-1 0 0,1 0 0,0 0 0,0 0 0,0 0 0,0 0 0,0 0 0,0-1 0,0 1 0,-1 0 0,1 0 0,0 0 0,-9-1 0,-9 2 0,-17 5 0,17-4 0,1 1 0,-1 1 0,1 0 0,0 2 0,0 0 0,-17 8 0,7 5 0,1 0 0,-32 30 0,26-21 0,29-26 0,0 1 0,0-1 0,0 1 0,1 0 0,-1 0 0,1 0 0,0 1 0,-1-1 0,1 0 0,1 1 0,-1-1 0,0 1 0,1 0 0,0 0 0,0-1 0,0 1 0,0 0 0,1 0 0,-1 0 0,1 0 0,0 0 0,0 0 0,0 0 0,1 0 0,1 7 0,2 2 0,0 1 0,0-1 0,2 0 0,-1 0 0,2-1 0,-1 1 0,2-1 0,16 20 0,-20-28 0,-1-1 0,1 0 0,0 0 0,0 0 0,0 0 0,0-1 0,1 0 0,-1 0 0,1 0 0,-1 0 0,1-1 0,0 0 0,8 2 0,7-1 0,39 1 0,-47-3 0,2 0 0,237-1 0,-185-7-100,-45 5-1165,-7 1-5561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6:26.7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7 24575,'0'0'0,"0"-1"0,0 1 0,1 0 0,-1-1 0,0 1 0,1-1 0,-1 1 0,1 0 0,-1-1 0,1 1 0,-1 0 0,1-1 0,-1 1 0,1 0 0,-1 0 0,1-1 0,-1 1 0,1 0 0,-1 0 0,1 0 0,-1 0 0,1 0 0,-1 0 0,1 0 0,0 0 0,-1 0 0,1 0 0,-1 0 0,1 0 0,-1 0 0,1 0 0,-1 1 0,1-1 0,-1 0 0,1 0 0,-1 1 0,1-1 0,-1 0 0,1 1 0,-1-1 0,1 0 0,-1 1 0,0-1 0,1 1 0,-1-1 0,0 0 0,1 1 0,-1-1 0,0 1 0,0-1 0,1 1 0,-1-1 0,0 1 0,0-1 0,0 1 0,0 0 0,0 0 0,2 5 0,-1-1 0,0 1 0,0-1 0,0 8 0,-2 78 0,-19 139 0,6-100 0,9-66 0,3 0 0,3 0 0,2 0 0,4 0 0,23 104 0,-5-63-1365,-23-93-5461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6:27.7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2857 0 24575,'-26'1'0,"-36"4"0,-94 8 0,65-8 0,-47 8 0,-179 9 0,197-21 0,-169-3 0,180-5 0,-33-1 0,-72 18 0,21 7 0,-101-13 0,169-5 0,93-1 0,0-1 0,-62-15 0,2 0 0,60 15 0,-57 2 0,42 2 0,28 0-227,-1 1-1,0 0 1,1 2-1,-1 0 1,-32 12-1,40-11-6598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6:28.2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 24575,'0'-1'0,"1"0"0,-1 1 0,1-1 0,-1 1 0,1-1 0,0 1 0,-1-1 0,1 1 0,0-1 0,-1 1 0,1 0 0,0-1 0,0 1 0,-1 0 0,1-1 0,0 1 0,0 0 0,0 0 0,1 0 0,-1 0 0,-1 0 0,1 1 0,0-1 0,-1 0 0,1 1 0,-1-1 0,1 0 0,-1 1 0,1-1 0,-1 1 0,1-1 0,-1 1 0,0-1 0,1 1 0,-1-1 0,1 1 0,-1-1 0,0 1 0,1 1 0,1 4 0,0 0 0,-1 1 0,1 0 0,-1 7 0,1-1 0,41 281 0,-4-7 0,2 32 0,-35-260 0,3 84 0,-9-135-341,1-1 0,0 1-1,3 11 1,-1-7-6485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6:29.1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2756 34 24575,'-82'-13'0,"0"4"0,-93 1 0,-6 16 0,-27 0 0,153-8 0,-420-9 0,-18 2 0,320 8 0,-57 6 0,-4 1 0,-36-9 0,259 1-227,-1-1-1,1 0 1,-1-1-1,1 0 1,-16-6-1,14 3-6598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6:29.5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1 24575,'-1'51'0,"2"56"0,5-71-66,-4-27 109,-1 0-1,0 1 1,0 10 0,-1-17-148,0 0 0,0 0 0,-1 0 0,1 0 0,-1 0 0,0 0 0,0 0 0,0 0 0,-1 0 0,1 0 0,-1 0 0,1-1 0,-4 4 0,-3 3-6721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6:30.1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 24575,'0'0'0,"0"0"0,0-1 0,0 1 0,0 0 0,0 0 0,0 0 0,0 0 0,0 0 0,0 0 0,0 0 0,0 0 0,0 0 0,0 0 0,0 0 0,0 0 0,0 0 0,0 0 0,0 0 0,0 0 0,0-1 0,0 1 0,0 0 0,0 0 0,0 0 0,0 0 0,0 0 0,0 0 0,0 0 0,0 0 0,0 0 0,0 0 0,0 0 0,0 0 0,0 0 0,0 0 0,0 0 0,0 0 0,0 0 0,0 0 0,0 0 0,0-1 0,0 1 0,1 0 0,-1 0 0,0 0 0,0 0 0,0 0 0,0 0 0,0 0 0,0 0 0,0 0 0,0 0 0,0 0 0,0 0 0,0 0 0,0 0 0,0 0 0,0 0 0,0 0 0,1 0 0,-1 0 0,0 0 0,0 1 0,0-1 0,0 0 0,4 5 0,4 8 0,1 8 0,-1 0 0,0 0 0,8 45 0,-14-51-682,0 27-1,-2-29-6143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6:39.3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451 148 24575,'-5'-4'0,"-1"1"0,1-1 0,-1 1 0,0 0 0,0 1 0,0 0 0,0-1 0,-10 0 0,2-1 0,-345-110 0,358 114 0,0-1 0,0 1 0,1 0 0,-1 0 0,0-1 0,0 1 0,0 0 0,0 0 0,0 0 0,1 0 0,-1 0 0,0 0 0,0 0 0,0 0 0,-1 0 0,2 1 0,0-1 0,0 1 0,0-1 0,0 1 0,0-1 0,1 0 0,-1 1 0,0-1 0,0 1 0,0-1 0,1 0 0,-1 1 0,0-1 0,1 0 0,-1 1 0,0-1 0,1 0 0,-1 1 0,0-1 0,1 0 0,27 19 0,215 116 0,-212-122 0,-24-10 0,0-1 0,-1 1 0,1 1 0,-1-1 0,1 1 0,-1 0 0,0 0 0,5 6 0,-10-9 0,-1-1 0,1 1 0,-1-1 0,0 0 0,1 1 0,-1-1 0,0 1 0,1 0 0,-1-1 0,0 1 0,0-1 0,1 1 0,-1-1 0,0 1 0,0-1 0,0 1 0,0 0 0,0-1 0,0 1 0,0-1 0,0 1 0,0 0 0,0-1 0,0 1 0,0-1 0,0 1 0,-1 0 0,1-1 0,0 1 0,-1 0 0,0 0 0,0 0 0,0 0 0,0 0 0,0 0 0,0 0 0,-1 0 0,1-1 0,0 1 0,0 0 0,-1-1 0,0 1 0,-6 1 0,0 0 0,0 0 0,-9 1 0,16-3 0,-194 23-1365,173-21-5461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6:42.0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45 131 24575,'-8'-40'0,"7"29"0,-1 0 0,-1 1 0,0-1 0,0 1 0,-1-1 0,-6-11 0,10 22 0,0 0 0,0-1 0,0 1 0,0 0 0,0 0 0,0 0 0,0 0 0,0-1 0,0 1 0,0 0 0,0 0 0,0 0 0,0 0 0,0 0 0,-1-1 0,1 1 0,0 0 0,0 0 0,0 0 0,0 0 0,0 0 0,0 0 0,-1-1 0,1 1 0,0 0 0,0 0 0,0 0 0,0 0 0,-1 0 0,1 0 0,0 0 0,0 0 0,0 0 0,0 0 0,-1 0 0,1 0 0,0 0 0,0 0 0,0 0 0,0 0 0,-1 0 0,1 0 0,0 0 0,0 0 0,0 0 0,0 0 0,-1 0 0,-2 11 0,2 17 0,1-27 0,10 171 0,-2-40 0,-2-29 0,1-6 0,3 38 0,-9-126 0,14 92 0,-14-98-41,-1-5 143,-1-4-1528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6:42.6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121 86 24575,'-1'-6'0,"0"0"0,0 0 0,1 0 0,0 1 0,1-8 0,-1 11 0,1 1 0,-1-1 0,0 1 0,1-1 0,-1 1 0,1 0 0,-1-1 0,1 1 0,0 0 0,0-1 0,1-1 0,-2 3 0,1-1 0,0 1 0,-1 0 0,1-1 0,-1 1 0,1-1 0,0 1 0,-1 0 0,1 0 0,0-1 0,0 1 0,-1 0 0,1 0 0,0 0 0,-1 0 0,1 0 0,0 0 0,0 0 0,-1 0 0,1 0 0,0 0 0,0 0 0,-1 0 0,2 1 0,8 3 0,0 1 0,0 1 0,0-1 0,-1 2 0,0-1 0,0 1 0,13 15 0,4 1 0,9 2 0,-24-18 0,-1 1 0,0-1 0,-1 2 0,10 9 0,-49-33 0,-103-77 0,87 60 0,30 18 0,13 11 0,-1 0 0,1 0 0,0 0 0,-1 1 0,0 0 0,0-1 0,0 1 0,0 0 0,0 1 0,-5-2 0,8 3 0,1 0 0,-1 0 0,0 0 0,0 0 0,0 0 0,0 0 0,1 0 0,-1 1 0,0-1 0,0 0 0,0 1 0,1-1 0,-1 1 0,0-1 0,1 0 0,-1 1 0,0 0 0,1-1 0,-1 1 0,1-1 0,-1 1 0,1 0 0,-1-1 0,1 1 0,-1 1 0,-10 24 0,4-8 0,4-14-28,-1 1-1,1-1 0,-1 1 0,0-1 1,-7 6-1,2-3-1164,0 2-5633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6:44.2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37 24575,'-3'-3'0,"-1"1"0,1-1 0,-1-1 0,-4-5 0,-3-4 0,10 13 0,1 0 0,0 0 0,0 0 0,0-1 0,0 1 0,0 0 0,0 0 0,0 0 0,-1 0 0,1 0 0,0 0 0,0-1 0,0 1 0,0 0 0,0 0 0,-1 0 0,1 0 0,0 0 0,0 0 0,0 0 0,0 0 0,-1 0 0,1 0 0,0 0 0,0 0 0,0 0 0,-1 0 0,1 0 0,0 0 0,0 0 0,0 0 0,0 0 0,-1 0 0,1 0 0,0 0 0,0 0 0,-1 0 0,0 9 0,5 15 0,-3-19 0,39 163 0,-5-35 0,-18-45 0,-17-88-1,0 0-1,0 0 0,0 1 0,0-1 1,0 0-1,0 0 0,0 1 0,0-1 1,0 0-1,1 0 0,-1 1 0,0-1 1,0 0-1,0 0 0,0 1 0,-1-1 1,1 0-1,0 1 0,0-1 0,0 0 1,0 0-1,0 1 0,0-1 0,0 0 1,0 0-1,-1 0 0,1 1 0,0-1 1,0 0-1,0 0 0,0 0 0,-1 1 1,1-1-1,0 0 0,0 0 0,0 0 1,-1 0-1,1 1 0,0-1 0,0 0 1,-1 0-1,1 0 0,0 0 0,-1 0 1,1 0-1,-15-7 202,-16-16-1685,22 13-5341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6:44.9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436 44 24575,'29'-5'0,"27"-5"0,0 3 0,64-1 0,-135 9 0,-24 5 0,-16 1 0,-256-4 0,170-4 0,108 2 0,20 0 0,1-1 0,-1 0 0,0-1 0,-20-3 0,32 3 7,0 1 0,0 0 0,-1-1 0,1 1 0,0 0 1,0-1-1,0 0 0,0 1 0,0-1 0,0 0 0,0 1 0,0-1 0,0 0 0,0 0 0,1 0 0,-2-1 0,2 2-14,0-1-1,-1 1 1,1 0-1,0 0 1,0-1-1,0 1 1,0 0-1,0 0 1,0-1 0,0 1-1,0 0 1,0 0-1,0-1 1,0 1-1,0 0 1,0-1-1,1 1 1,-1 0 0,0 0-1,0 0 1,0-1-1,0 1 1,0 0-1,0 0 1,1-1-1,-1 1 1,12-5-1277,-1 3-5542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6:45.7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 35 24575,'-19'-13'0,"16"10"0,0 1 0,0-1 0,-1 1 0,1 0 0,-1 0 0,1 0 0,-1 1 0,-6-3 0,9 4 0,1 0 0,-1 0 0,0 0 0,1 0 0,-1 0 0,1 0 0,-1 0 0,1 0 0,-1 0 0,0 0 0,1 0 0,-1 0 0,1 0 0,-1 0 0,1 1 0,-1-1 0,1 0 0,-1 0 0,1 1 0,-1-1 0,1 0 0,-1 1 0,1-1 0,-1 1 0,1-1 0,-1 1 0,1 0 0,-1 0 0,0 0 0,1 1 0,0-1 0,-1 0 0,1 1 0,0-1 0,-1 0 0,1 1 0,0 2 0,0 3 0,1 0 0,0 0 0,2 8 0,-2-13 0,6 26 0,20 44 0,-3-9 0,-24-63-68,0 1 0,1 0-1,-1 0 1,0-1 0,0 1 0,1 0-1,-1 0 1,0 0 0,0 0 0,0 0-1,0-1 1,0 1 0,0 0 0,0 0-1,0 0 1,-1 0 0,1-1 0,0 1-1,-1 1 1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7:00.6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0 24575,'-2'2'0,"6"3"0,8 7 0,-10-11 0,60 49 0,133 83 0,-178-122 0,10 6 0,1-2 0,39 17 0,-74-39 0,-8-5 0,-21-15-1365,26 20-5461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7:01.0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244 7 24575,'0'-1'0,"0"1"0,0 0 0,0 0 0,0 0 0,0-1 0,0 1 0,0 0 0,0 0 0,0 0 0,0-1 0,0 1 0,0 0 0,0 0 0,0 0 0,0 0 0,0-1 0,0 1 0,0 0 0,0 0 0,-1 0 0,1-1 0,0 1 0,0 0 0,0 0 0,0 0 0,0 0 0,0 0 0,-1-1 0,1 1 0,0 0 0,0 0 0,0 0 0,0 0 0,0 0 0,-1 0 0,1 0 0,0 0 0,0 0 0,0 0 0,-1-1 0,-7 6 0,-5 11 0,7-5 0,-15 23 0,-42 52 0,51-73 40,-1 0 0,-14 12 0,21-20-205,1-1 0,0-1 0,-1 1 0,0-1 0,0 0 0,0 0 0,0-1 0,-13 4 0,8-4-6661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7:01.5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185 0 24575,'-20'3'0,"-2"-1"0,0 2 0,-23 7 0,40-10 0,0 1 0,0 0 0,0 0 0,0 0 0,0 1 0,1-1 0,-1 1 0,1 0 0,-1 1 0,1-1 0,0 1 0,0 0 0,-6 8 0,9-10 0,1-1 0,-1 1 0,0 0 0,1-1 0,-1 1 0,1 0 0,-1 0 0,1 0 0,0-1 0,0 1 0,0 0 0,0 0 0,0 0 0,0 0 0,0-1 0,1 1 0,-1 0 0,1 0 0,-1-1 0,1 1 0,0 0 0,0-1 0,-1 1 0,1 0 0,0-1 0,1 1 0,-1-1 0,0 0 0,0 1 0,1-1 0,0 1 0,4 4 0,0-1 0,0-1 0,1 1 0,-1-1 0,1 0 0,7 3 0,8 3 0,1-2 0,-1-1 0,1 0 0,1-2 0,36 4 0,-56-9-85,1 1 0,-1-1-1,0 0 1,0-1 0,1 1-1,-1-1 1,0 0 0,0 0-1,0 0 1,0-1 0,0 1-1,0-1 1,0 0 0,0 0-1,4-4 1,1-2-6741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7:02.0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147 2 24575,'0'0'0,"-1"0"0,1-1 0,-1 1 0,1 0 0,-1 0 0,1 0 0,-1 0 0,1 0 0,-1 0 0,1 0 0,0 0 0,-1 0 0,1 0 0,-1 0 0,1 0 0,-1 0 0,1 0 0,-1 0 0,1 0 0,-1 0 0,1 1 0,-1-1 0,1 0 0,0 0 0,-1 1 0,1-1 0,-1 0 0,1 1 0,0-1 0,-1 0 0,1 1 0,0-1 0,-1 0 0,1 1 0,0-1 0,-1 2 0,-13 18 0,12-17 0,-23 34 0,11-17 0,1 0 0,-13 28 0,18-31 0,2 0 0,0 1 0,1 0 0,1 0 0,1 1 0,1-1 0,0 1 0,1-1 0,1 1 0,1 0 0,0-1 0,5 21 0,-4-33 0,0 0 0,0 0 0,1 0 0,0 0 0,0 0 0,0-1 0,1 1 0,0-1 0,0 0 0,0 0 0,0 0 0,1-1 0,6 5 0,-1-1 0,2 0 0,-1-1 0,1 0 0,1-1 0,15 6 0,-25-11-195,-1 0 0,1 0 0,0-1 0,0 1 0,0-1 0,6 1 0,0-2-6631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7:02.5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 24575,'0'-1'0,"0"0"0,0 0 0,0 0 0,0 1 0,0-1 0,1 0 0,-1 0 0,0 1 0,0-1 0,1 0 0,-1 0 0,1 1 0,-1-1 0,1-1 0,3 2 0,-1 7 0,0 11 0,-1 0 0,-1 25 0,2 17 0,5 25 0,-7-54 0,2 1 0,1-1 0,2 0 0,10 32 0,-15-60 0,0 0 0,0 0 0,0 0 0,1 0 0,-1 0 0,1-1 0,0 1 0,0-1 0,0 1 0,0-1 0,0 0 0,1 0 0,-1 0 0,0 0 0,1 0 0,0 0 0,-1-1 0,5 2 0,-3-2 0,-1 0 0,1 0 0,0 0 0,-1-1 0,1 1 0,0-1 0,-1 0 0,1 0 0,0-1 0,-1 1 0,1-1 0,0 0 0,-1 1 0,1-2 0,4-1 0,4-2-1365,0 0-5461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7:02.7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234 21 24575,'-27'-5'0,"-12"-1"0,0 0 0,2 3 0,6 5 0,6 5 0,4 3 0,6 0-8191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7:03.0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24575,'20'21'0,"120"144"0,-126-145 0,0 1 0,-1 0 0,-2 1 0,0 0 0,-1 0 0,11 43 0,-18-54 0,-1 0 0,0-1 0,-1 1 0,0 0 0,-1 0 0,0 0 0,-3 17 0,2-21 0,-1 0 0,0 0 0,0 0 0,0-1 0,-1 1 0,0 0 0,-1-1 0,0 0 0,1 0 0,-2 0 0,1-1 0,-8 9 0,2-5-341,-1 0 0,0 0-1,-17 9 1,11-8-6485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7:07.7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 8 24575,'1'-8'0,"3"12"0,2 14 0,-3 10 0,-1 0 0,-2 51 0,-2-25 0,0-16 0,-2 1 0,-14 59 0,1-8 0,9-35 0,-1 91 0,10 125 0,-2-257 0,-5 29 0,4-34 0,0 0 0,1 0 0,0 1 0,1-1 0,0 0 0,1 1 0,1 12 0,22 64 0,-21-70 0,1 0 0,-1 0 0,-1 0 0,1 21 0,-2 10 0,-3 65 0,-5-64 68,4-30-785,-2 31 1,5-37-6110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7:08.8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4 101 24575,'-1'-1'0,"1"1"0,-1-1 0,1 1 0,0-1 0,0 0 0,-1 1 0,1-1 0,0 0 0,0 1 0,0-1 0,0 0 0,0 0 0,0 1 0,0-1 0,0 0 0,0 1 0,0-1 0,0 0 0,0 1 0,1-1 0,-1 0 0,0 1 0,0-1 0,1 0 0,0 0 0,0 0 0,0 0 0,-1 1 0,1-1 0,0 0 0,0 1 0,0-1 0,0 0 0,0 1 0,1-1 0,-1 1 0,0 0 0,1-1 0,6-1 0,1 1 0,-1 0 0,12 1 0,-9-1 0,38-5 0,-28 3 0,27-1 0,36-3 0,-4 0 0,323 6 0,-194 2 0,-113-8 0,-7-1 0,359 8 0,-214 1 0,-136-9 0,-8 1 0,-46 6 0,170 3 0,-161 4 0,-41-3 0,0-1 0,1-1 0,-1 0 0,0-1 0,1 0 0,23-4 0,38-17-1365,-63 19-5461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7:09.5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3 24575,'0'-1'0,"-1"1"0,1 0 0,0 0 0,0 0 0,0 0 0,0-1 0,0 1 0,-1 0 0,1 0 0,0 0 0,0 0 0,0 0 0,0 0 0,-1 0 0,1-1 0,0 1 0,0 0 0,-1 0 0,1 0 0,0 0 0,0 0 0,0 0 0,-1 0 0,1 0 0,0 0 0,0 0 0,0 0 0,-1 0 0,1 0 0,0 0 0,0 0 0,-1 1 0,1-1 0,0 0 0,-4 8 0,1 13 0,3-21 0,0 13 0,0 1 0,1-1 0,4 19 0,2 22 0,1 32 0,0 22 0,0 31 0,-2-76 0,0 4 0,3 46 0,-8-89 0,5 28 0,1 24 0,-7-61 0,0 1 0,-2-1 0,1 0 0,-5 16 0,4-21 0,0 0 0,1 0 0,0 0 0,1 1 0,1-1 0,-1 0 0,3 13 0,21 70 0,-21-84 0,18 54 0,-11-35 0,10 40 0,-17-55 0,14 90 0,-10-60 0,-5-29 0,0 0 0,0 0 0,-1-1 0,-1 18 0,-1-29-151,1 1-1,-1-1 0,1 0 0,-1 0 1,0 1-1,1-1 0,-1 0 1,-2 3-1,-4 5-6674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7:10.3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2871 102 24575,'-5'-4'0,"0"0"0,0 0 0,0 0 0,-1 0 0,0 1 0,1 0 0,-1 0 0,-1 1 0,1-1 0,0 1 0,0 1 0,-8-2 0,-9 0 0,0 1 0,-27 1 0,-24-2 0,-76-9 0,69 6 0,-133-2 0,32 2 0,-215 1 0,108 4 0,147-6 0,-47 0 0,-207 7 0,378 1 0,-32 6 0,30-4 0,-24 1 0,-31 3 0,-7 1 0,-7-10 0,-67 4 0,125 3-1365,18-2-5461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7:12.8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336 16 24575,'-21'-1'0,"-32"-6"0,32 4 0,-29-1 0,44 3 0,0 1 0,0 1 0,0-1 0,0 1 0,0 0 0,0 0 0,0 1 0,0-1 0,1 1 0,-1 1 0,1-1 0,-1 1 0,1 0 0,0 0 0,-8 7 0,8-6 0,-8 6 0,1 1 0,-20 21 0,29-28 0,0 0 0,0 0 0,0 1 0,1-1 0,-1 1 0,1-1 0,0 1 0,1 0 0,-1 0 0,1 0 0,0 0 0,0 0 0,0 6 0,0 7 0,1-1 0,4 35 0,-3-46 0,0-1 0,1 1 0,-1 0 0,2 0 0,-1-1 0,0 0 0,1 1 0,0-1 0,0 0 0,1 0 0,-1 0 0,7 6 0,-5-7 0,-1-1 0,1 1 0,1-1 0,-1 1 0,0-2 0,1 1 0,-1-1 0,1 1 0,0-1 0,0-1 0,0 1 0,8 0 0,10 0 0,43 0 0,-50-2 0,20-1-82,-16 0-239,0 1 0,0 1 1,29 5-1,-37-3-6505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7:13.7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582 6 24575,'1'-6'0,"-6"10"0,-14 16 0,11-11 0,-70 63 0,51-49 0,1 0 0,2 2 0,-34 42 0,25-15 0,-39 78 0,26-33 0,-13 26 0,50-106-170,-1 0-1,-1-1 0,-1 0 1,0 0-1,-1-1 0,-1-1 1,-23 19-1,28-26-6655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7:14.2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11 24575,'-20'-11'0,"20"11"0,0 0 0,-1 0 0,1 0 0,-1 0 0,1 0 0,-1 0 0,1 0 0,0 0 0,-1 0 0,1 0 0,-1 0 0,1 1 0,0-1 0,-1 0 0,1 0 0,-1 0 0,1 1 0,0-1 0,-1 0 0,1 0 0,0 1 0,-1-1 0,1 0 0,0 0 0,0 1 0,-1-1 0,1 0 0,0 1 0,0-1 0,-1 1 0,1-1 0,0 0 0,0 1 0,0-1 0,0 1 0,0-1 0,0 0 0,0 1 0,0-1 0,0 1 0,0-1 0,0 1 0,0-1 0,0 0 0,0 1 0,0 0 0,0 17 0,2 0 0,0 0 0,1 0 0,6 22 0,-5-24 0,0 1 0,-1 0 0,-1 0 0,0 33 0,-2-48-124,0-1 0,0 1 0,0-1 0,0 0 0,-1 1 0,1-1-1,-1 1 1,1-1 0,-1 0 0,-1 3 0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7:14.5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12 24575,'24'-5'0,"0"2"0,0 1 0,0 1 0,1 0 0,41 7 0,-53-4 0,0 0 0,0 2 0,0 0 0,-1 0 0,1 1 0,-1 1 0,-1 0 0,1 0 0,-1 1 0,0 1 0,0 0 0,11 10 0,-16-11 0,1 0 0,-1 0 0,0 0 0,-1 0 0,0 1 0,0 0 0,-1 0 0,0 0 0,0 1 0,0-1 0,2 13 0,-5-15 0,0 0 0,0 1 0,-1-1 0,0 0 0,0 0 0,0 0 0,-1 1 0,0-1 0,0 0 0,0 0 0,-1 0 0,0 0 0,0 0 0,-1-1 0,0 1 0,0-1 0,-6 10 0,2-6 0,-1-1 0,1 0 0,-2 0 0,1 0 0,-1-1 0,0 0 0,-1-1 0,-19 10 0,9-7 0,-1 0 0,-1-1 0,-32 7 0,12-7 0,0-2 0,-46 0 0,83-6 0,-16 2-1365,3 1-5461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7:18.3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1 128 24575,'0'0'0,"0"1"0,0 0 0,1-1 0,-1 1 0,0-1 0,1 1 0,-1 0 0,0-1 0,1 1 0,-1-1 0,1 1 0,-1-1 0,1 1 0,-1-1 0,1 0 0,0 1 0,-1-1 0,1 0 0,-1 1 0,1-1 0,0 0 0,-1 0 0,1 1 0,0-1 0,-1 0 0,1 0 0,1 0 0,22 3 0,-22-3 0,223 2 0,-116-4 0,-21 3 0,100-2 0,-103-6 0,18-1 0,597 7 0,-339 3 0,288-2 0,-562 7 0,-6 0 0,38 1 0,13-1 0,656-7 0,-669 7 0,-10 0 0,39 1 0,25-1 0,-142-6 0,-21 0 0,-1-1 0,0 1 0,1-2 0,-1 1 0,0-1 0,1-1 0,14-4 0,-23 6 0,0 0 0,0-1 0,0 1 0,0-1 0,0 1 0,0-1 0,0 1 0,-1-1 0,1 0 0,0 1 0,0-1 0,0 0 0,-1 0 0,1 1 0,0-1 0,-1 0 0,1 0 0,-1 0 0,1 0 0,-1 0 0,1 0 0,-1 0 0,0 0 0,1 0 0,-1 0 0,0 0 0,0 0 0,0 0 0,0 0 0,0 0 0,0 0 0,0 0 0,0 0 0,-1-2 0,0 0 0,1 1 0,-1 0 0,0 0 0,-1 0 0,1 0 0,0 1 0,-1-1 0,1 0 0,-1 0 0,1 1 0,-1-1 0,0 1 0,1-1 0,-1 1 0,-3-2 0,-25-11 0,-45-14 0,15 6 0,-86-31 0,142 52 0,6 1 0,11 4 0,21 8 0,22 13 0,80 32 0,4-7 0,-138-50 0,0 1 0,-1-1 0,1 1 0,0 0 0,-1 0 0,1 0 0,-1 0 0,1 0 0,-1 0 0,0 0 0,3 2 0,-4-2 0,0-1 0,0 0 0,0 0 0,0 1 0,0-1 0,0 0 0,0 0 0,1 1 0,-1-1 0,0 0 0,0 0 0,0 1 0,0-1 0,0 0 0,0 1 0,0-1 0,0 0 0,-1 0 0,1 1 0,0-1 0,0 0 0,0 0 0,0 1 0,0-1 0,0 0 0,0 0 0,-1 1 0,-11 7 0,-19 2 2,-48 10 0,34-10-1371,23-4-5457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7:20.4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141 116 24575,'-2'-4'0,"0"1"0,1-1 0,-1 0 0,0 0 0,1 0 0,-1-5 0,1 4 0,1 5 0,0 0 0,0 0 0,0 0 0,0 0 0,0 0 0,0 0 0,0 0 0,0 0 0,0 0 0,0 0 0,0 0 0,0 0 0,0 0 0,0 0 0,0 0 0,0 0 0,0 0 0,0-1 0,0 1 0,-1 0 0,1 0 0,0 0 0,0 0 0,0 0 0,0 0 0,0 0 0,0 0 0,0 0 0,0 0 0,0 0 0,0 0 0,0 0 0,0 0 0,0 0 0,0 0 0,0 0 0,0 0 0,0 0 0,0 0 0,0 0 0,0 0 0,-1 0 0,1 0 0,0 0 0,0 0 0,0 0 0,0 0 0,0 0 0,0 0 0,0 0 0,0 0 0,0 0 0,0 0 0,0 0 0,0 0 0,0 0 0,0 0 0,0 0 0,0 0 0,0 0 0,0 0 0,0 0 0,0 1 0,-1-1 0,1 0 0,-3 5 0,-2 9 0,3 3 0,0 0 0,0-1 0,2 1 0,1 27 0,15 67 0,-8-64 0,12 63 0,-10-63 0,-2 0 0,4 85 0,-12-119 0,0-5 0,0-1 0,0 1 0,0-1 0,-1 1 0,0-1 0,-1 1 0,-4 13 0,6-21 0,0 0 0,0 0 0,0 0 0,0 0 0,0 0 0,0 0 0,0 0 0,0 0 0,0 0 0,0 0 0,0 0 0,0-1 0,0 1 0,0 0 0,0 0 0,0 0 0,0 0 0,0 0 0,0 0 0,0 0 0,0 0 0,0 0 0,0 0 0,-1 0 0,1 0 0,0 0 0,0 0 0,0 0 0,0 0 0,0 0 0,0 0 0,0 0 0,0 0 0,0 0 0,0 0 0,0 0 0,0 0 0,0 0 0,0 0 0,0 0 0,0 0 0,0 0 0,0 0 0,0 0 0,-1 0 0,1 0 0,0 0 0,0 0 0,0 0 0,0 0 0,0 0 0,0 0 0,0 0 0,0 0 0,0 0 0,0 0 0,0 0 0,0 0 0,0 0 0,0 0 0,0 0 0,0 1 0,0-1 0,0 0 0,0 0 0,0 0 0,0 0 0,-2-8 0,0-10 0,2 18 0,-5-44 0,-4-54 0,2-15 0,-1-22 0,9 60 0,-2-67 0,-1 132 0,0 0 0,0 0 0,-1 0 0,0 0 0,-9-17 0,5 12 0,14 25 0,0 0 0,0-1 0,1 0 0,0 0 0,1 0 0,9 7 0,6 6 0,-8-6 0,1-1 0,0-1 0,1 0 0,21 11 0,-39-24 0,1-1 0,-1 1 0,1-1 0,-1 0 0,1 1 0,0-1 0,-1 0 0,1 1 0,-1-1 0,1 0 0,0 0 0,-1 0 0,1 1 0,-1-1 0,1 0 0,0 0 0,-1 0 0,1 0 0,0 0 0,-1 0 0,1 0 0,0 0 0,-1-1 0,1 1 0,0 0 0,-1 0 0,2-1 0,-2 0 0,0 1 0,1-1 0,-1 0 0,0 0 0,0 0 0,0 0 0,1 1 0,-1-1 0,0 0 0,0 0 0,0 0 0,0 0 0,-1 0 0,1 1 0,0-1 0,0 0 0,-1-1 0,-1-6 0,-1 0 0,0 1 0,-5-9 0,-9-13 0,0 1 0,-1 0 0,-44-48 0,59 73 0,0 0 0,0 1 0,0-1 0,-1 1 0,1 0 0,-1-1 0,1 2 0,-1-1 0,0 0 0,0 1 0,0-1 0,0 1 0,0 0 0,-7 0 0,8 1 0,0 0 0,-1 0 0,1 1 0,0-1 0,-1 1 0,1 0 0,0 0 0,0 0 0,0 0 0,0 0 0,0 1 0,0-1 0,0 1 0,0 0 0,0 0 0,1 0 0,-1 0 0,-3 5 0,-3 4-170,0 0-1,1 1 0,0 0 1,1 0-1,1 1 0,0 0 1,-7 20-1,9-20-6655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7:21.4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96 24575,'13'-14'0,"0"-1"0,-1 0 0,20-33 0,-28 45 0,-2 9 0,-2 17 0,-1-15 0,2 9 0,1-1 0,0 0 0,9 30 0,21 46 0,-1 0 0,-26-75 0,-2-6 0,1 0 0,-2-1 0,0 1 0,0 0 0,-1 0 0,0 19 0,-1-29-5,0-1 0,0 1 0,0-1 0,0 1 0,0-1 0,0 1 0,0-1 1,-1 1-1,1-1 0,0 1 0,0 0 0,0-1 0,-1 0 0,1 1 0,0-1 0,-1 1 0,1-1 0,-1 1 0,1-1 12,0 0 0,-1 0 0,1 0 0,0 1 1,-1-1-1,1 0 0,0 0 0,-1 0 0,1 0 0,0 0 1,0 0-1,-1 0 0,1-1 0,0 1 0,-1 0 0,1 0 0,0 0 1,-1 0-1,1 0 0,0 0 0,0 0 0,-1-1 0,1 1 1,-16-16-645,13 12-169,-8-8-6020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7:21.7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797 84 24575,'-44'-17'0,"0"3"0,-1 1 0,0 2 0,-1 3 0,-47-4 0,56 9 0,-2-1 0,1 2 0,-59 4 0,-146 20-1365,217-21-5461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7:23.2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77 24575,'-2'-3'0,"-1"0"0,0 0 0,1 0 0,0 0 0,0 0 0,0-1 0,0 1 0,0-1 0,-1-6 0,2 9 0,1 0 0,0 0 0,0 0 0,0 0 0,0 0 0,0 0 0,0 0 0,0 0 0,0-1 0,0 1 0,0 0 0,0 0 0,1 0 0,-1 0 0,0 0 0,1 0 0,-1 0 0,1 0 0,-1 0 0,1 0 0,0 0 0,-1 0 0,1 1 0,0-1 0,0 0 0,-1 0 0,1 1 0,0-1 0,0 0 0,0 1 0,0-1 0,0 1 0,0-1 0,0 1 0,0 0 0,0-1 0,0 1 0,2 0 0,7-2 0,1 0 0,0 1 0,0 0 0,0 1 0,-1 1 0,1-1 0,0 2 0,0-1 0,-1 2 0,1-1 0,16 8 0,-25-9 0,0 0 0,0 0 0,0 0 0,0 0 0,0 0 0,0 1 0,0-1 0,0 1 0,-1 0 0,1-1 0,-1 1 0,1 0 0,-1 0 0,0 0 0,1 0 0,-1 0 0,0 0 0,0 0 0,-1 0 0,1 0 0,0 1 0,-1-1 0,1 0 0,-1 1 0,0-1 0,0 0 0,0 1 0,0-1 0,0 0 0,0 1 0,-1-1 0,1 0 0,-1 0 0,-1 4 0,-1 3 0,0 0 0,-1-1 0,0 1 0,-1-1 0,0 0 0,0 0 0,-8 8 0,-2 1 0,10-12 0,1 0 0,-1 0 0,1 0 0,0 1 0,1-1 0,-1 1 0,1 0 0,-3 8 0,5-14 0,1 1 0,0 0 0,0 0 0,0 0 0,0-1 0,-1 1 0,1 0 0,0 0 0,0 0 0,1 0 0,-1-1 0,0 1 0,0 0 0,0 0 0,0 0 0,1-1 0,-1 1 0,0 0 0,1 0 0,-1-1 0,1 1 0,0 1 0,0-1 0,0 0 0,1 0 0,-1-1 0,0 1 0,0 0 0,1 0 0,-1-1 0,1 1 0,-1-1 0,1 1 0,2 0 0,4 0 0,1-1 0,0 1 0,14-2 0,-14 0 0,12 0 0,25-6 0,-31 4 0,0 0 0,0 2 0,0 0 0,19 1 0,-22 2-1365,-3 1-5461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7:27.0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337 16 24575,'0'0'0,"0"0"0,0 0 0,0 0 0,0 0 0,1 0 0,-1 0 0,0 0 0,0 0 0,0 0 0,0 0 0,0 0 0,1 0 0,-1 0 0,0 0 0,0 0 0,0 0 0,0 0 0,0 0 0,1 0 0,-1 0 0,0 0 0,0 0 0,0 0 0,0 0 0,0 0 0,1 0 0,-1 0 0,0 0 0,0 1 0,0-1 0,0 0 0,0 0 0,0 0 0,1 0 0,-1 0 0,0 0 0,0 0 0,0 1 0,0-1 0,0 0 0,0 0 0,0 0 0,0 0 0,0 0 0,0 1 0,0-1 0,0 0 0,0 0 0,0 0 0,0 0 0,0 0 0,0 1 0,0-1 0,0 0 0,0 0 0,0 0 0,0 0 0,0 1 0,0-1 0,0 0 0,0 0 0,0 0 0,0 0 0,-10 7 0,5-6 0,-1 0 0,0-1 0,0 1 0,0-1 0,0-1 0,-11 0 0,-37-12 0,0 2 0,33 8 40,1 2 0,-23 0 0,35 2-205,0-1 0,0 2 0,0-1 0,0 1 0,0 0 0,0 1 0,1-1 0,-9 6 0,8-4-6661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7:27.3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399 28 24575,'-11'-5'0,"0"1"0,0-1 0,-1 2 0,0 0 0,0 0 0,1 1 0,-2 1 0,1 0 0,0 0 0,0 2 0,0-1 0,-22 5 0,-8 3-455,0-1 0,-78 1 0,101-8-6371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7:28.5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125 162 24575,'-11'30'0,"10"-22"0,1 0 0,0 0 0,0 0 0,1 0 0,0-1 0,0 1 0,1 0 0,0-1 0,4 11 0,6 11 0,15 27 0,-20-41 0,6 9 0,-4-8 0,10 26 0,-57-94 0,17 22 0,2-2 0,0 0 0,3-1 0,-21-57 0,-12-72 0,36 132 0,23 46 0,2 1 0,22 23 0,-24-30 0,0-1 0,0 0 0,23 14 0,38 18 0,-69-40 0,16 8 0,0 0 0,0-2 0,1 0 0,0-1 0,39 7 0,-55-13 0,-1 1 0,1-1 0,-1 0 0,1 0 0,0 0 0,-1 0 0,1 0 0,-1-1 0,1 1 0,-1-1 0,1 0 0,-1 0 0,1 0 0,-1 0 0,0 0 0,1 0 0,-1-1 0,0 1 0,0-1 0,3-2 0,-3 2 0,0-1 0,0 0 0,0 0 0,0 0 0,-1 0 0,1 0 0,-1-1 0,0 1 0,0 0 0,0-1 0,0 1 0,-1-1 0,1 1 0,-1-6 0,-1-60 0,0 40 0,2 34 0,0 0 0,0 0 0,0-1 0,1 1 0,0 0 0,2 3 0,19 37 0,-14-28 0,9 17 0,44 61 0,-59-91 0,61 86 0,-55-67-1365,-6-12-5461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7:28.8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 24575,'0'-3'0,"0"2"0,0 4 0,0 3 0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7:29.3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24575,'3'8'0,"0"0"0,-1 0 0,3 11 0,3 10 0,5 8 0,2 0 0,1-1 0,2-1 0,25 37 0,-34-55 120,-9-11-321,-7-10-1083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7:29.5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613 129 24575,'-28'-24'0,"-1"2"0,0 1 0,-57-29 0,82 48 0,0 0 0,-1 0 0,1 1 0,-1 0 0,1 0 0,-1 0 0,0 0 0,0 1 0,1-1 0,-1 1 0,0 1 0,1-1 0,-8 2 0,0 1 0,0 1 0,0 1 0,-19 10 0,24-11 0,-28 11-227,0-1-1,-2-2 1,1-1-1,-1-2 1,-48 5-1,54-10-6598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7:30.1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24575,'0'2'0,"0"4"0,0 3 0,0 2 0,3 2 0,0 2 0,3-1 0,-1 2 0,0-1 0,1-3 0,0 0 0,1-1 0,-1 1 0,2-1 0,-2-1 0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7:31.0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340 26 24575,'0'-1'0,"1"0"0,-1 0 0,1 0 0,-1-1 0,0 1 0,1 0 0,-1 0 0,0 0 0,0-1 0,0 1 0,0 0 0,0 0 0,0-1 0,-1 1 0,1 0 0,-1-2 0,1 2 0,-1 1 0,0 0 0,1-1 0,-1 1 0,0 0 0,1-1 0,-1 1 0,0 0 0,1 0 0,-1 0 0,0-1 0,1 1 0,-1 0 0,0 0 0,0 0 0,1 0 0,-1 0 0,0 1 0,1-1 0,-1 0 0,0 0 0,0 0 0,1 1 0,-1-1 0,0 0 0,1 1 0,-1-1 0,0 1 0,-25 11 0,-43 16 0,59-25 0,-1-1 0,1 1 0,-1-1 0,1-1 0,-13 0 0,-4 0 0,-75-3 0,90 0-1365,3-2-5461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7:35.1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1 24575,'-1'0'0,"0"0"0,1 0 0,-1 0 0,0 0 0,0 0 0,1 0 0,-1 0 0,0 0 0,0 0 0,1 1 0,-1-1 0,0 0 0,1 0 0,-1 1 0,0-1 0,1 0 0,-1 1 0,1-1 0,-1 1 0,0-1 0,1 1 0,-1-1 0,1 1 0,-1 0 0,1 0 0,0 0 0,-1-1 0,1 1 0,0 0 0,0 0 0,0 0 0,0-1 0,0 1 0,1 0 0,-1 0 0,0 0 0,0-1 0,0 1 0,1 0 0,-1 0 0,0 0 0,2 0 0,1 6 0,2-1 0,-1 0 0,9 8 0,-12-12 0,31 28 0,0-1 0,43 30 0,-15-13 0,-51-36 120,-6-5-321,-3-5 176,0 1 0,0-1-1,0 0 1,0 0 0,0 0 0,0 0 0,0 0 0,0 0-1,0 0 1,0 0 0,0 0 0,0 0 0,0 0 0,0 1-1,0-1 1,0 0 0,0 0 0,0 0 0,0 0-1,0 0 1,0 0 0,0 0 0,0 0 0,0 0 0,0 0-1,0 0 1,0 0 0,-1 0 0,1 0 0,0 0-1,0 0 1,0 0 0,0 1 0,0-1 0,0 0 0,0 0-1,0 0 1,0 0 0,0 0 0,0 0 0,-1 0 0,1 0-1,0 0 1,0 0 0,0 0 0,0 0 0,0-1-1,0 1 1,0 0 0,0 0 0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7:35.5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234 17 24575,'0'-2'0,"-1"-11"0,-1 11 0,-1 8 0,-2 9 0,-1-1 0,-1 0 0,0-1 0,-1 0 0,0 0 0,-19 23 0,-3-7 0,-57 43 0,53-47-1365,25-19-5461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7:36.1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30 24575,'1'-1'0,"-1"0"0,0 0 0,0-1 0,1 1 0,-1 0 0,1 0 0,-1 0 0,1 0 0,-1 0 0,1 0 0,0 0 0,0 0 0,-1 1 0,1-1 0,0 0 0,0 0 0,0 0 0,0 1 0,0-1 0,0 1 0,0-1 0,0 0 0,0 1 0,0 0 0,0-1 0,2 0 0,3 0 0,1-1 0,-1 1 0,9-1 0,-10 2 0,-1-1 0,1 1 0,-1 0 0,1 0 0,-1 1 0,1-1 0,-1 1 0,8 3 0,-10-4 0,0 1 0,-1 0 0,1 0 0,0 0 0,-1 0 0,1 1 0,-1-1 0,1 0 0,-1 1 0,0-1 0,0 1 0,1-1 0,-1 1 0,0-1 0,0 1 0,-1 0 0,1 0 0,0 0 0,0-1 0,-1 1 0,1 0 0,-1 4 0,1-2 0,-1 0 0,1 1 0,-1-1 0,-1 1 0,1-1 0,0 1 0,-1-1 0,0 1 0,0-1 0,-1 0 0,1 1 0,-1-1 0,0 0 0,0 0 0,-3 4 0,-3 4 0,-2 0 0,1-1 0,-14 13 0,20-21 0,2-2 0,0-1 0,1 1 0,-1-1 0,1 1 0,-1-1 0,1 1 0,-1 0 0,1-1 0,-1 1 0,1 0 0,-1-1 0,1 1 0,0 0 0,-1 0 0,1-1 0,0 1 0,0 0 0,0 0 0,0 0 0,0-1 0,0 3 0,0-3 0,0 1 0,1-1 0,-1 1 0,0-1 0,1 1 0,-1-1 0,1 1 0,-1-1 0,1 1 0,-1-1 0,1 0 0,-1 1 0,1-1 0,-1 0 0,1 1 0,0-1 0,-1 0 0,1 0 0,0 0 0,0 1 0,7 0 0,-1 0 0,1-1 0,11 0 0,-13 0 0,113-2-1365,-107 2-5461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7:37.0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158 30 24575,'0'-1'0,"0"0"0,0 0 0,0 0 0,0 0 0,0 0 0,-1 0 0,1 0 0,0 0 0,-1 0 0,1 0 0,-1 1 0,1-1 0,-1 0 0,1 0 0,-1 0 0,1 1 0,-1-1 0,0 0 0,0 0 0,-1 0 0,0-1 0,0 1 0,-1 0 0,1 0 0,0 0 0,-1 0 0,1 0 0,-1 1 0,-2-1 0,-2 0 0,0 0 0,0 1 0,0 0 0,0 0 0,-9 2 0,10-1 0,0 1 0,0-1 0,0 1 0,0 0 0,0 0 0,0 1 0,-7 4 0,12-6 0,-1 0 0,1 0 0,0 1 0,-1-1 0,1 0 0,0 1 0,0-1 0,0 1 0,0-1 0,0 1 0,0-1 0,1 1 0,-1 0 0,0 0 0,1-1 0,-1 1 0,1 0 0,0 0 0,-1 0 0,1-1 0,0 1 0,0 0 0,0 0 0,1 0 0,-1-1 0,0 1 0,1 0 0,-1 0 0,1 2 0,4 9 0,1 1 0,0-1 0,14 22 0,-12-22 0,0 1 0,-1 0 0,5 15 0,-2 6 0,-2 0 0,4 39 0,3 17 0,-12-75 0,19 95 0,-22-109 0,0-1 0,0 1 0,1 0 0,-1 0 0,1 0 0,-1 0 0,1 0 0,0 0 0,0-1 0,0 1 0,0 0 0,0-1 0,0 1 0,0-1 0,0 1 0,1-1 0,-1 1 0,1-1 0,-1 0 0,1 0 0,2 2 0,1-1 0,-1-1 0,1 0 0,-1 0 0,0 0 0,1 0 0,0-1 0,-1 0 0,7 0 0,13-1 0,0-1 0,31-6 0,-41 5-110,-6 2-69,-1 0 0,0-1-1,0 0 1,0 0 0,0 0-1,8-5 1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7:37.5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 24575,'0'4'0,"1"0"0,0 0 0,0 0 0,0 0 0,1 0 0,0 0 0,2 5 0,2 4 0,0 1 0,16 27 0,-20-36 0,1-1 0,0 0 0,0 0 0,0-1 0,1 1 0,-1-1 0,1 1 0,0-1 0,0 0 0,6 3 0,-10-5 0,1-1 0,0 0 0,0 1 0,0-1 0,0 0 0,0 1 0,0-1 0,0 0 0,-1 0 0,1 0 0,0 0 0,0 0 0,0 0 0,0 0 0,0 0 0,0 0 0,0 0 0,0 0 0,0-1 0,0 1 0,0 0 0,-1-1 0,1 1 0,1-1 0,0-1 0,-1 1 0,0 0 0,0-1 0,0 1 0,0-1 0,0 1 0,0-1 0,0 1 0,0-1 0,0 0 0,-1 1 0,1-3 0,1-4 0,0-1 0,-1 0 0,0 1 0,-1-11 0,-1 4 0,1 8 0,-1 0 0,1 0 0,1-1 0,-1 1 0,3-10 0,-3 16 0,1 0 0,-1 0 0,1 0 0,-1-1 0,1 1 0,-1 0 0,1 0 0,-1 0 0,1 0 0,0 0 0,0 1 0,0-1 0,-1 0 0,1 0 0,0 0 0,0 1 0,0-1 0,0 0 0,0 1 0,0-1 0,0 1 0,1-1 0,-1 1 0,0 0 0,0-1 0,0 1 0,0 0 0,1 0 0,-1 0 0,0 0 0,0 0 0,0 0 0,1 0 0,-1 0 0,0 0 0,0 0 0,0 1 0,2 0 0,7 2 0,0 1 0,0 1 0,0 0 0,-1 0 0,0 0 0,12 10 0,18 11 0,-27-20 0,-6-3 0,0 0 0,0 1 0,0-1 0,0 1 0,-1 0 0,0 1 0,0-1 0,6 7 0,-9-4-1365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7:38.0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61 24575,'17'-11'0,"-1"1"0,2 1 0,-1 1 0,20-7 0,-31 14 0,-1-1 0,1 1 0,-1 0 0,1 0 0,0 0 0,0 1 0,-1 0 0,1 0 0,0 0 0,0 1 0,-1 0 0,1 0 0,0 1 0,-1-1 0,1 1 0,-1 0 0,0 1 0,6 3 0,1 1 0,-1 0 0,-1 1 0,1 0 0,-1 1 0,-1 1 0,0-1 0,0 1 0,-1 1 0,0 0 0,-1 0 0,0 0 0,-1 1 0,0 0 0,-1 0 0,7 21 0,-5-1 0,-1 1 0,2 49 0,3 16 0,-8-82 0,1 1 0,0-1 0,12 28 0,-11-34 0,0-1 0,1 1 0,12 14 0,-11-16 0,0 0 0,-1 1 0,9 18 0,-14-26 0,-1 0 0,1 1 0,-1-1 0,1 0 0,-1 1 0,0-1 0,0 0 0,1 1 0,-1-1 0,0 0 0,0 1 0,0-1 0,0 0 0,0 1 0,-1-1 0,1 0 0,0 1 0,-1-1 0,1 0 0,-1 1 0,1-1 0,-1 0 0,0 0 0,1 0 0,-1 0 0,0 0 0,0 1 0,0-1 0,0 0 0,0-1 0,0 1 0,0 0 0,0 0 0,0 0 0,0-1 0,0 1 0,-1 0 0,1-1 0,0 1 0,-2 0 0,-7 2 0,0-1 0,0 1 0,0-2 0,-15 2 0,11-1 0,-30 2-1365,26-2-5461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1:18.2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505 15 24575,'-146'-7'0,"1"-1"0,-56 9-1365,189-1-5461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1:18.5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476 46 24575,'-29'-5'0,"-15"-4"0,-5 0 0,4 0 0,4 3 0,4 2 0,7 2 0,2 1 0,5 1 0,0 0 0,3 0 0,-1 1 0,0-1 0,3 3 0,0 0 0,2 0 0,3 0-8191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1:18.9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24575,'119'63'0,"-58"-29"0,1-3 0,77 28 0,-27-27 0,-57-17 0,-43-10 0,-12-5 0,0 0 0,0 0 0,0 0 0,0 0 0,0 0 0,0 0 0,0 1 0,0-1 0,0 0 0,0 0 0,0 0 0,0 0 0,1 0 0,-1 0 0,0 0 0,0 0 0,0 1 0,0-1 0,0 0 0,0 0 0,0 0 0,0 0 0,0 0 0,0 0 0,0 0 0,0 0 0,-1 1 0,1-1 0,0 0 0,0 0 0,0 0 0,0 0 0,0 0 0,0 0 0,0 0 0,0 0 0,0 0 0,0 1 0,0-1 0,0 0 0,0 0 0,0 0 0,-1 0 0,1 0 0,0 0 0,0 0 0,0 0 0,-20 7 0,12-5 0,-31 8 0,0 2 0,0 2 0,-41 20 0,26-4-84,31-16-172,-2-1 0,0 0-1,-1-2 1,-46 14 0,55-22-6570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1:19.7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366 17 24575,'0'-1'0,"0"1"0,1-1 0,-1 1 0,0-1 0,1 1 0,-1-1 0,0 0 0,0 1 0,0-1 0,1 1 0,-1-1 0,0 0 0,0 1 0,0-1 0,0 1 0,0-1 0,0 0 0,0 1 0,0-1 0,-1 0 0,1 0 0,0 1 0,-1-1 0,1 1 0,-1 0 0,1 0 0,0-1 0,-1 1 0,1 0 0,-1 0 0,1 0 0,-1 0 0,1 0 0,-1-1 0,1 1 0,-1 0 0,1 0 0,-1 0 0,1 0 0,0 1 0,-1-1 0,1 0 0,-2 0 0,-29 12 0,26-10 0,-47 23 0,-35 13 0,58-28 0,3-1 0,0 0 0,-26 15 0,48-21 0,1-1 0,-1 0 0,1 1 0,0 0 0,0 0 0,0 0 0,0 0 0,0 1 0,1-1 0,-1 1 0,1-1 0,0 1 0,0 0 0,1 0 0,-1 0 0,1 0 0,0 0 0,0 0 0,0 0 0,0 0 0,1 1 0,0-1 0,0 0 0,0 0 0,0 1 0,1-1 0,-1 0 0,1 0 0,0 0 0,0 1 0,1-1 0,1 4 0,0-4 0,-1 0 0,1 1 0,0-1 0,0 0 0,0-1 0,0 1 0,1 0 0,-1-1 0,1 0 0,0 0 0,0 0 0,0 0 0,9 3 0,5 2 0,0 0 0,20 5 0,221 75 0,-234-81-106,29 11 337,-50-17-367,0 1 1,0 0-1,-1 0 1,1 1 0,0-1-1,-1 1 1,0-1-1,1 1 1,-1 0-1,2 4 1,2 3-6691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1:20.6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11 24575,'-9'-9'0,"10"9"0,-1 0 0,0 0 0,0 0 0,0 0 0,0 0 0,0 0 0,0 0 0,0-1 0,0 1 0,0 0 0,0 0 0,0 0 0,0 0 0,0 0 0,0 0 0,0 0 0,0 0 0,0 0 0,0 0 0,0 0 0,0 0 0,0 0 0,0 0 0,0 0 0,0 0 0,0 0 0,0 0 0,0 0 0,0 0 0,0 0 0,0 0 0,0 0 0,0 0 0,0 0 0,0 0 0,0 0 0,0 0 0,0-1 0,0 1 0,0 0 0,0 0 0,0 0 0,0 0 0,0 0 0,0 0 0,16 15 0,53 69 0,76 100 0,-44-56 0,142 140 0,-234-259 0,-4-3 0,0-1 0,0 0 0,1 0 0,9 6 0,-23-26 0,-41-41-1365,39 42-5461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1:21.0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300 45 24575,'5'-13'0,"-3"11"0,0-1 0,-1-1 0,0 1 0,0 0 0,0 0 0,0 0 0,0-1 0,0-2 0,-12 20 0,-18 45 0,-34 61 0,-31 38 0,72-117 0,-30 86 0,50-120-124,0 0 0,-1 0 0,1-1 0,-1 1 0,-1-1 0,1 1-1,-1-1 1,0 0 0,-1-1 0,-8 10 0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1:21.7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36 24575,'43'-11'0,"60"-13"0,-102 24 0,1 0 0,0-1 0,-1 1 0,1 0 0,-1 0 0,1 0 0,-1 0 0,1 1 0,-1-1 0,1 0 0,-1 1 0,1-1 0,-1 1 0,1-1 0,-1 1 0,0 0 0,1-1 0,-1 1 0,0 0 0,2 1 0,-1 0 0,-1 0 0,0-1 0,0 1 0,0 0 0,0 0 0,0 0 0,0 0 0,0 0 0,-1 0 0,1 0 0,-1 0 0,1 0 0,-1 2 0,1 5 0,-1 1 0,-1-1 0,1 0 0,-1 0 0,-5 15 0,0 13 0,5-28 0,-1 0 0,0 0 0,0 0 0,-1 0 0,-5 12 0,8-20 0,-1-1 0,1 1 0,-1-1 0,1 1 0,0 0 0,-1-1 0,1 1 0,0-1 0,-1 1 0,1 0 0,0-1 0,0 1 0,0 0 0,0 0 0,0-1 0,0 1 0,-1 0 0,2-1 0,-1 1 0,0 0 0,0-1 0,0 1 0,0 0 0,0 0 0,1-1 0,-1 1 0,0-1 0,0 1 0,1 0 0,-1-1 0,1 1 0,-1-1 0,0 1 0,1 0 0,0 0 0,2 0 0,-1 0 0,1 0 0,-1-1 0,0 1 0,1-1 0,-1 1 0,1-1 0,0 0 0,2 0 0,169-2 0,-150-3-1365,-15 2-5461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1:22.3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99 36 24575,'-9'-35'0,"9"35"0,0 0 0,0 0 0,0 0 0,0 0 0,0 0 0,0 0 0,0 0 0,0 0 0,0 0 0,0 1 0,0-1 0,0 0 0,0 0 0,0 0 0,0 0 0,0 0 0,0 0 0,0 0 0,0 0 0,0 0 0,0 0 0,0 0 0,-1 0 0,1 0 0,0 0 0,0 0 0,0 0 0,0 0 0,0 0 0,0 0 0,0 0 0,0 0 0,0 0 0,0 0 0,0 0 0,0 0 0,0 0 0,0 0 0,0 0 0,0 0 0,0 0 0,0 0 0,0 0 0,-1 0 0,1 0 0,0 0 0,0 0 0,0 0 0,0 0 0,0 0 0,0 0 0,0 0 0,0 0 0,0 0 0,0 0 0,0 0 0,0 0 0,0 0 0,0-1 0,0 1 0,0 0 0,0 0 0,0 0 0,0 0 0,0 0 0,0 0 0,0 0 0,0 0 0,-3 7 0,0 13 0,2-18 0,-46 297 0,37-235 0,-14 142 0,24-197 0,0 1 0,1-1 0,0 0 0,0 1 0,1-1 0,0 0 0,1 0 0,0 0 0,1-1 0,-1 1 0,1-1 0,1 1 0,7 9 0,-5-9 0,0-1 0,1 1 0,0-2 0,0 1 0,1-1 0,0 0 0,1-1 0,-1 0 0,1 0 0,18 7 0,-14-8-170,1 0-1,0-1 0,0 0 1,0-1-1,1-1 0,-1 0 1,28-1-1,-30-2-6655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1:22.9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0 164 24575,'45'-11'0,"-18"6"0,0-2 0,0-1 0,38-17 0,-62 23 0,0 0 0,0 0 0,0 0 0,-1 0 0,1 0 0,0-1 0,-1 1 0,0-1 0,0 1 0,1-1 0,-2 0 0,1 0 0,0 0 0,0 0 0,-1-1 0,2-3 0,-3 5 0,0 1 0,1-1 0,-1 0 0,0 1 0,0-1 0,0 0 0,0 0 0,0 1 0,0-1 0,0 0 0,0 1 0,-1-1 0,1 0 0,-1 1 0,1-1 0,-1 0 0,0 1 0,0-1 0,0 1 0,0 0 0,0-1 0,0 1 0,0-1 0,0 1 0,0 0 0,-1 0 0,1 0 0,0 0 0,-1 0 0,1 0 0,-1 0 0,1 0 0,-1 1 0,-2-2 0,-1 0 0,-1 0 0,0 1 0,1-1 0,-1 1 0,0 0 0,0 1 0,0 0 0,0 0 0,0 0 0,1 0 0,-1 1 0,0 0 0,0 0 0,0 1 0,1-1 0,-1 1 0,-9 5 0,11-5 0,0 1 0,0-1 0,0 1 0,0 0 0,0 0 0,0 1 0,1-1 0,-1 1 0,1 0 0,0-1 0,0 1 0,1 1 0,-1-1 0,1 0 0,0 1 0,0-1 0,0 1 0,1 0 0,0-1 0,0 1 0,-1 7 0,2-6 0,-1 1 0,2-1 0,-1 1 0,1-1 0,0 1 0,0-1 0,0 0 0,1 0 0,0 0 0,1 0 0,-1 0 0,1 0 0,0 0 0,1-1 0,-1 1 0,1-1 0,0 0 0,0 0 0,1-1 0,-1 1 0,1-1 0,0 0 0,1 0 0,-1 0 0,0-1 0,1 0 0,0 0 0,0-1 0,6 3 0,29 7 0,1-1 0,0-2 0,77 6 0,-89-14-1365,-18-1-5461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1:23.9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1 24575,'1'3'0,"-1"-1"0,1 1 0,0-1 0,0 1 0,0-1 0,2 4 0,3 6 0,15 40 0,29 53 0,19 47 0,-58-122 0,-1 2 0,-2-1 0,7 47 0,-14-74 0,-1-1 0,0 1 0,0-1 0,0 1 0,0-1 0,-1 1 0,1-1 0,-1 1 0,0-1 0,0 0 0,0 1 0,-1-1 0,1 0 0,-1 0 0,-2 4 0,2-5 0,0 0 0,1 0 0,-1 0 0,-1-1 0,1 1 0,0-1 0,0 1 0,-1-1 0,1 0 0,0 1 0,-1-1 0,1-1 0,-1 1 0,0 0 0,1-1 0,-1 1 0,0-1 0,1 0 0,-1 1 0,-3-2 0,-2 1 0,0-1 0,0-1 0,0 1 0,1-1 0,-1-1 0,0 1 0,1-1 0,0-1 0,0 1 0,-8-6 0,5 2 0,1 1 0,0-1 0,1-1 0,-1 1 0,2-1 0,-12-15 0,16 19 0,1 0 0,0 0 0,0-1 0,0 1 0,1 0 0,-1-1 0,1 1 0,0-1 0,0 1 0,1-1 0,-1 1 0,1-1 0,0 0 0,0 1 0,1-1 0,-1 1 0,1-1 0,2-7 0,-1 7 0,-1 1 0,1-1 0,0 1 0,0-1 0,1 1 0,-1 0 0,1 0 0,0 0 0,0 0 0,0 1 0,0-1 0,1 1 0,-1 0 0,1 0 0,0 0 0,0 0 0,7-3 0,5 0 30,0 1 0,0 1-1,29-4 1,-29 6-401,0-1 0,0-1 0,28-10 0,-34 9-6455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1:24.2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53 24575,'-3'-14'0,"0"-4"0,0 5 0,0 7 0,-1 4 0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1:25.1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52 24575,'1'4'0,"0"0"0,0 0 0,0 0 0,1 0 0,0-1 0,-1 1 0,1 0 0,1-1 0,4 7 0,0 1 0,3 5 0,0-1 0,22 24 0,-25-31 0,0-1 0,1 0 0,0 0 0,1-1 0,0 0 0,11 6 0,-18-11 0,-1 0 0,1-1 0,-1 1 0,1 0 0,-1-1 0,1 1 0,0-1 0,-1 0 0,1 1 0,0-1 0,0 0 0,-1 0 0,1 0 0,0 0 0,-1-1 0,1 1 0,0 0 0,-1-1 0,1 1 0,0-1 0,1 0 0,-1 0 0,0-1 0,-1 1 0,1-1 0,0 0 0,-1 1 0,1-1 0,-1 0 0,0 0 0,1 0 0,-1 0 0,0 0 0,0 0 0,1-4 0,1-4 0,-1-1 0,0 0 0,0 1 0,-1-1 0,0-15 0,-1 20 0,0 2 0,0 0 0,0 0 0,0 0 0,0 0 0,2-5 0,-2 9 0,0 0 0,0-1 0,0 1 0,0 0 0,1 0 0,-1-1 0,0 1 0,0 0 0,0 0 0,0-1 0,0 1 0,1 0 0,-1 0 0,0 0 0,0-1 0,0 1 0,1 0 0,-1 0 0,0 0 0,0 0 0,1 0 0,-1-1 0,0 1 0,0 0 0,1 0 0,-1 0 0,0 0 0,1 0 0,-1 0 0,1 0 0,0 0 0,0 1 0,0-1 0,0 1 0,0-1 0,0 1 0,-1-1 0,1 1 0,0 0 0,0-1 0,0 1 0,0 0 0,-1 0 0,2 1 0,22 29 0,-15-19 0,15 16 0,-9-12 0,1-1 0,21 14 0,-32-25 0,1-1 0,-1 1 0,1-1 0,0 0 0,0-1 0,0 0 0,0 0 0,1 0 0,-1 0 0,1-1 0,10 1 0,-14-2 0,-1 0 0,0 0 0,0-1 0,0 1 0,0 0 0,0-1 0,0 1 0,0-1 0,0 0 0,0 0 0,0 0 0,0 0 0,0 0 0,0 0 0,-1 0 0,1-1 0,2-1 0,-2 0 0,0 0 0,0 0 0,0 1 0,0-1 0,-1 0 0,1-1 0,-1 1 0,0 0 0,2-7 0,-1-2 0,-1 0 0,0 0 0,-1-1 0,0 1 0,-2-12 0,1 17-80,0 0 0,0 0-1,0 1 1,-1-1 0,0 1-1,-1 0 1,0-1 0,1 1-1,-2 0 1,1 1 0,-1-1 0,0 1-1,0-1 1,-1 1 0,1 0-1,-9-6 1,1 2-6746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1:25.5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24575,'54'45'0,"60"66"0,-94-88 0,-1 1 0,-1 0 0,-1 1 0,-1 1 0,19 43 0,-22-39 0,-1 1 0,-2 1 0,-1 0 0,-1 1 0,5 64 0,-12-86-57,-2 0 0,1 0 1,-1 0-1,-1-1 0,0 1 0,-1 0 0,0 0 0,0-1 0,-1 0 0,-1 0 0,0 0 1,0 0-1,-1-1 0,0 1 0,0-2 0,-1 1 0,0-1 0,-1 0 0,0 0 1,0-1-1,-1 0 0,0 0 0,-17 9 0,9-7-6769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2:42.6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24575,'8'5'0,"4"4"0,1 3 0,0 2 0,0 1 0,1 0 0,0 3 0,1 1 0,2-1 0,1 2 0,11 9 0,5 3 0,0-2 0,-3-3 0,-3-5 0,-3 0 0,-8-4 0,-6-6-8191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2:42.8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24575,'19'17'0,"12"11"0,3 5 0,1 0 0,-1-1 0,-4-1 0,-2-4 0,-3-1 0,-1-2 0,-3-4 0,-1-1 0,-3-3 0,-1-1 0,-1-1 0,-1-2 0,-2-4-8191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2:43.3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280 0 24575,'0'0'0,"0"0"0,-1 0 0,1 0 0,0 0 0,0 0 0,0 0 0,0 0 0,0 0 0,0 0 0,-1 0 0,1 0 0,0 0 0,0 1 0,0-1 0,0 0 0,0 0 0,0 0 0,0 0 0,0 0 0,-1 0 0,1 0 0,0 0 0,0 0 0,0 1 0,0-1 0,0 0 0,0 0 0,0 0 0,0 0 0,0 0 0,0 0 0,0 1 0,0-1 0,0 0 0,0 0 0,0 0 0,0 0 0,0 0 0,0 0 0,0 1 0,2 7 0,6 8 0,-8-15 0,13 22 0,11 30 0,-21-44 0,0-1 0,-1 0 0,0 0 0,0 1 0,-1-1 0,0 1 0,-1 16 0,0-24 0,0 1 0,0 0 0,0-1 0,0 1 0,-1 0 0,1-1 0,-1 1 0,1 0 0,-1-1 0,0 1 0,1-1 0,-1 1 0,0-1 0,0 0 0,0 1 0,0-1 0,0 0 0,0 0 0,-1 1 0,1-1 0,0 0 0,-1 0 0,1 0 0,-2 0 0,0 0 0,1 0 0,-1-1 0,1 1 0,-1-1 0,1 0 0,-1 1 0,1-1 0,-1 0 0,0-1 0,1 1 0,-1 0 0,1-1 0,-1 0 0,1 1 0,-4-3 0,-72-29 0,-49-18 0,79 36-1365,28 9-5461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2:43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344 27 24575,'35'8'0,"-35"-8"0,0 0 0,0 0 0,0 0 0,0 0 0,0 0 0,0 1 0,0-1 0,0 0 0,0 0 0,-1 0 0,1 0 0,0 0 0,0 0 0,0 0 0,0 0 0,0 0 0,0 0 0,0 0 0,0 0 0,0 0 0,0 0 0,0 0 0,0 0 0,0 0 0,0 0 0,0 0 0,0 0 0,0 1 0,0-1 0,0 0 0,0 0 0,0 0 0,0 0 0,0 0 0,0 0 0,0 0 0,0 0 0,0 0 0,0 0 0,0 0 0,0 0 0,0 0 0,0 0 0,0 0 0,0 0 0,0 1 0,0-1 0,0 0 0,0 0 0,0 0 0,0 0 0,0 0 0,0 0 0,1 0 0,-1 0 0,0 0 0,0 0 0,0 0 0,-10 2 0,-13 0 0,-13-2 0,1 0 0,-1-3 0,1-1 0,-43-10 0,55 8 0,10 2 0,0 0 0,-24-2 0,36 5 0,-1 1 0,1 0 0,-1 0 0,1 0 0,-1 0 0,1 1 0,0-1 0,-1 0 0,1 1 0,-1-1 0,1 1 0,0-1 0,-1 1 0,1-1 0,0 1 0,-1 0 0,1 0 0,0 0 0,0 0 0,0 0 0,0 0 0,0 0 0,0 0 0,0 0 0,0 0 0,0 1 0,1-1 0,-1 0 0,0 0 0,1 1 0,-1-1 0,1 1 0,-1-1 0,1 0 0,0 4 0,-1-1 0,1 0 0,0 0 0,0 1 0,0-1 0,0 0 0,1 0 0,0 0 0,0 0 0,0 0 0,0 0 0,4 6 0,1 0 18,0 0-1,1-1 1,1 0-1,0 0 1,9 8-1,15 18-1487,-22-23-5356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2:45.2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16 24575,'-12'-13'0,"10"10"0,7 9 0,378 367 0,-348-344 0,-15-13 0,0 2 0,18 21 0,-74-68-1365,23 18-5461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2:45.7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350 35 24575,'0'-35'0,"-6"43"0,-5 11 0,9-15 0,-54 85 0,30-50 0,-30 60 0,-10 64 0,58-140 0,-1 0 0,-20 37 0,21-46 0,-1-1 0,0-1 0,-1 1 0,0-1 0,-16 14 0,18-19-1365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2:46.4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 28 24575,'3'-3'0,"-1"1"0,0-1 0,0 1 0,0-1 0,2-5 0,-4 8 0,0 0 0,0 0 0,1 0 0,-1-1 0,0 1 0,0 0 0,0 0 0,0 0 0,0-1 0,0 1 0,0 0 0,0 0 0,0-1 0,0 1 0,0 0 0,0 0 0,0 0 0,0-1 0,0 1 0,0 0 0,0 0 0,0 0 0,0-1 0,0 1 0,0 0 0,-1 0 0,1 0 0,0-1 0,0 1 0,0 0 0,0 0 0,-1-1 0,1 1 0,-1 0 0,0 0 0,0 0 0,0 0 0,1 0 0,-1 0 0,0 0 0,0 0 0,0 1 0,1-1 0,-1 0 0,0 0 0,0 1 0,-1 0 0,-4 2 0,0 0 0,0 0 0,0 1 0,0 0 0,0 1 0,1-1 0,0 1 0,-1 0 0,2 0 0,-1 0 0,1 1 0,0 0 0,-4 7 0,6-11 0,1 1 0,0 0 0,-1-1 0,1 1 0,0 0 0,0 0 0,1 0 0,-1 0 0,1 0 0,-1 0 0,1 0 0,0 0 0,0 0 0,0 0 0,0 0 0,1 0 0,0 0 0,-1 0 0,1 0 0,0 0 0,0 0 0,0-1 0,1 1 0,-1 0 0,1-1 0,-1 1 0,1-1 0,0 1 0,0-1 0,0 0 0,0 0 0,4 3 0,3 2 0,1-1 0,0 0 0,0-1 0,1 0 0,21 8 0,-11-7 0,0-1 0,28 3 0,-48-7-67,21 0 263,-21-1-246,-1 0 0,1 0 0,0 0 1,-1 0-1,1 0 0,0 0 0,-1-1 0,1 1 1,-1 0-1,1 0 0,0 0 0,-1-1 0,1 1 1,-1 0-1,1-1 0,-1 1 0,1 0 0,-1-1 1,1 1-1,-1-1 0,1 1 0,-1-1 0,0 1 1,1-1-1,-1 1 0,0-1 0,1 1 1,-1-1-1,1 0 0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2:47.0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131 4 24575,'-1'0'0,"1"-1"0,-1 1 0,1 0 0,-1-1 0,1 1 0,-1 0 0,0 0 0,1-1 0,-1 1 0,1 0 0,-1 0 0,0 0 0,1 0 0,-1 0 0,0 0 0,1 0 0,-1 0 0,1 0 0,-1 0 0,0 0 0,1 1 0,-1-1 0,1 0 0,-1 0 0,0 1 0,1-1 0,-1 0 0,1 1 0,-1-1 0,1 0 0,-1 1 0,1-1 0,-1 1 0,1-1 0,0 1 0,-1-1 0,1 1 0,-1 0 0,-16 24 0,15-22 0,-15 25 0,-30 57 0,42-74 0,1 0 0,0 0 0,1 0 0,0 1 0,1-1 0,-2 17 0,4-19 0,0 1 0,0-1 0,1 0 0,0 0 0,0 1 0,1-1 0,1 0 0,-1 0 0,6 11 0,-2-10 0,-1 1 0,1-1 0,1 0 0,0 0 0,1-1 0,16 16 0,7 5 0,2-2 0,44 29 0,-33-24-1365,-33-25-5461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2:47.6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3 24575,'0'0'0,"0"1"0,0-1 0,0 0 0,0 0 0,0 0 0,0 0 0,0 0 0,0 0 0,0 0 0,0 0 0,1 0 0,-1 0 0,0 0 0,0 0 0,0 0 0,0 0 0,0 0 0,0 0 0,0 0 0,0 0 0,1 0 0,-1 0 0,0 0 0,0 0 0,0 0 0,0 0 0,0 0 0,0 0 0,0 0 0,0 0 0,1 0 0,-1 0 0,0 0 0,0 0 0,0 0 0,0 0 0,0 0 0,0 0 0,0 0 0,0 0 0,0 0 0,0-1 0,0 1 0,1 0 0,-1 0 0,0 0 0,0 0 0,0 0 0,0 0 0,0 0 0,0 0 0,0 0 0,0-1 0,0 1 0,0 0 0,0 0 0,0 0 0,0 0 0,0 0 0,0 0 0,0 0 0,0-1 0,0 1 0,0 0 0,0 0 0,0 0 0,0 0 0,0 0 0,-1 0 0,11 11 0,9 20 0,-18-29 0,34 57 0,39 69 0,-55-91 0,28 74 0,-47-109 0,1 1 0,0-1 0,-1 0 0,1 0 0,-1 0 0,0 1 0,0-1 0,0 0 0,0 1 0,0-1 0,0 0 0,-1 0 0,1 1 0,-1-1 0,1 0 0,-1 0 0,0 0 0,0 0 0,0 0 0,0 0 0,0 0 0,-1 0 0,1 0 0,0 0 0,-1 0 0,1-1 0,-1 1 0,0-1 0,0 1 0,0-1 0,1 0 0,-1 0 0,0 0 0,-1 0 0,1 0 0,0 0 0,0 0 0,0-1 0,0 1 0,-1-1 0,1 1 0,-4-1 0,-2 1 0,-1-1 0,1-1 0,-1 1 0,1-1 0,-1-1 0,1 1 0,0-2 0,-1 1 0,1-1 0,1 0 0,-1-1 0,0 1 0,1-2 0,-1 1 0,1-1 0,1 0 0,-1 0 0,1-1 0,-10-10 0,15 14 0,-1 0 0,1-1 0,-1 1 0,1 0 0,0-1 0,0 1 0,0 0 0,0-1 0,1 1 0,-1-1 0,1 1 0,-1-1 0,1 0 0,0 1 0,0-1 0,0 0 0,1-3 0,-1 2 0,2 1 0,-1 0 0,0-1 0,1 1 0,-1 0 0,1 0 0,0 0 0,0 0 0,0 1 0,0-1 0,5-4 0,1 0 0,1 0 0,0 1 0,0 0 0,0 0 0,1 1 0,0 1 0,14-6 0,-7 5-117,-10 3 179,0 0 0,-1 0-1,13-7 1,-17 8-141,0-1 1,0 1-1,-1 0 0,1 0 1,-1-1-1,1 1 0,-1-1 1,0 1-1,0-1 0,1 0 1,-1 1-1,0-1 0,0 0 0,-1 0 1,1 0-1,0 0 0,-1 1 1,1-4-1,1-6-6747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2:47.8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51 24575,'-2'-15'0,"-2"-2"0,1 4 0,1 7 0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2:48.8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0 405 24575,'74'-1'0,"81"2"0,-101 6 0,-41-4 0,1-1 0,-1-1 0,27 0 0,-39-1 0,0 0 0,-1 0 0,1 0 0,0 0 0,0 0 0,0 0 0,0-1 0,0 1 0,0 0 0,0 0 0,0-1 0,-1 1 0,1-1 0,0 1 0,1-2 0,-2 2 0,0 0 0,0 0 0,0-1 0,0 1 0,0 0 0,0-1 0,0 1 0,0 0 0,0-1 0,0 1 0,0 0 0,0 0 0,0-1 0,0 1 0,-1 0 0,1 0 0,0-1 0,0 1 0,0 0 0,0 0 0,-1-1 0,1 1 0,0 0 0,0 0 0,0-1 0,-1 1 0,1 0 0,0 0 0,0 0 0,-1 0 0,-29-17 0,23 14 0,-2-2 0,1-1 0,-1 1 0,1-1 0,1-1 0,-1 0 0,1 0 0,0 0 0,1-1 0,-1 0 0,2 0 0,-1-1 0,1 1 0,0-1 0,1 0 0,0-1 0,1 1 0,0-1 0,0 0 0,-2-13 0,5 16 0,0-1 0,0 0 0,0 0 0,1 0 0,0 1 0,1-1 0,-1 0 0,6-13 0,-2 8 0,1 0 0,0 0 0,16-23 0,-19 31 0,1 1 0,0-1 0,0 1 0,0 0 0,1 0 0,-1 1 0,1-1 0,0 1 0,0 0 0,0 0 0,0 1 0,0-1 0,1 1 0,-1 0 0,1 1 0,-1-1 0,1 1 0,0 0 0,0 0 0,9 1 0,-5 0 0,0 1 0,0 1 0,0-1 0,0 1 0,0 1 0,0 0 0,-1 0 0,0 1 0,1 1 0,-1-1 0,8 7 0,-12-8 0,-1 0 0,0 0 0,0 1 0,0 0 0,0-1 0,0 2 0,-1-1 0,0 0 0,0 0 0,0 1 0,0 0 0,-1 0 0,0 0 0,0 0 0,0 0 0,0 0 0,-1 0 0,0 0 0,0 1 0,0-1 0,-1 0 0,0 11 0,-2 1 0,0-1 0,-1 0 0,-1 0 0,-1 0 0,0-1 0,-9 19 0,13-31 0,0 0 0,0 0 0,0 0 0,0 0 0,0 0 0,1 0 0,-1 0 0,1 0 0,0 0 0,0 0 0,0 0 0,0 1 0,1-1 0,-1 0 0,2 4 0,-1-4 0,0-1 0,1 0 0,-1 0 0,1 1 0,-1-1 0,1 0 0,0 0 0,-1-1 0,1 1 0,0 0 0,0 0 0,1-1 0,-1 0 0,0 1 0,0-1 0,1 0 0,-1 0 0,5 1 0,9 4 0,1-2 0,-1 0 0,1-1 0,0 0 0,0-2 0,0 0 0,0-1 0,1 0 0,-1-1 0,28-7 0,-42 7-195,1 0 0,-1 0 0,1-1 0,-1 1 0,0-1 0,5-3 0,2-4-6631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2:49.2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24575,'22'4'0,"-1"1"0,-1 0 0,1 2 0,-1 0 0,0 2 0,0 0 0,-1 1 0,-1 1 0,1 1 0,-2 0 0,0 1 0,0 1 0,-2 1 0,1 0 0,-2 1 0,0 1 0,-1 0 0,-1 1 0,0 0 0,-2 1 0,0 0 0,-1 1 0,7 21 0,-10-24 0,-1 0 0,-1 1 0,0-1 0,-1 1 0,-1 0 0,-1 35 0,-1-43 0,-2 0 0,1 0 0,-1 0 0,-1 0 0,1 0 0,-2-1 0,1 1 0,-2-1 0,1 0 0,-1 0 0,0 0 0,-1-1 0,-12 15 0,8-13-195,0 0 0,-1-1 0,0 0 0,0-1 0,-1 0 0,-13 6 0,4-4-6631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2:59.6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1283 116 24575,'526'-42'0,"-500"40"0,217-22 0,-231 21 0,-12 3 0,0 0 0,0 0 0,0 0 0,0 0 0,0 0 0,0 0 0,1 0 0,-1 0 0,0 0 0,0 0 0,0 0 0,0 0 0,0 0 0,0 0 0,0 0 0,0 0 0,0 0 0,0 0 0,0 0 0,0 0 0,0 0 0,0 0 0,0 0 0,1-1 0,-1 1 0,0 0 0,0 0 0,0 0 0,0 0 0,0 0 0,0 0 0,0 0 0,0 0 0,0 0 0,0 0 0,0 0 0,0 0 0,0-1 0,0 1 0,0 0 0,0 0 0,0 0 0,0 0 0,0 0 0,0 0 0,0 0 0,0 0 0,0 0 0,0 0 0,-1 0 0,1 0 0,0 0 0,0-1 0,0 1 0,0 0 0,0 0 0,-20-5 0,-382-25-76,359 28 3,-723-3-673,433 20 689,-101-1 967,412-15-875,16 1-34,0-1-1,0 1 1,0 0 0,0 0 0,0 0-1,0 1 1,0 0 0,0 0 0,-9 4-1,15-5 0,0 0 0,0 0 0,0 0 0,0 0 0,-1 0 0,1 0 0,0 0 0,0 0 0,0 0 0,0 0 0,0 0 0,0 0 0,0 0 0,0 0 0,0 0 0,0 0 0,0 0 0,0 0 0,0 1 0,0-1 0,0 0 0,0 0 0,0 0 0,0 0 0,0 0 0,0 0 0,0 0 0,0 0 0,0 0 0,0 0 0,0 0 0,0 1 0,0-1 0,0 0 0,0 0 0,0 0 0,0 0 0,0 0 0,0 0 0,0 0 0,0 0 0,0 0 0,0 0 0,0 0 0,0 0 0,0 0 0,0 1 0,0-1 0,0 0 0,0 0 0,0 0 0,0 0 0,0 0 0,0 0 0,1 0 0,-1 0 0,7 3 0,10 2 0,-16-5 0,56 9 0,90 4 0,-69-9 0,1468 54-3401,-1491-57 3094,-22 1 308,-1-2-1,0-1 1,57-9-1,-89 10 20,0 0 0,0 0-1,0 0 1,0 0 0,0 0-1,0 0 1,1 0-1,-1 0 1,0 0 0,0 0-1,0 0 1,0 0 0,0 0-1,0 0 1,1 0 0,-1 0-1,0 0 1,0 0 0,0 0-1,0 0 1,0-1-1,0 1 1,0 0 0,1 0-1,-1 0 1,0 0 0,0 0-1,0 0 1,0 0 0,0 0-1,0 0 1,0-1 0,0 1-1,0 0 1,0 0-1,0 0 1,1 0 0,-1 0-1,0 0 1,0 0 0,0-1-1,0 1 1,0 0 0,0 0-1,0 0 1,0 0 0,0-1-1,-8-2 602,-13-2 466,-360-35-1155,362 39 64,-828-25-1946,646 31 1008,-300 45 0,450-41-2288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3:05.4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2124 75 24575,'29'-6'0,"5"1"0,0-2 0,59-21 0,-92 28 0,0 0 0,0 0 0,0-1 0,0 1 0,0-1 0,0 1 0,0-1 0,0 1 0,0-1 0,0 0 0,0 0 0,-1 1 0,1-1 0,0 0 0,0 0 0,-1 0 0,1 1 0,-1-1 0,2-2 0,-3 3 0,1-1 0,0 0 0,0 1 0,0-1 0,-1 1 0,1-1 0,0 0 0,-1 1 0,1-1 0,-1 1 0,1-1 0,0 1 0,-1 0 0,1-1 0,-1 1 0,1-1 0,-1 1 0,0 0 0,1-1 0,-1 1 0,1 0 0,-1 0 0,0-1 0,1 1 0,-1 0 0,1 0 0,-1 0 0,0 0 0,1 0 0,-1 0 0,-1 0 0,-9-2 0,-1 1 0,0 1 0,0 0 0,-18 2 0,-49 11 0,27-3 0,-40 4 0,-381 50 0,-78-25-484,-91 8 378,345-17 696,246-20-590,75-22 0,-10 8 0,0 0 0,0 1 0,0 1 0,1 0 0,24 0 0,4-1 0,373-7-78,-208 12-954,74-9 1032,80-1 0,374 9-353,-720-3 519,-16 2-151,0 0 0,0 0 0,0-1-1,0 1 1,0 0 0,0 0 0,0 0 0,0 0 0,-1 0 0,1-1 0,0 1 0,0 0 0,0 0 0,0 0-1,0 0 1,0 0 0,0-1 0,0 1 0,0 0 0,0 0 0,0 0 0,0 0 0,-1 0 0,1 0-1,0 0 1,0 0 0,0-1 0,0 1 0,0 0 0,0 0 0,-1 0 0,1 0 0,0 0 0,0 0 0,0 0-1,0 0 1,0 0 0,-1 0 0,1 0 0,0 0 0,0 0 0,-1 0 0,-28-8 579,-86-11-554,-159-5 0,-119 23-200,-52 40-1909,356-29-2131,43-5 2420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3:31.3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66 24575,'44'-36'0,"-15"11"0,-29 24 0,1 1 0,-1 0 0,0-1 0,1 1 0,-1 0 0,0-1 0,1 1 0,-1 0 0,1 0 0,-1-1 0,1 1 0,-1 0 0,0 0 0,1 0 0,-1 0 0,1 0 0,-1-1 0,1 1 0,-1 0 0,1 0 0,-1 0 0,1 0 0,-1 0 0,1 1 0,-1-1 0,0 0 0,1 0 0,0 0 0,0 1 0,-1 0 0,1-1 0,-1 1 0,1 0 0,-1-1 0,0 1 0,1 0 0,-1 0 0,0-1 0,1 1 0,-1 0 0,0 0 0,0 0 0,0-1 0,0 2 0,1 7 0,-1 0 0,-2 14 0,1-15 0,-2 327 0,4-189 0,-1 994 0,1-1115 0,7 37 0,-2-19 0,0-2 0,-2-21 0,0 28 0,-4 2 0,0-14 0,8 68 0,7 24 0,-10-77 0,-3 100 0,-3-73 0,1 302 0,1-357 0,5 30 0,1 16 0,-6 221 0,-2-138 0,1-148-97,0 1-1,0-1 1,-1 1-1,1-1 1,-1 1-1,0-1 1,-1 0-1,1 1 1,-1-1-1,0 0 1,0 0-1,0 0 0,-5 7 1,-1-3-6729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3:33.7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10367 44 24575,'3'-1'0,"0"0"0,0 0 0,0 0 0,1 0 0,-1 1 0,0-1 0,1 1 0,-1 0 0,7 1 0,-10-1 0,0 0 0,0 0 0,0 0 0,1 0 0,-1 0 0,0 0 0,0 0 0,0 0 0,0 0 0,0 0 0,0 0 0,0 0 0,0 1 0,0-1 0,0 0 0,0 0 0,0 0 0,0 0 0,1 0 0,-1 0 0,0 0 0,0 0 0,0 1 0,0-1 0,0 0 0,0 0 0,0 0 0,0 0 0,0 0 0,0 0 0,0 0 0,0 1 0,0-1 0,0 0 0,0 0 0,-1 0 0,1 0 0,0 0 0,0 0 0,0 0 0,0 0 0,0 1 0,0-1 0,0 0 0,0 0 0,0 0 0,0 0 0,0 0 0,0 0 0,0 0 0,-1 0 0,1 0 0,0 0 0,0 0 0,0 0 0,0 0 0,0 0 0,0 0 0,0 0 0,0 1 0,-1-1 0,1 0 0,0 0 0,0 0 0,0 0 0,0 0 0,0-1 0,-9 6 0,2-2 0,0-1 0,-1 0 0,0 0 0,1-1 0,-1 0 0,0 0 0,-12-1 0,-57-8 0,4 0 0,-54-2 0,115 9 0,-211-4 0,131 7 0,-16 5 0,8 0 0,-288-7 0,262-7 0,2-1 0,-22 9 0,-106-2 0,155-6 0,-37 0 0,2 0 0,-11-1 0,93 9 0,-15-1 0,-68 9 0,24-1 0,15-2 0,-39-1 0,-10 1 0,42 3 0,-136-7 0,118-4 0,-42 11 0,68-1 0,-42 5 0,119-10 0,-314 37 0,255-34 0,-81 2 0,-430-8 0,379 16 0,115-6 0,-250 8 0,-746-19 0,923-6 0,13-1 0,150 8 0,-273-8 0,-12-7 0,-116 10 0,163 19 0,41 1 0,-16 0 0,106-10 0,-147 4 0,164-9 0,-327 8 0,-168 24 0,512-29-1365,47-3-5461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3:35.0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863 396 24575,'-9'0'0,"0"-1"0,0-1 0,-12-3 0,-2 0 0,-55-14 0,0-3 0,1-3 0,-142-69 0,208 89 0,-76-41 0,77 39 0,0 0 0,0 0 0,0-1 0,1-1 0,-15-17 0,21 22 0,-3-4 0,-1 0 0,-9-9 0,13 15 0,0-1 0,0 1 0,0 0 0,0 1 0,0-1 0,0 0 0,0 1 0,0 0 0,-1-1 0,-5 0 0,-5 0 0,-27-7 0,37 9 0,1-1 0,0-1 0,0 1 0,-1 0 0,1-1 0,0 0 0,0 1 0,0-1 0,-2-3 0,4 5 0,1-1 0,-1 1 0,0-1 0,1 0 0,-1 0 0,1 1 0,-1-1 0,1 0 0,-1 0 0,1 0 0,-1 1 0,1-1 0,0 0 0,-1-1 0,1 1 0,0 1 0,0 0 0,0-1 0,0 1 0,1 0 0,-1-1 0,0 1 0,0 0 0,0 0 0,0-1 0,0 1 0,0 0 0,1-1 0,-1 1 0,0 0 0,0 0 0,0-1 0,1 1 0,-1 0 0,0 0 0,0-1 0,1 1 0,-1 0 0,0 0 0,1-1 0,1 1 0,-1-1 0,1 1 0,-1 0 0,1-1 0,0 1 0,-1 0 0,1 0 0,-1 0 0,1 0 0,0 0 0,-1 0 0,1 1 0,2 0 0,37 15 0,-2 1 0,0 3 0,58 38 0,15 8 0,-70-44 0,48 27 0,-89-49 0,0 0 0,-1 1 0,1-1 0,0 0 0,-1 1 0,1-1 0,0 1 0,-1-1 0,1 1 0,-1-1 0,1 1 0,-1-1 0,1 1 0,-1-1 0,0 1 0,1 0 0,-1-1 0,1 2 0,-1-1 0,0-1 0,-1 0 0,1 1 0,0-1 0,0 0 0,0 1 0,-1-1 0,1 0 0,0 0 0,-1 1 0,1-1 0,0 0 0,0 0 0,-1 1 0,1-1 0,0 0 0,-1 0 0,1 0 0,-1 0 0,1 0 0,0 1 0,-1-1 0,1 0 0,0 0 0,-1 0 0,-33 1 0,29-1 0,-26-1 0,11 1 0,-24 1 0,37-1 0,1 1 0,-1 1 0,1-1 0,0 1 0,0 0 0,-1 0 0,-9 6 0,-26 20-1365,29-18-5461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3:35.6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24575,'0'0'-8191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3:36.5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92 53 24575,'-11'-24'0,"24"36"0,32 39 0,95 104 0,-139-154 0,1 1 0,0 0 0,0-1 0,0 0 0,0 1 0,0-1 0,2 1 0,-3-1 0,-1-1 0,0 0 0,0 0 0,0 0 0,0 0 0,0 0 0,0 0 0,0 0 0,0 0 0,0 0 0,0 0 0,0 0 0,0 0 0,0 0 0,1 0 0,-1 0 0,0 0 0,0 0 0,0 0 0,0 0 0,0 0 0,0 0 0,0 0 0,0 0 0,0 0 0,0 0 0,0 0 0,0 0 0,0-1 0,1 1 0,-1 0 0,0 0 0,0 0 0,0 0 0,0 0 0,0 0 0,0 0 0,0 0 0,0 0 0,0 0 0,0 0 0,0 0 0,0 0 0,0 0 0,0 0 0,0-1 0,0 1 0,0 0 0,0 0 0,0 0 0,0 0 0,0 0 0,0 0 0,0 0 0,0 0 0,0 0 0,0 0 0,0 0 0,0 0 0,0-1 0,-7-10 0,-19-25 0,-2 1 0,-2 2 0,-1 1 0,-63-51 0,88 79 0,1 0 0,-1 0 0,0 1 0,-12-6 0,17 9 0,0-1 0,0 1 0,0 0 0,0-1 0,-1 1 0,1 0 0,0 0 0,0 0 0,0 0 0,0 0 0,0 0 0,0 0 0,0 0 0,0 0 0,0 0 0,0 1 0,0-1 0,0 0 0,0 1 0,0-1 0,0 1 0,0-1 0,0 1 0,0 0 0,0-1 0,0 1 0,0 0 0,1-1 0,-1 1 0,0 0 0,1 0 0,-1 0 0,0 0 0,1 0 0,-1 0 0,1 0 0,-1 0 0,1 0 0,-1 2 0,-1 7 0,0 0 0,1 1 0,0-1 0,1 0 0,0 1 0,3 16 0,-1 5 0,-2 6-1365,0-23-5461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3:51.9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11961 373 24575,'0'-1'0,"1"1"0,0-1 0,-1 0 0,1 1 0,-1-1 0,1 0 0,-1 1 0,1-1 0,-1 0 0,1 0 0,-1 1 0,0-1 0,1 0 0,-1 0 0,0 0 0,0 1 0,0-1 0,0 0 0,1 0 0,-1 0 0,0 0 0,0 0 0,-1 1 0,1-2 0,0 1 0,-1-1 0,0 1 0,1 0 0,-1 0 0,0 0 0,0 0 0,0 0 0,0 0 0,0 0 0,0 0 0,0 0 0,0 0 0,-2-1 0,-5-1 0,1-1 0,-1 1 0,-15-4 0,20 6 0,-24-8 0,0 2 0,-1 1 0,1 1 0,-55-2 0,60 7 0,2 0 0,-1 1 0,0 0 0,-30 7 0,28-4 0,0-2 0,-1 0 0,1-1 0,-27-3 0,-3 0 0,-608 3 0,573-9 0,1 1 0,38 7 0,25 2 0,0-2 0,0-1 0,-30-6 0,29 4 0,1 0 0,-27 1 0,22 1 0,-29-4 0,-46-6 0,23 4 0,10 2 0,-92 4 0,76 2 0,-27 7 0,57-2 0,-86 9 0,92-10 0,-100 5 0,94-11 0,-62 1 0,71 7 0,32-4 0,-27 2 0,-399-4 0,213-2 0,139-1 0,-100 4 0,119 5 0,-28 0 0,-218-16 0,134-6 0,69 8 0,11 0 0,-115-11 0,71 7 0,-141-10 0,108 8 0,-52-9 0,19 1 0,5 2 0,-184-6 0,231 26 0,-211-2 0,161-13 0,92 7 0,-28-1 0,-1126 8 0,1078-14 0,20 0 0,62 6 0,-10 1 0,-3 0 0,-7-1 0,-2 10 0,-103-4 0,159-5 0,-20 0 0,-2 0 0,-7-1 0,-1037 9 0,1118-2-682,-39-7-1,49 6-6143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3:52.8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632 270 24575,'-20'-9'0,"-61"-27"0,-86-26 0,-9-7 0,104 38 0,49 21 0,-23-16 0,10 5 0,26 16 0,13 5 0,18 10 0,81 52 0,114 64 0,-200-118 0,-3-2 0,0 1 0,-1 0 0,1 1 0,-2 0 0,13 11 0,-23-18 0,0 0 0,0 0 0,0 0 0,-1 0 0,1-1 0,0 1 0,-1 0 0,1 0 0,-1 0 0,1 1 0,-1-1 0,1 0 0,-1 0 0,0 0 0,1 0 0,-1 0 0,0 0 0,0 1 0,0-1 0,0 0 0,0 0 0,0 2 0,-1-2 0,0 1 0,1-1 0,-1 1 0,0-1 0,0 1 0,0-1 0,0 0 0,0 1 0,0-1 0,0 0 0,-1 0 0,1 0 0,-3 2 0,-3 1 0,-1 1 0,0-2 0,0 1 0,-16 4 0,-167 48-1365,173-50-5461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3:54.6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133 0 24575,'-4'11'0,"0"0"0,1 0 0,0 1 0,-3 19 0,2-6 0,-4 53 0,2-13 0,-35 123 0,10-53 0,22-88 0,-4 83 0,12-100 0,2-1 0,1 1 0,1-1 0,8 31 0,-9-50 0,28 130 0,-25-106 0,-1-1 0,-1 42 0,-3 184 0,1-245 0,0 0 0,4 17 0,-2-15 0,2 25 0,-5 199 0,-1-115 0,9-36 0,-1-6 0,-7-40 0,-9 66 0,3-37 0,5 109 0,2-85 0,-1-60 0,9 70 0,-2-42 0,1 5 0,-5-41 0,0 0 0,-3 50 0,-1-48 0,2 0 0,4 35 0,15 66 0,-17-102-1365,-2-17-5461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3:55.4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133 105 24575,'-23'-52'0,"22"47"0,3 5 0,7 6 0,10 15 0,56 70 0,56 63 0,-88-106 0,-57-70 0,-286-314 0,297 333 0,3 3 0,-1-1 0,1 1 0,0-1 0,-1 1 0,1-1 0,-1 1 0,1 0 0,-1-1 0,1 1 0,-1 0 0,1-1 0,-1 1 0,1 0 0,-1 0 0,0 0 0,1-1 0,-1 1 0,1 0 0,-1 0 0,0 0 0,0 0 0,0 0 0,1 0 0,0 1 0,-1-1 0,1 0 0,-1 0 0,1 1 0,-1-1 0,1 0 0,0 1 0,-1-1 0,1 1 0,0-1 0,-1 1 0,1-1 0,0 0 0,0 1 0,-1-1 0,1 1 0,0 0 0,-1 4 0,-1-1 0,2 1 0,-1 0 0,0 5 0,1-8 0,-3 62 0,2-33 0,-9 62 0,5-71-455,0-1 0,-10 24 0,8-28-6371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3:58.3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1 406 24575,'159'15'0,"-112"-13"0,66-5 0,-28-11 0,-84 14 0,0 0 0,0 0 0,0 0 0,1-1 0,-1 1 0,0 0 0,0-1 0,0 1 0,0 0 0,-1-1 0,1 1 0,0-1 0,0 0 0,0 1 0,0-1 0,1-1 0,-2 1 0,0 1 0,0-1 0,0 1 0,0-1 0,0 0 0,0 1 0,0-1 0,0 1 0,0-1 0,0 0 0,0 1 0,0-1 0,0 1 0,0-1 0,-1 0 0,1 1 0,0-1 0,0 1 0,-1-1 0,1 1 0,0-1 0,-1 1 0,1-1 0,0 1 0,-1-1 0,1 1 0,-1 0 0,1-1 0,-2 0 0,-11-12 0,1 0 0,0-1 0,1 0 0,0-1 0,1-1 0,1 1 0,1-2 0,0 1 0,1-1 0,0 0 0,2-1 0,0 1 0,-4-30 0,9 42 0,0 1 0,0-1 0,0 0 0,0 0 0,1 1 0,0-1 0,0 0 0,0 1 0,1-1 0,-1 1 0,1-1 0,0 1 0,0 0 0,1 0 0,-1 0 0,1 0 0,0 0 0,5-4 0,-4 3 0,1 1 0,0 0 0,0 1 0,1-1 0,-1 1 0,1 0 0,-1 0 0,1 1 0,0 0 0,0 0 0,0 0 0,0 0 0,10 0 0,16 0 0,0 1 0,-1 2 0,1 1 0,0 2 0,0 0 0,-1 3 0,0 0 0,43 17 0,-63-20 0,-1 1 0,1 0 0,-1 1 0,0-1 0,0 2 0,10 8 0,-16-11 0,0 0 0,1 0 0,-1 1 0,-1-1 0,1 1 0,-1 0 0,0 0 0,0 0 0,0 0 0,-1 1 0,1-1 0,-1 1 0,2 10 0,-4-13 0,0 1 0,1 0 0,-2 0 0,1 0 0,0 0 0,-1-1 0,0 1 0,0 0 0,0 0 0,0-1 0,0 1 0,-1-1 0,0 1 0,1-1 0,-1 1 0,-1-1 0,1 0 0,0 0 0,-1 0 0,1-1 0,-1 1 0,-5 3 0,-6 5 0,0-1 0,-1 0 0,-24 11 0,28-15 0,-5 2 0,5-3 0,-22 14 0,31-18 0,0 0 0,1 0 0,-1 1 0,0-1 0,0 1 0,1 0 0,-1 0 0,1-1 0,-1 1 0,1 0 0,0 0 0,0 0 0,0 0 0,0 0 0,0 1 0,-1 3 0,2-4 0,0 0 0,0 0 0,1-1 0,-1 1 0,1 0 0,-1-1 0,1 1 0,-1 0 0,1-1 0,0 1 0,0 0 0,0-1 0,0 0 0,0 1 0,0-1 0,0 1 0,1-1 0,-1 0 0,0 0 0,1 0 0,-1 0 0,2 1 0,5 3 0,1 0 0,14 7 0,0-3 0,0 0 0,37 8 0,52 4 0,-50-10 0,-22-4-682,57 4-1,-82-11-6143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4:01.6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1 24575,'-1'24'0,"-6"38"0,4-41 0,0 42 0,3-41 0,-6 38 0,1-30 0,2 0 0,1 0 0,1 38 0,2-54 0,0 0 0,1 0 0,1 0 0,0 0 0,0 0 0,2-1 0,0 0 0,0 0 0,9 15 0,-11-24 0,0 0 0,0-1 0,0 0 0,0 1 0,1-1 0,-1 0 0,1-1 0,0 1 0,0-1 0,0 1 0,0-1 0,0-1 0,1 1 0,-1 0 0,1-1 0,-1 0 0,6 1 0,0-1 0,0 0 0,0 0 0,1-1 0,-1 0 0,0-1 0,18-3 0,-21 3-195,0-1 0,-1 0 0,0 0 0,1-1 0,-1 0 0,10-6 0,-6 2-6631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4:01.8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231 35 24575,'-27'-8'0,"-14"-1"0,-2-1 0,3 5 0,7 3 0,6 2 0,7 1-8191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4:12.1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24575,'3'3'0,"-1"0"0,1 0 0,-1 1 0,0-1 0,0 1 0,0-1 0,-1 1 0,1 0 0,1 5 0,6 37 0,-8-40 0,23 203-183,-5-34-362,90 410 545,-95-526 0,3 13 0,15 134 0,-32-205 12,0 5-25,0 1 0,0-1-1,0 1 1,-2 8 0,2-15 27,0 1 0,0 0-1,0 0 1,0-1 0,-1 1 0,1 0-1,0 0 1,0-1 0,-1 1 0,1 0 0,0-1-1,-1 1 1,1 0 0,-1-1 0,1 1-1,-1-1 1,1 1 0,-1-1 0,1 1-1,-1-1 1,0 1 0,1-1 0,-1 1 0,0-1-1,1 0 1,-1 1 0,0-1 0,1 0-1,-1 0 1,0 1 0,0-1 0,1 0-1,-1 0 1,0 0 0,0 0 0,1 0-1,-1 0 1,0 0 0,0 0 0,1-1 0,-1 1-1,0 0 1,0 0 0,1-1 0,-1 1-1,0 0 1,0-1 0,-3-1-2,0-1 0,0 1 0,0-1 0,0 0 0,1 0 0,0 0 0,-1-1 1,1 1-1,0-1 0,-2-4 0,-6-8-21,-8-20 0,17 31 15,-11-23-688,-13-40-1,17 40-6143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4:12.5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94 24575,'160'102'0,"-131"-80"0,0 1 0,-1 1 0,27 33 0,-52-54 0,17 16 0,-17-19 0,-3-6 0,-4-6 0,-19-36 0,-32-48 0,26 46 0,18 32 0,-2-5 0,0 1 0,-32-39 0,45 60 0,0 1 0,-1-1 0,1 1 0,-1-1 0,1 1 0,-1-1 0,1 1 0,-1-1 0,1 1 0,-1 0 0,1-1 0,-1 1 0,0 0 0,1 0 0,-1-1 0,0 1 0,1 0 0,-2 0 0,2 0 0,0 0 0,-1 0 0,1 0 0,0 1 0,-1-1 0,1 0 0,0 0 0,-1 0 0,1 1 0,0-1 0,0 0 0,-1 0 0,1 1 0,0-1 0,0 0 0,0 0 0,-1 1 0,1-1 0,0 0 0,0 1 0,0-1 0,0 0 0,0 1 0,-1-1 0,1 4 0,-1-1 0,1 1 0,-1-1 0,1 1 0,1 5 0,12 88 0,-7-63 0,-2 1 0,1 36 0,-5-67-97,0 0-1,0 0 1,-1-1-1,1 1 1,-1 0-1,0-1 1,0 1-1,0-1 1,-1 1-1,1-1 1,-1 1-1,0-1 0,-2 4 1,-5 3-6729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4:14.9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189 56 24575,'-12'-12'0,"7"6"0,-1 0 0,0 1 0,0 0 0,-9-6 0,12 9 0,0 1 0,0 0 0,1-1 0,-1 1 0,-1 0 0,1 1 0,0-1 0,0 1 0,0-1 0,0 1 0,0 0 0,-1 0 0,1 0 0,-5 1 0,-9 1 0,13-1 0,0-1 0,1 1 0,-1-1 0,0 1 0,0 0 0,-5 3 0,7-3 0,0 0 0,1 0 0,0 0 0,-1 0 0,1 1 0,0-1 0,-1 0 0,1 1 0,0-1 0,0 1 0,0-1 0,0 1 0,1 0 0,-1-1 0,0 1 0,1 0 0,-1-1 0,0 3 0,-6 36 0,2 0 0,1 0 0,3 60 0,1-68 0,13 290-446,20 1-235,-16-170 559,-11-93 116,65 680-363,-69-712 535,10 90-610,-9-104-5845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4:15.3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200 228 24575,'1'-4'0,"1"-1"0,1 1 0,-1 0 0,1 0 0,-1 0 0,1 0 0,6-6 0,-8 9 0,0 0 0,1 0 0,-1 0 0,0 0 0,1 1 0,-1-1 0,0 0 0,1 0 0,-1 1 0,1-1 0,-1 1 0,1 0 0,0-1 0,-1 1 0,1 0 0,-1 0 0,1 0 0,0 0 0,-1 0 0,1 0 0,-1 1 0,1-1 0,-1 0 0,1 1 0,-1-1 0,3 2 0,2 2 0,1-1 0,-2 2 0,1-1 0,0 1 0,-1-1 0,0 1 0,0 1 0,5 7 0,-3-5 0,-1-1 0,1 0 0,9 8 0,-16-16 0,0 1 0,0 0 0,0 0 0,0 0 0,0 0 0,0 0 0,0 0 0,0 0 0,0 0 0,0 0 0,0 0 0,0 0 0,0 0 0,0 0 0,0 0 0,0 0 0,1 0 0,-1-1 0,0 1 0,0 0 0,0 0 0,0 0 0,0 0 0,0 0 0,0 0 0,0 0 0,0 0 0,0 0 0,0 0 0,0 0 0,0 0 0,0 0 0,0 0 0,1 0 0,-1 0 0,0 0 0,0 0 0,0 0 0,0 0 0,0 0 0,0 0 0,0 0 0,0 0 0,0 0 0,0 0 0,0 0 0,0 0 0,0 1 0,0-1 0,0 0 0,1 0 0,-1 0 0,0 0 0,0 0 0,0 0 0,0 0 0,0 0 0,0 0 0,-4-9 0,-9-11 0,-17-20 0,-1 2 0,-3 1 0,-71-62 0,105 99 0,-4-3 0,-1-1 0,1 1 0,-1 0 0,0 0 0,-5-3 0,9 6 0,0 0 0,0-1 0,0 1 0,0 0 0,0-1 0,0 1 0,0 0 0,0 0 0,0 0 0,0 0 0,0 0 0,0 0 0,0 0 0,0 0 0,0 0 0,0 1 0,0-1 0,0 0 0,0 1 0,0-1 0,0 1 0,0-1 0,0 1 0,0-1 0,0 1 0,1 0 0,-1-1 0,0 1 0,0 0 0,1 0 0,-1-1 0,0 1 0,1 0 0,-1 1 0,-3 5 0,1 1 0,0-1 0,0 0 0,0 1 0,1 0 0,1-1 0,-2 13 0,0 58 0,3-57 0,0 21 0,-1 40 0,0-72 0,0-1 0,-1 0 0,0 0 0,0 0 0,-1-1 0,-7 16 0,8-20-227,0-1-1,-1 1 1,1 0-1,-1-1 1,-6 6-1,-2 0-6598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4:21.5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18 24575,'0'0'0,"0"0"0,0 1 0,0-1 0,0 1 0,1-1 0,-1 0 0,0 1 0,0-1 0,1 0 0,-1 1 0,0-1 0,1 0 0,-1 0 0,0 1 0,1-1 0,-1 0 0,0 0 0,1 0 0,-1 1 0,1-1 0,-1 0 0,0 0 0,1 0 0,-1 0 0,1 0 0,-1 0 0,1 0 0,-1 0 0,0 0 0,1 0 0,-1 0 0,1 0 0,-1 0 0,0 0 0,1 0 0,-1 0 0,1 0 0,-1-1 0,0 1 0,1 0 0,23-8 0,-20 7 0,9-3 0,0 1 0,0 1 0,0 0 0,15 0 0,55 3 0,-37 0 0,-38-1 0,-1 0 0,1 0 0,0 1 0,-1 0 0,1 0 0,9 4 0,-15-4 0,0 0 0,0 0 0,0 0 0,0 0 0,0 1 0,0-1 0,0 1 0,-1-1 0,1 1 0,0 0 0,-1-1 0,1 1 0,-1 0 0,0 0 0,0 0 0,0 0 0,0 1 0,0-1 0,0 0 0,0 0 0,-1 0 0,1 1 0,-1-1 0,1 4 0,-1-1 0,0 1 0,0 0 0,0-1 0,-1 1 0,0-1 0,0 0 0,-1 1 0,1-1 0,-1 0 0,0 0 0,-4 8 0,-5 6 0,-20 27 0,17-26 0,-90 116 0,101-133 0,0 0 0,1 0 0,-1 1 0,1-1 0,0 1 0,0 0 0,-1 4 0,2-7 0,1-1 0,0 1 0,0 0 0,0 0 0,0-1 0,0 1 0,-1 0 0,1 0 0,1 0 0,-1-1 0,0 1 0,0 0 0,0 0 0,0-1 0,0 1 0,1 0 0,-1 0 0,0-1 0,1 1 0,-1 0 0,1-1 0,-1 1 0,1 0 0,-1-1 0,1 1 0,-1-1 0,1 1 0,-1-1 0,1 1 0,0-1 0,-1 1 0,1-1 0,0 1 0,-1-1 0,1 0 0,0 0 0,0 1 0,-1-1 0,1 0 0,0 0 0,0 0 0,0 0 0,-1 0 0,2 0 0,18 2 0,1-1 0,-1 0 0,30-5 0,-32 3 0,21-3 0,-1-2 0,75-22 0,-87 18-1365,-16 5-5461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4:21.9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 4 24575,'0'-1'0,"0"1"0,0 0 0,0 0 0,0 0 0,-1-1 0,1 1 0,0 0 0,0 0 0,0 0 0,0 0 0,-1 0 0,1-1 0,0 1 0,0 0 0,0 0 0,-1 0 0,1 0 0,0 0 0,0 0 0,0 0 0,-1 0 0,1 0 0,0 0 0,0 0 0,0 0 0,-1 0 0,1 0 0,0 0 0,0 0 0,-1 0 0,1 0 0,0 0 0,0 0 0,0 0 0,-1 0 0,1 0 0,-3 9 0,5 12 0,5-2 0,0 0 0,1-1 0,1 0 0,1-1 0,12 17 0,10 17 0,-27-41 0,0 0 0,0 1 0,-1-1 0,0 1 0,0 0 0,2 17 0,-6-24-1365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4:22.2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435 61 24575,'-29'-10'0,"-13"-3"0,-1 0 0,2 3 0,5 3 0,6 3 0,4 1 0,1 3 0,0 2 0,-1 4 0,-3 1 0,-2-1 0,3 1 0,5 0-8191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4:24.5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343 1 24575,'-29'0'0,"-13"0"0,-4 0 0,4 0 0,6 2 0,7 1 0,4 0 0,3 0 0,3-1 0,0-1 0,1-1 0,3 1-8191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4:25.1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29 24575,'4'-1'0,"75"-22"0,-71 21 0,1 1 0,-1 0 0,1 0 0,-1 1 0,1 0 0,-1 1 0,13 2 0,-18-3 0,0 1 0,-1 0 0,1 0 0,-1 0 0,1 0 0,-1 0 0,1 1 0,-1-1 0,0 1 0,1 0 0,-1-1 0,0 1 0,0 0 0,0 0 0,2 4 0,-2-2 0,0 0 0,0 0 0,0 0 0,0 0 0,-1 0 0,1 0 0,-1 1 0,0-1 0,0 5 0,0 0 0,-1-1 0,0 0 0,-1 0 0,1 0 0,-1 0 0,-1 0 0,0 0 0,0 0 0,0-1 0,-6 11 0,-3 3 0,-16 20 0,5-8 0,21-31 0,-1 0 0,1 0 0,0 0 0,0 0 0,0 0 0,1 0 0,-1 0 0,0 0 0,1 0 0,0 0 0,-1 1 0,1-1 0,0 0 0,0 0 0,0 0 0,0 1 0,0-1 0,2 3 0,-1-3 0,0 1 0,0-1 0,0 1 0,1-1 0,-1 0 0,1 0 0,-1 0 0,1 0 0,0 0 0,0 0 0,0 0 0,4 3 0,4 1 0,1-1 0,-1 0 0,1 0 0,0-1 0,18 4 0,-12-3 0,0-2 0,0 0 0,1-1 0,-1 0 0,33-3 0,-47 1 8,-1 0 0,1-1 0,0 1 0,0-1 0,0 0 0,-1 0 0,1 0 0,0 0 0,-1-1 0,1 1 0,-1-1 0,1 1 0,-1-1 0,4-4 0,-4 5-76,-1-1 1,0 0-1,0 1 1,0-1-1,0 0 1,0 0-1,0 0 1,0 1-1,0-1 1,-1 0-1,1 0 1,-1 0-1,0 0 1,1-1-1,-1 1 1,0 0-1,0 0 1,0 0-1,0 0 1,-1 0-1,0-3 1,-2-5-6759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4:25.3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24575,'3'10'0,"0"6"0,2 2 0,1 3 0,2 1 0,-2-1 0,2-2 0,2 1 0,-1-1 0,0-1 0,2-3 0,-2-2 0,-2-1 0,-2-2-8191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4:25.5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500 61 24575,'-27'-7'0,"-14"-6"0,-5 1 0,-1 1 0,1 3 0,5 3 0,1 2 0,3 2 0,0 3 0,-1 2 0,1 2 0,2 0 0,7-1-8191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4:09.1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 67 24575,'-2'-13'0,"0"5"0,1 0 0,0 0 0,1-1 0,0-11 0,8 60 0,0 18 0,-1 58 0,-8 61 0,0-20 0,8 87-278,0 96-181,-6-226 459,-3 167 0,-5-219 283,5-45-131,-1 0-1,2 32 0,0-48-151,1 0 0,0 0 0,0-1 0,1 1 0,-1 0 0,0 0 0,0 0 0,0 0 0,1-1 0,-1 1 0,0 0 0,1 0 0,-1-1 0,0 1 0,1 1 0,0-2 0,-1 0 0,0 0 0,0 0 0,1 0 0,-1 0 0,0 0 0,0 0 0,1 0 0,-1 0 0,0 0 0,0 0 0,1 0 0,-1 0 0,0 0 0,0 0 0,0 0 0,1 0 0,-1-1 0,0 1 0,0 0 0,0 0 0,1 0 0,-1 0 0,0 0 0,0-1 0,0 1 0,1 0 0,-1 0 0,0 0 0,0-1 0,0 1 0,2-3 0,0 0 0,-1 1 0,1-1 0,-1 0 0,1 0 0,0-5 0,9-41 0,7-93 0,-12-52 0,9-221 0,-14 408 0,-1 0 0,1-1 0,3-8 0,-4 16 0,0 0 0,0 0 0,0-1 0,0 1 0,0 0 0,0 0 0,0 0 0,0 0 0,0 0 0,0 0 0,0 0 0,0 0 0,0 0 0,0-1 0,0 1 0,0 0 0,0 0 0,0 0 0,0 0 0,0 0 0,0 0 0,0 0 0,0 0 0,0 0 0,0-1 0,0 1 0,0 0 0,0 0 0,0 0 0,0 0 0,1 0 0,-1 0 0,0 0 0,0 0 0,0 0 0,0 0 0,0 0 0,0 0 0,0 0 0,0 0 0,0 0 0,1 0 0,-1 0 0,0 0 0,0 0 0,0 0 0,0 0 0,0 0 0,0 0 0,0 0 0,0 0 0,1 0 0,1 7 0,0 12 0,1 156 9,1 21-136,43 170-256,33-7 176,-79-353 202,1-2 26,-1 1-1,0 0 1,0-1-1,-1 1 1,1 7-1,-1-12-10,0 0-1,0 0 1,0 0-1,0 1 1,0-1-1,0 0 1,0 0-1,0 0 1,0 0-1,0 0 1,0 0-1,0 0 1,0 0-1,0 1 1,0-1-1,0 0 1,0 0-1,0 0 1,0 0-1,0 0 1,0 0-1,0 0 1,0 0-1,-1 0 0,1 0 1,0 1-1,0-1 1,0 0-1,0 0 1,0 0-1,0 0 1,0 0-1,0 0 1,0 0-1,0 0 1,-1 0-1,1 0 1,0 0-1,0 0 1,0 0-1,0 0 1,0 0-1,0 0 1,0 0-1,-1 0 1,1 0-1,0 0 1,0 0-1,0 0 1,0 0-1,0 0 1,0 0-1,0 0 1,0 0-1,-1 0 0,-6-7 91,-4-9-141,-32-65-1324,30 54-5461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4:09.8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212 124 24575,'0'0'0,"-1"-1"0,1 1 0,0 0 0,0 0 0,0 0 0,0-1 0,0 1 0,0 0 0,0 0 0,0-1 0,0 1 0,0 0 0,0 0 0,0-1 0,0 1 0,0 0 0,1 0 0,-1-1 0,0 1 0,0 0 0,0 0 0,0 0 0,0-1 0,0 1 0,1 0 0,-1 0 0,0 0 0,0 0 0,0-1 0,0 1 0,1 0 0,5 5 0,8 19 0,-12-19 0,31 49 0,78 99 0,56 36 0,-157-178 0,1 1 0,-1 0 0,10 19 0,-20-31 0,1 0 0,-1 0 0,0 0 0,0 0 0,0 0 0,0 0 0,0 0 0,0 0 0,0 0 0,0 0 0,0 0 0,0 0 0,0 0 0,0 0 0,0 0 0,0 0 0,1 0 0,-1 0 0,0 0 0,0 0 0,0 1 0,0-1 0,0 0 0,0 0 0,0 0 0,0 0 0,0 0 0,0 0 0,0 0 0,0 0 0,0 0 0,0 0 0,0 0 0,0 1 0,0-1 0,0 0 0,0 0 0,0 0 0,0 0 0,0 0 0,0 0 0,0 0 0,0 0 0,0 0 0,0 0 0,0 0 0,-1 0 0,1 0 0,0 1 0,0-1 0,0 0 0,0 0 0,0 0 0,0 0 0,0 0 0,0 0 0,0 0 0,0 0 0,0 0 0,0 0 0,0 0 0,0 0 0,-1 0 0,1 0 0,0 0 0,0 0 0,-7-4 0,-8-9 0,-94-135 0,57 74 0,-63-94 0,-14-19 0,128 185 0,0 0 0,-1-1 0,0 1 0,0 0 0,0 0 0,0 0 0,-4-3 0,5 4 0,1 1 0,-1 0 0,1 0 0,-1 0 0,1 0 0,-1 0 0,0-1 0,1 1 0,-1 0 0,1 0 0,-1 0 0,1 1 0,-1-1 0,0 0 0,1 0 0,-1 0 0,1 0 0,-1 0 0,1 1 0,-1-1 0,1 0 0,-1 0 0,1 1 0,-1-1 0,1 0 0,-1 1 0,1-1 0,0 1 0,-1-1 0,1 0 0,0 1 0,-1-1 0,1 1 0,0-1 0,-1 1 0,1-1 0,0 1 0,0-1 0,0 1 0,-1 0 0,1 0 0,-7 18 0,0 1 0,1 0 0,1 0 0,-4 34 0,1-10 0,-9 56 0,-35 139 0,50-230-455,-2-1 0,-7 15 0,6-14-6371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4:10.9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 0 24575,'-7'123'0,"1"-51"0,-8 218-318,26 332-1,17-239 426,-29-371 205,0-9-288,0-1 1,0 1-1,0 0 0,0-1 0,1 1 1,-1-1-1,1 1 0,1 4 0,-2-7-24,0 0 0,0 0 0,0 0 0,0 0 0,0 0 0,0 0 0,0 0 0,0 0 0,0 0 0,0 1 0,0-1 0,1 0 0,-1 0 0,0 0 0,0 0 0,0 0 0,0 0 0,0 0 0,0 0 0,0 0 0,0 0 0,0 0 0,0 0 0,0 0 0,0 0 0,0 0 0,0 0 0,0 0 0,0 0 0,1 0 0,-1 0 0,0 0 0,0 0 0,0 0 0,0 0 0,0 0 0,0 0 0,0 0 0,0 0 0,0 0 0,0 0 0,0 0 0,0 0 0,0 0 0,0 0 0,1 0 0,-1 0 0,0 0 0,0 0 0,0 0 0,0 0 0,0 0 0,0 0 0,0 0 0,0 0 0,0-1 0,0 1 0,0 0 0,3-6 0,-1-8 0,-1 0-455,-1 0 0,-3-27 0,0 19-6371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4:11.4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9 24575,'28'11'0,"-1"1"0,1 1 0,-2 1 0,0 2 0,-1 0 0,-1 2 0,32 29 0,138 160 0,-150-156 0,-32-39 0,-11-12 0,-2-3 0,-17-23 0,-222-273 0,238 296 0,-11-13 0,-1 0 0,-1 0 0,-29-22 0,43 37 0,0 0 0,0 0 0,0 0 0,-1 1 0,1-1 0,0 0 0,-1 1 0,1-1 0,0 1 0,-1-1 0,1 1 0,-1 0 0,1 0 0,-1 0 0,1-1 0,-1 1 0,1 1 0,0-1 0,-3 0 0,3 1 0,0-1 0,0 1 0,0 0 0,0-1 0,-1 1 0,1 0 0,0 0 0,1 0 0,-1 0 0,0 0 0,0 0 0,0 0 0,0 0 0,1 0 0,-1 0 0,0 0 0,0 2 0,-1 5 0,-1 0 0,1 0 0,1 0 0,0 0 0,-1 11 0,1 16 0,2 0 0,2 0 0,9 49 0,-2-21 0,-9-51 0,1-7 0,-2 0 0,1 0 0,0 0 0,-1 0 0,0 0 0,0 0 0,-1 1 0,1-1 0,-3 6 0,3-10-29,0 0-1,-1-1 1,0 1-1,1-1 1,-1 1-1,1-1 1,-1 0-1,0 1 1,1-1-1,-1 1 1,0-1-1,1 0 1,-1 0-1,0 1 1,1-1-1,-1 0 1,0 0-1,0 0 1,1 0-1,-1 0 0,0 0 1,0 0-1,1 0 1,-1 0-1,0 0 1,0-1-1,1 1 1,-1 0-1,0 0 1,1-1-1,-1 1 1,0 0-1,1-1 1,-2 0-1,1 1-302,-10-5-6494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4:13.5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 47 24575,'0'-47'0,"-1"322"-114,3 354-879,31-1 485,2-378 430,-34-239 307,-5-14 285,-6-21 354,-13-43-1510,-26-129 1,41 152-6185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4:13.9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252 196 24575,'-3'-14'0,"-2"-12"0,1 0 0,-1-37 0,5 62 0,0 0 0,0 0 0,0 0 0,0 0 0,0 0 0,0 0 0,0 0 0,0 0 0,1 0 0,-1 0 0,0 0 0,0 1 0,1-1 0,-1 0 0,1 0 0,-1 0 0,1 0 0,-1 0 0,1 1 0,0-2 0,0 2 0,-1 0 0,1 0 0,0 0 0,-1 0 0,1 0 0,-1 0 0,1 0 0,0 0 0,-1 0 0,1 0 0,-1 0 0,1 0 0,-1 0 0,1 0 0,0 0 0,-1 1 0,1-1 0,-1 0 0,1 1 0,-1-1 0,1 0 0,-1 1 0,1-1 0,4 5 0,0-1 0,0 1 0,0 0 0,4 6 0,62 90 0,-21-28 0,-40-61 0,-12-16 0,-15-22 0,-74-93 0,73 99 0,-1 0 0,-1 1 0,-32-25 0,50 43 0,0-1 0,0 1 0,0-1 0,-1 1 0,1 0 0,0 0 0,-1 0 0,1 0 0,-1 1 0,1-1 0,-1 0 0,0 1 0,1 0 0,-4 0 0,4 0 0,1 0 0,-1 1 0,0-1 0,0 1 0,1 0 0,-1-1 0,0 1 0,1 0 0,-1 0 0,1 0 0,-1 0 0,1 0 0,0 1 0,-1-1 0,1 0 0,0 1 0,0-1 0,0 1 0,0-1 0,-2 4 0,-2 6 0,1 0 0,-1 0 0,2 0 0,-4 20 0,4-20 0,0 1 0,0 0 0,-1-1 0,-9 19 0,10-25-97,1 0-1,-1-1 1,-1 1-1,1-1 1,-1 0-1,1 0 1,-1 0-1,0 0 1,-1-1-1,1 1 1,-1-1-1,1 0 0,-7 2 1,-5 1-6729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4:17.4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73 62 24575,'0'0'0,"-1"0"0,1 0 0,0 0 0,0 0 0,-1 0 0,1 0 0,0 0 0,-1 0 0,1-1 0,0 1 0,0 0 0,-1 0 0,1 0 0,0 0 0,0 0 0,0 0 0,-1 0 0,1-1 0,0 1 0,0 0 0,0 0 0,-1 0 0,1-1 0,0 1 0,0 0 0,0 0 0,0 0 0,-1-1 0,1 1 0,0 0 0,0 0 0,0-1 0,0 1 0,0 0 0,0 0 0,0-1 0,0 1 0,0 0 0,0 0 0,0-1 0,0 1 0,0 0 0,0-1 0,0 1 0,0 0 0,0 0 0,0-1 0,0 1 0,0 0 0,1 0 0,-1-1 0,0 1 0,0 0 0,0 0 0,0 0 0,1-1 0,-1 1 0,0 0 0,11-14 0,-5 10 0,0-1 0,0 1 0,1 1 0,0-1 0,0 1 0,0 0 0,0 1 0,0 0 0,0 0 0,1 0 0,-1 1 0,1 0 0,-1 0 0,1 1 0,0 0 0,-1 1 0,1-1 0,11 4 0,-8-2 0,-1 1 0,0 0 0,0 1 0,0 0 0,0 0 0,-1 1 0,1 1 0,-1-1 0,0 2 0,-1-1 0,0 1 0,12 12 0,-15-13 0,0 0 0,0 1 0,-1-1 0,0 1 0,0 0 0,-1 0 0,0 0 0,0 1 0,-1-1 0,1 1 0,-2-1 0,2 9 0,-2-11 0,-1-1 0,0 1 0,0-1 0,-1 0 0,1 1 0,-1-1 0,0 1 0,0-1 0,0 0 0,-1 0 0,1 0 0,-1 0 0,0 0 0,0 0 0,0 0 0,-1 0 0,0-1 0,1 1 0,-1-1 0,0 0 0,-1 0 0,-4 4 0,0-2 0,0 0 0,0-1 0,-1 0 0,1 0 0,-1-1 0,0 0 0,0-1 0,0 0 0,0 0 0,0-1 0,0 0 0,0 0 0,0-1 0,-1-1 0,-15-2 0,11 1 0,0-1 0,0-1 0,1 0 0,-1 0 0,1-2 0,0 1 0,0-2 0,1 0 0,-19-14 0,25 17 10,2 0 0,-1-1 0,0 1 0,1-1 0,0 0 0,0-1 0,1 1 0,-1-1 0,1 1 0,0-1 0,-2-7 0,4 10-88,0-1 0,0 0 0,0 0-1,0 0 1,1 0 0,-1 0 0,1 0 0,0 0 0,1 0-1,-1 0 1,1 0 0,-1 0 0,1 0 0,0 1 0,1-1-1,-1 0 1,1 0 0,3-6 0,1 1-6748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4:18.3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20 24575,'0'-1'0,"0"1"0,0 0 0,-1-1 0,1 1 0,0-1 0,-1 1 0,1-1 0,0 1 0,0-1 0,0 1 0,0-1 0,0 1 0,-1-1 0,1 1 0,0-1 0,0 1 0,0-1 0,0 1 0,0-1 0,1 1 0,-1-1 0,0 1 0,0-1 0,0 1 0,0-1 0,0 1 0,1 0 0,-1-1 0,0 1 0,0-1 0,1 1 0,-1-1 0,0 1 0,1 0 0,-1-1 0,0 1 0,1 0 0,-1-1 0,1 1 0,-1 0 0,1 0 0,-1-1 0,0 1 0,1 0 0,-1 0 0,1 0 0,-1 0 0,1-1 0,-1 1 0,1 0 0,-1 0 0,1 0 0,-1 0 0,1 0 0,-1 0 0,1 0 0,-1 1 0,1-1 0,-1 0 0,1 0 0,-1 0 0,1 0 0,-1 1 0,1-1 0,-1 0 0,1 0 0,-1 1 0,0-1 0,1 1 0,2 1 0,0 1 0,-1-1 0,1 1 0,-1 0 0,0 0 0,0-1 0,0 2 0,0-1 0,0 0 0,1 5 0,12 40 0,-9-24 0,50 131 0,-51-145 0,1 1 0,0-1 0,1 0 0,0 0 0,0-1 0,17 16 0,-24-25-1,0 0-1,0 0 0,0 0 1,0 0-1,0 0 0,0 0 1,0 0-1,0 0 0,0 0 0,0 0 1,0 0-1,0 0 0,0 0 1,0 0-1,0 0 0,0 0 1,0 0-1,0 0 0,0 0 1,0 0-1,0 0 0,0 0 1,0 0-1,0 0 0,0 0 1,0 0-1,0 0 0,0 0 1,0 0-1,0 0 0,0 0 1,0 0-1,1 0 0,-1 0 1,-3-4-1306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4:18.7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673 51 24575,'-17'-8'0,"0"0"0,-1 2 0,-21-7 0,29 11 0,-1 0 0,1 1 0,-1 0 0,1 0 0,0 1 0,-1 0 0,-12 3 0,-39 4 0,1-2 0,-1-4 0,-71-6 0,-1-9-1365,100 8-5461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4:23.1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432 0 24575,'-277'0'0,"261"1"0,-33 6 0,33-4 0,-31 1 0,33-4-1365,1 0-5461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4:23.5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 0 24575,'-1'3'0,"0"0"0,0 0 0,1 0 0,-1 0 0,1 0 0,-1 1 0,1-1 0,0 0 0,0 0 0,1 0 0,-1 0 0,1 0 0,1 5 0,1 3 0,1 0 0,6 13 0,11 16 0,28 39 0,-27-46 0,32 67 0,-52-96 24,0 1 0,0-1 0,-1 1 0,2 8 0,-3-12-74,1 0 1,-1 0-1,0 0 1,0 0-1,0 0 1,0 0-1,-1 0 1,1 0-1,0 0 1,0 0-1,-1 0 1,1 0-1,0 0 1,-1 0-1,1 0 1,-1 0-1,1 0 1,-1 0-1,1-1 1,-1 1-1,0 0 1,1 0-1,-1-1 1,0 1-1,0 0 1,0-1-1,1 1 1,-1-1-1,-2 1 1,-6 2-6777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4:23.7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437 31 24575,'-27'-5'0,"-14"-2"0,-5 1 0,1 1 0,3 1 0,1 2 0,0 1 0,0 1 0,0 0 0,1 0 0,8 0-8191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4:32.3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75 4 24575,'-2'-1'0,"-1"0"0,1 1 0,-1 0 0,0-1 0,1 1 0,-1 0 0,1 0 0,-1 0 0,0 0 0,1 1 0,-1-1 0,1 1 0,-1 0 0,1-1 0,-1 1 0,1 0 0,0 1 0,-1-1 0,1 0 0,0 1 0,-4 2 0,4-2 0,1 0 0,-1 1 0,0-1 0,1 0 0,0 1 0,-1-1 0,1 1 0,0-1 0,0 1 0,1-1 0,-1 1 0,1 0 0,-1-1 0,1 1 0,0 0 0,0 0 0,0-1 0,0 1 0,0 0 0,2 4 0,1 5 0,1 0 0,0 0 0,1-1 0,0 1 0,1-1 0,9 13 0,-7-13 0,-1 1 0,-1 0 0,0 1 0,7 22 0,-12-34-49,0 1 1,-1 0-1,1 0 0,-1 0 0,0 0 1,0 0-1,1 0 0,-1 0 0,0 0 1,-1 0-1,1-1 0,0 1 0,-1 0 1,1 0-1,-1 0 0,1 0 0,-1 0 1,0-1-1,0 1 0,0 0 0,0-1 1,0 1-1,0 0 0,0-1 0,0 1 0,-1-1 1,-2 2-1,-4 1-6777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4:32.6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24575,'26'9'0,"-1"1"0,-1 1 0,0 1 0,0 1 0,-2 1 0,1 1 0,35 32 0,-44-34 0,-1 1 0,0 0 0,-1 1 0,-1 1 0,-1-1 0,0 2 0,0-1 0,-2 1 0,0 1 0,-1-1 0,8 35 0,-13-42 0,0-1 0,0 1 0,-1 1 0,0-1 0,-1 0 0,0 0 0,-2 10 0,1-16 0,0-1 0,0 1 0,0-1 0,0 1 0,0-1 0,-1 0 0,1 0 0,-1 0 0,0 0 0,0 0 0,0 0 0,0 0 0,-1-1 0,1 1 0,-1-1 0,1 1 0,-1-1 0,0 0 0,0 0 0,0 0 0,0-1 0,0 1 0,-5 1 0,0-1-341,-1 1 0,0-2-1,-10 2 1,-1-1-6485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4:33.0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 1 24575,'-4'24'0,"1"0"0,1 1 0,2-1 0,0 1 0,2-1 0,6 38 0,-4-44 0,1-1 0,1 1 0,0-1 0,1 0 0,1-1 0,0 0 0,2 0 0,-1-1 0,19 21 0,-13-19 0,1-2 0,1 0 0,1-1 0,0 0 0,0-2 0,1 0 0,1-1 0,0-1 0,0-1 0,31 9 0,-31-13-1365,-4-1-5461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4:33.8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 1 24575,'-3'22'0,"0"10"0,2 4 0,5 1 0,3-3 0,3-3 0,2-4 0,2-4 0,-1-1 0,-1-2 0,-3-2 0,-2-1 0,-3-4-8191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4:34.1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24575,'32'13'0,"-2"2"0,0 2 0,0 0 0,41 34 0,-52-36 0,-1 2 0,-2-1 0,1 2 0,-2 0 0,0 1 0,-1 1 0,14 28 0,-24-40 0,9 14 0,15 46 0,-26-62 0,0-1 0,0 2 0,-1-1 0,0 0 0,0 0 0,0 0 0,-1 1 0,0-1 0,0 0 0,-1 0 0,1 1 0,-1-1 0,-3 8 0,2-11 5,1 1-1,-1-1 1,-1 1-1,1-1 1,0 1 0,-1-1-1,0 0 1,0 0-1,0-1 1,0 1-1,0 0 1,-1-1-1,1 0 1,-1 0 0,1 0-1,-1 0 1,0 0-1,0-1 1,1 0-1,-1 0 1,-7 1-1,-8 1-243,0-1 0,1 0 0,-27-3 0,32 1-270,-12-1-6317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4:34.4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 1 24575,'-9'29'0,"-2"15"0,4 8 0,6-1 0,8-2 0,7-3 0,4-6 0,4-4 0,3-3 0,3-3 0,-2-4 0,0-1 0,-2-3 0,-3-2 0,-2-2 0,-2-5 0,-4-4-8191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4:38.5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377 0 24575,'-8'0'0,"-126"5"0,113-3 0,0 1 0,0 0 0,1 2 0,-33 12 0,49-16 0,1 1 0,-1 0 0,0 0 0,1 0 0,-1 0 0,1 1 0,0-1 0,0 1 0,0 0 0,0 0 0,0 0 0,-3 6 0,5-7 0,0 0 0,0 0 0,0-1 0,1 1 0,-1 0 0,1 0 0,-1 0 0,1 0 0,0 0 0,-1 0 0,1 0 0,0 0 0,0 0 0,1 0 0,-1 0 0,0-1 0,1 1 0,-1 0 0,1 0 0,-1 0 0,1 0 0,0 0 0,0-1 0,0 1 0,0 0 0,0-1 0,0 1 0,2 1 0,3 3 0,0 0 0,0-1 0,0 0 0,0 0 0,1-1 0,7 5 0,47 19 0,-43-20 0,65 26 0,25 10 0,-102-41 0,-1 0 0,1 1 0,-1 0 0,1-1 0,5 7 0,-10-9 0,-1 0 0,1-1 0,0 1 0,0 0 0,-1 0 0,1 0 0,-1 0 0,1 0 0,-1 0 0,1 0 0,-1 0 0,0 0 0,1 0 0,-1 0 0,0 0 0,0 0 0,0 1 0,0-1 0,0 0 0,-1 0 0,1 0 0,-1 0 0,1-1 0,-1 1 0,1 0 0,-1 0 0,1-1 0,-1 1 0,0 0 0,1 0 0,-1-1 0,0 1 0,0-1 0,1 1 0,-1-1 0,0 1 0,0-1 0,0 0 0,0 1 0,0-1 0,-1 1 0,-9 1 0,-1 1 0,0-1 0,1-1 0,-1 0 0,0-1 0,-19-1 0,3 0 0,-37-1 0,-83 2 0,97 8-825,47-7 285,-9 1-6286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4:39.1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 44 24575,'0'-43'0,"0"43"0,0 4 0,0 50 0,-9 71 0,7-109 0,-2 10 0,1 0 0,0 43 0,3-60 0,1 0 0,1 0 0,-1 0 0,1-1 0,1 1 0,-1-1 0,1 1 0,1-1 0,0 0 0,0 0 0,10 13 0,-6-11-97,0 0-1,1-1 1,0 0-1,1-1 1,0 1-1,0-2 1,1 1-1,0-2 1,0 1-1,1-2 1,0 1-1,0-2 0,24 7 1,-24-8-6729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4:39.6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 48 24575,'0'-2'0,"-4"-22"0,4 22 0,-1 1 0,1 0 0,0 0 0,0-1 0,0 1 0,1 0 0,-1 0 0,0 0 0,0-1 0,1 1 0,-1 0 0,0 0 0,1 0 0,-1 0 0,2-2 0,-2 3 0,0 0 0,1-1 0,-1 1 0,0 0 0,0 0 0,0 0 0,1 0 0,-1 0 0,0 0 0,0 0 0,0 0 0,1 0 0,-1 0 0,0 0 0,0 0 0,0 0 0,1 0 0,-1 0 0,0 1 0,0-1 0,0 0 0,1 0 0,-1 0 0,0 0 0,0 0 0,0 0 0,0 0 0,1 1 0,-1-1 0,0 0 0,0 0 0,0 0 0,0 0 0,0 0 0,1 1 0,-1-1 0,0 0 0,0 0 0,0 0 0,0 1 0,0-1 0,0 0 0,0 0 0,0 0 0,0 1 0,0-1 0,4 11 0,9 79 0,-10-65 0,0 47 0,-3-45 0,5 35 0,-1-31 0,2 0 0,13 38 0,-15-57 0,0-1 0,1 0 0,1 0 0,0 0 0,0-1 0,1 1 0,0-2 0,1 1 0,9 8 0,-13-14-62,0-1 0,1 0 0,-1 0 0,1 0 0,0-1 0,0 1 0,0-1 0,0 0 0,0-1 0,0 1 0,0-1 0,1 0-1,-1 0 1,0-1 0,1 1 0,-1-1 0,1-1 0,-1 1 0,0-1 0,1 0 0,8-2 0,-5-1-6764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4:39.8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330 0 24575,'-27'3'0,"-11"0"0,-4 3 0,2-1 0,6 3 0,6-1 0,5 1 0,5-1 0,5 1 0,2-1 0,1 0 0,-1 3 0,-1-2 0,0 1 0,1-1-8191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4:40.2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24575,'25'13'0,"-1"1"0,-1 1 0,0 1 0,-1 1 0,0 1 0,-2 1 0,0 1 0,-2 1 0,0 0 0,-1 1 0,-1 1 0,-1 1 0,-1 0 0,-2 1 0,0 0 0,9 29 0,20 88 0,-36-116 0,0-1 0,-2 0 0,-1 47 0,-2-65 0,-1 1 0,0-1 0,0 1 0,0-1 0,-1 1 0,0-1 0,-1 0 0,0 0 0,0 0 0,0 0 0,-7 9 0,6-11 0,1-1 0,-1 0 0,0 0 0,0 0 0,0-1 0,0 1 0,-1-1 0,1 0 0,-1-1 0,0 1 0,0-1 0,0 0 0,0 0 0,0 0 0,-1-1 0,-8 2 0,-32-1-1365,33-2-5461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4:40.5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301 24 24575,'-22'-5'0,"-9"-1"0,-3 0 0,2 1 0,7 3 0,6 4 0,2-1 0,3 4 0,0 0 0,1-1 0,0 0 0,0-2 0,-1-1 0,0 0 0,0-1 0,2 0-8191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4:40.8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227 1 24575,'-25'0'0,"-10"0"0,-4 2 0,-1 4 0,5 0 0,5 0 0,8-2-8191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4:42.4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808 15 24575,'20'-2'0,"44"-8"0,-64 10 0,-1 0 0,1 0 0,0 0 0,0 0 0,0 0 0,0 0 0,0 0 0,0 0 0,0 0 0,0 0 0,0 0 0,0 0 0,0 0 0,0 0 0,0 0 0,0 0 0,0 0 0,0 0 0,0 0 0,0 0 0,0 0 0,0 0 0,0 0 0,0 0 0,0 0 0,0 0 0,0-1 0,0 1 0,0 0 0,0 0 0,0 0 0,0 0 0,0 0 0,0 0 0,0 0 0,0 0 0,0 0 0,0 0 0,-10-1 0,-13 0 0,-26 8 0,-13 0 0,-44 1 0,-27 0 0,-205-9 0,326 2 0,0 0 0,-1 0 0,1 2 0,0-1 0,0 1 0,-14 6 0,25-8 0,0-1 0,-1 1 0,1-1 0,0 1 0,0 0 0,-1-1 0,1 1 0,0 0 0,0 0 0,0 0 0,0 0 0,0 0 0,0 0 0,0 0 0,0 0 0,1 0 0,-2 3 0,2-3 0,-1 0 0,1 0 0,0 0 0,0-1 0,0 1 0,0 0 0,0 0 0,0 0 0,0 0 0,1 0 0,-1 0 0,0 0 0,1 0 0,-1 0 0,0 0 0,1 0 0,-1 0 0,1-1 0,0 2 0,2 2 0,0-1 0,1 1 0,-1-1 0,1 0 0,-1 0 0,1-1 0,0 1 0,0-1 0,6 3 0,45 17 0,110 26 0,-109-34 0,0 3 0,58 25 0,-112-41 0,1 0 0,-1 0 0,1 1 0,-1-1 0,0 1 0,0-1 0,1 1 0,-1 0 0,0 0 0,-1 0 0,1 0 0,0 0 0,-1 0 0,1 1 0,-1-1 0,3 6 0,-4-7 0,0 1 0,1 0 0,-1 0 0,0-1 0,0 1 0,0 0 0,0 0 0,0-1 0,-1 1 0,1 0 0,-1 0 0,1-1 0,-1 1 0,1 0 0,-1-1 0,0 1 0,0-1 0,0 1 0,0-1 0,0 1 0,0-1 0,0 0 0,0 1 0,-1-1 0,1 0 0,-3 2 0,-10 7 0,0-1 0,0 0 0,-1-1 0,-31 12 0,-68 17 0,5-3 0,69-19 0,1 3 0,1 0 0,-38 27 0,72-42 0,0-1 0,0 1 0,0 1 0,0-1 0,0 1 0,1-1 0,0 1 0,0 0 0,-4 6 0,7-9 0,-1-1 0,1 0 0,0 1 0,0-1 0,0 1 0,0-1 0,0 0 0,0 1 0,-1-1 0,1 1 0,0-1 0,0 0 0,0 1 0,0-1 0,0 1 0,1-1 0,-1 1 0,0-1 0,0 0 0,0 1 0,0-1 0,0 1 0,1-1 0,-1 0 0,0 1 0,0-1 0,0 0 0,1 1 0,13 5 0,19-5 0,-29-1 0,86 6 0,-16 0 0,390-6 0,-332-7 96,23-1-1557,-140 8-5365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4:45.3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0 24575,'-1'0'0,"1"0"0,0 0 0,0 1 0,-1-1 0,1 0 0,0 0 0,0 0 0,0 1 0,-1-1 0,1 0 0,0 0 0,0 1 0,0-1 0,0 0 0,0 0 0,-1 1 0,1-1 0,0 0 0,0 0 0,0 1 0,0-1 0,0 0 0,0 0 0,0 1 0,0-1 0,0 0 0,0 1 0,0-1 0,0 0 0,0 0 0,0 1 0,0-1 0,1 0 0,-1 0 0,0 1 0,0-1 0,0 1 0,5 14 0,-3-11 0,52 156 0,-53-157 0,0 1 0,1-1 0,-1 1 0,1-1 0,4 7 0,-5-10 0,-1 1 0,1-1 0,-1 1 0,1-1 0,-1 1 0,1-1 0,0 1 0,-1-1 0,1 0 0,-1 1 0,1-1 0,0 0 0,-1 0 0,1 1 0,0-1 0,0 0 0,-1 0 0,1 0 0,0 0 0,-1 0 0,1 0 0,0 0 0,0 0 0,-1 0 0,1 0 0,0-1 0,-1 1 0,1 0 0,0 0 0,0-1 0,-1 1 0,1 0 0,-1-1 0,1 1 0,0 0 0,-1-1 0,1 1 0,0-2 0,8-6 0,0 0 0,-1-1 0,1 0 0,11-18 0,22-44 0,-33 56 0,-9 14 0,0 1 0,0-1 0,1 1 0,-1-1 0,0 0 0,1 1 0,-1-1 0,1 1 0,-1-1 0,0 1 0,1-1 0,-1 1 0,1-1 0,0 1 0,-1 0 0,1-1 0,-1 1 0,1 0 0,0-1 0,-1 1 0,1 0 0,-1 0 0,1 0 0,0-1 0,-1 1 0,1 0 0,0 0 0,-1 0 0,1 0 0,0 0 0,0 0 0,-1 1 0,1-1 0,0 0 0,-1 0 0,1 0 0,-1 0 0,1 1 0,0-1 0,-1 0 0,1 1 0,-1-1 0,2 1 0,2 2 0,0 1 0,-1 0 0,1-1 0,5 9 0,-1-2 0,8 7 0,1 0 0,0-1 0,2 0 0,-1-2 0,25 15 0,-20-12-1365,-14-9-5461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4:46.3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263 143 24575,'-8'-6'0,"-31"-27"0,-86-54 0,121 85 0,-1-1 0,1 1 0,-1 0 0,0 0 0,0 1 0,0-1 0,-5 0 0,9 2 0,-1 0 0,1 0 0,-1 0 0,1 0 0,0 0 0,-1 0 0,1 0 0,-1 1 0,1-1 0,0 1 0,-1-1 0,1 1 0,0-1 0,-1 1 0,1 0 0,0 0 0,0-1 0,0 1 0,0 0 0,0 0 0,0 0 0,0 0 0,0 0 0,0 0 0,0 1 0,0-1 0,1 0 0,-1 0 0,0 3 0,-2 3 0,1 1 0,0-1 0,0 1 0,0-1 0,1 1 0,0 11 0,3 49 0,-2-64 0,1 9 0,1-1 0,0 1 0,0-1 0,2 0 0,-1 0 0,2 0 0,-1 0 0,8 11 0,-3-7 0,2 0 0,-1-1 0,2 0 0,23 24 0,3-5 0,2-2 0,87 54 0,-77-61 0,-40-20 0,1-1 0,-1 2 0,0-1 0,-1 1 0,0 1 0,12 10 0,-20-17 0,0 1 0,-1 0 0,1 0 0,0-1 0,-1 1 0,1 0 0,0 0 0,-1 0 0,1 0 0,-1 0 0,1 0 0,-1 0 0,0 0 0,1 0 0,-1 0 0,0 0 0,0 0 0,0 0 0,0 1 0,0-1 0,0 0 0,0 0 0,0 0 0,0 0 0,0 1 0,-1 0 0,0-1 0,0 1 0,0-1 0,0 1 0,-1-1 0,1 1 0,0-1 0,-1 0 0,1 0 0,0 0 0,-1 1 0,0-1 0,-2 1 0,-4 2 0,-1-1 0,0 1 0,0-2 0,-15 4 0,-89 8 0,108-14 0,-8 3 0,-24-1 0,34-1 0,-1-2 0,1 1 0,-1 0 0,0-1 0,1 1 0,-1-1 0,1 0 0,0 0 0,-1-1 0,1 1 0,-5-4 0,7 5-3,0-1 0,0 1 0,0-1 0,1 1 0,-1-1 0,0 0 0,1 1 0,-1-1-1,0 0 1,1 0 0,-1 1 0,1-1 0,-1 0 0,1 0 0,-1 0 0,1 0 0,0 0 0,-1 0-1,1 0 1,0 0 0,0 0 0,0 0 0,0 0 0,0 1 0,0-3 0,0 1 19,1 0 1,0 0 0,-1 1 0,1-1-1,0 0 1,0 0 0,0 1-1,0-1 1,1 0 0,-1 1-1,3-3 1,3-3-388,1 1-1,0 0 1,15-9 0,-13 10-6455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4:46.9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57 24575,'4'-21'0,"3"-15"0,-3 67 0,-9 114 0,1-94 0,2 0 0,2 0 0,9 63 0,-5-91 0,12 40 0,-14-55 0,2 0 0,-1-1 0,1 1 0,0-1 0,1 0 0,-1 0 0,1 0 0,8 8 0,-6-8-85,1 0 0,-1 0-1,1-1 1,0 0 0,0 0-1,1-1 1,0 0 0,0 0-1,0-1 1,0 0 0,1-1-1,-1 0 1,1-1 0,0 0-1,15 2 1,-13-4-6741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4:47.4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49 24575,'0'0'0,"-4"-26"0,4 25 0,0 0 0,0 0 0,0 0 0,0 0 0,0 0 0,0 0 0,0 0 0,1-1 0,-1 1 0,0 0 0,1 0 0,-1 0 0,1 0 0,-1 0 0,1 0 0,-1 0 0,1 1 0,-1-1 0,2-2 0,-1 3 0,0 0 0,-1 0 0,1 0 0,-1 0 0,1 0 0,-1 0 0,1 0 0,-1 0 0,1 0 0,-1 0 0,1 0 0,-1 1 0,1-1 0,-1 0 0,1 0 0,-1 0 0,1 1 0,-1-1 0,1 0 0,-1 0 0,1 1 0,-1-1 0,0 1 0,1-1 0,-1 0 0,1 1 0,-1-1 0,0 1 0,0-1 0,1 1 0,-1 0 0,12 18 0,-11-17 0,4 7 0,-1 2 0,0-1 0,0 0 0,-1 1 0,0 0 0,-1-1 0,1 19 0,-3 80 0,-1-59 0,0-13 0,2 56 0,0-78 0,0 0 0,2 1 0,7 27 0,-7-36 0,-1-1 0,1-1 0,0 1 0,0 0 0,1-1 0,0 1 0,0-1 0,0 0 0,1-1 0,-1 1 0,1-1 0,0 0 0,1 0 0,-1 0 0,10 4 0,-10-5 0,0-1 0,0 0 0,0 0 0,1 0 0,-1-1 0,0 1 0,1-2 0,-1 1 0,1 0 0,-1-1 0,1 0 0,-1 0 0,1-1 0,-1 1 0,1-1 0,-1-1 0,1 1 0,7-4 0,-2 0-1365,-2 0-5461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4:47.6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361 16 24575,'-29'-2'0,"-15"-2"0,-3 1 0,5 1 0,5 0 0,5 1 0,7 0 0,4 1 0,1 2 0,2 2 0,1-1 0,1 2 0,4 0-8191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4:47.9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170 0 24575,'-27'0'0,"-11"0"0,-2 3 0,4 0 0,7 0-8191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4:48.6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32 24575,'11'13'0,"0"0"0,-1 2 0,-1-1 0,0 1 0,11 26 0,-12-24 0,1-1 0,0 1 0,1-1 0,17 20 0,-26-35 0,0 1 0,0-1 0,0 0 0,0 0 0,0 0 0,0 0 0,1 0 0,-1 0 0,0 0 0,1-1 0,-1 1 0,1 0 0,-1-1 0,0 1 0,1-1 0,-1 1 0,1-1 0,-1 0 0,1 0 0,0 0 0,-1 0 0,1 0 0,-1 0 0,1 0 0,-1 0 0,1 0 0,2-2 0,-2 1 0,0 0 0,-1 0 0,1 0 0,0-1 0,0 1 0,-1-1 0,1 1 0,-1-1 0,0 1 0,1-1 0,-1 0 0,0 0 0,0 0 0,0 0 0,0 1 0,0-1 0,-1-1 0,1 1 0,0-3 0,1-8 0,0-1 0,-1 0 0,-1-14 0,0 11 0,3-23 0,-1 25 0,-1 7 0,0 1 0,0-1 0,1 0 0,0 1 0,5-14 0,-6 20 0,-1-1 0,1 1 0,0 0 0,0-1 0,0 1 0,0 0 0,0 0 0,1-1 0,-1 1 0,0 0 0,0 0 0,1 0 0,-1 1 0,1-1 0,-1 0 0,1 0 0,-1 1 0,1-1 0,-1 1 0,1-1 0,0 1 0,-1 0 0,1 0 0,-1 0 0,1 0 0,0 0 0,-1 0 0,1 0 0,0 0 0,-1 0 0,1 1 0,-1-1 0,3 2 0,2 0 0,0 0 0,0 1 0,-1 0 0,1 0 0,-1 1 0,1-1 0,-1 1 0,7 6 0,36 42 0,-36-38 0,-4-5-102,8 8 220,15 23-1,-28-36-253,0 1 0,0 0-1,0 0 1,-1 0 0,0 0 0,0 0 0,0 0 0,-1 1-1,1-1 1,0 10 0,-2-3-6690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4:49.1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24575,'-1'29'0,"2"-1"0,2 0 0,0 0 0,2 0 0,1-1 0,14 41 0,-18-62-62,44 124-1241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4:49.5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641 48 24575,'5'-11'0,"-4"10"0,0-1 0,-1 0 0,1 0 0,0 0 0,-1 0 0,1 1 0,-1-1 0,1-3 0,-1 5 0,0-1 0,-1 0 0,1 1 0,0-1 0,0 1 0,-1-1 0,1 0 0,0 1 0,-1-1 0,1 1 0,0-1 0,-1 1 0,1-1 0,-1 1 0,1 0 0,-1-1 0,1 1 0,-1-1 0,1 1 0,-1 0 0,1-1 0,-1 1 0,1 0 0,-1 0 0,0 0 0,1-1 0,-1 1 0,1 0 0,-1 0 0,0 0 0,0 0 0,-20-3 0,0 2 0,-1 0 0,-31 3 0,7-1 0,-76-1-63,-203 10-1239,299-8-5524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4:50.2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53 24575,'5'-6'0,"1"1"0,-1 0 0,1 0 0,0 1 0,1 0 0,-1 0 0,1 0 0,-1 1 0,1 0 0,11-3 0,-12 5 0,-1 0 0,1 0 0,-1 1 0,1 0 0,0 0 0,-1 0 0,1 1 0,-1 0 0,1 0 0,-1 0 0,1 1 0,-1-1 0,0 1 0,10 5 0,3 4 0,1 0 0,-1 1 0,16 15 0,47 47 0,-81-74 0,19 19 0,-1 0 0,0 2 0,-2 0 0,-1 0 0,0 2 0,-2 0 0,0 0 0,-2 1 0,0 1 0,7 27 0,-14-35 0,1 0 0,-2 1 0,-1-1 0,0 1 0,-1 0 0,0 0 0,-2 0 0,0 0 0,-1-1 0,-1 1 0,-1-1 0,0 1 0,-1-1 0,-1 0 0,-16 31 0,16-38 11,-1 1 0,0-1 0,-1 0 0,0-1 0,-1 0 0,0 0-1,0-1 1,-1 0 0,0-1 0,-16 10 0,-4-1-506,-1-2 0,-50 18 0,55-24-6331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4:59.0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26 24575,'0'0'0,"6"-20"0,-2 15 0,-1 13 0,0 40 0,-3 61 0,-2-42 0,2-67 0,4 268-279,1-180 139,17 91 1,4-41 139,16 102 0,-33-169 0,0 99 0,-9-159-135,0 0 1,-2 0-1,1 0 1,-1 0-1,-5 15 1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4:59.4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24575,'0'1'0,"1"-1"0,0 1 0,-1-1 0,1 1 0,-1-1 0,1 1 0,-1-1 0,1 1 0,-1 0 0,1-1 0,-1 1 0,1 0 0,-1-1 0,0 1 0,0 0 0,1 0 0,-1-1 0,0 1 0,0 0 0,0 0 0,0-1 0,0 1 0,0 1 0,1 2 0,48 259 0,96 326-633,-141-576 645,15 47-648,14 85 0,-30-123-5662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5:00.1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518 681 24575,'-130'-304'0,"110"254"0,-16-61 0,-1-3 0,34 105 0,-1 1 0,0 0 0,0 0 0,-1 0 0,0 0 0,-1 0 0,1 1 0,-2 0 0,1 0 0,-1 1 0,-11-9 0,17 14 0,0 1 0,1 0 0,-1 0 0,1-1 0,-1 1 0,0 0 0,1 0 0,-1 0 0,1 0 0,-1-1 0,0 1 0,1 0 0,-1 0 0,0 0 0,1 1 0,-1-1 0,1 0 0,-1 0 0,0 0 0,1 0 0,-1 1 0,1-1 0,-1 0 0,0 0 0,1 1 0,-1-1 0,1 0 0,-1 1 0,1-1 0,-1 1 0,1-1 0,0 1 0,-1-1 0,1 1 0,0-1 0,-1 1 0,1-1 0,0 1 0,-1-1 0,1 1 0,0 1 0,-13 30 0,11-25 0,-36 98 0,-72 137 0,85-198-1365,14-27-5461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5:01.2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22 24575,'8'-19'0,"-8"19"0,0-1 0,0 1 0,0 0 0,0 0 0,0 0 0,0 0 0,0 0 0,1-1 0,-1 1 0,0 0 0,0 0 0,0 0 0,0 0 0,0 0 0,1 0 0,-1 0 0,0-1 0,0 1 0,0 0 0,1 0 0,-1 0 0,0 0 0,0 0 0,0 0 0,0 0 0,1 0 0,-1 0 0,0 0 0,0 0 0,0 0 0,0 0 0,1 0 0,-1 0 0,6 11 0,3 23 0,-2 1 0,4 45 0,-2-11 0,25 142 76,40 297-818,-60-333 732,-14-143 40,-1-1 0,-1 1 1,-10 48-1,12-79-19,0 2-66,-1 0 0,1 0 1,-1 0-1,0 0 0,0 0 0,0-1 1,0 1-1,0 0 0,-1-1 1,1 1-1,-1-1 0,0 1 0,0-1 1,-3 3-1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5:01.5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24575,'3'86'-146,"24"156"1,44 80-147,-6-115 292,-10-37 0,-53-163 58,0-2-176,-1 0 1,1 0 0,-1 0 0,-1 0 0,1 0 0,-1 1 0,0 9 0,-2-6-6612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5:01.9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660 529 24575,'-50'-70'0,"-4"2"0,-3 3 0,-3 2 0,-92-75 0,78 67 0,29 26 0,44 44 0,0 0 0,1 1 0,-1-1 0,0 0 0,1 1 0,-1-1 0,0 1 0,0-1 0,0 1 0,1-1 0,-1 1 0,0 0 0,0-1 0,0 1 0,0 0 0,0 0 0,0-1 0,0 1 0,-1 0 0,2 0 0,-1 1 0,1-1 0,-1 0 0,0 1 0,1-1 0,-1 0 0,1 1 0,0-1 0,-1 1 0,1-1 0,-1 0 0,1 1 0,0-1 0,-1 1 0,1 0 0,0-1 0,-1 1 0,1-1 0,0 1 0,0-1 0,0 1 0,-1 0 0,0 6 0,0 0 0,0 0 0,1 0 0,0 8 0,0-5 0,-2 12 20,0 0 0,-1 0 0,-1-1 0,-1 1 0,-13 31 0,12-37-206,-1-1 1,-1 0-1,0 0 0,-1 0 1,-1-2-1,0 1 1,-21 21-1,16-21-6640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5:05.2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108 62 24575,'0'-3'0,"0"1"0,0 0 0,0 0 0,1 0 0,-1-1 0,1 1 0,-1 0 0,1 0 0,0 0 0,-1 0 0,1 0 0,0 0 0,0 0 0,1 0 0,-1 1 0,0-1 0,1 0 0,-1 1 0,1-1 0,-1 1 0,1-1 0,0 1 0,0 0 0,-1-1 0,1 1 0,0 0 0,0 0 0,0 1 0,0-1 0,0 0 0,4 0 0,5-2 0,0 1 0,0 0 0,0 1 0,0 1 0,0-1 0,17 3 0,66 14 0,-3 8 0,-78-19 0,-1 0 0,1 1 0,-1 0 0,21 15 0,-30-19 0,-1-1 0,1 1 0,-1 0 0,0 1 0,0-1 0,0 0 0,0 1 0,0-1 0,-1 1 0,1-1 0,-1 1 0,1 0 0,-1 0 0,0 0 0,0-1 0,0 1 0,-1 0 0,1 0 0,-1 0 0,1 1 0,-1-1 0,0 0 0,0 0 0,-1 0 0,1 0 0,-1 0 0,1 0 0,-1 0 0,0 0 0,-2 5 0,0-2 0,-1 1 0,1-1 0,-1 0 0,0-1 0,-1 1 0,1-1 0,-1 0 0,0 0 0,0 0 0,-1 0 0,1-1 0,-11 5 0,-4 1 0,-1-1 0,-1-1 0,1-1 0,-1-1 0,-1-1 0,1-1 0,-31 1 0,32-3 0,1-2 0,-1-1 0,-37-5 0,48 4 0,0 0 0,0-1 0,0 0 0,0-1 0,1 0 0,-1 0 0,1-1 0,0 0 0,-13-11 0,18 13 0,1-1 0,0 1 0,0-1 0,0 0 0,1-1 0,-1 1 0,1 0 0,0-1 0,0 1 0,0-1 0,1 0 0,0 1 0,-1-1 0,2 0 0,-1 0 0,1 0 0,-1 0 0,1 0 0,1 0 0,-1 0 0,1 1 0,1-8 0,0 5 0,-1 0 0,1 0 0,1 0 0,-1 0 0,1 0 0,1 0 0,-1 1 0,1 0 0,0-1 0,0 1 0,1 1 0,0-1 0,0 1 0,8-7 0,-5 6-341,1 1 0,-1 0-1,10-3 1,-5 2-6485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5:06.5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0 402 24575,'73'-1'0,"80"2"0,-22 14 0,-153-16 0,10 1 0,0 0 0,0-1 0,0-1 0,0 0 0,0 0 0,-21-8 0,19 4 0,-3-1 0,1-1 0,0 0 0,-19-14 0,31 20 0,0-1 0,1 0 0,-1 0 0,1 0 0,0-1 0,0 1 0,0-1 0,0 0 0,1 1 0,0-1 0,-1 0 0,2-1 0,-1 1 0,0 0 0,1-1 0,-1 1 0,1 0 0,0-6 0,0-3 0,0 1 0,2-1 0,-1 0 0,1 1 0,1-1 0,0 1 0,5-13 0,-5 18 0,1-1 0,0 1 0,1 1 0,-1-1 0,1 0 0,1 1 0,-1 0 0,1 0 0,0 0 0,1 0 0,-1 1 0,12-8 0,-3 3 0,1 2 0,0 0 0,1 1 0,-1 1 0,1 0 0,0 1 0,1 0 0,-1 2 0,29-3 0,0 3 0,1 1 0,62 8 0,-6 7 0,-87-10 0,1 1 0,-1 1 0,0 0 0,20 11 0,-32-15 0,-1 0 0,1 1 0,-1-1 0,0 1 0,1 0 0,-1 0 0,0 0 0,0 0 0,0 0 0,-1 0 0,1 1 0,0-1 0,-1 0 0,1 1 0,-1-1 0,0 1 0,0 0 0,0-1 0,1 6 0,-2-5 0,0 1 0,0-1 0,0 0 0,0 1 0,0-1 0,-1 0 0,0 1 0,1-1 0,-1 0 0,0 0 0,-1 0 0,1 0 0,0 0 0,-1 0 0,0 0 0,-3 4 0,-8 9 0,-29 27 0,32-34 0,0 0 0,1 1 0,0 0 0,0 1 0,1 0 0,1 0 0,-10 18 0,16-27 0,0 0 0,0 0 0,1 0 0,-1 0 0,1 0 0,-1 0 0,1 1 0,0-1 0,0 0 0,0 0 0,0 0 0,0 0 0,0 0 0,0 0 0,1 0 0,-1 1 0,1-1 0,0 0 0,0 0 0,1 2 0,0-1 0,0 0 0,0-1 0,0 1 0,1-1 0,0 1 0,-1-1 0,1 0 0,0 0 0,0 0 0,0 0 0,4 2 0,5 0 0,0 1 0,1-1 0,-1-1 0,1 0 0,21 1 0,-12-2 60,29-1 0,-44-2-225,0 1 0,0-1 0,0-1 0,0 1 0,0-1 0,0 0 0,-1-1 0,9-3 0,-6 0-6661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5:06.9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316 1 24575,'-33'0'0,"7"-1"0,1 1 0,-44 7 0,67-6 0,0-1 0,0 0 0,0 1 0,0-1 0,0 1 0,0 0 0,0 0 0,1 0 0,-1 0 0,0 0 0,0 0 0,1 0 0,-1 1 0,1-1 0,-1 0 0,1 1 0,0-1 0,-1 1 0,1 0 0,0 0 0,0-1 0,0 1 0,-1 2 0,2-1 0,-1 0 0,1-1 0,0 1 0,-1 0 0,1-1 0,1 1 0,-1 0 0,0-1 0,0 1 0,1 0 0,0-1 0,-1 1 0,1-1 0,0 1 0,0-1 0,1 1 0,1 2 0,2 3 0,0 0 0,1 0 0,1-1 0,-1 0 0,1 0 0,10 7 0,50 34 0,-44-33 0,29 23 0,-50-36 0,0 0 0,-1 0 0,1-1 0,0 1 0,0 1 0,-1-1 0,1 0 0,-1 0 0,0 0 0,0 1 0,2 3 0,-3-5 0,0-1 0,0 1 0,0 0 0,0-1 0,0 1 0,0 0 0,0-1 0,0 1 0,0 0 0,0-1 0,-1 1 0,1 0 0,0-1 0,0 1 0,-1 0 0,1-1 0,0 1 0,-1 0 0,0 0 0,0 0 0,0 0 0,0 0 0,-1 0 0,1 0 0,0 0 0,0-1 0,0 1 0,-1 0 0,1-1 0,-1 1 0,0 0 0,-7 1 0,-1 0 0,1-1 0,0 1 0,-1-2 0,-15 0 0,-49-7 0,24 1 0,-63-8-1365,95 12-5461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5:07.7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0 101 24575,'2'-7'0,"0"1"0,1-1 0,-1 0 0,1 1 0,0 0 0,1 0 0,0 0 0,0 0 0,8-9 0,-9 12 0,1 0 0,-1 0 0,1 1 0,0-1 0,0 1 0,-1 0 0,1 0 0,1 0 0,-1 1 0,0-1 0,0 1 0,1 0 0,-1 0 0,0 1 0,1-1 0,6 1 0,1 1 0,-1 0 0,1 1 0,-1 0 0,1 1 0,-1 0 0,0 1 0,0 0 0,0 1 0,-1 0 0,1 1 0,-1 0 0,0 0 0,-1 1 0,11 10 0,-18-15 0,0 0 0,0 0 0,-1 0 0,1 1 0,0-1 0,-1 0 0,1 1 0,-1 0 0,0-1 0,0 1 0,0 0 0,0-1 0,0 1 0,-1 0 0,1 3 0,-1-1 0,0-1 0,0 1 0,0-1 0,-1 1 0,0-1 0,0 1 0,0-1 0,-3 8 0,-1-2 0,1-1 0,-2 0 0,1 0 0,-1 0 0,0-1 0,-1 0 0,-12 12 0,-17 8 0,24-20 0,0 1 0,-18 18 0,27-24 0,1-1 0,0 1 0,-1 0 0,1 0 0,0 0 0,1 0 0,-1 0 0,1 0 0,-1 1 0,1-1 0,0 0 0,0 1 0,0-1 0,1 1 0,-1-1 0,1 5 0,0-5 0,1-1 0,-1 0 0,1 1 0,0-1 0,0 0 0,0 0 0,0 0 0,0 1 0,0-1 0,0 0 0,1 0 0,-1 0 0,1-1 0,0 1 0,-1 0 0,1-1 0,0 1 0,0-1 0,0 1 0,4 1 0,6 3 0,0 0 0,19 7 0,-16-7 0,18 6 0,0-1 0,1-1 0,0-2 0,46 5 0,-74-12 20,0 0 0,0-1 0,0 0 0,0-1 0,10-1 0,-15 2-88,1-1 1,0 1-1,0-1 1,-1 1-1,1-1 1,0 0-1,-1 0 1,1 0-1,0 0 1,-1 0-1,1 0 1,-1 0-1,0 0 1,1-1-1,-1 1 1,0-1-1,0 1 1,0-1-1,0 1 1,0-1-1,1-2 1,1-7-6759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5:08.5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1 436 24575,'244'0'0,"-281"-23"0,36 23 0,-79-53 0,69 45 0,0-1 0,1 0 0,1-1 0,0 0 0,-9-13 0,8 10 0,1-1 0,0 0 0,-9-21 0,16 31 0,1-1 0,-1 0 0,1 1 0,0-1 0,0 0 0,0 0 0,1 0 0,0 1 0,0-1 0,0 0 0,0 0 0,1 0 0,0 0 0,0 0 0,0 1 0,2-6 0,0 3 0,1-1 0,0 1 0,0 0 0,1 0 0,0 0 0,0 1 0,0-1 0,1 1 0,0 1 0,0-1 0,1 1 0,-1 0 0,1 0 0,12-5 0,-8 4 0,1 1 0,0 1 0,0 0 0,0 1 0,0 0 0,1 1 0,-1 0 0,24 0 0,-19 2 0,0 1 0,27 4 0,-39-4 0,0 0 0,0 1 0,-1-1 0,1 1 0,0 0 0,-1 0 0,1 0 0,-1 1 0,0 0 0,0-1 0,0 2 0,0-1 0,5 5 0,-7-5 0,-1 0 0,1 0 0,0 0 0,-1 0 0,0 1 0,0-1 0,0 0 0,0 1 0,0-1 0,-1 0 0,1 1 0,-1 4 0,0 8 0,-2 21 0,1-29 0,-2 12 0,-8 32 0,5-32 0,-3 31 0,9-48 0,0 1 0,0-1 0,0 0 0,0 1 0,0-1 0,1 0 0,0 1 0,-1-1 0,1 0 0,0 1 0,1-1 0,-1 0 0,1 0 0,-1 0 0,1 0 0,0 0 0,0-1 0,0 1 0,0-1 0,1 1 0,-1-1 0,1 0 0,-1 1 0,1-1 0,0-1 0,0 1 0,0 0 0,0-1 0,0 1 0,6 1 0,4 1 0,1-1 0,0 0 0,-1 0 0,1-2 0,0 0 0,16 0 0,-13-2 0,1 0 0,-1 0 0,1-2 0,-1 0 0,0-1 0,0-1 0,25-11 0,-29 9-1365,-4 0-5461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5:08.9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168 16 24575,'-1'-1'0,"1"0"0,-1 0 0,1 0 0,-1 0 0,1 1 0,-1-1 0,1 0 0,-1 0 0,0 0 0,1 1 0,-1-1 0,0 0 0,0 1 0,1-1 0,-1 1 0,0-1 0,0 1 0,0-1 0,0 1 0,0-1 0,0 1 0,0 0 0,0 0 0,-2-1 0,2 1 0,-1 1 0,1-1 0,-1 0 0,1 1 0,-1-1 0,1 1 0,-1 0 0,1-1 0,-1 1 0,1 0 0,0 0 0,-1 0 0,-1 2 0,-2 2 0,0 0 0,1 0 0,0 0 0,0 0 0,1 1 0,-5 8 0,6-8 0,0-1 0,0 0 0,0 0 0,1 0 0,0 1 0,1-1 0,-1 1 0,1-1 0,0 1 0,0-1 0,0 0 0,1 1 0,0-1 0,0 1 0,0-1 0,3 7 0,3 4 0,1 0 0,1-1 0,17 24 0,-11-16 0,-15-22 0,1 0 0,0 0 0,-1 0 0,1 0 0,-1 0 0,1 0 0,-1 0 0,1 0 0,-1 0 0,0 0 0,0 0 0,1 0 0,-1 1 0,0-1 0,0 0 0,0 0 0,0 0 0,0 0 0,-1 1 0,1-1 0,-1 2 0,0-2 0,1 0 0,-1 1 0,0-1 0,0 0 0,0 0 0,0 0 0,-1 0 0,1 0 0,0 0 0,0 0 0,-1 0 0,1 0 0,0 0 0,-3 0 0,-4 2 0,0-1 0,0 0 0,0 0 0,-16 1 0,-41 0-1365,47-3-5461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5:11.5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1 422 24575,'18'-4'0,"0"0"0,1 1 0,-1 2 0,1-1 0,0 2 0,0 1 0,-1 0 0,23 5 0,11 1 0,-52-7 0,0 0 0,0 0 0,0 0 0,0 0 0,0 0 0,0 0 0,0 0 0,0 0 0,0 0 0,0 0 0,1 0 0,-1 0 0,0 0 0,0 0 0,0 0 0,0 0 0,0 0 0,0 0 0,0 0 0,0 0 0,0 0 0,0 0 0,0 0 0,0 0 0,0 0 0,0 0 0,1 0 0,-1 0 0,0 0 0,0 0 0,0 0 0,0 1 0,0-1 0,0 0 0,0 0 0,0 0 0,0 0 0,0 0 0,0 0 0,0 0 0,0 0 0,0 0 0,0 0 0,0 0 0,0 0 0,0 1 0,0-1 0,0 0 0,0 0 0,0 0 0,0 0 0,0 0 0,0 0 0,0 0 0,0 0 0,-6 3 0,-8 0 0,9-4 0,0 0 0,1 0 0,-1 0 0,0-1 0,1 1 0,-1-1 0,1 0 0,-1-1 0,1 1 0,-5-5 0,-6-5 0,-18-18 0,13 11 0,12 11 0,0-1 0,0 0 0,0 0 0,1 0 0,1-1 0,0 0 0,0-1 0,1 1 0,0-1 0,1 0 0,0-1 0,-3-15 0,5 20 0,1 1 0,1-1 0,-1 1 0,1-1 0,0 0 0,0 1 0,1-1 0,0 1 0,0-1 0,1 1 0,-1 0 0,1-1 0,1 1 0,-1 0 0,1 0 0,0 0 0,1 1 0,-1-1 0,1 1 0,0 0 0,0 0 0,1 0 0,9-8 0,-5 7 0,0 0 0,0 1 0,1 0 0,0 0 0,0 1 0,0 0 0,1 1 0,-1 0 0,1 1 0,-1 0 0,1 1 0,0 0 0,21 1 0,-9 1 0,0 1 0,-1 2 0,1 0 0,-1 2 0,35 12 0,-48-15 0,0 1 0,0 0 0,-1 1 0,1 0 0,-1 1 0,0-1 0,0 1 0,-1 1 0,12 12 0,-16-16 0,-1 0 0,1 1 0,-1-1 0,0 0 0,0 1 0,0 0 0,-1-1 0,1 1 0,-1 0 0,0 0 0,0 0 0,-1 0 0,1 0 0,-1 0 0,0 0 0,1 0 0,-2 0 0,1 0 0,0-1 0,-1 1 0,0 0 0,0 0 0,0 0 0,-1 0 0,1 0 0,-4 4 0,0 3 0,-1-1 0,-1-1 0,0 1 0,0-1 0,0-1 0,-2 1 0,1-1 0,-1-1 0,0 1 0,-16 9 0,22-16 0,1 1 0,-1 0 0,1 0 0,0 0 0,0 0 0,0 0 0,0 0 0,0 0 0,0 1 0,1-1 0,-1 1 0,1-1 0,-1 1 0,1-1 0,-2 6 0,3-5 0,0-1 0,-1 1 0,1-1 0,0 1 0,1-1 0,-1 0 0,0 1 0,1-1 0,-1 1 0,1-1 0,-1 0 0,1 1 0,0-1 0,0 0 0,0 0 0,1 0 0,-1 0 0,0 0 0,4 4 0,0-1 10,1 1 0,0-1 0,0 0 0,0-1 0,0 1 0,1-1 0,0-1 0,0 1 0,0-1 0,0 0 0,8 2 0,-1-1-258,0-1 1,0-1-1,0 0 1,0-1-1,16 0 1,-17-2-6579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5: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271 29 24575,'-10'-4'0,"-45"-15"0,49 18 0,0-1 0,0 1 0,0 1 0,-1-1 0,1 1 0,0 0 0,-7 1 0,12-1 0,0 0 0,-1 0 0,1 1 0,0-1 0,-1 0 0,1 1 0,0 0 0,-1-1 0,1 1 0,0-1 0,0 1 0,0 0 0,0 0 0,0 0 0,0 0 0,0 0 0,0 0 0,0 0 0,0 0 0,-1 2 0,1 0 0,0-1 0,1 0 0,-1 0 0,1 1 0,-1-1 0,1 0 0,0 1 0,0-1 0,0 1 0,0-1 0,0 4 0,1 0 0,1 0 0,-1 0 0,1 0 0,0 0 0,1-1 0,-1 1 0,1 0 0,5 7 0,21 20 0,-21-24 0,0-1 0,-1 2 0,0-1 0,8 15 0,-14-23 0,0 0 0,-1 1 0,1-1 0,0 1 0,-1-1 0,1 1 0,-1 0 0,1-1 0,-1 1 0,0-1 0,0 1 0,0 0 0,0-1 0,0 1 0,0 0 0,0-1 0,-1 1 0,1-1 0,-1 1 0,1 0 0,-1-1 0,1 1 0,-2 2 0,0-3 0,0 1 0,1 0 0,-1-1 0,0 1 0,0-1 0,0 0 0,1 0 0,-1 0 0,-1 0 0,1 0 0,0 0 0,0 0 0,0-1 0,0 1 0,-1-1 0,-3 1 0,-26 1 0,-1-1 0,-47-5 0,60 1-1365,4 0-5461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5:12.4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245 6 24575,'-17'0'0,"-8"0"0,-3 0 0,2 0 0,2 0 0,3 0 0,3 0 0,1 0 0,2 0 0,1 0 0,0 0 0,0-2 0,2-2-8191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5:12.7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288 27 24575,'-27'-5'0,"-11"-1"0,-5-1 0,4 2 0,2 2 0,4 3 0,4 2 0,5 1 0,6-1-8191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5:17.5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31 24575,'35'-7'0,"3"-1"0,1 2 0,1 1 0,55 1 0,-92 4 0,0 1 0,0-1 0,-1 1 0,1 0 0,0-1 0,0 1 0,0 1 0,-1-1 0,1 0 0,0 1 0,-1-1 0,1 1 0,-1 0 0,0 0 0,0 0 0,0 0 0,0 0 0,0 0 0,0 1 0,0-1 0,-1 1 0,1-1 0,1 6 0,-1-5 0,-1 0 0,0 1 0,0-1 0,0 1 0,0 0 0,-1-1 0,1 1 0,-1-1 0,0 1 0,0 0 0,0-1 0,-1 1 0,1 0 0,-1-1 0,0 1 0,0-1 0,0 1 0,-3 5 0,-8 9 0,0 0 0,-1 0 0,-1-2 0,-20 21 0,33-36 0,-1 0 0,1 0 0,0 0 0,0 0 0,1 1 0,-1-1 0,0 0 0,0 1 0,1-1 0,-2 3 0,2-4 0,0 1 0,0-1 0,0 1 0,0 0 0,0-1 0,0 1 0,0-1 0,0 1 0,0-1 0,0 1 0,0 0 0,0-1 0,1 1 0,-1-1 0,0 1 0,0-1 0,1 1 0,-1-1 0,0 1 0,1 0 0,1 0 0,-1 0 0,1 0 0,0 0 0,0 0 0,-1 0 0,1 0 0,0 0 0,0-1 0,0 1 0,0 0 0,0-1 0,0 0 0,0 0 0,4 1 0,36 0 0,46-4 0,-72 1-1365,-2-1-5461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5:17.9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24575,'0'2'0,"0"4"0,3 3 0,2 2 0,2 2 0,1 1 0,2 1 0,-1 0 0,1 0 0,-2 0 0,1-2 0,-2-2 0,1-2 0,-1 0 0,1-2 0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5:18.1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24575,'14'22'0,"9"10"0,1 1 0,-3-1 0,-2-5 0,-5-4 0,-2-6 0,-3-3 0,-3-4-8191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5:18.3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274 19 24575,'-27'-7'0,"-14"-1"0,-3 5 0,2 4 0,3 5 0,6 1 0,5 2 0,9 0-8191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5:19.0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1121 39 24575,'-26'-10'0,"0"2"0,-36-8 0,50 14 0,-1 1 0,0 0 0,0 0 0,0 2 0,0-1 0,0 2 0,-14 2 0,-58 13 0,0-4 0,-1-4 0,0-4 0,-121-8 0,-109-18-1365,292 19-5461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5:19.6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 9 24575,'0'0'0,"-1"-1"0,1 0 0,-1 1 0,1-1 0,-1 1 0,0-1 0,1 1 0,-1-1 0,0 1 0,1-1 0,-1 1 0,0-1 0,0 1 0,1 0 0,-1 0 0,0-1 0,0 1 0,1 0 0,-1 0 0,0 0 0,0 0 0,-1 0 0,2 0 0,-1 1 0,0-1 0,1 0 0,-1 1 0,1-1 0,-1 1 0,1-1 0,-1 1 0,1-1 0,-1 1 0,1 0 0,0-1 0,-1 1 0,1-1 0,0 1 0,-1 0 0,1-1 0,0 1 0,0 0 0,0 0 0,-1 4 0,0-1 0,0 1 0,1 0 0,0 0 0,0 0 0,1 5 0,5 16 0,0-1 0,2 0 0,1 0 0,19 36 0,10 24 0,-36-79-119,3 10 372,-5-16-259,0 0 0,0 0 0,0 0 0,0 0 0,0 0 0,0 0 1,0 0-1,0 1 0,0-1 0,0 0 0,0 0 0,0 0 0,0 0 1,0 0-1,0 0 0,0 0 0,0 0 0,0 0 0,0 0 0,0 0 0,0 0 1,-1 0-1,1 0 0,0 1 0,0-1 0,0 0 0,0 0 0,0 0 1,0 0-1,0 0 0,0 0 0,0 0 0,0 0 0,0 0 0,0 0 1,0 0-1,0 0 0,0 0 0,0 0 0,-1 0 0,1 0 0,0 0 0,0 0 1,0 0-1,0 0 0,0 0 0,0 0 0,0 0 0,0 0 0,0 0 1,0 0-1,-1 0 0,-7-6-1182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5:20.0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577 30 24575,'-1'0'0,"0"-1"0,0 1 0,0-1 0,0 1 0,0-1 0,0 1 0,0 0 0,0-1 0,0 1 0,0 0 0,-1 0 0,1 0 0,0 0 0,0 0 0,0 0 0,-1 0 0,-22 5 0,18-4 0,-19 3 0,0-1 0,0-1 0,-38-3 0,-76-12 0,67 5 0,-88-9-1365,142 16-5461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4:57.1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45 28 24575,'-1'-6'0,"0"4"0,1-1 0,-1 1 0,0-1 0,0 1 0,0 0 0,-2-4 0,3 6 0,0 0 0,0-1 0,0 1 0,0 0 0,0 0 0,0 0 0,0 0 0,0 0 0,0 0 0,0 0 0,-1 0 0,1 0 0,0 0 0,0 0 0,0 0 0,0 0 0,0 0 0,0 0 0,0 0 0,0 0 0,0 0 0,0 0 0,0 0 0,-1 0 0,1 0 0,0 0 0,0 0 0,0 0 0,0 0 0,0 0 0,0 0 0,0 0 0,0 0 0,0 0 0,0 0 0,0 0 0,-1 0 0,1 0 0,0 0 0,0 0 0,0 0 0,0 0 0,0 0 0,0 0 0,0 1 0,0-1 0,0 0 0,0 0 0,-4 6 0,0 8 0,-5 35-93,1 1 0,3 0 0,3 0 0,3 60 0,31 202-444,-28-278 528,-3-30 9,45 392-156,-27 2 3,-20-316 1202,9-110-778,-2-40-1636,-6 48-5461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4:57.6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92 24575,'10'-29'0,"-8"19"0,1 1 0,1 0 0,0 0 0,7-12 0,-11 21 0,0 0 0,0 0 0,0-1 0,0 1 0,0 0 0,0 0 0,0 0 0,0 0 0,0-1 0,0 1 0,0 0 0,0 0 0,0 0 0,0 0 0,0-1 0,0 1 0,1 0 0,-1 0 0,0 0 0,0 0 0,0 0 0,0 0 0,0 0 0,0-1 0,1 1 0,-1 0 0,0 0 0,0 0 0,0 0 0,0 0 0,1 0 0,-1 0 0,0 0 0,0 0 0,0 0 0,1 0 0,-1 0 0,0 0 0,0 0 0,0 0 0,0 0 0,1 0 0,-1 0 0,0 0 0,0 0 0,0 0 0,0 0 0,1 0 0,-1 0 0,0 1 0,0-1 0,0 0 0,0 0 0,0 0 0,0 0 0,1 0 0,-1 0 0,0 1 0,0-1 0,0 0 0,0 0 0,0 0 0,0 0 0,0 0 0,0 1 0,0-1 0,0 0 0,1 0 0,1 15 0,-1-12 0,9 92 0,10 73 0,20 47-469,91 281 0,-98-400 250,10 31 379,-41-121-75,5 25 726,-7-29-890,1 0 0,-1-1 0,0 1 0,0 0 0,0 0 0,-1-1 0,1 1 0,0 0 0,0-1 0,-1 1 0,1 0 0,-1-1 0,0 1 0,1-1 0,-2 3 0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4:58.1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458 418 24575,'-98'-144'0,"57"88"0,4-1 0,-34-67 0,66 110 0,4 12 0,0-1 0,0 1 0,0-1 0,0 1 0,0 0 0,0 0 0,-3-4 0,4 6 0,0 0 0,0 0 0,-1 0 0,1 0 0,0 0 0,0 0 0,-1-1 0,1 1 0,0 0 0,0 0 0,-1 0 0,1 0 0,0 0 0,0 0 0,-1 0 0,1 0 0,0 0 0,0 0 0,-1 0 0,1 0 0,0 0 0,0 0 0,-1 0 0,1 1 0,0-1 0,0 0 0,-1 0 0,1 0 0,0 0 0,0 0 0,-1 1 0,1-1 0,0 0 0,0 0 0,0 0 0,0 1 0,-1-1 0,1 0 0,0 0 0,0 1 0,-8 11 0,6-10 0,-9 19 0,-17 43 0,1-2 0,-77 163-1365,98-212-5461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5:26.5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59 24575,'2'-3'0,"0"0"0,-1-1 0,1 1 0,0 0 0,0 0 0,1 0 0,-1 0 0,1 1 0,-1-1 0,1 0 0,0 1 0,0 0 0,0 0 0,0 0 0,1 0 0,-1 0 0,0 1 0,1-1 0,-1 1 0,1 0 0,-1 0 0,6 0 0,7-2 0,0 1 0,1 1 0,25 1 0,-36 0 0,-1 0 0,-1 0 0,0 0 0,1 0 0,-1 1 0,8 2 0,-12-3 0,1 0 0,0 0 0,0 1 0,-1-1 0,1 1 0,0-1 0,-1 1 0,1-1 0,-1 1 0,1-1 0,-1 1 0,1-1 0,-1 1 0,1 0 0,-1-1 0,1 1 0,-1 0 0,0-1 0,1 1 0,-1 0 0,0 0 0,0-1 0,1 1 0,-1 0 0,0 0 0,0-1 0,0 1 0,0 0 0,0 0 0,0 0 0,0-1 0,0 1 0,-1 0 0,1 0 0,0-1 0,0 1 0,-1 1 0,-3 6 0,1 0 0,-1-1 0,-1 1 0,1-1 0,-1 0 0,-8 8 0,5-5 0,-12 20 0,18-26 0,0-1 0,0 1 0,1 0 0,-1-1 0,1 1 0,0 0 0,0 0 0,1 0 0,-1 0 0,1 4 0,0-6 0,0 0 0,0-1 0,0 1 0,1 0 0,-1 0 0,1 0 0,0-1 0,-1 1 0,1 0 0,0-1 0,0 1 0,0-1 0,0 1 0,0-1 0,0 1 0,0-1 0,1 0 0,-1 1 0,0-1 0,1 0 0,-1 0 0,1 0 0,0 0 0,-1 0 0,1-1 0,0 1 0,-1 0 0,1-1 0,0 1 0,0-1 0,2 1 0,8 1 0,-1-1 0,0 0 0,22-2 0,-23 1 0,21 0-31,-21 0-236,1 0 0,0 0 0,-1-1 1,16-3-1,-17 1-6559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5:26.9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 0 24575,'-3'5'0,"0"4"0,0 3 0,0 2 0,2 1 0,2 0 0,2 1 0,2-1 0,1 0 0,1 0 0,3 0 0,1-3 0,-1-4-8191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5:27.1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24575,'0'12'0,"0"7"0,3 2 0,0 1 0,0-2 0,2-2 0,0 0 0,2-5 0,-1-1 0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5:27.3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345 58 24575,'-29'-10'0,"-13"-3"0,-1 0 0,2 3 0,5 3 0,4 3 0,2 4 0,2 2 0,3 4 0,3 0 0,5-1-8191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4:54.8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68 24575,'23'-22'0,"7"-7"0,-27 27 0,0 0 0,0 0 0,-1 0 0,1 1 0,0-1 0,1 1 0,-1-1 0,6-1 0,-8 3 0,0 0 0,-1 0 0,1 0 0,-1 0 0,1 0 0,0 0 0,-1 0 0,1 0 0,-1 1 0,1-1 0,0 0 0,-1 0 0,1 0 0,-1 1 0,1-1 0,-1 0 0,1 1 0,-1-1 0,1 0 0,-1 1 0,1-1 0,-1 1 0,0-1 0,1 1 0,-1-1 0,1 1 0,-1-1 0,0 1 0,0-1 0,1 1 0,-1-1 0,0 1 0,0 0 0,0-1 0,1 1 0,2 26 0,-2-17 0,18 185 0,-4-31 0,47 237 0,-10-72 0,-51-320 0,0-4 0,0 1 0,0 0 0,-1 0 0,0 0 0,0-1 0,-1 8 0,1-13-2,0 1-1,0-1 1,-1 0-1,1 0 1,0 1-1,0-1 1,0 0-1,0 0 1,0 1-1,0-1 1,0 0-1,0 1 1,0-1-1,-1 0 1,1 0-1,0 0 1,0 1-1,0-1 1,-1 0 0,1 0-1,0 1 1,0-1-1,0 0 1,-1 0-1,1 0 1,0 0-1,0 0 1,-1 1-1,1-1 1,0 0-1,-1 0 1,1 0-1,-9-5 202,-5-14-1596,14 18 1312,-6-8-6741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4:55.4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59 39 24575,'-1'-5'0,"0"0"0,-1 0 0,1 0 0,-4-5 0,5 9 0,0 0 0,0 1 0,-1-1 0,1 1 0,0-1 0,-1 1 0,1 0 0,-1-1 0,1 1 0,0-1 0,-1 1 0,1 0 0,-1-1 0,1 1 0,-1 0 0,1-1 0,-1 1 0,1 0 0,-1 0 0,0-1 0,0 1 0,1 1 0,-1-1 0,0 0 0,1 0 0,-1 1 0,1-1 0,-1 0 0,0 0 0,1 1 0,-1-1 0,1 1 0,-1-1 0,1 1 0,-1-1 0,1 1 0,-1-1 0,1 1 0,0-1 0,-1 1 0,1-1 0,0 1 0,-1 1 0,-2 6 0,0 0 0,0 1 0,1-1 0,0 1 0,0 0 0,0 16 0,0-10 0,-4 61-77,4-1 0,2 0-1,16 111 1,56 220-338,-50-295 384,-12-62 21,11 58-10,-18-85 70,-1 0 1,-2 40-1,1-60-22,-1-1-1,-1 0 1,1 1 0,0-1-1,0 1 1,0-1 0,-1 0-1,1 1 1,-1-1 0,1 0-1,-1 1 1,0-1 0,1 0-1,-1 0 1,0 0-1,0 1 1,0-1 0,0 0-1,0 0 1,0 0 0,0 0-1,0-1 1,0 1 0,0 0-1,-1 0 1,1-1 0,0 1-1,-3 0 1,3-1-92,-1 1 0,0-1 0,0 0 0,1 0 0,-1-1 1,0 1-1,1 0 0,-1-1 0,0 1 0,1 0 0,-1-1 0,1 0 1,-1 1-1,1-1 0,-1 0 0,1 0 0,-1 0 0,1 0 0,0 0 0,0 0 1,-1 0-1,1-1 0,-1-1 0,-6-7-6762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4:55.8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617 529 24575,'-180'-293'0,"37"75"0,142 217 0,0-1 0,1 1 0,-1 0 0,0 0 0,0 0 0,0 0 0,0 0 0,0 0 0,0 0 0,-1 0 0,1 0 0,0 1 0,0-1 0,0 0 0,-1 1 0,1-1 0,-1 1 0,1-1 0,0 1 0,-1 0 0,1-1 0,-3 1 0,2 0 0,0 1 0,0-1 0,-1 1 0,1-1 0,0 1 0,0 0 0,0 0 0,-1 0 0,1 0 0,0 0 0,0 1 0,-2 2 0,-5 4 0,0 1 0,1 0 0,0 0 0,-7 12 0,15-21 0,-34 52 0,2 1 0,3 2 0,-27 68 0,25-32-1365,28-79-5461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5:28.0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824 88 24575,'-24'-17'0,"13"9"0,0 0 0,0 1 0,-1 0 0,0 1 0,-23-9 0,28 14 0,-1 0 0,0 1 0,0 0 0,0 0 0,0 0 0,1 1 0,-12 3 0,-18 1 0,-86-3 0,-130-14 0,206 9 0,-21-4 67,-25-1-1499,79 8-5394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5:28.5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 1 24575,'0'3'0,"-1"0"0,1 0 0,-1 0 0,0 1 0,-2 3 0,-2 11 0,4-11 0,0 0 0,1 0 0,0-1 0,1 1 0,-1 0 0,1 0 0,4 12 0,2 2 0,10 21 0,3 10 0,-17-35 120,-3-17-162,0 1-1,0-1 1,0 0-1,0 1 1,0-1-1,0 1 1,0-1 0,0 1-1,0-1 1,0 0-1,0 1 1,0-1-1,-1 1 1,1-1 0,0 0-1,0 1 1,0-1-1,-1 1 1,1-1-1,0 0 1,0 0 0,-1 1-1,1-1 1,0 0-1,-1 1 1,1-1-1,-1 0 1,1 0 0,0 0-1,-1 1 1,1-1-1,0 0 1,-1 0-1,0 0 1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5:28.8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431 72 24575,'-1'-1'0,"0"-1"0,0 1 0,0-1 0,0 1 0,0 0 0,0 0 0,-1 0 0,1-1 0,0 1 0,-1 0 0,1 0 0,-1 1 0,1-1 0,-1 0 0,1 0 0,-1 1 0,1-1 0,-1 1 0,0-1 0,1 1 0,-4 0 0,-4-1 0,0 1 0,1 1 0,-12 1 0,-11 1 0,-9-7 42,1-1 1,-63-16-1,-19-4-1534,103 23-5334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5:31.4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130 9 24575,'-1'-1'0,"-1"0"0,1 0 0,0 0 0,-1 0 0,1 1 0,-1-1 0,1 0 0,-1 1 0,0-1 0,1 1 0,-1 0 0,1 0 0,-1-1 0,0 1 0,1 0 0,-1 0 0,1 1 0,-1-1 0,0 0 0,1 0 0,-3 1 0,2 0 0,0 1 0,0-1 0,0 0 0,0 1 0,0-1 0,1 1 0,-1 0 0,0-1 0,1 1 0,-1 0 0,1 0 0,0 0 0,-3 4 0,-7 18 0,0 0 0,2 1 0,0-1 0,2 2 0,1-1 0,0 1 0,2 0 0,2 0 0,-1 28 0,4-40 52,0 0 0,1 0-1,1 0 1,0 0-1,1 0 1,0-1 0,1 1-1,0-1 1,15 24 0,-7-16-555,1 0 1,19 21 0,12 6-4396,-29-33 2595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5:31.9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24575,'12'24'0,"12"35"0,29 91 0,-28-37 0,-23-99 0,0 1 0,-1 0 0,-1 0 0,0 0 0,-5 25 0,3-32-77,-1 0-1,0 0 0,-1 0 0,1 0 1,-2 0-1,1-1 0,-1 1 1,0-1-1,-7 7 0,7-8-510,-5 7-6238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5:32.9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43 24575,'1'0'0,"22"-9"0,0 0 0,0 2 0,0 1 0,39-5 0,-60 11 0,0 0 0,0 0 0,0 0 0,1 0 0,-1 0 0,0 0 0,0 1 0,0-1 0,1 1 0,-1-1 0,0 1 0,0 0 0,0 0 0,0 0 0,0 0 0,0 0 0,0 0 0,-1 1 0,1-1 0,0 1 0,-1-1 0,1 1 0,-1 0 0,1-1 0,-1 1 0,0 0 0,0 0 0,2 4 0,-2-2 0,0 0 0,0 0 0,0 0 0,-1 0 0,1 0 0,-1 0 0,0 0 0,0 0 0,0 0 0,-1 0 0,0 0 0,0 0 0,0 0 0,0 0 0,-2 4 0,-3 4 0,-1 1 0,0-1 0,-1 0 0,-17 20 0,-12 18 0,36-49 0,1 0 0,-1 0 0,0 0 0,1 0 0,-1 0 0,0 0 0,1 0 0,-1 0 0,1 0 0,0 1 0,-1-1 0,1 0 0,0 0 0,0 0 0,0 1 0,0-1 0,0 0 0,0 0 0,0 1 0,0-1 0,0 0 0,1 0 0,-1 0 0,0 1 0,1-1 0,-1 0 0,1 0 0,0 0 0,-1 0 0,1 0 0,0 0 0,-1 0 0,1 0 0,0 0 0,0 0 0,0 0 0,0 0 0,0-1 0,0 1 0,0 0 0,0-1 0,2 2 0,5 1 0,0 0 0,0 0 0,1-1 0,-1 0 0,10 1 0,-4-1 0,-10-1-76,-1 0 1,1 0-1,0-1 0,0 1 0,0-1 0,0 0 0,0 0 0,0 0 1,0-1-1,-1 0 0,1 1 0,0-1 0,0 0 0,0-1 1,-1 1-1,1-1 0,4-2 0,5-5-6750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5:33.2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24575,'0'3'0,"0"3"0,0 2 0,0 4 0,2-2 0,2 1 0,-1 1 0,2 1 0,2 0 0,3 1 0,2 0 0,1 0 0,2-1 0,-3-5-8191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5:33.4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24575,'10'20'0,"3"8"0,2 3 0,-2-2 0,0-4 0,-3-3 0,0-3 0,-2-2 0,-3-4-8191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5:33.6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160 1 24575,'-29'2'0,"-15"4"0,-3 3 0,8-1-8191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5: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670 31 24575,'-29'-5'0,"-15"-2"0,-7 1 0,-3 1 0,4 1 0,2 2 0,3 1 0,0 0 0,5 1 0,0 1 0,3-1 0,2 0 0,1 3 0,0 0 0,1 0 0,5 0 0,6-1-8191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5:34.3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24575,'0'18'0,"3"68"0,-2-75 0,1 1 0,0 0 0,1-1 0,1 0 0,5 15 0,-3-13-227,1-1-1,0 0 1,0-1-1,1 1 1,13 13-1,-12-16-6598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5:34.6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333 1 24575,'-27'0'0,"-14"0"0,-5 0 0,1 0 0,5 0 0,5 0 0,3 2 0,5 1 0,4 0 0,6 0-8191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5:35.3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329 1 24575,'2'0'0,"-1"0"0,-4 0 0,-3 0 0,-6 0 0,-3 2 0,-2 1 0,-3 0 0,-2 0 0,-3-1 0,-2-1 0,-4-1 0,-1 1 0,-1-1 0,1 0 0,1-3 0,6 0-8191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5:36.0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101 10 24575,'-2'-1'0,"0"-1"0,0 1 0,0 0 0,0 1 0,0-1 0,-1 0 0,1 1 0,0-1 0,0 1 0,0-1 0,-1 1 0,1 0 0,0 0 0,-1 0 0,1 0 0,0 1 0,0-1 0,0 0 0,-1 1 0,1 0 0,0-1 0,0 1 0,0 0 0,0 0 0,0 0 0,0 1 0,0-1 0,0 0 0,1 1 0,-1-1 0,0 1 0,1 0 0,-1-1 0,1 1 0,0 0 0,-1 0 0,1 0 0,0 0 0,0 0 0,-1 4 0,-3 6 0,1 0 0,1 0 0,0 0 0,1 0 0,0 1 0,0-1 0,2 1 0,0-1 0,0 1 0,1 0 0,0-1 0,1 0 0,1 1 0,5 15 0,-2-10 0,1-1 0,0 1 0,1-1 0,2 0 0,-1-1 0,2 0 0,0-1 0,25 26 0,28 24-1365,-54-54-5461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5:36.5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24575,'12'27'0,"7"16"0,0 6 0,-1 2 0,-1-1 0,-3-3 0,-5-6 0,-3-4 0,-2-3 0,-3-4 0,-1 0 0,-3-2 0,-4-3 0,-2-3 0,-3-2 0,-2-3 0,0-4 0,1-5-8191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5:39.7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362 89 24575,'56'-5'0,"-30"3"0,43-8 0,-68 10 0,-1 0 0,1 0 0,-1 0 0,1 0 0,-1 0 0,1 0 0,-1 0 0,1-1 0,-1 1 0,1 0 0,-1 0 0,0 0 0,1 0 0,-1-1 0,1 1 0,-1 0 0,0-1 0,1 1 0,-1 0 0,0-1 0,1 1 0,-1 0 0,0-1 0,1 1 0,-1-1 0,0 1 0,0 0 0,0-1 0,1 1 0,-1-1 0,0 1 0,0-1 0,0 0 0,0 0 0,-1 0 0,1 0 0,-1 0 0,1 0 0,-1 0 0,0 0 0,1 0 0,-1 0 0,0 1 0,0-1 0,0 0 0,1 0 0,-3 0 0,-4-4 0,0 0 0,-14-6 0,11 6 0,1 1 0,-1 0 0,0 1 0,-1 0 0,1 0 0,0 1 0,-1 1 0,-11-1 0,-195 3 0,212-1 0,-1 1 0,1-1 0,0 1 0,0 0 0,0 0 0,-1 1 0,1 0 0,1 0 0,-1 0 0,0 0 0,-7 6 0,5-4 0,1 1 0,0 1 0,0-1 0,0 1 0,1 0 0,0 1 0,-6 8 0,6-7 0,0 1 0,0 1 0,1-1 0,0 1 0,0-1 0,1 1 0,1 0 0,0 1 0,0-1 0,1 0 0,0 0 0,1 15 0,0-21 0,1 0 0,0 0 0,0 0 0,0-1 0,1 1 0,-1 0 0,1-1 0,0 1 0,0-1 0,0 0 0,0 1 0,1-1 0,-1 0 0,1 0 0,0-1 0,6 6 0,4 1 0,1 0 0,27 13 0,-13-7 0,32 19 0,86 50 0,-101-55 0,47 39 0,-86-63 0,0 0 0,0 1 0,-1 0 0,0 0 0,0 1 0,0-1 0,-1 1 0,0 0 0,3 8 0,-5-10 0,0 0 0,0 0 0,-1 0 0,0 1 0,0-1 0,0 0 0,-1 0 0,0 1 0,0-1 0,0 0 0,-1 1 0,1-1 0,-1 0 0,-3 10 0,2-11 0,0 1 0,-1-1 0,1 0 0,-1 0 0,1 1 0,-1-2 0,0 1 0,-1 0 0,1-1 0,-1 1 0,1-1 0,-1 0 0,0 0 0,0-1 0,0 1 0,-1-1 0,-8 4 0,-4 0 0,-1-1 0,0 0 0,-26 2 0,25-4 0,-22 2-84,-1-2 0,-52-2 0,51-2-1029,31 1-5713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5:42.6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18 24575,'11'-4'0,"-5"1"0,0 1 0,0 0 0,0 0 0,0 1 0,0 0 0,0 0 0,0 0 0,0 1 0,0-1 0,12 3 0,-17-2 0,0 0 0,0 1 0,0-1 0,0 0 0,-1 1 0,1-1 0,0 1 0,0-1 0,-1 1 0,1 0 0,-1-1 0,1 1 0,0 0 0,-1-1 0,1 1 0,-1 0 0,1 0 0,-1 0 0,0-1 0,1 1 0,-1 0 0,0 0 0,1 0 0,-1 0 0,0 0 0,0-1 0,0 1 0,0 0 0,0 0 0,0 0 0,0 0 0,0 0 0,0 0 0,-1 0 0,1 0 0,-1 1 0,-1 5 0,0-1 0,0 1 0,-6 10 0,6-14 0,-17 38 0,3 1 0,1 1 0,1 0 0,3 1 0,2 0 0,1 1 0,3 0 0,2 0 0,1 0 0,8 77 0,-3-98 0,2 0 0,0-1 0,2 1 0,0-1 0,1-1 0,2 1 0,0-2 0,2 1 0,0-1 0,1-1 0,1-1 0,1 1 0,1-2 0,0 0 0,1-1 0,1-1 0,36 25 0,-49-38-136,0-1-1,-1 1 1,1-1-1,0 0 1,1 0-1,-1-1 1,0 1-1,0-1 0,8 0 1,-1 0-6690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5:43.1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61 1 24575,'-1'13'0,"1"0"0,0 0 0,1 0 0,1 0 0,0 0 0,1-1 0,7 21 0,15 20 0,33 52 0,-15-30 0,-25-43 0,32 66 0,-46-88 0,0 0 0,0 1 0,-2-1 0,1 1 0,-1 0 0,-1 0 0,1 20 0,-2-29 0,0 1 0,-1-1 0,1 0 0,0 1 0,-1-1 0,1 0 0,-1 1 0,0-1 0,0 0 0,0 0 0,0 0 0,0 1 0,0-1 0,-1 0 0,1-1 0,-1 1 0,1 0 0,-1 0 0,0-1 0,0 1 0,1-1 0,-1 1 0,0-1 0,0 0 0,-1 1 0,1-1 0,0-1 0,0 1 0,-1 0 0,1 0 0,0-1 0,-1 1 0,1-1 0,-4 0 0,-2 1 0,0-1 0,0-1 0,0 1 0,0-2 0,0 1 0,1-1 0,-1 0 0,0 0 0,-9-5 0,5 1 0,-1 0 0,1-1 0,-1-1 0,2 0 0,-1 0 0,-12-14 0,19 17 0,0-1 0,0 1 0,0-1 0,1-1 0,0 1 0,0-1 0,1 1 0,-1-1 0,1 0 0,1 0 0,0-1 0,0 1 0,-2-11 0,3 11 0,1 0 0,-1 0 0,1 0 0,1 0 0,1-13 0,-1 17 0,0 0 0,0 0 0,0 0 0,0 0 0,0 0 0,1 1 0,0-1 0,-1 0 0,1 1 0,0-1 0,0 1 0,0 0 0,0-1 0,1 1 0,4-3 0,8-4 0,1 0 0,1 2 0,31-12 0,-35 15 0,1-1 0,-1 0 0,0-1 0,0 0 0,-1-1 0,0-1 0,15-11 0,-15 7-1365,-2 3-5461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5:43.3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24575,'0'2'0,"0"4"0,0 3 0,0 2 0,0 0-8191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5:44.1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1 538 24575,'29'6'0,"-1"-2"0,1 0 0,0-2 0,46-3 0,-74 1 0,1 0 0,-1-1 0,0 1 0,1 0 0,-1 0 0,1-1 0,-1 1 0,0-1 0,1 1 0,-1-1 0,0 0 0,0 1 0,1-1 0,1-1 0,-3 1 0,0 1 0,0 0 0,0-1 0,0 1 0,1 0 0,-1-1 0,0 1 0,0 0 0,0-1 0,0 1 0,0 0 0,0-1 0,0 1 0,0 0 0,0-1 0,0 1 0,0-1 0,0 1 0,0 0 0,0-1 0,0 1 0,0-1 0,-10-10 0,-2 1 0,-21-12 0,21 15 0,1 0 0,0-1 0,-12-12 0,12 9 0,1-1 0,0-1 0,1 0 0,0 0 0,1-1 0,0 1 0,1-2 0,1 1 0,1-1 0,0 0 0,-4-21 0,7 26 0,1 0 0,0 0 0,0-1 0,1 1 0,1-1 0,-1 1 0,6-20 0,-4 22 0,0 1 0,1-1 0,0 1 0,1 0 0,-1 0 0,1 0 0,1 0 0,-1 1 0,1 0 0,0 0 0,8-7 0,-3 4 0,1 1 0,0 1 0,0-1 0,1 2 0,0 0 0,0 0 0,0 1 0,1 0 0,-1 1 0,1 1 0,0 0 0,0 1 0,1 0 0,-1 1 0,0 0 0,1 1 0,23 3 0,-32-2 0,-1-1 0,1 1 0,-1 0 0,1 0 0,-1 1 0,0-1 0,0 1 0,1 0 0,-1 0 0,-1 1 0,1-1 0,0 1 0,0 0 0,-1-1 0,0 2 0,0-1 0,0 0 0,0 1 0,5 7 0,-5-5 0,0 0 0,0 1 0,-1 0 0,0 0 0,0 0 0,0 0 0,-1 0 0,0 0 0,0 0 0,-1 0 0,-1 14 0,-3 9 0,-2 0 0,-16 52 0,14-54 0,1-7 0,-5 20 0,11-38 0,1 0 0,-1 0 0,1 0 0,0 0 0,0 1 0,0-1 0,0 0 0,1 0 0,-1 0 0,2 5 0,-1-6 0,0-1 0,0 0 0,0 1 0,1-1 0,-1 0 0,0 0 0,0 1 0,1-1 0,-1 0 0,0 0 0,1 0 0,-1-1 0,1 1 0,-1 0 0,1-1 0,0 1 0,-1 0 0,1-1 0,0 0 0,-1 1 0,1-1 0,0 0 0,-1 0 0,3 0 0,4 0 0,-1 0 0,0-1 0,1 0 0,8-2 0,33-5-59,17-5 220,-59 12-345,-1-1 1,0 0 0,0-1-1,0 1 1,0-1 0,0-1-1,9-6 1,-6 2-6643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5:44.4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24575,'16'3'0,"0"1"0,-1 0 0,1 1 0,-1 0 0,0 1 0,0 1 0,0 1 0,-1 0 0,0 1 0,-1 0 0,0 1 0,0 0 0,-1 1 0,-1 1 0,0 0 0,0 0 0,17 27 0,-8-4 0,-2 1 0,-1 0 0,18 57 0,-15-24 0,12 75 0,-27-118 0,-1 0 0,-1 0 0,-1 1 0,-2 36 0,-1-56 0,0 0 0,0 1 0,0-1 0,-1 0 0,0 0 0,0 0 0,-1 0 0,0-1 0,0 1 0,-1-1 0,0 1 0,0-1 0,0 0 0,-1-1 0,0 1 0,0-1 0,0 0 0,-1 0 0,1 0 0,-10 5 0,-2-1-1365,3-3-5461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5:45.0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273 19 24575,'-65'1'0,"-72"-2"0,127-1-273,1 1 0,-1-1 0,1 0 0,-11-5 0,7 2-6553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5:45.3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358 69 24575,'-30'-12'0,"-14"-5"0,-5 2 0,2 2 0,3 4 0,6 6 0,6 3 0,3 5 0,4 1 0,6-1-8191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5:48.1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47 24575,'0'-2'0,"0"0"0,0 0 0,1 0 0,-1 1 0,1-1 0,-1 0 0,1 0 0,-1 0 0,1 1 0,0-1 0,0 0 0,0 1 0,0-1 0,0 1 0,0-1 0,1 1 0,-1 0 0,0-1 0,1 1 0,-1 0 0,1 0 0,-1 0 0,1 0 0,0 0 0,-1 0 0,1 0 0,0 1 0,0-1 0,-1 1 0,1-1 0,0 1 0,2-1 0,8 0 0,0-1 0,1 2 0,23 1 0,-20-1 0,-6 1 0,8-1 0,0 1 0,0 0 0,18 5 0,-33-5 0,1 0 0,0 0 0,0 0 0,-1 0 0,1 1 0,0 0 0,-1-1 0,1 1 0,-1 0 0,0 1 0,0-1 0,0 1 0,0-1 0,0 1 0,-1 0 0,1 0 0,-1 0 0,1 0 0,2 7 0,-4-7 0,0-1 0,-1 0 0,1 1 0,-1-1 0,0 0 0,0 1 0,0-1 0,0 1 0,0-1 0,0 0 0,-1 1 0,1-1 0,-1 0 0,1 1 0,-1-1 0,0 0 0,0 0 0,-2 4 0,-2 3 0,-1 0 0,-13 15 0,8-11 0,-29 32 0,28-33 0,1 0 0,0 1 0,-9 14 0,20-26 0,-1 1 0,0-1 0,0 0 0,1 0 0,-1 0 0,1 0 0,-1 1 0,1-1 0,-1 0 0,1 0 0,0 1 0,0-1 0,-1 0 0,1 1 0,0-1 0,0 0 0,0 1 0,1-1 0,-1 0 0,0 0 0,0 1 0,1 1 0,0-2 0,0 0 0,0 0 0,0 1 0,0-1 0,0 0 0,1 0 0,-1 0 0,0 0 0,1-1 0,-1 1 0,0 0 0,1 0 0,-1-1 0,1 1 0,2 0 0,6 1 0,1 0 0,-1-1 0,0-1 0,14 0 0,-23 0 0,31 0-118,-8 0-132,0 0 1,0-2 0,0 0-1,44-12 1,-56 10-6577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5:48.5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24575,'0'3'0,"0"2"0,3 2 0,2 1 0,2 2 0,1 1 0,2 2 0,2 1 0,1 1 0,1 0 0,-2-1 0,-1 1 0,1-3 0,0 0 0,1-1 0,0 1 0,1-2 0,-2-2-8191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5:48.7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24575,'10'10'0,"3"5"0,2 4 0,0-1 0,1 1 0,-2-2 0,-2 0 0,0-1 0,-2-1 0,-3-3-8191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5:48.9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432 66 24575,'-30'-12'0,"-14"-5"0,-2 2 0,1 2 0,4 7 0,4 3 0,3 6 0,6 4 0,1 1 0,2 2 0,-1 1 0,0 2 0,3-2-8191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5:49.4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1036 1 24575,'-147'8'0,"-174"11"0,221-16 0,-128 4 0,158-3-29,-81 7-1307,133-8-5490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5:49.9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24575,'0'13'0,"0"0"0,1 0 0,1 0 0,0 0 0,1 0 0,0 0 0,1-1 0,0 1 0,7 12 0,30 49 0,-23-45 0,13 32 0,-29-55 24,1 0 0,-1 0 0,-1 1 0,2 7 0,-2-12-107,-1 0 1,0 0-1,0 0 1,0 0-1,0 0 1,0 0-1,0 0 1,-1 0-1,1 0 1,0 0-1,-1 0 1,0 0-1,1 0 1,-1 0-1,0 0 1,0-1-1,-2 3 1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5:50.3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536 10 24575,'0'0'0,"1"0"0,-1 0 0,0 0 0,0 0 0,0-1 0,1 1 0,-1 0 0,0 0 0,0 0 0,0 0 0,0-1 0,0 1 0,0 0 0,1 0 0,-1 0 0,0-1 0,0 1 0,0 0 0,0 0 0,0 0 0,0-1 0,0 1 0,0 0 0,0 0 0,0 0 0,0-1 0,0 1 0,0 0 0,0 0 0,0-1 0,0 1 0,0 0 0,0 0 0,0 0 0,0-1 0,-1 1 0,-7-3 0,-14 5 0,-37 4 0,0-2 0,-73-5 0,51 0 0,-83 1-1365,152 0-5461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5:52.0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799 53 24575,'41'-7'0,"17"-3"0,74-23 0,-114 31 0,-14 3 0,-12 5 0,-5-1 0,0 0 0,0-1 0,0-1 0,-1 0 0,-26 2 0,31-4 0,-73 5 0,-96-6 0,83-1 0,-139 10 0,59 16 0,156-21 0,-85 11 0,72-10 0,31-5 0,1 0 0,0 0 0,0 0 0,0 0 0,0 0 0,0 0 0,0 0 0,0 0 0,0 0 0,0 0 0,0 0 0,0 0 0,0 0 0,0 0 0,-1 0 0,1 0 0,0 0 0,0 1 0,0-1 0,0 0 0,0 0 0,0 0 0,0 0 0,0 0 0,0 0 0,0 0 0,0 0 0,0 0 0,0 0 0,0 0 0,0 0 0,0 0 0,0 1 0,0-1 0,0 0 0,0 0 0,0 0 0,0 0 0,0 0 0,0 0 0,0 0 0,0 0 0,0 0 0,0 0 0,0 0 0,0 0 0,0 1 0,0-1 0,0 0 0,0 0 0,0 0 0,0 0 0,1 0 0,-1 0 0,0 0 0,0 0 0,0 0 0,0 0 0,7 4 0,8 3 0,166 49 0,91 34 0,-263-87 0,4 2 0,1 1 0,-1 0 0,0 0 0,-1 2 0,1-1 0,15 14 0,-27-20 0,0 0 0,0 0 0,0 0 0,0 1 0,0-1 0,-1 0 0,1 0 0,0 0 0,-1 1 0,1-1 0,-1 0 0,1 0 0,-1 1 0,1-1 0,-1 1 0,0-1 0,0 0 0,0 1 0,0-1 0,0 1 0,0-1 0,0 0 0,0 1 0,-1-1 0,1 0 0,0 1 0,-1-1 0,1 0 0,-1 1 0,1-1 0,-1 0 0,0 0 0,0 1 0,0-1 0,1 0 0,-1 0 0,0 0 0,-2 1 0,-3 4 0,-1-1 0,0 1 0,0-1 0,-15 7 0,-299 173 0,280-160 0,-67 46 0,99-65 0,-1 0 0,-10 5 0,-10 5 0,30-15 0,-1-1 0,0 0 0,1 0 0,-1 1 0,1-1 0,-1 1 0,1-1 0,-1 0 0,1 1 0,-1-1 0,1 1 0,-1-1 0,1 1 0,0-1 0,-1 1 0,1-1 0,0 1 0,-1 0 0,1-1 0,0 1 0,0-1 0,0 1 0,-1 1 0,2-2 0,-1 1 0,0-1 0,1 1 0,-1-1 0,0 1 0,1-1 0,-1 1 0,1-1 0,-1 0 0,1 1 0,-1-1 0,1 0 0,-1 1 0,1-1 0,-1 0 0,1 0 0,-1 1 0,1-1 0,-1 0 0,2 0 0,4 1 0,1 1 0,-1-2 0,10 1 0,38-1 0,79 5 0,250 5 0,-260-11 0,159-7-271,14 0-20,-289 8 406,-5 0-187,0 0 0,1 0-1,-1 0 1,0 0 0,1 0-1,-1 0 1,0 1 0,1-1 0,-1 1-1,0-1 1,0 1 0,1 0 0,1 1-1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5:52.8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 38 24575,'-19'-37'0,"44"190"0,-11-83 0,28 77 0,-24-79 0,-15-57 0,-3-10-136,0 1-1,1-1 1,-1 1-1,0 0 1,0-1-1,0 1 1,0 0-1,0-1 0,0 3 1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5:53.2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194 16 24575,'-1'-1'0,"1"0"0,-1 0 0,1 0 0,-1 0 0,0 0 0,1 0 0,-1 0 0,0 1 0,0-1 0,0 0 0,1 0 0,-1 1 0,0-1 0,0 1 0,0-1 0,0 1 0,0-1 0,0 1 0,0-1 0,0 1 0,0 0 0,-1-1 0,1 1 0,0 0 0,0 0 0,0 0 0,0 0 0,0 0 0,0 0 0,0 0 0,-1 1 0,1-1 0,0 0 0,0 1 0,0-1 0,-1 1 0,-6 3 0,2-1 0,-1 1 0,0 1 0,-8 6 0,2-1 0,3-4 0,-1 0 0,-14 5 0,16-7 0,-1 0 0,2 0 0,-15 10 0,22-14 0,1 0 0,0 1 0,-1-1 0,1 1 0,-1-1 0,1 0 0,0 1 0,-1-1 0,1 1 0,0-1 0,-1 1 0,1 0 0,0-1 0,0 1 0,0-1 0,-1 1 0,1-1 0,0 1 0,0 0 0,0-1 0,0 1 0,0-1 0,0 1 0,0 0 0,0-1 0,0 1 0,1-1 0,-1 1 0,0-1 0,0 1 0,0-1 0,1 1 0,-1 0 0,0-1 0,0 1 0,1-1 0,-1 0 0,1 1 0,-1-1 0,0 1 0,1-1 0,-1 1 0,1-1 0,-1 0 0,1 1 0,-1-1 0,2 0 0,2 3 0,0 0 0,0 0 0,1-1 0,5 3 0,38 13 0,1-1 0,96 18 0,-125-32-682,38 1-1,-46-4-6143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5:56.5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416 105 24575,'-111'-64'0,"94"57"0,0-1 0,0 2 0,0 0 0,-36-6 0,49 11 0,1 1 0,-1 0 0,1 0 0,-1 0 0,1 0 0,0 1 0,-1 0 0,1-1 0,-1 1 0,1 0 0,0 0 0,-1 1 0,1-1 0,0 1 0,0 0 0,0 0 0,0 0 0,1 0 0,-1 0 0,0 0 0,1 1 0,-1-1 0,-2 6 0,0-1 0,1 0 0,-1 0 0,2 1 0,-1 0 0,1 0 0,0 0 0,1 0 0,-3 15 0,3-17 0,1 0 0,1 1 0,-1-1 0,1 0 0,0 1 0,0-1 0,1 0 0,0 1 0,0-1 0,0 0 0,1 0 0,0 1 0,0-2 0,1 1 0,-1 0 0,1 0 0,1-1 0,-1 1 0,1-1 0,0 0 0,0 0 0,9 8 0,81 63 0,4 4 0,-69-55 0,-8-8 0,-1 2 0,22 25 0,-38-39 0,0 1 0,0-1 0,0 1 0,-1 0 0,1 0 0,-1 0 0,-1 0 0,1 1 0,-1-1 0,0 1 0,-1 0 0,0-1 0,0 1 0,0 7 0,-1-11 0,0 0 0,0 0 0,-1 0 0,1 0 0,-1 0 0,0-1 0,0 1 0,0 0 0,0 0 0,0-1 0,0 1 0,-1 0 0,0-1 0,1 1 0,-1-1 0,-2 2 0,0 0 0,0-1 0,1 0 0,-2 0 0,1-1 0,0 1 0,0-1 0,-1 0 0,-8 3 0,-3-1 0,-1-1 0,1 0 0,0-1 0,-28-1 0,-149-3 0,147-4 0,42 6 0,1-1 0,0 0 0,-1 0 0,1 0 0,0-1 0,0 1 0,0-1 0,0 1 0,0-1 0,0 0 0,-3-4 0,5 5 0,0 0 0,1 0 0,-1 0 0,0 0 0,1 0 0,-1 0 0,1-1 0,-1 1 0,1 0 0,0 0 0,0-1 0,-1 1 0,1 0 0,0 0 0,0-1 0,0 1 0,0 0 0,1 0 0,-1-1 0,0 1 0,0 0 0,1 0 0,-1-1 0,1 1 0,-1 0 0,1 0 0,-1 0 0,1 0 0,0 0 0,0 0 0,-1 0 0,1 0 0,2-1 0,1-4 0,1 1 0,0 1 0,1-1 0,10-6 0,-1 2 9,0 2 0,0 0-1,1 1 1,0 0 0,30-5-1,13-6-1425,-45 13-5409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5:57.2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88 39 24575,'2'-5'0,"7"-16"0,-9 20 0,1 0 0,-1 0 0,0 1 0,1-1 0,-1 0 0,1 0 0,0 1 0,-1-1 0,1 0 0,-1 1 0,1-1 0,0 0 0,0 1 0,-1-1 0,1 1 0,0-1 0,1 0 0,-2 2 0,0-1 0,1 0 0,-1 0 0,0 1 0,1-1 0,-1 0 0,0 0 0,0 1 0,1-1 0,-1 0 0,0 1 0,0-1 0,0 0 0,0 1 0,1-1 0,-1 0 0,0 1 0,0-1 0,0 0 0,0 1 0,0-1 0,0 0 0,0 1 0,0-1 0,0 1 0,0-1 0,0 0 0,0 1 0,0-1 0,0 0 0,0 1 0,-1 0 0,-1 14 0,-45 143 0,6-22 0,33-107 0,3 1 0,-5 51 0,9-53 0,1 0 0,5 40 0,-2-53 0,0 1 0,1-1 0,0-1 0,1 1 0,1-1 0,7 15 0,0-6 0,1 0 0,0 0 0,2-2 0,0 0 0,2 0 0,0-2 0,1 0 0,32 23 0,-24-28-1365,-15-10-5461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5:58.1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0 550 24575,'54'0'0,"64"9"0,-29-1 0,-76-8 0,-1-1 0,1 0 0,-1 0 0,1-1 0,12-4 0,-24 6 0,0-1 0,-1 1 0,1 0 0,0 0 0,0-1 0,0 1 0,0 0 0,-1-1 0,1 1 0,0-1 0,0 1 0,-1-1 0,1 1 0,0-1 0,-1 1 0,1-1 0,-1 0 0,1 1 0,0-2 0,-1 1 0,0 0 0,0 1 0,-1-1 0,1 1 0,0-1 0,-1 1 0,1-1 0,-1 1 0,1-1 0,0 1 0,-1-1 0,1 1 0,-1 0 0,1-1 0,-1 1 0,1 0 0,-1-1 0,0 1 0,1 0 0,-1 0 0,1 0 0,-1-1 0,0 1 0,1 0 0,-1 0 0,1 0 0,-2 0 0,-37-8 0,22 5 0,1-1 0,-1 0 0,-25-11 0,37 12 0,-1 1 0,1-1 0,1 0 0,-1-1 0,0 1 0,1-1 0,0 0 0,0 0 0,0 0 0,0-1 0,1 1 0,0-1 0,0 0 0,0 0 0,-2-5 0,0-2 0,1 0 0,0 0 0,1 0 0,1 0 0,-3-23 0,4 4 0,3-36 0,-1 54 0,1 1 0,1 0 0,-1 0 0,2 0 0,0 0 0,0 0 0,1 1 0,0-1 0,1 1 0,0 1 0,1-1 0,0 1 0,1 0 0,11-10 0,-13 14 0,0 0 0,0 1 0,1 0 0,-1 0 0,1 0 0,0 1 0,1 0 0,-1 1 0,1-1 0,-1 1 0,1 1 0,0 0 0,0 0 0,0 0 0,0 1 0,0 0 0,1 1 0,-1 0 0,0 0 0,0 1 0,1 0 0,9 2 0,-8 0 0,0 0 0,0 0 0,0 1 0,0 1 0,0 0 0,-1 0 0,0 0 0,0 2 0,15 13 0,-18-15 0,-1 2 0,0-1 0,0 0 0,0 1 0,-1 0 0,0 0 0,0 0 0,-1 1 0,0-1 0,0 1 0,-1 0 0,0 0 0,2 13 0,-3-7 0,0 1 0,-1-1 0,-1 0 0,0 0 0,-1 0 0,-1 0 0,-5 17 0,-39 92 0,32-88 0,13-30 0,0 0 0,1 1 0,-1-1 0,-1 11 0,3-15 0,0 0 0,-1 1 0,1-1 0,0 0 0,0 0 0,0 0 0,1 1 0,-1-1 0,0 0 0,0 0 0,1 0 0,-1 0 0,1 0 0,-1 0 0,1 1 0,-1-1 0,1 0 0,-1 0 0,1-1 0,0 1 0,0 0 0,0 0 0,-1 0 0,1 0 0,0-1 0,0 1 0,0 0 0,0-1 0,2 2 0,8 2 0,1-1 0,0 0 0,0 0 0,0-1 0,18 0 0,61-3 0,-26-6 105,7-1-1575,-59 8-5356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6:01.2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353 46 24575,'-29'-8'0,"-13"-2"0,-1 1 0,2 2 0,5 1 0,6 3 0,7 1 0,3 1 0,4 4 0,2 0 0,0 1 0,1-1 0,2 1 0,1 1 0,-1-1 0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6:01.7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24575,'82'191'0,"-4"-11"0,-50-113 0,-1-5 0,28 103 0,-54-161 0,0 1 0,0 0 0,-1 0 0,1-1 0,-1 1 0,-1 0 0,1 0 0,-1 5 0,0-9 0,1 0 0,0 0 0,0 0 0,-1 0 0,1 0 0,0 0 0,-1 0 0,1 0 0,-1-1 0,1 1 0,-1 0 0,0 0 0,1 0 0,-1-1 0,0 1 0,1 0 0,-1-1 0,0 1 0,0-1 0,0 1 0,1 0 0,-1-1 0,0 0 0,0 1 0,0-1 0,0 0 0,0 1 0,0-1 0,0 0 0,0 0 0,0 0 0,0 0 0,0 0 0,0 0 0,0 0 0,0 0 0,0 0 0,0-1 0,0 1 0,0 0 0,0 0 0,0-1 0,0 1 0,-1-1 0,-9-5-1365,2 1-5461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6:02.0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142 1 24575,'-12'2'0,"-1"1"0,1 0 0,-1 1 0,1 1 0,0 0 0,1 0 0,-1 1 0,-20 15 0,31-20 0,0 0 0,0 0 0,0 0 0,0 0 0,0 0 0,0 0 0,1 0 0,-1 0 0,0 0 0,1 0 0,-1 0 0,1 1 0,-1-1 0,1 0 0,-1 0 0,1 1 0,0-1 0,0 0 0,0 1 0,0-1 0,0 0 0,0 1 0,0-1 0,0 0 0,0 1 0,1-1 0,-1 0 0,0 0 0,1 1 0,-1-1 0,1 0 0,0 0 0,-1 0 0,1 0 0,1 2 0,1 1 0,0 0 0,1-1 0,-1 0 0,1 0 0,0 0 0,-1 0 0,1 0 0,7 3 0,17 5 0,0-1 0,1-1 0,0-1 0,51 6 0,-73-13 0,3 1 0,1 0 0,0-1 0,0 0 0,-1-1 0,1 0 0,21-3 0,-32 3-2,1 0-1,-1 0 1,0 0-1,1 0 1,-1-1-1,1 1 1,-1 0-1,1 0 1,-1 0-1,0 0 1,1-1-1,-1 1 1,0 0-1,1 0 1,-1-1-1,0 1 1,1 0-1,-1-1 0,0 1 1,1-1-1,-1 1 1,0 0-1,0-1 1,0 1-1,1 0 1,-1-1-1,0 1 1,0-1-1,0 1 1,0-1-1,0 0 1,0 0 17,0 0 1,0 0-1,-1 0 0,1 0 1,-1 0-1,1 0 1,-1 0-1,1 0 0,-1 1 1,0-1-1,1 0 1,-2-1-1,-3-2-386,1 0-1,-1 0 1,-7-4 0,-1 1-6455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6:02.8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116 562 24575,'4'-4'0,"-2"2"0,0 0 0,0 0 0,0 0 0,0 1 0,0-1 0,0 0 0,1 1 0,-1-1 0,0 1 0,1 0 0,-1 0 0,1 0 0,0 0 0,4-1 0,3 1 0,0 0 0,16 2 0,-19-1 0,0 1 0,-1-1 0,1-1 0,0 1 0,-1-1 0,1 0 0,11-4 0,-17 5 0,-1 0 0,1 0 0,0-1 0,-1 1 0,1 0 0,0-1 0,-1 1 0,1 0 0,-1-1 0,1 1 0,0-1 0,-1 1 0,1-1 0,-1 1 0,1-1 0,-1 1 0,0-1 0,1 0 0,-1 1 0,0-1 0,1 1 0,-1-1 0,0 0 0,0 1 0,1-1 0,-1 0 0,0 0 0,0 0 0,0 0 0,-1-1 0,1 1 0,0 0 0,-1-1 0,0 1 0,1 0 0,-1 0 0,0 0 0,1 0 0,-1 0 0,0 0 0,0 0 0,-2-2 0,-4-3 0,0 0 0,-1 1 0,-9-5 0,16 9 0,-17-10 0,1 0 0,0-2 0,1 0 0,0 0 0,-23-28 0,22 20 0,0-1 0,2-1 0,-24-45 0,35 61 0,1-1 0,0 1 0,1-1 0,-1 1 0,1-1 0,1 0 0,0 0 0,0 0 0,0 0 0,1 0 0,0 0 0,1 0 0,2-13 0,-2 16 0,1 0 0,0 0 0,0 0 0,0 0 0,0 1 0,1-1 0,0 0 0,0 1 0,0 0 0,0 0 0,1 0 0,-1 0 0,1 0 0,0 1 0,0-1 0,1 1 0,-1 0 0,1 0 0,-1 1 0,1 0 0,6-3 0,4 0 0,0 1 0,1 1 0,-1 0 0,1 1 0,0 1 0,0 0 0,-1 1 0,1 1 0,29 4 0,-22 0 0,0 0 0,-1 2 0,1 0 0,-2 1 0,1 1 0,21 14 0,-34-18 0,0 0 0,-1 1 0,0 0 0,0 1 0,0 0 0,9 11 0,-14-15 0,-1 0 0,0 0 0,0 0 0,0 1 0,0-1 0,-1 1 0,1-1 0,-1 1 0,0-1 0,0 1 0,0 0 0,0 0 0,-1 0 0,0 0 0,1-1 0,-1 1 0,-1 0 0,1 0 0,-1 0 0,0 3 0,-3 5 0,-1 0 0,0-1 0,-1 0 0,0 0 0,-1-1 0,-15 20 0,11-15 0,-19 32 0,27-42 0,1 0 0,-1 1 0,1 0 0,1-1 0,-1 1 0,1 0 0,0 0 0,0 0 0,1 0 0,-1 7 0,2-10 0,-1 0 0,0-1 0,1 1 0,-1 0 0,1-1 0,0 1 0,0-1 0,0 1 0,0-1 0,0 1 0,0-1 0,1 0 0,-1 0 0,1 1 0,0-1 0,2 2 0,-1-1 0,0-1 0,1 1 0,0-1 0,-1 0 0,1 0 0,0 0 0,0-1 0,0 1 0,5 1 0,8 0 0,-1-1 0,1 0 0,0-2 0,18 0 0,-30 0 0,19 0-111,-13 0-45,-1 0-1,1 0 0,0-1 0,-1 0 0,0-1 1,1 0-1,13-5 0,-12 1-6669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6:03.2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272 39 24575,'-7'-5'0,"1"0"0,-1 0 0,-1 1 0,1 0 0,0 0 0,-17-5 0,22 8 0,0 0 0,0 1 0,0 0 0,0-1 0,0 1 0,0 0 0,0 0 0,0 0 0,0 0 0,0 1 0,0-1 0,0 1 0,0-1 0,-3 2 0,4-1 0,-1 0 0,1 0 0,0 0 0,-1 0 0,1 0 0,0 0 0,0 0 0,0 1 0,0-1 0,0 0 0,0 1 0,0-1 0,0 1 0,1-1 0,-1 1 0,1 0 0,-1-1 0,1 1 0,-1 0 0,1 1 0,-1 3 0,1 0 0,0 0 0,0 0 0,1 0 0,0 0 0,0 0 0,0 0 0,1-1 0,-1 1 0,1 0 0,6 10 0,-1-3 0,0-1 0,1 1 0,16 19 0,-5-11 0,41 33 0,-59-54 0,0 1 0,-1-1 0,1 1 0,0 0 0,0-1 0,-1 1 0,1 0 0,-1 0 0,1-1 0,0 1 0,-1 0 0,1 0 0,-1 0 0,0 0 0,1 0 0,-1 0 0,1 1 0,-2-2 0,1 1 0,0-1 0,0 1 0,0-1 0,0 0 0,-1 1 0,1-1 0,0 1 0,0-1 0,-1 0 0,1 1 0,0-1 0,-1 0 0,1 1 0,0-1 0,-1 0 0,1 1 0,-1-1 0,1 0 0,0 0 0,-1 0 0,1 1 0,-1-1 0,1 0 0,-1 0 0,-6 2 0,0-1 0,0 0 0,-14 0 0,7 0 0,-207 9-1365,202-10-5461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6:03.8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56 24575,'3'-5'0,"0"1"0,0 0 0,1 0 0,0 0 0,-1 0 0,1 0 0,1 1 0,-1 0 0,0 0 0,1 0 0,0 0 0,-1 1 0,1-1 0,6-1 0,-7 3 0,0 1 0,0-1 0,0 0 0,1 1 0,-1 0 0,0 0 0,0 0 0,0 1 0,1-1 0,-1 1 0,0 0 0,0 0 0,0 1 0,0-1 0,-1 1 0,1 0 0,0 0 0,5 4 0,11 8 0,-1 2 0,0 0 0,-1 2 0,-1 0 0,24 33 0,-15-13 0,-1 1 0,22 49 0,-35-61 0,0 1 0,-2 0 0,-2 1 0,0 0 0,-2 1 0,-1-1 0,-2 1 0,1 36 0,-5-30 0,-1 0 0,-2-1 0,-1 1 0,-2-1 0,-2 0 0,-19 53 0,23-75-151,-1-1-1,0 1 0,0-1 0,-1-1 1,-1 1-1,0-1 0,-1 0 1,-11 10-1,8-10-6674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6:21.2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446 34 24575,'12'0'0,"0"-1"0,18-5 0,16-1 0,-27 6 0,-2 1 0,0-1 0,24-6 0,-27 5 0,0 0 0,0 1 0,-1 1 0,1 0 0,0 1 0,0 0 0,14 4 0,15 1 0,-30-5 0,-4-1 0,-19 1 0,-117-9 0,1 0 0,-236 9 0,340 0 0,-32 5 0,31-3 0,-28 2 0,42-5 0,-13 0 0,21 0 0,1 0 0,-1 0 0,0 0 0,0 0 0,1-1 0,-1 1 0,0 0 0,0 0 0,1-1 0,-1 1 0,0 0 0,1-1 0,-1 1 0,0-1 0,1 1 0,-1-1 0,1 1 0,-1-1 0,1 1 0,-1-1 0,1 0 0,-1 0 0,-7-11-1365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6:22.4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795 0 24575,'-110'11'0,"-198"-8"0,218-9 0,50 2 0,0 2 0,0 2 0,-66 7 0,58-2-1365,36-4-5461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6:22.9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24575,'92'49'0,"131"50"0,106 14 0,-152-68 0,-122-32 0,-53-12 0,3 0 0,-1 0 0,0 0 0,0 1 0,7 2 0,-11-3 0,1-1 0,-1 0 0,1 0 0,-1 1 0,0-1 0,1 0 0,-1 1 0,1-1 0,-1 0 0,0 1 0,1-1 0,-1 0 0,0 1 0,0-1 0,1 1 0,-1-1 0,0 1 0,0-1 0,0 0 0,0 1 0,1-1 0,-1 1 0,0-1 0,0 1 0,0-1 0,0 1 0,0-1 0,0 1 0,0-1 0,0 1 0,0-1 0,-1 1 0,1-1 0,0 1 0,0-1 0,0 0 0,0 1 0,-1-1 0,1 1 0,0-1 0,0 1 0,-1-1 0,1 0 0,0 1 0,-1-1 0,1 0 0,-1 1 0,1-1 0,0 0 0,-1 0 0,1 1 0,-1-1 0,-33 23 0,26-18 0,0 1 0,0-1 0,-11 11 0,-2 5 0,-2-1 0,0 0 0,-1-2 0,-39 23 0,46-33 11,-1 0 0,0-1 0,0-1 0,-27 6-1,-76 7-331,65-11-777,25-3-5728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6:23.9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830 55 24575,'5'-19'0,"-3"17"0,-1-1 0,0 0 0,-1 0 0,1 1 0,0-1 0,-1 0 0,0 0 0,1 0 0,-1-3 0,-1 5 0,1 1 0,0 0 0,0 0 0,0 0 0,0-1 0,0 1 0,0 0 0,0 0 0,0 0 0,0-1 0,0 1 0,-1 0 0,1 0 0,0 0 0,0 0 0,0 0 0,0-1 0,-1 1 0,1 0 0,0 0 0,0 0 0,0 0 0,0 0 0,-1 0 0,1 0 0,0 0 0,0-1 0,0 1 0,-1 0 0,1 0 0,0 0 0,0 0 0,-1 0 0,1 0 0,0 0 0,0 0 0,0 0 0,-1 1 0,1-1 0,-10 3 0,8-2 0,-234 83 0,138-53 0,1 4 0,2 4 0,-125 71 0,211-105 0,1 0 0,1 0 0,-1 1 0,1 0 0,0 0 0,0 1 0,1 0 0,-9 11 0,15-17 0,-1 1 0,1-1 0,-1 1 0,1 0 0,0-1 0,0 1 0,-1 0 0,1 0 0,1-1 0,-1 1 0,0 0 0,0-1 0,0 1 0,1 0 0,-1-1 0,1 1 0,0-1 0,-1 1 0,1 0 0,0-1 0,0 0 0,0 1 0,0-1 0,1 2 0,3 3 0,0 0 0,0 0 0,0-1 0,7 6 0,10 4 0,-1 0 0,46 22 0,51 15 0,-98-43 0,367 124 0,-267-96 0,-94-27-1365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6:35.0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 24575,'0'0'0,"1"0"0,-1 0 0,0 1 0,1-1 0,-1 0 0,0 0 0,1 0 0,-1 0 0,1 0 0,-1 1 0,0-1 0,1 0 0,-1 0 0,1 0 0,-1 0 0,1 0 0,-1 0 0,0-1 0,1 1 0,-1 0 0,1 0 0,-1 0 0,0 0 0,1 0 0,-1-1 0,0 1 0,1 0 0,-1 0 0,0 0 0,1-1 0,-1 1 0,0 0 0,1-1 0,-1 1 0,0 0 0,0-1 0,1 1 0,-1 0 0,0-1 0,0 1 0,0 0 0,0-1 0,1 1 0,-1-1 0,0 1 0,0 0 0,0-1 0,0 1 0,0-1 0,0 1 0,0-1 0,0 1 0,0 0 0,0-1 0,0 1 0,0-1 0,-1 1 0,1 0 0,0-1 0,0 1 0,-1-1 0,164 148 0,-26-20 0,-45-42 0,-133-124-1365,28 30-5461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6:35.5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244 10 24575,'0'0'0,"0"-1"0,0 1 0,0 0 0,0-1 0,0 1 0,0 0 0,0-1 0,0 1 0,0 0 0,0-1 0,0 1 0,0 0 0,0-1 0,0 1 0,0 0 0,-1 0 0,1-1 0,0 1 0,0 0 0,0-1 0,0 1 0,-1 0 0,1 0 0,0-1 0,0 1 0,-1 0 0,1 0 0,0 0 0,0-1 0,-1 1 0,1 0 0,0 0 0,-1 0 0,1 0 0,-1 0 0,0 0 0,0 0 0,0 0 0,0 0 0,0 1 0,0-1 0,0 0 0,1 1 0,-1-1 0,0 1 0,0-1 0,-1 2 0,-25 22 0,23-20 0,-9 11 0,1 0 0,1 0 0,0 1 0,1 0 0,1 1 0,-12 26 0,16-31 0,2-5-80,0-1 0,-1 1-1,1-1 1,-1 0 0,-1 0-1,1 0 1,-1 0 0,0-1-1,0 0 1,0 0 0,-1 0 0,0-1-1,0 1 1,0-2 0,0 1-1,-9 3 1,4-3-6746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6:36.1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288 37 24575,'-8'-4'0,"-8"-5"0,-25-8 0,37 16 0,-1-1 0,0 1 0,1 0 0,-1 0 0,0 1 0,1-1 0,-1 1 0,0 0 0,0 1 0,-7 0 0,10 0 0,0-1 0,1 0 0,-1 1 0,0 0 0,1-1 0,-1 1 0,0 0 0,1 0 0,-1 0 0,1 0 0,-1 0 0,1 0 0,0 0 0,-1 1 0,1-1 0,0 0 0,0 1 0,0-1 0,0 1 0,-1 2 0,1-1 0,0 0 0,1-1 0,-1 1 0,1 0 0,0-1 0,0 1 0,0 0 0,0-1 0,0 1 0,0 0 0,1 0 0,1 3 0,0 2 0,1 0 0,1 0 0,0 0 0,0 0 0,0-1 0,1 0 0,10 13 0,-1-8 0,-1 0 0,2-1 0,20 13 0,-19-13 0,-1-1 0,27 26 0,-40-36 0,-1 1 0,0 0 0,0 0 0,0 0 0,0 1 0,-1-1 0,1 0 0,0 0 0,0 0 0,-1 1 0,1-1 0,-1 0 0,1 1 0,-1-1 0,1 0 0,-1 1 0,0-1 0,0 1 0,0-1 0,0 0 0,0 1 0,0-1 0,0 3 0,-1-2 0,0-1 0,0 0 0,0 1 0,0-1 0,0 0 0,0 1 0,0-1 0,0 0 0,-1 0 0,1 0 0,0 0 0,-1 0 0,1-1 0,-1 1 0,1 0 0,-1 0 0,1-1 0,-1 1 0,0-1 0,-1 1 0,-5 0 0,1 0 0,0 0 0,-1 0 0,1-1 0,0 0 0,-12-2 0,-45-10 0,16 2 0,10 4-682,-43-13-1,67 15-6143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6:36.9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 3 24575,'-1'-3'0,"-3"8"0,-2 8 0,-7 93 0,9-60 0,-8 52 0,-5 43 0,17-134 0,0 0 0,0-1 0,0 1 0,1 0 0,0 0 0,0-1 0,0 1 0,1-1 0,0 1 0,1-1 0,-1 1 0,1-1 0,1 0 0,-1 0 0,1-1 0,0 1 0,0-1 0,0 0 0,1 0 0,0 0 0,0 0 0,0-1 0,7 4 0,1 0-170,0 0-1,0-1 0,1-1 1,0 0-1,0-1 0,1-1 1,20 4-1,-23-6-6655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6:37.5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49 24575,'1'-2'0,"11"-24"0,-11 24 0,0 1 0,0-1 0,0 0 0,0 1 0,0 0 0,1-1 0,-1 1 0,0 0 0,1-1 0,-1 1 0,1 0 0,2-1 0,-4 2 0,1-1 0,-1 1 0,1 0 0,-1 0 0,1 0 0,-1 0 0,1 0 0,-1 0 0,1 0 0,-1 0 0,1 0 0,-1 0 0,1 0 0,-1 0 0,0 0 0,1 0 0,-1 0 0,1 0 0,-1 1 0,1-1 0,-1 0 0,1 0 0,-1 1 0,0-1 0,1 0 0,-1 0 0,1 1 0,0 0 0,0 1 0,0-1 0,0 0 0,0 1 0,-1-1 0,1 0 0,0 1 0,0 2 0,4 30 0,-5-33 0,2 121 0,-3-79 0,9 79 0,-6-109 0,0-1 0,2 1 0,-1-1 0,2 0 0,-1 0 0,2 0 0,0-1 0,0 0 0,1 0 0,8 10 0,-11-15 0,0-1 0,1-1 0,0 1 0,0-1 0,0 1 0,0-1 0,1-1 0,-1 1 0,1-1 0,0 0 0,0 0 0,0-1 0,1 0 0,-1 0 0,1 0 0,-1-1 0,1 0 0,-1 0 0,1 0 0,13-2 0,-18 1-151,1 0-1,-1-1 0,1 1 0,-1-1 1,1 0-1,-1 0 0,1 0 1,3-2-1,3-4-6674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6:37.6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318 1 24575,'-30'0'0,"-11"0"0,-2 0 0,4 2 0,6 2 0,7-1 0,4-1 0,5 0 0,2 2 0,1 0 0,0-1 0,1-1 0,2 0-8191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6:38.0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24575,'19'18'0,"-1"0"0,-1 2 0,-1 0 0,0 0 0,-2 2 0,0 0 0,10 25 0,1 9 0,32 107 0,-49-138 0,-2 0 0,-1 0 0,-1 1 0,-1-1 0,-1 1 0,-2 38 0,-1-59-54,0 0-1,0-1 0,0 1 1,0 0-1,0-1 1,-1 1-1,0-1 0,0 0 1,-1 1-1,1-1 1,-1 0-1,0 0 0,0-1 1,0 1-1,0 0 0,0-1 1,-1 0-1,0 0 1,0 0-1,0 0 0,0-1 1,0 1-1,0-1 1,-6 2-1,-3 0-6771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6:38.7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331 7 24575,'-29'3'0,"-13"0"0,-1 0 0,4-1 0,7 0 0,5-3 0,6-2 0,3 0 0,3 1 0,1 0 0,1 1 0,0 0 0,-1-2 0,3 0-8191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6:38.9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288 31 24575,'-27'-7'0,"-11"-3"0,-2 3 0,4 3 0,5 1 0,5 5 0,6 1 0,0 3 0,1 1 0,2-2 0,4-1-8191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6:42.2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4 24575,'-9'-4'0,"9"7"0,13 11 0,23 18 0,4 3 0,43 30 0,87 55 0,-158-112 0,1 0 0,-1 1 0,-1 1 0,0 0 0,19 22 0,-29-32-40,-1 0 0,0 1 0,0-1 0,1 0-1,-1 0 1,0 1 0,0-1 0,0 0 0,1 0 0,-1 1 0,0-1-1,0 0 1,0 1 0,0-1 0,0 0 0,0 1 0,0-1-1,0 0 1,0 1 0,0-1 0,0 0 0,0 1 0,0-1 0,0 0-1,0 1 1,0-1 0,0 0 0,0 1 0,0-1 0,0 0-1,-1 1 1,1-1 0,0 1 0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6:42.5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156 10 24575,'-19'-5'0,"-8"1"0,2 4 0,5 4 0,6 3 0,5 4 0,5 2 0,2 2 0,2 0 0,0 0 0,-1 0 0,-1 0 0,-3 0 0,-2 0 0,-4 0 0,2-3-8191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6:43.0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182 2 24575,'-25'-1'0,"9"1"0,0 0 0,0 0 0,0 1 0,0 1 0,-26 7 0,40-8 0,0 0 0,0-1 0,0 1 0,0 0 0,1 0 0,-1 0 0,0 0 0,1 0 0,-1 1 0,1-1 0,-1 0 0,1 1 0,-1-1 0,1 1 0,0 0 0,0-1 0,0 1 0,0 0 0,0-1 0,0 1 0,1 0 0,-1 0 0,0 0 0,1 0 0,0 0 0,-1 0 0,1 0 0,0 0 0,0 0 0,0 0 0,0 0 0,0 0 0,2 3 0,-1 0 0,0-1 0,0 0 0,1 0 0,0 0 0,-1 0 0,2 0 0,-1 0 0,0 0 0,1-1 0,0 1 0,-1-1 0,1 0 0,1 1 0,4 2 0,5 3 0,1-1 0,0-1 0,0 0 0,0-1 0,1 0 0,0-1 0,0-1 0,1-1 0,-1 0 0,1-1 0,-1 0 0,1-1 0,0-1 0,18-2 0,-32 1-68,0 1 0,1 0-1,-1 0 1,0-1 0,0 1 0,0-1-1,0 1 1,0-1 0,-1 0 0,1 0-1,0 0 1,0 0 0,0 0 0,-1-1-1,1 1 1,-1 0 0,1-1-1,-1 1 1,3-3 0,0-4-6758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6:43.6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27 24575,'-15'-22'0,"15"21"0,0 1 0,0 0 0,-1-1 0,1 1 0,0 0 0,0 0 0,-1-1 0,1 1 0,0 0 0,-1 0 0,1 0 0,0-1 0,-1 1 0,1 0 0,0 0 0,-1 0 0,1 0 0,-1 0 0,1 0 0,0 0 0,-1 0 0,0 0 0,1 0 0,-1 0 0,1 1 0,-1-1 0,1 1 0,0-1 0,-1 1 0,1-1 0,0 1 0,-1-1 0,1 1 0,0-1 0,-1 1 0,1-1 0,0 1 0,0-1 0,0 1 0,0 0 0,0-1 0,-1 1 0,1 0 0,-13 124 0,13-99 0,1-1 0,1 1 0,10 42 0,-9-54 0,1 0 0,1-1 0,0 1 0,0-1 0,1 0 0,1 0 0,0-1 0,1 0 0,12 14 0,-14-21-136,-1 0-1,1 0 1,0 0-1,1-1 1,-1 0-1,1-1 1,-1 0-1,1 0 0,14 5 1,-11-6-6690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6:44.1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 24575,'2'-1'0,"-1"0"0,1 1 0,0-1 0,0 1 0,-1-1 0,1 1 0,0 0 0,0-1 0,0 1 0,0 0 0,0 0 0,-1 0 0,1 1 0,0-1 0,0 0 0,0 1 0,2 0 0,0 1 0,-1-1 0,0 1 0,1 0 0,-1 0 0,0 0 0,0 1 0,0-1 0,3 5 0,0-1 0,-1 1 0,0 0 0,0 1 0,0-1 0,-1 1 0,7 16 0,-7-13 0,0 0 0,-1 1 0,0-1 0,-1 1 0,0 0 0,-1 0 0,0 0 0,-1 0 0,0 0 0,-3 15 0,-3-2 0,-11 63 0,16-78 0,1-1 0,0 0 0,0 1 0,1-1 0,0 1 0,0-1 0,5 13 0,-5-18 5,0-1-1,1 1 0,0-1 0,0 0 1,0 0-1,0 1 0,0-1 0,0-1 1,1 1-1,-1 0 0,1-1 1,0 1-1,0-1 0,0 0 0,0 0 1,0 0-1,1 0 0,-1 0 0,1-1 1,-1 0-1,1 0 0,-1 0 1,1 0-1,0 0 0,-1-1 0,1 1 1,6-1-1,0 0-153,0 0 1,-1-1-1,1-1 1,-1 1-1,1-1 1,-1-1-1,0 0 1,0 0-1,14-8 1,-10 4-6678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6:44.3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398 16 24575,'-32'-3'0,"-13"0"0,-4 0 0,5 0 0,6 1 0,8 1 0,4 1 0,4-1 0,3 1 0,0 1 0,1 1 0,-2 2 0,1-1 0,2-1-8191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6:44.7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24575,'23'6'0,"-1"1"0,0 1 0,0 0 0,-1 2 0,39 24 0,-44-22 0,-1-1 0,0 2 0,-1 0 0,0 1 0,-1 0 0,0 1 0,16 26 0,-7-3 0,-2 1 0,-2 0 0,-2 1 0,-1 1 0,-2 0 0,9 50 0,-20-81 0,-1 0 0,0 0 0,0 0 0,-1 0 0,0 0 0,-1 1 0,0-1 0,-1 0 0,0-1 0,-4 13 0,3-14 0,0-1 0,0 0 0,-1 0 0,0-1 0,0 1 0,-1-1 0,1 0 0,-1 0 0,-1 0 0,1-1 0,-1 1 0,0-2 0,-12 9 0,0-3-1365,3-1-5461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6:45.4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21 24575,'-10'-7'0,"-3"-1"0,1 2-8191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6:47.3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1174 12 24575,'0'-1'0,"0"1"0,0-1 0,1 1 0,-1-1 0,0 1 0,0-1 0,1 1 0,-1-1 0,0 1 0,1-1 0,-1 1 0,1-1 0,-1 1 0,0-1 0,1 1 0,-1 0 0,1-1 0,-1 1 0,1 0 0,0 0 0,-1-1 0,1 1 0,-1 0 0,1 0 0,-1 0 0,1 0 0,1-1 0,-1 1 0,-1 0 0,1 0 0,0 0 0,0 0 0,0 0 0,0 0 0,0 0 0,0 0 0,0 0 0,0 0 0,0 0 0,0 0 0,0 1 0,-1-1 0,1 0 0,2 1 0,-3 0 0,0-1 0,0 0 0,0 1 0,0-1 0,0 0 0,0 0 0,0 1 0,-1-1 0,1 0 0,0 0 0,0 1 0,0-1 0,0 0 0,0 0 0,0 1 0,-1-1 0,1 0 0,0 0 0,0 1 0,0-1 0,-1 0 0,1 0 0,0 0 0,0 0 0,0 1 0,-1-1 0,1 0 0,0 0 0,0 0 0,-1 0 0,1 0 0,-10 6 0,-9 0 0,-1 0 0,0-2 0,1 0 0,-2-1 0,-23 1 0,-1 0 0,-123 6 0,21-3 0,32 0 0,-10 1 0,-81-3 0,143-5 0,60 0 0,1 0 0,-1 1 0,1-1 0,-1 1 0,1-1 0,-1 1 0,1 0 0,-1 0 0,1 0 0,0 0 0,-1 0 0,-2 3 0,4-4 0,1 1 0,-1-1 0,1 1 0,-1-1 0,1 1 0,0-1 0,-1 1 0,1-1 0,0 1 0,-1-1 0,1 1 0,0-1 0,0 1 0,0 0 0,-1-1 0,1 1 0,0-1 0,0 1 0,0 0 0,0-1 0,0 1 0,0 0 0,0 0 0,1 0 0,-1 0 0,1 0 0,-1 0 0,1 0 0,0 0 0,-1 0 0,1 0 0,0 0 0,0 0 0,-1 0 0,1-1 0,0 1 0,0 0 0,0 0 0,2 0 0,7 4 0,0 0 0,1-1 0,0 0 0,0-1 0,17 3 0,5 3 0,18 5 0,-2 2 0,57 27 0,-101-41 0,0 1 0,-1 0 0,1 0 0,-1 0 0,0 0 0,0 1 0,0-1 0,0 1 0,4 6 0,-7-8 0,1 0 0,-1 0 0,0 0 0,0 0 0,0 0 0,-1 1 0,1-1 0,0 0 0,-1 0 0,1 0 0,-1 1 0,0-1 0,0 0 0,0 1 0,0-1 0,0 0 0,-1 0 0,1 1 0,-1-1 0,1 0 0,-1 0 0,0 0 0,0 1 0,-1 2 0,-3 2 0,0 0 0,0 0 0,0 0 0,-1-1 0,0 0 0,0 0 0,-1 0 0,0-1 0,-11 7 0,-9 4 0,-36 15 0,55-27 0,-90 47 0,-28 12 0,79-46 0,25-9 0,-27 12 0,48-20 0,1 1 0,-1-1 0,1 0 0,-1 0 0,1 1 0,-1-1 0,1 0 0,-1 1 0,1-1 0,-1 0 0,1 1 0,-1-1 0,1 1 0,0-1 0,-1 1 0,1-1 0,0 1 0,-1-1 0,1 1 0,0 0 0,0 0 0,0-1 0,0 0 0,0 1 0,0-1 0,0 0 0,0 1 0,1-1 0,-1 0 0,0 1 0,0-1 0,1 0 0,-1 1 0,0-1 0,0 0 0,1 1 0,-1-1 0,0 0 0,1 0 0,-1 0 0,0 1 0,1-1 0,0 0 0,28 9 0,-23-7 0,16 2 0,-1 0 0,1-1 0,0-1 0,0-2 0,27-1 0,-7 0 0,129-6 0,-16 0 0,-96 6 0,271 2 0,-305 1-1365,-5 1-5461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6:51.3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28 24575,'-1'-2'0,"0"1"0,0-1 0,0 0 0,0 0 0,0 1 0,0-1 0,0 0 0,0 0 0,1 0 0,-1 0 0,1 0 0,0 0 0,-1-2 0,1 4 0,1 0 0,-1 0 0,0 0 0,1 0 0,-1 0 0,0 0 0,1 0 0,-1 1 0,0-1 0,0 0 0,1 0 0,-1 0 0,0 0 0,0 0 0,1 1 0,-1-1 0,0 0 0,0 0 0,0 0 0,1 1 0,-1-1 0,0 0 0,0 0 0,0 1 0,1-1 0,-1 0 0,0 1 0,6 8 0,6 17 0,10 33 0,-11-29 0,-1 3 0,-8-24 0,1 0 0,0 0 0,0-1 0,1 1 0,6 10 0,-10-18 0,0-1 0,1 0 0,-1 0 0,0 1 0,0-1 0,1 0 0,-1 1 0,0-1 0,0 0 0,1 0 0,-1 0 0,0 1 0,1-1 0,-1 0 0,0 0 0,1 0 0,-1 0 0,0 0 0,1 0 0,-1 0 0,0 1 0,1-1 0,-1 0 0,1 0 0,-1 0 0,0 0 0,1-1 0,-1 1 0,0 0 0,1 0 0,0 0 0,11-10 0,6-17 0,-17 25 0,69-132 0,-69 132 0,0 1 0,-1 0 0,1-1 0,0 1 0,0-1 0,-1 1 0,1 0 0,0 0 0,1 0 0,-1-1 0,0 1 0,0 0 0,0 0 0,1 1 0,-1-1 0,0 0 0,1 0 0,-1 1 0,1-1 0,1 0 0,-1 1 0,0-1 0,0 1 0,0 0 0,0 1 0,0-1 0,0 0 0,0 0 0,0 1 0,0-1 0,0 1 0,0 0 0,0 0 0,3 1 0,2 3 0,0 0 0,0 0 0,0 0 0,0 1 0,-1 0 0,6 8 0,15 16 0,0-2 0,49 40 0,-69-63-118,-4-3 5,0 0-1,0 0 1,-1 1 0,1-1-1,0 1 1,-1-1-1,0 1 1,0 0 0,0 0-1,3 4 1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6:52.5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318 98 24575,'-12'-10'0,"-62"-44"0,65 49 0,1 0 0,-1 1 0,1 0 0,-1 0 0,-1 1 0,1 0 0,-12-2 0,18 5 0,-1 0 0,0 0 0,1 0 0,-1 0 0,0 1 0,1-1 0,-1 1 0,0 0 0,1 0 0,-4 1 0,-33 20 0,9-6 0,29-15 0,0 0 0,0-1 0,0 1 0,0 0 0,0 0 0,1 1 0,-1-1 0,0 0 0,1 0 0,-1 1 0,1-1 0,-1 1 0,1-1 0,0 1 0,-1 0 0,1 0 0,0-1 0,0 1 0,0 0 0,1 0 0,-1 0 0,0 0 0,1 0 0,-1 0 0,1 0 0,0 0 0,0 0 0,-1 0 0,1 1 0,1-1 0,-1 0 0,0 0 0,0 0 0,1 0 0,-1 0 0,1 0 0,1 2 0,0 2 0,0 0 0,1 0 0,0 0 0,0-1 0,1 1 0,7 8 0,29 29 0,-18-21 0,84 82 0,21 24 0,-120-120 0,-1 0 0,1 0 0,-1 1 0,-1-1 0,0 2 0,7 15 0,-11-23 0,-1 0 0,1 0 0,0 1 0,0-1 0,-1 0 0,0 1 0,1-1 0,-1 1 0,0-1 0,0 0 0,0 1 0,0-1 0,-1 1 0,1-1 0,-1 0 0,0 1 0,1-1 0,-1 0 0,0 0 0,0 1 0,0-1 0,-1 0 0,1 0 0,0 0 0,-1 0 0,1-1 0,-1 1 0,0 0 0,0 0 0,1-1 0,-1 0 0,0 1 0,0-1 0,-4 2 0,0 0 0,-1-1 0,1 0 0,-1 0 0,0 0 0,0-1 0,0 0 0,1-1 0,-1 1 0,0-1 0,0 0 0,0-1 0,-12-2 0,-1-2 0,-1 0 0,-37-16 0,52 18 0,1 1 0,-1-1 0,1-1 0,-1 1 0,1-1 0,0 0 0,-5-6 0,9 9 0,0 1 0,0-1 0,0 0 0,0 0 0,0 0 0,1 0 0,-1 0 0,0 0 0,1-1 0,-1 1 0,1 0 0,-1 0 0,1 0 0,-1 0 0,1-1 0,0 1 0,0 0 0,0-1 0,0 1 0,0 0 0,0 0 0,0-1 0,0 1 0,0 0 0,0 0 0,1-1 0,-1 1 0,0 0 0,1 0 0,-1 0 0,1 0 0,0-1 0,-1 1 0,1 0 0,0 0 0,0 0 0,-1 0 0,1 0 0,0 1 0,0-1 0,0 0 0,2-1 0,8-4 3,-1 0 1,0 1-1,1 1 0,0 0 0,0 0 0,1 1 1,21-3-1,15-5-1394,-35 7-5435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6:53.3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105 10 24575,'-1'0'0,"0"-1"0,0 0 0,0 0 0,1 0 0,-1 1 0,0-1 0,0 0 0,-1 1 0,1-1 0,0 1 0,0-1 0,0 1 0,0 0 0,0-1 0,-1 1 0,1 0 0,0 0 0,0 0 0,0 0 0,0 0 0,-1 0 0,0 0 0,0 1 0,0 0 0,0-1 0,0 1 0,0 0 0,0 0 0,0 0 0,0 1 0,1-1 0,-1 0 0,0 1 0,-1 2 0,-2 1 0,1 1 0,0 0 0,0 0 0,0 0 0,1 0 0,-4 11 0,1 2 0,1 0 0,0 1 0,2 0 0,-2 38 0,5-26 0,1 0 0,8 42 0,-5-48 0,1 1 0,2-1 0,13 37 0,-15-53 0,0 1 0,0-1 0,1 0 0,0 0 0,1-1 0,0 1 0,1-2 0,0 1 0,0-1 0,15 11 0,-15-12 24,1-1 0,0 0 0,1-1 0,19 8 0,-26-12-81,-1 0 0,1 0 0,-1 0 0,1-1-1,0 1 1,-1-1 0,1 0 0,0 0 0,-1 0 0,1 0 0,0 0 0,-1 0-1,1-1 1,0 1 0,-1-1 0,1 0 0,-1 0 0,1 0 0,-1 0 0,1 0 0,-1 0-1,0-1 1,1 1 0,-1-1 0,2-2 0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6:53.7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61 24575,'-5'-12'0,"3"5"0,-1 1 0,1 0 0,-2-1 0,1 1 0,-9-11 0,16 42 0,19 57 0,20 160 0,-42-236 0,24 164 0,-25-168 0,0 1 0,1 0 0,0 0 0,0-1 0,0 1 0,0 0 0,0-1 0,1 1 0,-1-1 0,1 1 0,-1-1 0,1 0 0,0 0 0,0 0 0,0 0 0,0 0 0,0 0 0,1 0 0,-1-1 0,0 1 0,1-1 0,0 1 0,-1-1 0,1 0 0,0 0 0,-1-1 0,1 1 0,0 0 0,0-1 0,0 1 0,4-1 0,61 0 61,-35-1-1487,-21 1-5400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6:53.9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250 1 24575,'-27'0'0,"-12"0"0,-1 2 0,4 2 0,5 1 0,8 3 0,6 1 0,2 0 0,3-1 0,2-2-8191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6:54.2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317 31 24575,'-27'-3'0,"-11"-2"0,-2-2 0,4 2 0,5 0 0,5 3 0,6 0 0,2 1 0,3 1 0,1 0 0,1 0 0,-1 0 0,1 1 0,2-1-8191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6:54.8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24575,'3'16'0,"1"16"0,11 41 0,-12-64 0,0 0 0,0 0 0,1-1 0,0 1 0,1-1 0,0 0 0,0 0 0,0 0 0,9 8 0,-13-15 0,0 0 0,0 0 0,0 1 0,0-1 0,1 0 0,-1 0 0,0 0 0,1-1 0,-1 1 0,1 0 0,-1 0 0,1-1 0,-1 1 0,1-1 0,0 0 0,-1 1 0,1-1 0,-1 0 0,1 0 0,0 0 0,-1 0 0,1 0 0,0 0 0,-1 0 0,1-1 0,-1 1 0,1-1 0,0 1 0,-1-1 0,1 0 0,-1 1 0,1-1 0,-1 0 0,0 0 0,1 0 0,1-2 0,0 0 0,0 0 0,0 0 0,0 0 0,-1-1 0,0 1 0,1-1 0,-1 0 0,0 0 0,-1 1 0,1-1 0,-1 0 0,0 0 0,2-7 0,-3-35 0,-1 32 0,3-25 0,-2 36 0,1 0 0,-1-1 0,1 1 0,0 0 0,0-1 0,0 1 0,1 0 0,-1 0 0,1 0 0,0 0 0,-1 0 0,4-3 0,-4 5 0,0 0 0,0 0 0,1 0 0,-1 0 0,0 0 0,1 0 0,-1 1 0,0-1 0,1 0 0,-1 1 0,1-1 0,-1 1 0,1-1 0,-1 1 0,1 0 0,3-1 0,-2 1 0,0 0 0,0 1 0,0-1 0,0 1 0,0 0 0,0 0 0,0 0 0,3 1 0,6 4 0,-1 0 0,-1 1 0,14 11 0,-17-13 0,3 3 30,-1 0 0,0 0 0,8 10 0,-13-13-195,0-1 0,-1 1 0,0 0 0,0 0 0,0 0 0,0 0 0,-1 1 0,3 7 0,-3-2-6661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6:55.1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24575,'3'0'0,"-1"0"0,0 1 0,0-1 0,0 1 0,0 0 0,0 0 0,0 0 0,0 0 0,0 0 0,0 0 0,-1 0 0,1 1 0,0-1 0,-1 0 0,1 1 0,-1 0 0,1-1 0,-1 1 0,2 3 0,2 3 0,0 0 0,-1 0 0,4 10 0,1 4-112,30 77 358,-33-81-621,-1 1 0,-1 0 1,3 27-1,-6-33-6451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6:55.4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721 61 24575,'-13'-9'0,"-2"1"0,1 0 0,-1 0 0,-29-9 0,33 14 0,1 1 0,-1 0 0,0 0 0,1 1 0,-1 1 0,0 0 0,0 0 0,-16 3 0,-22 6 0,-79 9 0,34-15-682,-102-10-1,156 4-6143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6:55.9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24575,'22'2'0,"1"1"0,-1 1 0,0 1 0,-1 1 0,1 1 0,-1 1 0,0 1 0,-1 0 0,0 2 0,-1 0 0,0 2 0,-1 0 0,0 1 0,-1 0 0,-1 2 0,0 0 0,-1 0 0,0 2 0,19 30 0,-22-27 0,0 0 0,-1 0 0,-1 1 0,-1 0 0,-1 0 0,-1 1 0,7 43 0,-13-53 0,0-1 0,0 1 0,-1 0 0,-1 0 0,0 0 0,-1 0 0,0-1 0,-1 1 0,0-1 0,-1 1 0,-1-1 0,0 0 0,0-1 0,-1 1 0,-1-1 0,-8 11 0,-1-3-170,-1-1-1,0 0 0,-2-1 1,0-1-1,-1-1 0,0-1 1,-43 22-1,41-25-6655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7:13.7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16 24575,'-1'0'0,"1"0"0,-1 0 0,0 1 0,1-1 0,-1 1 0,0-1 0,1 1 0,-1-1 0,1 1 0,-1-1 0,1 1 0,-1-1 0,1 1 0,-1 0 0,1-1 0,-1 1 0,1 0 0,0-1 0,-1 1 0,1 0 0,0 0 0,0-1 0,0 1 0,-1 0 0,1 0 0,0-1 0,0 2 0,-2 22 0,3-19 0,-1-1 0,0 1 0,1-1 0,0 0 0,0 1 0,1-1 0,-1 0 0,1 0 0,0 1 0,0-1 0,0-1 0,0 1 0,1 0 0,-1 0 0,7 5 0,-9-8 0,1-1 0,-1 0 0,1 1 0,0-1 0,-1 0 0,1 1 0,-1-1 0,1 0 0,0 0 0,-1 0 0,1 0 0,-1 1 0,1-1 0,0 0 0,-1 0 0,1 0 0,0 0 0,-1 0 0,1-1 0,0 1 0,-1 0 0,1 0 0,0 0 0,1-1 0,-1 0 0,1 0 0,-1 0 0,0 0 0,0 0 0,0 0 0,1 0 0,-1 0 0,1-3 0,3-3 0,-1 0 0,0 0 0,3-9 0,-4 10 0,1-2 0,0 0 0,0 1 0,1-1 0,-1 1 0,2 0 0,6-7 0,-10 12 0,-1 0 0,1 1 0,0-1 0,0 1 0,0 0 0,0 0 0,0 0 0,0 0 0,0 0 0,0 0 0,0 0 0,0 1 0,1-1 0,-1 1 0,0 0 0,1-1 0,-1 1 0,0 0 0,0 0 0,1 1 0,-1-1 0,0 0 0,1 1 0,-1-1 0,0 1 0,0 0 0,0 0 0,4 2 0,11 6 0,28 22 0,10 6 0,22 7-1365,-68-38-5461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6:59.8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289 15 24575,'-65'1'0,"-70"-2"0,59-12-1365,64 12-5461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7:00.2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202 10 24575,'-10'-3'0,"-6"0"0,-2 0 0,-1 3 0,1 1 0,0 1 0,2 0 0,0 0 0,1-1 0,0 0 0,1-1 0,-1 0 0,4 0-8191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7:13.0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960 30 24575,'14'-3'0,"-9"2"0,0-1 0,0 1 0,0-1 0,0 1 0,0-1 0,-1-1 0,9-4 0,-13 7 0,0 0 0,0-1 0,0 1 0,1 0 0,-1 0 0,0 0 0,0 0 0,0 0 0,0-1 0,0 1 0,0 0 0,0 0 0,0 0 0,0 0 0,0 0 0,0-1 0,0 1 0,0 0 0,0 0 0,0 0 0,0 0 0,0-1 0,0 1 0,0 0 0,0 0 0,0 0 0,0 0 0,0 0 0,0-1 0,-1 1 0,1 0 0,0 0 0,0 0 0,0 0 0,0 0 0,0 0 0,0 0 0,0-1 0,-1 1 0,1 0 0,0 0 0,0 0 0,0 0 0,0 0 0,0 0 0,-1 0 0,1 0 0,0 0 0,0 0 0,0 0 0,0 0 0,0 0 0,-1 0 0,1 0 0,0 0 0,0 0 0,0 0 0,0 0 0,-1 0 0,1 0 0,0 0 0,0 0 0,-12-1 0,12 1 0,-246 1 0,143 6 0,-43 0 0,43-8 0,-85 2 0,61 14 0,81-8 0,42-6 0,0 0 0,0 0 0,0 0 0,1 0 0,-1 1 0,0 0 0,1 0 0,-1 0 0,-4 3 0,8-4 0,0-1 0,-1 0 0,1 1 0,0-1 0,-1 1 0,1-1 0,0 0 0,0 1 0,-1-1 0,1 1 0,0-1 0,0 1 0,0-1 0,0 1 0,-1-1 0,1 1 0,0-1 0,0 1 0,0-1 0,0 1 0,0-1 0,0 1 0,1-1 0,-1 1 0,0-1 0,0 1 0,0-1 0,0 1 0,0-1 0,1 0 0,-1 1 0,0-1 0,0 1 0,1-1 0,-1 0 0,0 1 0,1-1 0,-1 1 0,1-1 0,-1 0 0,0 0 0,1 1 0,-1-1 0,1 0 0,-1 0 0,1 1 0,-1-1 0,0 0 0,2 0 0,24 10 0,136 23 0,84 22 0,-226-49 0,-11-5 0,-1 1 0,0 1 0,1 0 0,-1 0 0,-1 0 0,1 1 0,0 0 0,11 9 0,-18-13 0,0 1 0,0 0 0,0 0 0,-1 0 0,1 0 0,0 0 0,0 0 0,-1 0 0,1 0 0,-1 0 0,1 0 0,-1 0 0,1 1 0,-1-1 0,0 0 0,1 0 0,-1 0 0,0 1 0,0-1 0,0 0 0,0 0 0,0 1 0,0-1 0,0 0 0,-1 0 0,1 1 0,0-1 0,-1 0 0,1 0 0,-1 0 0,1 0 0,-1 0 0,1 0 0,-1 0 0,0 1 0,-1 0 0,-3 4 0,-1-1 0,1 0 0,-1-1 0,0 1 0,-7 3 0,4-2 0,-111 67 0,32-22 0,79-45 0,-152 100 0,149-100 0,11-5 0,-1 0 0,0-1 0,1 1 0,-1 0 0,0 0 0,1 0 0,-1 1 0,1-1 0,-1 0 0,1 0 0,0 1 0,-2 2 0,3-4 0,0 0 0,0 0 0,0 1 0,0-1 0,0 0 0,0 0 0,0 1 0,0-1 0,0 0 0,0 0 0,0 1 0,0-1 0,0 0 0,0 0 0,1 1 0,-1-1 0,0 0 0,0 0 0,0 0 0,0 1 0,1-1 0,-1 0 0,0 0 0,0 0 0,0 0 0,1 0 0,-1 1 0,0-1 0,0 0 0,1 0 0,-1 0 0,0 0 0,0 0 0,1 0 0,-1 0 0,0 0 0,0 0 0,1 0 0,11 2 0,-11-2 0,77 3 0,112-10 0,-174 6 0,489-8 0,-473 11-1365,-7 1-5461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7:15.0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10 24575,'-3'-8'0,"4"6"0,9 10 0,-2-1 0,29 18 0,2-2 0,48 23 0,-55-30 0,11 5 0,-23-12 0,-1 0 0,0 2 0,0 0 0,-1 1 0,19 17 0,-37-29 4,1 0-1,-1 0 0,0 1 1,1-1-1,-1 0 0,0 0 1,1 1-1,-1-1 0,0 0 1,0 1-1,1-1 0,-1 0 1,0 1-1,0-1 0,0 0 1,1 1-1,-1-1 0,0 0 0,0 1 1,0-1-1,0 0 0,0 1 1,0-1-1,0 1 0,0-1 1,0 0-1,0 1 0,0-1 1,0 1-1,0-1 0,0 0 1,0 1-1,0 0 0,-1-1-101,0 1-1,1-1 1,-1 0-1,0 1 1,0-1-1,0 1 0,1-1 1,-1 0-1,0 0 1,0 0-1,0 1 1,0-1-1,1 0 1,-2 0-1,-8 0-6727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7:15.4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172 8 24575,'-2'-1'0,"0"0"0,0 0 0,0 0 0,0 0 0,0 1 0,-1-1 0,1 0 0,0 1 0,0 0 0,0 0 0,-1-1 0,1 1 0,0 1 0,0-1 0,0 0 0,-3 1 0,3 0 0,1-1 0,0 1 0,0 0 0,-1 0 0,1 0 0,0 0 0,0 0 0,0 0 0,0 0 0,0 0 0,0 1 0,0-1 0,0 0 0,1 1 0,-1-1 0,0 0 0,1 1 0,-1-1 0,1 1 0,0-1 0,-1 1 0,1-1 0,0 1 0,0 1 0,0 7 0,0-1 0,1 0 0,0 1 0,0-1 0,1 0 0,6 16 0,-5-15 0,0 0 0,0 0 0,-1 0 0,-1 0 0,1 17 0,-2-24 0,-1 0 0,1 0 0,-1 0 0,0 1 0,0-1 0,0 0 0,0 0 0,0-1 0,-1 1 0,1 0 0,-1 0 0,0-1 0,1 1 0,-1-1 0,-1 1 0,1-1 0,0 0 0,-1 0 0,1 0 0,-1 0 0,1 0 0,-5 2 0,-3 1-195,-1-1 0,1 0 0,-1 0 0,0-1 0,1 0 0,-13 1 0,10-3-6631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7:16.0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189 0 24575,'-21'5'0,"-49"10"0,60-12 0,1 0 0,-1 0 0,1 1 0,0 1 0,-8 5 0,14-9 0,1 1 0,-1 0 0,1 0 0,0 1 0,0-1 0,-1 0 0,1 1 0,1-1 0,-1 1 0,0 0 0,1 0 0,-1 0 0,1-1 0,0 1 0,0 0 0,0 0 0,0 1 0,1-1 0,-1 0 0,1 0 0,0 0 0,0 0 0,0 1 0,0-1 0,1 0 0,-1 0 0,1 0 0,0 0 0,0 0 0,0 0 0,0 0 0,0 0 0,1 0 0,-1 0 0,1-1 0,0 1 0,-1-1 0,2 1 0,-1-1 0,0 1 0,0-1 0,1 0 0,3 3 0,1-2 0,0 0 0,-1 0 0,1 0 0,1-1 0,-1 0 0,0-1 0,0 1 0,11 0 0,63-3 0,-38-1 0,13 2-1365,-42 0-5461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7:16.8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105 73 24575,'-1'-3'0,"-3"-16"0,-13-31 0,19 56 0,-1 1 0,1-1 0,-1 1 0,0 0 0,0 9 0,-1 45 0,0-41 0,-1-11 0,1 0 0,-1 0 0,-1 0 0,0 0 0,0 0 0,-4 10 0,-26 47 0,2-2 0,27-55 0,0-1 0,1 1 0,0 0 0,0 0 0,1 0 0,0 0 0,1 0 0,0 9 0,1-11 0,0-1 0,0 1 0,0-1 0,0 0 0,1 1 0,0-1 0,1 0 0,-1 0 0,1-1 0,0 1 0,8 10 0,1-2 0,1-1 0,0-1 0,1 0 0,28 18 0,-8-9 0,41 18 0,-58-30-227,1-1-1,0-1 1,1-1-1,-1-1 1,38 6-1,-43-10-6598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7:17.5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62 24575,'-5'-4'0,"4"3"0,0 0 0,0 0 0,1 0 0,-1 1 0,0-1 0,0 0 0,0 1 0,0-1 0,0 1 0,0-1 0,0 1 0,0-1 0,0 1 0,0 0 0,0-1 0,0 1 0,-1 0 0,0 0 0,2 0 0,0 1 0,0 0 0,0 0 0,0-1 0,-1 1 0,1 0 0,0-1 0,0 1 0,1 0 0,-1 0 0,0-1 0,0 1 0,0 0 0,0-1 0,1 1 0,-1 0 0,0-1 0,1 2 0,6 12 0,3 5 0,22 31 0,-26-42 0,1 0 0,0 0 0,0-1 0,0 0 0,16 11 0,-22-17 0,0 0 0,0-1 0,-1 1 0,1-1 0,0 1 0,0-1 0,0 0 0,0 1 0,0-1 0,0 0 0,0 0 0,-1 1 0,1-1 0,0 0 0,0 0 0,0 0 0,0 0 0,0 0 0,0 0 0,0 0 0,2-1 0,-3 0 0,1 1 0,0-1 0,0 0 0,-1 1 0,1-1 0,0 0 0,-1 0 0,1 1 0,0-1 0,-1 0 0,1 0 0,-1 0 0,0 0 0,1 0 0,-1 0 0,0 0 0,1-1 0,0-5 0,0-1 0,0 0 0,-1 0 0,-1-9 0,1 11 0,0-4 0,0-1 0,1 1 0,1 0 0,2-14 0,-3 20 0,1-1 0,-1 0 0,1 0 0,0 1 0,0-1 0,1 1 0,-1 0 0,1 0 0,0 0 0,0 0 0,4-4 0,-5 6 0,1 0 0,-1 1 0,1-1 0,0 1 0,-1 0 0,1 0 0,0 0 0,0 0 0,0 0 0,0 0 0,0 1 0,0 0 0,0-1 0,0 1 0,0 0 0,0 1 0,0-1 0,0 0 0,0 1 0,-1 0 0,1-1 0,0 1 0,5 2 0,3 2 0,0 1 0,0 0 0,-1 0 0,14 11 0,10 9 0,51 49 0,-83-73-124,0 1 0,0-1 0,0 1 0,-1-1 0,1 1 0,-1 0-1,1 0 1,-1-1 0,0 1 0,1 3 0,0 5-6702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7:17.9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24575,'5'7'0,"2"5"0,-1 3 0,-1 2 0,-1-1 0,0 1 0,1-1 0,-2-1 0,2 0 0,0 0 0,1 0 0,3-1 0,-1 0 0,1 1 0,2-1 0,0 0 0,2-2 0,-1-3-8191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7:18.3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583 41 24575,'-8'-3'0,"-20"-7"0,-2 2 0,-48-9 0,69 16 0,-1 0 0,1 0 0,0 1 0,0 1 0,0 0 0,0 0 0,0 0 0,0 1 0,0 1 0,0-1 0,1 2 0,-1-1 0,-10 7 0,8-4 0,-1-1 0,1 0 0,-1-1 0,0 0 0,0-1 0,-25 4 0,-77 0 0,99-6 0,-21 0-1365,5-1-5461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7:18.8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24575,'27'4'0,"-1"2"0,-1 1 0,1 0 0,24 13 0,-34-12 0,1 0 0,-2 2 0,0-1 0,0 2 0,0 0 0,21 23 0,-16-13 0,-2 1 0,0 0 0,-2 2 0,0-1 0,-1 2 0,-2 0 0,-1 1 0,-1 0 0,-1 1 0,-1 0 0,9 48 0,-17-67 9,0 1-1,-1 0 1,0 0-1,0 0 1,-1 0 0,0 0-1,-1 0 1,0-1-1,0 1 1,-1-1-1,0 1 1,0-1-1,-8 14 1,4-12-158,1-1 1,-2 1-1,1-1 1,-1-1-1,0 1 1,-1-1-1,0-1 1,0 1-1,-20 10 1,16-11-6678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7:19.5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24575,'0'0'-8191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7:20.1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236 81 24575,'-32'-18'0,"0"2"0,-2 0 0,-39-11 0,70 26 0,1 0 0,-1 1 0,1-1 0,-1 1 0,0-1 0,1 1 0,-1 0 0,0 0 0,1 0 0,-1 1 0,0-1 0,1 1 0,-1-1 0,-3 2 0,5-1 0,-1 0 0,1 0 0,-1 0 0,1 0 0,0 1 0,-1-1 0,1 0 0,0 1 0,0-1 0,0 1 0,0-1 0,0 1 0,0-1 0,1 1 0,-1 0 0,0-1 0,1 1 0,0 0 0,-1-1 0,1 1 0,0 3 0,-1 7 0,0-1 0,1 0 0,0 0 0,1 0 0,1 0 0,0 0 0,0 0 0,1-1 0,5 13 0,-2-9 0,0 0 0,2 0 0,0-1 0,0 0 0,20 23 0,-7-14 0,0-1 0,2-2 0,0 0 0,1-1 0,1-2 0,36 19 0,-28-18 0,-11-7 0,0 1 0,-2 2 0,24 16 0,-43-28 0,0 0 0,1 0 0,-1 0 0,0 0 0,0 0 0,0 0 0,0 0 0,0 1 0,0-1 0,-1 0 0,1 0 0,0 1 0,-1-1 0,1 1 0,0-1 0,-1 0 0,0 1 0,1-1 0,-1 1 0,0-1 0,0 1 0,0-1 0,0 1 0,0-1 0,0 4 0,-1-4 0,0 1 0,0-1 0,0 1 0,0-1 0,0 0 0,0 1 0,0-1 0,0 0 0,0 0 0,-1 0 0,1 1 0,-1-1 0,1-1 0,-1 1 0,1 0 0,-1 0 0,1-1 0,-1 1 0,0 0 0,1-1 0,-1 0 0,-2 1 0,-19 2 0,-1-1 0,0 0 0,-34-4 0,20 1 0,9 0 0,1-1 0,-1-2 0,1 0 0,-29-10 0,55 14 0,0-1 0,0 1 0,0-1 0,0 0 0,0 0 0,0 0 0,1 0 0,-4-3 0,5 4 0,0 0 0,0 0 0,-1 0 0,1-1 0,0 1 0,0 0 0,0 0 0,0-1 0,-1 1 0,1 0 0,0 0 0,0-1 0,0 1 0,0 0 0,0-1 0,0 1 0,0 0 0,0 0 0,0-1 0,0 1 0,0 0 0,0-1 0,0 1 0,0-1 0,1 1 0,-1-1 0,0 0 0,1 1 0,-1-1 0,1 1 0,0-1 0,-1 0 0,1 1 0,-1-1 0,1 1 0,0 0 0,-1-1 0,2 0 0,7-2 0,0-1 0,0 1 0,0 1 0,0 0 0,15-1 0,18-5 0,2-5-1365,-32 8-5461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7:20.6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 6 24575,'-1'0'0,"1"-1"0,0 1 0,-1-1 0,1 1 0,-1-1 0,1 1 0,-1 0 0,1-1 0,-1 1 0,0 0 0,1 0 0,-1-1 0,1 1 0,-1 0 0,0 0 0,1 0 0,-1 0 0,1 0 0,-1 0 0,0 0 0,1 0 0,-1 0 0,0 0 0,1 0 0,-2 0 0,1 1 0,0-1 0,-1 1 0,1 0 0,0 0 0,0 0 0,0-1 0,0 1 0,0 0 0,1 0 0,-1 0 0,-1 3 0,-2 1 0,1 1 0,1-1 0,-1 1 0,-1 8 0,-1 7 0,1-1 0,1 1 0,-1 31 0,6 64 0,-1-100 0,1 1 0,0-1 0,1 0 0,1 0 0,0 0 0,11 24 0,-9-28 0,0 0 0,1-1 0,0 0 0,1 0 0,0-1 0,1 0 0,0 0 0,17 14 0,-18-18-114,-1 1 1,1-2-1,0 1 0,0-1 0,1 0 1,-1-1-1,1 0 0,0 0 0,0-1 1,0 0-1,15 2 0,-11-4-6712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7:21.1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35 24575,'-1'-2'0,"-1"-4"0,0 1 0,-1-1 0,0 1 0,-3-6 0,4 11 0,1 5 0,1 7 0,0-12 0,15 107 0,-9-68 0,35 173 0,-30-161 0,-6-26 0,-2-6 0,1 1 0,2-1 0,10 28 0,-15-45 7,0 0 0,0-1-1,0 1 1,1 0 0,-1 0-1,0-1 1,1 1-1,-1-1 1,1 0 0,0 1-1,-1-1 1,1 0 0,0 0-1,0 0 1,0 0 0,0 0-1,2 0 1,1 1-255,1-1 1,-1 0-1,1 0 1,-1-1-1,8 0 1,0 0-6579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7:21.3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165 1 24575,'-27'5'0,"-11"4"0,-2 0 0,6 2 0,9-2-8191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7:21.6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335 1 24575,'-30'0'0,"-11"0"0,-5 0 0,4 2 0,6 1 0,5 3 0,4 0 0,5-2 0,4 3 0,2-2 0,2 0 0,3-2-8191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7:22.2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24575,'51'70'0,"55"69"0,-105-138 0,0 0 0,0 1 0,0-1 0,1 0 0,-1 0 0,0 0 0,1 0 0,-1 0 0,1 0 0,-1 0 0,1 0 0,-1-1 0,1 1 0,0-1 0,-1 1 0,4 0 0,-4-1 0,0-1 0,0 1 0,0 0 0,0-1 0,0 1 0,0 0 0,0-1 0,0 0 0,0 1 0,0-1 0,0 0 0,0 1 0,0-1 0,0 0 0,-1 0 0,1 0 0,0 1 0,-1-1 0,1 0 0,0 0 0,-1 0 0,1 0 0,-1 0 0,0 0 0,1-2 0,2-6 0,-1 1 0,0 0 0,-1-1 0,1 1 0,-2-1 0,1-15 0,-2 12 0,2 1 0,3-22 0,-4 32 0,0-1 0,0 1 0,1 0 0,-1-1 0,0 1 0,1 0 0,-1 0 0,1 0 0,-1-1 0,1 1 0,0 0 0,0 0 0,-1 0 0,1 0 0,0 0 0,0 0 0,0 0 0,0 1 0,0-1 0,0 0 0,0 0 0,0 1 0,0-1 0,0 0 0,1 1 0,-1-1 0,0 1 0,0 0 0,1-1 0,-1 1 0,0 0 0,0 0 0,1 0 0,-1 0 0,0 0 0,1 0 0,-1 0 0,0 0 0,0 1 0,1-1 0,-1 0 0,0 1 0,0-1 0,2 2 0,5 1 0,-1 1 0,0 0 0,-1 0 0,1 0 0,-1 1 0,6 6 0,90 92 0,-97-98-341,-1 0 0,0 1-1,4 7 1,-2-1-6485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7:22.5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24575,'0'17'0,"0"8"0,3 5 0,0 2 0,3-2 0,-1-1 0,3-3 0,-1-3 0,-2-4 0,-1-2 0,-2-2 0,2 0 0,0-1 0,-1-3-8191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7:22.9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525 62 24575,'-29'-15'0,"-10"-2"0,-4 1 0,4 7 0,6 4 0,3 6 0,5 2 0,-1 4 0,-1 2 0,-1 1 0,0 0 0,-3-1 0,-2-3 0,1 1 0,1-1 0,2 1 0,8-1-8191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7:23.4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24575,'38'19'0,"-1"2"0,-1 1 0,-1 2 0,0 2 0,-2 1 0,32 33 0,-50-43 0,-1 0 0,-1 0 0,0 1 0,-2 1 0,17 33 0,-22-36 0,0 1 0,-1-1 0,0 1 0,-1 0 0,-1 0 0,-1 1 0,-1-1 0,0 18 0,-1-25 12,-1 1 0,0 0 0,-1-1 0,0 1 0,-1-1 0,0 0 0,-1 0 0,0 0 0,-7 13 0,2-9-260,0 0 1,-1 0-1,-1-1 1,0 0-1,-15 12 1,8-9-6579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7:28.4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267 0 24575,'4'0'0,"3"3"0,-3 0 0,-5 0 0,-4 2 0,-24 0 0,-9-1 0,-1-1 0,4-1 0,6 0 0,5-2 0,1 0 0,3 0 0,5-3 0,2 0 0,3 0-8191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7:28.8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167 6 24575,'-10'-2'0,"-5"-1"0,-3 2 0,-1 2 0,0 0 0,2 0 0,0 1 0,-1-1 0,0-1 0,2 0-8191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7:30.3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765 1 24575,'72'0'0,"-145"0"0,-83 1 0,109 3 0,-48 12 0,-10 2 0,5-5 0,-105 8 0,190-21 0,12-1 0,-1 1 0,0 0 0,0 0 0,1 0 0,-1 0 0,0 1 0,-6 1 0,10-2 0,-1 0 0,1 1 0,0-1 0,0 0 0,0 0 0,0 0 0,0 0 0,0 0 0,-1 0 0,1 0 0,0 0 0,0 0 0,0 0 0,0 0 0,0 1 0,0-1 0,0 0 0,0 0 0,0 0 0,0 0 0,0 0 0,-1 0 0,1 1 0,0-1 0,0 0 0,0 0 0,0 0 0,0 0 0,0 0 0,0 0 0,0 1 0,0-1 0,0 0 0,0 0 0,0 0 0,0 0 0,0 0 0,1 1 0,-1-1 0,0 0 0,0 0 0,0 0 0,0 0 0,0 0 0,0 0 0,0 0 0,0 1 0,0-1 0,0 0 0,0 0 0,1 0 0,-1 0 0,0 0 0,0 0 0,0 0 0,0 0 0,0 0 0,0 0 0,1 0 0,-1 0 0,0 0 0,0 0 0,0 0 0,10 5 0,-9-5 0,117 38 0,-78-27 0,0 2 0,66 31 0,-104-43 0,0-1 0,-1 1 0,1 0 0,-1 0 0,1 0 0,-1 1 0,1-1 0,-1 0 0,0 0 0,1 1 0,-1-1 0,0 1 0,0-1 0,0 1 0,0-1 0,0 1 0,0 0 0,-1-1 0,1 1 0,-1 0 0,1 0 0,-1-1 0,1 1 0,-1 0 0,0 3 0,0-2 0,-1 0 0,0-1 0,1 1 0,-1-1 0,0 1 0,0-1 0,-1 1 0,1-1 0,0 0 0,-1 1 0,0-1 0,1 0 0,-1 0 0,0 0 0,0 0 0,0-1 0,-3 3 0,-17 10 0,0 0 0,-47 19 0,-15 9 0,74-36 0,0 1 0,0-1 0,1 2 0,0-1 0,-14 17 0,18-18 0,2 0 0,-1 0 0,1 1 0,0-1 0,0 1 0,0 0 0,-2 12 0,3-11 0,0 1 0,-1-1 0,0 0 0,-7 11 0,10-19 0,0 0 0,-1 1 0,1-1 0,0 0 0,0 1 0,0-1 0,-1 0 0,1 0 0,0 1 0,0-1 0,0 0 0,0 1 0,0-1 0,0 0 0,0 1 0,0-1 0,0 0 0,0 1 0,0-1 0,0 1 0,0-1 0,0 0 0,0 1 0,0-1 0,0 0 0,0 1 0,0-1 0,0 0 0,1 1 0,9 1 0,17-6 0,-25 3 0,36-5 0,1 2 0,-1 1 0,64 3 0,22 0 0,-70-3 0,260-21 0,-299 22-1365,-4-2-5461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7:31.1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24575,'1'9'0,"0"-1"0,0 1 0,1 0 0,0-1 0,0 0 0,1 1 0,6 13 0,3 0 0,19 29 0,-31-51 0,0 0 0,0 1 0,0-1 0,0 0 0,0 0 0,1 0 0,-1 1 0,0-1 0,0 0 0,0 0 0,0 0 0,1 0 0,-1 1 0,0-1 0,0 0 0,0 0 0,1 0 0,-1 0 0,0 0 0,0 0 0,0 0 0,1 0 0,-1 1 0,0-1 0,0 0 0,1 0 0,-1 0 0,0 0 0,0 0 0,1 0 0,-1 0 0,0 0 0,0-1 0,1 1 0,5-7 0,3-19 0,-8 20 0,1 1 0,0-1 0,1 0 0,-1 1 0,1 0 0,0-1 0,0 1 0,1 0 0,-1 1 0,1-1 0,6-5 0,-7 8 0,-1 0 0,0 1 0,0-1 0,1 1 0,-1-1 0,1 1 0,0 0 0,-1 0 0,1 1 0,0-1 0,-1 0 0,1 1 0,0 0 0,0-1 0,0 1 0,-1 0 0,1 1 0,0-1 0,0 0 0,0 1 0,-1 0 0,1-1 0,0 1 0,3 2 0,33 13 0,61 27 0,-99-43 0,0 1 0,0-1 0,0 1 0,0 0 0,0-1 0,0 1 0,0 0 0,0-1 0,0 1 0,0 0 0,0 0 0,0 0 0,0 0 0,-1 0 0,1 0 0,0 0 0,-1 0 0,1 0 0,-1 0 0,1 1 0,0 0 0,-1-1 0,-1 0 0,1 0 0,0 0 0,-1 0 0,1 0 0,0 0 0,-1 0 0,1 0 0,-1 0 0,0 0 0,1-1 0,-1 1 0,0 0 0,1 0 0,-1-1 0,0 1 0,0 0 0,0-1 0,1 1 0,-1-1 0,0 1 0,0-1 0,0 0 0,0 1 0,-2-1 0,-10 5-1365,1-1-5461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7:32.3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8 24575,'-2'-8'0,"8"17"0,5 4 0,15 9 0,0-1 0,37 23 0,63 31 0,-63-39 0,-25-13 0,-35-21-23,-6-4 77,-5-4-1450,-2-2-5430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7:32.6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127 1 24575,'0'0'0,"-1"0"0,0 0 0,0 1 0,0-1 0,0 1 0,0-1 0,1 1 0,-1-1 0,0 1 0,0-1 0,1 1 0,-1-1 0,0 1 0,1 0 0,-1 0 0,0-1 0,1 1 0,-1 0 0,1 0 0,-1 1 0,-9 21 0,8-18 0,-4 9 0,2 1 0,-4 16 0,6-21 0,-1 1 0,0-1 0,0 1 0,-1-1 0,0 0 0,-7 10 0,3-9-455,-1 1 0,-14 13 0,12-13-6371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7:33.6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244 73 24575,'-6'-8'0,"0"-1"0,-1 1 0,1-1 0,-17-12 0,21 19 0,0 0 0,0 0 0,0 1 0,-1-1 0,1 1 0,-1 0 0,1 0 0,-1 0 0,1 0 0,-1 0 0,0 0 0,1 0 0,-1 1 0,0 0 0,0-1 0,1 1 0,-1 0 0,0 0 0,0 1 0,1-1 0,-1 1 0,0-1 0,0 1 0,-2 1 0,-9 5 0,0 2 0,0-1 0,0 2 0,1 0 0,1 1 0,-21 21 0,32-30 0,-1 0 0,1 1 0,-1-1 0,1 0 0,0 1 0,0-1 0,0 1 0,0-1 0,0 1 0,0-1 0,1 1 0,-1 0 0,1-1 0,0 1 0,0 0 0,0 5 0,2 4 0,-1 1 0,6 16 0,-3-14 0,15 99 0,3 9 0,5 12 0,-27-117 0,0-15 0,0 0 0,0 0 0,0 0 0,0 0 0,1 6 0,0-8 0,-1-1 0,0 1 0,1 0 0,-1 0 0,0 0 0,1-1 0,-1 1 0,1 0 0,0 0 0,-1-1 0,1 1 0,-1-1 0,1 1 0,0 0 0,0-1 0,-1 0 0,1 1 0,0-1 0,0 1 0,-1-1 0,1 0 0,0 1 0,0-1 0,1 0 0,13 2 0,-1-1 0,0 0 0,1-1 0,14-3 0,13 1 0,-18 3-53,-15-1-209,0 1-1,0-1 1,0-1-1,15-2 1,-15 0-6564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7:34.2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72 24575,'0'0'0,"0"-1"0,0 1 0,0-1 0,0 1 0,0 0 0,-1-1 0,1 1 0,0-1 0,0 1 0,-1 0 0,1-1 0,0 1 0,0 0 0,-1-1 0,1 1 0,0 0 0,-1 0 0,1-1 0,-1 1 0,1 0 0,0 0 0,-1 0 0,1-1 0,-1 1 0,0 0 0,1 0 0,0 1 0,-1-1 0,1 0 0,0 0 0,-1 1 0,1-1 0,0 1 0,0-1 0,-1 0 0,1 1 0,0-1 0,0 1 0,0-1 0,-1 0 0,1 1 0,0-1 0,0 1 0,0 0 0,-2 25 0,3-16 0,0 0 0,1 0 0,0-1 0,1 1 0,3 8 0,-4-13 0,1 1 0,-1-2 0,0 1 0,1 0 0,0 0 0,0-1 0,1 0 0,-1 1 0,1-1 0,6 5 0,-9-8 0,0-1 0,0 1 0,-1-1 0,1 1 0,0-1 0,0 1 0,-1-1 0,1 1 0,0-1 0,0 0 0,0 1 0,0-1 0,0 0 0,0 0 0,0 0 0,-1 0 0,1 0 0,0 0 0,0 0 0,0 0 0,0 0 0,0 0 0,0 0 0,0-1 0,0 1 0,-1 0 0,1-1 0,0 1 0,0-1 0,0 1 0,-1 0 0,1-1 0,0 0 0,0 1 0,-1-1 0,1 1 0,-1-1 0,1 0 0,0 0 0,-1 1 0,1-1 0,-1 0 0,0 0 0,1-1 0,2-4 0,0-1 0,-1 1 0,0-1 0,2-11 0,-2 10 0,4-32 0,-4 26 0,0-1 0,7-24 0,-8 35 0,0 1 0,0 0 0,0 0 0,1 0 0,-1 0 0,1 1 0,0-1 0,0 0 0,0 1 0,0-1 0,0 1 0,1 0 0,-1 0 0,1 0 0,-1 0 0,1 0 0,4-2 0,-4 3 0,0 0 0,-1 0 0,1 1 0,0-1 0,0 1 0,0 0 0,-1 0 0,1 0 0,0 0 0,0 0 0,0 1 0,-1-1 0,1 1 0,0 0 0,-1-1 0,1 1 0,3 2 0,6 3 0,-1 1 0,16 12 0,-7-6 0,12 6 0,-20-12 0,-1-1 0,1 2 0,-1 0 0,-1 0 0,1 0 0,8 11 0,-18-18 6,0 0 0,-1 0 0,1 0 0,0 0 0,-1 0 0,1 0 0,0 0 0,-1 0 0,0 0 0,1 0 0,-1 0 0,0 0 0,1 0 0,-1 1 0,0-1 0,0 0 0,0 0 0,0 0 0,0 2 0,-1-2-68,1 0 0,0 0 0,-1 0 0,1 0 1,-1-1-1,0 1 0,1 0 0,-1 0 0,0-1 0,1 1 0,-1 0 0,0-1 1,0 1-1,1-1 0,-1 1 0,0-1 0,0 1 0,0-1 0,0 0 0,0 1 1,0-1-1,0 0 0,-1 0 0,-9 2-6764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7:34.7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 24575,'15'-4'0,"0"0"0,1 1 0,0 1 0,0 0 0,-1 1 0,1 1 0,0 1 0,0 0 0,0 1 0,18 4 0,-32-5 0,1 0 0,0 0 0,0 0 0,0 0 0,-1 0 0,1 1 0,-1-1 0,1 1 0,-1 0 0,1-1 0,-1 1 0,0 0 0,0 1 0,0-1 0,0 0 0,0 1 0,-1-1 0,1 1 0,-1-1 0,1 1 0,-1 0 0,1 3 0,0 4 0,0 0 0,-1 0 0,0 0 0,-1 0 0,-1 13 0,1-22 0,1 14 0,1-1 0,0 0 0,1 0 0,0 0 0,1 0 0,10 24 0,2 7 0,29 80 0,-2-6 0,-22-46 0,-21-72 0,1 1 0,-1-1 0,0 1 0,1-1 0,-1 1 0,0-1 0,0 1 0,0-1 0,0 1 0,0-1 0,0 1 0,0-1 0,-1 1 0,1 0 0,0-1 0,-1 0 0,0 1 0,1-1 0,-1 1 0,0-1 0,1 0 0,-1 1 0,0-1 0,0 0 0,0 0 0,0 0 0,-1 0 0,1 0 0,0 0 0,0 0 0,0 0 0,-1 0 0,1 0 0,-1-1 0,1 1 0,0 0 0,-1-1 0,1 1 0,-3-1 0,-6 2 0,0-1 0,-1 0 0,1 0 0,-21-3 0,14 1 0,-40 0-1365,40 1-5461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7:35.8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259 153 24575,'-38'-35'0,"-1"2"0,-55-35 0,90 66 0,0-1 0,-1 1 0,1 0 0,0 0 0,-1 0 0,-7-1 0,11 3 0,-1-1 0,1 1 0,0 0 0,0 0 0,0 0 0,0 0 0,-1 1 0,1-1 0,0 0 0,0 0 0,0 1 0,0-1 0,0 1 0,0-1 0,0 1 0,0-1 0,0 1 0,0-1 0,0 1 0,0 0 0,0 0 0,0-1 0,0 1 0,1 0 0,-1 0 0,0 0 0,1 0 0,-1 0 0,0 0 0,1 0 0,-1 2 0,-3 6 0,1 0 0,0 0 0,1 0 0,-1 0 0,2 1 0,0-1 0,0 1 0,0-1 0,1 1 0,1-1 0,-1 1 0,5 16 0,-2-15 0,1 1 0,0-1 0,0 0 0,1-1 0,1 1 0,0-1 0,0 0 0,1 0 0,15 16 0,32 27 0,3-1 0,95 64 0,-151-115 0,40 32 0,-37-30 0,0 1 0,-1 0 0,1 0 0,-1 0 0,0 0 0,0 0 0,-1 0 0,4 7 0,-6-10 0,1 0 0,-1 0 0,1 1 0,-1-1 0,0 0 0,0 1 0,1-1 0,-1 1 0,0-1 0,0 0 0,0 1 0,0-1 0,0 1 0,-1-1 0,1 0 0,0 1 0,-1-1 0,1 0 0,-1 1 0,1-1 0,-2 2 0,0-1 0,1 0 0,-1-1 0,0 0 0,1 1 0,-1-1 0,0 0 0,0 1 0,0-1 0,0 0 0,0-1 0,0 1 0,-3 1 0,-5 0 0,-1 0 0,1 0 0,0-1 0,-16-1 0,25 0 0,-86-3 0,74 1 0,1 0 0,-1-1 0,1 0 0,-22-8 0,33 10 0,0 1 0,0 0 0,0-1 0,0 1 0,0-1 0,0 1 0,1-1 0,-1 0 0,0 1 0,0-1 0,0 0 0,0 1 0,1-1 0,-1 0 0,0 0 0,1 0 0,-1 0 0,0-1 0,1 1 0,0 0 0,0 1 0,0-1 0,0 0 0,0 1 0,0-1 0,0 0 0,0 1 0,0-1 0,1 0 0,-1 1 0,0-1 0,0 0 0,1 1 0,-1-1 0,0 1 0,1-1 0,-1 1 0,1-1 0,-1 1 0,1-2 0,2 0 0,0 0 0,0 0 0,0 0 0,0 0 0,0 0 0,0 1 0,0-1 0,0 1 0,7-2 0,17-1-16,-17 2-321,0 1 0,-1-2-1,15-4 1,-13 2-6489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7:36.3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142 50 24575,'-5'-6'0,"1"1"0,-1 0 0,-1 0 0,1 0 0,-1 1 0,0 0 0,-11-6 0,16 9 0,-1 0 0,1 1 0,-1-1 0,0 0 0,1 1 0,-1 0 0,0-1 0,1 1 0,-1 0 0,0 0 0,1 0 0,-1 0 0,0 0 0,0 0 0,1 0 0,-1 1 0,0-1 0,1 1 0,-1-1 0,1 1 0,-1-1 0,0 1 0,1 0 0,-1 0 0,1 0 0,0 0 0,-1 0 0,1 0 0,0 0 0,0 1 0,-1-1 0,1 0 0,0 1 0,0-1 0,1 0 0,-1 1 0,-1 2 0,-2 5 0,0 1 0,1-1 0,0 0 0,-3 19 0,-3 42 0,8-53 0,-1 12 0,2-1 0,1 1 0,2-1 0,0 0 0,2 0 0,1 0 0,13 37 0,-15-53 0,1 1 0,0-1 0,0 0 0,1 0 0,1-1 0,0 0 0,11 13 0,-14-19 0,1 0 0,-1-1 0,1 0 0,0 0 0,0 0 0,0-1 0,0 0 0,1 0 0,-1 0 0,1 0 0,0-1 0,-1 0 0,1 0 0,0-1 0,1 0 0,-1 0 0,9 1 0,-8-2-341,1 0 0,-1 0-1,14-3 1,-8-1-6485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7:36.9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17 24575,'-2'-7'0,"-1"-2"0,4 15 0,12 90 0,-11-83 0,-1-1 0,0 1 0,0-1 0,-2 1 0,0 0 0,0-1 0,-4 17 0,1-2 0,2 0 0,0 0 0,3 33 0,0-14 0,-1-38 0,1-1 0,0 0 0,1 0 0,-1-1 0,1 1 0,1 0 0,-1 0 0,1-1 0,0 0 0,1 1 0,-1-1 0,1-1 0,1 1 0,-1 0 0,1-1 0,0 0 0,0 0 0,0 0 0,1-1 0,10 7 0,-13-9 8,-1-1-1,1 1 1,0-1-1,0 0 1,1 0-1,-1 0 1,0 0-1,0-1 1,0 1-1,0-1 1,1 0-1,-1 0 1,0 0-1,0 0 1,5-1-1,-3 0-172,1-1 0,-1 1 0,0-1 0,0 0 0,0-1 0,0 1 0,0-1 0,5-4 0,-1 0-6661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7:37.0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249 0 24575,'-27'0'0,"-12"0"0,-1 0 0,4 0 0,7 2 0,7 2 0,5-1 0,2 2 0,2 0 0,2-1-8191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7:37.4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305 4 24575,'-27'-2'0,"-12"1"0,-1 1 0,4 1 0,5-1 0,6 3 0,1 1 0,4 0 0,1 1 0,3 0 0,1-1 0,3-1-8191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7:38.0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 24575,'0'15'0,"1"0"0,0 0 0,4 19 0,-3-27 0,0 0 0,1 0 0,-1 0 0,1-1 0,0 1 0,1-1 0,0 0 0,0 0 0,5 6 0,-2-4 0,-1-1 0,1 0 0,1 0 0,9 7 0,-15-13 0,0 0 0,-1 0 0,1 0 0,0 0 0,0-1 0,0 1 0,0 0 0,0-1 0,-1 1 0,1-1 0,0 0 0,4 0 0,-5 0 0,0 0 0,1 0 0,-1-1 0,0 1 0,0-1 0,0 1 0,0-1 0,1 1 0,-1-1 0,0 0 0,0 0 0,0 1 0,0-1 0,0 0 0,0 0 0,-1 0 0,1 0 0,0 0 0,0 0 0,-1 0 0,2-3 0,0-1 0,0 0 0,0-1 0,-1 1 0,0-1 0,0 0 0,0-6 0,2-10 0,1-7 0,-3 22 0,0-1 0,0 0 0,1 1 0,-1-1 0,6-10 0,-6 15 0,0 1 0,0 0 0,1 0 0,-1 0 0,1 0 0,0 0 0,-1 1 0,1-1 0,0 0 0,0 1 0,0-1 0,0 1 0,0 0 0,0 0 0,1 0 0,-1 0 0,0 0 0,1 0 0,-1 0 0,0 1 0,5-1 0,-2 0 0,0 1 0,0 0 0,-1 1 0,1-1 0,0 1 0,0 0 0,-1 0 0,1 1 0,0-1 0,-1 1 0,1 0 0,-1 0 0,0 0 0,0 1 0,0 0 0,0-1 0,0 1 0,4 5 0,2 1 0,-1 2 0,0-1 0,0 1 0,-1 0 0,8 15 0,1 10-1365,-13-25-5461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7:38.6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24575,'8'22'0,"2"12"0,1 5 0,0-1 0,0-2 0,-2-6 0,0-2 0,-1-3 0,0-5 0,-1-2 0,0-2 0,0-1 0,0-1 0,0 0 0,-2-3-8191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7:39.0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470 27 24575,'-2'-2'0,"1"0"0,-1 0 0,1 0 0,-1 0 0,0 0 0,0 0 0,1 1 0,-1-1 0,-1 1 0,1-1 0,0 1 0,-4-2 0,4 2 0,0 1 0,1 0 0,-1-1 0,0 1 0,0 0 0,0 0 0,0 0 0,0 0 0,0 0 0,1 1 0,-1-1 0,0 0 0,0 1 0,0-1 0,1 1 0,-1 0 0,-3 1 0,-3 2 0,0-1 0,0 0 0,0 0 0,0-1 0,-1 0 0,-16 2 0,-55-3 0,51-2 0,-17 2-86,-99-5-1193,114 1-5547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7:39.6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24575,'30'14'0,"-1"1"0,-1 2 0,-1 1 0,0 1 0,-2 1 0,0 1 0,25 28 0,-32-29 0,0 2 0,-1 0 0,-2 1 0,0 1 0,-1 0 0,-2 1 0,-1 0 0,15 46 0,-20-48 0,0-1 0,-1 1 0,-2 0 0,0 0 0,-1 25 0,-2-39 0,0-1 0,-1 1 0,-1-1 0,1 1 0,-1-1 0,-1 0 0,0 1 0,0-1 0,0-1 0,-1 1 0,0 0 0,-1-1 0,1 0 0,-1 0 0,-1 0 0,-11 11 0,3-7-227,0 0-1,0-2 1,-1 1-1,0-2 1,-25 11-1,17-9-6598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7:43.0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4 24575,'-5'-3'0,"7"8"0,5 8 0,1-4 0,0-1 0,0 0 0,1 0 0,0-1 0,1 0 0,17 10 0,68 27 0,-12-6 0,-69-31 0,-1 0 0,0 0 0,-1 0 0,22 18 0,-33-24 8,0 0 0,0 0 0,0 1 0,0-1 0,0 0 0,0 1 0,0-1 0,-1 0 0,1 1 0,0-1 0,-1 1 0,1-1 0,-1 1 0,1 1 0,-1-2-61,0 0 0,0 0 0,0 0 0,0 0 0,0-1 0,-1 1 0,1 0 0,0 0 0,0 0 0,-1-1 0,1 1 0,0 0 0,-1 0-1,1-1 1,-1 1 0,1 0 0,-1-1 0,1 1 0,-1 0 0,1-1 0,-1 1 0,0-1 0,1 1 0,-1-1 0,0 1 0,0-1 0,-1 1 0,-7 2-6773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7:43.4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220 17 24575,'-2'-2'0,"0"0"0,0 0 0,0 1 0,0-1 0,0 1 0,0-1 0,0 1 0,-1 0 0,-2-1 0,5 2 0,-1 0 0,0-1 0,1 1 0,-1 0 0,0 0 0,1 0 0,-1 0 0,0 0 0,1 1 0,-1-1 0,0 0 0,1 0 0,-1 0 0,1 1 0,-1-1 0,0 0 0,1 0 0,-1 1 0,1-1 0,-1 1 0,1-1 0,-1 0 0,1 1 0,-1-1 0,1 1 0,-1-1 0,1 1 0,0-1 0,-1 1 0,1 0 0,0-1 0,0 1 0,-1-1 0,1 1 0,0 0 0,0-1 0,0 1 0,0 0 0,0-1 0,0 2 0,-1 2 0,-2 7 0,1-1 0,-1 0 0,-6 14 0,7-20 0,0-1 0,-1 1 0,1-1 0,-1 0 0,1 0 0,-1 0 0,0 0 0,0 0 0,0 0 0,0-1 0,-1 0 0,-4 3 0,-73 33-65,52-25-1235,20-9-5526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7:44.2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199 75 24575,'-1'-5'0,"-1"1"0,0-1 0,-1 1 0,1-1 0,-1 1 0,0 0 0,0 0 0,0 1 0,-1-1 0,1 1 0,-1-1 0,0 1 0,0 0 0,0 0 0,-9-4 0,8 5 0,0 0 0,-1 1 0,1 0 0,-1-1 0,1 2 0,-1-1 0,1 1 0,-1 0 0,0 0 0,1 0 0,-1 1 0,0 0 0,-9 2 0,11-2 0,0 0 0,0 1 0,0-1 0,0 1 0,1 0 0,-1-1 0,0 2 0,1-1 0,-6 5 0,8-6 0,0 0 0,0 0 0,0 0 0,0 1 0,0-1 0,1 0 0,-1 1 0,0-1 0,1 1 0,-1-1 0,1 1 0,0-1 0,-1 1 0,1-1 0,0 1 0,0-1 0,0 1 0,0-1 0,0 1 0,0-1 0,1 1 0,-1-1 0,0 1 0,1-1 0,-1 1 0,1-1 0,-1 1 0,2 1 0,18 33 0,-13-23 0,0 0 0,8 21 0,-5 3 0,-1 1 0,5 62 0,-9-61 0,-2-9 0,-2 36 0,1 10 0,-2-73 0,1-1 0,-1 1 0,1 0 0,0 0 0,0 0 0,0 0 0,0-1 0,1 1 0,-1 0 0,1-1 0,-1 1 0,1-1 0,0 0 0,4 4 0,-2-3 0,-1 0 0,1 0 0,0 0 0,0 0 0,1-1 0,-1 0 0,0 0 0,10 3 0,-9-4 0,-1 0 0,1 0 0,0 0 0,0-1 0,0 0 0,-1 1 0,1-2 0,0 1 0,5-2 0,-7 2 0,0-1 0,0 0 0,-1 0 0,1 0 0,0 0 0,0 0 0,-1-1 0,1 1 0,-1-1 0,1 0 0,-1 0 0,0 0 0,0 0 0,4-4 0,-1-3-1365,-1 0-5461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7:44.7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 24575,'0'5'0,"0"0"0,0 0 0,1 1 0,-1-1 0,1 0 0,1 0 0,-1-1 0,1 1 0,2 5 0,-3-8 0,0 0 0,1 0 0,-1 0 0,1 0 0,-1 0 0,1 0 0,0 0 0,0-1 0,0 1 0,0-1 0,0 0 0,0 1 0,0-1 0,0 0 0,1 0 0,-1 0 0,0 0 0,1-1 0,-1 1 0,4 0 0,-2-1 0,-1 0 0,0 0 0,0 0 0,0 0 0,0-1 0,0 1 0,1-1 0,-1 0 0,0 0 0,-1 0 0,1 0 0,0-1 0,0 1 0,0-1 0,-1 1 0,1-1 0,4-4 0,-1 0 0,-1 1 0,0-1 0,0 0 0,-1 0 0,1 0 0,3-9 0,-7 13 0,0 1 0,-1 0 0,1-1 0,0 1 0,0 0 0,0-1 0,0 1 0,0 0 0,0 0 0,0 0 0,0 0 0,1 0 0,-1 0 0,0 0 0,0 0 0,1 1 0,-1-1 0,1 1 0,-1-1 0,1 1 0,-1-1 0,1 1 0,-1 0 0,3-1 0,-1 1 0,0 1 0,0-1 0,-1 1 0,1 0 0,0 0 0,0 0 0,0 0 0,-1 0 0,1 1 0,-1-1 0,1 1 0,2 2 0,72 61-1365,-68-58-5461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7:45.2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51 24575,'14'-9'0,"-1"1"0,1 1 0,1 0 0,22-7 0,-32 12 0,0 1 0,-1 0 0,1 0 0,0 1 0,-1-1 0,1 1 0,0 0 0,-1 0 0,1 1 0,0-1 0,0 1 0,-1 0 0,1 1 0,-1-1 0,1 1 0,-1 0 0,0 0 0,1 0 0,5 4 0,1 3 0,-1 1 0,0 0 0,0 0 0,-1 1 0,-1 0 0,0 1 0,0 0 0,-1 0 0,0 1 0,-1-1 0,8 28 0,-12-32 0,0 1 0,-1-1 0,0 1 0,-1 0 0,1-1 0,-3 16 0,-12 50 0,9-55 0,1 0 0,-3 40 0,6-52 0,1 0 0,1 1 0,-1-1 0,1 0 0,1 0 0,-1 1 0,1-1 0,0 0 0,1 0 0,0-1 0,0 1 0,0-1 0,1 1 0,0-1 0,8 10 0,-8-11 0,0 1 0,0 0 0,0 0 0,-1 0 0,0 0 0,3 10 0,-5-15 0,-1 0 0,1 0 0,-1 1 0,0-1 0,0 0 0,1 1 0,-1-1 0,0 0 0,0 1 0,0-1 0,-1 0 0,1 1 0,0-1 0,0 0 0,-1 1 0,1-1 0,0 0 0,-1 1 0,0-1 0,1 0 0,-1 0 0,0 0 0,1 0 0,-1 0 0,0 0 0,0 0 0,0 0 0,0 0 0,0 0 0,0 0 0,0 0 0,0-1 0,0 1 0,-1 0 0,1-1 0,0 1 0,0-1 0,-1 1 0,1-1 0,-2 1 0,-24 2-1365,15-3-5461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7:45.6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236 24 24575,'-56'-13'0,"-18"12"0,1 0 0,50-4-1365,14 1-5461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7:45.9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204 18 24575,'-12'-5'0,"-7"-2"0,0 3 0,1 3 0,1 3 0,1 1 0,0 3 0,2 1 0,-1 1 0,-2-1 0,2 1 0,1 0 0,3-3-8191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7:46.7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24575,'3'1'0,"0"0"0,0 0 0,-1 0 0,1 1 0,0-1 0,-1 1 0,1-1 0,-1 1 0,1 0 0,-1 0 0,0 0 0,3 3 0,1 1 0,39 32 0,85 55 0,60 18 0,-183-107-109,-5-3-17,1 0 1,-1 0-1,0 0 1,0 1-1,1-1 0,-1 1 1,0 0-1,0 0 1,3 3-1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7:47.1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303 26 24575,'-12'-5'0,"1"1"0,-1-1 0,0 2 0,-21-4 0,30 6 0,1 1 0,-1 0 0,1-1 0,-1 1 0,1 0 0,-1 1 0,1-1 0,0 0 0,-1 1 0,1-1 0,-1 1 0,1 0 0,0 0 0,-1 0 0,1 0 0,0 0 0,0 0 0,0 0 0,0 1 0,0-1 0,0 1 0,0 0 0,1 0 0,-1-1 0,0 1 0,1 0 0,0 0 0,-1 1 0,1-1 0,-2 4 0,-1 7 0,-5 23 0,8-28 0,-1 0 0,0 0 0,0-1 0,-1 1 0,1-1 0,-2 0 0,1 0 0,-9 13 0,7-15-91,0 1 0,0-1 0,-1 0 0,1 0 0,-1 0 0,-1-1 0,1 0 0,-1 0 0,1-1 0,-1 0 0,0 0 0,0 0 0,0-1 0,-8 2 0,4-2-6735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7:47.6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137 3 24575,'-10'-2'0,"-1"2"0,0-1 0,1 1 0,-1 1 0,1 0 0,-18 3 0,26-3 0,-1 0 0,1-1 0,0 1 0,-1 0 0,1 0 0,0 0 0,0 0 0,0 1 0,0-1 0,0 1 0,0-1 0,0 1 0,1 0 0,-1-1 0,0 1 0,1 0 0,-1 0 0,1 0 0,0 0 0,0 1 0,0-1 0,0 0 0,0 0 0,0 1 0,1-1 0,-1 0 0,1 1 0,-1-1 0,1 1 0,0-1 0,0 1 0,0-1 0,0 1 0,1 2 0,12 41 0,-13-45 0,0 0 0,1 0 0,-1-1 0,0 1 0,1 0 0,-1 0 0,1 0 0,-1-1 0,1 1 0,-1 0 0,1 0 0,0-1 0,-1 1 0,1-1 0,0 1 0,-1-1 0,1 1 0,0-1 0,0 1 0,-1-1 0,1 1 0,0-1 0,0 0 0,0 0 0,0 1 0,0-1 0,-1 0 0,3 0 0,30 0 0,-23-1 0,93 0-1365,-90 1-5461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7:48.7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162 61 24575,'-1'-4'0,"0"-1"0,0 1 0,-1-1 0,0 1 0,1 0 0,-1-1 0,-1 1 0,1 0 0,-1 0 0,1 1 0,-1-1 0,-5-5 0,7 9 0,1 0 0,-1-1 0,1 1 0,-1 0 0,0 0 0,1 0 0,-1 0 0,1-1 0,-1 1 0,1 0 0,-1 0 0,0 0 0,1 0 0,-1 0 0,1 1 0,-1-1 0,1 0 0,-1 0 0,0 0 0,1 0 0,-1 1 0,1-1 0,-1 0 0,1 0 0,-1 1 0,1-1 0,-1 0 0,1 1 0,0-1 0,-1 1 0,1-1 0,-1 0 0,1 1 0,0-1 0,-1 1 0,1-1 0,0 1 0,0-1 0,-1 2 0,-10 24 0,9-21 0,-16 36 0,-32 54 0,45-86 0,1 0 0,0 0 0,0 0 0,1 1 0,1-1 0,-1 1 0,2 0 0,-1 0 0,1-1 0,1 1 0,0 0 0,0 0 0,1 0 0,0 0 0,1 0 0,0-1 0,0 1 0,1-1 0,1 1 0,-1-1 0,1 0 0,1 0 0,0-1 0,11 15 0,13 11 0,1-1 0,2-2 0,43 33 0,-59-51-43,21 13-1279,-27-20-5504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7:49.3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 24575,'30'42'0,"-24"-34"0,4 9 0,20 21 0,-27-34 0,0-1 0,1 1 0,-1-1 0,1 0 0,0 0 0,0 0 0,0-1 0,0 1 0,0-1 0,0 0 0,8 2 0,-11-4 0,0 1 0,0-1 0,0 0 0,0 0 0,0 0 0,0 0 0,0 0 0,0 0 0,0 0 0,1 0 0,-1-1 0,0 1 0,0 0 0,0 0 0,-1-1 0,1 1 0,0-1 0,0 1 0,0-1 0,0 1 0,0-1 0,0 0 0,-1 1 0,1-1 0,0 0 0,0 0 0,-1 0 0,1 1 0,-1-1 0,1 0 0,-1 0 0,1 0 0,-1 0 0,1 0 0,-1 0 0,0 0 0,0 0 0,1 0 0,-1 0 0,0-2 0,1-5 0,0 0 0,-1-1 0,0 1 0,-1-9 0,1 8 0,0 7 0,-1-5 0,1 0 0,0 0 0,1-1 0,1-8 0,-2 15 0,1 0 0,-1 0 0,0 0 0,0 0 0,1 0 0,-1 0 0,0 0 0,1 0 0,-1 0 0,1 0 0,-1 0 0,1 0 0,0 0 0,-1 1 0,1-1 0,0 0 0,-1 0 0,1 1 0,0-1 0,0 0 0,0 1 0,0-1 0,0 1 0,0-1 0,0 1 0,0 0 0,0-1 0,0 1 0,0 0 0,0 0 0,0-1 0,0 1 0,0 0 0,0 0 0,0 0 0,0 0 0,0 1 0,0-1 0,1 0 0,2 2 0,-1-1 0,0 1 0,0 0 0,0 0 0,0 1 0,0-1 0,0 0 0,0 1 0,-1 0 0,1 0 0,2 3 0,10 11 0,5 2-455,-1 1 0,25 33 0,-35-41-6371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7:49.7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8 24575,'-1'-1'0,"0"0"0,-1 0 0,1 0 0,-1 1 0,1-1 0,-1 0 0,1 1 0,-1 0 0,1-1 0,-1 1 0,0 0 0,1-1 0,-1 1 0,0 0 0,-2 1 0,3-1 0,0 0 0,1 1 0,-1-1 0,0 0 0,0 1 0,1-1 0,-1 1 0,1-1 0,-1 1 0,0-1 0,1 1 0,-1-1 0,1 1 0,-1 0 0,1-1 0,-1 1 0,1 0 0,0-1 0,-1 1 0,1 0 0,0 0 0,0-1 0,-1 1 0,1 0 0,0 0 0,0 0 0,0-1 0,0 1 0,0 0 0,0 0 0,0-1 0,0 1 0,0 0 0,1 1 0,2 14 0,1-1 0,0 1 0,2-1 0,-1 0 0,12 19 0,-9-15 0,17 26 0,-18-33 0,-1-1 0,0 1 0,0 0 0,-1 0 0,3 15 0,-8-27-24,1 1-25,-1 0-1,0 0 0,1 0 1,-1 0-1,0 0 0,0 0 0,0 0 1,0 0-1,1 0 0,-1 0 1,-1 0-1,1 0 0,0 0 1,0 0-1,0 0 0,-1 0 1,1 0-1,0 0 0,-1 0 1,1 0-1,-1 0 0,1 0 1,-1 0-1,1 0 0,-1 0 1,-1 1-1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7:50.0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409 11 24575,'-6'-2'0,"0"-1"0,-1 2 0,1-1 0,-1 1 0,0 0 0,1 1 0,-1-1 0,0 1 0,0 1 0,-9 1 0,-5 2 0,2 1 0,-23 9 0,23-8 0,0 0 0,-27 5 0,5-7-682,-56-2-1,74-2-6143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7:50.5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24575,'51'26'0,"49"33"0,-77-43 0,-2 1 0,0 0 0,-1 1 0,24 29 0,-27-26 0,-1 1 0,0 0 0,-2 1 0,-1 1 0,-1 0 0,-1 1 0,11 36 0,-18-46 0,1 1 0,-2 1 0,-1-1 0,0 0 0,0 1 0,-2-1 0,0 0 0,-1 1 0,-1-1 0,0 1 0,-1-1 0,-1 0 0,-8 21 0,7-26 15,0 0 0,-1 0 0,-1-1 0,0 1 0,0-2 0,-1 1 0,-11 10 0,5-7-386,0-1-1,-2 0 1,-29 18 0,20-16-6455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8:16.1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89 104 24575,'-47'-55'0,"11"12"0,30 38 0,15 16 0,18 20 0,45 41 0,108 101 0,-75-84 0,130 119 0,-220-194 0,-2 0 0,0 0 0,20 31 0,-29-38 0,-6-10 0,-8-8 0,-15-11-1365,13 13-5461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8:16.8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331 52 24575,'-1'-6'0,"-1"1"0,1-1 0,1 1 0,-1-1 0,1 1 0,-1-1 0,2-6 0,-1 12 0,-1 5 0,-4 10 0,-25 27 0,22-33 0,1 1 0,0 0 0,1 0 0,-6 12 0,-47 140 0,3-5 0,26-79 0,22-52 0,-1-1 0,-2 0 0,0 0 0,-27 41 0,20-49-1365,9-11-5461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8:18.7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520 62 24575,'-199'-48'0,"167"42"0,0 2 0,-1 1 0,1 2 0,-44 4 0,74-3 0,-1 0 0,0 0 0,1 1 0,-1 0 0,1-1 0,-1 1 0,1 0 0,-1 0 0,1 0 0,-1 1 0,-3 2 0,6-4 0,-1 1 0,0 0 0,0 0 0,1 0 0,-1 0 0,1 0 0,-1 0 0,1 0 0,-1 0 0,1 0 0,-1 0 0,1 0 0,0 0 0,0 0 0,0 0 0,0 0 0,0 1 0,0-1 0,0 0 0,0 0 0,0 0 0,0 0 0,0 0 0,1 0 0,-1 0 0,0 0 0,1 0 0,-1 0 0,2 2 0,2 4 0,0 1 0,1-1 0,0-1 0,0 1 0,1-1 0,-1 0 0,1 0 0,1 0 0,10 7 0,10 4 0,33 17 0,-44-26 0,80 44 0,-94-50 0,0-1 0,0 0 0,0 1 0,0 0 0,0-1 0,0 1 0,0 0 0,-1 0 0,1 0 0,-1 0 0,2 3 0,-3-5 0,1 1 0,-1-1 0,0 1 0,0 0 0,0-1 0,0 1 0,0-1 0,0 1 0,0-1 0,0 1 0,0 0 0,0-1 0,0 1 0,0-1 0,0 1 0,0-1 0,0 1 0,0-1 0,-1 1 0,1 0 0,-1 0 0,0 0 0,1 0 0,-1 0 0,0-1 0,0 1 0,0 0 0,0-1 0,0 1 0,0-1 0,0 1 0,0-1 0,0 1 0,0-1 0,-2 1 0,-7 1 0,-1 0 0,0-1 0,1 0 0,-1-1 0,0 0 0,-14-2 0,-66-15 0,58 10 0,7 2-100,-68-11-1165,79 15-5561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8:19.3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 1 24575,'1'0'0,"0"0"0,0 1 0,0-1 0,0 1 0,0-1 0,0 1 0,0-1 0,0 1 0,-1 0 0,1-1 0,0 1 0,0 0 0,-1 0 0,1-1 0,0 1 0,-1 0 0,1 0 0,-1 0 0,1 0 0,-1 0 0,1 0 0,-1 0 0,1 1 0,6 24 0,-7-17 0,1 1 0,-2-1 0,1 1 0,-2-1 0,1 0 0,-6 17 0,-23 55 0,12-36 0,12-27 0,1 0 0,0 0 0,1 1 0,-2 22 0,5-31 0,1 0 0,0 0 0,0 0 0,1 0 0,1 0 0,-1 0 0,2 0 0,-1-1 0,8 17 0,-1-8 0,1 0 0,1-1 0,1 0 0,0-1 0,1 0 0,1-1 0,0 0 0,1-1 0,1-1 0,18 12 0,20 16-1365,-40-32-5461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8:19.7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118 1 24575,'-2'0'0,"0"0"0,1 0 0,-1 0 0,0 0 0,0 0 0,1 1 0,-1-1 0,0 1 0,0-1 0,1 1 0,-1-1 0,1 1 0,-1 0 0,1 0 0,-1 0 0,1 0 0,-1 0 0,1 0 0,0 0 0,-2 2 0,2-1 0,0 0 0,0 0 0,0 0 0,0 0 0,1 0 0,-1 0 0,0 0 0,1 0 0,0 0 0,0 0 0,-1 0 0,1 0 0,1 0 0,-1 3 0,2 7 0,1-1 0,0 0 0,0 0 0,9 19 0,17 27 0,51 77 0,-8-15 0,-64-103 0,0 0 0,-1 1 0,6 18 0,-11-27 0,0 0 0,-1 0 0,1 0 0,-1 0 0,-1-1 0,0 1 0,0 0 0,0 0 0,-3 11 0,3-16 0,-1 0 0,0 0 0,0 0 0,0 0 0,-1 0 0,1 0 0,-1 0 0,1-1 0,-1 1 0,0-1 0,0 1 0,0-1 0,0 0 0,0 1 0,-1-1 0,1 0 0,-1-1 0,1 1 0,-1 0 0,0-1 0,0 1 0,0-1 0,0 0 0,0 0 0,0 0 0,0-1 0,0 1 0,0-1 0,0 1 0,-5-1 0,1 0 0,-1-1 0,0 1 0,0-2 0,0 1 0,1-1 0,-1 0 0,1 0 0,-1-1 0,1 0 0,0-1 0,-8-4 0,2-1 12,0 0 0,1-1 0,0 0 0,1-1 0,0-1 0,1 0 0,0 0 0,0 0 0,-14-29 0,20 35-77,1-1 1,0 0-1,0-1 1,1 1-1,0 0 1,0-1-1,0 1 0,1-1 1,0 0-1,1 1 1,0-1-1,0 0 1,1 0-1,0 1 0,0-1 1,0 1-1,1-1 1,1 1-1,-1-1 1,1 1-1,0 0 1,5-7-1,-1 3-6761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8:19.9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0 24575,'-5'3'0,"-1"2"0,-3 2 0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8:20.7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231 479 24575,'7'0'0,"0"0"0,0-1 0,0 0 0,0 0 0,0-1 0,0 0 0,11-5 0,-18 7 0,1 0 0,-1 0 0,0 0 0,1 0 0,-1 0 0,1-1 0,-1 1 0,0 0 0,1 0 0,-1-1 0,0 1 0,1 0 0,-1 0 0,0-1 0,1 1 0,-1 0 0,0-1 0,0 1 0,1-1 0,-1 1 0,0 0 0,0-1 0,0 1 0,0-1 0,0 1 0,1 0 0,-1-1 0,0 1 0,0-1 0,0 1 0,0-1 0,0 1 0,0 0 0,0-1 0,0 1 0,-1-1 0,1 1 0,0-1 0,0 1 0,0 0 0,0-1 0,-1 1 0,1 0 0,0-1 0,0 1 0,0-1 0,-1 1 0,1 0 0,0 0 0,-1-1 0,1 1 0,0 0 0,-1-1 0,1 1 0,-1 0 0,-24-15 0,23 14 0,-25-13 0,-65-34 0,75 38 0,1-1 0,0-1 0,-19-18 0,27 22 0,0 0 0,0-1 0,1 0 0,0 0 0,0 0 0,-9-19 0,15 25 0,-1-1 0,1 0 0,0 0 0,0 0 0,0 0 0,0 0 0,1 0 0,0 0 0,0 0 0,0 0 0,0 0 0,0 0 0,1 0 0,0 0 0,0 1 0,0-1 0,0 0 0,1 0 0,-1 0 0,1 1 0,0-1 0,4-5 0,1-1 0,1 0 0,1 1 0,-1 0 0,2 0 0,-1 1 0,1 0 0,0 1 0,1 0 0,-1 0 0,1 1 0,1 1 0,-1 0 0,1 0 0,0 1 0,0 1 0,13-2 0,18-2 0,0 3 0,1 1 0,54 4 0,-65 0 0,-32-1 0,5 0 0,1 0 0,-1 0 0,0 1 0,11 3 0,-16-4 0,0 0 0,0 0 0,0 0 0,-1 1 0,1-1 0,0 0 0,0 1 0,-1-1 0,1 1 0,0-1 0,0 1 0,-1-1 0,1 1 0,-1-1 0,1 1 0,0 0 0,-1-1 0,1 1 0,-1 0 0,0 0 0,1-1 0,-1 1 0,0 0 0,1 0 0,-1-1 0,0 1 0,0 0 0,1 0 0,-1 0 0,0 0 0,0-1 0,0 1 0,0 0 0,0 0 0,0 0 0,-1 0 0,1 0 0,0-1 0,0 1 0,-1 0 0,1 0 0,0-1 0,-1 1 0,1 0 0,-1 0 0,0 0 0,-5 9 0,-1 0 0,0-1 0,0 0 0,-1-1 0,-1 1 0,-12 9 0,12-11 0,1 0 0,0 0 0,1 1 0,-1 0 0,2 0 0,-1 1 0,1 0 0,-6 10 0,9-10 0,-1-1 0,1 1 0,0 0 0,1 0 0,0 1 0,0-1 0,1 0 0,0 10 0,1-15 0,0 0 0,1 0 0,-1 0 0,1 0 0,0 0 0,0 0 0,1 0 0,-1 0 0,1 0 0,0-1 0,0 1 0,0-1 0,0 1 0,1-1 0,-1 0 0,1 0 0,0 0 0,0 0 0,0 0 0,7 4 0,3 1 0,1-1 0,0 0 0,0-1 0,1 0 0,0-2 0,0 1 0,0-2 0,23 3 0,13-1 0,63-3 0,-106-2-170,1 0-1,-1-1 0,1 0 1,-1 0-1,0-1 0,1 0 1,14-6-1,-14 3-6655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8:21.2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24575,'16'1'0,"0"0"0,1 0 0,-1 2 0,0 0 0,0 1 0,-1 1 0,1 0 0,18 10 0,-13-5 0,-1 2 0,0 0 0,-1 2 0,-1 0 0,20 19 0,-1 7 0,-1 0 0,-2 3 0,-3 0 0,34 61 0,-36-54 0,31 74 0,-50-99 0,-2 0 0,0 0 0,-2 1 0,0-1 0,2 38 0,-7-53 9,-1 0-1,-1 0 1,0 0-1,0 0 1,-1 0 0,0 0-1,-1-1 1,0 1-1,0-1 1,-1 1-1,0-1 1,-1-1-1,-6 11 1,3-8-158,0-1 1,-1 0-1,-1 0 1,1 0-1,-1-2 1,-1 1-1,0-1 1,0 0-1,-14 6 1,1-2-6678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8:30.0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503 82 24575,'-12'-5'0,"1"0"0,-1 1 0,0 0 0,0 1 0,0 0 0,-15-1 0,-76 1 0,76 4 0,0-1 0,1-2 0,-38-6 0,43 3-120,-99-26-1125,104 26-5581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8:30.4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261 44 24575,'-25'-10'0,"-10"-3"0,0 3 0,5 4 0,4 2 0,4 4 0,4 3 0,2 0 0,1 0 0,1 0 0,1-2 0,2 0-8191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8:31.1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23 24575,'-8'-14'0,"3"5"0,8 19 0,14 29 0,30 66 0,-41-93-170,-1 0-1,0 0 0,-1 1 1,0 0-1,-1-1 0,-1 1 1,2 15-1,-4-16-6655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8:31.4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434 28 24575,'-17'-5'0,"-14"-3"0,-40-5 0,61 12 0,0 1 0,0-1 0,0 2 0,0-1 0,-1 1 0,1 1 0,0 0 0,-11 3 0,0 1-109,-1-2 1,1 0-1,-1-2 0,0 0 0,-39-2 0,42-1-603,-6 1-6114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8:32.3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 24575,'16'-4'0,"-1"0"0,1 1 0,0 1 0,0 0 0,0 1 0,0 1 0,18 2 0,-31-2 0,0 1 0,0 0 0,0 0 0,0 0 0,0 0 0,0 0 0,-1 0 0,1 1 0,0-1 0,-1 1 0,1 0 0,-1 0 0,1 0 0,-1 0 0,0 0 0,0 0 0,0 1 0,0-1 0,-1 1 0,1 0 0,-1-1 0,1 1 0,-1 0 0,0 0 0,0 0 0,1 4 0,1 7 0,0 1 0,0 0 0,-2-1 0,1 17 0,-2-27 0,0 0 0,0 0 0,-1 0 0,1 0 0,-1-1 0,0 1 0,0 0 0,0 0 0,-1 0 0,1-1 0,-1 1 0,0-1 0,0 1 0,0-1 0,-4 4 0,-2 2 0,0-1 0,-1 0 0,-16 11 0,0 1 0,24-20 0,1 0 0,-1 1 0,1-1 0,-1 0 0,1 1 0,-1-1 0,1 0 0,0 1 0,-1-1 0,1 0 0,0 1 0,0-1 0,-1 1 0,1-1 0,0 1 0,0-1 0,-1 1 0,1-1 0,0 1 0,0-1 0,0 1 0,0-1 0,0 2 0,0-2 0,0 0 0,1 1 0,-1-1 0,0 0 0,1 1 0,-1-1 0,0 1 0,1-1 0,-1 0 0,0 0 0,1 1 0,-1-1 0,1 0 0,-1 0 0,1 0 0,-1 1 0,0-1 0,1 0 0,-1 0 0,1 0 0,32 3 0,-26-3 0,130 12 0,-101-6 0,6 2 0,-38-8 0,0 0 0,-1 0 0,1 0 0,0 0 0,-1-1 0,1 1 0,-1-1 0,7-2 0,-9 3-52,0-1-1,0 1 1,0-1-1,0 1 1,-1-1-1,1 1 1,0-1-1,0 0 1,0 1-1,-1-1 1,1 0-1,0 0 1,-1 1-1,1-1 1,-1 0-1,1 0 1,-1 0-1,1 0 1,-1 0-1,0 0 1,1 1-1,-1-1 0,0 0 1,0 0-1,0-2 1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8:32.6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10 24575,'-2'-5'0,"-2"1"0,1 4 0,3 1 0,2 3 0,2 4 0,4 3 0,0 1 0,1 2 0,2 1 0,-2 0 0,1 0 0,1 0 0,1-3 0,1 0 0,0-1 0,2-1 0,-3-3-8191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8:32.9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24575,'7'12'0,"5"4"0,1 2 0,-2 0 0,-1-2 0,-2-3 0,-2-2-8191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8:33.1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343 54 24575,'-27'-9'0,"-14"-4"0,-2 0 0,3 3 0,5 3 0,2 5 0,2 3 0,4 4 0,2 0 0,2 1 0,6-2-8191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8:40.4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 24575,'0'0'0,"-1"0"0,1 0 0,0 0 0,0 1 0,0-1 0,0 0 0,0 0 0,-1 1 0,1-1 0,0 0 0,0 0 0,0 1 0,0-1 0,0 0 0,0 0 0,0 1 0,0-1 0,0 0 0,0 1 0,0-1 0,0 0 0,0 0 0,0 1 0,0-1 0,0 0 0,0 0 0,0 1 0,0-1 0,1 0 0,-1 0 0,0 1 0,0-1 0,0 0 0,0 0 0,0 1 0,1-1 0,6 16 0,-5-12 0,29 55 0,2-1 0,2-1 0,77 93 0,-69-96 0,41 45 0,-68-81 0,1-1 0,1-1 0,27 18 0,-30-24 0,0 1 0,-1 1 0,21 22 0,-65-48 0,-13-11-1365,30 18-5461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8:41.0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202 63 24575,'3'-14'0,"-1"8"0,-1-1 0,0 0 0,0 1 0,0-13 0,-1 19 0,0 0 0,0 0 0,0 0 0,0-1 0,0 1 0,0 0 0,0 0 0,0 0 0,0 0 0,0 0 0,0 0 0,0 0 0,0-1 0,0 1 0,0 0 0,0 0 0,-1 0 0,1 0 0,0 0 0,0 0 0,0 0 0,0-1 0,0 1 0,0 0 0,0 0 0,0 0 0,0 0 0,0 0 0,0 0 0,-1 0 0,1 0 0,0 0 0,0 0 0,0 0 0,0 0 0,0 0 0,0-1 0,0 1 0,-1 0 0,1 0 0,0 0 0,0 0 0,0 0 0,0 0 0,0 0 0,0 0 0,0 0 0,-1 0 0,-5 6 0,-9 13 0,14-17 0,-8 11 0,2 1 0,0 0 0,-7 18 0,-1 3 0,9-20 0,0 0 0,1 0 0,-4 25 0,-4 49 0,10-69 0,-6 47 0,-25 92 0,28-139 0,3-8 0,0 1 0,-11 22 0,13-34-124,1 1 0,-1-1 0,0 0 0,0 1 0,0-1 0,0 0-1,-1 0 1,1 0 0,0 0 0,-3 2 0,-4 1-6702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8:41.5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143 9 24575,'-5'-2'0,"-1"0"0,1 1 0,-1 0 0,0 0 0,1 0 0,-1 1 0,-8 0 0,11 0 0,1 0 0,-1 1 0,1-1 0,0 1 0,-1 0 0,1 0 0,0 0 0,-1 0 0,1 0 0,0 0 0,0 1 0,0-1 0,0 0 0,0 1 0,0 0 0,1 0 0,-1-1 0,0 1 0,-1 3 0,-5 9 0,1 0 0,1 1 0,0-1 0,1 1 0,-6 30 0,11-42 0,-1-1 0,1 1 0,-1 0 0,1 0 0,0-1 0,0 1 0,0 0 0,0-1 0,0 1 0,1 0 0,-1-1 0,1 1 0,0 0 0,0-1 0,0 1 0,0-1 0,3 5 0,-2-4 0,1 0 0,-1 0 0,1-1 0,0 1 0,0-1 0,0 0 0,0 0 0,0 0 0,1 0 0,-1 0 0,6 1 0,5 1 0,-1 0 0,1-1 0,0-1 0,0 0 0,25-1 0,-19-1-106,-14 1-20,1-1 0,0 0 1,-1 0-1,1 0 0,0-1 0,-1 0 0,1 0 0,-1-1 0,12-4 0,-9 0-6700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8:42.1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74 54 24575,'-3'-9'0,"-7"-17"0,10 24 0,-1 1 0,0 0 0,1-1 0,-1 1 0,0 0 0,0 0 0,0-1 0,0 1 0,0 0 0,0 0 0,0 0 0,0 0 0,-1 0 0,-1 0 0,3 1 0,-1-1 0,1 1 0,-1 0 0,0 0 0,1 0 0,-1 0 0,1 1 0,-1-1 0,0 0 0,1 0 0,-1 0 0,1 0 0,-1 1 0,0-1 0,1 0 0,-1 0 0,1 1 0,-1-1 0,1 0 0,-1 1 0,1-1 0,-1 1 0,1-1 0,0 1 0,-1-1 0,1 1 0,0-1 0,-1 1 0,1-1 0,0 1 0,0-1 0,-1 1 0,1 0 0,0-1 0,0 1 0,-8 25 0,7-23 0,-6 30 0,2 0 0,-3 52 0,8 68 0,1-74 0,0-65 0,-1-1 0,2 0 0,0 0 0,0 0 0,1 0 0,1 0 0,6 14 0,-8-21 0,1 0 0,0 0 0,0-1 0,1 0 0,-1 1 0,1-1 0,0 0 0,0-1 0,1 1 0,-1-1 0,1 0 0,0 0 0,0 0 0,1-1 0,-1 0 0,1 0 0,6 3 0,-6-5-227,1 1-1,0-1 1,0 0-1,0-1 1,11 1-1,-6-2-6598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8:42.5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 1 24575,'-5'13'0,"0"0"0,1 0 0,1 0 0,0 0 0,0 1 0,2 0 0,0-1 0,0 1 0,1 0 0,1-1 0,0 1 0,4 16 0,4 5 0,24 62 0,24 29 0,-36-81 0,-20-43 0,-1-1 0,1 1 0,0 0 0,-1-1 0,1 1 0,-1 0 0,1 0 0,-1-1 0,0 1 0,0 0 0,0 0 0,0-1 0,0 1 0,0 0 0,0 0 0,-1 2 0,0-3 0,0 0 0,1-1 0,-1 1 0,1 0 0,-1 0 0,0-1 0,0 1 0,1-1 0,-1 1 0,0-1 0,0 1 0,0-1 0,0 1 0,0-1 0,1 0 0,-1 1 0,0-1 0,0 0 0,0 0 0,0 0 0,0 0 0,0 0 0,0 0 0,0 0 0,0 0 0,0 0 0,0 0 0,0 0 0,0-1 0,0 1 0,0 0 0,-1-1 0,-10-3 0,1-1 0,0 0 0,0-1 0,0 0 0,0-1 0,1 0 0,0 0 0,0-1 0,1-1 0,0 1 0,-15-21 0,22 27 0,0-1 0,0 0 0,0 0 0,1 0 0,-1 0 0,1 0 0,-1 0 0,1-1 0,0 1 0,1 0 0,-2-6 0,2 8 0,0-1 0,0 1 0,1-1 0,-1 0 0,0 1 0,1-1 0,-1 1 0,1-1 0,-1 1 0,1-1 0,0 1 0,-1-1 0,1 1 0,0 0 0,0-1 0,0 1 0,0 0 0,0 0 0,0 0 0,1 0 0,-1 0 0,0 0 0,1 0 0,-1 0 0,0 0 0,3 0 0,6-4 10,0 2-1,1-1 0,-1 1 1,16-2-1,-12 2-19,23-7-1,-32 9-143,-1-1-1,1 0 1,-1-1-1,0 1 0,1-1 1,-1 0-1,-1 0 1,8-6-1,-4 0-6671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8:42.7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29 24575,'0'-10'0,"0"-1"0,-2 5 0,-1 4 0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8:43.6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63 456 24575,'20'3'0,"-8"-1"0,1 0 0,23 0 0,-35-2 0,-1 0 0,1 0 0,-1 0 0,1 0 0,0 0 0,-1 0 0,1 0 0,-1 0 0,1 0 0,-1 0 0,1 0 0,-1-1 0,1 1 0,-1 0 0,1 0 0,-1 0 0,0-1 0,1 1 0,-1 0 0,1-1 0,-1 1 0,1 0 0,-1-1 0,0 1 0,1-1 0,-1 1 0,0 0 0,1-1 0,-1 0 0,0 0 0,0 1 0,-1-1 0,1 0 0,0 0 0,0 1 0,-1-1 0,1 0 0,0 1 0,-1-1 0,1 0 0,0 1 0,-1-1 0,1 1 0,-1-1 0,0 0 0,-26-20 0,5 7 0,0 0 0,-37-33 0,56 44 0,1 0 0,0 0 0,0-1 0,0 1 0,0 0 0,1-1 0,-1 1 0,1-1 0,0 0 0,0 1 0,0-1 0,1 0 0,-1 0 0,1 1 0,0-1 0,0 0 0,1-6 0,-1 3 0,1 0 0,0 0 0,1 0 0,-1 0 0,1 0 0,1 1 0,0-1 0,4-9 0,8-5 0,0 0 0,2 1 0,0 0 0,1 2 0,1 0 0,1 1 0,0 1 0,25-15 0,-38 27 0,1-1 0,-1 2 0,1-1 0,-1 1 0,11-3 0,-17 5 0,0 1 0,1-1 0,-1 1 0,1 0 0,-1 0 0,1-1 0,-1 1 0,1 0 0,-1 0 0,1 0 0,-1 0 0,1 1 0,-1-1 0,1 0 0,-1 1 0,0-1 0,1 1 0,-1-1 0,1 1 0,-1 0 0,0 0 0,0-1 0,1 1 0,-1 0 0,0 0 0,0 0 0,0 0 0,0 0 0,0 1 0,0-1 0,0 0 0,-1 0 0,1 1 0,0-1 0,0 3 0,8 26 0,-1 1 0,4 39 0,-2-13 0,-8-45 0,0 0 0,0 0 0,-2 0 0,1-1 0,-1 1 0,-1 0 0,0 0 0,-5 17 0,6-28 0,-1 1 0,1-1 0,0 0 0,-1 1 0,1-1 0,0 1 0,0-1 0,0 1 0,0-1 0,0 1 0,0-1 0,0 1 0,0-1 0,1 0 0,-1 1 0,0-1 0,1 1 0,-1-1 0,1 0 0,0 1 0,-1-1 0,1 0 0,0 0 0,0 0 0,2 2 0,-1-1 0,0-1 0,1 1 0,-1-1 0,1 0 0,-1 0 0,1 0 0,0 0 0,-1 0 0,1 0 0,0-1 0,0 0 0,5 1 0,129-1 115,-54-2-1595,-71 2-5346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8:44.1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24575,'31'17'0,"0"0"0,0 2 0,-2 2 0,0 0 0,32 33 0,-44-37 0,0 2 0,-2 0 0,0 0 0,-1 2 0,-1 0 0,-1 0 0,-1 1 0,13 35 0,-11-17 0,-1 0 0,-3 1 0,-1 0 0,-2 0 0,-1 1 0,-3 63 0,-2-92-97,-2-1-1,1 1 1,-2-1-1,0 0 1,0 0-1,-1 0 1,0 0-1,-1-1 1,-1 1-1,1-1 1,-2-1-1,0 1 0,-15 17 1,9-14-6729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8:48.3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24575,'85'67'0,"-7"-4"0,97 40 0,-93-59 0,-81-43-90,12 8 312,-13-9-276,0 0 1,1 0-1,-1 1 1,0-1-1,1 0 1,-1 0-1,0 1 1,1-1 0,-1 0-1,0 1 1,0-1-1,1 1 1,-1-1-1,0 0 1,0 1-1,0-1 1,1 1-1,-1-1 1,0 1 0,0-1-1,0 0 1,0 1-1,0-1 1,0 1-1,0-1 1,0 1-1,0 0 1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8:48.6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 1 24575,'-5'1'0,"-1"1"0,1 0 0,0 0 0,0 1 0,1-1 0,-1 1 0,0 0 0,1 1 0,-5 4 0,7-6 0,-1 1 0,1 0 0,0 0 0,0 0 0,1 0 0,-1 0 0,1 1 0,0-1 0,-1 0 0,1 1 0,1-1 0,-1 1 0,0-1 0,1 1 0,0 4 0,2 108-1365,-2-103-5461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8:49.0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256 30 24575,'-2'-5'0,"1"-1"0,3 0 0,5 1 0,-3 1 0,-3 2 0,-5 1 0,-7 0 0,-3 4 0,-5 0 0,-4 0 0,-2 0 0,-3-1 0,-1 0 0,-1-2 0,0 3 0,1 0 0,4 0-8191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8:52.4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533 163 24575,'-93'-84'0,"78"73"0,-1 0 0,-1 0 0,0 2 0,-25-11 0,33 16 0,-1 1 0,0 0 0,0 1 0,0 0 0,0 1 0,0 0 0,-1 0 0,1 1 0,0 0 0,0 1 0,-1 1 0,1-1 0,-10 4 0,7-1 0,1 1 0,0 0 0,0 0 0,1 1 0,-1 1 0,1 0 0,1 0 0,-1 1 0,-16 17 0,21-19 0,1 0 0,0 0 0,0 1 0,0-1 0,1 1 0,0 1 0,0-1 0,-3 9 0,6-12 0,0-1 0,0 1 0,0-1 0,1 1 0,-1-1 0,1 1 0,0 0 0,0-1 0,0 1 0,0 0 0,1-1 0,-1 1 0,1-1 0,0 1 0,0-1 0,0 1 0,1-1 0,-1 1 0,1-1 0,2 4 0,5 5 0,1-1 0,0 0 0,0-1 0,1 0 0,18 12 0,66 38 0,-44-30 0,24 16 0,-12-9 0,70 56 0,-122-85 0,-1 1 0,13 14 0,-21-21 0,0 1 0,0-1 0,-1 0 0,1 1 0,0-1 0,-1 1 0,0 0 0,1-1 0,-1 1 0,0 0 0,-1 0 0,1 0 0,0 0 0,-1 0 0,1 0 0,-1 0 0,0 3 0,-1-4 0,1 0 0,-1 0 0,0-1 0,1 1 0,-1 0 0,0-1 0,0 1 0,0-1 0,0 1 0,0-1 0,0 0 0,-1 1 0,1-1 0,0 0 0,-1 0 0,1 0 0,-1 0 0,1 0 0,-1 0 0,-3 1 0,-3 1 0,0 0 0,-1 0 0,-8 1 0,9-3 0,-21 5 10,0-2 0,-39 1 0,-61-6-136,48 0-1143,65 1-5557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8:52.7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24575,'0'10'0,"0"5"0,0 3 0,2 1 0,1 0 0,3-4 0,0-2 0,1-3 0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8:53.0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24575,'2'18'0,"2"9"0,-1 7 0,2-2 0,0 0 0,-1-3 0,-1-5 0,-1-6-8191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8:53.6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86 20 24575,'12'-9'0,"-11"9"0,-1 0 0,1-1 0,-1 1 0,0 0 0,1-1 0,-1 1 0,1 0 0,-1-1 0,0 1 0,1-1 0,-1 1 0,0-1 0,1 1 0,-1-1 0,0 1 0,0-1 0,0 1 0,1-1 0,-1 1 0,0-1 0,0 1 0,0-2 0,-2 3 0,0 0 0,0 0 0,0 0 0,0 0 0,1 1 0,-1-1 0,0 0 0,1 1 0,-3 2 0,-1 2 0,0 0 0,1 0 0,0 1 0,0 0 0,1 0 0,-4 10 0,-13 47 0,15-47 0,-3 10 0,2 0 0,1 0 0,1 1 0,1 0 0,2 0 0,0 0 0,2 0 0,1 0 0,1-1 0,2 1 0,1-1 0,1 0 0,1 0 0,1 0 0,1-2 0,2 1 0,0-1 0,2-1 0,32 43 0,-17-31-682,50 48-1,-64-71-6143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8:54.5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47 24575,'-5'-10'0,"-1"-5"0,-1 1 0,2 7 0,2 6 0,1 6 0,0 5 0,2 3 0,0 1 0,0 2 0,1-1 0,-1 4 0,0-1 0,0 0 0,0 0 0,0-2 0,0-3-8191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8:55.8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118 0 24575,'4'149'0,"-1"-119"0,1-1 0,1-1 0,9 31 0,50 123 0,-59-168 0,-2-8 0,10 35 0,-12-38 0,0 0 0,-1 0 0,0 0 0,1 0 0,-1 0 0,0 1 0,0-1 0,0 0 0,-1 0 0,1 0 0,-2 4 0,1-6 0,0 0 0,1 0 0,-1 1 0,0-1 0,0 0 0,0 0 0,0 0 0,0 0 0,0 0 0,0 0 0,-1-1 0,1 1 0,0 0 0,0 0 0,-1-1 0,1 1 0,0-1 0,-1 1 0,1-1 0,-1 0 0,1 0 0,0 1 0,-1-1 0,1 0 0,-1 0 0,1 0 0,-1 0 0,1-1 0,-1 1 0,1 0 0,-2-1 0,-6-1 0,1-1 0,-1 1 0,-11-7 0,19 9 0,-10-5 0,0-1 0,0 0 0,0-1 0,0-1 0,1 1 0,1-1 0,-18-19 0,22 22 0,1-1 0,-1 1 0,1-1 0,1 0 0,-1 0 0,1-1 0,0 1 0,1 0 0,-1-1 0,1 0 0,1 0 0,-1 1 0,1-1 0,0 0 0,1-14 0,0 18 8,1 1-1,-1-1 1,1 1-1,-1 0 1,1-1-1,0 1 1,0 0-1,0 0 1,1-1-1,-1 1 1,0 0-1,1 0 1,-1 0-1,1 1 0,3-4 1,0 1-305,1-1 0,-1 2 0,1-1 0,9-4 0,-2 2-6529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8:56.0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 24575,'0'5'0,"-2"4"0,-2 0-8191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8:56.8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70 534 24575,'-7'-3'0,"0"0"0,1 0 0,-10-8 0,14 10 0,1 1 0,0-1 0,0 0 0,0-1 0,0 1 0,0 0 0,0 0 0,0 0 0,0-1 0,1 1 0,-2-2 0,2 3 0,0-1 0,0 1 0,0-1 0,0 0 0,0 1 0,0-1 0,0 1 0,0-1 0,0 1 0,0-1 0,0 0 0,0 1 0,0-1 0,1 1 0,-1-1 0,0 1 0,0-1 0,1 1 0,-1-1 0,0 1 0,1-1 0,-1 1 0,0-1 0,1 1 0,-1 0 0,1-1 0,-1 1 0,2-1 0,0-1 0,1 1 0,0 0 0,-1-1 0,1 1 0,0 0 0,0 1 0,0-1 0,0 0 0,0 1 0,5-1 0,34 2 0,-25 0 0,23 0 0,-4 1 0,38-4 0,-73 2 0,0 0 0,0 0 0,0 0 0,0 0 0,0 0 0,-1 0 0,1-1 0,0 1 0,0 0 0,0-1 0,0 1 0,0 0 0,-1-1 0,1 1 0,0-1 0,0 1 0,0-2 0,-1 2 0,0-1 0,1 1 0,-1 0 0,0-1 0,0 1 0,0 0 0,0-1 0,-1 1 0,1-1 0,0 1 0,0 0 0,0-1 0,0 1 0,0 0 0,0-1 0,-1 1 0,1-1 0,0 1 0,0 0 0,0 0 0,-1-1 0,1 1 0,0 0 0,-1-1 0,1 1 0,0 0 0,-1-1 0,-5-3 0,0 0 0,0 0 0,-8-4 0,8 5 0,-27-17 0,1-1 0,1-2 0,1 0 0,-52-54 0,78 73 0,1 0 0,-1 0 0,1-1 0,-1 0 0,2 0 0,-1 0 0,0 0 0,1 0 0,0 0 0,0-1 0,0 1 0,1-1 0,0 1 0,0-1 0,0 1 0,1-1 0,0 0 0,0 0 0,0 1 0,1-1 0,0 0 0,0 1 0,0-1 0,1 1 0,-1-1 0,2 1 0,-1 0 0,0 0 0,1 0 0,0 0 0,0 0 0,0 1 0,1-1 0,5-5 0,-1 2 0,1 0 0,0 0 0,0 1 0,0 0 0,1 0 0,0 1 0,1 0 0,-1 1 0,1 1 0,0-1 0,0 2 0,0-1 0,1 2 0,-1-1 0,23 0 0,-20 2 0,1 2 0,-1-1 0,0 2 0,0 0 0,0 1 0,0 0 0,0 1 0,0 1 0,-1 0 0,0 0 0,0 2 0,20 12 0,-22-12 0,0 1 0,0 0 0,-1 1 0,13 14 0,-20-19 0,0 0 0,0 0 0,0 0 0,0 1 0,-1-1 0,0 1 0,0 0 0,0-1 0,0 1 0,-1 0 0,0 0 0,0 0 0,0 0 0,-1 9 0,-1 2 0,0 0 0,-2 0 0,0 0 0,-1 0 0,0 0 0,-1-1 0,-9 18 0,13-31 0,1 0 0,-1-1 0,0 1 0,1 0 0,-1 0 0,1 0 0,0 0 0,0 0 0,-1 0 0,1 0 0,0 0 0,1 0 0,-1 0 0,0 0 0,1 0 0,-1 0 0,1 0 0,-1 0 0,3 3 0,-1-2 0,0-1 0,0 1 0,0-1 0,0 0 0,1 0 0,-1 0 0,1 0 0,-1 0 0,1 0 0,0-1 0,5 3 0,5 1 0,1 0 0,-1-1 0,1 0 0,26 3 0,58-1 0,-20-6-1365,-63 0-5461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8:57.2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24575,'21'0'0,"1"1"0,-1 0 0,0 2 0,1 1 0,-1 0 0,0 2 0,-1 0 0,1 1 0,-2 1 0,1 1 0,-1 1 0,0 1 0,-1 0 0,28 23 0,-19-10 0,-1 2 0,0 1 0,-2 1 0,-2 1 0,0 1 0,-2 1 0,-1 0 0,-2 2 0,-1 0 0,-1 1 0,-2 0 0,-2 1 0,-1 1 0,7 47 0,-15-66 0,0 1 0,-1 0 0,-1-1 0,-1 1 0,-1 0 0,0 0 0,-1-1 0,-8 27 0,6-30 0,0-1 0,-1 0 0,-1 0 0,0-1 0,0 0 0,-1 0 0,-1-1 0,0 0 0,0 0 0,-1-1 0,-14 11 0,7-9-273,0 0 0,0-1 0,-1 0 0,-29 11 0,13-9-6553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9:12.1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15 129 24575,'-2'-9'0,"-2"-9"0,1 0 0,0 0 0,2 0 0,0-25 0,3 39 0,1 10 0,3 9 0,4 20 0,1-2 0,2 1 0,2-2 0,1 0 0,27 43 0,-42-74 0,0 0 0,-1 0 0,1 0 0,0 0 0,0-1 0,-1 1 0,1 0 0,0 0 0,0 0 0,0-1 0,0 1 0,0 0 0,2 0 0,-2-1 0,-1 0 0,0 0 0,0 0 0,0 0 0,0 0 0,1 0 0,-1 0 0,0 0 0,0 0 0,0 0 0,0 0 0,1 0 0,-1 0 0,0 0 0,0 0 0,0 0 0,0 0 0,1 0 0,-1 0 0,0-1 0,0 1 0,0 0 0,0 0 0,0 0 0,0 0 0,0 0 0,1-1 0,-1 1 0,0 0 0,0 0 0,0 0 0,0-1 0,0-10 0,-7-18 120,6 27-226,0 1 0,0-1 0,1 0 0,-1 1 0,0-1 0,0 1-1,-1-1 1,1 1 0,0-1 0,0 1 0,-1 0 0,1 0 0,-3-2 0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9:00.5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158 0 24575,'26'4'0,"15"4"0,-38-8 0,0 1 0,0 0 0,0 0 0,0 0 0,0 1 0,0-1 0,-1 1 0,1 0 0,-1-1 0,4 4 0,-6-5 0,0 0 0,1 1 0,-1-1 0,0 0 0,0 0 0,1 1 0,-1-1 0,0 0 0,0 1 0,0-1 0,0 0 0,0 0 0,1 1 0,-1-1 0,0 0 0,0 1 0,0-1 0,0 0 0,0 1 0,0-1 0,0 1 0,0-1 0,0 0 0,0 1 0,0-1 0,0 0 0,0 1 0,-1-1 0,1 0 0,0 0 0,0 1 0,0-1 0,0 1 0,-12 7 0,-16 0 0,14-6 20,0-1 0,0-1 0,0 0 0,0 0 0,-21-5 0,4-1-763,-41-15 1,60 17-6084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9:00.8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311 42 24575,'-1'-2'0,"-1"0"0,0 0 0,1 0 0,-1 0 0,0 0 0,0 1 0,0-1 0,0 0 0,0 1 0,0 0 0,0-1 0,-1 1 0,1 0 0,0 0 0,-1 0 0,1 0 0,-1 1 0,1-1 0,-5 0 0,-6 0 0,-1 0 0,-21 1 0,21 0 0,-32 0 0,-58-7 0,83 4-1365,3 1-5461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9:12.6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777 43 24575,'7'-2'0,"-7"-1"0,-12-4 0,-27-1 0,-75-7 0,79 11 0,-22 1 0,0 3 0,-74 8 0,106-6 0,-200 2-107,155-5-1151,51 1-5568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9:13.2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24575,'0'2'0,"1"19"0,4 30 0,15 23-18,-11-45-319,-2 0 0,0 1 1,2 38-1,-9-56-6489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9:13.7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591 47 24575,'-3'-5'0,"-1"1"0,0-1 0,-1 1 0,1 0 0,-1 0 0,1 0 0,-9-5 0,11 8 0,0 0 0,-1 0 0,1 0 0,0 0 0,0 0 0,-1 1 0,1-1 0,-1 1 0,1 0 0,-1-1 0,1 1 0,0 0 0,-1 0 0,1 1 0,-1-1 0,1 0 0,-1 1 0,1-1 0,0 1 0,-1 0 0,-2 1 0,-2 3 0,-1-1 0,0-1 0,0 0 0,0 0 0,0 0 0,-1-1 0,1 0 0,-1-1 0,-12 1 0,-224-14 0,233 10-136,0 1-1,0 0 1,0 1-1,0 0 1,0 1-1,0 1 1,0 0-1,0 0 0,-22 8 1,22-5-6690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9:17.7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568 31 24575,'13'-4'0,"76"-16"0,-73 18 0,0 0 0,0 0 0,24 2 0,1 8 0,-32-6 0,-1 0 0,19 1 0,-12-3 0,-7 0 0,-17 1 0,-82 14 0,25-2 0,10-6 0,-93 1 0,-199-9 0,341 2 0,1-1 0,0 1 0,0 0 0,0 1 0,0 0 0,0-1 0,-8 5 0,-38 22 0,40-21 0,12-7 0,0 0 0,-1 0 0,1 0 0,0 0 0,0 0 0,-1 1 0,1-1 0,0 0 0,0 0 0,-1 0 0,1 0 0,0 0 0,0 1 0,0-1 0,0 0 0,-1 0 0,1 0 0,0 1 0,0-1 0,0 0 0,0 0 0,0 1 0,0-1 0,0 0 0,-1 0 0,1 1 0,0-1 0,0 0 0,0 0 0,0 1 0,0-1 0,0 1 0,8 4 0,19 1 0,-22-5 0,112 27 0,151 58 0,-252-80 0,26 15 0,-37-19 0,-1 1 0,0-1 0,0 1 0,0 0 0,0 1 0,-1-1 0,1 1 0,-1-1 0,0 1 0,5 8 0,-7-11 0,0 1 0,-1 0 0,1-1 0,-1 1 0,0 0 0,1-1 0,-1 1 0,0 0 0,0 0 0,0-1 0,0 1 0,0 0 0,0 0 0,-1-1 0,1 1 0,-1 0 0,1-1 0,-1 1 0,1 0 0,-1-1 0,0 1 0,0-1 0,0 1 0,0-1 0,0 0 0,0 1 0,0-1 0,0 0 0,-1 0 0,1 0 0,-3 2 0,-4 3 0,0 0 0,-1-1 0,0 0 0,-11 4 0,17-8 0,-111 47 0,-45 21 0,147-63 0,1 1 0,0 0 0,0 1 0,1 0 0,0 1 0,0 0 0,1 0 0,0 1 0,-7 11 0,-67 93 0,81-112 0,1 0 0,0 0 0,0-1 0,-1 1 0,1 0 0,0 0 0,1 0 0,-1 0 0,-1 3 0,2-4 0,0-1 0,0 0 0,0 1 0,0-1 0,0 0 0,0 1 0,0-1 0,0 0 0,0 1 0,1-1 0,-1 0 0,0 1 0,0-1 0,0 0 0,0 0 0,1 1 0,-1-1 0,0 0 0,0 1 0,1-1 0,-1 0 0,1 0 0,12 5 0,58-2 0,-9-1 0,355 7 0,-202-24-1365,-199 15-5461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9:18.5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39 24575,'-2'-6'0,"-7"-14"0,9 19 0,0 0 0,-1 0 0,1 0 0,-1 1 0,1-1 0,-1 0 0,1 0 0,-1 1 0,0-1 0,1 0 0,-1 1 0,0-1 0,1 1 0,-1-1 0,0 0 0,0 1 0,-1-1 0,2 1 0,0 0 0,0 0 0,0 0 0,-1 0 0,1 1 0,0-1 0,0 0 0,0 0 0,-1 0 0,1 0 0,0 0 0,0 0 0,0 1 0,0-1 0,-1 0 0,1 0 0,0 0 0,0 0 0,0 1 0,0-1 0,0 0 0,0 0 0,0 0 0,0 1 0,-1-1 0,1 0 0,0 0 0,0 1 0,0-1 0,0 0 0,0 0 0,0 0 0,0 1 0,0-1 0,0 0 0,0 0 0,1 1 0,-1-1 0,0 0 0,2 12 0,-2-10 0,15 60 0,32 84 0,-24-79 0,-13-38-112,-3-12-97,-1 0 0,-1-1 0,-1 2 1,0-1-1,1 26 0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9:18.9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133 0 24575,'-14'0'0,"1"1"0,-1 0 0,-17 5 0,28-6 0,0 1 0,-1 0 0,1 0 0,-1 0 0,1 0 0,0 1 0,0-1 0,0 1 0,0 0 0,0 0 0,0 0 0,0 0 0,1 1 0,-1-1 0,1 1 0,-1-1 0,-3 7 0,5-6 0,0 0 0,1 0 0,-1 0 0,1 1 0,-1-1 0,1 0 0,0 0 0,0 1 0,0-1 0,1 0 0,-1 0 0,1 0 0,0 0 0,0 1 0,0-1 0,2 4 0,-2-4 0,0-1 0,0 1 0,1 0 0,-1-1 0,1 1 0,0-1 0,0 0 0,0 1 0,0-1 0,0 0 0,0 0 0,0 0 0,1 0 0,-1-1 0,1 1 0,-1-1 0,6 3 0,2-2 0,-1-1 0,1 0 0,16-1 0,9 1 0,193 38-667,-203-34-31,-3 0-6128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9:23.2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18 24575,'-1'0'0,"1"-1"0,-1 1 0,1 0 0,-1-1 0,1 1 0,-1-1 0,1 1 0,0-1 0,-1 1 0,1-1 0,0 0 0,-1 1 0,1-1 0,0 1 0,-1-1 0,1 0 0,0 1 0,0-1 0,0 0 0,0 1 0,0-1 0,0 0 0,0 1 0,0-1 0,0 0 0,0 1 0,0-2 0,6 1 0,4 10 0,10 16 0,-2-3 0,28 28 0,267 241 0,-270-255 0,-29-26 0,0 1 0,-1 1 0,0 0 0,-1 1 0,13 18 0,-24-30-99,-1 0 24,1 0 1,0-1-1,-1 1 1,1 0 0,-1 0-1,1 0 1,-1 0-1,0 0 1,1-1-1,-1 1 1,0 0-1,0 0 1,1 0-1,-1 0 1,0 0-1,0 2 1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9:23.8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388 16 24575,'0'-1'0,"0"1"0,0-1 0,0 0 0,0 0 0,0 0 0,0 1 0,0-1 0,0 0 0,0 0 0,0 1 0,-1-1 0,1 0 0,0 0 0,-1 1 0,1-1 0,0 0 0,-1 1 0,1-1 0,-1 0 0,0 0 0,1 1 0,-1 0 0,1 0 0,0 0 0,-1 0 0,1 0 0,-1 0 0,1 0 0,-1 0 0,1 0 0,0 0 0,-1 0 0,1 1 0,-1-1 0,1 0 0,-1 0 0,1 0 0,0 1 0,-1-1 0,1 0 0,0 0 0,-1 1 0,1-1 0,-1 1 0,-3 3 0,-1 1 0,1 0 0,-6 7 0,8-9 0,-57 72 0,34-42 0,1 0 0,-33 66 0,26-43 0,2-10 0,-56 68 0,79-106-273,-1 0 0,2 0 0,-1 1 0,-4 10 0,6-9-6553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9:24.6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175 0 24575,'-7'4'0,"-1"0"0,1 0 0,-1-1 0,0-1 0,0 1 0,0-1 0,-10 1 0,8-1 0,1 0 0,-1 0 0,1 1 0,-11 5 0,16-6 0,1 0 0,0 0 0,0 0 0,1 0 0,-1 1 0,0-1 0,1 1 0,-1 0 0,1 0 0,0-1 0,0 1 0,0 1 0,0-1 0,1 0 0,-1 0 0,1 1 0,0-1 0,0 1 0,0-1 0,0 1 0,1-1 0,-1 1 0,1 0 0,0-1 0,0 1 0,1-1 0,0 5 0,-1-4 0,1 0 0,0 1 0,0-1 0,0 0 0,0 1 0,1-1 0,0 0 0,0 0 0,0 0 0,0-1 0,1 1 0,0 0 0,-1-1 0,1 0 0,0 1 0,1-1 0,-1-1 0,1 1 0,-1 0 0,1-1 0,7 4 0,2-1 0,0-1 0,1-1 0,0 0 0,0-1 0,18 1 0,-31-3 0,57 10-1365,-46-8-5461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9:25.6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162 74 24575,'2'-27'0,"-1"21"0,0 0 0,-1 0 0,0 0 0,-1-8 0,1 14 0,0-1 0,0 1 0,0 0 0,0-1 0,0 1 0,0 0 0,0-1 0,0 1 0,0 0 0,0-1 0,0 1 0,-1 0 0,1-1 0,0 1 0,0 0 0,0 0 0,-1-1 0,1 1 0,0 0 0,0 0 0,0-1 0,-1 1 0,1 0 0,0 0 0,-1 0 0,1-1 0,0 1 0,0 0 0,-1 0 0,1 0 0,0 0 0,-1 0 0,1-1 0,0 1 0,-1 0 0,1 0 0,0 0 0,-1 0 0,1 0 0,0 0 0,-1 0 0,1 0 0,0 1 0,-1-1 0,1 0 0,0 0 0,-1 0 0,1 0 0,0 0 0,-1 0 0,1 1 0,0-1 0,0 0 0,-1 0 0,1 0 0,0 1 0,0-1 0,-1 0 0,1 0 0,0 1 0,0-1 0,-19 21 0,15-17 0,-13 15 0,1 1 0,0 0 0,-20 36 0,29-43 0,1-1 0,1 2 0,0-1 0,1 0 0,0 1 0,1 0 0,0 0 0,0 17 0,1 4 0,2 0 0,1 1 0,6 39 0,-4-60 0,0-1 0,0 0 0,1 0 0,1 0 0,1 0 0,0-1 0,0 0 0,1 0 0,1-1 0,13 16 0,-6-10-170,1-2-1,0 0 0,1-1 1,1 0-1,0-2 0,1 0 1,24 12-1,-32-20-6655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9:26.1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86 0 24575,'-3'7'0,"1"-1"0,0 1 0,0-1 0,0 1 0,1 0 0,0 0 0,1 0 0,0-1 0,0 1 0,0 0 0,1 0 0,-1 0 0,2-1 0,-1 1 0,4 8 0,3 10 0,2 0 0,20 35 0,103 160 0,-103-173 0,-20-33 0,-2 1 0,0 0 0,11 28 0,-18-42 0,-1 0 0,0 0 0,0-1 0,1 1 0,-1 0 0,0 0 0,0 0 0,0 0 0,0 0 0,0 0 0,0 0 0,0 0 0,0 0 0,0-1 0,0 1 0,-1 0 0,1 0 0,0 0 0,0 0 0,-1 0 0,1-1 0,-1 1 0,1 0 0,-1 0 0,1 0 0,-2 0 0,1 0 0,0 0 0,-1-1 0,1 1 0,-1 0 0,1-1 0,-1 1 0,1-1 0,-1 1 0,1-1 0,-1 0 0,0 0 0,1 1 0,-3-1 0,-5-1 0,1 0 0,-1 0 0,1-1 0,-13-3 0,2-2 0,0-1 0,0 0 0,1-2 0,1 0 0,-1-1 0,-17-15 0,23 17 0,0-1 0,2-1 0,-1 0 0,1 0 0,1-1 0,0 0 0,1-1 0,0 0 0,-6-14 0,12 24 6,1-1 0,0 0 0,0 1 0,0-1 0,0 0 0,1 1 0,-1-1 0,1 0 0,0 0 0,0 1 0,1-1 0,-1 0 0,1 0 0,-1 1 0,1-1 0,0 0 0,1 1 0,-1-1 0,3-3 0,-1 1-171,2-1 0,-1 1 0,1 0 0,0 0 0,0 1 0,0 0 0,1 0 0,9-7 0,-6 6-6661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9:26.3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 24575,'0'2'0,"-3"4"0,0 2 0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9:26.9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 21 24575,'3'-18'0,"-4"15"0,-4 12 0,-3 8 0,1 0 0,1 1 0,1 0 0,-4 26 0,-6 74 0,15-115 0,-4 39 0,3-1 0,2 1 0,1-1 0,2 0 0,2 1 0,13 45 0,-15-73 0,1 0 0,0 0 0,0-1 0,10 16 0,-11-23 0,0 0 0,1 0 0,-1 0 0,1 0 0,0-1 0,1 0 0,-1 0 0,1-1 0,0 1 0,8 3 0,8 3-682,43 15-1,-53-22-6143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9:27.8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1 477 24575,'2'-2'0,"0"1"0,0-1 0,0 1 0,0 0 0,1 0 0,-1 0 0,0 0 0,1 0 0,-1 0 0,1 1 0,-1-1 0,5 0 0,33 0 0,-28 1 0,22 1 0,-23 0 0,0 0 0,0-1 0,0 0 0,0-1 0,14-3 0,-25 4 0,0 0 0,0 0 0,1 0 0,-1 0 0,0 0 0,0 0 0,1 0 0,-1 0 0,0 0 0,0-1 0,1 1 0,-1 0 0,0 0 0,0 0 0,1 0 0,-1 0 0,0-1 0,0 1 0,0 0 0,0 0 0,1 0 0,-1-1 0,0 1 0,0 0 0,0 0 0,0 0 0,0-1 0,1 1 0,-1 0 0,0 0 0,0-1 0,0 1 0,-6-6 0,-16-3 0,22 8 0,-16-4 0,1-1 0,1 0 0,-1-1 0,-22-15 0,33 19 0,-1 0 0,1-1 0,0 1 0,1-1 0,-1 0 0,1 0 0,0 0 0,0-1 0,0 1 0,0-1 0,1 0 0,0 1 0,0-1 0,0 0 0,0 0 0,1-1 0,0 1 0,-1-6 0,2 3 0,0 0 0,1 0 0,-1 0 0,2 0 0,-1 0 0,1 0 0,0 0 0,1 0 0,0 1 0,0-1 0,1 1 0,0 0 0,0 0 0,0 0 0,10-10 0,2-2 0,1 2 0,1 0 0,38-28 0,-39 33 0,0 0 0,33-15 0,-41 23 0,0 0 0,1 1 0,-1 0 0,1 1 0,-1 0 0,1 0 0,18 0 0,-27 2 0,1 0 0,-1 0 0,0 0 0,0 0 0,1 0 0,-1 1 0,0-1 0,0 0 0,0 1 0,0-1 0,1 1 0,-1 0 0,0-1 0,0 1 0,0 0 0,0 0 0,0-1 0,0 1 0,-1 0 0,1 0 0,1 1 0,-1 0 0,0 1 0,0-1 0,0 1 0,0-1 0,0 1 0,0-1 0,-1 1 0,1-1 0,0 5 0,-1 5 0,0-1 0,-1 0 0,-3 18 0,-4 8 0,-2-2 0,-1 1 0,-21 43 0,29-72 0,-9 24 0,11-29 0,1 0 0,-1 1 0,1-1 0,-1 0 0,1 1 0,0-1 0,0 0 0,0 1 0,0-1 0,1 5 0,-1-6 0,1 1 0,0-1 0,0 1 0,0-1 0,0 0 0,0 1 0,0-1 0,0 0 0,0 0 0,1 0 0,-1 0 0,0 0 0,1 0 0,-1 0 0,1 0 0,-1 0 0,1-1 0,1 2 0,34 7 0,-28-7 0,232 36 0,-226-36-1365,-3-1-5461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9:29.6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263 0 24575,'-27'0'0,"-11"0"0,-2 0 0,3 0 0,6 3 0,6 0 0,4 0 0,4 0 0,2 1 0,3 0-8191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9:30.1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24575,'1'47'0,"2"0"0,16 76 0,38 86 0,-20-117 119,0-1-1603,-34-79-5342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9:30.4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172 1 24575,'-24'6'0,"-48"13"0,64-16 0,1 0 0,-1 1 0,1-1 0,0 2 0,0-1 0,-12 10 0,18-13 0,0 0 0,0 0 0,0 0 0,0 0 0,0 0 0,0 0 0,1 0 0,-1 0 0,0 0 0,0 0 0,1 0 0,-1 0 0,1 1 0,-1-1 0,1 0 0,0 0 0,-1 1 0,1-1 0,0 0 0,0 2 0,0-2 0,1 1 0,-1-1 0,0 0 0,1 0 0,0 1 0,-1-1 0,1 0 0,0 0 0,-1 0 0,1 0 0,0 0 0,0 0 0,0 0 0,0 0 0,0 0 0,1 1 0,6 2 0,-1 0 0,1 0 0,-1 0 0,16 3 0,-19-5 0,9 1 27,0 0 0,0 0-1,1-2 1,16 1 0,-13-1-777,30 5 1,-35-3-6077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9:31.3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62 540 24575,'3'-3'0,"1"0"0,0 0 0,0 0 0,0 1 0,0 0 0,1 0 0,-1 0 0,1 1 0,-1-1 0,1 1 0,-1 0 0,1 0 0,0 1 0,8-1 0,26-5 0,-39 6 0,1 0 0,-1 0 0,0 0 0,1 0 0,-1-1 0,0 1 0,1 0 0,-1 0 0,0 0 0,1 0 0,-1-1 0,0 1 0,0 0 0,1 0 0,-1 0 0,0-1 0,0 1 0,1 0 0,-1 0 0,0-1 0,0 1 0,0 0 0,0-1 0,1 1 0,-1 0 0,0-1 0,0 1 0,0 0 0,0-1 0,0 1 0,0 0 0,0-1 0,0 1 0,0 0 0,0-1 0,0 1 0,0 0 0,0-1 0,0 1 0,0 0 0,0-1 0,0 1 0,-1 0 0,1-1 0,0 1 0,0 0 0,0-1 0,-1 1 0,1 0 0,0 0 0,0-1 0,0 1 0,-1 0 0,1 0 0,0-1 0,-1 1 0,1 0 0,-1 0 0,-19-17 0,17 16 0,-8-7 0,1-1 0,-1 1 0,2-2 0,-1 1 0,2-1 0,-1-1 0,1 1 0,1-1 0,0-1 0,0 0 0,1 1 0,-6-19 0,3 6 0,1 0 0,2-1 0,-5-33 0,10 50 0,0-1 0,0 0 0,1 0 0,0 1 0,1-1 0,0 0 0,0 0 0,1 1 0,0-1 0,1 1 0,0-1 0,0 1 0,6-10 0,-7 14 0,1-1 0,1 1 0,-1 0 0,1 0 0,-1 0 0,1 1 0,0-1 0,1 1 0,-1 0 0,0 0 0,1 0 0,0 1 0,8-4 0,-6 4 0,1 0 0,0 0 0,0 1 0,0 0 0,0 0 0,0 1 0,0 0 0,11 1 0,-3 2 0,-1 0 0,0 0 0,0 2 0,0-1 0,0 2 0,-1 0 0,0 1 0,25 16 0,-32-17 0,0-1 0,0 1 0,0 1 0,0-1 0,-1 1 0,0 1 0,-1-1 0,0 1 0,0 0 0,7 16 0,-10-20 0,0 1 0,-1 0 0,1-1 0,-1 1 0,0 0 0,-1 0 0,1 0 0,-1 0 0,0 0 0,0-1 0,0 1 0,-1 0 0,0 0 0,0 0 0,0 0 0,-1-1 0,1 1 0,-1-1 0,0 1 0,0-1 0,-1 1 0,-3 4 0,-1 0 0,-1-1 0,-1 0 0,-13 12 0,14-15 0,1 1 0,0 0 0,1 0 0,0 1 0,0 0 0,-10 14 0,16-21 0,0 1 0,-1 0 0,1-1 0,0 1 0,-1 0 0,1-1 0,0 1 0,0 0 0,0-1 0,0 1 0,0 0 0,0-1 0,0 1 0,0 0 0,0 0 0,0-1 0,0 1 0,0 0 0,0-1 0,1 1 0,-1 0 0,0-1 0,0 1 0,1 1 0,0-1 0,0 0 0,1 0 0,-1 0 0,0 0 0,0 0 0,1 0 0,-1 0 0,0 0 0,1 0 0,2 0 0,3 2 0,0-1 0,1-1 0,12 3 0,24 2 27,-23-2-723,32 2 0,-40-6-6130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9:31.7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154 16 24575,'-3'-2'0,"0"0"0,-1 0 0,1 1 0,0-1 0,-1 1 0,1 0 0,0 0 0,-1 0 0,0 0 0,-6 0 0,9 1 0,0 0 0,0 0 0,-1 0 0,1 0 0,0 1 0,0-1 0,-1 0 0,1 1 0,0-1 0,0 1 0,0-1 0,0 1 0,0 0 0,0-1 0,0 1 0,0 0 0,0 0 0,0 0 0,0 0 0,0 0 0,0 0 0,1 0 0,-1 0 0,0 0 0,1 0 0,-1 0 0,1 0 0,-1 1 0,1-1 0,0 0 0,-1 0 0,1 0 0,0 3 0,-1 1 0,1 1 0,0-1 0,0 0 0,0 1 0,1-1 0,-1 0 0,1 0 0,1 1 0,-1-1 0,1 0 0,3 6 0,4 7 0,19 30 0,-3-7 0,-24-40 0,0 1 0,0 0 0,0 0 0,-1-1 0,1 1 0,0 0 0,-1 0 0,1 0 0,-1 0 0,0 0 0,0-1 0,0 1 0,0 0 0,0 0 0,0 0 0,0 0 0,0 0 0,-1 0 0,1 0 0,-1 0 0,0 0 0,1-1 0,-1 1 0,0 0 0,-1 1 0,0-1 0,0 0 0,0 0 0,0 0 0,0 0 0,-1 0 0,1-1 0,-1 1 0,1-1 0,-1 0 0,1 0 0,-1 0 0,0 0 0,1 0 0,-1 0 0,0-1 0,-4 1 0,-82 9-1365,71-8-5461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9:32.3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24575,'52'43'0,"78"84"0,-110-104 0,-1 1 0,-1 1 0,-1 1 0,-1 0 0,-1 1 0,12 32 0,-17-35 24,-2 0 0,0 0 0,-2 1 0,7 45 0,-13-62-102,1 1 0,-1-1 0,-1 0-1,1 1 1,-1-1 0,-1 0 0,1 0 0,-1 1 0,-1-1-1,0-1 1,0 1 0,0 0 0,-1-1 0,0 1 0,-1-1-1,1-1 1,-2 1 0,-7 9 0,0-5-6748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9:33.0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47 24575,'-1'-2'0,"1"0"0,-1 0 0,1 1 0,0-1 0,-1 0 0,1 0 0,0 0 0,0 0 0,0 1 0,0-1 0,1 0 0,-1 0 0,0 0 0,1 1 0,0-1 0,-1 0 0,1 1 0,0-1 0,1-2 0,-1 3 0,0 0 0,0 0 0,1 1 0,-1-1 0,0 0 0,0 1 0,1-1 0,-1 1 0,0-1 0,1 1 0,-1-1 0,0 1 0,1 0 0,-1 0 0,1 0 0,-1 0 0,1 0 0,-1 0 0,0 0 0,1 1 0,-1-1 0,0 0 0,1 1 0,-1-1 0,3 2 0,4 1 0,0 1 0,0 0 0,0 1 0,-1-1 0,14 12 0,31 33 0,-46-44 0,21 23 0,-2 0 0,-1 2 0,-1 1 0,-1 1 0,-2 0 0,-1 2 0,-2 0 0,-1 1 0,-2 1 0,-1 0 0,-2 1 0,8 48 0,-16-63 0,0 0 0,-2 1 0,0-1 0,-2 1 0,0-1 0,-1 1 0,-2-1 0,0 0 0,-1 0 0,-2 0 0,0-1 0,-1 0 0,-1 0 0,-1-1 0,-1 0 0,0-1 0,-23 29 0,16-28-273,-1-1 0,-1-1 0,0-1 0,-37 24 0,37-28-6553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9:50.40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0 24575,'2'62'0,"3"0"0,22 102 0,-2 12 0,-21-158 0,-3-15 0,0 0 0,0-1 0,-1 1 0,1-1 0,-1 1 0,1 0 0,-1 0 0,0-1 0,0 1 0,0 0 0,-1 0 0,1-1 0,-2 5 0,2-7 2,0 0-1,-1 0 1,1 0 0,0 0-1,0 0 1,-1-1-1,1 1 1,0 0 0,-1 0-1,1 0 1,0 0-1,0-1 1,-1 1-1,1 0 1,0 0 0,0 0-1,0-1 1,-1 1-1,1 0 1,0 0 0,0-1-1,0 1 1,0 0-1,0 0 1,-1-1-1,1 1 1,0-1 0,-5-8-1412,1-2-5416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9:50.84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27 4 24575,'-1'-1'0,"1"1"0,-1-1 0,1 1 0,-1 0 0,0 0 0,1-1 0,-1 1 0,0 0 0,1 0 0,-1 0 0,0 0 0,1 0 0,-1 0 0,0-1 0,1 2 0,-1-1 0,0 0 0,1 0 0,-1 0 0,0 0 0,1 0 0,-1 0 0,0 1 0,1-1 0,-1 0 0,1 1 0,-1-1 0,0 1 0,0 0 0,0 0 0,0 0 0,1 0 0,-1 1 0,0-1 0,1 0 0,-1 1 0,1-1 0,0 0 0,-1 1 0,1-1 0,0 3 0,-1 4 0,1 1 0,0-1 0,3 11 0,13 68 0,35 106 0,-45-171 0,2 2 0,-5-16 0,0 1 0,-1-1 0,1 1 0,0 17 0,-2-25-62,-1 0 0,0 0 0,0 0 0,0-1 0,0 1 0,-1 0 0,1 0 0,0 0 0,0-1 0,0 1 0,-1 0 0,1 0-1,0 0 1,-1-1 0,1 1 0,0 0 0,-1-1 0,1 1 0,-1 0 0,1-1 0,-2 2 0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9:51.46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530 309 24575,'-3'0'0,"1"-1"0,-1 0 0,1 0 0,-1 0 0,1 0 0,-1 0 0,1-1 0,-4-2 0,-5-2 0,-15-6 0,7 4 0,0-1 0,0-1 0,1-1 0,0 0 0,-30-25 0,25 14 0,-2 0 0,2-2 0,0 0 0,1-2 0,-20-31 0,41 56 0,0-1 0,0 1 0,0-1 0,0 1 0,0-1 0,0 1 0,-1 0 0,1 0 0,0 0 0,-1-1 0,1 1 0,-1 1 0,-1-2 0,2 1 0,0 1 0,0 0 0,0 0 0,0 0 0,0 0 0,0 0 0,0 0 0,0 1 0,0-1 0,0 0 0,0 0 0,0 1 0,1-1 0,-1 0 0,0 1 0,0-1 0,0 1 0,0-1 0,0 1 0,1 0 0,-1-1 0,0 1 0,1 0 0,-1-1 0,0 2 0,-8 9 0,2-1 0,-1 2 0,1-1 0,1 1 0,-9 22 0,6-13 0,-9 22 0,-17 63 0,27-86-1365,5-11-5461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9:52.22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481 28 24575,'-1'-6'0,"0"4"0,1-1 0,-1 1 0,0-1 0,0 1 0,0-1 0,-2-3 0,3 6 0,0 0 0,0 0 0,0 0 0,0 0 0,0 0 0,0 0 0,0 0 0,0 0 0,-1 0 0,1 0 0,0-1 0,0 1 0,0 0 0,0 0 0,0 0 0,0 0 0,0 0 0,0 0 0,-1 0 0,1 0 0,0 0 0,0 0 0,0 0 0,0 0 0,0 0 0,0 0 0,0 0 0,-1 0 0,1 0 0,0 0 0,0 0 0,0 0 0,0 0 0,0 0 0,0 1 0,0-1 0,0 0 0,0 0 0,-1 0 0,1 0 0,0 0 0,0 0 0,0 0 0,0 0 0,0 0 0,-5 8 0,-1 7 0,6-15 0,-73 205 0,71-199 0,-1 6 0,-1 0 0,-1-1 0,-8 15 0,12-23 0,-1-1 0,0 1 0,1-1 0,-1 1 0,0-1 0,0 0 0,0 0 0,0 0 0,-1 0 0,1-1 0,-1 1 0,1-1 0,-1 1 0,1-1 0,-1 0 0,0 0 0,1 0 0,-1 0 0,-5 1 0,1-2 0,-1 0 0,0 0 0,1-1 0,-1 0 0,0 0 0,1-1 0,-1 1 0,1-2 0,0 1 0,0-1 0,0 0 0,0-1 0,0 1 0,1-2 0,-1 1 0,-7-7 0,-8-9 0,0-1 0,-34-45 0,40 47 0,9 10 27,0-2 0,1 1-1,-10-20 1,-3-7-1499,13 27-5354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0:18.85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10 32 24575,'-1'-2'0,"-8"-19"0,9 13 0,0 8 0,1 0 0,-1 0 0,0 0 0,1-1 0,-1 1 0,0 0 0,1 0 0,-1 0 0,0 0 0,1 0 0,-1 0 0,0 0 0,1 0 0,-1 0 0,0 0 0,1 0 0,-1 1 0,0-1 0,1 0 0,-1 0 0,0 0 0,1 0 0,-1 0 0,0 1 0,0-1 0,1 0 0,4 4 0,0-1 0,0 1 0,0-1 0,-1 1 0,0 1 0,6 5 0,22 33 0,-22-28 0,129 170 0,-92-120 0,36 53 0,-68-93 0,91 139 0,-105-163 0,0 0 0,0 1 0,0-1 0,0 0 0,0 0 0,0 0 0,0 0 0,1-1 0,-1 1 0,0 0 0,1 0 0,-1-1 0,1 1 0,-1-1 0,0 1 0,1-1 0,-1 0 0,1 1 0,-1-1 0,1 0 0,1 0 0,-2 0 0,0-1 0,0 1 0,0 0 0,0 0 0,-1-1 0,1 1 0,0 0 0,0-1 0,0 1 0,-1-1 0,1 1 0,0-1 0,-1 0 0,1 1 0,0-1 0,-1 0 0,1 1 0,-1-1 0,1 0 0,-1 0 0,1 1 0,-1-1 0,1 0 0,-1 0 0,0 0 0,0 0 0,1 0 0,-1 1 0,0-1 0,0 0 0,0 0 0,0 0 0,0 0 0,0 0 0,0-1 0,-1-5-104,-1 1-1,0 0 1,0-1 0,0 1-1,0 0 1,-1 0-1,0 0 1,0 1 0,-8-10-1,9 12-216,-7-10-6505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0:19.55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329 26 24575,'0'-1'0,"-1"-1"0,1 1 0,-1-1 0,0 1 0,1-1 0,-1 1 0,0-1 0,0 1 0,0 0 0,0 0 0,0-1 0,0 1 0,-1 0 0,1 0 0,0 0 0,-1 0 0,1 0 0,0 0 0,-3 0 0,3 0 0,-1 1 0,1 0 0,0 0 0,0 0 0,0 0 0,0 0 0,-1 0 0,1 1 0,0-1 0,0 0 0,0 0 0,0 1 0,0-1 0,0 1 0,0-1 0,0 1 0,0-1 0,0 1 0,0 0 0,0 0 0,0-1 0,0 1 0,0 0 0,0 0 0,1 0 0,-1 0 0,0 0 0,0 1 0,-9 14 0,-9 20 0,12-22 0,0 0 0,-15 20 0,7-13 0,1 0 0,1 1 0,1 1 0,1 0 0,-13 40 0,17-39 0,2 0 0,-5 43 0,7-43 0,-1 1 0,-12 42 0,14-62-68,1-1 0,-1 0-1,0 1 1,0-1 0,-1 0 0,1-1-1,-1 1 1,0 0 0,0-1 0,0 1-1,0-1 1,-1 0 0,1 0 0,-1 0-1,0-1 1,0 1 0,0-1-1,0 0 1,-5 2 0,-3-1-6758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0:20.09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260 34 24575,'-10'-4'0,"-55"-19"0,59 21 0,0 1 0,0 0 0,0 0 0,0 0 0,0 0 0,0 1 0,0 0 0,-10 2 0,15-2 0,-1 1 0,1-1 0,0 0 0,0 1 0,0-1 0,-1 1 0,1 0 0,0-1 0,0 1 0,0 0 0,0 0 0,0 0 0,0 0 0,0 0 0,0 0 0,0 0 0,1 0 0,-1 0 0,0 1 0,-1 1 0,1 0 0,0 0 0,0 0 0,1 0 0,-1 0 0,1 0 0,-1 0 0,1 3 0,0 6 0,1-1 0,1 1 0,3 14 0,-5-26 0,2 11 0,1-1 0,1 0 0,-1-1 0,2 1 0,-1-1 0,12 17 0,42 46 0,-58-72 0,15 14 0,5 6 0,-19-19 0,0 0 0,-1 1 0,1-1 0,0 0 0,0 1 0,0-1 0,-1 1 0,1-1 0,-1 0 0,1 1 0,-1-1 0,0 1 0,1 2 0,-1-3 0,0 0 0,-1 0 0,1-1 0,0 1 0,0 0 0,-1 0 0,1-1 0,-1 1 0,1 0 0,-1-1 0,1 1 0,-1 0 0,1-1 0,-1 1 0,1-1 0,-1 1 0,0-1 0,1 1 0,-1-1 0,0 1 0,1-1 0,-1 0 0,0 1 0,0-1 0,1 0 0,-1 0 0,0 1 0,0-1 0,0 0 0,-1 0 0,-29 1 0,27-1 0,-42-1 0,-67-11 0,99 10-1365,2 1-5461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0:20.71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117 51 24575,'-5'-8'0,"3"4"0,0 1 0,0-1 0,0 1 0,-1 0 0,0-1 0,1 1 0,-1 0 0,0 0 0,-1 1 0,1-1 0,0 1 0,-5-3 0,8 5 0,0 0 0,0 0 0,-1 0 0,1 0 0,0 0 0,-1 0 0,1 0 0,0 0 0,-1 0 0,1 0 0,0 0 0,-1 0 0,1 0 0,0 0 0,-1 0 0,1 0 0,0 0 0,-1 0 0,1 1 0,0-1 0,0 0 0,-1 0 0,1 0 0,0 0 0,-1 1 0,1-1 0,0 0 0,0 0 0,0 1 0,-1-1 0,-3 13 0,5 13 0,0-13 0,3 17 0,-1 0 0,-1 0 0,-2 1 0,-4 35 0,-26 63 0,20-96 0,2 1 0,1 0 0,-3 54 0,9-66 0,2 1 0,0 0 0,6 29 0,-5-42 0,1 0 0,0 0 0,0 0 0,1-1 0,1 1 0,0-1 0,0 0 0,0 0 0,13 13 0,-10-12-124,1 0 0,0 0 0,1-1 0,0-1 0,1 0 0,0 0-1,0-1 1,0 0 0,1-1 0,14 5 0,-14-7-6702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0:21.15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205 1 24575,'-7'9'0,"0"1"0,0-1 0,1 1 0,1 0 0,0 1 0,-7 20 0,10-23 0,0 0 0,0 0 0,1 1 0,0-1 0,1 1 0,0-1 0,0 0 0,1 1 0,0-1 0,2 10 0,5 13 0,2-1 0,1-1 0,15 31 0,53 78 0,-77-135 0,-1 0 0,1 1 0,0-1 0,-1 0 0,1 0 0,-1 1 0,0-1 0,1 6 0,-2-8 0,0 0 0,0-1 0,0 1 0,0 0 0,0 0 0,-1 0 0,1-1 0,0 1 0,0 0 0,0-1 0,-1 1 0,1 0 0,0 0 0,-1-1 0,1 1 0,-1 0 0,0 0 0,0 0 0,0 0 0,0-1 0,0 1 0,0 0 0,0-1 0,0 1 0,-1-1 0,1 1 0,0-1 0,0 0 0,0 0 0,-1 1 0,1-1 0,-2 0 0,-4 0 0,0-1 0,0 0 0,0 0 0,1 0 0,-1-1 0,0 0 0,-10-4 0,-44-25 0,39 19 0,0-2 0,1 0 0,0-1 0,-26-25 0,46 38 0,-1 0 0,0 1 0,1-1 0,-1 0 0,1 0 0,0 0 0,0 0 0,-1-1 0,1 1 0,1 0 0,-1 0 0,0-1 0,1 1 0,-1 0 0,1-1 0,-1 1 0,1 0 0,0-1 0,0 1 0,0-1 0,1 1 0,-1 0 0,0-1 0,2-3 0,0 2 0,0 0 0,0 0 0,0 0 0,1 0 0,-1 1 0,1-1 0,0 1 0,0-1 0,0 1 0,1 0 0,-1 0 0,6-3 0,20-13-1365,-16 10-5461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0:21.34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4 24575,'3'-2'0,"0"1"0,0 3 0,0 5 0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0:22.18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1 622 24575,'93'8'0,"-11"-1"0,-77-7 0,-1 0 0,1-1 0,-1 1 0,1-1 0,-1 0 0,1 0 0,-1 0 0,0-1 0,0 0 0,1 1 0,-1-2 0,0 1 0,5-4 0,-8 5 0,0 0 0,0 0 0,1 0 0,-1 0 0,0-1 0,0 1 0,0 0 0,-1-1 0,1 1 0,0-1 0,0 1 0,-1-1 0,1 1 0,-1-1 0,1 0 0,-1-1 0,0 1 0,0 0 0,0 0 0,0-1 0,-1 1 0,1 0 0,-1 0 0,1 0 0,-1 0 0,0 0 0,0 1 0,1-1 0,-2 0 0,1 0 0,0 0 0,-3-2 0,-12-14 0,-1 1 0,-1 1 0,0 1 0,-28-18 0,5 3 0,35 26 0,0-1 0,0 0 0,1 0 0,0-1 0,0 1 0,1-1 0,-1 0 0,1 0 0,0-1 0,1 1 0,0-1 0,0 0 0,0 0 0,1 0 0,0 0 0,0 0 0,1-1 0,0 1 0,0-1 0,1 1 0,0 0 0,0-1 0,0 1 0,1-1 0,1 1 0,-1 0 0,5-12 0,0 5 0,1 1 0,0 0 0,1 0 0,0 1 0,1 0 0,1 1 0,0 0 0,0 0 0,1 1 0,1 1 0,-1-1 0,2 2 0,20-12 0,-12 9 0,0 1 0,0 2 0,1 0 0,0 1 0,0 1 0,0 1 0,1 1 0,26-1 0,-46 5 0,1 0 0,-1 0 0,1 0 0,-1 0 0,0 1 0,1-1 0,-1 1 0,0 0 0,0 0 0,6 2 0,-8-2 0,0 0 0,0-1 0,0 1 0,0 0 0,0 0 0,0 0 0,-1 0 0,1 0 0,0 0 0,0 0 0,-1 0 0,1 0 0,0 0 0,-1 1 0,1-1 0,-1 0 0,0 0 0,1 1 0,-1-1 0,0 0 0,0 1 0,0-1 0,0 0 0,0 0 0,0 1 0,0-1 0,0 0 0,-1 1 0,1-1 0,-1 2 0,-1 6 0,-1 0 0,-1-1 0,1 1 0,-2 0 0,1-1 0,-7 10 0,-39 45 0,15-19 0,33-41 0,-7 8 0,1 1 0,0 0 0,1 1 0,-8 17 0,14-27 0,-1 0 0,1 0 0,0 0 0,1 1 0,-1-1 0,1 0 0,-1 0 0,1 1 0,0-1 0,0 0 0,0 0 0,1 1 0,-1-1 0,1 0 0,0 0 0,-1 1 0,2-1 0,-1 0 0,0 0 0,0 0 0,1-1 0,0 1 0,0 0 0,0 0 0,3 2 0,1 2 0,1-1 0,1-1 0,-1 0 0,1 0 0,0 0 0,0-1 0,0 0 0,1-1 0,0 0 0,10 3 0,14 1 0,45 6 0,-74-13 0,9 2 0,1 0 0,0-1 0,0-1 0,0 0 0,0-1 0,0 0 0,23-6 0,-36 6 12,1 1 0,0-1 0,0 0 0,-1 0 0,1 0 0,-1 0 0,1 0 0,0 0 0,1-2 0,-3 3-63,1 0 0,-1-1-1,1 0 1,-1 1 0,0-1 0,1 1 0,-1-1-1,0 1 1,0-1 0,1 0 0,-1 1 0,0-1-1,0 1 1,0-1 0,0 0 0,0 1-1,0-1 1,0 0 0,0 1 0,0-1 0,0 0-1,0 1 1,0-1 0,0 0 0,0 1 0,-1-1-1,1 1 1,-1-2 0,-3-6-6775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0:22.60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 24575,'17'3'0,"0"1"0,0 1 0,-1 0 0,1 1 0,-2 1 0,1 1 0,22 14 0,-20-9 0,1 1 0,-2 0 0,0 2 0,-1 0 0,17 21 0,-11-7 0,-2 0 0,0 1 0,-2 1 0,-2 1 0,-1 1 0,-1 0 0,8 37 0,-13-42 0,-3 0 0,0 1 0,-2 0 0,-1 0 0,-1 0 0,-3 42 0,-1-56 0,0-1 0,-1 0 0,0 0 0,-1 0 0,-1 0 0,0-1 0,-1 1 0,0-1 0,-2-1 0,1 0 0,-2 0 0,1 0 0,-2-1 0,-14 15 0,7-10-341,-1-1 0,-1-1-1,-30 20 1,29-24-6485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0:31.41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247 0 24575,'-3'5'0,"-2"2"0,-4-1 0,-3-1 0,-1 1 0,-1-1 0,-11 0 0,-3 0 0,1 0 0,2-1 0,3-1 0,3-1 0,2-1 0,1-1 0,4 0-8191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0:31.72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220 7 24575,'-27'-2'0,"-11"-2"0,0 4 0,5 0 0,5 2 0,5 2 0,4 0 0,6 0-8191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0:32.45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233 13 24575,'11'-12'0,"-11"12"0,1 0 0,-1 0 0,0 0 0,1 0 0,-1-1 0,0 1 0,1 0 0,-1 0 0,0 0 0,1 0 0,-1 0 0,1 0 0,-1 0 0,0 0 0,1 0 0,-1 0 0,0 1 0,1-1 0,-1 0 0,0 0 0,1 0 0,-1 0 0,1 1 0,1 1 0,-1-1 0,1 1 0,-1 0 0,0 0 0,1 0 0,-1 0 0,0 0 0,0 0 0,0 0 0,0 3 0,65 188 0,-38-124 0,30 82 0,-45-112 0,15 78 0,-27-113 0,-1 0 0,1 0 0,-1 0 0,0-1 0,0 1 0,0 0 0,-1 0 0,1 0 0,-1 0 0,0-1 0,-2 7 0,1-8 0,1 1 0,-1-1 0,1 0 0,-1 0 0,0 0 0,0 1 0,0-2 0,0 1 0,0 0 0,0 0 0,-1-1 0,1 1 0,0-1 0,-1 0 0,1 1 0,-5 0 0,-3 1 0,0-1 0,0 0 0,0 0 0,0-1 0,0-1 0,0 1 0,0-2 0,-1 1 0,1-1 0,0-1 0,-14-4 0,-13-4 0,-59-27 0,81 30 0,3 2 20,0 0 0,0-2 0,0 1 0,1-1 0,-17-14 0,24 17-113,0 0 0,0 0 1,0 0-1,0-1 0,1 0 0,0 0 0,0 0 0,0 0 1,0 0-1,1 0 0,0-1 0,0 1 0,1-1 1,-1 0-1,0-6 0,1-1-6733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0:33.06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302 436 24575,'0'-3'0,"-1"-1"0,0 0 0,0 0 0,0 1 0,0-1 0,0 0 0,-1 1 0,0-1 0,1 1 0,-1 0 0,-1 0 0,1-1 0,0 1 0,-1 1 0,-4-6 0,-5-2 0,1 0 0,-21-12 0,-13-7 0,6 5 0,-53-44 0,89 65 0,-1 0 0,1-1 0,-1 0 0,1 1 0,0-1 0,1 0 0,-1 0 0,1-1 0,-1 1 0,1 0 0,0-1 0,1 0 0,-1 1 0,1-1 0,0 0 0,0 0 0,1 1 0,-1-1 0,1 0 0,0 0 0,0 0 0,1 0 0,0 0 0,-1 0 0,2 1 0,-1-1 0,0 0 0,1 1 0,0-1 0,0 1 0,0 0 0,1-1 0,-1 1 0,5-5 0,-2 4 0,-1 1 0,1 0 0,0-1 0,0 2 0,0-1 0,0 0 0,1 1 0,-1 0 0,1 1 0,6-3 0,-2 2 0,0 0 0,0 1 0,0 0 0,0 1 0,16 0 0,5 2 0,-1 2 0,0 1 0,34 10 0,-37-8 0,15 4 0,1-1 0,0-3 0,60 2 0,-86-7-116,-7-1 198,-1 0 0,14-2 0,-21 2-175,0 0-1,0-1 1,1 1-1,-1-1 1,0 0-1,0 0 1,0 1 0,0-2-1,0 1 1,0 0-1,0 0 1,0-1-1,0 1 1,-1-1-1,3-1 1,2-6-6733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0:33.53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47 24575,'41'14'0,"0"-2"0,1-1 0,68 8 0,-102-19 0,0-1 0,1 1 0,-1-1 0,0-1 0,0 0 0,1 0 0,-1 0 0,-1-1 0,1-1 0,0 1 0,-1-1 0,0 0 0,0-1 0,0 0 0,0 0 0,-1 0 0,0-1 0,0 0 0,0 0 0,-1 0 0,8-13 0,-12 19-4,-1-1-1,0 0 1,1 0-1,-1 1 0,1-1 1,-1 0-1,1 1 1,-1-1-1,1 1 1,-1-1-1,1 1 0,0-1 1,-1 1-1,1-1 1,0 1-1,-1-1 1,1 1-1,0 0 0,0-1 1,-1 1-1,2 0 1,-1 0 13,0 0 1,0 0-1,-1 0 0,1 1 1,0-1-1,-1 0 1,1 1-1,0-1 0,-1 0 1,1 1-1,-1-1 1,1 1-1,0-1 0,-1 1 1,1-1-1,-1 1 1,0-1-1,2 2 0,1 5-156,1-1-1,-1 1 0,4 13 0,-3-11-704,1 4-5974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0:34.45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250 37 24575,'-29'-7'0,"-5"-2"0,0 1 0,-51-4 0,82 12 0,0-1 0,0 1 0,0 0 0,0 1 0,0-1 0,0 0 0,0 1 0,0 0 0,0 0 0,0-1 0,1 2 0,-1-1 0,0 0 0,1 0 0,-1 1 0,-2 2 0,3-2 0,0 0 0,1 0 0,-1 0 0,1 0 0,0 0 0,0 0 0,0 0 0,0 1 0,0-1 0,0 0 0,0 1 0,1-1 0,-1 1 0,1-1 0,0 1 0,0-1 0,0 1 0,0-1 0,0 4 0,1-1 0,0 1 0,0-1 0,1 0 0,-1 0 0,1 0 0,0 0 0,1 0 0,-1 0 0,1-1 0,0 1 0,6 7 0,4 3 0,28 23 0,-27-25 0,-11-10 0,16 14 0,-1 0 0,-1 2 0,16 21 0,-29-35 0,0 1 0,-1 0 0,1 1 0,-1-1 0,0 1 0,-1-1 0,0 1 0,0 0 0,0 0 0,-1 0 0,0 0 0,0 0 0,0 0 0,-1 0 0,-2 13 0,-2-1 0,-1 0 0,0 1 0,-2-2 0,-10 22 0,10-24 0,3-8 0,0 1 0,1-1 0,1 0 0,-1 1 0,1 0 0,0 0 0,1-1 0,0 1 0,1 0 0,0 0 0,0 0 0,1 0 0,0 0 0,0 0 0,1 0 0,5 15 0,7 9 0,16 53 0,-26-72 0,-1-1 0,0 1 0,-2 0 0,1 23 0,-2-36 0,0 21 0,4 39 0,-3-53 0,0 0 0,1-1 0,1 1 0,-1-1 0,1 1 0,0-1 0,1 0 0,6 10 0,-2-5-1365,-1-1-5461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0:36.21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744 1 24575,'-45'5'0,"-58"5"0,-186-10 0,133-1 0,144 2 0,-1 0 0,-17 5 0,-16 0 0,41-5 0,-1-1 0,1 1 0,0 0 0,0 1 0,-7 2 0,12-4 0,-1 0 0,0 0 0,0 1 0,1-1 0,-1 1 0,0-1 0,1 1 0,-1-1 0,0 1 0,1-1 0,-1 1 0,1 0 0,-1-1 0,1 1 0,-1 0 0,1-1 0,-1 2 0,1-1 0,0 0 0,0-1 0,0 1 0,0 0 0,0 0 0,0-1 0,0 1 0,1 0 0,-1 0 0,0-1 0,0 1 0,1 0 0,-1-1 0,0 1 0,1 0 0,-1-1 0,1 1 0,-1-1 0,1 1 0,-1-1 0,1 1 0,-1-1 0,2 1 0,7 6 0,1-1 0,-1 0 0,1 0 0,1-1 0,-1-1 0,1 0 0,15 4 0,7 3 0,24 10 0,103 43 0,-155-61 0,0-1 0,-1 1 0,1 0 0,-1 0 0,0 0 0,0 0 0,0 1 0,0 0 0,5 6 0,-8-8 0,0-1 0,0 1 0,-1-1 0,1 1 0,0-1 0,-1 1 0,1 0 0,-1-1 0,1 1 0,-1 0 0,0 0 0,0-1 0,0 1 0,0 0 0,0 0 0,0-1 0,0 1 0,0 0 0,-1-1 0,1 1 0,-1 0 0,1-1 0,-1 1 0,0 0 0,0-1 0,0 1 0,0-1 0,0 1 0,0-1 0,0 0 0,0 1 0,-2 0 0,-9 9 0,-1-1 0,0 0 0,-1-1 0,-1 0 0,1-1 0,-17 6 0,-12 8 0,15-7 0,-31 18 0,52-28 0,1-1 0,0 1 0,1 0 0,-1 0 0,1 1 0,-9 11 0,14-16 0,-1-1 0,0 1 0,1 0 0,-1 0 0,1 0 0,-1 0 0,1 0 0,0 0 0,-1 0 0,1 0 0,0 0 0,0 0 0,-1 0 0,1 0 0,0 0 0,0 0 0,0 0 0,0 0 0,1 2 0,-1-2 0,0-1 0,1 1 0,-1 0 0,1 0 0,-1-1 0,1 1 0,0 0 0,-1-1 0,1 1 0,0-1 0,-1 1 0,1-1 0,0 1 0,0-1 0,-1 1 0,1-1 0,0 0 0,1 1 0,5 0 0,-1 1 0,1-1 0,-1-1 0,13 1 0,-17-1 0,329-13 0,-308 12 0,97-3-1365,-100 4-5461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0:36.94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21 13 24575,'0'0'0,"-1"0"0,0 0 0,0 0 0,0 0 0,1 0 0,-1 0 0,0 0 0,0 0 0,1 1 0,-1-1 0,0 0 0,0 0 0,1 1 0,-1-1 0,0 1 0,1-1 0,-1 0 0,0 1 0,1-1 0,-1 1 0,1 0 0,-1-1 0,1 1 0,-1-1 0,1 1 0,-1 1 0,0 0 0,1-1 0,-1 1 0,1 0 0,0 0 0,0-1 0,0 1 0,0 0 0,0-1 0,0 1 0,0 0 0,1 3 0,2 2 0,-1 0 0,1 0 0,0 0 0,7 11 0,-3-7 0,-5-6 0,0-1 0,0 0 0,1 0 0,-1-1 0,1 1 0,0 0 0,0-1 0,6 5 0,-8-8 0,-1 0 0,1 0 0,-1 1 0,0-1 0,1 0 0,-1 0 0,1 0 0,-1 0 0,1 0 0,-1 0 0,1-1 0,-1 1 0,1 0 0,-1 0 0,1 0 0,-1 0 0,1-1 0,-1 1 0,0 0 0,1 0 0,-1-1 0,1 1 0,-1 0 0,0 0 0,1-1 0,-1 1 0,0-1 0,1 1 0,-1 0 0,0-1 0,0 1 0,1-1 0,-1 1 0,0 0 0,0-1 0,0 1 0,0-1 0,0 1 0,1-1 0,-1 1 0,0-2 0,5-23 0,-4 21 0,-1 1 0,2-11 0,7-23 0,-7 34 0,-1 0 0,0-1 0,1 1 0,-1 0 0,1-1 0,0 1 0,0 0 0,0 0 0,1 1 0,-1-1 0,6-4 0,-6 6 0,0 0 0,0 0 0,-1 0 0,1 0 0,0 1 0,0-1 0,1 1 0,-1-1 0,0 1 0,0 0 0,0 0 0,0 0 0,0 0 0,0 0 0,0 0 0,0 0 0,0 1 0,0-1 0,1 1 0,-2 0 0,1-1 0,0 1 0,0 0 0,0 0 0,0 0 0,2 3 0,5 2 0,-2 0 0,1 0 0,-1 1 0,8 9 0,49 57-1365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0:37.56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0 24575,'12'8'0,"7"4"0,4 3 0,2 1 0,1 1 0,-2 2 0,1 0 0,0 0 0,1-2 0,-1 0 0,0-1 0,-2-4 0,-2-1 0,-3 1 0,-2-3 0,0-2 0,-4-3-8191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0:37.80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161 1 24575,'-20'19'0,"-6"10"0,-1 1 0,3-1 0,5-3 0,4-4 0,3-3 0,3-3 0,4 0 0,2-5-8191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0:38.75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247 55 24575,'-35'-12'0,"11"3"0,-1 1 0,0 0 0,0 2 0,-50-5 0,73 11 0,0 0 0,1 0 0,-1 0 0,0 0 0,0 0 0,0 1 0,0-1 0,0 1 0,0-1 0,0 1 0,0 0 0,0 0 0,1 0 0,-4 1 0,5-1 0,-1 0 0,0 0 0,1 0 0,-1 0 0,0 0 0,1 0 0,-1 0 0,1 0 0,0 0 0,-1 0 0,1 0 0,0 0 0,-1 0 0,1 0 0,0 0 0,0 1 0,0-1 0,0 0 0,0 0 0,0 0 0,1 0 0,-1 0 0,0 0 0,0 1 0,1-1 0,0 1 0,4 12 0,1-1 0,1 1 0,0-1 0,14 19 0,-10-16 0,-1 0 0,9 19 0,-14-22 0,0 1 0,0 0 0,-2 0 0,0 0 0,2 18 0,-2 72 0,-2-83 0,7 41 0,-2-24 0,-6-34 0,1 1 0,0-1 0,0 0 0,0 0 0,0 0 0,1 1 0,0-1 0,0 0 0,0-1 0,0 1 0,1 0 0,-1-1 0,1 1 0,5 4 0,-5-5 0,0-1 0,0 0 0,0-1 0,0 1 0,0-1 0,0 1 0,0-1 0,0 0 0,0 0 0,1 0 0,-1 0 0,0-1 0,1 1 0,-1-1 0,1 0 0,-1 0 0,0 0 0,1-1 0,4 0 0,39-6 9,-31 5-352,0 0-1,0-1 1,19-7-1,-22 5-6482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0:39.26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25 7 24575,'0'0'0,"-1"-1"0,1 1 0,-1 0 0,0-1 0,1 1 0,-1 0 0,1 0 0,-1-1 0,1 1 0,-1 0 0,0 0 0,1 0 0,-1 0 0,1 0 0,-1 0 0,0 0 0,1 0 0,-1 0 0,0 0 0,1 0 0,-1 0 0,1 0 0,-1 0 0,1 1 0,-1-1 0,0 0 0,1 0 0,-1 1 0,1-1 0,-1 1 0,1-1 0,-1 0 0,1 1 0,-1-1 0,1 1 0,0-1 0,-1 1 0,1-1 0,0 1 0,-1-1 0,1 1 0,0-1 0,0 1 0,-1-1 0,1 1 0,0 0 0,0 0 0,-1 2 0,1 0 0,0-1 0,0 1 0,0 0 0,0-1 0,0 1 0,0-1 0,1 1 0,-1 0 0,2 2 0,0 1 0,1 1 0,0-1 0,1 0 0,-1 0 0,1 0 0,0-1 0,1 1 0,-1-1 0,1 0 0,0-1 0,1 1 0,-1-1 0,1 0 0,0 0 0,0 0 0,0-1 0,10 4 0,-15-6 0,0-1 0,0 0 0,1 1 0,-1-1 0,0 1 0,1-1 0,-1 0 0,0 0 0,0 0 0,1 0 0,-1 0 0,0 0 0,1 0 0,-1-1 0,0 1 0,1 0 0,-1-1 0,0 1 0,0-1 0,1 1 0,-1-1 0,0 1 0,0-1 0,0 0 0,0 0 0,0 1 0,0-1 0,0 0 0,0 0 0,0 0 0,0 0 0,-1 0 0,1-1 0,0 1 0,-1 0 0,1 0 0,-1 0 0,1-1 0,-1 1 0,1 0 0,-1 0 0,0-1 0,0 0 0,2-9 0,-1 1 0,0-1 0,-1 1 0,-2-16 0,2 14 0,0 9 0,-1 1 0,2-1 0,-1 1 0,0-1 0,0 0 0,1 1 0,-1-1 0,2-3 0,-1 5 0,-1 1 0,0-1 0,1 1 0,-1-1 0,1 0 0,-1 1 0,1-1 0,-1 1 0,1 0 0,-1-1 0,1 1 0,0-1 0,-1 1 0,1 0 0,0-1 0,-1 1 0,1 0 0,0 0 0,-1 0 0,1-1 0,0 1 0,-1 0 0,1 0 0,0 0 0,0 0 0,-1 0 0,1 0 0,0 0 0,-1 1 0,1-1 0,0 0 0,-1 0 0,1 0 0,0 1 0,-1-1 0,2 1 0,13 6 33,0 1 0,0 0-1,17 14 1,22 12-1529,-42-28-5330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0:39.79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 24575,'33'3'0,"51"5"0,-70-5 0,0 0 0,0 0 0,25 11 0,-35-12 0,0 0 0,0 0 0,0 1 0,0-1 0,0 1 0,0 0 0,-1 0 0,1 1 0,-1-1 0,0 1 0,0-1 0,0 1 0,-1 0 0,1 0 0,-1 0 0,0 0 0,0 1 0,-1-1 0,1 1 0,-1-1 0,0 1 0,0-1 0,0 1 0,0 5 0,4 24 0,1-1 0,19 55 0,32 62 0,-12-35 0,-36-91 0,-2-8 0,8 33 0,-14-45 0,0 0 0,-1 0 0,1 1 0,-1-1 0,0 0 0,0 1 0,0-1 0,-1 0 0,1 0 0,-1 1 0,0-1 0,-1 0 0,-1 4 0,2-6 0,-1 1 0,1-1 0,-1 0 0,0 0 0,0 0 0,0 0 0,0-1 0,0 1 0,0 0 0,-1-1 0,1 0 0,0 1 0,-1-1 0,1 0 0,-1 0 0,0 0 0,1-1 0,-5 2 0,-5 0 0,0-1 0,-20 1 0,15-2-1365,1 0-5461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0:51.44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347 103 24575,'-17'-14'0,"-1"2"0,0-1 0,-39-18 0,44 25 0,-1 1 0,0 0 0,-1 0 0,1 2 0,-1 0 0,-25-2 0,37 5 0,-1 0 0,1 0 0,-1 0 0,1 1 0,-1 0 0,1 0 0,0 0 0,-1 0 0,1 0 0,0 0 0,-1 1 0,1 0 0,0 0 0,0 0 0,1 0 0,-1 0 0,0 0 0,1 1 0,-1-1 0,1 1 0,0 0 0,-4 5 0,0 2 0,0 1 0,1 0 0,0 0 0,1 1 0,-4 15 0,7-21 0,-1 1 0,1-1 0,1 1 0,-1-1 0,1 1 0,1-1 0,-1 1 0,1-1 0,0 1 0,0-1 0,1 1 0,0-1 0,0 0 0,0 0 0,1 0 0,0 0 0,0 0 0,1-1 0,-1 1 0,6 4 0,8 10 0,1-2 0,0 0 0,37 27 0,-38-32 0,34 24 0,-36-28 0,0 1 0,-1 1 0,-1 0 0,0 1 0,18 20 0,-29-30 0,0 1 0,0 0 0,-1 0 0,1 0 0,-1 0 0,1 0 0,-1 0 0,0 0 0,0 1 0,0-1 0,-1 0 0,1 5 0,-1-6 0,0 0 0,0-1 0,0 1 0,-1 0 0,1 0 0,-1-1 0,1 1 0,-1 0 0,0-1 0,0 1 0,1-1 0,-1 1 0,0-1 0,0 0 0,-1 1 0,1-1 0,0 0 0,0 1 0,-1-1 0,1 0 0,0 0 0,-1 0 0,1 0 0,-1-1 0,-2 2 0,-5 2 0,-1-1 0,1 1 0,-1-2 0,0 1 0,0-2 0,-1 1 0,1-1 0,0-1 0,0 0 0,-16-1 0,9-2 0,0 1 0,0-2 0,1 0 0,-1-2 0,-23-9 0,37 13 0,0 1 0,0-1 0,0 1 0,0-1 0,1 0 0,-1 0 0,0-1 0,1 1 0,-3-3 0,5 4 0,0 1 0,-1-1 0,1 1 0,0-1 0,-1 1 0,1-1 0,0 1 0,0-1 0,0 1 0,0-1 0,-1 1 0,1-1 0,0 1 0,0-1 0,0 1 0,0-1 0,0 0 0,0 1 0,0-1 0,1 1 0,-1-1 0,0 0 0,1 0 0,0 0 0,0 0 0,-1 0 0,1 0 0,0 0 0,0 0 0,0 1 0,0-1 0,0 0 0,0 1 0,0-1 0,0 0 0,0 1 0,1 0 0,0-1 0,14-4 0,0 1 0,0 1 0,23-3 0,4 0 0,-38 5-273,0 0 0,-1 0 0,1 0 0,5-3 0,0-2-6553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0:52.00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16 39 24575,'1'-6'0,"3"-14"0,-3 19 0,-1 1 0,0-1 0,0 0 0,0 1 0,0-1 0,1 0 0,-1 1 0,0-1 0,1 1 0,-1-1 0,0 0 0,1 1 0,-1-1 0,1 1 0,-1-1 0,1 1 0,-1-1 0,1 1 0,-1 0 0,1-1 0,0 0 0,0 2 0,-1-1 0,1 0 0,-1 0 0,0 0 0,1 0 0,-1 1 0,1-1 0,-1 0 0,0 0 0,1 1 0,-1-1 0,1 0 0,-1 1 0,0-1 0,1 0 0,-1 1 0,0-1 0,0 0 0,1 1 0,-1-1 0,0 1 0,0-1 0,0 1 0,1-1 0,-1 1 0,0-1 0,0 0 0,0 2 0,3 15 0,-3-15 0,4 48 0,-3 73 0,-3-61 0,0-13 0,-18 92 0,11-93 0,-4 91 0,13-131 0,0 1 0,1 0 0,0-1 0,1 1 0,0-1 0,0 1 0,1-1 0,0 0 0,0 0 0,1 0 0,0 0 0,8 12 0,-8-15 0,0-1 0,0 1 0,1-1 0,-1 1 0,1-1 0,0-1 0,0 1 0,0-1 0,0 0 0,1 0 0,-1 0 0,1-1 0,0 0 0,0 0 0,0 0 0,0-1 0,0 0 0,9 1 0,0-2-1365,-3 0-5461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0:52.49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11 0 24575,'-3'11'0,"0"0"0,1 0 0,1-1 0,0 1 0,0 0 0,2 20 0,13 69 0,-6-57 0,1 15 0,0-5 0,5 104 0,-14-150 0,0 0 0,1-1 0,-1 1 0,2-1 0,-1 1 0,3 5 0,-4-10 0,1 0 0,0 0 0,-1 0 0,1 0 0,0 0 0,0-1 0,1 1 0,-1 0 0,0-1 0,0 1 0,1-1 0,-1 1 0,1-1 0,-1 0 0,1 0 0,0 1 0,-1-1 0,1 0 0,0-1 0,0 1 0,0 0 0,0 0 0,2 0 0,7 0-202,-1-1 0,19 0 0,-23 0-557,7-1-6067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0:52.67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231 7 24575,'-29'-3'0,"-13"0"0,-1 2 0,4 5 0,7 3 0,5 0 0,8 0-8191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0:53.04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144 1 24575,'-22'0'0,"-9"2"0,-3 2 0,2-1 0,7-1-8191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0:53.65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5 0 24575,'-3'26'0,"2"-1"0,0 1 0,2 0 0,0-1 0,7 30 0,-6-48 0,0 0 0,1 0 0,-1 0 0,2-1 0,-1 1 0,1-1 0,0 0 0,6 7 0,-8-10 0,0 0 0,0-1 0,1 1 0,-1-1 0,1 0 0,-1 1 0,1-1 0,0 0 0,0-1 0,0 1 0,0 0 0,0-1 0,1 0 0,-1 0 0,0 0 0,1 0 0,-1 0 0,0-1 0,5 1 0,-5-2 0,-1 1 0,0 0 0,1-1 0,-1 0 0,0 1 0,1-1 0,-1 0 0,0 0 0,0 0 0,0-1 0,0 1 0,0-1 0,0 1 0,0-1 0,0 1 0,-1-1 0,1 0 0,-1 0 0,1 0 0,-1 0 0,0 0 0,1 0 0,0-2 0,2-7 0,1 0 0,-2 0 0,5-20 0,-2 4 0,-4 21 0,0-1 0,1 1 0,-1 0 0,1 0 0,1 0 0,-1 0 0,6-7 0,-8 11 0,1 1 0,-1-1 0,1 1 0,0-1 0,-1 1 0,1 0 0,0 0 0,0 0 0,0 0 0,0 0 0,0 0 0,0 0 0,0 0 0,0 1 0,0-1 0,0 1 0,0 0 0,1 0 0,-1 0 0,0 0 0,0 0 0,0 0 0,0 0 0,0 1 0,1-1 0,2 2 0,-1-1 0,-1 1 0,1-1 0,-1 1 0,0 0 0,0 0 0,0 0 0,0 1 0,0-1 0,-1 1 0,1-1 0,-1 1 0,3 3 0,3 7 0,12 22 0,-8-14 0,-9-14-195,1-1 0,-1 0 0,0 1 0,-1-1 0,0 1 0,3 13 0,-4-8-6631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0:54.04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 24575,'12'27'0,"7"14"0,0 4 0,-1 1 0,-1-4 0,-1-6 0,-3-4 0,-1-6 0,-1-4 0,-1-3 0,-1-4 0,1 0 0,-1-1 0,0-3 0,-2-6 0,-3-6 0,-4-5 0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0:54.32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457 52 24575,'-27'-13'0,"-11"-3"0,-2 3 0,3 6 0,6 5 0,6 4 0,4 5 0,2 1 0,-2 2 0,0-1 0,0 0 0,0-1 0,-1 1 0,-2-2 0,-1 1 0,1-1 0,1-2 0,6-2-8191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0:55.04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4 24575,'5'-1'0,"0"0"0,0 0 0,0 1 0,0-1 0,0 1 0,0 1 0,0-1 0,0 1 0,0-1 0,0 1 0,0 1 0,0-1 0,0 1 0,0 0 0,-1 0 0,1 0 0,-1 1 0,1-1 0,-1 1 0,0 0 0,0 1 0,0-1 0,-1 1 0,1-1 0,-1 1 0,0 0 0,0 0 0,4 7 0,-3-4 0,19 29 0,26 54 0,13 40 0,11 25 0,-61-126 0,-1 0 0,-1 1 0,-2 0 0,8 47 0,-16-71 0,1-1 0,-1 1 0,0-1 0,-1 1 0,1-1 0,-1 1 0,0-1 0,0 1 0,-1-1 0,0 0 0,1 0 0,-2 0 0,1 0 0,-1 0 0,-3 5 0,2-5 0,0 0 0,-1 0 0,1-1 0,-1 0 0,0 0 0,0 0 0,-1 0 0,1-1 0,-1 0 0,0 0 0,0 0 0,-10 3 0,6-4-341,0 1 0,0-1-1,-13 0 1,9-1-6485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0:56.13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 24575,'125'42'0,"-101"-32"0,0 1 0,45 27 0,-67-37 0,1 1 0,-1 0 0,0-1 0,0 1 0,0 0 0,0 0 0,0 0 0,0 1 0,0-1 0,2 4 0,-4-5 0,0-1 0,0 1 0,0 0 0,1-1 0,-1 1 0,0-1 0,0 1 0,0 0 0,0-1 0,0 1 0,0-1 0,0 1 0,0 0 0,-1-1 0,1 1 0,0-1 0,0 1 0,0-1 0,-1 1 0,1 0 0,-1 0 0,0 1 0,0-1 0,0 0 0,0-1 0,-1 1 0,1 0 0,0 0 0,0 0 0,0-1 0,-1 1 0,1 0 0,-2 0 0,-4 2 0,-3 0 0,1 1 0,0 0 0,1 0 0,-10 7 0,15-9 0,1 0 0,-1 0 0,1 0 0,0 0 0,0 1 0,0 0 0,0-1 0,0 1 0,0 0 0,1 0 0,-1-1 0,1 1 0,0 1 0,0-1 0,0 0 0,-1 5 0,2 0 0,-1 0 0,1 0 0,0 1 0,1-1 0,0 0 0,0 0 0,1 0 0,0 0 0,1 0 0,-1 0 0,1-1 0,1 1 0,-1-1 0,1 0 0,6 8 0,9 11 0,1-1 0,36 35 0,-41-45 0,-10-9 0,7 5 0,-1 2 0,14 19 0,-22-27 0,0 0 0,0 0 0,-1 0 0,0 0 0,0 1 0,0-1 0,0 1 0,-1-1 0,0 1 0,0-1 0,-1 7 0,0 8 0,-2-1 0,-5 26 0,4-32 0,1 1 0,0-1 0,1 0 0,1 1 0,0 0 0,3 23 0,0-22-113,0-3 175,-1-1-1,0 1 1,0 16 0,-2-25-145,0 0-1,0 0 1,-1 0 0,1 1 0,-1-1-1,0 0 1,1 0 0,-2 0-1,1 0 1,0 0 0,-1 0 0,1 0-1,-1-1 1,0 1 0,0 0 0,0-1-1,-2 3 1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1:00.92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187 1 24575,'3'0'0,"0"2"0,-2 1 0,-5 0 0,-3 0 0,-3-1 0,-2-1 0,-3-1 0,1 1 0,-1-1 0,-1 0 0,1-1 0,0 1 0,1 0 0,-1 0 0,0 0 0,1 0 0,2 0-8191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1:01.20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206 21 24575,'-27'-5'0,"-12"-1"0,-1 0 0,6 3 0,7 3 0,4 1 0,8 0-8191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1:03.01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550 46 24575,'57'1'0,"-19"0"0,63-6 0,-99 5 0,0 0 0,-1-1 0,1 1 0,0 0 0,-1-1 0,1 0 0,-1 1 0,1-1 0,-1 0 0,3-1 0,-4 2 0,0 0 0,0-1 0,0 1 0,0 0 0,1 0 0,-1 0 0,0 0 0,0-1 0,0 1 0,0 0 0,0 0 0,0 0 0,0 0 0,0-1 0,0 1 0,0 0 0,1 0 0,-1 0 0,0-1 0,0 1 0,0 0 0,0 0 0,0 0 0,-1-1 0,1 1 0,0 0 0,0 0 0,0 0 0,0 0 0,0-1 0,-9-5 0,-8 1 0,0 0 0,0 1 0,0 1 0,-22-1 0,-5 1 0,-71 6 0,93 0 0,-32 9 0,3-1 0,-123 20 0,70-15 0,95-15 0,-1 0 0,1 2 0,-16 4 0,25-7 0,0 0 0,-1 0 0,1 0 0,0 0 0,0 0 0,0 0 0,0 0 0,-1 0 0,1 0 0,0 1 0,0-1 0,0 0 0,0 0 0,0 0 0,-1 0 0,1 0 0,0 0 0,0 0 0,0 0 0,0 1 0,0-1 0,0 0 0,0 0 0,0 0 0,-1 0 0,1 0 0,0 0 0,0 1 0,0-1 0,0 0 0,0 0 0,0 0 0,0 0 0,0 1 0,0-1 0,0 0 0,0 0 0,0 0 0,0 0 0,0 1 0,0-1 0,0 0 0,0 0 0,8 5 0,15 2 0,-21-7 0,92 22 0,179 51 0,-262-70 0,-1 1 0,0 0 0,0 1 0,-1 0 0,14 10 0,-21-14 0,-1 1 0,1-1 0,0 0 0,-1 1 0,1-1 0,-1 1 0,0 0 0,1-1 0,-1 1 0,0 0 0,0 0 0,0 0 0,0 0 0,-1 0 0,1 0 0,0 0 0,-1 0 0,0 0 0,1 0 0,-1 0 0,0 0 0,0 0 0,0 0 0,0 0 0,0 1 0,-1-1 0,1 0 0,-1 0 0,1 0 0,-1 0 0,0 0 0,0 0 0,0 0 0,-2 3 0,-3 3 0,-1 0 0,0-1 0,0 1 0,-1-2 0,0 1 0,0-1 0,-16 9 0,-8 8 0,-4 4 0,1 2 0,-57 60 0,76-73 0,0 0 0,-1-1 0,0-1 0,-2 0 0,1-1 0,-24 11 0,30-18 0,-1 0 0,0-1 0,0 0 0,-23 4 0,23-4 0,13-5 0,0 0 0,0 0 0,0 0 0,0 1 0,0-1 0,0 0 0,0 0 0,0 0 0,0 0 0,0 0 0,0 1 0,0-1 0,0 0 0,0 0 0,0 0 0,0 0 0,0 0 0,0 0 0,0 1 0,0-1 0,0 0 0,0 0 0,0 0 0,0 0 0,1 0 0,-1 0 0,0 0 0,0 1 0,0-1 0,0 0 0,0 0 0,0 0 0,0 0 0,0 0 0,1 0 0,-1 0 0,0 0 0,0 0 0,0 0 0,0 0 0,0 0 0,1 0 0,-1 0 0,0 0 0,3 1 0,1 0 0,-1 0 0,1 0 0,-1 0 0,5-1 0,381-15 0,-312 10 0,-54 3-112,162-17-1141,-174 17-5573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1:03.71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 38 24575,'0'0'0,"0"0"0,-1 1 0,1-1 0,0 0 0,0 0 0,0 0 0,-1 1 0,1-1 0,0 0 0,0 1 0,0-1 0,0 0 0,-1 0 0,1 1 0,0-1 0,0 0 0,0 1 0,0-1 0,0 0 0,0 1 0,0-1 0,0 0 0,0 1 0,0-1 0,0 0 0,0 1 0,1 14 0,0-9 0,-1-6 0,0 9 0,0 1 0,1-1 0,0 0 0,1 0 0,0 0 0,1 0 0,3 10 0,-6-18 0,0-1 0,1 1 0,-1-1 0,0 1 0,0-1 0,1 1 0,-1-1 0,0 1 0,1-1 0,-1 0 0,1 1 0,-1-1 0,0 1 0,1-1 0,-1 0 0,1 0 0,-1 1 0,1-1 0,-1 0 0,1 0 0,-1 1 0,1-1 0,-1 0 0,1 0 0,0 0 0,-1 0 0,2 0 0,-1 0 0,0 0 0,-1-1 0,1 1 0,0-1 0,0 1 0,0-1 0,0 1 0,0-1 0,0 1 0,-1-1 0,1 0 0,0 1 0,0-1 0,0-1 0,3-4 0,0 0 0,0-1 0,4-8 0,-7 12 0,31-54 0,-28 51 0,1-1 0,0 0 0,0 1 0,1 0 0,12-10 0,-17 15 0,0 0 0,0 0 0,0 1 0,0-1 0,0 1 0,0-1 0,0 1 0,1-1 0,-1 1 0,0-1 0,0 1 0,1 0 0,-1 0 0,0 0 0,0 0 0,1 0 0,-1 0 0,0 0 0,0 0 0,1 0 0,-1 0 0,0 1 0,0-1 0,1 0 0,-1 1 0,0-1 0,0 1 0,0 0 0,0-1 0,2 3 0,2 1 0,0 1 0,-1 0 0,1 0 0,-1 0 0,3 6 0,9 10 0,-6-10-195,2 0 0,-1 0 0,1-1 0,1-1 0,0 0 0,22 11 0,-25-15-6631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1:04.54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0 24575,'1'3'0,"-1"-1"0,0 1 0,1-1 0,0 0 0,-1 1 0,1-1 0,0 0 0,0 0 0,1 1 0,-1-1 0,0 0 0,3 2 0,21 24 0,-19-23 0,36 33 0,89 61 0,-69-55 0,-25-18-1365,-28-19-5461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1:04.80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139 1 24575,'-15'9'0,"1"2"0,0 0 0,1 0 0,-23 25 0,32-30 0,-1 0 0,1 0 0,0 0 0,1 1 0,-1-1 0,1 1 0,1 0 0,-1 0 0,1 0 0,0 1 0,1-1 0,0 0 0,0 1 0,0 8 0,1 3-97,1-7-220,-1-1 0,-1 1 0,-3 19 0,1-18-6509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1:05.57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204 16 24575,'-13'-4'0,"-1"1"0,0 0 0,0 0 0,-15 1 0,25 1 0,-1 2 0,0-1 0,1 0 0,-1 1 0,1 0 0,-1 0 0,1 0 0,-1 1 0,1-1 0,0 1 0,-1 0 0,1 1 0,0-1 0,1 1 0,-1-1 0,-4 5 0,4-3 0,-1 0 0,1 0 0,1 1 0,-1 0 0,1 0 0,-1 0 0,1 0 0,1 0 0,-3 7 0,3-9 0,1 1 0,1 0 0,-1-1 0,0 1 0,1 0 0,0 0 0,0 0 0,0-1 0,0 1 0,1 0 0,0 0 0,-1 0 0,1-1 0,0 1 0,3 4 0,7 19 0,0 1 0,-1 1 0,8 42 0,4 94 0,-5-28 0,-14-115 0,-2-12 0,0-1 0,0 1 0,1-1 0,6 16 0,-7-23 0,0 1 0,0-1 0,0 0 0,0 0 0,1 0 0,-1 0 0,1-1 0,-1 1 0,1 0 0,0-1 0,-1 1 0,1-1 0,0 1 0,0-1 0,0 0 0,0 0 0,1 0 0,-1 0 0,0 0 0,0 0 0,0 0 0,1-1 0,-1 0 0,3 1 0,3-1 0,-1 0 0,1-1 0,0 0 0,0 0 0,-1-1 0,1 0 0,-1-1 0,1 1 0,-1-1 0,0-1 0,8-4 0,-6 0-1365,-3-1-5461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1:06.08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17 0 24575,'-1'1'0,"0"-1"0,0 1 0,0 0 0,0 0 0,0-1 0,0 1 0,0 0 0,0 0 0,0 0 0,0 0 0,1 0 0,-1 0 0,0 0 0,1 0 0,-1 0 0,1 0 0,-1 0 0,1 1 0,-1 1 0,0-1 0,1 1 0,0-1 0,0 1 0,0 0 0,0-1 0,1 1 0,-1-1 0,1 1 0,0 2 0,3 4 0,-1-1 0,1 0 0,0 1 0,7 9 0,-3-8 0,-1 0 0,14 15 0,-19-23 0,0 0 0,0 0 0,0 0 0,0 0 0,0 0 0,1-1 0,-1 1 0,0-1 0,1 0 0,-1 0 0,1 0 0,0 0 0,-1 0 0,1 0 0,0-1 0,-1 1 0,1-1 0,4 0 0,-6 0 0,0 0 0,0-1 0,0 1 0,0-1 0,0 1 0,0-1 0,0 0 0,0 1 0,0-1 0,0 0 0,0 0 0,-1 1 0,1-1 0,0 0 0,0 0 0,-1 0 0,1 0 0,-1 0 0,1 0 0,-1 0 0,1 0 0,-1 0 0,1-1 0,-1 1 0,0 0 0,0 0 0,0 0 0,0 0 0,0-2 0,1-3 0,-1 1 0,0-1 0,-1 0 0,-1-9 0,-3-5 0,3 15 0,1 0 0,-1-1 0,1 1 0,0 0 0,0-1 0,1 1 0,0-1 0,0 1 0,0-1 0,2-7 0,-2 12 0,1 0 0,-1 0 0,1 0 0,-1 0 0,1 0 0,-1 0 0,1 0 0,0 1 0,0-1 0,-1 0 0,1 0 0,0 1 0,0-1 0,0 1 0,0-1 0,0 1 0,0-1 0,0 1 0,0-1 0,0 1 0,0 0 0,0-1 0,0 1 0,0 0 0,0 0 0,0 0 0,0 0 0,0 0 0,1 0 0,-1 0 0,0 0 0,0 1 0,0-1 0,2 1 0,4 1 0,0 1 0,1-1 0,10 7 0,-14-7 0,72 41 0,12 6 0,-65-37 0,12 6 0,-57-38 0,12 13-1365,0 0-5461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1:06.60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47 24575,'29'-12'0,"52"-14"0,-72 23 0,1 1 0,0 1 0,0-1 0,0 2 0,0-1 0,0 1 0,0 1 0,0 0 0,15 3 0,-21-3 0,-1 1 0,1-1 0,-1 0 0,1 1 0,-1 0 0,0 0 0,1 0 0,-1 0 0,0 0 0,-1 1 0,1-1 0,0 1 0,-1 0 0,1 0 0,2 4 0,-2-2 0,-1-1 0,0 1 0,0 0 0,0 0 0,-1 0 0,0 0 0,0 0 0,0 0 0,-1 0 0,1 6 0,-2 4 0,0 0 0,-1 0 0,-1 0 0,0 0 0,-1 0 0,-10 23 0,3-11 0,0-3 0,-10 39 0,19-55 0,0 1 0,1 0 0,0 0 0,0 0 0,1-1 0,0 1 0,1 0 0,2 13 0,1-8 0,1 1 0,0-1 0,1 0 0,1 0 0,0 0 0,1-1 0,11 15 0,-17-24 0,4 3 0,-2 1 0,1 0 0,-1 0 0,0 1 0,-1-1 0,0 1 0,4 17 0,-7-24 0,1 1 0,-1 0 0,0-1 0,0 1 0,0 0 0,0-1 0,-1 1 0,1 0 0,-1-1 0,0 1 0,1-1 0,-1 1 0,0-1 0,0 1 0,-1-1 0,1 0 0,-1 1 0,1-1 0,-1 0 0,1 0 0,-1 0 0,0 0 0,0 0 0,0-1 0,0 1 0,-1 0 0,1-1 0,0 0 0,0 1 0,-1-1 0,-2 1 0,-7 2-273,1 0 0,0-1 0,-1-1 0,-12 2 0,9-2-6553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1:17.67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21 1 24575,'0'2'0,"1"17"0,4 24 0,10 9 0,25 57 0,-24-72 0,-2 0 0,-2 1 0,13 68 0,-23-93 0,-1-1 0,0 0 0,-1 1 0,0-1 0,-4 25 0,3-34 0,1 0 0,-1-1 0,0 1 0,0-1 0,0 1 0,0-1 0,0 0 0,0 1 0,-1-1 0,1 0 0,-1 0 0,1 0 0,-1 0 0,0 0 0,0 0 0,0 0 0,0-1 0,0 1 0,0-1 0,-1 0 0,1 1 0,0-1 0,-1 0 0,1 0 0,-1 0 0,1-1 0,-1 1 0,0-1 0,1 1 0,-1-1 0,0 0 0,1 0 0,-1 0 0,-3-1 0,3 1 8,0 0-1,0-1 1,1 1-1,-1-1 1,0 0-1,1 0 1,-1 0-1,0 0 1,1-1-1,-1 1 1,1-1-1,0 1 1,-1-1-1,1 0 1,-3-3-1,1 0-255,-1 0 1,1-1-1,1 0 1,-1 0-1,-3-7 1,0-3-6579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1:18.22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292 393 24575,'-15'4'0,"0"-2"0,0 0 0,-30-1 0,38-1 0,-1-1 0,1 0 0,-1-1 0,1 0 0,0 0 0,-1 0 0,1-1 0,1 0 0,-14-8 0,13 6 0,0-1 0,0 0 0,1 0 0,-1 0 0,1-1 0,1 0 0,-1 0 0,-7-13 0,4 2 0,0 0 0,-11-34 0,15 36 0,2-1 0,0 1 0,1-1 0,1 0 0,0 0 0,2 0 0,2-22 0,-3 36 0,1 0 0,-1 1 0,1-1 0,-1 0 0,1 1 0,0-1 0,0 1 0,1-1 0,-1 1 0,0-1 0,1 1 0,-1 0 0,1 0 0,0 0 0,0 0 0,0 0 0,0 0 0,0 0 0,0 0 0,0 1 0,1-1 0,-1 1 0,0 0 0,1 0 0,0 0 0,-1 0 0,1 0 0,-1 0 0,1 1 0,4-1 0,7-1 0,0 2 0,0 0 0,0 0 0,23 5 0,-36-5 0,287 47 0,-100-15 0,-182-31 0,15 2 0,27 8 0,-41-8-1365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1:18.68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56 24575,'7'6'0,"0"-1"0,0 0 0,0 0 0,1-1 0,0 0 0,0 0 0,0-1 0,0 0 0,0 0 0,0-1 0,1 0 0,0-1 0,-1 0 0,1 0 0,-1-1 0,1 0 0,0 0 0,-1-1 0,1 0 0,0-1 0,-1 1 0,17-7 0,64-33 0,-64 29 0,0 0 0,37-11 0,-59 22 10,-1 0 0,1 1 0,-1-1 0,1 1 0,-1 0 0,1 0 0,-1 0 0,1 0 0,-1 0 0,1 1 0,3 0 0,-5-1-84,0 1-1,1-1 1,-1 1 0,0 0 0,1 0-1,-1 0 1,0-1 0,0 1 0,0 0-1,0 0 1,0 1 0,0-1 0,0 0-1,0 0 1,0 0 0,0 1 0,0-1-1,-1 0 1,2 3 0,1 7-6752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1:19.88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259 28 24575,'-15'-6'0,"0"1"0,0 1 0,0 0 0,-1 1 0,1 1 0,-21-1 0,30 3 0,1 0 0,0 0 0,-1 1 0,1 0 0,0 0 0,-1 0 0,1 1 0,0-1 0,0 1 0,0 1 0,0-1 0,0 1 0,1-1 0,-1 2 0,1-1 0,0 0 0,0 1 0,0-1 0,0 1 0,1 0 0,-7 9 0,7-9 0,1 0 0,-1 0 0,1 0 0,0 1 0,0-1 0,1 1 0,-1-1 0,1 1 0,0-1 0,0 1 0,0 0 0,1-1 0,0 1 0,0 0 0,0 0 0,0-1 0,1 1 0,-1 0 0,1-1 0,1 1 0,-1-1 0,0 1 0,1-1 0,0 1 0,0-1 0,1 0 0,-1 0 0,1 0 0,0 0 0,0-1 0,4 5 0,10 8 0,26 19 0,-24-20 0,24 23 0,-40-35 0,0 0 0,0 0 0,-1 1 0,0-1 0,1 1 0,-1-1 0,-1 1 0,1 0 0,0 0 0,1 7 0,-2-9 0,-1 1 0,0-1 0,0 1 0,0-1 0,0 1 0,0-1 0,0 1 0,-1-1 0,1 0 0,-1 1 0,0-1 0,0 1 0,1-1 0,-2 0 0,1 0 0,0 1 0,0-1 0,-1 0 0,-1 2 0,-23 25 0,17-20 0,0 1 0,1 0 0,-12 20 0,18-26 0,0 0 0,0 0 0,0 0 0,1 1 0,0-1 0,0 1 0,0-1 0,0 1 0,1-1 0,-1 1 0,1 0 0,1-1 0,-1 1 0,2 7 0,0-4 0,0 0 0,1 0 0,0-1 0,0 1 0,1-1 0,4 8 0,31 38 0,-30-42 0,-1 0 0,0 0 0,0 0 0,-1 1 0,-1 1 0,9 21 0,-14-32 0,-1 1 0,1-1 0,-1 1 0,0-1 0,1 1 0,-1-1 0,0 1 0,-1-1 0,1 1 0,0-1 0,-1 0 0,-1 5 0,-1 0 0,1-1 0,-2 0 0,-4 7 0,6-11 0,0 1 0,0 0 0,0 0 0,0 0 0,1 1 0,-1-1 0,1 0 0,0 1 0,0-1 0,0 1 0,0-1 0,0 1 0,1-1 0,0 1 0,0 6 0,0-9-72,0 1 1,1-1-1,-1 1 0,1-1 0,-1 0 0,1 1 0,-1-1 0,1 0 1,0 1-1,0-1 0,0 0 0,0 0 0,0 1 0,0-1 0,0 0 1,0 0-1,0 0 0,2 1 0,6 2-6754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1:20.80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252 64 24575,'-23'-10'0,"3"-1"0,-2 2 0,1 0 0,-1 2 0,-39-9 0,59 16 0,0-1 0,0 1 0,0 0 0,0 0 0,0 0 0,0 0 0,0 0 0,0 0 0,0 1 0,0-1 0,1 1 0,-1-1 0,0 1 0,0 0 0,0 0 0,0 0 0,1 0 0,-1 0 0,0 0 0,1 0 0,-1 0 0,1 1 0,-1-1 0,1 1 0,0-1 0,-3 4 0,2 0 0,0-1 0,0 1 0,1 0 0,-1 0 0,1 0 0,0 0 0,0 1 0,1-1 0,-1 6 0,2-6 0,-1 0 0,0 0 0,1-1 0,0 1 0,0 0 0,1 0 0,-1-1 0,1 1 0,0-1 0,0 1 0,0-1 0,1 0 0,0 0 0,3 5 0,7 5 0,0 0 0,21 17 0,-5-5 0,-10-9 0,29 19 0,-26-20 0,24 21 0,-41-31 0,1 0 0,-1 0 0,1 0 0,-2 0 0,1 1 0,-1 0 0,0 0 0,4 10 0,-7-15 0,0 0 0,-1-1 0,1 1 0,-1 0 0,1 0 0,-1 0 0,0 0 0,0 0 0,0 0 0,0 0 0,0 1 0,0-1 0,0 0 0,-1 0 0,1-1 0,-1 1 0,1 0 0,-1 0 0,-1 3 0,0-2 0,0-1 0,0 0 0,0 1 0,0-1 0,-1 0 0,1 0 0,0 0 0,-1-1 0,1 1 0,-1-1 0,-5 3 0,-3 0 0,-1 0 0,0-1 0,1-1 0,-1 0 0,-19 1 0,-57-2 0,76-2 0,-1 0 0,0-1 0,1-1 0,-23-7 0,34 10 0,0 0 0,-1 0 0,1-1 0,0 1 0,0-1 0,0 1 0,0-1 0,0 1 0,0-1 0,0 0 0,0 0 0,1 1 0,-1-1 0,0 0 0,0 0 0,0 0 0,1 0 0,-1 0 0,1 0 0,-1 0 0,0 0 0,1 0 0,0 0 0,-1 0 0,1 0 0,-1-2 0,2 1 0,-1 1 0,0-1 0,1 1 0,-1-1 0,1 1 0,0 0 0,-1-1 0,1 1 0,0 0 0,0 0 0,0-1 0,0 1 0,0 0 0,0 0 0,0 0 0,0 0 0,0 0 0,1 0 0,-1 1 0,3-2 0,11-6 22,1 1 0,0 0-1,0 1 1,26-5 0,22-8-1496,-55 16-5352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1:21.41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76 23 24575,'0'-1'0,"0"0"0,0 0 0,0 0 0,0 1 0,-1-1 0,1 0 0,0 0 0,0 0 0,-1 0 0,1 0 0,-1 0 0,1 0 0,0 1 0,-1-1 0,0 0 0,1 0 0,-1 1 0,1-1 0,-1 0 0,0 1 0,1-1 0,-1 1 0,0-1 0,0 0 0,0 1 0,0 0 0,1-1 0,-1 1 0,0 0 0,0-1 0,0 1 0,0 0 0,-2 0 0,2-1 0,0 1 0,-1 0 0,1 0 0,-1 0 0,1 1 0,-1-1 0,1 0 0,-1 1 0,1-1 0,-1 0 0,1 1 0,0 0 0,-1-1 0,1 1 0,0 0 0,0 0 0,-1 0 0,1-1 0,0 1 0,0 0 0,-1 2 0,-1 2 0,-1 1 0,2-1 0,-1 1 0,1-1 0,0 1 0,0 0 0,0 0 0,1 0 0,0 0 0,-1 8 0,1 11 0,3 32 0,0-17 0,-1-14 0,2-1 0,1 1 0,11 35 0,0 7 0,-12-53 0,9 26 0,-10-36 0,0 0 0,0 0 0,0 0 0,1-1 0,0 1 0,-1-1 0,2 0 0,6 8 0,-7-10-72,0 0 1,1-1-1,-1 1 0,0-1 0,1 1 0,-1-1 0,1 0 0,0 0 1,-1-1-1,1 1 0,0-1 0,-1 0 0,1 0 0,0 0 0,-1 0 1,1-1-1,0 1 0,4-3 0,1 0-6754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1:22.05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16 7 24575,'0'0'0,"0"0"0,0-1 0,0 1 0,0 0 0,0-1 0,0 1 0,0 0 0,-1 0 0,1-1 0,0 1 0,0 0 0,0-1 0,0 1 0,0 0 0,-1 0 0,1-1 0,0 1 0,0 0 0,0 0 0,-1 0 0,1-1 0,0 1 0,0 0 0,-1 0 0,1 0 0,0 0 0,-1 0 0,1-1 0,0 1 0,0 0 0,-1 0 0,1 0 0,0 0 0,-1 0 0,1 0 0,0 0 0,-1 0 0,1 0 0,-1 0 0,-3 13 0,2 22 0,2-35 0,0 269 0,1-257 0,0 1 0,0-1 0,2 0 0,-1 0 0,1 0 0,7 16 0,-7-20 0,0-1 0,1 1 0,0-1 0,0 0 0,1 0 0,0-1 0,0 1 0,0-1 0,1 0 0,10 8 0,-13-12-62,1 0 0,-1 0 0,1-1 0,0 1 0,-1-1 0,1 0 0,0 0 0,0 0 0,0 0 0,0-1 0,0 0 0,0 0-1,0 0 1,0 0 0,0 0 0,0-1 0,-1 0 0,1 0 0,0 0 0,0 0 0,6-3 0,-1-3-6764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1:22.23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263 1 24575,'-27'2'0,"-11"1"0,-2 3 0,3 0 0,6 1 0,6 0 0,4-2 0,4-1 0,2 1 0,3 0-8191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1:22.59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247 9 24575,'-25'-2'0,"-10"-1"0,-2-1 0,6 4 0,5 2 0,5 2 0,3 1 0,3 3 0,1-2 0,1 0 0,2-2-8191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1:23.22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 24575,'68'136'0,"-67"-135"0,12 24 0,-13-24 0,1 0 0,0 0 0,0 0 0,0 1 0,0-1 0,0 0 0,0 0 0,0 0 0,0 0 0,0-1 0,1 1 0,-1 0 0,0 0 0,0-1 0,3 2 0,-3-2 0,-1-1 0,1 1 0,-1 0 0,1 0 0,0 0 0,-1 0 0,1 0 0,-1-1 0,1 1 0,-1 0 0,1-1 0,0 1 0,-1 0 0,1-1 0,-1 1 0,0 0 0,1-1 0,-1 1 0,1-1 0,-1 1 0,0-1 0,1 1 0,-1-1 0,0 1 0,1-1 0,-1 0 0,0 1 0,0-1 0,0 1 0,1-1 0,-1 0 0,0 1 0,0-1 0,0 1 0,0-2 0,2-24 0,-2 23 0,-2-30 0,1 26 0,1-1 0,-1 1 0,1-1 0,1 0 0,-1 1 0,1-1 0,3-8 0,-4 15 0,0 0 0,0 0 0,1 0 0,-1 0 0,1 0 0,-1 1 0,1-1 0,-1 0 0,1 0 0,-1 1 0,1-1 0,0 0 0,-1 1 0,1-1 0,0 0 0,0 1 0,-1-1 0,1 1 0,0-1 0,0 1 0,0 0 0,1-1 0,0 1 0,0 0 0,-1 0 0,1 0 0,-1 0 0,1 0 0,-1 1 0,1-1 0,-1 0 0,1 1 0,-1-1 0,0 1 0,3 1 0,3 2 0,0 1 0,-1 0 0,0 0 0,7 6 0,-13-10 0,26 26 0,39 53 0,-64-79-170,1 1-1,-1 0 0,0 0 1,0-1-1,0 1 0,0 0 1,1 4-1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1:23.66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 24575,'12'27'0,"5"11"0,-2 2 0,0-3 0,-2-4 0,-2-4 0,-3-6 0,1-3 0,-2-3 0,0-2 0,0-1 0,0-3 0,-1 0 0,-1-1 0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1:24.02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689 11 24575,'-4'-2'0,"1"1"0,0-1 0,-1 1 0,1 0 0,-1 0 0,0 0 0,1 1 0,-1-1 0,0 1 0,1 0 0,-1 0 0,-6 1 0,3 0 0,0 1 0,-1 1 0,1-1 0,0 1 0,-8 4 0,1-1 0,-1 0 0,1-1 0,-1-1 0,-1 0 0,1-1 0,-19 1 0,-96 0 0,96-4 0,-233-2-1365,236 2-5461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1:24.83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 24575,'24'13'0,"0"2"0,-1 0 0,0 2 0,-1 0 0,-2 1 0,36 40 0,-27-23 0,-3 0 0,-1 2 0,33 62 0,-47-75 0,0 1 0,-1 0 0,11 48 0,-18-58 0,0 0 0,-1 0 0,-1 0 0,0 0 0,-1 1 0,-1-1 0,0 0 0,-5 20 0,5-30 11,-1 0 0,0 1 0,0-1 0,0 0 0,-1 0 0,1 0-1,-1 0 1,0 0 0,-1-1 0,-5 6 0,2-3-259,0-1 1,0 0-1,-1-1 1,1 0-1,-14 6 1,6-3-6579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1:25.92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88 24575,'0'-13'0,"0"5"0,-1 1 0,2-1 0,-1 1 0,1-1 0,1 1 0,1-9 0,-3 15 0,1 1 0,-1-1 0,0 0 0,1 0 0,-1 1 0,1-1 0,-1 0 0,1 1 0,-1-1 0,1 0 0,-1 1 0,1-1 0,-1 1 0,1-1 0,0 1 0,0-1 0,-1 1 0,1 0 0,0-1 0,-1 1 0,1 0 0,0-1 0,0 1 0,0 0 0,-1 0 0,1 0 0,0 0 0,0 0 0,0 0 0,0 0 0,-1 0 0,1 0 0,0 0 0,0 0 0,0 0 0,-1 1 0,1-1 0,0 0 0,0 1 0,-1-1 0,2 1 0,4 2 0,0 1 0,0-1 0,10 9 0,-14-10 0,40 31 0,-4-5 0,59 59 0,-95-84 0,1 0 0,-1 0 0,1 0 0,-1 0 0,0 0 0,0 1 0,-1-1 0,3 6 0,-4-8 0,1 0 0,-1 0 0,0 1 0,0-1 0,0 0 0,0 1 0,0-1 0,0 1 0,0-1 0,0 0 0,0 1 0,-1-1 0,1 0 0,0 0 0,-1 1 0,1-1 0,-1 0 0,0 0 0,1 0 0,-1 1 0,0-1 0,0 0 0,0 0 0,1 0 0,-1 0 0,0 0 0,-2 0 0,-6 6 0,0-1 0,-18 9 0,18-11 0,0 1 0,1 0 0,0 0 0,-11 9 0,15-10 0,0 0 0,0 1 0,0 0 0,0-1 0,1 1 0,0 0 0,0 1 0,0-1 0,1 0 0,0 1 0,0 0 0,0-1 0,1 1 0,0 0 0,0 0 0,0 0 0,0 10 0,2-8 0,0 0 0,0 1 0,1-1 0,-1 0 0,2 0 0,-1 0 0,1 0 0,1 0 0,-1-1 0,1 1 0,1-1 0,5 7 0,52 58 0,-47-56 0,1 0 0,-2 2 0,0 0 0,18 32 0,-31-47 0,0-1 0,1 1 0,-1 0 0,-1-1 0,1 1 0,0 0 0,-1 0 0,1 0 0,-1-1 0,0 1 0,0 0 0,0 0 0,0 0 0,-1 0 0,1-1 0,-1 1 0,1 0 0,-1 0 0,0-1 0,0 1 0,-2 3 0,-3 2 0,1 0 0,-1 0 0,-1-1 0,-13 14 0,17-19-34,-8 8-133,0 0 1,0 1 0,1 1-1,0 0 1,1 0 0,1 1-1,-11 20 1,14-21-6660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2:10.17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303 1 24575,'1'1'0,"0"-1"0,0 1 0,0 0 0,0 0 0,-1 0 0,1 0 0,0 0 0,0 0 0,-1 1 0,1-1 0,0 0 0,-1 0 0,1 1 0,-1-1 0,0 0 0,1 0 0,-1 1 0,0-1 0,0 0 0,0 1 0,0-1 0,0 0 0,0 1 0,0-1 0,0 0 0,0 1 0,-1-1 0,1 0 0,-1 2 0,0-1 0,-1 0 0,1-1 0,-1 1 0,1-1 0,-1 0 0,1 1 0,-1-1 0,0 0 0,1 0 0,-1 0 0,0 0 0,0 0 0,0 0 0,0-1 0,0 1 0,0-1 0,0 1 0,-3 0 0,-23 1 0,1-1 0,-37-3 0,5 0 0,-27 2-1365,74 0-5461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2:10.53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204 16 24575,'-22'-3'0,"-10"0"0,-1 0 0,1 0 0,5 2 0,4-1 0,3 2 0,6 0-8191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2:12.06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605 15 24575,'20'-3'0,"16"-5"0,-45 5 0,-9 2 0,-4 2 0,-31 5 0,-2 1 0,-79 7 0,-31 2 0,145-15 0,1 0 0,0 2 0,0 0 0,0 1 0,0 1 0,-29 12 0,46-16 0,0-1 0,1 1 0,-1 0 0,1 0 0,-1 0 0,1 0 0,-1 0 0,1 0 0,0 0 0,-1 1 0,1-1 0,0 0 0,0 1 0,0-1 0,0 1 0,0-1 0,0 1 0,1-1 0,-1 1 0,0 0 0,1-1 0,-1 1 0,1 0 0,0 0 0,0-1 0,-1 4 0,2-2 0,-1-1 0,0 0 0,1 1 0,0-1 0,0 0 0,-1 1 0,1-1 0,1 0 0,-1 0 0,0 0 0,0 0 0,1 0 0,-1 0 0,1 0 0,0 0 0,-1-1 0,1 1 0,0-1 0,2 2 0,7 4 0,0-2 0,0 1 0,0-1 0,1-1 0,15 4 0,62 10 0,-52-13 0,-20-3 0,0 0 0,0 1 0,29 10 0,-45-13 0,0 0 0,0 1 0,1-1 0,-1 1 0,0-1 0,0 1 0,0-1 0,0 1 0,0 0 0,0-1 0,0 1 0,0 0 0,0 0 0,0 0 0,0 0 0,-1 0 0,1 0 0,0 0 0,-1 0 0,1 0 0,0 0 0,-1 0 0,0 0 0,1 0 0,-1 1 0,0-1 0,1 0 0,-1 0 0,0 2 0,0-1 0,-1 0 0,0 0 0,1-1 0,-1 1 0,0 0 0,0-1 0,0 1 0,0-1 0,0 0 0,0 1 0,0-1 0,-1 0 0,1 1 0,0-1 0,-1 0 0,1 0 0,-1 0 0,1 0 0,-4 1 0,-89 38 0,62-27 0,-60 32 0,81-38 0,-51 34 0,56-37 0,1 0 0,0 1 0,0 0 0,1 0 0,-1 0 0,1 0 0,0 1 0,-5 9 0,8-14 0,1 1 0,-1-1 0,0 1 0,0-1 0,1 1 0,-1 0 0,1-1 0,0 1 0,-1-1 0,1 1 0,0 0 0,0-1 0,0 1 0,0 0 0,0-1 0,1 1 0,-1 0 0,0-1 0,1 1 0,-1-1 0,1 1 0,0-1 0,-1 1 0,1-1 0,0 1 0,0-1 0,0 1 0,0-1 0,0 0 0,0 0 0,0 1 0,1-1 0,-1 0 0,0 0 0,1 0 0,-1-1 0,0 1 0,1 0 0,2 1 0,6 1 0,0 1 0,0-1 0,1-1 0,-1 0 0,11 0 0,-12 0 0,46 3 0,0-2 0,81-5 0,109-23 0,-206 20 0,-1 0-95,-3 2-540,62-15 0,-84 14-6191</inkml:trace>
</inkml:ink>
</file>

<file path=ppt/ink/ink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2:12.82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14 1 24575,'-1'2'0,"-1"0"0,1 0 0,-1 0 0,1 1 0,0-1 0,0 1 0,0-1 0,0 1 0,0-1 0,1 1 0,-1-1 0,1 1 0,0 0 0,0-1 0,0 1 0,0 0 0,0 2 0,1 7 0,1 0 0,4 15 0,-5-25 0,9 31 0,-9-31 0,-1 0 0,1 0 0,0 0 0,0 0 0,0-1 0,0 1 0,0 0 0,0-1 0,1 1 0,-1 0 0,1-1 0,-1 0 0,1 1 0,1 0 0,-2-2 0,0 1 0,-1-1 0,1 0 0,0 0 0,0 0 0,-1 0 0,1-1 0,0 1 0,-1 0 0,1 0 0,0 0 0,-1-1 0,1 1 0,0 0 0,-1-1 0,1 1 0,0 0 0,-1-1 0,1 1 0,-1-1 0,1 1 0,-1-1 0,1 1 0,-1-1 0,1 1 0,-1-1 0,1 0 0,-1 1 0,0-1 0,1-1 0,11-23 0,-11 21 0,9-34 0,-9 32 0,0 0 0,0 1 0,1-1 0,-1 1 0,1-1 0,1 1 0,-1 0 0,1 0 0,-1 0 0,2 0 0,4-7 0,-7 11 0,0 1 0,1-1 0,-1 0 0,0 1 0,1-1 0,-1 0 0,1 1 0,-1 0 0,0-1 0,1 1 0,-1 0 0,1 0 0,-1-1 0,1 1 0,-1 0 0,1 1 0,-1-1 0,1 0 0,-1 0 0,1 1 0,-1-1 0,1 1 0,-1-1 0,0 1 0,1-1 0,-1 1 0,2 1 0,6 4 0,-1-1 0,16 14 0,-16-13 0,26 23 0,63 46 0,-90-70-105,-4-3-35,-1-1 0,1 1 0,0 0 0,-1 0 0,0 0 0,1 0 0,-1 0 0,3 4 0</inkml:trace>
</inkml:ink>
</file>

<file path=ppt/ink/ink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2:13.99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16 24575,'0'-2'0,"1"1"0,-1 1 0,1-1 0,0 0 0,-1 0 0,1 0 0,0 0 0,0 0 0,-1 1 0,1-1 0,0 0 0,0 0 0,0 1 0,0-1 0,0 1 0,0-1 0,0 1 0,0-1 0,0 1 0,0 0 0,0 0 0,0-1 0,1 1 0,1 0 0,0 0 0,-1 0 0,1 1 0,-1-1 0,1 1 0,-1-1 0,1 1 0,-1 0 0,4 2 0,3 2 0,0 1 0,0-1 0,-1 2 0,8 6 0,36 37 0,-21-20 0,44 34 0,-58-51-115,6 3-510,34 21 0,-48-33-6201</inkml:trace>
</inkml:ink>
</file>

<file path=ppt/ink/ink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2:14.24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207 0 24575,'-22'22'0,"-9"10"0,-1 2 0,7-3 0,4-3 0,6-5 0,3-4 0,1-2 0,2-2 0,1-3 0,1-1 0,0-3 0,0 0 0</inkml:trace>
</inkml:ink>
</file>

<file path=ppt/ink/ink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2:14.91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160 1 24575,'-13'6'0,"0"1"0,1 1 0,0 0 0,0 1 0,1 0 0,0 1 0,0 0 0,1 1 0,-9 12 0,15-16 0,-1-1 0,1 1 0,1-1 0,-1 1 0,1 1 0,1-1 0,-1 0 0,1 1 0,0-1 0,1 1 0,0-1 0,0 1 0,1 0 0,0 0 0,0-1 0,0 1 0,1 0 0,4 14 0,1-4 0,1 0 0,18 33 0,-18-38 0,-1-1 0,0 1 0,0 0 0,-2 1 0,1-1 0,-2 1 0,3 17 0,-3 25 0,-3-32 0,6 38 0,-3-40 0,-2-13 0,0-1 0,1 0 0,0 0 0,0 0 0,4 8 0,-5-13 0,0-1 0,1 0 0,-1 0 0,1 0 0,-1 1 0,1-1 0,0-1 0,0 1 0,0 0 0,0 0 0,0-1 0,0 1 0,0-1 0,1 0 0,-1 0 0,0 1 0,1-2 0,-1 1 0,1 0 0,3 0 0,15 2 0,-1-2 0,1 0 0,-1-1 0,30-4 0,-47 4 9,0-1-1,-1 1 1,1-1-1,0 0 1,0 0 0,0 0-1,-1 0 1,1 0-1,-1 0 1,1-1-1,-1 1 1,1-1-1,2-3 1,-3 4-80,-1 0 1,0-1-1,0 1 0,0-1 0,0 0 1,0 1-1,0-1 0,0 0 1,-1 0-1,1 1 0,0-1 0,-1 0 1,0 0-1,1 0 0,-1 0 1,0 0-1,0 0 0,0 1 0,0-1 1,-1-3-1,-1-7-6755</inkml:trace>
</inkml:ink>
</file>

<file path=ppt/ink/ink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2:15.40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2 24575,'0'8'0,"1"0"0,1 0 0,0 0 0,0 0 0,0 0 0,1 0 0,1-1 0,-1 1 0,1-1 0,0 0 0,7 9 0,-7-10 0,0-1 0,1 1 0,-1-1 0,1 0 0,0 0 0,1 0 0,-1-1 0,1 0 0,0 0 0,0 0 0,1-1 0,-1 0 0,1 0 0,8 3 0,-14-6 0,0 0 0,0 0 0,0 0 0,0 1 0,0-1 0,0 0 0,0 0 0,0-1 0,0 1 0,0 0 0,0 0 0,0 0 0,0-1 0,0 1 0,0 0 0,0-1 0,0 1 0,0-1 0,0 1 0,0-1 0,0 0 0,-1 1 0,1-1 0,0 0 0,0 0 0,-1 1 0,1-1 0,0 0 0,-1 0 0,1 0 0,-1 0 0,1 0 0,-1 0 0,0 0 0,1 0 0,-1 0 0,0 0 0,0 0 0,1-1 0,0-6 0,-1 0 0,1 0 0,-1 0 0,-1-9 0,0 7 0,0-2 0,1 4 0,-1 1 0,1-1 0,0 1 0,1-1 0,1-9 0,-2 16 0,1 0 0,-1 0 0,1-1 0,-1 1 0,0 0 0,1 0 0,0 0 0,-1 0 0,1 0 0,0 0 0,-1 0 0,1 0 0,0 0 0,0 0 0,0 1 0,0-1 0,0 0 0,0 0 0,0 1 0,0-1 0,0 1 0,0-1 0,0 1 0,0-1 0,1 1 0,-1 0 0,0 0 0,0-1 0,0 1 0,1 0 0,-1 0 0,0 0 0,0 0 0,0 0 0,1 1 0,-1-1 0,0 0 0,0 0 0,2 1 0,6 3 0,1 0 0,-1 0 0,0 1 0,-1 0 0,15 10 0,6 4 0,-11-8 0,0-1 0,-2 2 0,28 24 0,-43-35-114,0-1 62,-1 1 0,0-1 0,0 0 0,1 1 0,-1-1 0,0 0-1,1 0 1,-1 1 0,0-1 0,1 0 0,-1 0 0,0 1 0,1-1-1,-1 0 1,0 0 0,1 0 0,-1 0 0,1 0 0,-1 1 0,0-1-1,1 0 1,-1 0 0,1 0 0</inkml:trace>
</inkml:ink>
</file>

<file path=ppt/ink/ink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2:15.92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59 24575,'2'-5'0,"1"0"0,1 1 0,-1-1 0,1 1 0,-1-1 0,1 1 0,1 1 0,-1-1 0,0 0 0,1 1 0,5-3 0,-7 5 0,-1 0 0,1 0 0,0 0 0,0 0 0,0 1 0,0-1 0,-1 1 0,1 0 0,0 0 0,0 0 0,0 0 0,0 0 0,0 1 0,0-1 0,0 1 0,0 0 0,-1 0 0,1 0 0,0 0 0,-1 0 0,1 0 0,-1 1 0,3 1 0,36 27 0,41 39 0,-50-42 0,-29-23 0,1-1 0,0 1 0,-1 0 0,0 0 0,1 0 0,-2 0 0,1 0 0,0 1 0,-1-1 0,0 1 0,2 6 0,-1-2 0,-2 0 0,1 1 0,-1-1 0,-1 0 0,0 13 0,-2 6 0,-12 54 0,8-53 0,-3 46 0,9-67 0,0-1 0,1 1 0,0 0 0,0 0 0,1 0 0,0-1 0,0 1 0,6 11 0,3 3 0,19 29 0,-18-32 0,-11-16 0,1-1 0,0 1 0,-1 0 0,0 0 0,0 0 0,1 0 0,-2 0 0,1 0 0,1 6 0,-2-8 0,-1 0 0,1 0 0,0 0 0,0 0 0,-1 0 0,1 0 0,0 0 0,-1 0 0,1 0 0,-1 0 0,1 0 0,-1 0 0,1 0 0,-1 0 0,0 0 0,0-1 0,1 1 0,-1 0 0,0 0 0,0-1 0,0 1 0,0 0 0,0-1 0,0 1 0,0-1 0,0 0 0,0 1 0,0-1 0,0 0 0,-2 1 0,-13 3-455,0-1 0,-19 2 0,19-4-6371</inkml:trace>
</inkml:ink>
</file>

<file path=ppt/ink/ink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2:20.14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105 188 24575,'51'1'0,"58"-2"0,-100 0 0,0-1 0,0 1 0,0-2 0,-1 1 0,1-1 0,-1 0 0,15-8 0,-20 9 0,-1 1 0,1-1 0,-1 0 0,0 0 0,0 0 0,0 0 0,0 0 0,0 0 0,0-1 0,0 1 0,-1 0 0,2-4 0,-2 4 0,-1 0 0,1 0 0,-1 0 0,1 0 0,-1 0 0,0 0 0,0 0 0,0 0 0,0 0 0,0-1 0,0 1 0,-1 0 0,1 0 0,-1 0 0,0 0 0,1 0 0,-1 0 0,-2-3 0,1 2 0,0 0 0,0 0 0,-1 0 0,1 0 0,-1 0 0,1 0 0,-1 1 0,0-1 0,0 1 0,-1 0 0,1 0 0,-4-2 0,-7-2 0,-25-9 0,13 6 0,13 4 0,0 1 0,0 0 0,0 1 0,0 0 0,0 1 0,-1 1 0,-18 0 0,26 1 0,1 0 0,-1 1 0,1 0 0,0 0 0,-1 0 0,1 1 0,0-1 0,-1 1 0,1 1 0,0-1 0,1 1 0,-1-1 0,0 2 0,1-1 0,0 0 0,-1 1 0,1 0 0,1 0 0,-1 0 0,-5 8 0,5-6 0,1 0 0,0 1 0,0 0 0,1 0 0,-1-1 0,2 1 0,-1 1 0,1-1 0,0 0 0,0 0 0,1 0 0,0 1 0,0-1 0,1 0 0,-1 0 0,2 0 0,-1 1 0,1-1 0,0 0 0,1-1 0,0 1 0,0 0 0,0-1 0,0 0 0,1 1 0,1-2 0,-1 1 0,1 0 0,-1-1 0,11 9 0,-1-4 0,-1-1 0,1-1 0,0 0 0,1-1 0,0 0 0,0-2 0,0 1 0,27 4 0,-2-3 0,0-1 0,53-1 0,-84-4-109,3-1 190,0 0 0,12-1 0,-21 0-181,-1 1 0,1-1 0,0 1 0,-1-1 0,1 0 0,0 0 0,-1 0 0,1 0 0,-1 0 1,0-1-1,1 1 0,-1-1 0,0 0 0,3-2 0,1-4-6726</inkml:trace>
</inkml:ink>
</file>

<file path=ppt/ink/ink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2:20.67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338 1 24575,'-22'0'0,"-10"0"0,-2 0 0,3 2 0,4 1 0,3 3 0,5 0 0,2-1 0,2-2 0,1 0 0,0-2 0,0 2 0,-2 0 0,-1 0 0,0 0 0,3-4 0,3-2-8191</inkml:trace>
</inkml:ink>
</file>

<file path=ppt/ink/ink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2:21.33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138 16 24575,'-2'-2'0,"-1"0"0,0-1 0,1 2 0,-1-1 0,-5-3 0,8 5 0,0 0 0,-1 0 0,1 0 0,0 0 0,0 0 0,0 0 0,0-1 0,0 1 0,-1 0 0,1 0 0,0 0 0,0 0 0,0 0 0,0 0 0,-1 0 0,1 0 0,0 0 0,0 0 0,0 0 0,-1 0 0,1 0 0,0 0 0,0 0 0,0 0 0,0 1 0,-1-1 0,1 0 0,0 0 0,0 0 0,0 0 0,0 0 0,0 0 0,-1 0 0,1 0 0,0 1 0,0-1 0,0 0 0,0 0 0,4 14 0,22 34 0,20 35 0,76 129 0,-118-206 0,0 1 0,-1-1 0,1 1 0,-2 0 0,5 15 0,-6-21 0,-1 1 0,0-1 0,0 0 0,0 0 0,0 0 0,1 0 0,-2 0 0,1 1 0,0-1 0,0 0 0,0 0 0,0 0 0,-1 0 0,1 0 0,-1 1 0,1-1 0,-1 0 0,1 0 0,-1 0 0,1 0 0,-1 0 0,0-1 0,0 1 0,0 0 0,1 0 0,-1 0 0,0-1 0,0 1 0,0 0 0,0-1 0,0 1 0,0-1 0,0 1 0,0-1 0,0 1 0,-1-1 0,1 0 0,0 0 0,0 1 0,-1-1 0,-10 1 0,1 0 0,0-1 0,-1 0 0,1-1 0,0 0 0,0 0 0,-17-6 0,-75-28 0,90 30 0,0-1 0,-13-8 0,21 11 0,1 0 0,-1 0 0,1 0 0,0-1 0,0 1 0,1-1 0,-1 0 0,-5-8 0,9 11 0,-1 0 0,1 0 0,-1 0 0,0 0 0,1 0 0,0 0 0,-1-1 0,1 1 0,0 0 0,0 0 0,-1 0 0,1-1 0,0 1 0,0 0 0,0 0 0,1-1 0,-1 1 0,0 0 0,0 0 0,1 0 0,-1-1 0,1-1 0,1 1 0,-1 0 0,1 0 0,-1 0 0,1 0 0,0 1 0,0-1 0,-1 0 0,1 1 0,0-1 0,4-1 0,3-2 0,1 1 0,0 0 0,-1 0 0,14-2 0,-9 3-151,-1 0-1,1-1 0,-1 0 0,0-1 1,-1-1-1,1 0 0,-1-1 1,21-15-1,-24 14-6674</inkml:trace>
</inkml:ink>
</file>

<file path=ppt/ink/ink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2:21.53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23 24575,'5'-7'0,"1"0"0,-2 0 0,-2 5 0</inkml:trace>
</inkml:ink>
</file>

<file path=ppt/ink/ink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2:22.64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0 319 24575,'21'7'0,"-2"0"0,-1-1 0,1-1 0,0 0 0,0-1 0,33 1 0,-49-5 0,0 0 0,1-1 0,-1 0 0,0 0 0,0 0 0,1 0 0,-1 0 0,0 0 0,4-3 0,-6 3 0,-1 1 0,1-1 0,-1 1 0,1-1 0,0 1 0,-1-1 0,1 1 0,-1-1 0,1 1 0,-1-1 0,1 0 0,-1 1 0,0-1 0,1 0 0,-1 0 0,0 1 0,0-1 0,1-1 0,-1 1 0,0 1 0,-1-1 0,1 0 0,0 0 0,0 1 0,0-1 0,-1 0 0,1 0 0,-1 1 0,1-1 0,0 0 0,-1 1 0,1-1 0,-1 1 0,1-1 0,-1 0 0,0 1 0,1-1 0,-1 1 0,1 0 0,-1-1 0,-1 0 0,-38-23 0,26 16 0,1 1 0,0-2 0,1 0 0,-22-20 0,29 23 0,0 0 0,0 1 0,1-2 0,0 1 0,1 0 0,-1-1 0,1 0 0,1 0 0,-1 1 0,1-2 0,-1-7 0,2 11 0,0 0 0,1 0 0,0 0 0,0 0 0,0 0 0,0 0 0,1 1 0,-1-1 0,1 0 0,0 0 0,0 1 0,1-1 0,-1 0 0,1 1 0,-1-1 0,1 1 0,0 0 0,1-1 0,-1 1 0,0 0 0,1 0 0,4-4 0,3 1 0,0-1 0,0 1 0,0 0 0,0 1 0,1 1 0,0-1 0,0 2 0,0-1 0,0 2 0,14-3 0,10 1 0,1 2 0,35 1 0,-64 1 0,1 1 0,-1-1 0,0 1 0,0 1 0,0-1 0,0 1 0,0 1 0,6 2 0,-11-4 0,0 0 0,0 0 0,0 0 0,0 0 0,0 1 0,-1-1 0,1 1 0,0-1 0,-1 1 0,1-1 0,-1 1 0,0 0 0,0 0 0,0 0 0,0 0 0,0 0 0,0 0 0,0 0 0,0 0 0,-1 0 0,1 0 0,-1 0 0,1 0 0,-1 0 0,0 1 0,0-1 0,0 0 0,0 0 0,-1 4 0,-2 6 0,-1 0 0,0-1 0,0 0 0,-10 16 0,-8 22 0,20-43 0,1-1 0,-1 0 0,1 1 0,0-1 0,1 1 0,-1-1 0,1 10 0,1-13 0,-1 0 0,0-1 0,0 1 0,1 0 0,-1 0 0,1 0 0,0 0 0,-1 0 0,1 0 0,0-1 0,0 1 0,0 0 0,1-1 0,-1 1 0,0 0 0,0-1 0,1 0 0,-1 1 0,1-1 0,-1 0 0,1 0 0,0 0 0,-1 0 0,1 0 0,0 0 0,0 0 0,0 0 0,0-1 0,3 1 0,5 1 0,0-1 0,0-1 0,0 1 0,19-3 0,-5 0 0,-11 2-341,1-1 0,0 0-1,23-6 1,-28 4-6485</inkml:trace>
</inkml:ink>
</file>

<file path=ppt/ink/ink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2:23.25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3 24575,'0'0'0,"1"-1"0,-1 1 0,0 0 0,0 0 0,0 0 0,0 0 0,0-1 0,1 1 0,-1 0 0,0 0 0,0 0 0,0 0 0,1 0 0,-1 0 0,0 0 0,0 0 0,0-1 0,1 1 0,-1 0 0,0 0 0,0 0 0,0 0 0,1 0 0,-1 0 0,0 0 0,0 0 0,1 0 0,-1 0 0,0 0 0,0 1 0,0-1 0,1 0 0,-1 0 0,0 0 0,0 0 0,5 8 0,-3 13 0,-2-21 0,1 12 0,0-1 0,1 1 0,0-1 0,1 0 0,0 0 0,0 0 0,7 13 0,41 85 0,-51-108-32,0-1-1,0 0 1,0 0-1,1 0 1,-1 0-1,0 0 1,0 0-1,0 1 1,0-1-1,0 0 1,1 0-1,-1 0 1,0 0-1,0 1 1,0-1-1,0 0 1,0 0-1,0 0 1,0 0-1,0 1 1,0-1-1,0 0 1,0 0-1,0 0 1,0 1-1,0-1 1,0 0-1,0 0 1,0 0-1,0 1 1,0-1-1,0 0 1,0 0-1,0 0 1,0 0-1,0 1 1,-1-1-1,1 0 0,0 0 1,0 0-1,0 1 1</inkml:trace>
</inkml:ink>
</file>

<file path=ppt/ink/ink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2:23.74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475 60 24575,'-1'-3'0,"0"1"0,0-1 0,0 1 0,0 0 0,-1-1 0,1 1 0,-1 0 0,0 0 0,0 0 0,0 0 0,0 0 0,0 1 0,0-1 0,0 1 0,0-1 0,-1 1 0,1 0 0,-1-1 0,1 1 0,-5-1 0,-4 0 0,0-1 0,-1 2 0,-18-2 0,2 1 0,-22-3 0,0 2 0,-75 4 0,102 2-455,0 1 0,-32 9 0,41-9-6371</inkml:trace>
</inkml:ink>
</file>

<file path=ppt/ink/ink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2:24.84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56 24575,'21'23'0,"-12"-12"0,18 15 0,-17-18 0,20 12 0,-28-18 0,0-1 0,1 1 0,-1-1 0,1 0 0,0 0 0,-1 0 0,1 0 0,0-1 0,0 1 0,0-1 0,-1 0 0,1 1 0,0-1 0,4-1 0,-6 1 0,1-1 0,-1 1 0,0-1 0,0 1 0,0-1 0,0 0 0,0 1 0,0-1 0,0 0 0,0 0 0,-1 0 0,1 0 0,0 0 0,0 0 0,-1 0 0,1 0 0,0 0 0,-1 0 0,1 0 0,-1 0 0,0 0 0,1 0 0,-1-1 0,0 1 0,0 0 0,1-2 0,-1-5 0,1 0 0,-2-16 0,1 7 0,0 13 0,0 0 0,1-1 0,-1 1 0,1 0 0,0 0 0,0 0 0,1 0 0,-1 0 0,1 0 0,0 0 0,4-6 0,-5 9 0,0-1 0,0 1 0,1 0 0,-1 0 0,1-1 0,-1 1 0,0 0 0,1 0 0,0 0 0,-1 1 0,1-1 0,-1 0 0,1 1 0,0-1 0,0 1 0,-1-1 0,1 1 0,0 0 0,0-1 0,0 1 0,-1 0 0,1 0 0,0 1 0,0-1 0,0 0 0,-1 1 0,1-1 0,0 1 0,2 0 0,14 7 0,-1 1 0,0 0 0,-1 2 0,22 15 0,4 4 0,-37-26-170,0 0-1,0 0 0,0 0 1,0 1-1,-1-1 0,0 1 1,7 11-1,-4-5-6655</inkml:trace>
</inkml:ink>
</file>

<file path=ppt/ink/ink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2:36.29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317 0 24575,'14'2'0,"-11"1"0,-9 1 0,-7-1 0,1-1 0,-1 0 0,1-1 0,-1 0 0,0-1 0,-17-2 0,-4 1 0,-17 2 0,-45-3 0,68-3-1365,16 2-5461</inkml:trace>
</inkml:ink>
</file>

<file path=ppt/ink/ink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2:36.69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332 26 24575,'-1'-1'0,"-1"-1"0,1 0 0,0 0 0,0 1 0,-1-1 0,1 1 0,-1-1 0,1 1 0,-1 0 0,0-1 0,1 1 0,-1 0 0,0 0 0,0 0 0,0 0 0,0 1 0,0-1 0,0 0 0,0 1 0,0-1 0,0 1 0,0 0 0,-3 0 0,-5 0 0,-1 0 0,1 1 0,-17 3 0,-5 1 0,-103-3-52,87-3-1261,34 1-5513</inkml:trace>
</inkml:ink>
</file>

<file path=ppt/ink/ink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2:41.56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65 121 24575,'-5'-16'0,"0"0"0,0 1 0,-2 0 0,0 0 0,-11-18 0,17 33 0,1-1 0,0 0 0,-1 1 0,1-1 0,0 0 0,-1 1 0,1-1 0,-1 1 0,1-1 0,-1 1 0,1-1 0,-1 1 0,0-1 0,1 1 0,-1 0 0,0-1 0,1 1 0,-1 0 0,0 0 0,1-1 0,-1 1 0,-1 0 0,1 0 0,1 1 0,0-1 0,0 1 0,-1-1 0,1 1 0,0-1 0,0 1 0,0-1 0,-1 1 0,1-1 0,0 1 0,0-1 0,0 1 0,0-1 0,0 1 0,0-1 0,0 1 0,0-1 0,0 1 0,0 0 0,0-1 0,1 1 0,-1-1 0,0 1 0,0-1 0,0 1 0,1-1 0,-1 0 0,0 1 0,1-1 0,0 1 0,5 14 0,2-1 0,0-1 0,19 24 0,35 33 0,-9-11 0,46 63 0,87 100 0,-127-148 0,-15-18 0,-32-38 0,-11-15 0,1 0 0,-1 0 0,1 0 0,0-1 0,0 1 0,0-1 0,0 1 0,5 3 0,-7-6 0,0 0 0,1 0 0,-1 0 0,0 0 0,0 0 0,0 0 0,0 0 0,0 0 0,0 1 0,0-1 0,0 0 0,0 0 0,0 0 0,0 0 0,1 0 0,-1 0 0,0 0 0,0 0 0,0 0 0,0 0 0,0 0 0,0 0 0,0 0 0,0 0 0,0 0 0,1 0 0,-1 0 0,0 0 0,0 0 0,0 0 0,0 0 0,0 0 0,0 0 0,0 0 0,0-1 0,0 1 0,0 0 0,1 0 0,-1 0 0,0 0 0,0 0 0,0 0 0,0 0 0,0 0 0,0 0 0,0 0 0,0 0 0,0 0 0,0-1 0,0 1 0,0 0 0,0 0 0,0 0 0,0 0 0,0 0 0,0 0 0,0 0 0,-1-9 0,-7-9 0,-7-6-1365,9 14-5461</inkml:trace>
</inkml:ink>
</file>

<file path=ppt/ink/ink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2:42.15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266 64 24575,'-5'-11'0,"0"0"0,0 1 0,-11-17 0,15 27 0,1 0 0,0-1 0,0 1 0,0 0 0,0 0 0,-1-1 0,1 1 0,0 0 0,0 0 0,0 0 0,-1-1 0,1 1 0,0 0 0,-1 0 0,1 0 0,0 0 0,0-1 0,-1 1 0,1 0 0,0 0 0,-1 0 0,1 0 0,0 0 0,-1 0 0,1 0 0,0 0 0,-1 0 0,1 0 0,0 0 0,0 0 0,-1 0 0,1 0 0,0 0 0,-1 0 0,1 1 0,0-1 0,-1 0 0,1 0 0,0 0 0,0 0 0,-1 1 0,1-1 0,0 0 0,0 0 0,-1 0 0,1 1 0,0-1 0,0 0 0,0 0 0,0 1 0,-1-1 0,1 0 0,0 1 0,0-1 0,0 0 0,0 1 0,0-1 0,0 0 0,0 0 0,0 1 0,-9 27 0,7-19 0,-7 15 0,-22 44 0,24-54 0,0 1 0,2-1 0,-1 1 0,2 0 0,-5 27 0,-3 79 0,11-99 0,-1-1 0,-1 0 0,-1 0 0,-1 0 0,-1-1 0,0 1 0,-2-1 0,0-1 0,-21 36 0,27-52 16,-1 0 0,0 0-1,0 0 1,0 0 0,-6 3-1,6-4-161,1-1 0,0 1 1,-1 0-1,1 0 0,0 1 0,0-1 0,0 0 0,0 1 0,-3 4 0</inkml:trace>
</inkml:ink>
</file>

<file path=ppt/ink/ink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2:42.74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173 26 24575,'-1'-2'0,"1"0"0,-1 0 0,0 0 0,0 0 0,0 0 0,0 0 0,0 0 0,0 0 0,-3-3 0,4 5 0,0-1 0,-1 1 0,1 0 0,0 0 0,-1 0 0,1-1 0,0 1 0,-1 0 0,1 0 0,0 0 0,-1 0 0,1 0 0,0-1 0,-1 1 0,1 0 0,0 0 0,-1 0 0,1 0 0,0 0 0,-1 0 0,1 0 0,-1 0 0,0 1 0,1-1 0,-1 0 0,0 1 0,0-1 0,1 1 0,-1 0 0,1-1 0,-1 1 0,0 0 0,1-1 0,-1 1 0,1 0 0,-1-1 0,1 1 0,-1 1 0,-11 25 0,-11 39 0,1-3 0,11-36 0,-8 20 0,-25 94 0,40-126 0,1 0 0,1 0 0,1 0 0,0 1 0,1-1 0,0 0 0,2 0 0,0 0 0,0 0 0,9 28 0,-3-22 24,1-1 0,0 0 0,2 0 0,23 33 0,-25-41-189,1-1 0,0 0 0,0 0 0,1-1 0,1 0 0,0-1 0,0 0 0,15 7 0,-15-10-6661</inkml:trace>
</inkml:ink>
</file>

<file path=ppt/ink/ink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2:43.30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3 230 24575,'205'-83'0,"-200"81"0,-1 0 0,1 0 0,-1 0 0,0 0 0,0-1 0,0 1 0,0-1 0,4-5 0,-7 7 0,0 0 0,0 0 0,0 0 0,0 0 0,0 0 0,0 0 0,-1-1 0,1 1 0,0 0 0,-1 0 0,1-1 0,-1 1 0,1-1 0,-1 1 0,0 0 0,0-1 0,0 1 0,1-1 0,-2 1 0,1-1 0,0 1 0,0 0 0,0-1 0,0 1 0,-1-1 0,1 1 0,-1 0 0,1-1 0,-1 1 0,0 0 0,-1-2 0,-2-3 0,0 1 0,-1 0 0,0 0 0,0 0 0,0 0 0,-1 1 0,1 0 0,-1 0 0,0 1 0,0 0 0,-9-4 0,3 3 0,1 0 0,0 0 0,-1 1 0,0 1 0,-21-2 0,29 4 0,0 0 0,1 0 0,-1 0 0,1 0 0,-1 1 0,0-1 0,1 1 0,0 0 0,-1 0 0,1 0 0,-1 1 0,1-1 0,0 1 0,0 0 0,0 0 0,0 0 0,0 0 0,0 1 0,1-1 0,-1 1 0,1-1 0,-1 1 0,1 0 0,0 0 0,0 0 0,1 0 0,-1 0 0,1 1 0,-1-1 0,1 1 0,0-1 0,0 0 0,0 1 0,1 0 0,-1-1 0,1 1 0,0 5 0,0 0 0,0 1 0,1 0 0,0 0 0,1 0 0,0-1 0,1 1 0,0-1 0,0 0 0,1 0 0,0 0 0,0 0 0,1 0 0,9 10 0,-5-7 0,1-1 0,0 0 0,1 0 0,0-1 0,1 0 0,0-1 0,1-1 0,15 8 0,-7-7 0,0-1 0,0 0 0,1-2 0,0-1 0,41 4 0,-56-8 0,-1 1 0,0-1 0,0-1 0,0 1 0,0-1 0,0 0 0,-1-1 0,1 1 0,0-1 0,7-2 0,-7-2-1365</inkml:trace>
</inkml:ink>
</file>

<file path=ppt/ink/ink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2:43.93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42 15 24575,'-3'-2'0,"0"0"0,0 0 0,0 0 0,-1 0 0,-5-2 0,8 4 0,1 0 0,0 0 0,-1 0 0,1-1 0,-1 1 0,1 0 0,-1 0 0,1 0 0,-1 0 0,1 0 0,-1 0 0,1 0 0,-1 0 0,1 0 0,-1 1 0,1-1 0,-1 0 0,1 0 0,-1 0 0,1 1 0,-1-1 0,1 0 0,0 0 0,-1 1 0,1-1 0,-1 0 0,1 1 0,0-1 0,-1 0 0,1 1 0,0-1 0,0 1 0,-1-1 0,1 0 0,0 1 0,0-1 0,-1 1 0,1-1 0,0 1 0,0-1 0,0 1 0,0-1 0,0 1 0,0-1 0,0 1 0,0-1 0,0 1 0,0-1 0,0 1 0,0-1 0,0 1 0,0-1 0,1 1 0,1 11 0,1 0 0,0 0 0,1-1 0,1 0 0,-1 0 0,12 19 0,-2-3 0,83 153 0,-8-17 0,-85-156 0,-3-4 0,1 0 0,0 0 0,-1 0 0,1 0 0,-1 1 0,0-1 0,0 0 0,-1 1 0,1-1 0,-1 1 0,1 3 0,-1-7 0,0 1 0,-1-1 0,1 1 0,0-1 0,0 1 0,0-1 0,-1 1 0,1-1 0,0 1 0,0-1 0,-1 0 0,1 1 0,0-1 0,-1 0 0,1 1 0,0-1 0,-1 0 0,1 1 0,-1-1 0,1 0 0,-1 0 0,1 0 0,0 1 0,-1-1 0,1 0 0,-1 0 0,1 0 0,-1 0 0,1 0 0,-1 0 0,1 0 0,-1 0 0,1 0 0,-1 0 0,1 0 0,-1 0 0,1 0 0,-1 0 0,1 0 0,-1-1 0,1 1 0,-1 0 0,-21-10 0,21 10 0,-21-14 0,0-1 0,1-2 0,0 0 0,2 0 0,-19-22 0,29 29 0,1 0 0,-1-1 0,-11-20 0,18 28 0,1 0 0,-1-1 0,0 1 0,1 0 0,0-1 0,0 1 0,0-1 0,0 1 0,0-1 0,1 0 0,0 1 0,0-1 0,0 0 0,0 1 0,0-1 0,1 1 0,-1-1 0,3-5 0,-2 6 0,1 1 0,-1 0 0,1 0 0,0 0 0,-1 0 0,1 0 0,0 0 0,1 0 0,-1 1 0,0-1 0,0 1 0,1-1 0,-1 1 0,0 0 0,1 0 0,0 0 0,-1 0 0,1 0 0,-1 1 0,4-1 0,8-1 0,0 1 0,22 0 0,-27 1 0,40 1-1365,-36 0-5461</inkml:trace>
</inkml:ink>
</file>

<file path=ppt/ink/ink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2:44.11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10 24575,'5'-5'0,"1"1"0,1 4 0,0 3 0</inkml:trace>
</inkml:ink>
</file>

<file path=ppt/ink/ink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2:44.71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1 126 24575,'0'3'0,"0"-1"0,1 0 0,-1 1 0,1-1 0,0 0 0,0 0 0,0 0 0,0 1 0,0-1 0,0 0 0,0 0 0,4 3 0,21 22 0,-22-23 0,8 7 0,0-1 0,0 0 0,1-1 0,24 13 0,-30-19 0,1 1 0,-1-1 0,1 0 0,0-1 0,0 0 0,0 0 0,1-1 0,-1 0 0,0-1 0,14 0 0,-19 0 0,-1 0 0,1-1 0,-1 1 0,0-1 0,1 1 0,-1-1 0,0 0 0,0 0 0,1 0 0,-1-1 0,0 1 0,0 0 0,0-1 0,0 1 0,0-1 0,-1 0 0,1 1 0,0-1 0,-1 0 0,1 0 0,-1 0 0,0 0 0,2-4 0,-1 2 0,-1-1 0,0 1 0,0 0 0,0-1 0,0 1 0,-1-1 0,1 1 0,-1-1 0,0 1 0,-1-1 0,-1-8 0,2 13 0,0-1 0,0 1 0,0 0 0,-1-1 0,1 1 0,0-1 0,0 1 0,0 0 0,0-1 0,0 1 0,0-1 0,0 1 0,0 0 0,0-1 0,0 1 0,0-1 0,0 1 0,1 0 0,-1-1 0,0 1 0,0-1 0,0 1 0,0 0 0,1-1 0,-1 1 0,0 0 0,0-1 0,1 1 0,-1 0 0,0-1 0,1 1 0,-1 0 0,0 0 0,1-1 0,-1 1 0,0 0 0,1 0 0,-1 0 0,0-1 0,1 1 0,-1 0 0,1 0 0,-1 0 0,0 0 0,1 0 0,-1 0 0,1 0 0,-1 0 0,1 0 0,-1 0 0,0 0 0,1 0 0,-1 0 0,1 0 0,-1 1 0,0-1 0,1 0 0,-1 0 0,1 0 0,-1 1 0,30 13 0,-24-11 0,13 7 0,-9-4 0,1-1 0,-1 1 0,2-2 0,-1 0 0,18 5 0,-26-9 0,0 1 0,-1-1 0,1 0 0,0 0 0,0 0 0,0 0 0,-1-1 0,1 1 0,0-1 0,0 0 0,-1 0 0,1 1 0,-1-2 0,1 1 0,-1 0 0,1 0 0,-1-1 0,1 0 0,-1 1 0,0-1 0,0 0 0,0 0 0,0 0 0,0 0 0,-1 0 0,1-1 0,-1 1 0,1 0 0,1-4 0,-1 1 6,0 1 0,-1-1 0,1 0 0,-1 0 0,0 0 0,0 1 0,0-1 0,-1 0 0,0 0 0,0 0 0,0 0 0,0 0 0,-1 0 0,0 0 0,0 0 0,0 0 0,-1 0 0,1 1 0,-4-7 0,2 4-130,-1 0 0,0 0 1,-1 0-1,0 1 0,0 0 0,0 0 1,0 0-1,-1 0 0,0 1 0,0 0 1,-9-6-1,6 6-6702</inkml:trace>
</inkml:ink>
</file>

<file path=ppt/ink/ink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2:45.22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0 24575,'25'8'0,"-1"2"0,0 0 0,0 2 0,38 25 0,-47-26 0,-2 0 0,1 0 0,-2 2 0,0-1 0,0 2 0,-1-1 0,-1 2 0,10 16 0,-7-6 0,-1 0 0,-1 1 0,-1 0 0,-1 1 0,7 40 0,-11-34 0,0-1 0,-3 1 0,0 0 0,-5 45 0,2-64 0,-2 1 0,1 0 0,-2-1 0,0 0 0,-1 0 0,0 0 0,-1-1 0,0 1 0,-1-2 0,-1 1 0,0-1 0,-1 0 0,0 0 0,-1-1 0,0 0 0,-23 18 0,21-19-1365,3-1-5461</inkml:trace>
</inkml:ink>
</file>

<file path=ppt/ink/ink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2:46.83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17 49 24575,'0'-15'0,"1"10"0,-1 0 0,0 1 0,0-1 0,-2-7 0,-1 9 0,0 8 0,-2 8 0,2 13 0,1 0 0,3 49 0,0-27 0,3 22 0,20 114 0,-3-46 0,3 218 0,-25-106 0,2-238 0,0 1 0,3 14 0,-2-19 0,0 0 0,-1 0 0,0 1 0,-1-1 0,0 0 0,0 1 0,-2 9 0,-1-4-1365,0-1-5461</inkml:trace>
</inkml:ink>
</file>

<file path=ppt/ink/ink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2:49.28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14 57 24575,'-1'1'0,"0"-1"0,1 0 0,-1 1 0,0-1 0,1 0 0,-1 1 0,1-1 0,-1 1 0,0-1 0,1 1 0,-1-1 0,1 1 0,-1 0 0,1-1 0,0 1 0,-1 0 0,1-1 0,0 1 0,-1 0 0,1 0 0,0-1 0,0 1 0,-1 0 0,1 0 0,0-1 0,0 1 0,0 1 0,-2 22 0,3-18 0,-1-1 0,1 1 0,1 0 0,-1-1 0,1 1 0,0-1 0,0 1 0,0-1 0,1 0 0,0 0 0,7 9 0,0-2 0,0 0 0,0-1 0,17 13 0,-20-19 0,0 0 0,0 0 0,1-1 0,-1 0 0,16 6 0,-19-9 0,0 1 0,1-1 0,-1 0 0,0 0 0,0 0 0,1-1 0,-1 1 0,0-1 0,1 0 0,-1 0 0,0-1 0,1 0 0,5-1 0,-9 2 0,1-1 0,-1 0 0,0 1 0,0-1 0,0 0 0,0 0 0,1 0 0,-1 0 0,0 0 0,-1 0 0,1 0 0,0 0 0,0 0 0,0-1 0,-1 1 0,2-2 0,-1-1 0,0 1 0,0-1 0,0 1 0,-1-1 0,1 1 0,-1-6 0,0 0 0,0 0 0,-1 1 0,-1-1 0,-3-13 0,5 22 0,0 0 0,0 0 0,0 0 0,1 0 0,-1 0 0,0 0 0,0 0 0,0 0 0,0 0 0,0 0 0,0 0 0,0 0 0,0 0 0,1 0 0,-1 0 0,0 0 0,0 0 0,0 0 0,0 0 0,0 0 0,0 0 0,0 0 0,1 0 0,-1 0 0,0 0 0,0 0 0,0 0 0,0 0 0,0-1 0,0 1 0,0 0 0,0 0 0,0 0 0,0 0 0,0 0 0,1 0 0,-1 0 0,0 0 0,0 0 0,0-1 0,0 1 0,0 0 0,0 0 0,0 0 0,0 0 0,0 0 0,0 0 0,12 12 0,-5-5 0,6 4 0,0-1 0,0 0 0,27 13 0,-32-19 0,0 0 0,0-1 0,0 0 0,1 0 0,0-1 0,-1 0 0,1 0 0,15 0 0,-22-2 0,0 0 0,0 0 0,0 0 0,-1-1 0,1 1 0,0 0 0,0-1 0,-1 1 0,1-1 0,0 0 0,-1 1 0,1-1 0,-1 0 0,1 0 0,-1 0 0,1 0 0,-1 0 0,1 0 0,-1-1 0,1-1 0,0 1 0,-1 0 0,0-1 0,0 1 0,0 0 0,0-1 0,0 0 0,0 1 0,-1-1 0,1 1 0,-1-1 0,0 0 0,0-3 0,-1-4 0,0-1 0,0 0 0,-2 1 0,1-1 0,-7-15 0,4 12-195,-2 0 0,0 0 0,-1 1 0,0-1 0,-1 2 0,-18-22 0,14 20-6631</inkml:trace>
</inkml:ink>
</file>

<file path=ppt/ink/ink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2:49.83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302 1 24575,'-19'0'0,"-1"0"0,1 2 0,-30 5 0,30-4-170,-1-1-1,1 0 0,-1-2 1,0 0-1,1-1 0,-1-1 1,-23-5-1,29 4-6655</inkml:trace>
</inkml:ink>
</file>

<file path=ppt/ink/ink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2:50.16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187 44 24575,'-12'-10'0,"-7"-3"0,0 3 0,1 4 0,1 2 0,1 4 0,0 3 0,2 0 0,-1 3 0,1-1 0,-1 0 0,4-1-8191</inkml:trace>
</inkml:ink>
</file>

<file path=ppt/ink/ink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2:51.29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1 390 24575,'1'1'0,"67"11"0,81 5 0,-145-17 0,-1 0 0,1 0 0,-1-1 0,1 1 0,0-1 0,-1 0 0,1 0 0,-1 0 0,0 0 0,1-1 0,3-1 0,-6 2 0,-1 1 0,1-1 0,0 0 0,0 1 0,0-1 0,0 0 0,-1 0 0,1 0 0,0 1 0,-1-1 0,1 0 0,-1 0 0,1 0 0,-1 0 0,1 0 0,-1 0 0,0 0 0,0 0 0,1 0 0,-1 0 0,0 0 0,0 0 0,0 0 0,0 0 0,0-1 0,0 1 0,0 0 0,-1 0 0,1 0 0,0 0 0,0 0 0,-1 0 0,1 0 0,-1 0 0,1 0 0,-1 0 0,1 1 0,-1-1 0,0 0 0,1 0 0,-2-1 0,-5-6 0,-1 0 0,1 1 0,-13-10 0,-14-14 0,32 29 0,-12-13 0,0-1 0,1 0 0,-19-31 0,29 42 0,1-1 0,-1 1 0,1-1 0,0 1 0,0-1 0,1 0 0,0 0 0,0 0 0,0 0 0,1 0 0,-1 0 0,2 0 0,-1 0 0,0 0 0,1 0 0,0 0 0,4-10 0,-3 12 0,0-1 0,1 1 0,-1 0 0,1-1 0,0 1 0,1 1 0,-1-1 0,0 0 0,1 1 0,0 0 0,0 0 0,0 0 0,0 0 0,0 0 0,1 1 0,-1 0 0,1 0 0,8-2 0,5-2 0,0 2 0,0 0 0,32-2 0,-30 5 0,0 1 0,-1 0 0,28 5 0,-35-3 0,0 0 0,-1 1 0,1 1 0,-1 0 0,0 0 0,20 12 0,-29-15 0,0 0 0,0 0 0,0 1 0,0-1 0,0 1 0,-1-1 0,1 1 0,-1 0 0,1-1 0,-1 1 0,1 0 0,-1 0 0,0 0 0,0 0 0,0 0 0,0 1 0,0-1 0,-1 0 0,1 0 0,-1 1 0,1-1 0,-1 0 0,0 1 0,0-1 0,0 0 0,0 1 0,0-1 0,-1 0 0,1 0 0,-1 1 0,1-1 0,-1 0 0,-1 3 0,-4 7 0,0 0 0,0-1 0,-1 0 0,-16 19 0,6-8 0,12-15 0,1 0 0,0 0 0,0 1 0,1-1 0,0 0 0,0 1 0,1 0 0,0 0 0,0 0 0,0 9 0,2-14 0,0 0 0,0 0 0,0 1 0,0-1 0,0 0 0,1 0 0,-1 0 0,1 0 0,0 0 0,0 0 0,0 0 0,1 0 0,-1 0 0,1 0 0,-1 0 0,1-1 0,0 1 0,0-1 0,0 1 0,0-1 0,1 0 0,-1 0 0,1 0 0,-1 0 0,1 0 0,0-1 0,0 1 0,3 1 0,3 0 0,1 0 0,-1 0 0,1-1 0,0 0 0,17 0 0,54-3 0,-36 0 0,-37 0-341,1 1 0,-1-1-1,11-3 1,-6 1-6485</inkml:trace>
</inkml:ink>
</file>

<file path=ppt/ink/ink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2:51.81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36 24575,'0'-35'0,"6"45"0,2 10 0,13 48 0,5 15 0,-14-57-18,-8-17-252,0-1 1,-1 0 0,0 1-1,3 14 1,-6-14-6557</inkml:trace>
</inkml:ink>
</file>

<file path=ppt/ink/ink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2:52.28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560 11 24575,'0'-1'0,"0"1"0,0-1 0,0 1 0,0-1 0,0 1 0,-1-1 0,1 1 0,0-1 0,0 1 0,-1 0 0,1-1 0,0 1 0,-1-1 0,1 1 0,0 0 0,-1-1 0,1 1 0,-1 0 0,1-1 0,0 1 0,-1 0 0,1 0 0,-1-1 0,1 1 0,-1 0 0,1 0 0,-1 0 0,1 0 0,-1-1 0,1 1 0,-1 0 0,1 0 0,-1 0 0,1 0 0,-1 0 0,1 1 0,-1-1 0,0 0 0,-29 4 0,13 0 0,-222-1 0,134-4 0,83 1-273,-1 0 0,1 2 0,-1 1 0,-24 6 0,30-4-6553</inkml:trace>
</inkml:ink>
</file>

<file path=ppt/ink/ink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2:56.07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225 45 24575,'-12'-5'0,"-7"-4"0,-2 0 0,-1 1 0,2 2 0,1 2 0,2 1 0,1 2 0,1 1 0,1 0 0,2 3 0,1 1 0,2 2 0,1 0 0,-1-1 0</inkml:trace>
</inkml:ink>
</file>

<file path=ppt/ink/ink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2:56.34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171 0 24575,'-27'0'0,"-12"3"0,-1 0 0,4 2 0,7 1-8191</inkml:trace>
</inkml:ink>
</file>

<file path=ppt/ink/ink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2:57.27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 24 24575,'0'-1'0,"-1"1"0,1-1 0,0 0 0,-1 0 0,1 0 0,0 0 0,0 0 0,0 1 0,0-1 0,0 0 0,0 0 0,0 0 0,0 0 0,0 0 0,0 1 0,0-1 0,0 0 0,1 0 0,-1 0 0,0 0 0,1 1 0,-1-1 0,0 0 0,1 0 0,-1 1 0,2-2 0,-2 2 0,0 0 0,1 0 0,-1 0 0,0-1 0,1 1 0,-1 0 0,0 0 0,1 0 0,-1 0 0,0 0 0,1 0 0,-1 0 0,0 0 0,1 0 0,-1 0 0,0 0 0,1 0 0,-1 0 0,0 1 0,1-1 0,-1 0 0,0 0 0,1 0 0,10 12 0,26 54 0,26 38 0,8-12 0,83 85 0,-102-126 0,1-2 0,3-3 0,70 45 0,-119-87 0,14 10 0,-20-13 0,0-1 0,0 1 0,-1 0 0,1 0 0,0 0 0,0-1 0,0 1 0,-1 0 0,1 0 0,0 0 0,-1 0 0,1 0 0,-1 0 0,1 2 0,-1-3 2,0 1-1,0-1 1,0 0 0,-1 0-1,1 1 1,0-1-1,0 0 1,0 0-1,0 0 1,-1 0-1,1 1 1,0-1 0,0 0-1,-1 0 1,1 0-1,0 0 1,0 0-1,-1 0 1,1 0 0,0 0-1,0 0 1,-1 0-1,1 0 1,0 0-1,0 0 1,-1 0 0,1 0-1,0 0 1,0 0-1,-1 0 1,1 0-1,0 0 1,-12-1-842,11 0 263,-10 0-6249</inkml:trace>
</inkml:ink>
</file>

<file path=ppt/ink/ink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2:57.87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260 13 24575,'-1'0'0,"1"-1"0,0 1 0,0-1 0,0 1 0,0-1 0,0 1 0,0 0 0,0-1 0,0 1 0,0-1 0,0 1 0,0-1 0,1 1 0,-1-1 0,0 1 0,0 0 0,0-1 0,0 1 0,1-1 0,-1 1 0,0 0 0,0-1 0,1 1 0,-1 0 0,0-1 0,1 1 0,-1 0 0,0 0 0,1-1 0,-1 1 0,1 0 0,0-1 0,-1 2 0,1-1 0,-1 0 0,0 0 0,1 1 0,-1-1 0,1 0 0,-1 0 0,0 1 0,1-1 0,-1 1 0,0-1 0,0 0 0,1 1 0,-1-1 0,0 1 0,0-1 0,1 1 0,-1-1 0,0 0 0,0 1 0,0-1 0,0 1 0,0-1 0,0 1 0,0-1 0,0 1 0,0-1 0,0 1 0,0 0 0,0 2 0,0 0 0,-1 0 0,1 0 0,-1 0 0,0 0 0,0 0 0,0 0 0,0 0 0,0 0 0,-1 0 0,0-1 0,-2 4 0,-27 31 0,10-14 0,5-1 0,1 1 0,1 1 0,2 0 0,0 1 0,1 0 0,1 1 0,2 0 0,-7 37 0,-1 13 0,-17 66 0,-1-10 0,27-104-1365,5-16-5461</inkml:trace>
</inkml:ink>
</file>

<file path=ppt/ink/ink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2:58.48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169 28 24575,'-2'-4'0,"0"1"0,-1 0 0,1 1 0,-1-1 0,0 0 0,-6-4 0,8 7 0,1 0 0,-1-1 0,0 1 0,0 0 0,1-1 0,-1 1 0,0 0 0,0 0 0,0 0 0,1 0 0,-1 0 0,0 0 0,0 0 0,0 0 0,0 0 0,1 0 0,-1 0 0,0 0 0,0 1 0,1-1 0,-1 0 0,0 1 0,0-1 0,1 0 0,-1 1 0,0-1 0,1 1 0,-1-1 0,0 1 0,1-1 0,-1 1 0,1 0 0,-1-1 0,1 1 0,-1 0 0,1-1 0,-1 1 0,1 1 0,-7 10 0,2 0 0,0 0 0,0 1 0,1-1 0,-4 23 0,-5 16 0,10-42 0,-40 129 0,35-107 0,2 1 0,-4 45 0,9-58 0,1-1 0,1 0 0,1 0 0,0 0 0,2-1 0,0 1 0,0-1 0,2 1 0,0-1 0,1-1 0,1 1 0,0-1 0,1-1 0,1 0 0,1 0 0,0-1 0,0 0 0,2-1 0,-1 0 0,2-1 0,16 12 0,-9-9-273,1-1 0,1-1 0,1 0 0,27 9 0,-37-17-6553</inkml:trace>
</inkml:ink>
</file>

<file path=ppt/ink/ink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2:59.05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0 203 24575,'33'-3'0,"79"-9"0,-96 10 0,0-2 0,0 0 0,0-1 0,25-12 0,-38 16 0,0-1 0,0 1 0,0-1 0,-1 0 0,1 0 0,-1 0 0,0 0 0,1 0 0,-1 0 0,0-1 0,0 1 0,0-1 0,-1 0 0,2-2 0,-2 3 0,0-1 0,0 1 0,-1 0 0,1-1 0,-1 1 0,0 0 0,0-1 0,0 1 0,0 0 0,0-1 0,0 1 0,-1 0 0,1-1 0,-1 1 0,1 0 0,-1 0 0,0-1 0,0 1 0,-2-3 0,0 0 0,-1-1 0,0 1 0,0 0 0,0 0 0,-1 1 0,0-1 0,0 1 0,0 0 0,0 0 0,-1 1 0,1-1 0,-1 1 0,0 0 0,0 1 0,0 0 0,0 0 0,-12-3 0,15 5 0,-1-1 0,0 1 0,0-1 0,0 1 0,0 0 0,1 0 0,-1 1 0,0-1 0,0 1 0,1 0 0,-1 0 0,0 0 0,1 0 0,-1 1 0,1-1 0,-1 1 0,1 0 0,0 0 0,0 0 0,0 0 0,0 1 0,0-1 0,0 1 0,1 0 0,-1 0 0,1 0 0,0 0 0,0 0 0,0 1 0,0-1 0,-2 5 0,1 2 0,-1 0 0,1 0 0,1 1 0,0-1 0,0 0 0,1 1 0,0-1 0,1 1 0,0 0 0,1-1 0,2 11 0,-1-13 0,0 1 0,0-1 0,1 0 0,0 0 0,0-1 0,1 1 0,0-1 0,1 0 0,-1 0 0,2 0 0,-1 0 0,0-1 0,1 0 0,8 7 0,-3-5 0,0-1 0,0 0 0,1-1 0,-1 0 0,1 0 0,1-1 0,-1-1 0,1 0 0,0-1 0,16 2 0,14 0 0,77-3 0,-112-2 0,-3 0-227,0 0-1,1-1 1,-1 0-1,0 0 1,7-2-1,-3 0-6598</inkml:trace>
</inkml:ink>
</file>

<file path=ppt/ink/ink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2:59.88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69 1 24575,'1'16'0,"0"0"0,1 0 0,1 0 0,1 0 0,0-1 0,1 1 0,8 18 0,59 101 0,-45-87 0,-10-18 0,0-2 0,-2 0 0,-1 1 0,17 52 0,-30-78 0,0 0 0,0 1 0,-1-1 0,1 1 0,-1-1 0,0 1 0,0-1 0,0 1 0,-1 3 0,1-6 0,-1 0 0,1 0 0,-1 0 0,1 0 0,0 0 0,-1 0 0,0-1 0,1 1 0,-1 0 0,1 0 0,-1 0 0,0-1 0,0 1 0,1 0 0,-1-1 0,0 1 0,0-1 0,0 1 0,0-1 0,0 1 0,0-1 0,0 0 0,0 1 0,0-1 0,0 0 0,0 0 0,0 0 0,0 0 0,0 0 0,0 0 0,0 0 0,0 0 0,0 0 0,0 0 0,-1-1 0,-7-1 0,1 0 0,0 0 0,-1-1 0,1-1 0,1 1 0,-14-9 0,-42-31 0,50 33 0,1 0 0,0-1 0,1 0 0,0-1 0,1 0 0,0-1 0,1 0 0,0 0 0,1-1 0,1 0 0,-11-27 0,17 39 0,1-1 0,-1 1 0,0 0 0,1 0 0,-1-1 0,1 1 0,0-1 0,0 1 0,0 0 0,0-1 0,0 1 0,0 0 0,1-1 0,-1 1 0,1 0 0,-1-1 0,1 1 0,0 0 0,0 0 0,3-4 0,-2 4 0,0 0 0,0 0 0,0 0 0,0 0 0,1 0 0,-1 1 0,0-1 0,1 1 0,0 0 0,-1 0 0,1 0 0,0 0 0,-1 0 0,1 0 0,0 1 0,6-1 0,16 0 35,44 3 0,-51-1-322,1 0 0,-1-1 0,1-1 0,34-5 0,-42 3-6539</inkml:trace>
</inkml:ink>
</file>

<file path=ppt/ink/ink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00.08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12 24575,'5'-4'0,"1"-1"0,-2 2 0</inkml:trace>
</inkml:ink>
</file>

<file path=ppt/ink/ink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00.97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9 293 24575,'-7'2'0,"6"1"0,1-2 0,1-1 0,-1 1 0,1-1 0,-1 1 0,1-1 0,-1 0 0,1 1 0,-1-1 0,1 1 0,0-1 0,-1 0 0,1 1 0,-1-1 0,1 0 0,0 0 0,0 0 0,11 3 0,1-2 0,-1 0 0,1 0 0,-1-1 0,0 0 0,17-4 0,-9 1 0,-1-1 0,-1-1 0,26-10 0,-39 13 0,0 0 0,0-1 0,0 0 0,7-5 0,-11 8 0,-1 0 0,1-1 0,-1 1 0,1-1 0,-1 1 0,1-1 0,-1 1 0,0-1 0,1 1 0,-1-1 0,0 1 0,1-1 0,-1 0 0,0 1 0,0-1 0,1 1 0,-1-1 0,0 0 0,0-1 0,0 2 0,-1-1 0,1 0 0,0 1 0,-1-1 0,1 0 0,0 1 0,-1-1 0,1 0 0,-1 1 0,1-1 0,-1 1 0,0-1 0,1 1 0,-1-1 0,0 1 0,1-1 0,-1 1 0,0 0 0,1-1 0,-1 1 0,-1 0 0,-23-11 0,10 5 0,0 0 0,0-1 0,1-1 0,1 0 0,-16-12 0,20 13 0,0 0 0,1 0 0,0 0 0,1-1 0,-1 0 0,-7-11 0,14 17 0,0 1 0,0-1 0,0 0 0,0 0 0,0 1 0,1-1 0,-1 0 0,1 0 0,-1 0 0,1 0 0,0 0 0,-1 0 0,1 0 0,0 0 0,0 0 0,1 0 0,-1 0 0,0 1 0,1-1 0,-1 0 0,1 0 0,-1 0 0,1 0 0,0 0 0,0 1 0,0-1 0,0 0 0,0 1 0,0-1 0,1 1 0,-1-1 0,0 1 0,1 0 0,-1-1 0,4-1 0,2-2 0,2-1 0,-1 2 0,1-1 0,-1 1 0,1 0 0,0 1 0,1 0 0,-1 0 0,0 1 0,1 0 0,-1 1 0,1 0 0,0 0 0,-1 1 0,16 2 0,-13-1 0,1 1 0,-1 1 0,0 0 0,0 0 0,0 1 0,0 1 0,-1 0 0,0 0 0,0 1 0,0 0 0,16 14 0,-25-19 0,-1 1 0,1-1 0,-1 0 0,1 1 0,-1 0 0,0-1 0,0 1 0,0 0 0,0 0 0,0 0 0,0 0 0,0 0 0,0 0 0,-1 0 0,1 0 0,-1 0 0,0 0 0,1 0 0,-1 0 0,0 0 0,0 0 0,-1 3 0,1-2 0,-1 0 0,0 1 0,0-1 0,0 0 0,-1 0 0,1 1 0,-1-1 0,0 0 0,0-1 0,0 1 0,0 0 0,-4 4 0,4-6 0,1 0 0,0 0 0,-1 1 0,1-1 0,0 1 0,0-1 0,0 1 0,0-1 0,0 1 0,1 0 0,-1-1 0,0 1 0,1 0 0,-1-1 0,1 1 0,0 0 0,-1 3 0,2-4 0,-1 0 0,0 1 0,1-1 0,-1 0 0,1 1 0,0-1 0,-1 0 0,1 0 0,0 0 0,0 0 0,-1 0 0,1 0 0,0 0 0,0 0 0,0 0 0,1 0 0,-1 0 0,0-1 0,0 1 0,0 0 0,0-1 0,1 1 0,1 0 0,8 2 0,-1 0 0,1 0 0,0-1 0,0 0 0,0-1 0,0-1 0,0 1 0,20-4 0,-30 3-105,1 0 0,-1 0 0,1-1 0,0 1 0,-1 0 0,1-1 0,-1 0 0,0 1 0,1-1 0,-1 0 0,1 0 0,0-1 0</inkml:trace>
</inkml:ink>
</file>

<file path=ppt/ink/ink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01.44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0 24575,'0'5'0,"0"4"0,0 3 0,2 4 0,2 3 0,-1-1 0,2 0 0,0-1 0,1-1 0,1 2 0,0 0 0,0 0 0,1-1 0,-1-1 0,-2-1 0,-1-2-8191</inkml:trace>
</inkml:ink>
</file>

<file path=ppt/ink/ink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01.70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411 60 24575,'-30'-12'0,"-11"-4"0,-2 0 0,1 6 0,6 5 0,4 5 0,3 2 0,0 5 0,2-1 0,-1 3 0,1-1 0,1-2 0,6-2-8191</inkml:trace>
</inkml:ink>
</file>

<file path=ppt/ink/ink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02.26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0 24575,'46'27'0,"79"63"0,-103-72 0,-2 1 0,0 1 0,-2 1 0,0 1 0,21 33 0,-22-26 0,-1 1 0,-1 1 0,-1 1 0,-2 0 0,10 46 0,-17-56 0,0 1 0,-2 0 0,-1 0 0,-1 0 0,-1 0 0,-1 0 0,-1 0 0,-9 43 0,8-54-91,-1 1 0,-1-1 0,0 0 0,-1-1 0,0 0 0,0 1 0,-1-2 0,-1 1 0,0-1 0,0 0 0,-1-1 0,-1 0 0,1-1 0,-22 15 0,11-10-6735</inkml:trace>
</inkml:ink>
</file>

<file path=ppt/ink/ink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3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10 32 24575,'-1'-2'0,"-8"-19"0,9 13 0,0 8 0,1 0 0,-1 0 0,0 0 0,1-1 0,-1 1 0,0 0 0,1 0 0,-1 0 0,0 0 0,1 0 0,-1 0 0,0 0 0,1 0 0,-1 0 0,0 0 0,1 0 0,-1 1 0,0-1 0,1 0 0,-1 0 0,0 0 0,1 0 0,-1 0 0,0 1 0,0-1 0,1 0 0,4 4 0,0-1 0,0 1 0,0-1 0,-1 1 0,0 1 0,6 5 0,22 33 0,-22-28 0,129 170 0,-92-120 0,36 53 0,-68-93 0,91 139 0,-105-163 0,0 0 0,0 1 0,0-1 0,0 0 0,0 0 0,0 0 0,0 0 0,1-1 0,-1 1 0,0 0 0,1 0 0,-1-1 0,1 1 0,-1-1 0,0 1 0,1-1 0,-1 0 0,1 1 0,-1-1 0,1 0 0,1 0 0,-2 0 0,0-1 0,0 1 0,0 0 0,0 0 0,-1-1 0,1 1 0,0 0 0,0-1 0,0 1 0,-1-1 0,1 1 0,0-1 0,-1 0 0,1 1 0,0-1 0,-1 0 0,1 1 0,-1-1 0,1 0 0,-1 0 0,1 1 0,-1-1 0,1 0 0,-1 0 0,0 0 0,0 0 0,1 0 0,-1 1 0,0-1 0,0 0 0,0 0 0,0 0 0,0 0 0,0 0 0,0-1 0,-1-5-104,-1 1-1,0 0 1,0-1 0,0 1-1,0 0 1,-1 0-1,0 0 1,0 1 0,-8-10-1,9 12-216,-7-10-6505</inkml:trace>
</inkml:ink>
</file>

<file path=ppt/ink/ink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3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329 26 24575,'0'-1'0,"-1"-1"0,1 1 0,-1-1 0,0 1 0,1-1 0,-1 1 0,0-1 0,0 1 0,0 0 0,0 0 0,0-1 0,0 1 0,-1 0 0,1 0 0,0 0 0,-1 0 0,1 0 0,0 0 0,-3 0 0,3 0 0,-1 1 0,1 0 0,0 0 0,0 0 0,0 0 0,0 0 0,-1 0 0,1 1 0,0-1 0,0 0 0,0 0 0,0 1 0,0-1 0,0 1 0,0-1 0,0 1 0,0-1 0,0 1 0,0 0 0,0 0 0,0-1 0,0 1 0,0 0 0,0 0 0,1 0 0,-1 0 0,0 0 0,0 1 0,-9 14 0,-9 20 0,12-22 0,0 0 0,-15 20 0,7-13 0,1 0 0,1 1 0,1 1 0,1 0 0,-13 40 0,17-39 0,2 0 0,-5 43 0,7-43 0,-1 1 0,-12 42 0,14-62-68,1-1 0,-1 0-1,0 1 1,0-1 0,-1 0 0,1-1-1,-1 1 1,0 0 0,0-1 0,0 1-1,0-1 1,-1 0 0,1 0 0,-1 0-1,0-1 1,0 1 0,0-1-1,0 0 1,-5 2 0,-3-1-6758</inkml:trace>
</inkml:ink>
</file>

<file path=ppt/ink/ink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3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260 34 24575,'-10'-4'0,"-55"-19"0,59 21 0,0 1 0,0 0 0,0 0 0,0 0 0,0 0 0,0 1 0,0 0 0,-10 2 0,15-2 0,-1 1 0,1-1 0,0 0 0,0 1 0,0-1 0,-1 1 0,1 0 0,0-1 0,0 1 0,0 0 0,0 0 0,0 0 0,0 0 0,0 0 0,0 0 0,0 0 0,1 0 0,-1 0 0,0 1 0,-1 1 0,1 0 0,0 0 0,0 0 0,1 0 0,-1 0 0,1 0 0,-1 0 0,1 3 0,0 6 0,1-1 0,1 1 0,3 14 0,-5-26 0,2 11 0,1-1 0,1 0 0,-1-1 0,2 1 0,-1-1 0,12 17 0,42 46 0,-58-72 0,15 14 0,5 6 0,-19-19 0,0 0 0,-1 1 0,1-1 0,0 0 0,0 1 0,0-1 0,-1 1 0,1-1 0,-1 0 0,1 1 0,-1-1 0,0 1 0,1 2 0,-1-3 0,0 0 0,-1 0 0,1-1 0,0 1 0,0 0 0,-1 0 0,1-1 0,-1 1 0,1 0 0,-1-1 0,1 1 0,-1 0 0,1-1 0,-1 1 0,1-1 0,-1 1 0,0-1 0,1 1 0,-1-1 0,0 1 0,1-1 0,-1 0 0,0 1 0,0-1 0,1 0 0,-1 0 0,0 1 0,0-1 0,0 0 0,-1 0 0,-29 1 0,27-1 0,-42-1 0,-67-11 0,99 10-1365,2 1-5461</inkml:trace>
</inkml:ink>
</file>

<file path=ppt/ink/ink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3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117 51 24575,'-5'-8'0,"3"4"0,0 1 0,0-1 0,0 1 0,-1 0 0,0-1 0,1 1 0,-1 0 0,0 0 0,-1 1 0,1-1 0,0 1 0,-5-3 0,8 5 0,0 0 0,0 0 0,-1 0 0,1 0 0,0 0 0,-1 0 0,1 0 0,0 0 0,-1 0 0,1 0 0,0 0 0,-1 0 0,1 0 0,0 0 0,-1 0 0,1 0 0,0 0 0,-1 0 0,1 1 0,0-1 0,0 0 0,-1 0 0,1 0 0,0 0 0,-1 1 0,1-1 0,0 0 0,0 0 0,0 1 0,-1-1 0,-3 13 0,5 13 0,0-13 0,3 17 0,-1 0 0,-1 0 0,-2 1 0,-4 35 0,-26 63 0,20-96 0,2 1 0,1 0 0,-3 54 0,9-66 0,2 1 0,0 0 0,6 29 0,-5-42 0,1 0 0,0 0 0,0 0 0,1-1 0,1 1 0,0-1 0,0 0 0,0 0 0,13 13 0,-10-12-124,1 0 0,0 0 0,1-1 0,0-1 0,1 0 0,0 0-1,0-1 1,0 0 0,1-1 0,14 5 0,-14-7-6702</inkml:trace>
</inkml:ink>
</file>

<file path=ppt/ink/ink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3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205 1 24575,'-7'9'0,"0"1"0,0-1 0,1 1 0,1 0 0,0 1 0,-7 20 0,10-23 0,0 0 0,0 0 0,1 1 0,0-1 0,1 1 0,0-1 0,0 0 0,1 1 0,0-1 0,2 10 0,5 13 0,2-1 0,1-1 0,15 31 0,53 78 0,-77-135 0,-1 0 0,1 1 0,0-1 0,-1 0 0,1 0 0,-1 1 0,0-1 0,1 6 0,-2-8 0,0 0 0,0-1 0,0 1 0,0 0 0,0 0 0,-1 0 0,1-1 0,0 1 0,0 0 0,0-1 0,-1 1 0,1 0 0,0 0 0,-1-1 0,1 1 0,-1 0 0,0 0 0,0 0 0,0 0 0,0-1 0,0 1 0,0 0 0,0-1 0,0 1 0,-1-1 0,1 1 0,0-1 0,0 0 0,0 0 0,-1 1 0,1-1 0,-2 0 0,-4 0 0,0-1 0,0 0 0,0 0 0,1 0 0,-1-1 0,0 0 0,-10-4 0,-44-25 0,39 19 0,0-2 0,1 0 0,0-1 0,-26-25 0,46 38 0,-1 0 0,0 1 0,1-1 0,-1 0 0,1 0 0,0 0 0,0 0 0,-1-1 0,1 1 0,1 0 0,-1 0 0,0-1 0,1 1 0,-1 0 0,1-1 0,-1 1 0,1 0 0,0-1 0,0 1 0,0-1 0,1 1 0,-1 0 0,0-1 0,2-3 0,0 2 0,0 0 0,0 0 0,0 0 0,1 0 0,-1 1 0,1-1 0,0 1 0,0-1 0,0 1 0,1 0 0,-1 0 0,6-3 0,20-13-1365,-16 10-5461</inkml:trace>
</inkml:ink>
</file>

<file path=ppt/ink/ink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3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4 24575,'3'-2'0,"0"1"0,0 3 0,0 5 0</inkml:trace>
</inkml:ink>
</file>

<file path=ppt/ink/ink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3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1 622 24575,'93'8'0,"-11"-1"0,-77-7 0,-1 0 0,1-1 0,-1 1 0,1-1 0,-1 0 0,1 0 0,-1 0 0,0-1 0,0 0 0,1 1 0,-1-2 0,0 1 0,5-4 0,-8 5 0,0 0 0,0 0 0,1 0 0,-1 0 0,0-1 0,0 1 0,0 0 0,-1-1 0,1 1 0,0-1 0,0 1 0,-1-1 0,1 1 0,-1-1 0,1 0 0,-1-1 0,0 1 0,0 0 0,0 0 0,0-1 0,-1 1 0,1 0 0,-1 0 0,1 0 0,-1 0 0,0 0 0,0 1 0,1-1 0,-2 0 0,1 0 0,0 0 0,-3-2 0,-12-14 0,-1 1 0,-1 1 0,0 1 0,-28-18 0,5 3 0,35 26 0,0-1 0,0 0 0,1 0 0,0-1 0,0 1 0,1-1 0,-1 0 0,1 0 0,0-1 0,1 1 0,0-1 0,0 0 0,0 0 0,1 0 0,0 0 0,0 0 0,1-1 0,0 1 0,0-1 0,1 1 0,0 0 0,0-1 0,0 1 0,1-1 0,1 1 0,-1 0 0,5-12 0,0 5 0,1 1 0,0 0 0,1 0 0,0 1 0,1 0 0,1 1 0,0 0 0,0 0 0,1 1 0,1 1 0,-1-1 0,2 2 0,20-12 0,-12 9 0,0 1 0,0 2 0,1 0 0,0 1 0,0 1 0,0 1 0,1 1 0,26-1 0,-46 5 0,1 0 0,-1 0 0,1 0 0,-1 0 0,0 1 0,1-1 0,-1 1 0,0 0 0,0 0 0,6 2 0,-8-2 0,0 0 0,0-1 0,0 1 0,0 0 0,0 0 0,0 0 0,-1 0 0,1 0 0,0 0 0,0 0 0,-1 0 0,1 0 0,0 0 0,-1 1 0,1-1 0,-1 0 0,0 0 0,1 1 0,-1-1 0,0 0 0,0 1 0,0-1 0,0 0 0,0 0 0,0 1 0,0-1 0,0 0 0,-1 1 0,1-1 0,-1 2 0,-1 6 0,-1 0 0,-1-1 0,1 1 0,-2 0 0,1-1 0,-7 10 0,-39 45 0,15-19 0,33-41 0,-7 8 0,1 1 0,0 0 0,1 1 0,-8 17 0,14-27 0,-1 0 0,1 0 0,0 0 0,1 1 0,-1-1 0,1 0 0,-1 0 0,1 1 0,0-1 0,0 0 0,0 0 0,1 1 0,-1-1 0,1 0 0,0 0 0,-1 1 0,2-1 0,-1 0 0,0 0 0,0 0 0,1-1 0,0 1 0,0 0 0,0 0 0,3 2 0,1 2 0,1-1 0,1-1 0,-1 0 0,1 0 0,0 0 0,0-1 0,0 0 0,1-1 0,0 0 0,10 3 0,14 1 0,45 6 0,-74-13 0,9 2 0,1 0 0,0-1 0,0-1 0,0 0 0,0-1 0,0 0 0,23-6 0,-36 6 12,1 1 0,0-1 0,0 0 0,-1 0 0,1 0 0,-1 0 0,1 0 0,0 0 0,1-2 0,-3 3-63,1 0 0,-1-1-1,1 0 1,-1 1 0,0-1 0,1 1 0,-1-1-1,0 1 1,0-1 0,1 0 0,-1 1 0,0-1-1,0 1 1,0-1 0,0 0 0,0 1-1,0-1 1,0 0 0,0 1 0,0-1 0,0 0-1,0 1 1,0-1 0,0 0 0,0 1 0,-1-1-1,1 1 1,-1-2 0,-3-6-6775</inkml:trace>
</inkml:ink>
</file>

<file path=ppt/ink/ink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4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 24575,'17'3'0,"0"1"0,0 1 0,-1 0 0,1 1 0,-2 1 0,1 1 0,22 14 0,-20-9 0,1 1 0,-2 0 0,0 2 0,-1 0 0,17 21 0,-11-7 0,-2 0 0,0 1 0,-2 1 0,-2 1 0,-1 1 0,-1 0 0,8 37 0,-13-42 0,-3 0 0,0 1 0,-2 0 0,-1 0 0,-1 0 0,-3 42 0,-1-56 0,0-1 0,-1 0 0,0 0 0,-1 0 0,-1 0 0,0-1 0,-1 1 0,0-1 0,-2-1 0,1 0 0,-2 0 0,1 0 0,-2-1 0,-14 15 0,7-10-341,-1-1 0,-1-1-1,-30 20 1,29-24-6485</inkml:trace>
</inkml:ink>
</file>

<file path=ppt/ink/ink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4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247 0 24575,'-3'5'0,"-2"2"0,-4-1 0,-3-1 0,-1 1 0,-1-1 0,-11 0 0,-3 0 0,1 0 0,2-1 0,3-1 0,3-1 0,2-1 0,1-1 0,4 0-8191</inkml:trace>
</inkml:ink>
</file>

<file path=ppt/ink/ink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4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220 7 24575,'-27'-2'0,"-11"-2"0,0 4 0,5 0 0,5 2 0,5 2 0,4 0 0,6 0-8191</inkml:trace>
</inkml:ink>
</file>

<file path=ppt/ink/ink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4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233 13 24575,'11'-12'0,"-11"12"0,1 0 0,-1 0 0,0 0 0,1 0 0,-1-1 0,0 1 0,1 0 0,-1 0 0,0 0 0,1 0 0,-1 0 0,1 0 0,-1 0 0,0 0 0,1 0 0,-1 0 0,0 1 0,1-1 0,-1 0 0,0 0 0,1 0 0,-1 0 0,1 1 0,1 1 0,-1-1 0,1 1 0,-1 0 0,0 0 0,1 0 0,-1 0 0,0 0 0,0 0 0,0 0 0,0 3 0,65 188 0,-38-124 0,30 82 0,-45-112 0,15 78 0,-27-113 0,-1 0 0,1 0 0,-1 0 0,0-1 0,0 1 0,0 0 0,-1 0 0,1 0 0,-1 0 0,0-1 0,-2 7 0,1-8 0,1 1 0,-1-1 0,1 0 0,-1 0 0,0 0 0,0 1 0,0-2 0,0 1 0,0 0 0,0 0 0,-1-1 0,1 1 0,0-1 0,-1 0 0,1 1 0,-5 0 0,-3 1 0,0-1 0,0 0 0,0 0 0,0-1 0,0-1 0,0 1 0,0-2 0,-1 1 0,1-1 0,0-1 0,-14-4 0,-13-4 0,-59-27 0,81 30 0,3 2 20,0 0 0,0-2 0,0 1 0,1-1 0,-17-14 0,24 17-113,0 0 0,0 0 1,0 0-1,0-1 0,1 0 0,0 0 0,0 0 0,0 0 1,0 0-1,1 0 0,0-1 0,0 1 0,1-1 1,-1 0-1,0-6 0,1-1-6733</inkml:trace>
</inkml:ink>
</file>

<file path=ppt/ink/ink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4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302 436 24575,'0'-3'0,"-1"-1"0,0 0 0,0 0 0,0 1 0,0-1 0,0 0 0,-1 1 0,0-1 0,1 1 0,-1 0 0,-1 0 0,1-1 0,0 1 0,-1 1 0,-4-6 0,-5-2 0,1 0 0,-21-12 0,-13-7 0,6 5 0,-53-44 0,89 65 0,-1 0 0,1-1 0,-1 0 0,1 1 0,0-1 0,1 0 0,-1 0 0,1-1 0,-1 1 0,1 0 0,0-1 0,1 0 0,-1 1 0,1-1 0,0 0 0,0 0 0,1 1 0,-1-1 0,1 0 0,0 0 0,0 0 0,1 0 0,0 0 0,-1 0 0,2 1 0,-1-1 0,0 0 0,1 1 0,0-1 0,0 1 0,0 0 0,1-1 0,-1 1 0,5-5 0,-2 4 0,-1 1 0,1 0 0,0-1 0,0 2 0,0-1 0,0 0 0,1 1 0,-1 0 0,1 1 0,6-3 0,-2 2 0,0 0 0,0 1 0,0 0 0,0 1 0,16 0 0,5 2 0,-1 2 0,0 1 0,34 10 0,-37-8 0,15 4 0,1-1 0,0-3 0,60 2 0,-86-7-116,-7-1 198,-1 0 0,14-2 0,-21 2-175,0 0-1,0-1 1,1 1-1,-1-1 1,0 0-1,0 0 1,0 1 0,0-2-1,0 1 1,0 0-1,0 0 1,0-1-1,0 1 1,-1-1-1,3-1 1,2-6-6733</inkml:trace>
</inkml:ink>
</file>

<file path=ppt/ink/ink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4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47 24575,'41'14'0,"0"-2"0,1-1 0,68 8 0,-102-19 0,0-1 0,1 1 0,-1-1 0,0-1 0,0 0 0,1 0 0,-1 0 0,-1-1 0,1-1 0,0 1 0,-1-1 0,0 0 0,0-1 0,0 0 0,0 0 0,-1 0 0,0-1 0,0 0 0,0 0 0,-1 0 0,8-13 0,-12 19-4,-1-1-1,0 0 1,1 0-1,-1 1 0,1-1 1,-1 0-1,1 1 1,-1-1-1,1 1 1,-1-1-1,1 1 0,0-1 1,-1 1-1,1-1 1,0 1-1,-1-1 1,1 1-1,0 0 0,0-1 1,-1 1-1,2 0 1,-1 0 13,0 0 1,0 0-1,-1 0 0,1 1 1,0-1-1,-1 0 1,1 1-1,0-1 0,-1 0 1,1 1-1,-1-1 1,1 1-1,0-1 0,-1 1 1,1-1-1,-1 1 1,0-1-1,2 2 0,1 5-156,1-1-1,-1 1 0,4 13 0,-3-11-704,1 4-5974</inkml:trace>
</inkml:ink>
</file>

<file path=ppt/ink/ink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4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250 37 24575,'-29'-7'0,"-5"-2"0,0 1 0,-51-4 0,82 12 0,0-1 0,0 1 0,0 0 0,0 1 0,0-1 0,0 0 0,0 1 0,0 0 0,0 0 0,0-1 0,1 2 0,-1-1 0,0 0 0,1 0 0,-1 1 0,-2 2 0,3-2 0,0 0 0,1 0 0,-1 0 0,1 0 0,0 0 0,0 0 0,0 0 0,0 1 0,0-1 0,0 0 0,0 1 0,1-1 0,-1 1 0,1-1 0,0 1 0,0-1 0,0 1 0,0-1 0,0 4 0,1-1 0,0 1 0,0-1 0,1 0 0,-1 0 0,1 0 0,0 0 0,1 0 0,-1 0 0,1-1 0,0 1 0,6 7 0,4 3 0,28 23 0,-27-25 0,-11-10 0,16 14 0,-1 0 0,-1 2 0,16 21 0,-29-35 0,0 1 0,-1 0 0,1 1 0,-1-1 0,0 1 0,-1-1 0,0 1 0,0 0 0,0 0 0,-1 0 0,0 0 0,0 0 0,0 0 0,-1 0 0,-2 13 0,-2-1 0,-1 0 0,0 1 0,-2-2 0,-10 22 0,10-24 0,3-8 0,0 1 0,1-1 0,1 0 0,-1 1 0,1 0 0,0 0 0,1-1 0,0 1 0,1 0 0,0 0 0,0 0 0,1 0 0,0 0 0,0 0 0,1 0 0,5 15 0,7 9 0,16 53 0,-26-72 0,-1-1 0,0 1 0,-2 0 0,1 23 0,-2-36 0,0 21 0,4 39 0,-3-53 0,0 0 0,1-1 0,1 1 0,-1-1 0,1 1 0,0-1 0,1 0 0,6 10 0,-2-5-1365,-1-1-5461</inkml:trace>
</inkml:ink>
</file>

<file path=ppt/ink/ink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4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744 1 24575,'-45'5'0,"-58"5"0,-186-10 0,133-1 0,144 2 0,-1 0 0,-17 5 0,-16 0 0,41-5 0,-1-1 0,1 1 0,0 0 0,0 1 0,-7 2 0,12-4 0,-1 0 0,0 0 0,0 1 0,1-1 0,-1 1 0,0-1 0,1 1 0,-1-1 0,0 1 0,1-1 0,-1 1 0,1 0 0,-1-1 0,1 1 0,-1 0 0,1-1 0,-1 2 0,1-1 0,0 0 0,0-1 0,0 1 0,0 0 0,0 0 0,0-1 0,0 1 0,1 0 0,-1 0 0,0-1 0,0 1 0,1 0 0,-1-1 0,0 1 0,1 0 0,-1-1 0,1 1 0,-1-1 0,1 1 0,-1-1 0,1 1 0,-1-1 0,2 1 0,7 6 0,1-1 0,-1 0 0,1 0 0,1-1 0,-1-1 0,1 0 0,15 4 0,7 3 0,24 10 0,103 43 0,-155-61 0,0-1 0,-1 1 0,1 0 0,-1 0 0,0 0 0,0 0 0,0 1 0,0 0 0,5 6 0,-8-8 0,0-1 0,0 1 0,-1-1 0,1 1 0,0-1 0,-1 1 0,1 0 0,-1-1 0,1 1 0,-1 0 0,0 0 0,0-1 0,0 1 0,0 0 0,0 0 0,0-1 0,0 1 0,0 0 0,-1-1 0,1 1 0,-1 0 0,1-1 0,-1 1 0,0 0 0,0-1 0,0 1 0,0-1 0,0 1 0,0-1 0,0 0 0,0 1 0,-2 0 0,-9 9 0,-1-1 0,0 0 0,-1-1 0,-1 0 0,1-1 0,-17 6 0,-12 8 0,15-7 0,-31 18 0,52-28 0,1-1 0,0 1 0,1 0 0,-1 0 0,1 1 0,-9 11 0,14-16 0,-1-1 0,0 1 0,1 0 0,-1 0 0,1 0 0,-1 0 0,1 0 0,0 0 0,-1 0 0,1 0 0,0 0 0,0 0 0,-1 0 0,1 0 0,0 0 0,0 0 0,0 0 0,0 0 0,1 2 0,-1-2 0,0-1 0,1 1 0,-1 0 0,1 0 0,-1-1 0,1 1 0,0 0 0,-1-1 0,1 1 0,0-1 0,-1 1 0,1-1 0,0 1 0,0-1 0,-1 1 0,1-1 0,0 0 0,1 1 0,5 0 0,-1 1 0,1-1 0,-1-1 0,13 1 0,-17-1 0,329-13 0,-308 12 0,97-3-1365,-100 4-5461</inkml:trace>
</inkml:ink>
</file>

<file path=ppt/ink/ink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4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21 13 24575,'0'0'0,"-1"0"0,0 0 0,0 0 0,0 0 0,1 0 0,-1 0 0,0 0 0,0 0 0,1 1 0,-1-1 0,0 0 0,0 0 0,1 1 0,-1-1 0,0 1 0,1-1 0,-1 0 0,0 1 0,1-1 0,-1 1 0,1 0 0,-1-1 0,1 1 0,-1-1 0,1 1 0,-1 1 0,0 0 0,1-1 0,-1 1 0,1 0 0,0 0 0,0-1 0,0 1 0,0 0 0,0-1 0,0 1 0,0 0 0,1 3 0,2 2 0,-1 0 0,1 0 0,0 0 0,7 11 0,-3-7 0,-5-6 0,0-1 0,0 0 0,1 0 0,-1-1 0,1 1 0,0 0 0,0-1 0,6 5 0,-8-8 0,-1 0 0,1 0 0,-1 1 0,0-1 0,1 0 0,-1 0 0,1 0 0,-1 0 0,1 0 0,-1 0 0,1-1 0,-1 1 0,1 0 0,-1 0 0,1 0 0,-1 0 0,1-1 0,-1 1 0,0 0 0,1 0 0,-1-1 0,1 1 0,-1 0 0,0 0 0,1-1 0,-1 1 0,0-1 0,1 1 0,-1 0 0,0-1 0,0 1 0,1-1 0,-1 1 0,0 0 0,0-1 0,0 1 0,0-1 0,0 1 0,1-1 0,-1 1 0,0-2 0,5-23 0,-4 21 0,-1 1 0,2-11 0,7-23 0,-7 34 0,-1 0 0,0-1 0,1 1 0,-1 0 0,1-1 0,0 1 0,0 0 0,0 0 0,1 1 0,-1-1 0,6-4 0,-6 6 0,0 0 0,0 0 0,-1 0 0,1 0 0,0 1 0,0-1 0,1 1 0,-1-1 0,0 1 0,0 0 0,0 0 0,0 0 0,0 0 0,0 0 0,0 0 0,0 0 0,0 1 0,0-1 0,1 1 0,-2 0 0,1-1 0,0 1 0,0 0 0,0 0 0,0 0 0,2 3 0,5 2 0,-2 0 0,1 0 0,-1 1 0,8 9 0,49 57-1365</inkml:trace>
</inkml:ink>
</file>

<file path=ppt/ink/ink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4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0 24575,'12'8'0,"7"4"0,4 3 0,2 1 0,1 1 0,-2 2 0,1 0 0,0 0 0,1-2 0,-1 0 0,0-1 0,-2-4 0,-2-1 0,-3 1 0,-2-3 0,0-2 0,-4-3-8191</inkml:trace>
</inkml:ink>
</file>

<file path=ppt/ink/ink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5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161 1 24575,'-20'19'0,"-6"10"0,-1 1 0,3-1 0,5-3 0,4-4 0,3-3 0,3-3 0,4 0 0,2-5-8191</inkml:trace>
</inkml:ink>
</file>

<file path=ppt/ink/ink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5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247 55 24575,'-35'-12'0,"11"3"0,-1 1 0,0 0 0,0 2 0,-50-5 0,73 11 0,0 0 0,1 0 0,-1 0 0,0 0 0,0 0 0,0 1 0,0-1 0,0 1 0,0-1 0,0 1 0,0 0 0,0 0 0,1 0 0,-4 1 0,5-1 0,-1 0 0,0 0 0,1 0 0,-1 0 0,0 0 0,1 0 0,-1 0 0,1 0 0,0 0 0,-1 0 0,1 0 0,0 0 0,-1 0 0,1 0 0,0 0 0,0 1 0,0-1 0,0 0 0,0 0 0,0 0 0,1 0 0,-1 0 0,0 0 0,0 1 0,1-1 0,0 1 0,4 12 0,1-1 0,1 1 0,0-1 0,14 19 0,-10-16 0,-1 0 0,9 19 0,-14-22 0,0 1 0,0 0 0,-2 0 0,0 0 0,2 18 0,-2 72 0,-2-83 0,7 41 0,-2-24 0,-6-34 0,1 1 0,0-1 0,0 0 0,0 0 0,0 0 0,1 1 0,0-1 0,0 0 0,0-1 0,0 1 0,1 0 0,-1-1 0,1 1 0,5 4 0,-5-5 0,0-1 0,0 0 0,0-1 0,0 1 0,0-1 0,0 1 0,0-1 0,0 0 0,0 0 0,1 0 0,-1 0 0,0-1 0,1 1 0,-1-1 0,1 0 0,-1 0 0,0 0 0,1-1 0,4 0 0,39-6 9,-31 5-352,0 0-1,0-1 1,19-7-1,-22 5-6482</inkml:trace>
</inkml:ink>
</file>

<file path=ppt/ink/ink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5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25 7 24575,'0'0'0,"-1"-1"0,1 1 0,-1 0 0,0-1 0,1 1 0,-1 0 0,1 0 0,-1-1 0,1 1 0,-1 0 0,0 0 0,1 0 0,-1 0 0,1 0 0,-1 0 0,0 0 0,1 0 0,-1 0 0,0 0 0,1 0 0,-1 0 0,1 0 0,-1 0 0,1 1 0,-1-1 0,0 0 0,1 0 0,-1 1 0,1-1 0,-1 1 0,1-1 0,-1 0 0,1 1 0,-1-1 0,1 1 0,0-1 0,-1 1 0,1-1 0,0 1 0,-1-1 0,1 1 0,0-1 0,0 1 0,-1-1 0,1 1 0,0 0 0,0 0 0,-1 2 0,1 0 0,0-1 0,0 1 0,0 0 0,0-1 0,0 1 0,0-1 0,1 1 0,-1 0 0,2 2 0,0 1 0,1 1 0,0-1 0,1 0 0,-1 0 0,1 0 0,0-1 0,1 1 0,-1-1 0,1 0 0,0-1 0,1 1 0,-1-1 0,1 0 0,0 0 0,0 0 0,0-1 0,10 4 0,-15-6 0,0-1 0,0 0 0,1 1 0,-1-1 0,0 1 0,1-1 0,-1 0 0,0 0 0,0 0 0,1 0 0,-1 0 0,0 0 0,1 0 0,-1-1 0,0 1 0,1 0 0,-1-1 0,0 1 0,0-1 0,1 1 0,-1-1 0,0 1 0,0-1 0,0 0 0,0 0 0,0 1 0,0-1 0,0 0 0,0 0 0,0 0 0,0 0 0,-1 0 0,1-1 0,0 1 0,-1 0 0,1 0 0,-1 0 0,1-1 0,-1 1 0,1 0 0,-1 0 0,0-1 0,0 0 0,2-9 0,-1 1 0,0-1 0,-1 1 0,-2-16 0,2 14 0,0 9 0,-1 1 0,2-1 0,-1 1 0,0-1 0,0 0 0,1 1 0,-1-1 0,2-3 0,-1 5 0,-1 1 0,0-1 0,1 1 0,-1-1 0,1 0 0,-1 1 0,1-1 0,-1 1 0,1 0 0,-1-1 0,1 1 0,0-1 0,-1 1 0,1 0 0,0-1 0,-1 1 0,1 0 0,0 0 0,-1 0 0,1-1 0,0 1 0,-1 0 0,1 0 0,0 0 0,0 0 0,-1 0 0,1 0 0,0 0 0,-1 1 0,1-1 0,0 0 0,-1 0 0,1 0 0,0 1 0,-1-1 0,2 1 0,13 6 33,0 1 0,0 0-1,17 14 1,22 12-1529,-42-28-5330</inkml:trace>
</inkml:ink>
</file>

<file path=ppt/ink/ink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5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 24575,'33'3'0,"51"5"0,-70-5 0,0 0 0,0 0 0,25 11 0,-35-12 0,0 0 0,0 0 0,0 1 0,0-1 0,0 1 0,0 0 0,-1 0 0,1 1 0,-1-1 0,0 1 0,0-1 0,0 1 0,-1 0 0,1 0 0,-1 0 0,0 0 0,0 1 0,-1-1 0,1 1 0,-1-1 0,0 1 0,0-1 0,0 1 0,0 5 0,4 24 0,1-1 0,19 55 0,32 62 0,-12-35 0,-36-91 0,-2-8 0,8 33 0,-14-45 0,0 0 0,-1 0 0,1 1 0,-1-1 0,0 0 0,0 1 0,0-1 0,-1 0 0,1 0 0,-1 1 0,0-1 0,-1 0 0,-1 4 0,2-6 0,-1 1 0,1-1 0,-1 0 0,0 0 0,0 0 0,0 0 0,0-1 0,0 1 0,0 0 0,-1-1 0,1 0 0,0 1 0,-1-1 0,1 0 0,-1 0 0,0 0 0,1-1 0,-5 2 0,-5 0 0,0-1 0,-20 1 0,15-2-1365,1 0-5461</inkml:trace>
</inkml:ink>
</file>

<file path=ppt/ink/ink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5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347 103 24575,'-17'-14'0,"-1"2"0,0-1 0,-39-18 0,44 25 0,-1 1 0,0 0 0,-1 0 0,1 2 0,-1 0 0,-25-2 0,37 5 0,-1 0 0,1 0 0,-1 0 0,1 1 0,-1 0 0,1 0 0,0 0 0,-1 0 0,1 0 0,0 0 0,-1 1 0,1 0 0,0 0 0,0 0 0,1 0 0,-1 0 0,0 0 0,1 1 0,-1-1 0,1 1 0,0 0 0,-4 5 0,0 2 0,0 1 0,1 0 0,0 0 0,1 1 0,-4 15 0,7-21 0,-1 1 0,1-1 0,1 1 0,-1-1 0,1 1 0,1-1 0,-1 1 0,1-1 0,0 1 0,0-1 0,1 1 0,0-1 0,0 0 0,0 0 0,1 0 0,0 0 0,0 0 0,1-1 0,-1 1 0,6 4 0,8 10 0,1-2 0,0 0 0,37 27 0,-38-32 0,34 24 0,-36-28 0,0 1 0,-1 1 0,-1 0 0,0 1 0,18 20 0,-29-30 0,0 1 0,0 0 0,-1 0 0,1 0 0,-1 0 0,1 0 0,-1 0 0,0 0 0,0 1 0,0-1 0,-1 0 0,1 5 0,-1-6 0,0 0 0,0-1 0,0 1 0,-1 0 0,1 0 0,-1-1 0,1 1 0,-1 0 0,0-1 0,0 1 0,1-1 0,-1 1 0,0-1 0,0 0 0,-1 1 0,1-1 0,0 0 0,0 1 0,-1-1 0,1 0 0,0 0 0,-1 0 0,1 0 0,-1-1 0,-2 2 0,-5 2 0,-1-1 0,1 1 0,-1-2 0,0 1 0,0-2 0,-1 1 0,1-1 0,0-1 0,0 0 0,-16-1 0,9-2 0,0 1 0,0-2 0,1 0 0,-1-2 0,-23-9 0,37 13 0,0 1 0,0-1 0,0 1 0,0-1 0,1 0 0,-1 0 0,0-1 0,1 1 0,-3-3 0,5 4 0,0 1 0,-1-1 0,1 1 0,0-1 0,-1 1 0,1-1 0,0 1 0,0-1 0,0 1 0,0-1 0,-1 1 0,1-1 0,0 1 0,0-1 0,0 1 0,0-1 0,0 0 0,0 1 0,0-1 0,1 1 0,-1-1 0,0 0 0,1 0 0,0 0 0,0 0 0,-1 0 0,1 0 0,0 0 0,0 0 0,0 1 0,0-1 0,0 0 0,0 1 0,0-1 0,0 0 0,0 1 0,1 0 0,0-1 0,14-4 0,0 1 0,0 1 0,23-3 0,4 0 0,-38 5-273,0 0 0,-1 0 0,1 0 0,5-3 0,0-2-6553</inkml:trace>
</inkml:ink>
</file>

<file path=ppt/ink/ink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5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16 39 24575,'1'-6'0,"3"-14"0,-3 19 0,-1 1 0,0-1 0,0 0 0,0 1 0,0-1 0,1 0 0,-1 1 0,0-1 0,1 1 0,-1-1 0,0 0 0,1 1 0,-1-1 0,1 1 0,-1-1 0,1 1 0,-1-1 0,1 1 0,-1 0 0,1-1 0,0 0 0,0 2 0,-1-1 0,1 0 0,-1 0 0,0 0 0,1 0 0,-1 1 0,1-1 0,-1 0 0,0 0 0,1 1 0,-1-1 0,1 0 0,-1 1 0,0-1 0,1 0 0,-1 1 0,0-1 0,0 0 0,1 1 0,-1-1 0,0 1 0,0-1 0,0 1 0,1-1 0,-1 1 0,0-1 0,0 0 0,0 2 0,3 15 0,-3-15 0,4 48 0,-3 73 0,-3-61 0,0-13 0,-18 92 0,11-93 0,-4 91 0,13-131 0,0 1 0,1 0 0,0-1 0,1 1 0,0-1 0,0 1 0,1-1 0,0 0 0,0 0 0,1 0 0,0 0 0,8 12 0,-8-15 0,0-1 0,0 1 0,1-1 0,-1 1 0,1-1 0,0-1 0,0 1 0,0-1 0,0 0 0,1 0 0,-1 0 0,1-1 0,0 0 0,0 0 0,0 0 0,0-1 0,0 0 0,9 1 0,0-2-1365,-3 0-5461</inkml:trace>
</inkml:ink>
</file>

<file path=ppt/ink/ink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5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11 0 24575,'-3'11'0,"0"0"0,1 0 0,1-1 0,0 1 0,0 0 0,2 20 0,13 69 0,-6-57 0,1 15 0,0-5 0,5 104 0,-14-150 0,0 0 0,1-1 0,-1 1 0,2-1 0,-1 1 0,3 5 0,-4-10 0,1 0 0,0 0 0,-1 0 0,1 0 0,0 0 0,0-1 0,1 1 0,-1 0 0,0-1 0,0 1 0,1-1 0,-1 1 0,1-1 0,-1 0 0,1 0 0,0 1 0,-1-1 0,1 0 0,0-1 0,0 1 0,0 0 0,0 0 0,2 0 0,7 0-202,-1-1 0,19 0 0,-23 0-557,7-1-6067</inkml:trace>
</inkml:ink>
</file>

<file path=ppt/ink/ink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5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231 7 24575,'-29'-3'0,"-13"0"0,-1 2 0,4 5 0,7 3 0,5 0 0,8 0-8191</inkml:trace>
</inkml:ink>
</file>

<file path=ppt/ink/ink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5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144 1 24575,'-22'0'0,"-9"2"0,-3 2 0,2-1 0,7-1-8191</inkml:trace>
</inkml:ink>
</file>

<file path=ppt/ink/ink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5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5 0 24575,'-3'26'0,"2"-1"0,0 1 0,2 0 0,0-1 0,7 30 0,-6-48 0,0 0 0,1 0 0,-1 0 0,2-1 0,-1 1 0,1-1 0,0 0 0,6 7 0,-8-10 0,0 0 0,0-1 0,1 1 0,-1-1 0,1 0 0,-1 1 0,1-1 0,0 0 0,0-1 0,0 1 0,0 0 0,0-1 0,1 0 0,-1 0 0,0 0 0,1 0 0,-1 0 0,0-1 0,5 1 0,-5-2 0,-1 1 0,0 0 0,1-1 0,-1 0 0,0 1 0,1-1 0,-1 0 0,0 0 0,0 0 0,0-1 0,0 1 0,0-1 0,0 1 0,0-1 0,0 1 0,-1-1 0,1 0 0,-1 0 0,1 0 0,-1 0 0,0 0 0,1 0 0,0-2 0,2-7 0,1 0 0,-2 0 0,5-20 0,-2 4 0,-4 21 0,0-1 0,1 1 0,-1 0 0,1 0 0,1 0 0,-1 0 0,6-7 0,-8 11 0,1 1 0,-1-1 0,1 1 0,0-1 0,-1 1 0,1 0 0,0 0 0,0 0 0,0 0 0,0 0 0,0 0 0,0 0 0,0 0 0,0 1 0,0-1 0,0 1 0,0 0 0,1 0 0,-1 0 0,0 0 0,0 0 0,0 0 0,0 0 0,0 1 0,1-1 0,2 2 0,-1-1 0,-1 1 0,1-1 0,-1 1 0,0 0 0,0 0 0,0 0 0,0 1 0,0-1 0,-1 1 0,1-1 0,-1 1 0,3 3 0,3 7 0,12 22 0,-8-14 0,-9-14-195,1-1 0,-1 0 0,0 1 0,-1-1 0,0 1 0,3 13 0,-4-8-6631</inkml:trace>
</inkml:ink>
</file>

<file path=ppt/ink/ink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6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 24575,'12'27'0,"7"14"0,0 4 0,-1 1 0,-1-4 0,-1-6 0,-3-4 0,-1-6 0,-1-4 0,-1-3 0,-1-4 0,1 0 0,-1-1 0,0-3 0,-2-6 0,-3-6 0,-4-5 0</inkml:trace>
</inkml:ink>
</file>

<file path=ppt/ink/ink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6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457 52 24575,'-27'-13'0,"-11"-3"0,-2 3 0,3 6 0,6 5 0,6 4 0,4 5 0,2 1 0,-2 2 0,0-1 0,0 0 0,0-1 0,-1 1 0,-2-2 0,-1 1 0,1-1 0,1-2 0,6-2-8191</inkml:trace>
</inkml:ink>
</file>

<file path=ppt/ink/ink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6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4 24575,'5'-1'0,"0"0"0,0 0 0,0 1 0,0-1 0,0 1 0,0 1 0,0-1 0,0 1 0,0-1 0,0 1 0,0 1 0,0-1 0,0 1 0,0 0 0,-1 0 0,1 0 0,-1 1 0,1-1 0,-1 1 0,0 0 0,0 1 0,0-1 0,-1 1 0,1-1 0,-1 1 0,0 0 0,0 0 0,4 7 0,-3-4 0,19 29 0,26 54 0,13 40 0,11 25 0,-61-126 0,-1 0 0,-1 1 0,-2 0 0,8 47 0,-16-71 0,1-1 0,-1 1 0,0-1 0,-1 1 0,1-1 0,-1 1 0,0-1 0,0 1 0,-1-1 0,0 0 0,1 0 0,-2 0 0,1 0 0,-1 0 0,-3 5 0,2-5 0,0 0 0,-1 0 0,1-1 0,-1 0 0,0 0 0,0 0 0,-1 0 0,1-1 0,-1 0 0,0 0 0,0 0 0,-10 3 0,6-4-341,0 1 0,0-1-1,-13 0 1,9-1-6485</inkml:trace>
</inkml:ink>
</file>

<file path=ppt/ink/ink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6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 24575,'125'42'0,"-101"-32"0,0 1 0,45 27 0,-67-37 0,1 1 0,-1 0 0,0-1 0,0 1 0,0 0 0,0 0 0,0 0 0,0 1 0,0-1 0,2 4 0,-4-5 0,0-1 0,0 1 0,0 0 0,1-1 0,-1 1 0,0-1 0,0 1 0,0 0 0,0-1 0,0 1 0,0-1 0,0 1 0,0 0 0,-1-1 0,1 1 0,0-1 0,0 1 0,0-1 0,-1 1 0,1 0 0,-1 0 0,0 1 0,0-1 0,0 0 0,0-1 0,-1 1 0,1 0 0,0 0 0,0 0 0,0-1 0,-1 1 0,1 0 0,-2 0 0,-4 2 0,-3 0 0,1 1 0,0 0 0,1 0 0,-10 7 0,15-9 0,1 0 0,-1 0 0,1 0 0,0 0 0,0 1 0,0 0 0,0-1 0,0 1 0,0 0 0,1 0 0,-1-1 0,1 1 0,0 1 0,0-1 0,0 0 0,-1 5 0,2 0 0,-1 0 0,1 0 0,0 1 0,1-1 0,0 0 0,0 0 0,1 0 0,0 0 0,1 0 0,-1 0 0,1-1 0,1 1 0,-1-1 0,1 0 0,6 8 0,9 11 0,1-1 0,36 35 0,-41-45 0,-10-9 0,7 5 0,-1 2 0,14 19 0,-22-27 0,0 0 0,0 0 0,-1 0 0,0 0 0,0 1 0,0-1 0,0 1 0,-1-1 0,0 1 0,0-1 0,-1 7 0,0 8 0,-2-1 0,-5 26 0,4-32 0,1 1 0,0-1 0,1 0 0,1 1 0,0 0 0,3 23 0,0-22-113,0-3 175,-1-1-1,0 1 1,0 16 0,-2-25-145,0 0-1,0 0 1,-1 0 0,1 1 0,-1-1-1,0 0 1,1 0 0,-2 0-1,1 0 1,0 0 0,-1 0 0,1 0-1,-1-1 1,0 1 0,0 0 0,0-1-1,-2 3 1</inkml:trace>
</inkml:ink>
</file>

<file path=ppt/ink/ink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6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187 1 24575,'3'0'0,"0"2"0,-2 1 0,-5 0 0,-3 0 0,-3-1 0,-2-1 0,-3-1 0,1 1 0,-1-1 0,-1 0 0,1-1 0,0 1 0,1 0 0,-1 0 0,0 0 0,1 0 0,2 0-8191</inkml:trace>
</inkml:ink>
</file>

<file path=ppt/ink/ink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6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206 21 24575,'-27'-5'0,"-12"-1"0,-1 0 0,6 3 0,7 3 0,4 1 0,8 0-8191</inkml:trace>
</inkml:ink>
</file>

<file path=ppt/ink/ink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6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550 46 24575,'57'1'0,"-19"0"0,63-6 0,-99 5 0,0 0 0,-1-1 0,1 1 0,0 0 0,-1-1 0,1 0 0,-1 1 0,1-1 0,-1 0 0,3-1 0,-4 2 0,0 0 0,0-1 0,0 1 0,0 0 0,1 0 0,-1 0 0,0 0 0,0-1 0,0 1 0,0 0 0,0 0 0,0 0 0,0 0 0,0-1 0,0 1 0,0 0 0,1 0 0,-1 0 0,0-1 0,0 1 0,0 0 0,0 0 0,0 0 0,-1-1 0,1 1 0,0 0 0,0 0 0,0 0 0,0 0 0,0-1 0,-9-5 0,-8 1 0,0 0 0,0 1 0,0 1 0,-22-1 0,-5 1 0,-71 6 0,93 0 0,-32 9 0,3-1 0,-123 20 0,70-15 0,95-15 0,-1 0 0,1 2 0,-16 4 0,25-7 0,0 0 0,-1 0 0,1 0 0,0 0 0,0 0 0,0 0 0,0 0 0,-1 0 0,1 0 0,0 1 0,0-1 0,0 0 0,0 0 0,0 0 0,-1 0 0,1 0 0,0 0 0,0 0 0,0 0 0,0 1 0,0-1 0,0 0 0,0 0 0,0 0 0,-1 0 0,1 0 0,0 0 0,0 1 0,0-1 0,0 0 0,0 0 0,0 0 0,0 0 0,0 1 0,0-1 0,0 0 0,0 0 0,0 0 0,0 0 0,0 1 0,0-1 0,0 0 0,0 0 0,8 5 0,15 2 0,-21-7 0,92 22 0,179 51 0,-262-70 0,-1 1 0,0 0 0,0 1 0,-1 0 0,14 10 0,-21-14 0,-1 1 0,1-1 0,0 0 0,-1 1 0,1-1 0,-1 1 0,0 0 0,1-1 0,-1 1 0,0 0 0,0 0 0,0 0 0,0 0 0,-1 0 0,1 0 0,0 0 0,-1 0 0,0 0 0,1 0 0,-1 0 0,0 0 0,0 0 0,0 0 0,0 0 0,0 1 0,-1-1 0,1 0 0,-1 0 0,1 0 0,-1 0 0,0 0 0,0 0 0,0 0 0,-2 3 0,-3 3 0,-1 0 0,0-1 0,0 1 0,-1-2 0,0 1 0,0-1 0,-16 9 0,-8 8 0,-4 4 0,1 2 0,-57 60 0,76-73 0,0 0 0,-1-1 0,0-1 0,-2 0 0,1-1 0,-24 11 0,30-18 0,-1 0 0,0-1 0,0 0 0,-23 4 0,23-4 0,13-5 0,0 0 0,0 0 0,0 0 0,0 1 0,0-1 0,0 0 0,0 0 0,0 0 0,0 0 0,0 0 0,0 1 0,0-1 0,0 0 0,0 0 0,0 0 0,0 0 0,0 0 0,0 0 0,0 1 0,0-1 0,0 0 0,0 0 0,0 0 0,0 0 0,1 0 0,-1 0 0,0 0 0,0 1 0,0-1 0,0 0 0,0 0 0,0 0 0,0 0 0,0 0 0,1 0 0,-1 0 0,0 0 0,0 0 0,0 0 0,0 0 0,0 0 0,1 0 0,-1 0 0,0 0 0,3 1 0,1 0 0,-1 0 0,1 0 0,-1 0 0,5-1 0,381-15 0,-312 10 0,-54 3-112,162-17-1141,-174 17-5573</inkml:trace>
</inkml:ink>
</file>

<file path=ppt/ink/ink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6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 38 24575,'0'0'0,"0"0"0,-1 1 0,1-1 0,0 0 0,0 0 0,0 0 0,-1 1 0,1-1 0,0 0 0,0 1 0,0-1 0,0 0 0,-1 0 0,1 1 0,0-1 0,0 0 0,0 1 0,0-1 0,0 0 0,0 1 0,0-1 0,0 0 0,0 1 0,0-1 0,0 0 0,0 1 0,1 14 0,0-9 0,-1-6 0,0 9 0,0 1 0,1-1 0,0 0 0,1 0 0,0 0 0,1 0 0,3 10 0,-6-18 0,0-1 0,1 1 0,-1-1 0,0 1 0,0-1 0,1 1 0,-1-1 0,0 1 0,1-1 0,-1 0 0,1 1 0,-1-1 0,0 1 0,1-1 0,-1 0 0,1 0 0,-1 1 0,1-1 0,-1 0 0,1 0 0,-1 1 0,1-1 0,-1 0 0,1 0 0,0 0 0,-1 0 0,2 0 0,-1 0 0,0 0 0,-1-1 0,1 1 0,0-1 0,0 1 0,0-1 0,0 1 0,0-1 0,0 1 0,-1-1 0,1 0 0,0 1 0,0-1 0,0-1 0,3-4 0,0 0 0,0-1 0,4-8 0,-7 12 0,31-54 0,-28 51 0,1-1 0,0 0 0,0 1 0,1 0 0,12-10 0,-17 15 0,0 0 0,0 0 0,0 1 0,0-1 0,0 1 0,0-1 0,0 1 0,1-1 0,-1 1 0,0-1 0,0 1 0,1 0 0,-1 0 0,0 0 0,0 0 0,1 0 0,-1 0 0,0 0 0,0 0 0,1 0 0,-1 0 0,0 1 0,0-1 0,1 0 0,-1 1 0,0-1 0,0 1 0,0 0 0,0-1 0,2 3 0,2 1 0,0 1 0,-1 0 0,1 0 0,-1 0 0,3 6 0,9 10 0,-6-10-195,2 0 0,-1 0 0,1-1 0,1-1 0,0 0 0,22 11 0,-25-15-6631</inkml:trace>
</inkml:ink>
</file>

<file path=ppt/ink/ink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6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0 24575,'1'3'0,"-1"-1"0,0 1 0,1-1 0,0 0 0,-1 1 0,1-1 0,0 0 0,0 0 0,1 1 0,-1-1 0,0 0 0,3 2 0,21 24 0,-19-23 0,36 33 0,89 61 0,-69-55 0,-25-18-1365,-28-19-5461</inkml:trace>
</inkml:ink>
</file>

<file path=ppt/ink/ink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6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139 1 24575,'-15'9'0,"1"2"0,0 0 0,1 0 0,-23 25 0,32-30 0,-1 0 0,1 0 0,0 0 0,1 1 0,-1-1 0,1 1 0,1 0 0,-1 0 0,1 0 0,0 1 0,1-1 0,0 0 0,0 1 0,0 8 0,1 3-97,1-7-220,-1-1 0,-1 1 0,-3 19 0,1-18-6509</inkml:trace>
</inkml:ink>
</file>

<file path=ppt/ink/ink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7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204 16 24575,'-13'-4'0,"-1"1"0,0 0 0,0 0 0,-15 1 0,25 1 0,-1 2 0,0-1 0,1 0 0,-1 1 0,1 0 0,-1 0 0,1 0 0,-1 1 0,1-1 0,0 1 0,-1 0 0,1 1 0,0-1 0,1 1 0,-1-1 0,-4 5 0,4-3 0,-1 0 0,1 0 0,1 1 0,-1 0 0,1 0 0,-1 0 0,1 0 0,1 0 0,-3 7 0,3-9 0,1 1 0,1 0 0,-1-1 0,0 1 0,1 0 0,0 0 0,0 0 0,0-1 0,0 1 0,1 0 0,0 0 0,-1 0 0,1-1 0,0 1 0,3 4 0,7 19 0,0 1 0,-1 1 0,8 42 0,4 94 0,-5-28 0,-14-115 0,-2-12 0,0-1 0,0 1 0,1-1 0,6 16 0,-7-23 0,0 1 0,0-1 0,0 0 0,0 0 0,1 0 0,-1 0 0,1-1 0,-1 1 0,1 0 0,0-1 0,-1 1 0,1-1 0,0 1 0,0-1 0,0 0 0,0 0 0,1 0 0,-1 0 0,0 0 0,0 0 0,0 0 0,1-1 0,-1 0 0,3 1 0,3-1 0,-1 0 0,1-1 0,0 0 0,0 0 0,-1-1 0,1 0 0,-1-1 0,1 1 0,-1-1 0,0-1 0,8-4 0,-6 0-1365,-3-1-5461</inkml:trace>
</inkml:ink>
</file>

<file path=ppt/ink/ink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7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17 0 24575,'-1'1'0,"0"-1"0,0 1 0,0 0 0,0 0 0,0-1 0,0 1 0,0 0 0,0 0 0,0 0 0,0 0 0,1 0 0,-1 0 0,0 0 0,1 0 0,-1 0 0,1 0 0,-1 0 0,1 1 0,-1 1 0,0-1 0,1 1 0,0-1 0,0 1 0,0 0 0,0-1 0,1 1 0,-1-1 0,1 1 0,0 2 0,3 4 0,-1-1 0,1 0 0,0 1 0,7 9 0,-3-8 0,-1 0 0,14 15 0,-19-23 0,0 0 0,0 0 0,0 0 0,0 0 0,0 0 0,1-1 0,-1 1 0,0-1 0,1 0 0,-1 0 0,1 0 0,0 0 0,-1 0 0,1 0 0,0-1 0,-1 1 0,1-1 0,4 0 0,-6 0 0,0 0 0,0-1 0,0 1 0,0-1 0,0 1 0,0-1 0,0 0 0,0 1 0,0-1 0,0 0 0,0 0 0,-1 1 0,1-1 0,0 0 0,0 0 0,-1 0 0,1 0 0,-1 0 0,1 0 0,-1 0 0,1 0 0,-1 0 0,1-1 0,-1 1 0,0 0 0,0 0 0,0 0 0,0 0 0,0-2 0,1-3 0,-1 1 0,0-1 0,-1 0 0,-1-9 0,-3-5 0,3 15 0,1 0 0,-1-1 0,1 1 0,0 0 0,0-1 0,1 1 0,0-1 0,0 1 0,0-1 0,2-7 0,-2 12 0,1 0 0,-1 0 0,1 0 0,-1 0 0,1 0 0,-1 0 0,1 0 0,0 1 0,0-1 0,-1 0 0,1 0 0,0 1 0,0-1 0,0 1 0,0-1 0,0 1 0,0-1 0,0 1 0,0-1 0,0 1 0,0 0 0,0-1 0,0 1 0,0 0 0,0 0 0,0 0 0,0 0 0,0 0 0,1 0 0,-1 0 0,0 0 0,0 1 0,0-1 0,2 1 0,4 1 0,0 1 0,1-1 0,10 7 0,-14-7 0,72 41 0,12 6 0,-65-37 0,12 6 0,-57-38 0,12 13-1365,0 0-5461</inkml:trace>
</inkml:ink>
</file>

<file path=ppt/ink/ink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7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47 24575,'29'-12'0,"52"-14"0,-72 23 0,1 1 0,0 1 0,0-1 0,0 2 0,0-1 0,0 1 0,0 1 0,0 0 0,15 3 0,-21-3 0,-1 1 0,1-1 0,-1 0 0,1 1 0,-1 0 0,0 0 0,1 0 0,-1 0 0,0 0 0,-1 1 0,1-1 0,0 1 0,-1 0 0,1 0 0,2 4 0,-2-2 0,-1-1 0,0 1 0,0 0 0,0 0 0,-1 0 0,0 0 0,0 0 0,0 0 0,-1 0 0,1 6 0,-2 4 0,0 0 0,-1 0 0,-1 0 0,0 0 0,-1 0 0,-10 23 0,3-11 0,0-3 0,-10 39 0,19-55 0,0 1 0,1 0 0,0 0 0,0 0 0,1-1 0,0 1 0,1 0 0,2 13 0,1-8 0,1 1 0,0-1 0,1 0 0,1 0 0,0 0 0,1-1 0,11 15 0,-17-24 0,4 3 0,-2 1 0,1 0 0,-1 0 0,0 1 0,-1-1 0,0 1 0,4 17 0,-7-24 0,1 1 0,-1 0 0,0-1 0,0 1 0,0 0 0,0-1 0,-1 1 0,1 0 0,-1-1 0,0 1 0,1-1 0,-1 1 0,0-1 0,0 1 0,-1-1 0,1 0 0,-1 1 0,1-1 0,-1 0 0,1 0 0,-1 0 0,0 0 0,0 0 0,0-1 0,0 1 0,-1 0 0,1-1 0,0 0 0,0 1 0,-1-1 0,-2 1 0,-7 2-273,1 0 0,0-1 0,-1-1 0,-12 2 0,9-2-6553</inkml:trace>
</inkml:ink>
</file>

<file path=ppt/ink/ink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7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21 1 24575,'0'2'0,"1"17"0,4 24 0,10 9 0,25 57 0,-24-72 0,-2 0 0,-2 1 0,13 68 0,-23-93 0,-1-1 0,0 0 0,-1 1 0,0-1 0,-4 25 0,3-34 0,1 0 0,-1-1 0,0 1 0,0-1 0,0 1 0,0-1 0,0 0 0,0 1 0,-1-1 0,1 0 0,-1 0 0,1 0 0,-1 0 0,0 0 0,0 0 0,0 0 0,0-1 0,0 1 0,0-1 0,-1 0 0,1 1 0,0-1 0,-1 0 0,1 0 0,-1 0 0,1-1 0,-1 1 0,0-1 0,1 1 0,-1-1 0,0 0 0,1 0 0,-1 0 0,-3-1 0,3 1 8,0 0-1,0-1 1,1 1-1,-1-1 1,0 0-1,1 0 1,-1 0-1,0 0 1,1-1-1,-1 1 1,1-1-1,0 1 1,-1-1-1,1 0 1,-3-3-1,1 0-255,-1 0 1,1-1-1,1 0 1,-1 0-1,-3-7 1,0-3-6579</inkml:trace>
</inkml:ink>
</file>

<file path=ppt/ink/ink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7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292 393 24575,'-15'4'0,"0"-2"0,0 0 0,-30-1 0,38-1 0,-1-1 0,1 0 0,-1-1 0,1 0 0,0 0 0,-1 0 0,1-1 0,1 0 0,-14-8 0,13 6 0,0-1 0,0 0 0,1 0 0,-1 0 0,1-1 0,1 0 0,-1 0 0,-7-13 0,4 2 0,0 0 0,-11-34 0,15 36 0,2-1 0,0 1 0,1-1 0,1 0 0,0 0 0,2 0 0,2-22 0,-3 36 0,1 0 0,-1 1 0,1-1 0,-1 0 0,1 1 0,0-1 0,0 1 0,1-1 0,-1 1 0,0-1 0,1 1 0,-1 0 0,1 0 0,0 0 0,0 0 0,0 0 0,0 0 0,0 0 0,0 0 0,0 1 0,1-1 0,-1 1 0,0 0 0,1 0 0,0 0 0,-1 0 0,1 0 0,-1 0 0,1 1 0,4-1 0,7-1 0,0 2 0,0 0 0,0 0 0,23 5 0,-36-5 0,287 47 0,-100-15 0,-182-31 0,15 2 0,27 8 0,-41-8-1365</inkml:trace>
</inkml:ink>
</file>

<file path=ppt/ink/ink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7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56 24575,'7'6'0,"0"-1"0,0 0 0,0 0 0,1-1 0,0 0 0,0 0 0,0-1 0,0 0 0,0 0 0,0-1 0,1 0 0,0-1 0,-1 0 0,1 0 0,-1-1 0,1 0 0,0 0 0,-1-1 0,1 0 0,0-1 0,-1 1 0,17-7 0,64-33 0,-64 29 0,0 0 0,37-11 0,-59 22 10,-1 0 0,1 1 0,-1-1 0,1 1 0,-1 0 0,1 0 0,-1 0 0,1 0 0,-1 0 0,1 1 0,3 0 0,-5-1-84,0 1-1,1-1 1,-1 1 0,0 0 0,1 0-1,-1 0 1,0-1 0,0 1 0,0 0-1,0 0 1,0 1 0,0-1 0,0 0-1,0 0 1,0 0 0,0 1 0,0-1-1,-1 0 1,2 3 0,1 7-6752</inkml:trace>
</inkml:ink>
</file>

<file path=ppt/ink/ink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7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259 28 24575,'-15'-6'0,"0"1"0,0 1 0,0 0 0,-1 1 0,1 1 0,-21-1 0,30 3 0,1 0 0,0 0 0,-1 1 0,1 0 0,0 0 0,-1 0 0,1 1 0,0-1 0,0 1 0,0 1 0,0-1 0,0 1 0,1-1 0,-1 2 0,1-1 0,0 0 0,0 1 0,0-1 0,0 1 0,1 0 0,-7 9 0,7-9 0,1 0 0,-1 0 0,1 0 0,0 1 0,0-1 0,1 1 0,-1-1 0,1 1 0,0-1 0,0 1 0,0 0 0,1-1 0,0 1 0,0 0 0,0 0 0,0-1 0,1 1 0,-1 0 0,1-1 0,1 1 0,-1-1 0,0 1 0,1-1 0,0 1 0,0-1 0,1 0 0,-1 0 0,1 0 0,0 0 0,0-1 0,4 5 0,10 8 0,26 19 0,-24-20 0,24 23 0,-40-35 0,0 0 0,0 0 0,-1 1 0,0-1 0,1 1 0,-1-1 0,-1 1 0,1 0 0,0 0 0,1 7 0,-2-9 0,-1 1 0,0-1 0,0 1 0,0-1 0,0 1 0,0-1 0,0 1 0,-1-1 0,1 0 0,-1 1 0,0-1 0,0 1 0,1-1 0,-2 0 0,1 0 0,0 1 0,0-1 0,-1 0 0,-1 2 0,-23 25 0,17-20 0,0 1 0,1 0 0,-12 20 0,18-26 0,0 0 0,0 0 0,0 0 0,1 1 0,0-1 0,0 1 0,0-1 0,0 1 0,1-1 0,-1 1 0,1 0 0,1-1 0,-1 1 0,2 7 0,0-4 0,0 0 0,1 0 0,0-1 0,0 1 0,1-1 0,4 8 0,31 38 0,-30-42 0,-1 0 0,0 0 0,0 0 0,-1 1 0,-1 1 0,9 21 0,-14-32 0,-1 1 0,1-1 0,-1 1 0,0-1 0,1 1 0,-1-1 0,0 1 0,-1-1 0,1 1 0,0-1 0,-1 0 0,-1 5 0,-1 0 0,1-1 0,-2 0 0,-4 7 0,6-11 0,0 1 0,0 0 0,0 0 0,0 0 0,1 1 0,-1-1 0,1 0 0,0 1 0,0-1 0,0 1 0,0-1 0,0 1 0,1-1 0,0 1 0,0 6 0,0-9-72,0 1 1,1-1-1,-1 1 0,1-1 0,-1 0 0,1 1 0,-1-1 0,1 0 1,0 1-1,0-1 0,0 0 0,0 0 0,0 1 0,0-1 0,0 0 1,0 0-1,0 0 0,2 1 0,6 2-6754</inkml:trace>
</inkml:ink>
</file>

<file path=ppt/ink/ink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7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252 64 24575,'-23'-10'0,"3"-1"0,-2 2 0,1 0 0,-1 2 0,-39-9 0,59 16 0,0-1 0,0 1 0,0 0 0,0 0 0,0 0 0,0 0 0,0 0 0,0 0 0,0 1 0,0-1 0,1 1 0,-1-1 0,0 1 0,0 0 0,0 0 0,0 0 0,1 0 0,-1 0 0,0 0 0,1 0 0,-1 0 0,1 1 0,-1-1 0,1 1 0,0-1 0,-3 4 0,2 0 0,0-1 0,0 1 0,1 0 0,-1 0 0,1 0 0,0 0 0,0 1 0,1-1 0,-1 6 0,2-6 0,-1 0 0,0 0 0,1-1 0,0 1 0,0 0 0,1 0 0,-1-1 0,1 1 0,0-1 0,0 1 0,0-1 0,1 0 0,0 0 0,3 5 0,7 5 0,0 0 0,21 17 0,-5-5 0,-10-9 0,29 19 0,-26-20 0,24 21 0,-41-31 0,1 0 0,-1 0 0,1 0 0,-2 0 0,1 1 0,-1 0 0,0 0 0,4 10 0,-7-15 0,0 0 0,-1-1 0,1 1 0,-1 0 0,1 0 0,-1 0 0,0 0 0,0 0 0,0 0 0,0 0 0,0 1 0,0-1 0,0 0 0,-1 0 0,1-1 0,-1 1 0,1 0 0,-1 0 0,-1 3 0,0-2 0,0-1 0,0 0 0,0 1 0,0-1 0,-1 0 0,1 0 0,0 0 0,-1-1 0,1 1 0,-1-1 0,-5 3 0,-3 0 0,-1 0 0,0-1 0,1-1 0,-1 0 0,-19 1 0,-57-2 0,76-2 0,-1 0 0,0-1 0,1-1 0,-23-7 0,34 10 0,0 0 0,-1 0 0,1-1 0,0 1 0,0-1 0,0 1 0,0-1 0,0 1 0,0-1 0,0 0 0,0 0 0,1 1 0,-1-1 0,0 0 0,0 0 0,0 0 0,1 0 0,-1 0 0,1 0 0,-1 0 0,0 0 0,1 0 0,0 0 0,-1 0 0,1 0 0,-1-2 0,2 1 0,-1 1 0,0-1 0,1 1 0,-1-1 0,1 1 0,0 0 0,-1-1 0,1 1 0,0 0 0,0 0 0,0-1 0,0 1 0,0 0 0,0 0 0,0 0 0,0 0 0,0 0 0,1 0 0,-1 1 0,3-2 0,11-6 22,1 1 0,0 0-1,0 1 1,26-5 0,22-8-1496,-55 16-5352</inkml:trace>
</inkml:ink>
</file>

<file path=ppt/ink/ink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7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76 23 24575,'0'-1'0,"0"0"0,0 0 0,0 0 0,0 1 0,-1-1 0,1 0 0,0 0 0,0 0 0,-1 0 0,1 0 0,-1 0 0,1 0 0,0 1 0,-1-1 0,0 0 0,1 0 0,-1 1 0,1-1 0,-1 0 0,0 1 0,1-1 0,-1 1 0,0-1 0,0 0 0,0 1 0,0 0 0,1-1 0,-1 1 0,0 0 0,0-1 0,0 1 0,0 0 0,-2 0 0,2-1 0,0 1 0,-1 0 0,1 0 0,-1 0 0,1 1 0,-1-1 0,1 0 0,-1 1 0,1-1 0,-1 0 0,1 1 0,0 0 0,-1-1 0,1 1 0,0 0 0,0 0 0,-1 0 0,1-1 0,0 1 0,0 0 0,-1 2 0,-1 2 0,-1 1 0,2-1 0,-1 1 0,1-1 0,0 1 0,0 0 0,0 0 0,1 0 0,0 0 0,-1 8 0,1 11 0,3 32 0,0-17 0,-1-14 0,2-1 0,1 1 0,11 35 0,0 7 0,-12-53 0,9 26 0,-10-36 0,0 0 0,0 0 0,0 0 0,1-1 0,0 1 0,-1-1 0,2 0 0,6 8 0,-7-10-72,0 0 1,1-1-1,-1 1 0,0-1 0,1 1 0,-1-1 0,1 0 0,0 0 1,-1-1-1,1 1 0,0-1 0,-1 0 0,1 0 0,0 0 0,-1 0 1,1-1-1,0 1 0,4-3 0,1 0-6754</inkml:trace>
</inkml:ink>
</file>

<file path=ppt/ink/ink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7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16 7 24575,'0'0'0,"0"0"0,0-1 0,0 1 0,0 0 0,0-1 0,0 1 0,0 0 0,-1 0 0,1-1 0,0 1 0,0 0 0,0-1 0,0 1 0,0 0 0,-1 0 0,1-1 0,0 1 0,0 0 0,0 0 0,-1 0 0,1-1 0,0 1 0,0 0 0,-1 0 0,1 0 0,0 0 0,-1 0 0,1-1 0,0 1 0,0 0 0,-1 0 0,1 0 0,0 0 0,-1 0 0,1 0 0,0 0 0,-1 0 0,1 0 0,-1 0 0,-3 13 0,2 22 0,2-35 0,0 269 0,1-257 0,0 1 0,0-1 0,2 0 0,-1 0 0,1 0 0,7 16 0,-7-20 0,0-1 0,1 1 0,0-1 0,0 0 0,1 0 0,0-1 0,0 1 0,0-1 0,1 0 0,10 8 0,-13-12-62,1 0 0,-1 0 0,1-1 0,0 1 0,-1-1 0,1 0 0,0 0 0,0 0 0,0 0 0,0-1 0,0 0 0,0 0-1,0 0 1,0 0 0,0 0 0,0-1 0,-1 0 0,1 0 0,0 0 0,0 0 0,6-3 0,-1-3-6764</inkml:trace>
</inkml:ink>
</file>

<file path=ppt/ink/ink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8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263 1 24575,'-27'2'0,"-11"1"0,-2 3 0,3 0 0,6 1 0,6 0 0,4-2 0,4-1 0,2 1 0,3 0-8191</inkml:trace>
</inkml:ink>
</file>

<file path=ppt/ink/ink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8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247 9 24575,'-25'-2'0,"-10"-1"0,-2-1 0,6 4 0,5 2 0,5 2 0,3 1 0,3 3 0,1-2 0,1 0 0,2-2-8191</inkml:trace>
</inkml:ink>
</file>

<file path=ppt/ink/ink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8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 24575,'68'136'0,"-67"-135"0,12 24 0,-13-24 0,1 0 0,0 0 0,0 0 0,0 1 0,0-1 0,0 0 0,0 0 0,0 0 0,0 0 0,0-1 0,1 1 0,-1 0 0,0 0 0,0-1 0,3 2 0,-3-2 0,-1-1 0,1 1 0,-1 0 0,1 0 0,0 0 0,-1 0 0,1 0 0,-1-1 0,1 1 0,-1 0 0,1-1 0,0 1 0,-1 0 0,1-1 0,-1 1 0,0 0 0,1-1 0,-1 1 0,1-1 0,-1 1 0,0-1 0,1 1 0,-1-1 0,0 1 0,1-1 0,-1 0 0,0 1 0,0-1 0,0 1 0,1-1 0,-1 0 0,0 1 0,0-1 0,0 1 0,0-2 0,2-24 0,-2 23 0,-2-30 0,1 26 0,1-1 0,-1 1 0,1-1 0,1 0 0,-1 1 0,1-1 0,3-8 0,-4 15 0,0 0 0,0 0 0,1 0 0,-1 0 0,1 0 0,-1 1 0,1-1 0,-1 0 0,1 0 0,-1 1 0,1-1 0,0 0 0,-1 1 0,1-1 0,0 0 0,0 1 0,-1-1 0,1 1 0,0-1 0,0 1 0,0 0 0,1-1 0,0 1 0,0 0 0,-1 0 0,1 0 0,-1 0 0,1 0 0,-1 1 0,1-1 0,-1 0 0,1 1 0,-1-1 0,0 1 0,3 1 0,3 2 0,0 1 0,-1 0 0,0 0 0,7 6 0,-13-10 0,26 26 0,39 53 0,-64-79-170,1 1-1,-1 0 0,0 0 1,0-1-1,0 1 0,0 0 1,1 4-1</inkml:trace>
</inkml:ink>
</file>

<file path=ppt/ink/ink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8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 24575,'12'27'0,"5"11"0,-2 2 0,0-3 0,-2-4 0,-2-4 0,-3-6 0,1-3 0,-2-3 0,0-2 0,0-1 0,0-3 0,-1 0 0,-1-1 0</inkml:trace>
</inkml:ink>
</file>

<file path=ppt/ink/ink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8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689 11 24575,'-4'-2'0,"1"1"0,0-1 0,-1 1 0,1 0 0,-1 0 0,0 0 0,1 1 0,-1-1 0,0 1 0,1 0 0,-1 0 0,-6 1 0,3 0 0,0 1 0,-1 1 0,1-1 0,0 1 0,-8 4 0,1-1 0,-1 0 0,1-1 0,-1-1 0,-1 0 0,1-1 0,-19 1 0,-96 0 0,96-4 0,-233-2-1365,236 2-5461</inkml:trace>
</inkml:ink>
</file>

<file path=ppt/ink/ink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8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 24575,'24'13'0,"0"2"0,-1 0 0,0 2 0,-1 0 0,-2 1 0,36 40 0,-27-23 0,-3 0 0,-1 2 0,33 62 0,-47-75 0,0 1 0,-1 0 0,11 48 0,-18-58 0,0 0 0,-1 0 0,-1 0 0,0 0 0,-1 1 0,-1-1 0,0 0 0,-5 20 0,5-30 11,-1 0 0,0 1 0,0-1 0,0 0 0,-1 0 0,1 0-1,-1 0 1,0 0 0,-1-1 0,-5 6 0,2-3-259,0-1 1,0 0-1,-1-1 1,1 0-1,-14 6 1,6-3-6579</inkml:trace>
</inkml:ink>
</file>

<file path=ppt/ink/ink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8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88 24575,'0'-13'0,"0"5"0,-1 1 0,2-1 0,-1 1 0,1-1 0,1 1 0,1-9 0,-3 15 0,1 1 0,-1-1 0,0 0 0,1 0 0,-1 1 0,1-1 0,-1 0 0,1 1 0,-1-1 0,1 0 0,-1 1 0,1-1 0,-1 1 0,1-1 0,0 1 0,0-1 0,-1 1 0,1 0 0,0-1 0,-1 1 0,1 0 0,0-1 0,0 1 0,0 0 0,-1 0 0,1 0 0,0 0 0,0 0 0,0 0 0,0 0 0,-1 0 0,1 0 0,0 0 0,0 0 0,0 0 0,-1 1 0,1-1 0,0 0 0,0 1 0,-1-1 0,2 1 0,4 2 0,0 1 0,0-1 0,10 9 0,-14-10 0,40 31 0,-4-5 0,59 59 0,-95-84 0,1 0 0,-1 0 0,1 0 0,-1 0 0,0 0 0,0 1 0,-1-1 0,3 6 0,-4-8 0,1 0 0,-1 0 0,0 1 0,0-1 0,0 0 0,0 1 0,0-1 0,0 1 0,0-1 0,0 0 0,0 1 0,-1-1 0,1 0 0,0 0 0,-1 1 0,1-1 0,-1 0 0,0 0 0,1 0 0,-1 1 0,0-1 0,0 0 0,0 0 0,1 0 0,-1 0 0,0 0 0,-2 0 0,-6 6 0,0-1 0,-18 9 0,18-11 0,0 1 0,1 0 0,0 0 0,-11 9 0,15-10 0,0 0 0,0 1 0,0 0 0,0-1 0,1 1 0,0 0 0,0 1 0,0-1 0,1 0 0,0 1 0,0 0 0,0-1 0,1 1 0,0 0 0,0 0 0,0 0 0,0 10 0,2-8 0,0 0 0,0 1 0,1-1 0,-1 0 0,2 0 0,-1 0 0,1 0 0,1 0 0,-1-1 0,1 1 0,1-1 0,5 7 0,52 58 0,-47-56 0,1 0 0,-2 2 0,0 0 0,18 32 0,-31-47 0,0-1 0,1 1 0,-1 0 0,-1-1 0,1 1 0,0 0 0,-1 0 0,1 0 0,-1-1 0,0 1 0,0 0 0,0 0 0,0 0 0,-1 0 0,1-1 0,-1 1 0,1 0 0,-1 0 0,0-1 0,0 1 0,-2 3 0,-3 2 0,1 0 0,-1 0 0,-1-1 0,-13 14 0,17-19-34,-8 8-133,0 0 1,0 1 0,1 1-1,0 0 1,1 0 0,1 1-1,-11 20 1,14-21-6660</inkml:trace>
</inkml:ink>
</file>

<file path=ppt/ink/ink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8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303 1 24575,'1'1'0,"0"-1"0,0 1 0,0 0 0,0 0 0,-1 0 0,1 0 0,0 0 0,0 0 0,-1 1 0,1-1 0,0 0 0,-1 0 0,1 1 0,-1-1 0,0 0 0,1 0 0,-1 1 0,0-1 0,0 0 0,0 1 0,0-1 0,0 0 0,0 1 0,0-1 0,0 0 0,0 1 0,-1-1 0,1 0 0,-1 2 0,0-1 0,-1 0 0,1-1 0,-1 1 0,1-1 0,-1 0 0,1 1 0,-1-1 0,0 0 0,1 0 0,-1 0 0,0 0 0,0 0 0,0 0 0,0-1 0,0 1 0,0-1 0,0 1 0,-3 0 0,-23 1 0,1-1 0,-37-3 0,5 0 0,-27 2-1365,74 0-5461</inkml:trace>
</inkml:ink>
</file>

<file path=ppt/ink/ink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8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204 16 24575,'-22'-3'0,"-10"0"0,-1 0 0,1 0 0,5 2 0,4-1 0,3 2 0,6 0-8191</inkml:trace>
</inkml:ink>
</file>

<file path=ppt/ink/ink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8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605 15 24575,'20'-3'0,"16"-5"0,-45 5 0,-9 2 0,-4 2 0,-31 5 0,-2 1 0,-79 7 0,-31 2 0,145-15 0,1 0 0,0 2 0,0 0 0,0 1 0,0 1 0,-29 12 0,46-16 0,0-1 0,1 1 0,-1 0 0,1 0 0,-1 0 0,1 0 0,-1 0 0,1 0 0,0 0 0,-1 1 0,1-1 0,0 0 0,0 1 0,0-1 0,0 1 0,0-1 0,0 1 0,1-1 0,-1 1 0,0 0 0,1-1 0,-1 1 0,1 0 0,0 0 0,0-1 0,-1 4 0,2-2 0,-1-1 0,0 0 0,1 1 0,0-1 0,0 0 0,-1 1 0,1-1 0,1 0 0,-1 0 0,0 0 0,0 0 0,1 0 0,-1 0 0,1 0 0,0 0 0,-1-1 0,1 1 0,0-1 0,2 2 0,7 4 0,0-2 0,0 1 0,0-1 0,1-1 0,15 4 0,62 10 0,-52-13 0,-20-3 0,0 0 0,0 1 0,29 10 0,-45-13 0,0 0 0,0 1 0,1-1 0,-1 1 0,0-1 0,0 1 0,0-1 0,0 1 0,0 0 0,0-1 0,0 1 0,0 0 0,0 0 0,0 0 0,0 0 0,-1 0 0,1 0 0,0 0 0,-1 0 0,1 0 0,0 0 0,-1 0 0,0 0 0,1 0 0,-1 1 0,0-1 0,1 0 0,-1 0 0,0 2 0,0-1 0,-1 0 0,0 0 0,1-1 0,-1 1 0,0 0 0,0-1 0,0 1 0,0-1 0,0 0 0,0 1 0,0-1 0,-1 0 0,1 1 0,0-1 0,-1 0 0,1 0 0,-1 0 0,1 0 0,-4 1 0,-89 38 0,62-27 0,-60 32 0,81-38 0,-51 34 0,56-37 0,1 0 0,0 1 0,0 0 0,1 0 0,-1 0 0,1 0 0,0 1 0,-5 9 0,8-14 0,1 1 0,-1-1 0,0 1 0,0-1 0,1 1 0,-1 0 0,1-1 0,0 1 0,-1-1 0,1 1 0,0 0 0,0-1 0,0 1 0,0 0 0,0-1 0,1 1 0,-1 0 0,0-1 0,1 1 0,-1-1 0,1 1 0,0-1 0,-1 1 0,1-1 0,0 1 0,0-1 0,0 1 0,0-1 0,0 0 0,0 0 0,0 1 0,1-1 0,-1 0 0,0 0 0,1 0 0,-1-1 0,0 1 0,1 0 0,2 1 0,6 1 0,0 1 0,0-1 0,1-1 0,-1 0 0,11 0 0,-12 0 0,46 3 0,0-2 0,81-5 0,109-23 0,-206 20 0,-1 0-95,-3 2-540,62-15 0,-84 14-6191</inkml:trace>
</inkml:ink>
</file>

<file path=ppt/ink/ink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9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14 1 24575,'-1'2'0,"-1"0"0,1 0 0,-1 0 0,1 1 0,0-1 0,0 1 0,0-1 0,0 1 0,0-1 0,1 1 0,-1-1 0,1 1 0,0 0 0,0-1 0,0 1 0,0 0 0,0 2 0,1 7 0,1 0 0,4 15 0,-5-25 0,9 31 0,-9-31 0,-1 0 0,1 0 0,0 0 0,0 0 0,0-1 0,0 1 0,0 0 0,0-1 0,1 1 0,-1 0 0,1-1 0,-1 0 0,1 1 0,1 0 0,-2-2 0,0 1 0,-1-1 0,1 0 0,0 0 0,0 0 0,-1 0 0,1-1 0,0 1 0,-1 0 0,1 0 0,0 0 0,-1-1 0,1 1 0,0 0 0,-1-1 0,1 1 0,0 0 0,-1-1 0,1 1 0,-1-1 0,1 1 0,-1-1 0,1 1 0,-1-1 0,1 1 0,-1-1 0,1 0 0,-1 1 0,0-1 0,1-1 0,11-23 0,-11 21 0,9-34 0,-9 32 0,0 0 0,0 1 0,1-1 0,-1 1 0,1-1 0,1 1 0,-1 0 0,1 0 0,-1 0 0,2 0 0,4-7 0,-7 11 0,0 1 0,1-1 0,-1 0 0,0 1 0,1-1 0,-1 0 0,1 1 0,-1 0 0,0-1 0,1 1 0,-1 0 0,1 0 0,-1-1 0,1 1 0,-1 0 0,1 1 0,-1-1 0,1 0 0,-1 0 0,1 1 0,-1-1 0,1 1 0,-1-1 0,0 1 0,1-1 0,-1 1 0,2 1 0,6 4 0,-1-1 0,16 14 0,-16-13 0,26 23 0,63 46 0,-90-70-105,-4-3-35,-1-1 0,1 1 0,0 0 0,-1 0 0,0 0 0,1 0 0,-1 0 0,3 4 0</inkml:trace>
</inkml:ink>
</file>

<file path=ppt/ink/ink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9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16 24575,'0'-2'0,"1"1"0,-1 1 0,1-1 0,0 0 0,-1 0 0,1 0 0,0 0 0,0 0 0,-1 1 0,1-1 0,0 0 0,0 0 0,0 1 0,0-1 0,0 1 0,0-1 0,0 1 0,0-1 0,0 1 0,0 0 0,0 0 0,0-1 0,1 1 0,1 0 0,0 0 0,-1 0 0,1 1 0,-1-1 0,1 1 0,-1-1 0,1 1 0,-1 0 0,4 2 0,3 2 0,0 1 0,0-1 0,-1 2 0,8 6 0,36 37 0,-21-20 0,44 34 0,-58-51-115,6 3-510,34 21 0,-48-33-6201</inkml:trace>
</inkml:ink>
</file>

<file path=ppt/ink/ink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9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207 0 24575,'-22'22'0,"-9"10"0,-1 2 0,7-3 0,4-3 0,6-5 0,3-4 0,1-2 0,2-2 0,1-3 0,1-1 0,0-3 0,0 0 0</inkml:trace>
</inkml:ink>
</file>

<file path=ppt/ink/ink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9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160 1 24575,'-13'6'0,"0"1"0,1 1 0,0 0 0,0 1 0,1 0 0,0 1 0,0 0 0,1 1 0,-9 12 0,15-16 0,-1-1 0,1 1 0,1-1 0,-1 1 0,1 1 0,1-1 0,-1 0 0,1 1 0,0-1 0,1 1 0,0-1 0,0 1 0,1 0 0,0 0 0,0-1 0,0 1 0,1 0 0,4 14 0,1-4 0,1 0 0,18 33 0,-18-38 0,-1-1 0,0 1 0,0 0 0,-2 1 0,1-1 0,-2 1 0,3 17 0,-3 25 0,-3-32 0,6 38 0,-3-40 0,-2-13 0,0-1 0,1 0 0,0 0 0,0 0 0,4 8 0,-5-13 0,0-1 0,1 0 0,-1 0 0,1 0 0,-1 1 0,1-1 0,0-1 0,0 1 0,0 0 0,0 0 0,0-1 0,0 1 0,0-1 0,1 0 0,-1 0 0,0 1 0,1-2 0,-1 1 0,1 0 0,3 0 0,15 2 0,-1-2 0,1 0 0,-1-1 0,30-4 0,-47 4 9,0-1-1,-1 1 1,1-1-1,0 0 1,0 0 0,0 0-1,-1 0 1,1 0-1,-1 0 1,1-1-1,-1 1 1,1-1-1,2-3 1,-3 4-80,-1 0 1,0-1-1,0 1 0,0-1 0,0 0 1,0 1-1,0-1 0,0 0 1,-1 0-1,1 1 0,0-1 0,-1 0 1,0 0-1,1 0 0,-1 0 1,0 0-1,0 0 0,0 1 0,0-1 1,-1-3-1,-1-7-6755</inkml:trace>
</inkml:ink>
</file>

<file path=ppt/ink/ink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9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2 24575,'0'8'0,"1"0"0,1 0 0,0 0 0,0 0 0,0 0 0,1 0 0,1-1 0,-1 1 0,1-1 0,0 0 0,7 9 0,-7-10 0,0-1 0,1 1 0,-1-1 0,1 0 0,0 0 0,1 0 0,-1-1 0,1 0 0,0 0 0,0 0 0,1-1 0,-1 0 0,1 0 0,8 3 0,-14-6 0,0 0 0,0 0 0,0 0 0,0 1 0,0-1 0,0 0 0,0 0 0,0-1 0,0 1 0,0 0 0,0 0 0,0 0 0,0-1 0,0 1 0,0 0 0,0-1 0,0 1 0,0-1 0,0 1 0,0-1 0,0 0 0,-1 1 0,1-1 0,0 0 0,0 0 0,-1 1 0,1-1 0,0 0 0,-1 0 0,1 0 0,-1 0 0,1 0 0,-1 0 0,0 0 0,1 0 0,-1 0 0,0 0 0,0 0 0,1-1 0,0-6 0,-1 0 0,1 0 0,-1 0 0,-1-9 0,0 7 0,0-2 0,1 4 0,-1 1 0,1-1 0,0 1 0,1-1 0,1-9 0,-2 16 0,1 0 0,-1 0 0,1-1 0,-1 1 0,0 0 0,1 0 0,0 0 0,-1 0 0,1 0 0,0 0 0,-1 0 0,1 0 0,0 0 0,0 0 0,0 1 0,0-1 0,0 0 0,0 0 0,0 1 0,0-1 0,0 1 0,0-1 0,0 1 0,0-1 0,1 1 0,-1 0 0,0 0 0,0-1 0,0 1 0,1 0 0,-1 0 0,0 0 0,0 0 0,0 0 0,1 1 0,-1-1 0,0 0 0,0 0 0,2 1 0,6 3 0,1 0 0,-1 0 0,0 1 0,-1 0 0,15 10 0,6 4 0,-11-8 0,0-1 0,-2 2 0,28 24 0,-43-35-114,0-1 62,-1 1 0,0-1 0,0 0 0,1 1 0,-1-1 0,0 0-1,1 0 1,-1 1 0,0-1 0,1 0 0,-1 0 0,0 1 0,1-1-1,-1 0 1,0 0 0,1 0 0,-1 0 0,1 0 0,-1 1 0,0-1-1,1 0 1,-1 0 0,1 0 0</inkml:trace>
</inkml:ink>
</file>

<file path=ppt/ink/ink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9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59 24575,'2'-5'0,"1"0"0,1 1 0,-1-1 0,1 1 0,-1-1 0,1 1 0,1 1 0,-1-1 0,0 0 0,1 1 0,5-3 0,-7 5 0,-1 0 0,1 0 0,0 0 0,0 0 0,0 1 0,0-1 0,-1 1 0,1 0 0,0 0 0,0 0 0,0 0 0,0 0 0,0 1 0,0-1 0,0 1 0,0 0 0,-1 0 0,1 0 0,0 0 0,-1 0 0,1 0 0,-1 1 0,3 1 0,36 27 0,41 39 0,-50-42 0,-29-23 0,1-1 0,0 1 0,-1 0 0,0 0 0,1 0 0,-2 0 0,1 0 0,0 1 0,-1-1 0,0 1 0,2 6 0,-1-2 0,-2 0 0,1 1 0,-1-1 0,-1 0 0,0 13 0,-2 6 0,-12 54 0,8-53 0,-3 46 0,9-67 0,0-1 0,1 1 0,0 0 0,0 0 0,1 0 0,0-1 0,0 1 0,6 11 0,3 3 0,19 29 0,-18-32 0,-11-16 0,1-1 0,0 1 0,-1 0 0,0 0 0,0 0 0,1 0 0,-2 0 0,1 0 0,1 6 0,-2-8 0,-1 0 0,1 0 0,0 0 0,0 0 0,-1 0 0,1 0 0,0 0 0,-1 0 0,1 0 0,-1 0 0,1 0 0,-1 0 0,1 0 0,-1 0 0,0 0 0,0-1 0,1 1 0,-1 0 0,0 0 0,0-1 0,0 1 0,0 0 0,0-1 0,0 1 0,0-1 0,0 0 0,0 1 0,0-1 0,0 0 0,-2 1 0,-13 3-455,0-1 0,-19 2 0,19-4-6371</inkml:trace>
</inkml:ink>
</file>

<file path=ppt/ink/ink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9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105 188 24575,'51'1'0,"58"-2"0,-100 0 0,0-1 0,0 1 0,0-2 0,-1 1 0,1-1 0,-1 0 0,15-8 0,-20 9 0,-1 1 0,1-1 0,-1 0 0,0 0 0,0 0 0,0 0 0,0 0 0,0 0 0,0-1 0,0 1 0,-1 0 0,2-4 0,-2 4 0,-1 0 0,1 0 0,-1 0 0,1 0 0,-1 0 0,0 0 0,0 0 0,0 0 0,0 0 0,0-1 0,0 1 0,-1 0 0,1 0 0,-1 0 0,0 0 0,1 0 0,-1 0 0,-2-3 0,1 2 0,0 0 0,0 0 0,-1 0 0,1 0 0,-1 0 0,1 0 0,-1 1 0,0-1 0,0 1 0,-1 0 0,1 0 0,-4-2 0,-7-2 0,-25-9 0,13 6 0,13 4 0,0 1 0,0 0 0,0 1 0,0 0 0,0 1 0,-1 1 0,-18 0 0,26 1 0,1 0 0,-1 1 0,1 0 0,0 0 0,-1 0 0,1 1 0,0-1 0,-1 1 0,1 1 0,0-1 0,1 1 0,-1-1 0,0 2 0,1-1 0,0 0 0,-1 1 0,1 0 0,1 0 0,-1 0 0,-5 8 0,5-6 0,1 0 0,0 1 0,0 0 0,1 0 0,-1-1 0,2 1 0,-1 1 0,1-1 0,0 0 0,0 0 0,1 0 0,0 1 0,0-1 0,1 0 0,-1 0 0,2 0 0,-1 1 0,1-1 0,0 0 0,1-1 0,0 1 0,0 0 0,0-1 0,0 0 0,1 1 0,1-2 0,-1 1 0,1 0 0,-1-1 0,11 9 0,-1-4 0,-1-1 0,1-1 0,0 0 0,1-1 0,0 0 0,0-2 0,0 1 0,27 4 0,-2-3 0,0-1 0,53-1 0,-84-4-109,3-1 190,0 0 0,12-1 0,-21 0-181,-1 1 0,1-1 0,0 1 0,-1-1 0,1 0 0,0 0 0,-1 0 0,1 0 0,-1 0 1,0-1-1,1 1 0,-1-1 0,0 0 0,3-2 0,1-4-6726</inkml:trace>
</inkml:ink>
</file>

<file path=ppt/ink/ink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9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338 1 24575,'-22'0'0,"-10"0"0,-2 0 0,3 2 0,4 1 0,3 3 0,5 0 0,2-1 0,2-2 0,1 0 0,0-2 0,0 2 0,-2 0 0,-1 0 0,0 0 0,3-4 0,3-2-8191</inkml:trace>
</inkml:ink>
</file>

<file path=ppt/ink/ink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9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138 16 24575,'-2'-2'0,"-1"0"0,0-1 0,1 2 0,-1-1 0,-5-3 0,8 5 0,0 0 0,-1 0 0,1 0 0,0 0 0,0 0 0,0 0 0,0-1 0,0 1 0,-1 0 0,1 0 0,0 0 0,0 0 0,0 0 0,0 0 0,-1 0 0,1 0 0,0 0 0,0 0 0,0 0 0,-1 0 0,1 0 0,0 0 0,0 0 0,0 0 0,0 1 0,-1-1 0,1 0 0,0 0 0,0 0 0,0 0 0,0 0 0,0 0 0,-1 0 0,1 0 0,0 1 0,0-1 0,0 0 0,0 0 0,4 14 0,22 34 0,20 35 0,76 129 0,-118-206 0,0 1 0,-1-1 0,1 1 0,-2 0 0,5 15 0,-6-21 0,-1 1 0,0-1 0,0 0 0,0 0 0,0 0 0,1 0 0,-2 0 0,1 1 0,0-1 0,0 0 0,0 0 0,0 0 0,-1 0 0,1 0 0,-1 1 0,1-1 0,-1 0 0,1 0 0,-1 0 0,1 0 0,-1 0 0,0-1 0,0 1 0,0 0 0,1 0 0,-1 0 0,0-1 0,0 1 0,0 0 0,0-1 0,0 1 0,0-1 0,0 1 0,0-1 0,0 1 0,-1-1 0,1 0 0,0 0 0,0 1 0,-1-1 0,-10 1 0,1 0 0,0-1 0,-1 0 0,1-1 0,0 0 0,0 0 0,-17-6 0,-75-28 0,90 30 0,0-1 0,-13-8 0,21 11 0,1 0 0,-1 0 0,1 0 0,0-1 0,0 1 0,1-1 0,-1 0 0,-5-8 0,9 11 0,-1 0 0,1 0 0,-1 0 0,0 0 0,1 0 0,0 0 0,-1-1 0,1 1 0,0 0 0,0 0 0,-1 0 0,1-1 0,0 1 0,0 0 0,0 0 0,1-1 0,-1 1 0,0 0 0,0 0 0,1 0 0,-1-1 0,1-1 0,1 1 0,-1 0 0,1 0 0,-1 0 0,1 0 0,0 1 0,0-1 0,-1 0 0,1 1 0,0-1 0,4-1 0,3-2 0,1 1 0,0 0 0,-1 0 0,14-2 0,-9 3-151,-1 0-1,1-1 0,-1 0 0,0-1 1,-1-1-1,1 0 0,-1-1 1,21-15-1,-24 14-6674</inkml:trace>
</inkml:ink>
</file>

<file path=ppt/ink/ink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9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23 24575,'5'-7'0,"1"0"0,-2 0 0,-2 5 0</inkml:trace>
</inkml:ink>
</file>

<file path=ppt/ink/ink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30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0 319 24575,'21'7'0,"-2"0"0,-1-1 0,1-1 0,0 0 0,0-1 0,33 1 0,-49-5 0,0 0 0,1-1 0,-1 0 0,0 0 0,0 0 0,1 0 0,-1 0 0,0 0 0,4-3 0,-6 3 0,-1 1 0,1-1 0,-1 1 0,1-1 0,0 1 0,-1-1 0,1 1 0,-1-1 0,1 1 0,-1-1 0,1 0 0,-1 1 0,0-1 0,1 0 0,-1 0 0,0 1 0,0-1 0,1-1 0,-1 1 0,0 1 0,-1-1 0,1 0 0,0 0 0,0 1 0,0-1 0,-1 0 0,1 0 0,-1 1 0,1-1 0,0 0 0,-1 1 0,1-1 0,-1 1 0,1-1 0,-1 0 0,0 1 0,1-1 0,-1 1 0,1 0 0,-1-1 0,-1 0 0,-38-23 0,26 16 0,1 1 0,0-2 0,1 0 0,-22-20 0,29 23 0,0 0 0,0 1 0,1-2 0,0 1 0,1 0 0,-1-1 0,1 0 0,1 0 0,-1 1 0,1-2 0,-1-7 0,2 11 0,0 0 0,1 0 0,0 0 0,0 0 0,0 0 0,0 0 0,1 1 0,-1-1 0,1 0 0,0 0 0,0 1 0,1-1 0,-1 0 0,1 1 0,-1-1 0,1 1 0,0 0 0,1-1 0,-1 1 0,0 0 0,1 0 0,4-4 0,3 1 0,0-1 0,0 1 0,0 0 0,0 1 0,1 1 0,0-1 0,0 2 0,0-1 0,0 2 0,14-3 0,10 1 0,1 2 0,35 1 0,-64 1 0,1 1 0,-1-1 0,0 1 0,0 1 0,0-1 0,0 1 0,0 1 0,6 2 0,-11-4 0,0 0 0,0 0 0,0 0 0,0 0 0,0 1 0,-1-1 0,1 1 0,0-1 0,-1 1 0,1-1 0,-1 1 0,0 0 0,0 0 0,0 0 0,0 0 0,0 0 0,0 0 0,0 0 0,0 0 0,-1 0 0,1 0 0,-1 0 0,1 0 0,-1 0 0,0 1 0,0-1 0,0 0 0,0 0 0,-1 4 0,-2 6 0,-1 0 0,0-1 0,0 0 0,-10 16 0,-8 22 0,20-43 0,1-1 0,-1 0 0,1 1 0,0-1 0,1 1 0,-1-1 0,1 10 0,1-13 0,-1 0 0,0-1 0,0 1 0,1 0 0,-1 0 0,1 0 0,0 0 0,-1 0 0,1 0 0,0-1 0,0 1 0,0 0 0,1-1 0,-1 1 0,0 0 0,0-1 0,1 0 0,-1 1 0,1-1 0,-1 0 0,1 0 0,0 0 0,-1 0 0,1 0 0,0 0 0,0 0 0,0 0 0,0-1 0,3 1 0,5 1 0,0-1 0,0-1 0,0 1 0,19-3 0,-5 0 0,-11 2-341,1-1 0,0 0-1,23-6 1,-28 4-6485</inkml:trace>
</inkml:ink>
</file>

<file path=ppt/ink/ink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30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3 24575,'0'0'0,"1"-1"0,-1 1 0,0 0 0,0 0 0,0 0 0,0 0 0,0-1 0,1 1 0,-1 0 0,0 0 0,0 0 0,0 0 0,1 0 0,-1 0 0,0 0 0,0 0 0,0-1 0,1 1 0,-1 0 0,0 0 0,0 0 0,0 0 0,1 0 0,-1 0 0,0 0 0,0 0 0,1 0 0,-1 0 0,0 0 0,0 1 0,0-1 0,1 0 0,-1 0 0,0 0 0,0 0 0,5 8 0,-3 13 0,-2-21 0,1 12 0,0-1 0,1 1 0,0-1 0,1 0 0,0 0 0,0 0 0,7 13 0,41 85 0,-51-108-32,0-1-1,0 0 1,0 0-1,1 0 1,-1 0-1,0 0 1,0 0-1,0 1 1,0-1-1,0 0 1,1 0-1,-1 0 1,0 0-1,0 1 1,0-1-1,0 0 1,0 0-1,0 0 1,0 0-1,0 1 1,0-1-1,0 0 1,0 0-1,0 0 1,0 1-1,0-1 1,0 0-1,0 0 1,0 0-1,0 1 1,0-1-1,0 0 1,0 0-1,0 0 1,0 0-1,0 1 1,-1-1-1,1 0 0,0 0 1,0 0-1,0 1 1</inkml:trace>
</inkml:ink>
</file>

<file path=ppt/ink/ink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30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475 60 24575,'-1'-3'0,"0"1"0,0-1 0,0 1 0,0 0 0,-1-1 0,1 1 0,-1 0 0,0 0 0,0 0 0,0 0 0,0 0 0,0 1 0,0-1 0,0 1 0,0-1 0,-1 1 0,1 0 0,-1-1 0,1 1 0,-5-1 0,-4 0 0,0-1 0,-1 2 0,-18-2 0,2 1 0,-22-3 0,0 2 0,-75 4 0,102 2-455,0 1 0,-32 9 0,41-9-6371</inkml:trace>
</inkml:ink>
</file>

<file path=ppt/ink/ink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30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56 24575,'21'23'0,"-12"-12"0,18 15 0,-17-18 0,20 12 0,-28-18 0,0-1 0,1 1 0,-1-1 0,1 0 0,0 0 0,-1 0 0,1 0 0,0-1 0,0 1 0,0-1 0,-1 0 0,1 1 0,0-1 0,4-1 0,-6 1 0,1-1 0,-1 1 0,0-1 0,0 1 0,0-1 0,0 0 0,0 1 0,0-1 0,0 0 0,0 0 0,-1 0 0,1 0 0,0 0 0,0 0 0,-1 0 0,1 0 0,0 0 0,-1 0 0,1 0 0,-1 0 0,0 0 0,1 0 0,-1-1 0,0 1 0,0 0 0,1-2 0,-1-5 0,1 0 0,-2-16 0,1 7 0,0 13 0,0 0 0,1-1 0,-1 1 0,1 0 0,0 0 0,0 0 0,1 0 0,-1 0 0,1 0 0,0 0 0,4-6 0,-5 9 0,0-1 0,0 1 0,1 0 0,-1 0 0,1-1 0,-1 1 0,0 0 0,1 0 0,0 0 0,-1 1 0,1-1 0,-1 0 0,1 1 0,0-1 0,0 1 0,-1-1 0,1 1 0,0 0 0,0-1 0,0 1 0,-1 0 0,1 0 0,0 1 0,0-1 0,0 0 0,-1 1 0,1-1 0,0 1 0,2 0 0,14 7 0,-1 1 0,0 0 0,-1 2 0,22 15 0,4 4 0,-37-26-170,0 0-1,0 0 0,0 0 1,0 1-1,-1-1 0,0 1 1,7 11-1,-4-5-6655</inkml:trace>
</inkml:ink>
</file>

<file path=ppt/ink/ink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30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317 0 24575,'14'2'0,"-11"1"0,-9 1 0,-7-1 0,1-1 0,-1 0 0,1-1 0,-1 0 0,0-1 0,-17-2 0,-4 1 0,-17 2 0,-45-3 0,68-3-1365,16 2-5461</inkml:trace>
</inkml:ink>
</file>

<file path=ppt/ink/ink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30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332 26 24575,'-1'-1'0,"-1"-1"0,1 0 0,0 0 0,0 1 0,-1-1 0,1 1 0,-1-1 0,1 1 0,-1 0 0,0-1 0,1 1 0,-1 0 0,0 0 0,0 0 0,0 0 0,0 1 0,0-1 0,0 0 0,0 1 0,0-1 0,0 1 0,0 0 0,-3 0 0,-5 0 0,-1 0 0,1 1 0,-17 3 0,-5 1 0,-103-3-52,87-3-1261,34 1-5513</inkml:trace>
</inkml:ink>
</file>

<file path=ppt/ink/ink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30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65 121 24575,'-5'-16'0,"0"0"0,0 1 0,-2 0 0,0 0 0,-11-18 0,17 33 0,1-1 0,0 0 0,-1 1 0,1-1 0,0 0 0,-1 1 0,1-1 0,-1 1 0,1-1 0,-1 1 0,1-1 0,-1 1 0,0-1 0,1 1 0,-1 0 0,0-1 0,1 1 0,-1 0 0,0 0 0,1-1 0,-1 1 0,-1 0 0,1 0 0,1 1 0,0-1 0,0 1 0,-1-1 0,1 1 0,0-1 0,0 1 0,0-1 0,-1 1 0,1-1 0,0 1 0,0-1 0,0 1 0,0-1 0,0 1 0,0-1 0,0 1 0,0-1 0,0 1 0,0 0 0,0-1 0,1 1 0,-1-1 0,0 1 0,0-1 0,0 1 0,1-1 0,-1 0 0,0 1 0,1-1 0,0 1 0,5 14 0,2-1 0,0-1 0,19 24 0,35 33 0,-9-11 0,46 63 0,87 100 0,-127-148 0,-15-18 0,-32-38 0,-11-15 0,1 0 0,-1 0 0,1 0 0,0-1 0,0 1 0,0-1 0,0 1 0,5 3 0,-7-6 0,0 0 0,1 0 0,-1 0 0,0 0 0,0 0 0,0 0 0,0 0 0,0 0 0,0 1 0,0-1 0,0 0 0,0 0 0,0 0 0,0 0 0,1 0 0,-1 0 0,0 0 0,0 0 0,0 0 0,0 0 0,0 0 0,0 0 0,0 0 0,0 0 0,0 0 0,1 0 0,-1 0 0,0 0 0,0 0 0,0 0 0,0 0 0,0 0 0,0 0 0,0 0 0,0-1 0,0 1 0,0 0 0,1 0 0,-1 0 0,0 0 0,0 0 0,0 0 0,0 0 0,0 0 0,0 0 0,0 0 0,0 0 0,0 0 0,0-1 0,0 1 0,0 0 0,0 0 0,0 0 0,0 0 0,0 0 0,0 0 0,0 0 0,-1-9 0,-7-9 0,-7-6-1365,9 14-5461</inkml:trace>
</inkml:ink>
</file>

<file path=ppt/ink/ink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30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266 64 24575,'-5'-11'0,"0"0"0,0 1 0,-11-17 0,15 27 0,1 0 0,0-1 0,0 1 0,0 0 0,0 0 0,-1-1 0,1 1 0,0 0 0,0 0 0,0 0 0,-1-1 0,1 1 0,0 0 0,-1 0 0,1 0 0,0 0 0,0-1 0,-1 1 0,1 0 0,0 0 0,-1 0 0,1 0 0,0 0 0,-1 0 0,1 0 0,0 0 0,-1 0 0,1 0 0,0 0 0,0 0 0,-1 0 0,1 0 0,0 0 0,-1 0 0,1 1 0,0-1 0,-1 0 0,1 0 0,0 0 0,0 0 0,-1 1 0,1-1 0,0 0 0,0 0 0,-1 0 0,1 1 0,0-1 0,0 0 0,0 0 0,0 1 0,-1-1 0,1 0 0,0 1 0,0-1 0,0 0 0,0 1 0,0-1 0,0 0 0,0 0 0,0 1 0,-9 27 0,7-19 0,-7 15 0,-22 44 0,24-54 0,0 1 0,2-1 0,-1 1 0,2 0 0,-5 27 0,-3 79 0,11-99 0,-1-1 0,-1 0 0,-1 0 0,-1 0 0,-1-1 0,0 1 0,-2-1 0,0-1 0,-21 36 0,27-52 16,-1 0 0,0 0-1,0 0 1,0 0 0,-6 3-1,6-4-161,1-1 0,0 1 1,-1 0-1,1 0 0,0 1 0,0-1 0,0 0 0,0 1 0,-3 4 0</inkml:trace>
</inkml:ink>
</file>

<file path=ppt/ink/ink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30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173 26 24575,'-1'-2'0,"1"0"0,-1 0 0,0 0 0,0 0 0,0 0 0,0 0 0,0 0 0,0 0 0,-3-3 0,4 5 0,0-1 0,-1 1 0,1 0 0,0 0 0,-1 0 0,1-1 0,0 1 0,-1 0 0,1 0 0,0 0 0,-1 0 0,1 0 0,0-1 0,-1 1 0,1 0 0,0 0 0,-1 0 0,1 0 0,0 0 0,-1 0 0,1 0 0,-1 0 0,0 1 0,1-1 0,-1 0 0,0 1 0,0-1 0,1 1 0,-1 0 0,1-1 0,-1 1 0,0 0 0,1-1 0,-1 1 0,1 0 0,-1-1 0,1 1 0,-1 1 0,-11 25 0,-11 39 0,1-3 0,11-36 0,-8 20 0,-25 94 0,40-126 0,1 0 0,1 0 0,1 0 0,0 1 0,1-1 0,0 0 0,2 0 0,0 0 0,0 0 0,9 28 0,-3-22 24,1-1 0,0 0 0,2 0 0,23 33 0,-25-41-189,1-1 0,0 0 0,0 0 0,1-1 0,1 0 0,0-1 0,0 0 0,15 7 0,-15-10-6661</inkml:trace>
</inkml:ink>
</file>

<file path=ppt/ink/ink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30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3 230 24575,'205'-83'0,"-200"81"0,-1 0 0,1 0 0,-1 0 0,0 0 0,0-1 0,0 1 0,0-1 0,4-5 0,-7 7 0,0 0 0,0 0 0,0 0 0,0 0 0,0 0 0,0 0 0,-1-1 0,1 1 0,0 0 0,-1 0 0,1-1 0,-1 1 0,1-1 0,-1 1 0,0 0 0,0-1 0,0 1 0,1-1 0,-2 1 0,1-1 0,0 1 0,0 0 0,0-1 0,0 1 0,-1-1 0,1 1 0,-1 0 0,1-1 0,-1 1 0,0 0 0,-1-2 0,-2-3 0,0 1 0,-1 0 0,0 0 0,0 0 0,0 0 0,-1 1 0,1 0 0,-1 0 0,0 1 0,0 0 0,-9-4 0,3 3 0,1 0 0,0 0 0,-1 1 0,0 1 0,-21-2 0,29 4 0,0 0 0,1 0 0,-1 0 0,1 0 0,-1 1 0,0-1 0,1 1 0,0 0 0,-1 0 0,1 0 0,-1 1 0,1-1 0,0 1 0,0 0 0,0 0 0,0 0 0,0 0 0,0 1 0,1-1 0,-1 1 0,1-1 0,-1 1 0,1 0 0,0 0 0,0 0 0,1 0 0,-1 0 0,1 1 0,-1-1 0,1 1 0,0-1 0,0 0 0,0 1 0,1 0 0,-1-1 0,1 1 0,0 5 0,0 0 0,0 1 0,1 0 0,0 0 0,1 0 0,0-1 0,1 1 0,0-1 0,0 0 0,1 0 0,0 0 0,0 0 0,1 0 0,9 10 0,-5-7 0,1-1 0,0 0 0,1 0 0,0-1 0,1 0 0,0-1 0,1-1 0,15 8 0,-7-7 0,0-1 0,0 0 0,1-2 0,0-1 0,41 4 0,-56-8 0,-1 1 0,0-1 0,0-1 0,0 1 0,0-1 0,0 0 0,-1-1 0,1 1 0,0-1 0,7-2 0,-7-2-1365</inkml:trace>
</inkml:ink>
</file>

<file path=ppt/ink/ink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31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42 15 24575,'-3'-2'0,"0"0"0,0 0 0,0 0 0,-1 0 0,-5-2 0,8 4 0,1 0 0,0 0 0,-1 0 0,1-1 0,-1 1 0,1 0 0,-1 0 0,1 0 0,-1 0 0,1 0 0,-1 0 0,1 0 0,-1 0 0,1 0 0,-1 1 0,1-1 0,-1 0 0,1 0 0,-1 0 0,1 1 0,-1-1 0,1 0 0,0 0 0,-1 1 0,1-1 0,-1 0 0,1 1 0,0-1 0,-1 0 0,1 1 0,0-1 0,0 1 0,-1-1 0,1 0 0,0 1 0,0-1 0,-1 1 0,1-1 0,0 1 0,0-1 0,0 1 0,0-1 0,0 1 0,0-1 0,0 1 0,0-1 0,0 1 0,0-1 0,0 1 0,0-1 0,0 1 0,0-1 0,1 1 0,1 11 0,1 0 0,0 0 0,1-1 0,1 0 0,-1 0 0,12 19 0,-2-3 0,83 153 0,-8-17 0,-85-156 0,-3-4 0,1 0 0,0 0 0,-1 0 0,1 0 0,-1 1 0,0-1 0,0 0 0,-1 1 0,1-1 0,-1 1 0,1 3 0,-1-7 0,0 1 0,-1-1 0,1 1 0,0-1 0,0 1 0,0-1 0,-1 1 0,1-1 0,0 1 0,0-1 0,-1 0 0,1 1 0,0-1 0,-1 0 0,1 1 0,0-1 0,-1 0 0,1 1 0,-1-1 0,1 0 0,-1 0 0,1 0 0,0 1 0,-1-1 0,1 0 0,-1 0 0,1 0 0,-1 0 0,1 0 0,-1 0 0,1 0 0,-1 0 0,1 0 0,-1 0 0,1 0 0,-1 0 0,1 0 0,-1 0 0,1 0 0,-1-1 0,1 1 0,-1 0 0,-21-10 0,21 10 0,-21-14 0,0-1 0,1-2 0,0 0 0,2 0 0,-19-22 0,29 29 0,1 0 0,-1-1 0,-11-20 0,18 28 0,1 0 0,-1-1 0,0 1 0,1 0 0,0-1 0,0 1 0,0-1 0,0 1 0,0-1 0,1 0 0,0 1 0,0-1 0,0 0 0,0 1 0,0-1 0,1 1 0,-1-1 0,3-5 0,-2 6 0,1 1 0,-1 0 0,1 0 0,0 0 0,-1 0 0,1 0 0,0 0 0,1 0 0,-1 1 0,0-1 0,0 1 0,1-1 0,-1 1 0,0 0 0,1 0 0,0 0 0,-1 0 0,1 0 0,-1 1 0,4-1 0,8-1 0,0 1 0,22 0 0,-27 1 0,40 1-1365,-36 0-5461</inkml:trace>
</inkml:ink>
</file>

<file path=ppt/ink/ink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31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10 24575,'5'-5'0,"1"1"0,1 4 0,0 3 0</inkml:trace>
</inkml:ink>
</file>

<file path=ppt/ink/ink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31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1 126 24575,'0'3'0,"0"-1"0,1 0 0,-1 1 0,1-1 0,0 0 0,0 0 0,0 0 0,0 1 0,0-1 0,0 0 0,0 0 0,4 3 0,21 22 0,-22-23 0,8 7 0,0-1 0,0 0 0,1-1 0,24 13 0,-30-19 0,1 1 0,-1-1 0,1 0 0,0-1 0,0 0 0,0 0 0,1-1 0,-1 0 0,0-1 0,14 0 0,-19 0 0,-1 0 0,1-1 0,-1 1 0,0-1 0,1 1 0,-1-1 0,0 0 0,0 0 0,1 0 0,-1-1 0,0 1 0,0 0 0,0-1 0,0 1 0,0-1 0,-1 0 0,1 1 0,0-1 0,-1 0 0,1 0 0,-1 0 0,0 0 0,2-4 0,-1 2 0,-1-1 0,0 1 0,0 0 0,0-1 0,0 1 0,-1-1 0,1 1 0,-1-1 0,0 1 0,-1-1 0,-1-8 0,2 13 0,0-1 0,0 1 0,0 0 0,-1-1 0,1 1 0,0-1 0,0 1 0,0 0 0,0-1 0,0 1 0,0-1 0,0 1 0,0 0 0,0-1 0,0 1 0,0-1 0,0 1 0,1 0 0,-1-1 0,0 1 0,0-1 0,0 1 0,0 0 0,1-1 0,-1 1 0,0 0 0,0-1 0,1 1 0,-1 0 0,0-1 0,1 1 0,-1 0 0,0 0 0,1-1 0,-1 1 0,0 0 0,1 0 0,-1 0 0,0-1 0,1 1 0,-1 0 0,1 0 0,-1 0 0,0 0 0,1 0 0,-1 0 0,1 0 0,-1 0 0,1 0 0,-1 0 0,0 0 0,1 0 0,-1 0 0,1 0 0,-1 1 0,0-1 0,1 0 0,-1 0 0,1 0 0,-1 1 0,30 13 0,-24-11 0,13 7 0,-9-4 0,1-1 0,-1 1 0,2-2 0,-1 0 0,18 5 0,-26-9 0,0 1 0,-1-1 0,1 0 0,0 0 0,0 0 0,0 0 0,-1-1 0,1 1 0,0-1 0,0 0 0,-1 0 0,1 1 0,-1-2 0,1 1 0,-1 0 0,1 0 0,-1-1 0,1 0 0,-1 1 0,0-1 0,0 0 0,0 0 0,0 0 0,0 0 0,-1 0 0,1-1 0,-1 1 0,1 0 0,1-4 0,-1 1 6,0 1 0,-1-1 0,1 0 0,-1 0 0,0 0 0,0 1 0,0-1 0,-1 0 0,0 0 0,0 0 0,0 0 0,0 0 0,-1 0 0,0 0 0,0 0 0,0 0 0,-1 0 0,1 1 0,-4-7 0,2 4-130,-1 0 0,0 0 1,-1 0-1,0 1 0,0 0 0,0 0 1,0 0-1,-1 0 0,0 1 0,0 0 1,-9-6-1,6 6-6702</inkml:trace>
</inkml:ink>
</file>

<file path=ppt/ink/ink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31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0 24575,'25'8'0,"-1"2"0,0 0 0,0 2 0,38 25 0,-47-26 0,-2 0 0,1 0 0,-2 2 0,0-1 0,0 2 0,-1-1 0,-1 2 0,10 16 0,-7-6 0,-1 0 0,-1 1 0,-1 0 0,-1 1 0,7 40 0,-11-34 0,0-1 0,-3 1 0,0 0 0,-5 45 0,2-64 0,-2 1 0,1 0 0,-2-1 0,0 0 0,-1 0 0,0 0 0,-1-1 0,0 1 0,-1-2 0,-1 1 0,0-1 0,-1 0 0,0 0 0,-1-1 0,0 0 0,-23 18 0,21-19-1365,3-1-5461</inkml:trace>
</inkml:ink>
</file>

<file path=ppt/ink/ink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31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17 49 24575,'0'-15'0,"1"10"0,-1 0 0,0 1 0,0-1 0,-2-7 0,-1 9 0,0 8 0,-2 8 0,2 13 0,1 0 0,3 49 0,0-27 0,3 22 0,20 114 0,-3-46 0,3 218 0,-25-106 0,2-238 0,0 1 0,3 14 0,-2-19 0,0 0 0,-1 0 0,0 1 0,-1-1 0,0 0 0,0 1 0,-2 9 0,-1-4-1365,0-1-5461</inkml:trace>
</inkml:ink>
</file>

<file path=ppt/ink/ink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31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14 57 24575,'-1'1'0,"0"-1"0,1 0 0,-1 1 0,0-1 0,1 0 0,-1 1 0,1-1 0,-1 1 0,0-1 0,1 1 0,-1-1 0,1 1 0,-1 0 0,1-1 0,0 1 0,-1 0 0,1-1 0,0 1 0,-1 0 0,1 0 0,0-1 0,0 1 0,-1 0 0,1 0 0,0-1 0,0 1 0,0 1 0,-2 22 0,3-18 0,-1-1 0,1 1 0,1 0 0,-1-1 0,1 1 0,0-1 0,0 1 0,0-1 0,1 0 0,0 0 0,7 9 0,0-2 0,0 0 0,0-1 0,17 13 0,-20-19 0,0 0 0,0 0 0,1-1 0,-1 0 0,16 6 0,-19-9 0,0 1 0,1-1 0,-1 0 0,0 0 0,0 0 0,1-1 0,-1 1 0,0-1 0,1 0 0,-1 0 0,0-1 0,1 0 0,5-1 0,-9 2 0,1-1 0,-1 0 0,0 1 0,0-1 0,0 0 0,0 0 0,1 0 0,-1 0 0,0 0 0,-1 0 0,1 0 0,0 0 0,0 0 0,0-1 0,-1 1 0,2-2 0,-1-1 0,0 1 0,0-1 0,0 1 0,-1-1 0,1 1 0,-1-6 0,0 0 0,0 0 0,-1 1 0,-1-1 0,-3-13 0,5 22 0,0 0 0,0 0 0,0 0 0,1 0 0,-1 0 0,0 0 0,0 0 0,0 0 0,0 0 0,0 0 0,0 0 0,0 0 0,0 0 0,1 0 0,-1 0 0,0 0 0,0 0 0,0 0 0,0 0 0,0 0 0,0 0 0,0 0 0,1 0 0,-1 0 0,0 0 0,0 0 0,0 0 0,0 0 0,0-1 0,0 1 0,0 0 0,0 0 0,0 0 0,0 0 0,0 0 0,1 0 0,-1 0 0,0 0 0,0 0 0,0-1 0,0 1 0,0 0 0,0 0 0,0 0 0,0 0 0,0 0 0,0 0 0,12 12 0,-5-5 0,6 4 0,0-1 0,0 0 0,27 13 0,-32-19 0,0 0 0,0-1 0,0 0 0,1 0 0,0-1 0,-1 0 0,1 0 0,15 0 0,-22-2 0,0 0 0,0 0 0,0 0 0,-1-1 0,1 1 0,0 0 0,0-1 0,-1 1 0,1-1 0,0 0 0,-1 1 0,1-1 0,-1 0 0,1 0 0,-1 0 0,1 0 0,-1 0 0,1 0 0,-1-1 0,1-1 0,0 1 0,-1 0 0,0-1 0,0 1 0,0 0 0,0-1 0,0 0 0,0 1 0,-1-1 0,1 1 0,-1-1 0,0 0 0,0-3 0,-1-4 0,0-1 0,0 0 0,-2 1 0,1-1 0,-7-15 0,4 12-195,-2 0 0,0 0 0,-1 1 0,0-1 0,-1 2 0,-18-22 0,14 20-6631</inkml:trace>
</inkml:ink>
</file>

<file path=ppt/ink/ink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31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302 1 24575,'-19'0'0,"-1"0"0,1 2 0,-30 5 0,30-4-170,-1-1-1,1 0 0,-1-2 1,0 0-1,1-1 0,-1-1 1,-23-5-1,29 4-6655</inkml:trace>
</inkml:ink>
</file>

<file path=ppt/ink/ink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31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187 44 24575,'-12'-10'0,"-7"-3"0,0 3 0,1 4 0,1 2 0,1 4 0,0 3 0,2 0 0,-1 3 0,1-1 0,-1 0 0,4-1-8191</inkml:trace>
</inkml:ink>
</file>

<file path=ppt/ink/ink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31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1 390 24575,'1'1'0,"67"11"0,81 5 0,-145-17 0,-1 0 0,1 0 0,-1-1 0,1 1 0,0-1 0,-1 0 0,1 0 0,-1 0 0,0 0 0,1-1 0,3-1 0,-6 2 0,-1 1 0,1-1 0,0 0 0,0 1 0,0-1 0,0 0 0,-1 0 0,1 0 0,0 1 0,-1-1 0,1 0 0,-1 0 0,1 0 0,-1 0 0,1 0 0,-1 0 0,0 0 0,0 0 0,1 0 0,-1 0 0,0 0 0,0 0 0,0 0 0,0 0 0,0-1 0,0 1 0,0 0 0,-1 0 0,1 0 0,0 0 0,0 0 0,-1 0 0,1 0 0,-1 0 0,1 0 0,-1 0 0,1 1 0,-1-1 0,0 0 0,1 0 0,-2-1 0,-5-6 0,-1 0 0,1 1 0,-13-10 0,-14-14 0,32 29 0,-12-13 0,0-1 0,1 0 0,-19-31 0,29 42 0,1-1 0,-1 1 0,1-1 0,0 1 0,0-1 0,1 0 0,0 0 0,0 0 0,0 0 0,1 0 0,-1 0 0,2 0 0,-1 0 0,0 0 0,1 0 0,0 0 0,4-10 0,-3 12 0,0-1 0,1 1 0,-1 0 0,1-1 0,0 1 0,1 1 0,-1-1 0,0 0 0,1 1 0,0 0 0,0 0 0,0 0 0,0 0 0,0 0 0,1 1 0,-1 0 0,1 0 0,8-2 0,5-2 0,0 2 0,0 0 0,32-2 0,-30 5 0,0 1 0,-1 0 0,28 5 0,-35-3 0,0 0 0,-1 1 0,1 1 0,-1 0 0,0 0 0,20 12 0,-29-15 0,0 0 0,0 0 0,0 1 0,0-1 0,0 1 0,-1-1 0,1 1 0,-1 0 0,1-1 0,-1 1 0,1 0 0,-1 0 0,0 0 0,0 0 0,0 0 0,0 1 0,0-1 0,-1 0 0,1 0 0,-1 1 0,1-1 0,-1 0 0,0 1 0,0-1 0,0 0 0,0 1 0,0-1 0,-1 0 0,1 0 0,-1 1 0,1-1 0,-1 0 0,-1 3 0,-4 7 0,0 0 0,0-1 0,-1 0 0,-16 19 0,6-8 0,12-15 0,1 0 0,0 0 0,0 1 0,1-1 0,0 0 0,0 1 0,1 0 0,0 0 0,0 0 0,0 9 0,2-14 0,0 0 0,0 0 0,0 1 0,0-1 0,0 0 0,1 0 0,-1 0 0,1 0 0,0 0 0,0 0 0,0 0 0,1 0 0,-1 0 0,1 0 0,-1 0 0,1-1 0,0 1 0,0-1 0,0 1 0,0-1 0,1 0 0,-1 0 0,1 0 0,-1 0 0,1 0 0,0-1 0,0 1 0,3 1 0,3 0 0,1 0 0,-1 0 0,1-1 0,0 0 0,17 0 0,54-3 0,-36 0 0,-37 0-341,1 1 0,-1-1-1,11-3 1,-6 1-6485</inkml:trace>
</inkml:ink>
</file>

<file path=ppt/ink/ink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31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36 24575,'0'-35'0,"6"45"0,2 10 0,13 48 0,5 15 0,-14-57-18,-8-17-252,0-1 1,-1 0 0,0 1-1,3 14 1,-6-14-6557</inkml:trace>
</inkml:ink>
</file>

<file path=ppt/ink/ink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32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560 11 24575,'0'-1'0,"0"1"0,0-1 0,0 1 0,0-1 0,0 1 0,-1-1 0,1 1 0,0-1 0,0 1 0,-1 0 0,1-1 0,0 1 0,-1-1 0,1 1 0,0 0 0,-1-1 0,1 1 0,-1 0 0,1-1 0,0 1 0,-1 0 0,1 0 0,-1-1 0,1 1 0,-1 0 0,1 0 0,-1 0 0,1 0 0,-1-1 0,1 1 0,-1 0 0,1 0 0,-1 0 0,1 0 0,-1 0 0,1 1 0,-1-1 0,0 0 0,-29 4 0,13 0 0,-222-1 0,134-4 0,83 1-273,-1 0 0,1 2 0,-1 1 0,-24 6 0,30-4-6553</inkml:trace>
</inkml:ink>
</file>

<file path=ppt/ink/ink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32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225 45 24575,'-12'-5'0,"-7"-4"0,-2 0 0,-1 1 0,2 2 0,1 2 0,2 1 0,1 2 0,1 1 0,1 0 0,2 3 0,1 1 0,2 2 0,1 0 0,-1-1 0</inkml:trace>
</inkml:ink>
</file>

<file path=ppt/ink/ink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32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171 0 24575,'-27'0'0,"-12"3"0,-1 0 0,4 2 0,7 1-8191</inkml:trace>
</inkml:ink>
</file>

<file path=ppt/ink/ink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32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 24 24575,'0'-1'0,"-1"1"0,1-1 0,0 0 0,-1 0 0,1 0 0,0 0 0,0 0 0,0 1 0,0-1 0,0 0 0,0 0 0,0 0 0,0 0 0,0 0 0,0 1 0,0-1 0,0 0 0,1 0 0,-1 0 0,0 0 0,1 1 0,-1-1 0,0 0 0,1 0 0,-1 1 0,2-2 0,-2 2 0,0 0 0,1 0 0,-1 0 0,0-1 0,1 1 0,-1 0 0,0 0 0,1 0 0,-1 0 0,0 0 0,1 0 0,-1 0 0,0 0 0,1 0 0,-1 0 0,0 0 0,1 0 0,-1 0 0,0 1 0,1-1 0,-1 0 0,0 0 0,1 0 0,10 12 0,26 54 0,26 38 0,8-12 0,83 85 0,-102-126 0,1-2 0,3-3 0,70 45 0,-119-87 0,14 10 0,-20-13 0,0-1 0,0 1 0,-1 0 0,1 0 0,0 0 0,0-1 0,0 1 0,-1 0 0,1 0 0,0 0 0,-1 0 0,1 0 0,-1 0 0,1 2 0,-1-3 2,0 1-1,0-1 1,0 0 0,-1 0-1,1 1 1,0-1-1,0 0 1,0 0-1,0 0 1,-1 0-1,1 1 1,0-1 0,0 0-1,-1 0 1,1 0-1,0 0 1,0 0-1,-1 0 1,1 0 0,0 0-1,0 0 1,-1 0-1,1 0 1,0 0-1,0 0 1,-1 0 0,1 0-1,0 0 1,0 0-1,-1 0 1,1 0-1,0 0 1,-12-1-842,11 0 263,-10 0-6249</inkml:trace>
</inkml:ink>
</file>

<file path=ppt/ink/ink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32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260 13 24575,'-1'0'0,"1"-1"0,0 1 0,0-1 0,0 1 0,0-1 0,0 1 0,0 0 0,0-1 0,0 1 0,0-1 0,0 1 0,0-1 0,1 1 0,-1-1 0,0 1 0,0 0 0,0-1 0,0 1 0,1-1 0,-1 1 0,0 0 0,0-1 0,1 1 0,-1 0 0,0-1 0,1 1 0,-1 0 0,0 0 0,1-1 0,-1 1 0,1 0 0,0-1 0,-1 2 0,1-1 0,-1 0 0,0 0 0,1 1 0,-1-1 0,1 0 0,-1 0 0,0 1 0,1-1 0,-1 1 0,0-1 0,0 0 0,1 1 0,-1-1 0,0 1 0,0-1 0,1 1 0,-1-1 0,0 0 0,0 1 0,0-1 0,0 1 0,0-1 0,0 1 0,0-1 0,0 1 0,0-1 0,0 1 0,0 0 0,0 2 0,0 0 0,-1 0 0,1 0 0,-1 0 0,0 0 0,0 0 0,0 0 0,0 0 0,0 0 0,-1 0 0,0-1 0,-2 4 0,-27 31 0,10-14 0,5-1 0,1 1 0,1 1 0,2 0 0,0 1 0,1 0 0,1 1 0,2 0 0,-7 37 0,-1 13 0,-17 66 0,-1-10 0,27-104-1365,5-16-5461</inkml:trace>
</inkml:ink>
</file>

<file path=ppt/ink/ink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32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169 28 24575,'-2'-4'0,"0"1"0,-1 0 0,1 1 0,-1-1 0,0 0 0,-6-4 0,8 7 0,1 0 0,-1-1 0,0 1 0,0 0 0,1-1 0,-1 1 0,0 0 0,0 0 0,0 0 0,1 0 0,-1 0 0,0 0 0,0 0 0,0 0 0,0 0 0,1 0 0,-1 0 0,0 0 0,0 1 0,1-1 0,-1 0 0,0 1 0,0-1 0,1 0 0,-1 1 0,0-1 0,1 1 0,-1-1 0,0 1 0,1-1 0,-1 1 0,1 0 0,-1-1 0,1 1 0,-1 0 0,1-1 0,-1 1 0,1 1 0,-7 10 0,2 0 0,0 0 0,0 1 0,1-1 0,-4 23 0,-5 16 0,10-42 0,-40 129 0,35-107 0,2 1 0,-4 45 0,9-58 0,1-1 0,1 0 0,1 0 0,0 0 0,2-1 0,0 1 0,0-1 0,2 1 0,0-1 0,1-1 0,1 1 0,0-1 0,1-1 0,1 0 0,1 0 0,0-1 0,0 0 0,2-1 0,-1 0 0,2-1 0,16 12 0,-9-9-273,1-1 0,1-1 0,1 0 0,27 9 0,-37-17-6553</inkml:trace>
</inkml:ink>
</file>

<file path=ppt/ink/ink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32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0 203 24575,'33'-3'0,"79"-9"0,-96 10 0,0-2 0,0 0 0,0-1 0,25-12 0,-38 16 0,0-1 0,0 1 0,0-1 0,-1 0 0,1 0 0,-1 0 0,0 0 0,1 0 0,-1 0 0,0-1 0,0 1 0,0-1 0,-1 0 0,2-2 0,-2 3 0,0-1 0,0 1 0,-1 0 0,1-1 0,-1 1 0,0 0 0,0-1 0,0 1 0,0 0 0,0-1 0,0 1 0,-1 0 0,1-1 0,-1 1 0,1 0 0,-1 0 0,0-1 0,0 1 0,-2-3 0,0 0 0,-1-1 0,0 1 0,0 0 0,0 0 0,-1 1 0,0-1 0,0 1 0,0 0 0,0 0 0,-1 1 0,1-1 0,-1 1 0,0 0 0,0 1 0,0 0 0,0 0 0,-12-3 0,15 5 0,-1-1 0,0 1 0,0-1 0,0 1 0,0 0 0,1 0 0,-1 1 0,0-1 0,0 1 0,1 0 0,-1 0 0,0 0 0,1 0 0,-1 1 0,1-1 0,-1 1 0,1 0 0,0 0 0,0 0 0,0 0 0,0 1 0,0-1 0,0 1 0,1 0 0,-1 0 0,1 0 0,0 0 0,0 0 0,0 1 0,0-1 0,-2 5 0,1 2 0,-1 0 0,1 0 0,1 1 0,0-1 0,0 0 0,1 1 0,0-1 0,1 1 0,0 0 0,1-1 0,2 11 0,-1-13 0,0 1 0,0-1 0,1 0 0,0 0 0,0-1 0,1 1 0,0-1 0,1 0 0,-1 0 0,2 0 0,-1 0 0,0-1 0,1 0 0,8 7 0,-3-5 0,0-1 0,0 0 0,1-1 0,-1 0 0,1 0 0,1-1 0,-1-1 0,1 0 0,0-1 0,16 2 0,14 0 0,77-3 0,-112-2 0,-3 0-227,0 0-1,1-1 1,-1 0-1,0 0 1,7-2-1,-3 0-6598</inkml:trace>
</inkml:ink>
</file>

<file path=ppt/ink/ink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32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69 1 24575,'1'16'0,"0"0"0,1 0 0,1 0 0,1 0 0,0-1 0,1 1 0,8 18 0,59 101 0,-45-87 0,-10-18 0,0-2 0,-2 0 0,-1 1 0,17 52 0,-30-78 0,0 0 0,0 1 0,-1-1 0,1 1 0,-1-1 0,0 1 0,0-1 0,0 1 0,-1 3 0,1-6 0,-1 0 0,1 0 0,-1 0 0,1 0 0,0 0 0,-1 0 0,0-1 0,1 1 0,-1 0 0,1 0 0,-1 0 0,0-1 0,0 1 0,1 0 0,-1-1 0,0 1 0,0-1 0,0 1 0,0-1 0,0 1 0,0-1 0,0 0 0,0 1 0,0-1 0,0 0 0,0 0 0,0 0 0,0 0 0,0 0 0,0 0 0,0 0 0,0 0 0,0 0 0,0 0 0,-1-1 0,-7-1 0,1 0 0,0 0 0,-1-1 0,1-1 0,1 1 0,-14-9 0,-42-31 0,50 33 0,1 0 0,0-1 0,1 0 0,0-1 0,1 0 0,0-1 0,1 0 0,0 0 0,1-1 0,1 0 0,-11-27 0,17 39 0,1-1 0,-1 1 0,0 0 0,1 0 0,-1-1 0,1 1 0,0-1 0,0 1 0,0 0 0,0-1 0,0 1 0,0 0 0,1-1 0,-1 1 0,1 0 0,-1-1 0,1 1 0,0 0 0,0 0 0,3-4 0,-2 4 0,0 0 0,0 0 0,0 0 0,0 0 0,1 0 0,-1 1 0,0-1 0,1 1 0,0 0 0,-1 0 0,1 0 0,0 0 0,-1 0 0,1 0 0,0 1 0,6-1 0,16 0 35,44 3 0,-51-1-322,1 0 0,-1-1 0,1-1 0,34-5 0,-42 3-6539</inkml:trace>
</inkml:ink>
</file>

<file path=ppt/ink/ink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32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12 24575,'5'-4'0,"1"-1"0,-2 2 0</inkml:trace>
</inkml:ink>
</file>

<file path=ppt/ink/ink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32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9 293 24575,'-7'2'0,"6"1"0,1-2 0,1-1 0,-1 1 0,1-1 0,-1 1 0,1-1 0,-1 0 0,1 1 0,-1-1 0,1 1 0,0-1 0,-1 0 0,1 1 0,-1-1 0,1 0 0,0 0 0,0 0 0,11 3 0,1-2 0,-1 0 0,1 0 0,-1-1 0,0 0 0,17-4 0,-9 1 0,-1-1 0,-1-1 0,26-10 0,-39 13 0,0 0 0,0-1 0,0 0 0,7-5 0,-11 8 0,-1 0 0,1-1 0,-1 1 0,1-1 0,-1 1 0,1-1 0,-1 1 0,0-1 0,1 1 0,-1-1 0,0 1 0,1-1 0,-1 0 0,0 1 0,0-1 0,1 1 0,-1-1 0,0 0 0,0-1 0,0 2 0,-1-1 0,1 0 0,0 1 0,-1-1 0,1 0 0,0 1 0,-1-1 0,1 0 0,-1 1 0,1-1 0,-1 1 0,0-1 0,1 1 0,-1-1 0,0 1 0,1-1 0,-1 1 0,0 0 0,1-1 0,-1 1 0,-1 0 0,-23-11 0,10 5 0,0 0 0,0-1 0,1-1 0,1 0 0,-16-12 0,20 13 0,0 0 0,1 0 0,0 0 0,1-1 0,-1 0 0,-7-11 0,14 17 0,0 1 0,0-1 0,0 0 0,0 0 0,0 1 0,1-1 0,-1 0 0,1 0 0,-1 0 0,1 0 0,0 0 0,-1 0 0,1 0 0,0 0 0,0 0 0,1 0 0,-1 0 0,0 1 0,1-1 0,-1 0 0,1 0 0,-1 0 0,1 0 0,0 0 0,0 1 0,0-1 0,0 0 0,0 1 0,0-1 0,1 1 0,-1-1 0,0 1 0,1 0 0,-1-1 0,4-1 0,2-2 0,2-1 0,-1 2 0,1-1 0,-1 1 0,1 0 0,0 1 0,1 0 0,-1 0 0,0 1 0,1 0 0,-1 1 0,1 0 0,0 0 0,-1 1 0,16 2 0,-13-1 0,1 1 0,-1 1 0,0 0 0,0 0 0,0 1 0,0 1 0,-1 0 0,0 0 0,0 1 0,0 0 0,16 14 0,-25-19 0,-1 1 0,1-1 0,-1 0 0,1 1 0,-1 0 0,0-1 0,0 1 0,0 0 0,0 0 0,0 0 0,0 0 0,0 0 0,0 0 0,-1 0 0,1 0 0,-1 0 0,0 0 0,1 0 0,-1 0 0,0 0 0,0 0 0,-1 3 0,1-2 0,-1 0 0,0 1 0,0-1 0,0 0 0,-1 0 0,1 1 0,-1-1 0,0 0 0,0-1 0,0 1 0,0 0 0,-4 4 0,4-6 0,1 0 0,0 0 0,-1 1 0,1-1 0,0 1 0,0-1 0,0 1 0,0-1 0,0 1 0,1 0 0,-1-1 0,0 1 0,1 0 0,-1-1 0,1 1 0,0 0 0,-1 3 0,2-4 0,-1 0 0,0 1 0,1-1 0,-1 0 0,1 1 0,0-1 0,-1 0 0,1 0 0,0 0 0,0 0 0,-1 0 0,1 0 0,0 0 0,0 0 0,0 0 0,1 0 0,-1 0 0,0-1 0,0 1 0,0 0 0,0-1 0,1 1 0,1 0 0,8 2 0,-1 0 0,1 0 0,0-1 0,0 0 0,0-1 0,0-1 0,0 1 0,20-4 0,-30 3-105,1 0 0,-1 0 0,1-1 0,0 1 0,-1 0 0,1-1 0,-1 0 0,0 1 0,1-1 0,-1 0 0,1 0 0,0-1 0</inkml:trace>
</inkml:ink>
</file>

<file path=ppt/ink/ink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33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0 24575,'0'5'0,"0"4"0,0 3 0,2 4 0,2 3 0,-1-1 0,2 0 0,0-1 0,1-1 0,1 2 0,0 0 0,0 0 0,1-1 0,-1-1 0,-2-1 0,-1-2-8191</inkml:trace>
</inkml:ink>
</file>

<file path=ppt/ink/ink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33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411 60 24575,'-30'-12'0,"-11"-4"0,-2 0 0,1 6 0,6 5 0,4 5 0,3 2 0,0 5 0,2-1 0,-1 3 0,1-1 0,1-2 0,6-2-8191</inkml:trace>
</inkml:ink>
</file>

<file path=ppt/ink/ink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33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0 24575,'46'27'0,"79"63"0,-103-72 0,-2 1 0,0 1 0,-2 1 0,0 1 0,21 33 0,-22-26 0,-1 1 0,-1 1 0,-1 1 0,-2 0 0,10 46 0,-17-56 0,0 1 0,-2 0 0,-1 0 0,-1 0 0,-1 0 0,-1 0 0,-1 0 0,-9 43 0,8-54-91,-1 1 0,-1-1 0,0 0 0,-1-1 0,0 0 0,0 1 0,-1-2 0,-1 1 0,0-1 0,0 0 0,-1-1 0,-1 0 0,1-1 0,-22 15 0,11-10-6735</inkml:trace>
</inkml:ink>
</file>

<file path=ppt/ink/ink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22.3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89 104 24575,'-47'-55'0,"11"12"0,30 38 0,15 16 0,18 20 0,45 41 0,108 101 0,-75-84 0,130 119 0,-220-194 0,-2 0 0,0 0 0,20 31 0,-29-38 0,-6-10 0,-8-8 0,-15-11-1365,13 13-5461</inkml:trace>
</inkml:ink>
</file>

<file path=ppt/ink/ink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22.3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331 52 24575,'-1'-6'0,"-1"1"0,1-1 0,1 1 0,-1-1 0,1 1 0,-1-1 0,2-6 0,-1 12 0,-1 5 0,-4 10 0,-25 27 0,22-33 0,1 1 0,0 0 0,1 0 0,-6 12 0,-47 140 0,3-5 0,26-79 0,22-52 0,-1-1 0,-2 0 0,0 0 0,-27 41 0,20-49-1365,9-11-5461</inkml:trace>
</inkml:ink>
</file>

<file path=ppt/ink/ink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22.3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520 62 24575,'-199'-48'0,"167"42"0,0 2 0,-1 1 0,1 2 0,-44 4 0,74-3 0,-1 0 0,0 0 0,1 1 0,-1 0 0,1-1 0,-1 1 0,1 0 0,-1 0 0,1 0 0,-1 1 0,-3 2 0,6-4 0,-1 1 0,0 0 0,0 0 0,1 0 0,-1 0 0,1 0 0,-1 0 0,1 0 0,-1 0 0,1 0 0,-1 0 0,1 0 0,0 0 0,0 0 0,0 0 0,0 0 0,0 1 0,0-1 0,0 0 0,0 0 0,0 0 0,0 0 0,0 0 0,1 0 0,-1 0 0,0 0 0,1 0 0,-1 0 0,2 2 0,2 4 0,0 1 0,1-1 0,0-1 0,0 1 0,1-1 0,-1 0 0,1 0 0,1 0 0,10 7 0,10 4 0,33 17 0,-44-26 0,80 44 0,-94-50 0,0-1 0,0 0 0,0 1 0,0 0 0,0-1 0,0 1 0,0 0 0,-1 0 0,1 0 0,-1 0 0,2 3 0,-3-5 0,1 1 0,-1-1 0,0 1 0,0 0 0,0-1 0,0 1 0,0-1 0,0 1 0,0-1 0,0 1 0,0 0 0,0-1 0,0 1 0,0-1 0,0 1 0,0-1 0,0 1 0,0-1 0,-1 1 0,1 0 0,-1 0 0,0 0 0,1 0 0,-1 0 0,0-1 0,0 1 0,0 0 0,0-1 0,0 1 0,0-1 0,0 1 0,0-1 0,0 1 0,0-1 0,-2 1 0,-7 1 0,-1 0 0,0-1 0,1 0 0,-1-1 0,0 0 0,-14-2 0,-66-15 0,58 10 0,7 2-100,-68-11-1165,79 15-5561</inkml:trace>
</inkml:ink>
</file>

<file path=ppt/ink/ink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22.3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 1 24575,'1'0'0,"0"0"0,0 1 0,0-1 0,0 1 0,0-1 0,0 1 0,0-1 0,0 1 0,-1 0 0,1-1 0,0 1 0,0 0 0,-1 0 0,1-1 0,0 1 0,-1 0 0,1 0 0,-1 0 0,1 0 0,-1 0 0,1 0 0,-1 0 0,1 1 0,6 24 0,-7-17 0,1 1 0,-2-1 0,1 1 0,-2-1 0,1 0 0,-6 17 0,-23 55 0,12-36 0,12-27 0,1 0 0,0 0 0,1 1 0,-2 22 0,5-31 0,1 0 0,0 0 0,0 0 0,1 0 0,1 0 0,-1 0 0,2 0 0,-1-1 0,8 17 0,-1-8 0,1 0 0,1-1 0,1 0 0,0-1 0,1 0 0,1-1 0,0 0 0,1-1 0,1-1 0,18 12 0,20 16-1365,-40-32-5461</inkml:trace>
</inkml:ink>
</file>

<file path=ppt/ink/ink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22.3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118 1 24575,'-2'0'0,"0"0"0,1 0 0,-1 0 0,0 0 0,0 0 0,1 1 0,-1-1 0,0 1 0,0-1 0,1 1 0,-1-1 0,1 1 0,-1 0 0,1 0 0,-1 0 0,1 0 0,-1 0 0,1 0 0,0 0 0,-2 2 0,2-1 0,0 0 0,0 0 0,0 0 0,0 0 0,1 0 0,-1 0 0,0 0 0,1 0 0,0 0 0,0 0 0,-1 0 0,1 0 0,1 0 0,-1 3 0,2 7 0,1-1 0,0 0 0,0 0 0,9 19 0,17 27 0,51 77 0,-8-15 0,-64-103 0,0 0 0,-1 1 0,6 18 0,-11-27 0,0 0 0,-1 0 0,1 0 0,-1 0 0,-1-1 0,0 1 0,0 0 0,0 0 0,-3 11 0,3-16 0,-1 0 0,0 0 0,0 0 0,0 0 0,-1 0 0,1 0 0,-1 0 0,1-1 0,-1 1 0,0-1 0,0 1 0,0-1 0,0 0 0,0 1 0,-1-1 0,1 0 0,-1-1 0,1 1 0,-1 0 0,0-1 0,0 1 0,0-1 0,0 0 0,0 0 0,0 0 0,0-1 0,0 1 0,0-1 0,0 1 0,-5-1 0,1 0 0,-1-1 0,0 1 0,0-2 0,0 1 0,1-1 0,-1 0 0,1 0 0,-1-1 0,1 0 0,0-1 0,-8-4 0,2-1 12,0 0 0,1-1 0,0 0 0,1-1 0,0-1 0,1 0 0,0 0 0,0 0 0,-14-29 0,20 35-77,1-1 1,0 0-1,0-1 1,1 1-1,0 0 1,0-1-1,0 1 0,1-1 1,0 0-1,1 1 1,0-1-1,0 0 1,1 0-1,0 1 0,0-1 1,0 1-1,1-1 1,1 1-1,-1-1 1,1 1-1,0 0 1,5-7-1,-1 3-6761</inkml:trace>
</inkml:ink>
</file>

<file path=ppt/ink/ink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22.3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0 24575,'-5'3'0,"-1"2"0,-3 2 0</inkml:trace>
</inkml:ink>
</file>

<file path=ppt/ink/ink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22.3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231 479 24575,'7'0'0,"0"0"0,0-1 0,0 0 0,0 0 0,0-1 0,0 0 0,11-5 0,-18 7 0,1 0 0,-1 0 0,0 0 0,1 0 0,-1 0 0,1-1 0,-1 1 0,0 0 0,1 0 0,-1-1 0,0 1 0,1 0 0,-1 0 0,0-1 0,1 1 0,-1 0 0,0-1 0,0 1 0,1-1 0,-1 1 0,0 0 0,0-1 0,0 1 0,0-1 0,0 1 0,1 0 0,-1-1 0,0 1 0,0-1 0,0 1 0,0-1 0,0 1 0,0 0 0,0-1 0,0 1 0,-1-1 0,1 1 0,0-1 0,0 1 0,0 0 0,0-1 0,-1 1 0,1 0 0,0-1 0,0 1 0,0-1 0,-1 1 0,1 0 0,0 0 0,-1-1 0,1 1 0,0 0 0,-1-1 0,1 1 0,-1 0 0,-24-15 0,23 14 0,-25-13 0,-65-34 0,75 38 0,1-1 0,0-1 0,-19-18 0,27 22 0,0 0 0,0-1 0,1 0 0,0 0 0,0 0 0,-9-19 0,15 25 0,-1-1 0,1 0 0,0 0 0,0 0 0,0 0 0,0 0 0,1 0 0,0 0 0,0 0 0,0 0 0,0 0 0,0 0 0,1 0 0,0 0 0,0 1 0,0-1 0,0 0 0,1 0 0,-1 0 0,1 1 0,0-1 0,4-5 0,1-1 0,1 0 0,1 1 0,-1 0 0,2 0 0,-1 1 0,1 0 0,0 1 0,1 0 0,-1 0 0,1 1 0,1 1 0,-1 0 0,1 0 0,0 1 0,0 1 0,13-2 0,18-2 0,0 3 0,1 1 0,54 4 0,-65 0 0,-32-1 0,5 0 0,1 0 0,-1 0 0,0 1 0,11 3 0,-16-4 0,0 0 0,0 0 0,0 0 0,-1 1 0,1-1 0,0 0 0,0 1 0,-1-1 0,1 1 0,0-1 0,0 1 0,-1-1 0,1 1 0,-1-1 0,1 1 0,0 0 0,-1-1 0,1 1 0,-1 0 0,0 0 0,1-1 0,-1 1 0,0 0 0,1 0 0,-1-1 0,0 1 0,0 0 0,1 0 0,-1 0 0,0 0 0,0-1 0,0 1 0,0 0 0,0 0 0,0 0 0,-1 0 0,1 0 0,0-1 0,0 1 0,-1 0 0,1 0 0,0-1 0,-1 1 0,1 0 0,-1 0 0,0 0 0,-5 9 0,-1 0 0,0-1 0,0 0 0,-1-1 0,-1 1 0,-12 9 0,12-11 0,1 0 0,0 0 0,1 1 0,-1 0 0,2 0 0,-1 1 0,1 0 0,-6 10 0,9-10 0,-1-1 0,1 1 0,0 0 0,1 0 0,0 1 0,0-1 0,1 0 0,0 10 0,1-15 0,0 0 0,1 0 0,-1 0 0,1 0 0,0 0 0,0 0 0,1 0 0,-1 0 0,1 0 0,0-1 0,0 1 0,0-1 0,0 1 0,1-1 0,-1 0 0,1 0 0,0 0 0,0 0 0,0 0 0,7 4 0,3 1 0,1-1 0,0 0 0,0-1 0,1 0 0,0-2 0,0 1 0,0-2 0,23 3 0,13-1 0,63-3 0,-106-2-170,1 0-1,-1-1 0,1 0 1,-1 0-1,0-1 0,1 0 1,14-6-1,-14 3-6655</inkml:trace>
</inkml:ink>
</file>

<file path=ppt/ink/ink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22.3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24575,'16'1'0,"0"0"0,1 0 0,-1 2 0,0 0 0,0 1 0,-1 1 0,1 0 0,18 10 0,-13-5 0,-1 2 0,0 0 0,-1 2 0,-1 0 0,20 19 0,-1 7 0,-1 0 0,-2 3 0,-3 0 0,34 61 0,-36-54 0,31 74 0,-50-99 0,-2 0 0,0 0 0,-2 1 0,0-1 0,2 38 0,-7-53 9,-1 0-1,-1 0 1,0 0-1,0 0 1,-1 0 0,0 0-1,-1-1 1,0 1-1,0-1 1,-1 1-1,0-1 1,-1-1-1,-6 11 1,3-8-158,0-1 1,-1 0-1,-1 0 1,1 0-1,-1-2 1,-1 1-1,0-1 1,0 0-1,-14 6 1,1-2-6678</inkml:trace>
</inkml:ink>
</file>

<file path=ppt/ink/ink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22.3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503 82 24575,'-12'-5'0,"1"0"0,-1 1 0,0 0 0,0 1 0,0 0 0,-15-1 0,-76 1 0,76 4 0,0-1 0,1-2 0,-38-6 0,43 3-120,-99-26-1125,104 26-5581</inkml:trace>
</inkml:ink>
</file>

<file path=ppt/ink/ink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22.3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261 44 24575,'-25'-10'0,"-10"-3"0,0 3 0,5 4 0,4 2 0,4 4 0,4 3 0,2 0 0,1 0 0,1 0 0,1-2 0,2 0-8191</inkml:trace>
</inkml:ink>
</file>

<file path=ppt/ink/ink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22.3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23 24575,'-8'-14'0,"3"5"0,8 19 0,14 29 0,30 66 0,-41-93-170,-1 0-1,0 0 0,-1 1 1,0 0-1,-1-1 0,-1 1 1,2 15-1,-4-16-6655</inkml:trace>
</inkml:ink>
</file>

<file path=ppt/ink/ink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22.3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434 28 24575,'-17'-5'0,"-14"-3"0,-40-5 0,61 12 0,0 1 0,0-1 0,0 2 0,0-1 0,-1 1 0,1 1 0,0 0 0,-11 3 0,0 1-109,-1-2 1,1 0-1,-1-2 0,0 0 0,-39-2 0,42-1-603,-6 1-6114</inkml:trace>
</inkml:ink>
</file>

<file path=ppt/ink/ink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22.3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 24575,'16'-4'0,"-1"0"0,1 1 0,0 1 0,0 0 0,0 1 0,0 1 0,18 2 0,-31-2 0,0 1 0,0 0 0,0 0 0,0 0 0,0 0 0,0 0 0,-1 0 0,1 1 0,0-1 0,-1 1 0,1 0 0,-1 0 0,1 0 0,-1 0 0,0 0 0,0 0 0,0 1 0,0-1 0,-1 1 0,1 0 0,-1-1 0,1 1 0,-1 0 0,0 0 0,0 0 0,1 4 0,1 7 0,0 1 0,0 0 0,-2-1 0,1 17 0,-2-27 0,0 0 0,0 0 0,-1 0 0,1 0 0,-1-1 0,0 1 0,0 0 0,0 0 0,-1 0 0,1-1 0,-1 1 0,0-1 0,0 1 0,0-1 0,-4 4 0,-2 2 0,0-1 0,-1 0 0,-16 11 0,0 1 0,24-20 0,1 0 0,-1 1 0,1-1 0,-1 0 0,1 1 0,-1-1 0,1 0 0,0 1 0,-1-1 0,1 0 0,0 1 0,0-1 0,-1 1 0,1-1 0,0 1 0,0-1 0,-1 1 0,1-1 0,0 1 0,0-1 0,0 1 0,0-1 0,0 2 0,0-2 0,0 0 0,1 1 0,-1-1 0,0 0 0,1 1 0,-1-1 0,0 1 0,1-1 0,-1 0 0,0 0 0,1 1 0,-1-1 0,1 0 0,-1 0 0,1 0 0,-1 1 0,0-1 0,1 0 0,-1 0 0,1 0 0,32 3 0,-26-3 0,130 12 0,-101-6 0,6 2 0,-38-8 0,0 0 0,-1 0 0,1 0 0,0 0 0,-1-1 0,1 1 0,-1-1 0,7-2 0,-9 3-52,0-1-1,0 1 1,0-1-1,0 1 1,-1-1-1,1 1 1,0-1-1,0 0 1,0 1-1,-1-1 1,1 0-1,0 0 1,-1 1-1,1-1 1,-1 0-1,1 0 1,-1 0-1,1 0 1,-1 0-1,0 0 1,1 1-1,-1-1 0,0 0 1,0 0-1,0-2 1</inkml:trace>
</inkml:ink>
</file>

<file path=ppt/ink/ink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22.3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10 24575,'-2'-5'0,"-2"1"0,1 4 0,3 1 0,2 3 0,2 4 0,4 3 0,0 1 0,1 2 0,2 1 0,-2 0 0,1 0 0,1 0 0,1-3 0,1 0 0,0-1 0,2-1 0,-3-3-8191</inkml:trace>
</inkml:ink>
</file>

<file path=ppt/ink/ink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22.3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24575,'7'12'0,"5"4"0,1 2 0,-2 0 0,-1-2 0,-2-3 0,-2-2-8191</inkml:trace>
</inkml:ink>
</file>

<file path=ppt/ink/ink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22.3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343 54 24575,'-27'-9'0,"-14"-4"0,-2 0 0,3 3 0,5 3 0,2 5 0,2 3 0,4 4 0,2 0 0,2 1 0,6-2-8191</inkml:trace>
</inkml:ink>
</file>

<file path=ppt/ink/ink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22.3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 24575,'0'0'0,"-1"0"0,1 0 0,0 0 0,0 1 0,0-1 0,0 0 0,0 0 0,-1 1 0,1-1 0,0 0 0,0 0 0,0 1 0,0-1 0,0 0 0,0 0 0,0 1 0,0-1 0,0 0 0,0 1 0,0-1 0,0 0 0,0 0 0,0 1 0,0-1 0,0 0 0,0 0 0,0 1 0,0-1 0,1 0 0,-1 0 0,0 1 0,0-1 0,0 0 0,0 0 0,0 1 0,1-1 0,6 16 0,-5-12 0,29 55 0,2-1 0,2-1 0,77 93 0,-69-96 0,41 45 0,-68-81 0,1-1 0,1-1 0,27 18 0,-30-24 0,0 1 0,-1 1 0,21 22 0,-65-48 0,-13-11-1365,30 18-5461</inkml:trace>
</inkml:ink>
</file>

<file path=ppt/ink/ink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22.3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202 63 24575,'3'-14'0,"-1"8"0,-1-1 0,0 0 0,0 1 0,0-13 0,-1 19 0,0 0 0,0 0 0,0 0 0,0-1 0,0 1 0,0 0 0,0 0 0,0 0 0,0 0 0,0 0 0,0 0 0,0 0 0,0-1 0,0 1 0,0 0 0,0 0 0,-1 0 0,1 0 0,0 0 0,0 0 0,0 0 0,0-1 0,0 1 0,0 0 0,0 0 0,0 0 0,0 0 0,0 0 0,0 0 0,-1 0 0,1 0 0,0 0 0,0 0 0,0 0 0,0 0 0,0 0 0,0-1 0,0 1 0,-1 0 0,1 0 0,0 0 0,0 0 0,0 0 0,0 0 0,0 0 0,0 0 0,0 0 0,-1 0 0,-5 6 0,-9 13 0,14-17 0,-8 11 0,2 1 0,0 0 0,-7 18 0,-1 3 0,9-20 0,0 0 0,1 0 0,-4 25 0,-4 49 0,10-69 0,-6 47 0,-25 92 0,28-139 0,3-8 0,0 1 0,-11 22 0,13-34-124,1 1 0,-1-1 0,0 0 0,0 1 0,0-1 0,0 0-1,-1 0 1,1 0 0,0 0 0,-3 2 0,-4 1-6702</inkml:trace>
</inkml:ink>
</file>

<file path=ppt/ink/ink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22.3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143 9 24575,'-5'-2'0,"-1"0"0,1 1 0,-1 0 0,0 0 0,1 0 0,-1 1 0,-8 0 0,11 0 0,1 0 0,-1 1 0,1-1 0,0 1 0,-1 0 0,1 0 0,0 0 0,-1 0 0,1 0 0,0 0 0,0 1 0,0-1 0,0 0 0,0 1 0,0 0 0,1 0 0,-1-1 0,0 1 0,-1 3 0,-5 9 0,1 0 0,1 1 0,0-1 0,1 1 0,-6 30 0,11-42 0,-1-1 0,1 1 0,-1 0 0,1 0 0,0-1 0,0 1 0,0 0 0,0-1 0,0 1 0,1 0 0,-1-1 0,1 1 0,0 0 0,0-1 0,0 1 0,0-1 0,3 5 0,-2-4 0,1 0 0,-1 0 0,1-1 0,0 1 0,0-1 0,0 0 0,0 0 0,0 0 0,1 0 0,-1 0 0,6 1 0,5 1 0,-1 0 0,1-1 0,0-1 0,0 0 0,25-1 0,-19-1-106,-14 1-20,1-1 0,0 0 1,-1 0-1,1 0 0,0-1 0,-1 0 0,1 0 0,-1-1 0,12-4 0,-9 0-6700</inkml:trace>
</inkml:ink>
</file>

<file path=ppt/ink/ink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22.3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74 54 24575,'-3'-9'0,"-7"-17"0,10 24 0,-1 1 0,0 0 0,1-1 0,-1 1 0,0 0 0,0 0 0,0-1 0,0 1 0,0 0 0,0 0 0,0 0 0,0 0 0,-1 0 0,-1 0 0,3 1 0,-1-1 0,1 1 0,-1 0 0,0 0 0,1 0 0,-1 0 0,1 1 0,-1-1 0,0 0 0,1 0 0,-1 0 0,1 0 0,-1 1 0,0-1 0,1 0 0,-1 0 0,1 1 0,-1-1 0,1 0 0,-1 1 0,1-1 0,-1 1 0,1-1 0,0 1 0,-1-1 0,1 1 0,0-1 0,-1 1 0,1-1 0,0 1 0,0-1 0,-1 1 0,1 0 0,0-1 0,0 1 0,-8 25 0,7-23 0,-6 30 0,2 0 0,-3 52 0,8 68 0,1-74 0,0-65 0,-1-1 0,2 0 0,0 0 0,0 0 0,1 0 0,1 0 0,6 14 0,-8-21 0,1 0 0,0 0 0,0-1 0,1 0 0,-1 1 0,1-1 0,0 0 0,0-1 0,1 1 0,-1-1 0,1 0 0,0 0 0,0 0 0,1-1 0,-1 0 0,1 0 0,6 3 0,-6-5-227,1 1-1,0-1 1,0 0-1,0-1 1,11 1-1,-6-2-6598</inkml:trace>
</inkml:ink>
</file>

<file path=ppt/ink/ink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22.3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 1 24575,'-5'13'0,"0"0"0,1 0 0,1 0 0,0 0 0,0 1 0,2 0 0,0-1 0,0 1 0,1 0 0,1-1 0,0 1 0,4 16 0,4 5 0,24 62 0,24 29 0,-36-81 0,-20-43 0,-1-1 0,1 1 0,0 0 0,-1-1 0,1 1 0,-1 0 0,1 0 0,-1-1 0,0 1 0,0 0 0,0 0 0,0-1 0,0 1 0,0 0 0,0 0 0,-1 2 0,0-3 0,0 0 0,1-1 0,-1 1 0,1 0 0,-1 0 0,0-1 0,0 1 0,1-1 0,-1 1 0,0-1 0,0 1 0,0-1 0,0 1 0,0-1 0,1 0 0,-1 1 0,0-1 0,0 0 0,0 0 0,0 0 0,0 0 0,0 0 0,0 0 0,0 0 0,0 0 0,0 0 0,0 0 0,0 0 0,0-1 0,0 1 0,0 0 0,-1-1 0,-10-3 0,1-1 0,0 0 0,0-1 0,0 0 0,0-1 0,1 0 0,0 0 0,0-1 0,1-1 0,0 1 0,-15-21 0,22 27 0,0-1 0,0 0 0,0 0 0,1 0 0,-1 0 0,1 0 0,-1 0 0,1-1 0,0 1 0,1 0 0,-2-6 0,2 8 0,0-1 0,0 1 0,1-1 0,-1 0 0,0 1 0,1-1 0,-1 1 0,1-1 0,-1 1 0,1-1 0,0 1 0,-1-1 0,1 1 0,0 0 0,0-1 0,0 1 0,0 0 0,0 0 0,0 0 0,1 0 0,-1 0 0,0 0 0,1 0 0,-1 0 0,0 0 0,3 0 0,6-4 10,0 2-1,1-1 0,-1 1 1,16-2-1,-12 2-19,23-7-1,-32 9-143,-1-1-1,1 0 1,-1-1-1,0 1 0,1-1 1,-1 0-1,-1 0 1,8-6-1,-4 0-6671</inkml:trace>
</inkml:ink>
</file>

<file path=ppt/ink/ink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22.3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29 24575,'0'-10'0,"0"-1"0,-2 5 0,-1 4 0</inkml:trace>
</inkml:ink>
</file>

<file path=ppt/ink/ink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22.3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63 456 24575,'20'3'0,"-8"-1"0,1 0 0,23 0 0,-35-2 0,-1 0 0,1 0 0,-1 0 0,1 0 0,0 0 0,-1 0 0,1 0 0,-1 0 0,1 0 0,-1 0 0,1 0 0,-1-1 0,1 1 0,-1 0 0,1 0 0,-1 0 0,0-1 0,1 1 0,-1 0 0,1-1 0,-1 1 0,1 0 0,-1-1 0,0 1 0,1-1 0,-1 1 0,0 0 0,1-1 0,-1 0 0,0 0 0,0 1 0,-1-1 0,1 0 0,0 0 0,0 1 0,-1-1 0,1 0 0,0 1 0,-1-1 0,1 0 0,0 1 0,-1-1 0,1 1 0,-1-1 0,0 0 0,-26-20 0,5 7 0,0 0 0,-37-33 0,56 44 0,1 0 0,0 0 0,0-1 0,0 1 0,0 0 0,1-1 0,-1 1 0,1-1 0,0 0 0,0 1 0,0-1 0,1 0 0,-1 0 0,1 1 0,0-1 0,0 0 0,1-6 0,-1 3 0,1 0 0,0 0 0,1 0 0,-1 0 0,1 0 0,1 1 0,0-1 0,4-9 0,8-5 0,0 0 0,2 1 0,0 0 0,1 2 0,1 0 0,1 1 0,0 1 0,25-15 0,-38 27 0,1-1 0,-1 2 0,1-1 0,-1 1 0,11-3 0,-17 5 0,0 1 0,1-1 0,-1 1 0,1 0 0,-1 0 0,1-1 0,-1 1 0,1 0 0,-1 0 0,1 0 0,-1 0 0,1 1 0,-1-1 0,1 0 0,-1 1 0,0-1 0,1 1 0,-1-1 0,1 1 0,-1 0 0,0 0 0,0-1 0,1 1 0,-1 0 0,0 0 0,0 0 0,0 0 0,0 0 0,0 1 0,0-1 0,0 0 0,-1 0 0,1 1 0,0-1 0,0 3 0,8 26 0,-1 1 0,4 39 0,-2-13 0,-8-45 0,0 0 0,0 0 0,-2 0 0,1-1 0,-1 1 0,-1 0 0,0 0 0,-5 17 0,6-28 0,-1 1 0,1-1 0,0 0 0,-1 1 0,1-1 0,0 1 0,0-1 0,0 1 0,0-1 0,0 1 0,0-1 0,0 1 0,0-1 0,1 0 0,-1 1 0,0-1 0,1 1 0,-1-1 0,1 0 0,0 1 0,-1-1 0,1 0 0,0 0 0,0 0 0,2 2 0,-1-1 0,0-1 0,1 1 0,-1-1 0,1 0 0,-1 0 0,1 0 0,0 0 0,-1 0 0,1 0 0,0-1 0,0 0 0,5 1 0,129-1 115,-54-2-1595,-71 2-5346</inkml:trace>
</inkml:ink>
</file>

<file path=ppt/ink/ink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22.3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24575,'31'17'0,"0"0"0,0 2 0,-2 2 0,0 0 0,32 33 0,-44-37 0,0 2 0,-2 0 0,0 0 0,-1 2 0,-1 0 0,-1 0 0,-1 1 0,13 35 0,-11-17 0,-1 0 0,-3 1 0,-1 0 0,-2 0 0,-1 1 0,-3 63 0,-2-92-97,-2-1-1,1 1 1,-2-1-1,0 0 1,0 0-1,-1 0 1,0 0-1,-1-1 1,-1 1-1,1-1 1,-2-1-1,0 1 0,-15 17 1,9-14-6729</inkml:trace>
</inkml:ink>
</file>

<file path=ppt/ink/ink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22.3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24575,'85'67'0,"-7"-4"0,97 40 0,-93-59 0,-81-43-90,12 8 312,-13-9-276,0 0 1,1 0-1,-1 1 1,0-1-1,1 0 1,-1 0-1,0 1 1,1-1 0,-1 0-1,0 1 1,0-1-1,1 1 1,-1-1-1,0 0 1,0 1-1,0-1 1,1 1-1,-1-1 1,0 1 0,0-1-1,0 0 1,0 1-1,0-1 1,0 1-1,0-1 1,0 1-1,0 0 1</inkml:trace>
</inkml:ink>
</file>

<file path=ppt/ink/ink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22.3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 1 24575,'-5'1'0,"-1"1"0,1 0 0,0 0 0,0 1 0,1-1 0,-1 1 0,0 0 0,1 1 0,-5 4 0,7-6 0,-1 1 0,1 0 0,0 0 0,0 0 0,1 0 0,-1 0 0,1 1 0,0-1 0,-1 0 0,1 1 0,1-1 0,-1 1 0,0-1 0,1 1 0,0 4 0,2 108-1365,-2-103-5461</inkml:trace>
</inkml:ink>
</file>

<file path=ppt/ink/ink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22.3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256 30 24575,'-2'-5'0,"1"-1"0,3 0 0,5 1 0,-3 1 0,-3 2 0,-5 1 0,-7 0 0,-3 4 0,-5 0 0,-4 0 0,-2 0 0,-3-1 0,-1 0 0,-1-2 0,0 3 0,1 0 0,4 0-8191</inkml:trace>
</inkml:ink>
</file>

<file path=ppt/ink/ink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22.3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533 163 24575,'-93'-84'0,"78"73"0,-1 0 0,-1 0 0,0 2 0,-25-11 0,33 16 0,-1 1 0,0 0 0,0 1 0,0 0 0,0 1 0,0 0 0,-1 0 0,1 1 0,0 0 0,0 1 0,-1 1 0,1-1 0,-10 4 0,7-1 0,1 1 0,0 0 0,0 0 0,1 1 0,-1 1 0,1 0 0,1 0 0,-1 1 0,-16 17 0,21-19 0,1 0 0,0 0 0,0 1 0,0-1 0,1 1 0,0 1 0,0-1 0,-3 9 0,6-12 0,0-1 0,0 1 0,0-1 0,1 1 0,-1-1 0,1 1 0,0 0 0,0-1 0,0 1 0,0 0 0,1-1 0,-1 1 0,1-1 0,0 1 0,0-1 0,0 1 0,1-1 0,-1 1 0,1-1 0,2 4 0,5 5 0,1-1 0,0 0 0,0-1 0,1 0 0,18 12 0,66 38 0,-44-30 0,24 16 0,-12-9 0,70 56 0,-122-85 0,-1 1 0,13 14 0,-21-21 0,0 1 0,0-1 0,-1 0 0,1 1 0,0-1 0,-1 1 0,0 0 0,1-1 0,-1 1 0,0 0 0,-1 0 0,1 0 0,0 0 0,-1 0 0,1 0 0,-1 0 0,0 3 0,-1-4 0,1 0 0,-1 0 0,0-1 0,1 1 0,-1 0 0,0-1 0,0 1 0,0-1 0,0 1 0,0-1 0,0 0 0,-1 1 0,1-1 0,0 0 0,-1 0 0,1 0 0,-1 0 0,1 0 0,-1 0 0,-3 1 0,-3 1 0,0 0 0,-1 0 0,-8 1 0,9-3 0,-21 5 10,0-2 0,-39 1 0,-61-6-136,48 0-1143,65 1-5557</inkml:trace>
</inkml:ink>
</file>

<file path=ppt/ink/ink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22.3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24575,'0'10'0,"0"5"0,0 3 0,2 1 0,1 0 0,3-4 0,0-2 0,1-3 0</inkml:trace>
</inkml:ink>
</file>

<file path=ppt/ink/ink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22.3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24575,'2'18'0,"2"9"0,-1 7 0,2-2 0,0 0 0,-1-3 0,-1-5 0,-1-6-8191</inkml:trace>
</inkml:ink>
</file>

<file path=ppt/ink/ink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22.3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86 20 24575,'12'-9'0,"-11"9"0,-1 0 0,1-1 0,-1 1 0,0 0 0,1-1 0,-1 1 0,1 0 0,-1-1 0,0 1 0,1-1 0,-1 1 0,0-1 0,1 1 0,-1-1 0,0 1 0,0-1 0,0 1 0,1-1 0,-1 1 0,0-1 0,0 1 0,0-2 0,-2 3 0,0 0 0,0 0 0,0 0 0,0 0 0,1 1 0,-1-1 0,0 0 0,1 1 0,-3 2 0,-1 2 0,0 0 0,1 0 0,0 1 0,0 0 0,1 0 0,-4 10 0,-13 47 0,15-47 0,-3 10 0,2 0 0,1 0 0,1 1 0,1 0 0,2 0 0,0 0 0,2 0 0,1 0 0,1-1 0,2 1 0,1-1 0,1 0 0,1 0 0,1 0 0,1-2 0,2 1 0,0-1 0,2-1 0,32 43 0,-17-31-682,50 48-1,-64-71-6143</inkml:trace>
</inkml:ink>
</file>

<file path=ppt/ink/ink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22.3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47 24575,'-5'-10'0,"-1"-5"0,-1 1 0,2 7 0,2 6 0,1 6 0,0 5 0,2 3 0,0 1 0,0 2 0,1-1 0,-1 4 0,0-1 0,0 0 0,0 0 0,0-2 0,0-3-8191</inkml:trace>
</inkml:ink>
</file>

<file path=ppt/ink/ink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22.3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118 0 24575,'4'149'0,"-1"-119"0,1-1 0,1-1 0,9 31 0,50 123 0,-59-168 0,-2-8 0,10 35 0,-12-38 0,0 0 0,-1 0 0,0 0 0,1 0 0,-1 0 0,0 1 0,0-1 0,0 0 0,-1 0 0,1 0 0,-2 4 0,1-6 0,0 0 0,1 0 0,-1 1 0,0-1 0,0 0 0,0 0 0,0 0 0,0 0 0,0 0 0,0 0 0,-1-1 0,1 1 0,0 0 0,0 0 0,-1-1 0,1 1 0,0-1 0,-1 1 0,1-1 0,-1 0 0,1 0 0,0 1 0,-1-1 0,1 0 0,-1 0 0,1 0 0,-1 0 0,1-1 0,-1 1 0,1 0 0,-2-1 0,-6-1 0,1-1 0,-1 1 0,-11-7 0,19 9 0,-10-5 0,0-1 0,0 0 0,0-1 0,0-1 0,1 1 0,1-1 0,-18-19 0,22 22 0,1-1 0,-1 1 0,1-1 0,1 0 0,-1 0 0,1-1 0,0 1 0,1 0 0,-1-1 0,1 0 0,1 0 0,-1 1 0,1-1 0,0 0 0,1-14 0,0 18 8,1 1-1,-1-1 1,1 1-1,-1 0 1,1-1-1,0 1 1,0 0-1,0 0 1,1-1-1,-1 1 1,0 0-1,1 0 1,-1 0-1,1 1 0,3-4 1,0 1-305,1-1 0,-1 2 0,1-1 0,9-4 0,-2 2-6529</inkml:trace>
</inkml:ink>
</file>

<file path=ppt/ink/ink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22.3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 24575,'0'5'0,"-2"4"0,-2 0-8191</inkml:trace>
</inkml:ink>
</file>

<file path=ppt/ink/ink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22.3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70 534 24575,'-7'-3'0,"0"0"0,1 0 0,-10-8 0,14 10 0,1 1 0,0-1 0,0 0 0,0-1 0,0 1 0,0 0 0,0 0 0,0 0 0,0-1 0,1 1 0,-2-2 0,2 3 0,0-1 0,0 1 0,0-1 0,0 0 0,0 1 0,0-1 0,0 1 0,0-1 0,0 1 0,0-1 0,0 0 0,0 1 0,0-1 0,1 1 0,-1-1 0,0 1 0,0-1 0,1 1 0,-1-1 0,0 1 0,1-1 0,-1 1 0,0-1 0,1 1 0,-1 0 0,1-1 0,-1 1 0,2-1 0,0-1 0,1 1 0,0 0 0,-1-1 0,1 1 0,0 0 0,0 1 0,0-1 0,0 0 0,0 1 0,5-1 0,34 2 0,-25 0 0,23 0 0,-4 1 0,38-4 0,-73 2 0,0 0 0,0 0 0,0 0 0,0 0 0,0 0 0,-1 0 0,1-1 0,0 1 0,0 0 0,0-1 0,0 1 0,0 0 0,-1-1 0,1 1 0,0-1 0,0 1 0,0-2 0,-1 2 0,0-1 0,1 1 0,-1 0 0,0-1 0,0 1 0,0 0 0,0-1 0,-1 1 0,1-1 0,0 1 0,0 0 0,0-1 0,0 1 0,0 0 0,0-1 0,-1 1 0,1-1 0,0 1 0,0 0 0,0 0 0,-1-1 0,1 1 0,0 0 0,-1-1 0,1 1 0,0 0 0,-1-1 0,-5-3 0,0 0 0,0 0 0,-8-4 0,8 5 0,-27-17 0,1-1 0,1-2 0,1 0 0,-52-54 0,78 73 0,1 0 0,-1 0 0,1-1 0,-1 0 0,2 0 0,-1 0 0,0 0 0,1 0 0,0 0 0,0-1 0,0 1 0,1-1 0,0 1 0,0-1 0,0 1 0,1-1 0,0 0 0,0 0 0,0 1 0,1-1 0,0 0 0,0 1 0,0-1 0,1 1 0,-1-1 0,2 1 0,-1 0 0,0 0 0,1 0 0,0 0 0,0 0 0,0 1 0,1-1 0,5-5 0,-1 2 0,1 0 0,0 0 0,0 1 0,0 0 0,1 0 0,0 1 0,1 0 0,-1 1 0,1 1 0,0-1 0,0 2 0,0-1 0,1 2 0,-1-1 0,23 0 0,-20 2 0,1 2 0,-1-1 0,0 2 0,0 0 0,0 1 0,0 0 0,0 1 0,0 1 0,-1 0 0,0 0 0,0 2 0,20 12 0,-22-12 0,0 1 0,0 0 0,-1 1 0,13 14 0,-20-19 0,0 0 0,0 0 0,0 0 0,0 1 0,-1-1 0,0 1 0,0 0 0,0-1 0,0 1 0,-1 0 0,0 0 0,0 0 0,0 0 0,-1 9 0,-1 2 0,0 0 0,-2 0 0,0 0 0,-1 0 0,0 0 0,-1-1 0,-9 18 0,13-31 0,1 0 0,-1-1 0,0 1 0,1 0 0,-1 0 0,1 0 0,0 0 0,0 0 0,-1 0 0,1 0 0,0 0 0,1 0 0,-1 0 0,0 0 0,1 0 0,-1 0 0,1 0 0,-1 0 0,3 3 0,-1-2 0,0-1 0,0 1 0,0-1 0,0 0 0,1 0 0,-1 0 0,1 0 0,-1 0 0,1 0 0,0-1 0,5 3 0,5 1 0,1 0 0,-1-1 0,1 0 0,26 3 0,58-1 0,-20-6-1365,-63 0-5461</inkml:trace>
</inkml:ink>
</file>

<file path=ppt/ink/ink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22.3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24575,'21'0'0,"1"1"0,-1 0 0,0 2 0,1 1 0,-1 0 0,0 2 0,-1 0 0,1 1 0,-2 1 0,1 1 0,-1 1 0,0 1 0,-1 0 0,28 23 0,-19-10 0,-1 2 0,0 1 0,-2 1 0,-2 1 0,0 1 0,-2 1 0,-1 0 0,-2 2 0,-1 0 0,-1 1 0,-2 0 0,-2 1 0,-1 1 0,7 47 0,-15-66 0,0 1 0,-1 0 0,-1-1 0,-1 1 0,-1 0 0,0 0 0,-1-1 0,-8 27 0,6-30 0,0-1 0,-1 0 0,-1 0 0,0-1 0,0 0 0,-1 0 0,-1-1 0,0 0 0,0 0 0,-1-1 0,-14 11 0,7-9-273,0 0 0,0-1 0,-1 0 0,-29 11 0,13-9-6553</inkml:trace>
</inkml:ink>
</file>

<file path=ppt/ink/ink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22.3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15 129 24575,'-2'-9'0,"-2"-9"0,1 0 0,0 0 0,2 0 0,0-25 0,3 39 0,1 10 0,3 9 0,4 20 0,1-2 0,2 1 0,2-2 0,1 0 0,27 43 0,-42-74 0,0 0 0,-1 0 0,1 0 0,0 0 0,0-1 0,-1 1 0,1 0 0,0 0 0,0 0 0,0-1 0,0 1 0,0 0 0,2 0 0,-2-1 0,-1 0 0,0 0 0,0 0 0,0 0 0,0 0 0,1 0 0,-1 0 0,0 0 0,0 0 0,0 0 0,0 0 0,1 0 0,-1 0 0,0 0 0,0 0 0,0 0 0,0 0 0,1 0 0,-1 0 0,0-1 0,0 1 0,0 0 0,0 0 0,0 0 0,0 0 0,0 0 0,1-1 0,-1 1 0,0 0 0,0 0 0,0 0 0,0-1 0,0-10 0,-7-18 120,6 27-226,0 1 0,0-1 0,1 0 0,-1 1 0,0-1 0,0 1-1,-1-1 1,1 1 0,0-1 0,0 1 0,-1 0 0,1 0 0,-3-2 0</inkml:trace>
</inkml:ink>
</file>

<file path=ppt/ink/ink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22.3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158 0 24575,'26'4'0,"15"4"0,-38-8 0,0 1 0,0 0 0,0 0 0,0 0 0,0 1 0,0-1 0,-1 1 0,1 0 0,-1-1 0,4 4 0,-6-5 0,0 0 0,1 1 0,-1-1 0,0 0 0,0 0 0,1 1 0,-1-1 0,0 0 0,0 1 0,0-1 0,0 0 0,0 0 0,1 1 0,-1-1 0,0 0 0,0 1 0,0-1 0,0 0 0,0 1 0,0-1 0,0 1 0,0-1 0,0 0 0,0 1 0,0-1 0,0 0 0,0 1 0,-1-1 0,1 0 0,0 0 0,0 1 0,0-1 0,0 1 0,-12 7 0,-16 0 0,14-6 20,0-1 0,0-1 0,0 0 0,0 0 0,-21-5 0,4-1-763,-41-15 1,60 17-6084</inkml:trace>
</inkml:ink>
</file>

<file path=ppt/ink/ink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22.3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311 42 24575,'-1'-2'0,"-1"0"0,0 0 0,1 0 0,-1 0 0,0 0 0,0 1 0,0-1 0,0 0 0,0 1 0,0 0 0,0-1 0,-1 1 0,1 0 0,0 0 0,-1 0 0,1 0 0,-1 1 0,1-1 0,-5 0 0,-6 0 0,-1 0 0,-21 1 0,21 0 0,-32 0 0,-58-7 0,83 4-1365,3 1-5461</inkml:trace>
</inkml:ink>
</file>

<file path=ppt/ink/ink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22.3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777 43 24575,'7'-2'0,"-7"-1"0,-12-4 0,-27-1 0,-75-7 0,79 11 0,-22 1 0,0 3 0,-74 8 0,106-6 0,-200 2-107,155-5-1151,51 1-5568</inkml:trace>
</inkml:ink>
</file>

<file path=ppt/ink/ink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22.3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24575,'0'2'0,"1"19"0,4 30 0,15 23-18,-11-45-319,-2 0 0,0 1 1,2 38-1,-9-56-6489</inkml:trace>
</inkml:ink>
</file>

<file path=ppt/ink/ink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22.3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591 47 24575,'-3'-5'0,"-1"1"0,0-1 0,-1 1 0,1 0 0,-1 0 0,1 0 0,-9-5 0,11 8 0,0 0 0,-1 0 0,1 0 0,0 0 0,0 0 0,-1 1 0,1-1 0,-1 1 0,1 0 0,-1-1 0,1 1 0,0 0 0,-1 0 0,1 1 0,-1-1 0,1 0 0,-1 1 0,1-1 0,0 1 0,-1 0 0,-2 1 0,-2 3 0,-1-1 0,0-1 0,0 0 0,0 0 0,0 0 0,-1-1 0,1 0 0,-1-1 0,-12 1 0,-224-14 0,233 10-136,0 1-1,0 0 1,0 1-1,0 0 1,0 1-1,0 1 1,0 0-1,0 0 0,-22 8 1,22-5-6690</inkml:trace>
</inkml:ink>
</file>

<file path=ppt/ink/ink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22.3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568 31 24575,'13'-4'0,"76"-16"0,-73 18 0,0 0 0,0 0 0,24 2 0,1 8 0,-32-6 0,-1 0 0,19 1 0,-12-3 0,-7 0 0,-17 1 0,-82 14 0,25-2 0,10-6 0,-93 1 0,-199-9 0,341 2 0,1-1 0,0 1 0,0 0 0,0 1 0,0 0 0,0-1 0,-8 5 0,-38 22 0,40-21 0,12-7 0,0 0 0,-1 0 0,1 0 0,0 0 0,0 0 0,-1 1 0,1-1 0,0 0 0,0 0 0,-1 0 0,1 0 0,0 0 0,0 1 0,0-1 0,0 0 0,-1 0 0,1 0 0,0 1 0,0-1 0,0 0 0,0 0 0,0 1 0,0-1 0,0 0 0,-1 0 0,1 1 0,0-1 0,0 0 0,0 0 0,0 1 0,0-1 0,0 1 0,8 4 0,19 1 0,-22-5 0,112 27 0,151 58 0,-252-80 0,26 15 0,-37-19 0,-1 1 0,0-1 0,0 1 0,0 0 0,0 1 0,-1-1 0,1 1 0,-1-1 0,0 1 0,5 8 0,-7-11 0,0 1 0,-1 0 0,1-1 0,-1 1 0,0 0 0,1-1 0,-1 1 0,0 0 0,0 0 0,0-1 0,0 1 0,0 0 0,0 0 0,-1-1 0,1 1 0,-1 0 0,1-1 0,-1 1 0,1 0 0,-1-1 0,0 1 0,0-1 0,0 1 0,0-1 0,0 0 0,0 1 0,0-1 0,0 0 0,-1 0 0,1 0 0,-3 2 0,-4 3 0,0 0 0,-1-1 0,0 0 0,-11 4 0,17-8 0,-111 47 0,-45 21 0,147-63 0,1 1 0,0 0 0,0 1 0,1 0 0,0 1 0,0 0 0,1 0 0,0 1 0,-7 11 0,-67 93 0,81-112 0,1 0 0,0 0 0,0-1 0,-1 1 0,1 0 0,0 0 0,1 0 0,-1 0 0,-1 3 0,2-4 0,0-1 0,0 0 0,0 1 0,0-1 0,0 0 0,0 1 0,0-1 0,0 0 0,0 1 0,1-1 0,-1 0 0,0 1 0,0-1 0,0 0 0,0 0 0,1 1 0,-1-1 0,0 0 0,0 1 0,1-1 0,-1 0 0,1 0 0,12 5 0,58-2 0,-9-1 0,355 7 0,-202-24-1365,-199 15-5461</inkml:trace>
</inkml:ink>
</file>

<file path=ppt/ink/ink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22.3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39 24575,'-2'-6'0,"-7"-14"0,9 19 0,0 0 0,-1 0 0,1 0 0,-1 1 0,1-1 0,-1 0 0,1 0 0,-1 1 0,0-1 0,1 0 0,-1 1 0,0-1 0,1 1 0,-1-1 0,0 0 0,0 1 0,-1-1 0,2 1 0,0 0 0,0 0 0,0 0 0,-1 0 0,1 1 0,0-1 0,0 0 0,0 0 0,-1 0 0,1 0 0,0 0 0,0 0 0,0 1 0,0-1 0,-1 0 0,1 0 0,0 0 0,0 0 0,0 1 0,0-1 0,0 0 0,0 0 0,0 0 0,0 1 0,-1-1 0,1 0 0,0 0 0,0 1 0,0-1 0,0 0 0,0 0 0,0 0 0,0 1 0,0-1 0,0 0 0,0 0 0,1 1 0,-1-1 0,0 0 0,2 12 0,-2-10 0,15 60 0,32 84 0,-24-79 0,-13-38-112,-3-12-97,-1 0 0,-1-1 0,-1 2 1,0-1-1,1 26 0</inkml:trace>
</inkml:ink>
</file>

<file path=ppt/ink/ink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22.3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133 0 24575,'-14'0'0,"1"1"0,-1 0 0,-17 5 0,28-6 0,0 1 0,-1 0 0,1 0 0,-1 0 0,1 0 0,0 1 0,0-1 0,0 1 0,0 0 0,0 0 0,0 0 0,0 0 0,1 1 0,-1-1 0,1 1 0,-1-1 0,-3 7 0,5-6 0,0 0 0,1 0 0,-1 0 0,1 1 0,-1-1 0,1 0 0,0 0 0,0 1 0,0-1 0,1 0 0,-1 0 0,1 0 0,0 0 0,0 1 0,0-1 0,2 4 0,-2-4 0,0-1 0,0 1 0,1 0 0,-1-1 0,1 1 0,0-1 0,0 0 0,0 1 0,0-1 0,0 0 0,0 0 0,0 0 0,1 0 0,-1-1 0,1 1 0,-1-1 0,6 3 0,2-2 0,-1-1 0,1 0 0,16-1 0,9 1 0,193 38-667,-203-34-31,-3 0-6128</inkml:trace>
</inkml:ink>
</file>

<file path=ppt/ink/ink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22.3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18 24575,'-1'0'0,"1"-1"0,-1 1 0,1 0 0,-1-1 0,1 1 0,-1-1 0,1 1 0,0-1 0,-1 1 0,1-1 0,0 0 0,-1 1 0,1-1 0,0 1 0,-1-1 0,1 0 0,0 1 0,0-1 0,0 0 0,0 1 0,0-1 0,0 0 0,0 1 0,0-1 0,0 0 0,0 1 0,0-2 0,6 1 0,4 10 0,10 16 0,-2-3 0,28 28 0,267 241 0,-270-255 0,-29-26 0,0 1 0,-1 1 0,0 0 0,-1 1 0,13 18 0,-24-30-99,-1 0 24,1 0 1,0-1-1,-1 1 1,1 0 0,-1 0-1,1 0 1,-1 0-1,0 0 1,1-1-1,-1 1 1,0 0-1,0 0 1,1 0-1,-1 0 1,0 0-1,0 2 1</inkml:trace>
</inkml:ink>
</file>

<file path=ppt/ink/ink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22.3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388 16 24575,'0'-1'0,"0"1"0,0-1 0,0 0 0,0 0 0,0 0 0,0 1 0,0-1 0,0 0 0,0 0 0,0 1 0,-1-1 0,1 0 0,0 0 0,-1 1 0,1-1 0,0 0 0,-1 1 0,1-1 0,-1 0 0,0 0 0,1 1 0,-1 0 0,1 0 0,0 0 0,-1 0 0,1 0 0,-1 0 0,1 0 0,-1 0 0,1 0 0,0 0 0,-1 0 0,1 1 0,-1-1 0,1 0 0,-1 0 0,1 0 0,0 1 0,-1-1 0,1 0 0,0 0 0,-1 1 0,1-1 0,-1 1 0,-3 3 0,-1 1 0,1 0 0,-6 7 0,8-9 0,-57 72 0,34-42 0,1 0 0,-33 66 0,26-43 0,2-10 0,-56 68 0,79-106-273,-1 0 0,2 0 0,-1 1 0,-4 10 0,6-9-6553</inkml:trace>
</inkml:ink>
</file>

<file path=ppt/ink/ink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22.3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175 0 24575,'-7'4'0,"-1"0"0,1 0 0,-1-1 0,0-1 0,0 1 0,0-1 0,-10 1 0,8-1 0,1 0 0,-1 0 0,1 1 0,-11 5 0,16-6 0,1 0 0,0 0 0,0 0 0,1 0 0,-1 1 0,0-1 0,1 1 0,-1 0 0,1 0 0,0-1 0,0 1 0,0 1 0,0-1 0,1 0 0,-1 0 0,1 1 0,0-1 0,0 1 0,0-1 0,0 1 0,1-1 0,-1 1 0,1 0 0,0-1 0,0 1 0,1-1 0,0 5 0,-1-4 0,1 0 0,0 1 0,0-1 0,0 0 0,0 1 0,1-1 0,0 0 0,0 0 0,0 0 0,0-1 0,1 1 0,0 0 0,-1-1 0,1 0 0,0 1 0,1-1 0,-1-1 0,1 1 0,-1 0 0,1-1 0,7 4 0,2-1 0,0-1 0,1-1 0,0 0 0,0-1 0,18 1 0,-31-3 0,57 10-1365,-46-8-5461</inkml:trace>
</inkml:ink>
</file>

<file path=ppt/ink/ink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22.3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162 74 24575,'2'-27'0,"-1"21"0,0 0 0,-1 0 0,0 0 0,-1-8 0,1 14 0,0-1 0,0 1 0,0 0 0,0-1 0,0 1 0,0 0 0,0-1 0,0 1 0,0 0 0,0-1 0,0 1 0,-1 0 0,1-1 0,0 1 0,0 0 0,0 0 0,-1-1 0,1 1 0,0 0 0,0 0 0,0-1 0,-1 1 0,1 0 0,0 0 0,-1 0 0,1-1 0,0 1 0,0 0 0,-1 0 0,1 0 0,0 0 0,-1 0 0,1-1 0,0 1 0,-1 0 0,1 0 0,0 0 0,-1 0 0,1 0 0,0 0 0,-1 0 0,1 0 0,0 1 0,-1-1 0,1 0 0,0 0 0,-1 0 0,1 0 0,0 0 0,-1 0 0,1 1 0,0-1 0,0 0 0,-1 0 0,1 0 0,0 1 0,0-1 0,-1 0 0,1 0 0,0 1 0,0-1 0,-19 21 0,15-17 0,-13 15 0,1 1 0,0 0 0,-20 36 0,29-43 0,1-1 0,1 2 0,0-1 0,1 0 0,0 1 0,1 0 0,0 0 0,0 17 0,1 4 0,2 0 0,1 1 0,6 39 0,-4-60 0,0-1 0,0 0 0,1 0 0,1 0 0,1 0 0,0-1 0,0 0 0,1 0 0,1-1 0,13 16 0,-6-10-170,1-2-1,0 0 0,1-1 1,1 0-1,0-2 0,1 0 1,24 12-1,-32-20-6655</inkml:trace>
</inkml:ink>
</file>

<file path=ppt/ink/ink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22.3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86 0 24575,'-3'7'0,"1"-1"0,0 1 0,0-1 0,0 1 0,1 0 0,0 0 0,1 0 0,0-1 0,0 1 0,0 0 0,1 0 0,-1 0 0,2-1 0,-1 1 0,4 8 0,3 10 0,2 0 0,20 35 0,103 160 0,-103-173 0,-20-33 0,-2 1 0,0 0 0,11 28 0,-18-42 0,-1 0 0,0 0 0,0-1 0,1 1 0,-1 0 0,0 0 0,0 0 0,0 0 0,0 0 0,0 0 0,0 0 0,0 0 0,0 0 0,0-1 0,0 1 0,-1 0 0,1 0 0,0 0 0,0 0 0,-1 0 0,1-1 0,-1 1 0,1 0 0,-1 0 0,1 0 0,-2 0 0,1 0 0,0 0 0,-1-1 0,1 1 0,-1 0 0,1-1 0,-1 1 0,1-1 0,-1 1 0,1-1 0,-1 0 0,0 0 0,1 1 0,-3-1 0,-5-1 0,1 0 0,-1 0 0,1-1 0,-13-3 0,2-2 0,0-1 0,0 0 0,1-2 0,1 0 0,-1-1 0,-17-15 0,23 17 0,0-1 0,2-1 0,-1 0 0,1 0 0,1-1 0,0 0 0,1-1 0,0 0 0,-6-14 0,12 24 6,1-1 0,0 0 0,0 1 0,0-1 0,0 0 0,1 1 0,-1-1 0,1 0 0,0 0 0,0 1 0,1-1 0,-1 0 0,1 0 0,-1 1 0,1-1 0,0 0 0,1 1 0,-1-1 0,3-3 0,-1 1-171,2-1 0,-1 1 0,1 0 0,0 0 0,0 1 0,0 0 0,1 0 0,9-7 0,-6 6-6661</inkml:trace>
</inkml:ink>
</file>

<file path=ppt/ink/ink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22.3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 24575,'0'2'0,"-3"4"0,0 2 0</inkml:trace>
</inkml:ink>
</file>

<file path=ppt/ink/ink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22.3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 21 24575,'3'-18'0,"-4"15"0,-4 12 0,-3 8 0,1 0 0,1 1 0,1 0 0,-4 26 0,-6 74 0,15-115 0,-4 39 0,3-1 0,2 1 0,1-1 0,2 0 0,2 1 0,13 45 0,-15-73 0,1 0 0,0 0 0,0-1 0,10 16 0,-11-23 0,0 0 0,1 0 0,-1 0 0,1 0 0,0-1 0,1 0 0,-1 0 0,1-1 0,0 1 0,8 3 0,8 3-682,43 15-1,-53-22-6143</inkml:trace>
</inkml:ink>
</file>

<file path=ppt/ink/ink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22.3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1 477 24575,'2'-2'0,"0"1"0,0-1 0,0 1 0,0 0 0,1 0 0,-1 0 0,0 0 0,1 0 0,-1 0 0,1 1 0,-1-1 0,5 0 0,33 0 0,-28 1 0,22 1 0,-23 0 0,0 0 0,0-1 0,0 0 0,0-1 0,14-3 0,-25 4 0,0 0 0,0 0 0,1 0 0,-1 0 0,0 0 0,0 0 0,1 0 0,-1 0 0,0 0 0,0-1 0,1 1 0,-1 0 0,0 0 0,0 0 0,1 0 0,-1 0 0,0-1 0,0 1 0,0 0 0,0 0 0,1 0 0,-1-1 0,0 1 0,0 0 0,0 0 0,0 0 0,0-1 0,1 1 0,-1 0 0,0 0 0,0-1 0,0 1 0,-6-6 0,-16-3 0,22 8 0,-16-4 0,1-1 0,1 0 0,-1-1 0,-22-15 0,33 19 0,-1 0 0,1-1 0,0 1 0,1-1 0,-1 0 0,1 0 0,0 0 0,0-1 0,0 1 0,0-1 0,1 0 0,0 1 0,0-1 0,0 0 0,0 0 0,1-1 0,0 1 0,-1-6 0,2 3 0,0 0 0,1 0 0,-1 0 0,2 0 0,-1 0 0,1 0 0,0 0 0,1 0 0,0 1 0,0-1 0,1 1 0,0 0 0,0 0 0,0 0 0,10-10 0,2-2 0,1 2 0,1 0 0,38-28 0,-39 33 0,0 0 0,33-15 0,-41 23 0,0 0 0,1 1 0,-1 0 0,1 1 0,-1 0 0,1 0 0,18 0 0,-27 2 0,1 0 0,-1 0 0,0 0 0,0 0 0,1 0 0,-1 1 0,0-1 0,0 0 0,0 1 0,0-1 0,1 1 0,-1 0 0,0-1 0,0 1 0,0 0 0,0 0 0,0-1 0,0 1 0,-1 0 0,1 0 0,1 1 0,-1 0 0,0 1 0,0-1 0,0 1 0,0-1 0,0 1 0,0-1 0,-1 1 0,1-1 0,0 5 0,-1 5 0,0-1 0,-1 0 0,-3 18 0,-4 8 0,-2-2 0,-1 1 0,-21 43 0,29-72 0,-9 24 0,11-29 0,1 0 0,-1 1 0,1-1 0,-1 0 0,1 1 0,0-1 0,0 0 0,0 1 0,0-1 0,1 5 0,-1-6 0,1 1 0,0-1 0,0 1 0,0-1 0,0 0 0,0 1 0,0-1 0,0 0 0,0 0 0,1 0 0,-1 0 0,0 0 0,1 0 0,-1 0 0,1 0 0,-1 0 0,1-1 0,1 2 0,34 7 0,-28-7 0,232 36 0,-226-36-1365,-3-1-5461</inkml:trace>
</inkml:ink>
</file>

<file path=ppt/ink/ink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22.3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263 0 24575,'-27'0'0,"-11"0"0,-2 0 0,3 0 0,6 3 0,6 0 0,4 0 0,4 0 0,2 1 0,3 0-8191</inkml:trace>
</inkml:ink>
</file>

<file path=ppt/ink/ink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22.3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24575,'1'47'0,"2"0"0,16 76 0,38 86 0,-20-117 119,0-1-1603,-34-79-5342</inkml:trace>
</inkml:ink>
</file>

<file path=ppt/ink/ink1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22.3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172 1 24575,'-24'6'0,"-48"13"0,64-16 0,1 0 0,-1 1 0,1-1 0,0 2 0,0-1 0,-12 10 0,18-13 0,0 0 0,0 0 0,0 0 0,0 0 0,0 0 0,0 0 0,1 0 0,-1 0 0,0 0 0,0 0 0,1 0 0,-1 0 0,1 1 0,-1-1 0,1 0 0,0 0 0,-1 1 0,1-1 0,0 0 0,0 2 0,0-2 0,1 1 0,-1-1 0,0 0 0,1 0 0,0 1 0,-1-1 0,1 0 0,0 0 0,-1 0 0,1 0 0,0 0 0,0 0 0,0 0 0,0 0 0,0 0 0,1 1 0,6 2 0,-1 0 0,1 0 0,-1 0 0,16 3 0,-19-5 0,9 1 27,0 0 0,0 0-1,1-2 1,16 1 0,-13-1-777,30 5 1,-35-3-6077</inkml:trace>
</inkml:ink>
</file>

<file path=ppt/ink/ink1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22.3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62 540 24575,'3'-3'0,"1"0"0,0 0 0,0 0 0,0 1 0,0 0 0,1 0 0,-1 0 0,1 1 0,-1-1 0,1 1 0,-1 0 0,1 0 0,0 1 0,8-1 0,26-5 0,-39 6 0,1 0 0,-1 0 0,0 0 0,1 0 0,-1-1 0,0 1 0,1 0 0,-1 0 0,0 0 0,1 0 0,-1-1 0,0 1 0,0 0 0,1 0 0,-1 0 0,0-1 0,0 1 0,1 0 0,-1 0 0,0-1 0,0 1 0,0 0 0,0-1 0,1 1 0,-1 0 0,0-1 0,0 1 0,0 0 0,0-1 0,0 1 0,0 0 0,0-1 0,0 1 0,0 0 0,0-1 0,0 1 0,0 0 0,0-1 0,0 1 0,0 0 0,0-1 0,0 1 0,-1 0 0,1-1 0,0 1 0,0 0 0,0-1 0,-1 1 0,1 0 0,0 0 0,0-1 0,0 1 0,-1 0 0,1 0 0,0-1 0,-1 1 0,1 0 0,-1 0 0,-19-17 0,17 16 0,-8-7 0,1-1 0,-1 1 0,2-2 0,-1 1 0,2-1 0,-1-1 0,1 1 0,1-1 0,0-1 0,0 0 0,1 1 0,-6-19 0,3 6 0,1 0 0,2-1 0,-5-33 0,10 50 0,0-1 0,0 0 0,1 0 0,0 1 0,1-1 0,0 0 0,0 0 0,1 1 0,0-1 0,1 1 0,0-1 0,0 1 0,6-10 0,-7 14 0,1-1 0,1 1 0,-1 0 0,1 0 0,-1 0 0,1 1 0,0-1 0,1 1 0,-1 0 0,0 0 0,1 0 0,0 1 0,8-4 0,-6 4 0,1 0 0,0 0 0,0 1 0,0 0 0,0 0 0,0 1 0,0 0 0,11 1 0,-3 2 0,-1 0 0,0 0 0,0 2 0,0-1 0,0 2 0,-1 0 0,0 1 0,25 16 0,-32-17 0,0-1 0,0 1 0,0 1 0,0-1 0,-1 1 0,0 1 0,-1-1 0,0 1 0,0 0 0,7 16 0,-10-20 0,0 1 0,-1 0 0,1-1 0,-1 1 0,0 0 0,-1 0 0,1 0 0,-1 0 0,0 0 0,0-1 0,0 1 0,-1 0 0,0 0 0,0 0 0,0 0 0,-1-1 0,1 1 0,-1-1 0,0 1 0,0-1 0,-1 1 0,-3 4 0,-1 0 0,-1-1 0,-1 0 0,-13 12 0,14-15 0,1 1 0,0 0 0,1 0 0,0 1 0,0 0 0,-10 14 0,16-21 0,0 1 0,-1 0 0,1-1 0,0 1 0,-1 0 0,1-1 0,0 1 0,0 0 0,0-1 0,0 1 0,0 0 0,0-1 0,0 1 0,0 0 0,0 0 0,0-1 0,0 1 0,0 0 0,0-1 0,1 1 0,-1 0 0,0-1 0,0 1 0,1 1 0,0-1 0,0 0 0,1 0 0,-1 0 0,0 0 0,0 0 0,1 0 0,-1 0 0,0 0 0,1 0 0,2 0 0,3 2 0,0-1 0,1-1 0,12 3 0,24 2 27,-23-2-723,32 2 0,-40-6-6130</inkml:trace>
</inkml:ink>
</file>

<file path=ppt/ink/ink1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22.3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154 16 24575,'-3'-2'0,"0"0"0,-1 0 0,1 1 0,0-1 0,-1 1 0,1 0 0,0 0 0,-1 0 0,0 0 0,-6 0 0,9 1 0,0 0 0,0 0 0,-1 0 0,1 0 0,0 1 0,0-1 0,-1 0 0,1 1 0,0-1 0,0 1 0,0-1 0,0 1 0,0 0 0,0-1 0,0 1 0,0 0 0,0 0 0,0 0 0,0 0 0,0 0 0,0 0 0,1 0 0,-1 0 0,0 0 0,1 0 0,-1 0 0,1 0 0,-1 1 0,1-1 0,0 0 0,-1 0 0,1 0 0,0 3 0,-1 1 0,1 1 0,0-1 0,0 0 0,0 1 0,1-1 0,-1 0 0,1 0 0,1 1 0,-1-1 0,1 0 0,3 6 0,4 7 0,19 30 0,-3-7 0,-24-40 0,0 1 0,0 0 0,0 0 0,-1-1 0,1 1 0,0 0 0,-1 0 0,1 0 0,-1 0 0,0 0 0,0-1 0,0 1 0,0 0 0,0 0 0,0 0 0,0 0 0,0 0 0,-1 0 0,1 0 0,-1 0 0,0 0 0,1-1 0,-1 1 0,0 0 0,-1 1 0,0-1 0,0 0 0,0 0 0,0 0 0,0 0 0,-1 0 0,1-1 0,-1 1 0,1-1 0,-1 0 0,1 0 0,-1 0 0,0 0 0,1 0 0,-1 0 0,0-1 0,-4 1 0,-82 9-1365,71-8-5461</inkml:trace>
</inkml:ink>
</file>

<file path=ppt/ink/ink1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22.3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24575,'52'43'0,"78"84"0,-110-104 0,-1 1 0,-1 1 0,-1 1 0,-1 0 0,-1 1 0,12 32 0,-17-35 24,-2 0 0,0 0 0,-2 1 0,7 45 0,-13-62-102,1 1 0,-1-1 0,-1 0-1,1 1 1,-1-1 0,-1 0 0,1 0 0,-1 1 0,-1-1-1,0-1 1,0 1 0,0 0 0,-1-1 0,0 1 0,-1-1-1,1-1 1,-2 1 0,-7 9 0,0-5-6748</inkml:trace>
</inkml:ink>
</file>

<file path=ppt/ink/ink1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22.3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47 24575,'-1'-2'0,"1"0"0,-1 0 0,1 1 0,0-1 0,-1 0 0,1 0 0,0 0 0,0 0 0,0 1 0,0-1 0,1 0 0,-1 0 0,0 0 0,1 1 0,0-1 0,-1 0 0,1 1 0,0-1 0,1-2 0,-1 3 0,0 0 0,0 0 0,1 1 0,-1-1 0,0 0 0,0 1 0,1-1 0,-1 1 0,0-1 0,1 1 0,-1-1 0,0 1 0,1 0 0,-1 0 0,1 0 0,-1 0 0,1 0 0,-1 0 0,0 0 0,1 1 0,-1-1 0,0 0 0,1 1 0,-1-1 0,3 2 0,4 1 0,0 1 0,0 0 0,0 1 0,-1-1 0,14 12 0,31 33 0,-46-44 0,21 23 0,-2 0 0,-1 2 0,-1 1 0,-1 1 0,-2 0 0,-1 2 0,-2 0 0,-1 1 0,-2 1 0,-1 0 0,-2 1 0,8 48 0,-16-63 0,0 0 0,-2 1 0,0-1 0,-2 1 0,0-1 0,-1 1 0,-2-1 0,0 0 0,-1 0 0,-2 0 0,0-1 0,-1 0 0,-1 0 0,-1-1 0,-1 0 0,0-1 0,-23 29 0,16-28-273,-1-1 0,-1-1 0,0-1 0,-37 24 0,37-28-6553</inkml:trace>
</inkml:ink>
</file>

<file path=ppt/ink/ink1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40.2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 25 24575,'-17'-21'0,"15"17"0,11 15 0,58 83 0,32 40 0,151 203 0,-219-289 0,27 41 0,-57-89 0,-1 0 0,0 1 0,0-1 0,0 0 0,1 1 0,-1-1 0,0 1 0,1-1 0,-1 0 0,0 0 0,1 1 0,-1-1 0,0 0 0,1 1 0,-1-1 0,1 0 0,-1 0 0,0 0 0,1 0 0,0 1 0,2-7 0,-5-14 0,-1 10-195,-1 0 0,-1 1 0,0 0 0,0 0 0,0 0 0,-10-11 0,4 7-6631</inkml:trace>
</inkml:ink>
</file>

<file path=ppt/ink/ink1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40.7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302 16 24575,'0'-1'0,"0"0"0,0 0 0,0 0 0,0 0 0,0 0 0,0 0 0,0 0 0,0 0 0,0 0 0,-1 0 0,1 0 0,0 1 0,-1-1 0,0-1 0,1 2 0,0-1 0,-1 1 0,1 0 0,0 0 0,0 0 0,-1 0 0,1 0 0,0 0 0,0 0 0,-1 0 0,1 0 0,0 1 0,0-1 0,-1 0 0,1 0 0,0 0 0,0 0 0,-1 0 0,1 0 0,0 0 0,0 1 0,-1-1 0,1 0 0,0 0 0,0 0 0,0 1 0,0-1 0,-1 0 0,1 0 0,0 0 0,0 1 0,-18 29 0,15-23 0,-20 28 0,15-24 0,1 1 0,-7 13 0,-109 258 0,117-270 40,-1-1 0,-15 22 0,18-28-226,-1-1 1,0 0-1,0 1 0,0-1 1,-1-1-1,1 1 1,-10 5-1,4-5-6640</inkml:trace>
</inkml:ink>
</file>

<file path=ppt/ink/ink1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41.2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274 37 24575,'-23'-8'0,"-52"-15"0,67 21 0,0 1 0,0 0 0,0 0 0,0 0 0,0 1 0,-1 1 0,-9 1 0,16-2 0,0 0 0,0 1 0,0 0 0,0-1 0,0 1 0,0 0 0,0 0 0,0 0 0,0 1 0,1-1 0,-1 0 0,0 1 0,1-1 0,-1 1 0,1-1 0,-1 1 0,-1 2 0,1-1 0,1 1 0,-1-1 0,1 1 0,-1 0 0,1-1 0,0 1 0,1 0 0,-1 0 0,0 4 0,1 2 0,0 0 0,1 0 0,0-1 0,0 1 0,1 0 0,6 17 0,-4-17 0,0-1 0,1 0 0,0 0 0,1 0 0,0 0 0,0-1 0,1 0 0,0 0 0,0-1 0,12 9 0,7 4 0,56 31 0,-73-46 0,-8-4 0,1 0 0,0 0 0,-1 0 0,1 0 0,-1 1 0,1-1 0,-1 0 0,1 1 0,-1-1 0,0 1 0,0-1 0,0 1 0,2 3 0,-3-5 0,0 1 0,0-1 0,0 1 0,0-1 0,0 1 0,0-1 0,0 0 0,0 1 0,0-1 0,0 1 0,0-1 0,0 1 0,0-1 0,0 0 0,0 1 0,-1-1 0,1 1 0,0-1 0,0 0 0,0 1 0,-1-1 0,1 1 0,-1-1 0,0 1 0,0 0 0,0 0 0,0-1 0,0 1 0,0-1 0,0 1 0,0-1 0,-1 1 0,1-1 0,0 0 0,0 1 0,-2-1 0,-18 2 0,1-2 0,-1 0 0,1-1 0,-40-7 0,7 0 0,-1-1-1365,41 7-5461</inkml:trace>
</inkml:ink>
</file>

<file path=ppt/ink/ink1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41.9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115 28 24575,'-14'-23'0,"14"23"0,-1-1 0,1 1 0,0 0 0,0-1 0,-1 1 0,1 0 0,0 0 0,-1-1 0,1 1 0,0 0 0,-1 0 0,1 0 0,0 0 0,-1-1 0,1 1 0,0 0 0,-1 0 0,1 0 0,-1 0 0,1 0 0,0 0 0,-1 0 0,0 0 0,1 1 0,-1-1 0,1 1 0,-1-1 0,1 0 0,0 1 0,-1-1 0,1 1 0,0-1 0,-1 1 0,1-1 0,0 1 0,0 0 0,-1-1 0,1 1 0,0-1 0,0 1 0,0-1 0,0 1 0,0 1 0,-5 31 0,1-7 0,-1 0 0,-11 35 0,2-21 0,-15 43 0,25-70 0,1 0 0,0 1 0,1-1 0,0 17 0,3-18 0,0 0 0,0-1 0,1 1 0,1-1 0,0 1 0,0-1 0,1 0 0,1 0 0,9 18 0,-4-13 0,0-1 0,1 0 0,0-1 0,1 0 0,21 19 0,-26-28-136,0 0-1,0 0 1,0 0-1,1-1 1,-1 0-1,1-1 1,0 0-1,0 0 0,17 3 1,-12-4-6690</inkml:trace>
</inkml:ink>
</file>

<file path=ppt/ink/ink1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42.4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60 1 24575,'-1'0'0,"0"0"0,-1 0 0,1 1 0,0-1 0,0 0 0,-1 1 0,1 0 0,0-1 0,0 1 0,0 0 0,0-1 0,0 1 0,0 0 0,0 0 0,0 0 0,0 0 0,0 0 0,0 0 0,1 0 0,-1 0 0,0 0 0,1 0 0,-1 1 0,1-1 0,-1 0 0,1 0 0,-1 1 0,1-1 0,0 0 0,0 2 0,-2 4 0,1 1 0,1-1 0,-1 0 0,2 9 0,0-3 0,1 1 0,1 0 0,0-1 0,1 0 0,0 0 0,9 16 0,41 72 0,-52-96 0,101 155 0,-98-150 0,8 12 0,14 35 0,-24-50 0,0 1 0,-1-1 0,0 1 0,0 0 0,-1 0 0,0 0 0,-1 0 0,0 15 0,0-21 0,0-1 0,0 0 0,-1 1 0,1-1 0,0 0 0,-1 0 0,1 1 0,-1-1 0,1 0 0,-1 0 0,0 0 0,1 0 0,-1 0 0,0 0 0,0 0 0,0 0 0,0 0 0,0 0 0,0 0 0,0 0 0,-1 0 0,-1 0 0,1 0 0,-1 0 0,0 0 0,1 0 0,-1-1 0,0 1 0,1-1 0,-1 0 0,-5 0 0,-1-1 0,-1 0 0,1-1 0,0 0 0,0 0 0,-10-5 0,8 3 0,0-2 0,1 0 0,-1 0 0,1 0 0,1-2 0,-1 1 0,1-1 0,1 0 0,-1-1 0,2 0 0,-10-13 0,11 14 0,1-1 0,0 0 0,0 0 0,1 0 0,0-1 0,0 1 0,1-1 0,1 0 0,0 0 0,0 0 0,1 0 0,0 0 0,1-17 0,0 24 2,1-1 0,0 1-1,-1 0 1,1 0 0,0 0-1,1 1 1,-1-1 0,1 0-1,-1 0 1,1 0 0,0 1-1,0-1 1,0 1 0,0 0-1,0 0 1,3-3 0,6-3-41,0 0 0,19-9 1,2-3-1240,-22 14-5548</inkml:trace>
</inkml:ink>
</file>

<file path=ppt/ink/ink1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42.6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 9 24575,'-7'-5'0,"-3"1"0</inkml:trace>
</inkml:ink>
</file>

<file path=ppt/ink/ink1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43.6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15 551 24575,'23'-5'0,"34"-4"0,-47 8 0,0 0 0,0 1 0,0 1 0,0-1 0,0 2 0,10 2 0,-11-1 0,-11-3 0,-16-5 0,5 0 0,1-1 0,0 0 0,0-1 0,0 0 0,1-1 0,0 0 0,0-1 0,-11-12 0,16 15 0,2 0 0,-1 0 0,1 0 0,0 0 0,0-1 0,0 0 0,1 0 0,0 0 0,1 0 0,0 0 0,0-1 0,0 1 0,1-1 0,0 1 0,0-1 0,1-11 0,1 12 0,0 0 0,0 1 0,0-1 0,1 0 0,0 1 0,1 0 0,-1-1 0,1 1 0,0 0 0,4-5 0,5-6 0,27-29 0,-5 6 0,-29 33 0,-1 0 0,0 0 0,0 0 0,0-1 0,-1 0 0,0 1 0,-1-1 0,0 0 0,0 0 0,0-12 0,-1 17 0,-1 0 0,0 1 0,1-1 0,0 1 0,-1-1 0,1 0 0,0 1 0,0-1 0,0 1 0,1 0 0,-1-1 0,1 1 0,-1 0 0,1 0 0,0 0 0,0 0 0,0 0 0,0 0 0,0 0 0,0 1 0,0-1 0,1 1 0,-1-1 0,0 1 0,1 0 0,-1 0 0,1 0 0,0 1 0,-1-1 0,1 0 0,0 1 0,-1 0 0,1 0 0,0 0 0,4 0 0,6 1 0,0 1 0,0 0 0,0 1 0,-1 1 0,1 0 0,13 6 0,-2 0 0,-1 2 0,0 0 0,0 1 0,-1 2 0,-1 0 0,31 28 0,-48-39 0,0 1 0,0 0 0,0-1 0,0 1 0,-1 1 0,0-1 0,0 0 0,0 1 0,-1-1 0,0 1 0,2 7 0,-3-9 0,-1 0 0,1 0 0,-1 0 0,0 0 0,0 1 0,0-1 0,-1 0 0,0 0 0,1 0 0,-1 0 0,-1 0 0,1 0 0,-1 0 0,1 0 0,-1-1 0,0 1 0,-3 4 0,-6 6 0,-1-1 0,0 0 0,-1 0 0,-17 12 0,-16 16 0,45-40 0,0 0 0,0 0 0,0 0 0,0 0 0,0 0 0,0 0 0,0 1 0,0-1 0,0 0 0,1 0 0,-1 1 0,1-1 0,-1 1 0,1-1 0,-1 0 0,1 1 0,0-1 0,0 1 0,0 2 0,0-3 0,0 1 0,1-1 0,-1 0 0,1 1 0,0-1 0,-1 0 0,1 0 0,0 0 0,0 1 0,0-1 0,0 0 0,0 0 0,0 0 0,0 0 0,0-1 0,2 3 0,4 1 0,1-1 0,-1 1 0,1-1 0,-1-1 0,14 4 0,2-2 0,0 0 0,0-1 0,1-1 0,0-2 0,28-2 0,-22-3-1365,-17 1-5461</inkml:trace>
</inkml:ink>
</file>

<file path=ppt/ink/ink1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44.5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24575,'24'12'0,"-1"0"0,0 1 0,-1 2 0,0 0 0,-1 1 0,-1 1 0,-1 1 0,0 1 0,-1 0 0,-1 2 0,-1 0 0,-1 0 0,-1 2 0,-1 0 0,-1 0 0,10 28 0,-6-11 0,-2 1 0,-2 0 0,13 79 0,-23-103 0,0 0 0,-1 1 0,-1-1 0,-1 0 0,-1 1 0,0-1 0,-1 0 0,-1 0 0,-1 0 0,0 0 0,-1-1 0,-11 22 0,13-31-111,-1 3-98,0-1 0,-1 0 0,0 0 0,0-1 0,-9 10 0,5-9-6617</inkml:trace>
</inkml:ink>
</file>

<file path=ppt/ink/ink1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44.9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230 26 24575,'-5'0'0,"-4"-3"0,-3 0 0,-1 0 0,-2 1 0,-1 0 0,1 1 0,0 0 0,0 1 0,0 0 0,0 0 0,0 0 0,1 0 0,0-2 0,-1-1 0,1 0 0,2 0-8191</inkml:trace>
</inkml:ink>
</file>

<file path=ppt/ink/ink1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45.2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52 1 24575,'-23'2'0,"-6"1"-8191</inkml:trace>
</inkml:ink>
</file>

<file path=ppt/ink/ink1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49.1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199 1 24575,'-15'0'0,"-7"0"0,-2 0 0,0 0 0,2 0 0,2 0 0,2 0 0,2 0 0,1 0 0,3 2 0,1 2 0</inkml:trace>
</inkml:ink>
</file>

<file path=ppt/ink/ink1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50.0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24575,'5'5'0,"0"-1"0,0 1 0,6 9 0,28 32 0,9 15 0,-43-55 0,-1 1 0,0 0 0,-1 0 0,0 0 0,0 0 0,0 1 0,2 11 0,-5-16-47,1 0 0,-1 1 0,0-1 0,0 0 0,-1 0 0,1 0 0,-1 0 0,0 0 0,1 0-1,-1 0 1,0 0 0,-1 0 0,1 0 0,-1-1 0,1 1 0,-1 0 0,0-1 0,0 1 0,0-1 0,0 0 0,0 0 0,0 0-1,-1 0 1,1 0 0,-1 0 0,1 0 0,-1-1 0,-3 2 0,-5 2-6779</inkml:trace>
</inkml:ink>
</file>

<file path=ppt/ink/ink1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50.3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592 0 24575,'-209'11'0,"22"2"0,18-7-1365,143-6-5461</inkml:trace>
</inkml:ink>
</file>

<file path=ppt/ink/ink1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51.0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5 24575,'-2'-4'0,"1"4"0,4 13 0,8 19 0,16 26 0,-2 0 0,24 89 0,-48-143-106,7 31 345,-8-34-255,1-1 0,-1 1-1,0 0 1,0 0 0,0-1-1,0 1 1,-1 0-1,1-1 1,0 1 0,0 0-1,0 0 1,0-1-1,-1 1 1,1 0 0,0-1-1,-1 2 1,0-2-28,1 0 1,-1 0-1,1 1 1,0-1-1,-1 0 0,1 0 1,-1 0-1,1 0 1,-1 0-1,1 0 1,-1 0-1,1 0 0,-1 0 1,1 0-1,-1 0 1,1 0-1,-1 0 1,1 0-1,-1 0 1,1 0-1,-1 0 0,1-1 1,0 1-1,-1 0 1,1 0-1,-1-1 1,0 0-1</inkml:trace>
</inkml:ink>
</file>

<file path=ppt/ink/ink1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51.4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457 11 24575,'-7'-2'0,"0"-1"0,0 2 0,0-1 0,0 1 0,-1 0 0,1 0 0,0 1 0,-10 1 0,-5 1 0,-30 8 0,30-6 0,-31 4 0,-1-7-455,1-3 0,-57-8 0,93 8-6371</inkml:trace>
</inkml:ink>
</file>

<file path=ppt/ink/ink1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53.7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774 0 24575,'3'2'0,"-8"1"0,-9 3 0,-62 3 0,39-5 0,-193 1 0,53-5 0,106 7 0,-30 1 0,95-8 0,1 1 0,0-1 0,-1 1 0,-8 3 0,13-4 0,0 1 0,0-1 0,0 0 0,0 1 0,0-1 0,0 1 0,0 0 0,0-1 0,0 1 0,0 0 0,1 0 0,-1-1 0,-1 2 0,2-1 0,0-1 0,0 1 0,-1-1 0,1 1 0,0-1 0,0 1 0,0-1 0,0 1 0,0 0 0,0-1 0,0 1 0,0-1 0,0 1 0,0-1 0,1 1 0,-1-1 0,0 1 0,0-1 0,0 1 0,1-1 0,-1 1 0,0-1 0,0 1 0,1-1 0,-1 1 0,0-1 0,1 0 0,0 1 0,5 4 0,0-1 0,0 0 0,0-1 0,0 1 0,1-1 0,-1 0 0,1-1 0,0 0 0,8 2 0,-1 0 0,54 17 0,130 48 0,-184-63 0,0 0 0,0 2 0,-1-1 0,0 2 0,18 14 0,-29-21 0,0 0 0,1 0 0,-1 0 0,0 1 0,0-1 0,0 1 0,-1-1 0,1 1 0,-1 0 0,1-1 0,-1 1 0,0 0 0,0 0 0,0 0 0,0 0 0,-1 0 0,1 0 0,-1 0 0,0 0 0,0 1 0,0-1 0,0 0 0,0 0 0,-1 0 0,0 0 0,1 0 0,-1 0 0,0 0 0,0 0 0,-1 0 0,1-1 0,-1 1 0,1 0 0,-3 2 0,-3 4 0,1-1 0,-1-1 0,0 1 0,-1-1 0,1-1 0,-2 1 0,-9 5 0,-68 35 0,45-26 0,12-7 0,-57 35 0,72-40 0,1 1 0,0 0 0,1 1 0,-13 13 0,-60 78 0,84-101 0,0-1 0,0 1 0,1 0 0,-1 0 0,0 0 0,1 0 0,-1 0 0,0 0 0,1 0 0,-1 0 0,1 0 0,0 0 0,-1 1 0,1-1 0,0 0 0,0 0 0,0 0 0,-1 2 0,2-2 0,-1-1 0,1 1 0,-1 0 0,1-1 0,-1 1 0,1 0 0,0-1 0,-1 1 0,1-1 0,0 1 0,-1-1 0,1 1 0,0-1 0,0 0 0,-1 1 0,1-1 0,0 0 0,0 0 0,0 1 0,-1-1 0,1 0 0,0 0 0,0 0 0,0 0 0,0 0 0,0 0 0,94-1 0,-38-1 0,278-21 0,-277 18 0,44-8 51,52-4-1467,-139 16-5410</inkml:trace>
</inkml:ink>
</file>

<file path=ppt/ink/ink1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54.3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44 21 24575,'-1'-2'0,"0"1"0,-1-1 0,1 1 0,0-1 0,-1 1 0,1-1 0,-1 1 0,1 0 0,-1-1 0,0 1 0,0 0 0,1 0 0,-4-1 0,5 2 0,-1 0 0,1 0 0,-1 0 0,0 0 0,1 0 0,-1 0 0,1 0 0,-1 0 0,1 0 0,-1 0 0,1 0 0,-1 0 0,1 0 0,-1 0 0,1 1 0,-1-1 0,1 0 0,-1 0 0,1 1 0,0-1 0,-1 1 0,0 0 0,0-1 0,0 1 0,1 0 0,-1 0 0,0 0 0,1 1 0,-1-1 0,1 0 0,0 0 0,-1 0 0,1 0 0,-1 3 0,1 1 0,-1 0 0,1 0 0,0 0 0,0 0 0,1 0 0,0 0 0,0-1 0,0 1 0,0 0 0,3 7 0,5 7 0,13 23 0,-1-2 0,-14-23 0,0 0 0,-1 0 0,0 0 0,-2 1 0,0 0 0,-1 0 0,0 0 0,-1 26 0,-2-31 0,0 16 0,0-28 0,0 1 0,0-1 0,0 1 0,0-1 0,-1 0 0,1 1 0,0-1 0,-1 1 0,0-1 0,1 0 0,-1 1 0,0-1 0,-1 3 0,2-4 2,0 0-1,0 0 0,-1 0 1,1 0-1,0 0 0,0 0 1,0 0-1,0 0 1,0 0-1,0 0 0,-1 0 1,1 0-1,0 0 0,0 0 1,0 0-1,0 0 0,0 0 1,-1 0-1,1 0 1,0 0-1,0 0 0,0 0 1,0 0-1,0 0 0,0 0 1,-1 0-1,1 0 0,0-1 1,0 1-1,0 0 1,0 0-1,0 0 0,0 0 1,0 0-1,0 0 0,0 0 1,-1 0-1,1-1 0,0 1 1,0 0-1,0 0 1,0 0-1,0 0 0,0 0 1,0 0-1,0-1 0,0 1 1,0 0-1,0 0 0,0 0 1,0 0-1,0 0 1,0-1-1,0 1 0,0 0 1,0 0-1,0 0 0,0-9-1445</inkml:trace>
</inkml:ink>
</file>

<file path=ppt/ink/ink1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54.8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75 0 24575,'-3'1'0,"0"0"0,0 0 0,0 0 0,0 0 0,0 0 0,1 1 0,-1-1 0,1 1 0,-1 0 0,1 0 0,-1-1 0,1 2 0,0-1 0,0 0 0,0 0 0,0 1 0,0-1 0,1 1 0,-1-1 0,1 1 0,-2 4 0,1 1 0,0-1 0,0 1 0,1 0 0,0 0 0,1 0 0,0 16 0,0-19 0,0-1 0,-1 1 0,1 0 0,-1-1 0,0 1 0,0-1 0,-1 1 0,1-1 0,-4 7 0,4-10 0,1-1 0,0 1 0,0-1 0,-1 1 0,1 0 0,0-1 0,0 1 0,0-1 0,0 1 0,0-1 0,0 1 0,0-1 0,0 1 0,0 0 0,0-1 0,0 1 0,0-1 0,0 1 0,0-1 0,0 1 0,1-1 0,-1 1 0,0 0 0,0-1 0,1 1 0,0 0 0,0 0 0,0-1 0,0 1 0,0 0 0,0-1 0,0 1 0,0-1 0,0 1 0,0-1 0,0 0 0,0 1 0,2-1 0,5 1 0,0-1 0,0 0 0,10-1 0,-9 1 0,249 12 0,-220-5-1365,-23-4-5461</inkml:trace>
</inkml:ink>
</file>

<file path=ppt/ink/ink1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56.3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 36 24575,'-26'-35'0,"85"114"0,-18-17 0,92 131 0,-37-81 0,-57-69 0,65 67 0,-86-92 0,-8-10 0,-1 1 0,13 16 0,-22-24-5,1 0-1,-1-1 0,1 1 0,-1 0 1,1 0-1,-1-1 0,0 1 0,1 0 1,-1 0-1,0 0 0,0 0 0,0-1 1,0 2-1,0-1 14,0-1 0,0 0 0,0 0 0,0 1 0,0-1 0,0 0 0,0 1 0,0-1 0,0 0 0,-1 0 0,1 1 0,0-1 0,0 0 0,0 0 0,0 1 0,-1-1 0,1 0 0,0 0 0,0 0 0,-1 0 0,1 1 0,0-1 0,0 0 0,-1 0 0,0 1-101,-1-1 0,1 0 1,0 0-1,0 0 0,-1 0 0,1 0 0,0 0 0,0 0 1,-1 0-1,1 0 0,0-1 0,0 1 0,0 0 1,-1-1-1,-1 0 0,-6-5-6733</inkml:trace>
</inkml:ink>
</file>

<file path=ppt/ink/ink1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56.8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218 41 24575,'-1'-1'0,"0"-3"0,-1-1 0,0 1 0,0 0 0,-1-1 0,1 1 0,-4-4 0,6 8 0,-1-1 0,1 1 0,-1-1 0,0 1 0,1-1 0,-1 1 0,1 0 0,-1-1 0,0 1 0,1 0 0,-1-1 0,0 1 0,1 0 0,-1 0 0,0 0 0,1 0 0,-1-1 0,0 1 0,0 0 0,-1 1 0,1-1 0,0 0 0,0 1 0,0-1 0,0 1 0,0-1 0,0 1 0,0 0 0,0 0 0,0-1 0,0 1 0,0 0 0,0 0 0,-1 2 0,-18 22 0,2 0 0,-15 30 0,22-35 0,1 1 0,0 1 0,2-1 0,-7 31 0,4-8 0,-4 57 0,14-65 0,1-28 0,0 1 0,0-1 0,-1 1 0,-3 12 0,4-19-105,-1-1 0,1 0 0,-1 1 0,1-1 0,-1 0 0,0 1 0,0-1 0,1 0 0,-1 0 0,0 0 0,0 0 0,-2 2 0</inkml:trace>
</inkml:ink>
</file>

<file path=ppt/ink/ink1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57.4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138 14 24575,'-4'-2'0,"0"0"0,0 0 0,0 1 0,0-1 0,-1 1 0,1 0 0,-1 0 0,-8 0 0,11 1 0,0 0 0,0 0 0,0 1 0,0-1 0,0 1 0,0-1 0,0 1 0,0 0 0,1 0 0,-1 0 0,0 0 0,0 0 0,1 0 0,-1 0 0,1 1 0,-1-1 0,1 0 0,0 1 0,-1-1 0,1 1 0,0 0 0,-2 3 0,-3 7 0,1 1 0,0 1 0,0-1 0,-3 19 0,-6 17 0,12-45 0,1 0 0,0 1 0,0-1 0,0 1 0,0-1 0,0 1 0,1 6 0,0-9 0,1 0 0,-1 0 0,0-1 0,1 1 0,0 0 0,-1 0 0,1-1 0,0 1 0,0 0 0,0-1 0,0 1 0,0-1 0,0 1 0,0-1 0,0 0 0,1 1 0,-1-1 0,1 0 0,-1 0 0,1 0 0,2 1 0,8 4 0,0 0 0,0-1 0,0-1 0,1 0 0,15 2 0,69 8 0,-67-11 0,-19-2-116,0 1-92,1 0 0,-1-2 0,1 1-1,-1-1 1,20-3 0,-21 0-6618</inkml:trace>
</inkml:ink>
</file>

<file path=ppt/ink/ink1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59.1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102 40 24575,'-1'-7'0,"1"4"0,0 1 0,0 0 0,-1-1 0,1 1 0,-1 0 0,1-1 0,-1 1 0,0 0 0,0 0 0,0 0 0,0 0 0,-2-3 0,2 5 0,1 0 0,0 0 0,-1 0 0,1 0 0,0 0 0,-1 0 0,1 0 0,0 0 0,-1 0 0,1 0 0,0 0 0,0 0 0,-1 0 0,1 0 0,0 0 0,-1 1 0,1-1 0,0 0 0,0 0 0,-1 0 0,1 0 0,0 1 0,0-1 0,-1 0 0,1 0 0,0 1 0,0-1 0,0 0 0,0 0 0,-1 1 0,1-1 0,0 1 0,-7 13 0,5-10 0,-16 31 0,-14 38 0,27-58 0,0 0 0,2 0 0,-1 1 0,2-1 0,-2 26 0,4-16 0,1 1 0,1 0 0,1-1 0,1 1 0,1-1 0,2 0 0,12 34 0,-7-31-105,0 0 0,1-1 0,2-1 0,1 0 0,1 0 0,1-2 0,1 0 0,1-2 0,1 0 0,1-1 0,1-1 0,45 30 0,-53-41-6721</inkml:trace>
</inkml:ink>
</file>

<file path=ppt/ink/ink1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59.6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58 7 24575,'-1'-1'0,"0"0"0,0 1 0,0-1 0,0 1 0,0-1 0,0 1 0,0-1 0,-1 1 0,1-1 0,0 1 0,0 0 0,-1 0 0,1 0 0,0-1 0,0 1 0,0 1 0,-3-1 0,4 0 0,-1 1 0,0-1 0,0 0 0,1 1 0,-1-1 0,1 1 0,-1 0 0,1-1 0,-1 1 0,1-1 0,-1 1 0,1 0 0,-1-1 0,1 1 0,-1 0 0,1-1 0,0 1 0,0 0 0,-1 0 0,1 0 0,0-1 0,0 1 0,0 0 0,0 0 0,0-1 0,0 1 0,0 0 0,0 1 0,1 5 0,-1-1 0,1 1 0,1 0 0,-1-1 0,1 1 0,3 7 0,19 38 0,-15-34 0,91 161 0,-30-56 0,-65-114 0,10 17 0,-1 2 0,-1 0 0,14 48 0,-26-74 0,0 0 0,-1 0 0,0 1 0,1-1 0,-1 0 0,0 1 0,0-1 0,0 0 0,-1 1 0,1-1 0,-1 4 0,0-5 0,1 0 0,-1-1 0,1 1 0,-1 0 0,1 0 0,-1-1 0,1 1 0,-1 0 0,0-1 0,1 1 0,-1 0 0,0-1 0,0 1 0,1-1 0,-1 0 0,0 1 0,0-1 0,0 0 0,0 1 0,1-1 0,-1 0 0,0 0 0,0 0 0,0 1 0,0-1 0,0 0 0,0 0 0,0-1 0,0 1 0,0 0 0,1 0 0,-3-1 0,-7-2 0,-1-1 0,0 0 0,1 0 0,0-1 0,0-1 0,0 0 0,-16-13 0,-1 0 0,-1 1 0,-38-32 0,59 44 0,0 0 0,0-1 0,1 0 0,0 0 0,1-1 0,-1 0 0,1 0 0,1 0 0,-1 0 0,-3-12 0,8 18 3,-1 0-1,0-1 1,1 1-1,0 0 1,0-1 0,0 1-1,0 0 1,0-1-1,0 1 1,0-1-1,1 1 1,-1 0-1,1 0 1,0-1 0,0 1-1,-1 0 1,2 0-1,-1 0 1,0 0-1,0 0 1,1 0-1,-1 0 1,1 0 0,-1 0-1,1 1 1,0-1-1,0 1 1,-1-1-1,1 1 1,3-2-1,7-4-123,0 1 0,0 1 1,0-1-1,17-3 0,-9 2-719,-5 2-5986</inkml:trace>
</inkml:ink>
</file>

<file path=ppt/ink/ink1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59.8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 24575,'0'-3'0</inkml:trace>
</inkml:ink>
</file>

<file path=ppt/ink/ink1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5:00.6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132 11 24575,'-2'-2'0,"1"1"0,-1 0 0,1 0 0,-1 0 0,1 1 0,-1-1 0,0 0 0,1 1 0,-1-1 0,0 1 0,0-1 0,0 1 0,1 0 0,-1-1 0,0 1 0,0 0 0,0 1 0,0-1 0,1 0 0,-1 0 0,0 1 0,-2 0 0,1 1 0,1-1 0,0 1 0,0 0 0,-1 0 0,1-1 0,0 2 0,1-1 0,-1 0 0,0 0 0,1 1 0,-1-1 0,1 1 0,-3 4 0,-8 24 0,1 0 0,2 1 0,0 0 0,-3 35 0,7-26 0,2 0 0,5 72 0,-1-100 0,1 1 0,1-1 0,1 0 0,0 0 0,0 0 0,1-1 0,1 1 0,0-1 0,0-1 0,2 1 0,-1-1 0,1 0 0,12 12 0,-3-5 0,1-1 0,0 0 0,2-1 0,0-2 0,0 0 0,30 15 0,-35-22-1365,-3-3-5461</inkml:trace>
</inkml:ink>
</file>

<file path=ppt/ink/ink1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5:04.9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1 436 24575,'82'4'0,"-71"-3"0,0 1 0,0 0 0,0 1 0,0 0 0,13 7 0,-4-1 0,37 11 0,-56-20 0,1 0 0,0 1 0,-1-1 0,1 0 0,0 0 0,-1 0 0,1 0 0,0 0 0,-1-1 0,1 1 0,3-1 0,-5 1 0,0 0 0,0 0 0,1-1 0,-1 1 0,0 0 0,0 0 0,0 0 0,1 0 0,-1 0 0,0-1 0,0 1 0,0 0 0,1 0 0,-1 0 0,0-1 0,0 1 0,0 0 0,0 0 0,0 0 0,0-1 0,0 1 0,1 0 0,-1 0 0,0-1 0,0 1 0,0 0 0,0 0 0,0-1 0,0 1 0,-1-1 0,1 0 0,0 1 0,-1-1 0,1 0 0,0 0 0,-1 1 0,1-1 0,-1 0 0,0 1 0,1-1 0,-1 1 0,1-1 0,-1 1 0,-1-1 0,-8-6 0,0 1 0,0 1 0,-1-1 0,0 2 0,-17-5 0,16 5 0,0 0 0,0-1 0,1 0 0,-15-10 0,22 13 0,1-1 0,-1 0 0,1 0 0,0 0 0,0 0 0,0-1 0,0 1 0,1-1 0,0 0 0,-1 0 0,1 0 0,0 0 0,1 0 0,-1 0 0,1 0 0,-2-7 0,-1-11 0,0 0 0,0-42 0,4 54 0,0 1 0,2 0 0,-1 0 0,1-1 0,0 1 0,1 0 0,0 1 0,0-1 0,8-14 0,-6 14 0,0 1 0,1 0 0,-1 0 0,2 0 0,-1 1 0,1 0 0,0 0 0,0 1 0,1-1 0,0 2 0,0-1 0,0 1 0,1 0 0,-1 1 0,1 0 0,0 0 0,1 1 0,-1 1 0,1-1 0,-1 1 0,17-1 0,-9 2 0,0 1 0,0 0 0,-1 1 0,1 1 0,0 0 0,-1 1 0,27 9 0,-37-9 0,-1-1 0,1 1 0,0 0 0,-1 0 0,0 1 0,0-1 0,0 1 0,0 1 0,0-1 0,4 6 0,-6-6 0,0 0 0,-1 1 0,1-1 0,-1 1 0,0 0 0,0 0 0,0 0 0,-1 0 0,1 0 0,-1 0 0,-1 0 0,1 0 0,-1 10 0,0-10 0,0 1 0,-1-1 0,0 0 0,0 0 0,0 0 0,-1 0 0,1 0 0,-1 0 0,0 0 0,-1-1 0,1 1 0,-1-1 0,0 1 0,-6 5 0,-2 2 0,-1 0 0,-1-1 0,-17 11 0,13-10 0,15-10 0,0-1 0,0 1 0,0 0 0,0-1 0,0 1 0,1 0 0,-1 0 0,1 0 0,-1 1 0,1-1 0,0 0 0,0 0 0,0 1 0,0-1 0,0 0 0,0 1 0,0 3 0,1-4 0,0 0 0,0 0 0,0 0 0,1 0 0,-1 0 0,1 0 0,0 0 0,-1 0 0,1 0 0,0 0 0,0 0 0,0-1 0,0 1 0,0 0 0,1-1 0,-1 1 0,0-1 0,1 1 0,-1-1 0,1 1 0,0-1 0,2 2 0,7 3 0,1 1 0,0-1 0,0-1 0,0 0 0,1-1 0,19 4 0,81 10 0,-112-18 0,11 1-109,2 2-100,0-2-1,1 0 1,-1 0 0,1-1-1,28-5 1,-33 2-6617</inkml:trace>
</inkml:ink>
</file>

<file path=ppt/ink/ink1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5:05.5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320 60 24575,'-30'-7'0,"-11"-3"0,-2 1 0,4-1 0,6 1 0,4 3 0,5 1 0,3 3 0,3 1 0,3 3 0,0 1 0,4 1-8191</inkml:trace>
</inkml:ink>
</file>

<file path=ppt/ink/ink1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5:07.1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 35 24575,'-1'-2'0,"-1"-3"0,-1-1 0,1 1 0,-1-1 0,-4-4 0,5 9 0,2 7 0,0 6 0,8 23 0,0 0 0,16 38 0,-7-20 0,74 299 0,-90-350 0,0 6 0,1 0 0,-1-1 0,5 12 0,-6-19 1,0-1 0,0 1 0,1 0 0,-1 0 0,0 0 0,0 0 0,0 0-1,0 0 1,0 0 0,0 0 0,0 0 0,0 0 0,0 0 0,0 0 0,0 0 0,0 0-1,0 0 1,1-1 0,-1 1 0,0 0 0,0 0 0,0 0 0,0 0 0,0 0 0,0 0-1,0 0 1,0 0 0,0 0 0,0 0 0,1 0 0,-1 0 0,0 0 0,0 0 0,0 0-1,0 0 1,0 1 0,0-1 0,0 0 0,0 0 0,0 0 0,0 0 0,0 0 0,1 0 0,-1 0-1,0 0 1,0 0 0,0 0 0,0 0 0,0 0 0,0 0 0,0 0 0,0 0 0,0 1-1,1-10-1326,-1 9 1239,1-10-6739</inkml:trace>
</inkml:ink>
</file>

<file path=ppt/ink/ink1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5:07.4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133 0 24575,'-17'4'0,"1"1"0,-30 13 0,42-17 0,1 1 0,-1 0 0,1 0 0,0 0 0,0 0 0,-1 0 0,2 1 0,-1-1 0,0 1 0,0 0 0,1 0 0,0 0 0,-1 0 0,1 0 0,0 1 0,1-1 0,-1 1 0,0-1 0,0 6 0,2-7 0,-1 1 0,1 0 0,1 0 0,-1 0 0,0-1 0,1 1 0,-1 0 0,1 0 0,0-1 0,0 1 0,0 0 0,0-1 0,1 1 0,-1-1 0,1 1 0,-1-1 0,1 0 0,0 0 0,0 0 0,0 0 0,0 0 0,0 0 0,0 0 0,4 1 0,6 5 0,0 0 0,0-1 0,19 7 0,17 4 0,0-2 0,98 20 0,-138-35 0,-4 1 0,1-1 0,-1 0 0,1-1 0,-1 1 0,1-1 0,0 0 0,-1 0 0,1 0 0,-1-1 0,6 0 0,-7-2-1365</inkml:trace>
</inkml:ink>
</file>

<file path=ppt/ink/ink1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5:08.3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112 520 24575,'0'-2'0,"1"-1"0,0 1 0,0 0 0,0 0 0,0 0 0,0 0 0,0 0 0,1 0 0,-1 0 0,1 0 0,-1 0 0,1 0 0,0 1 0,0-1 0,0 1 0,0-1 0,0 1 0,0 0 0,0 0 0,0 0 0,0 0 0,1 0 0,-1 0 0,0 1 0,4-1 0,3 0 0,1 1 0,-1 0 0,0 1 0,0 0 0,13 4 0,-13-3 0,0-1 0,1 1 0,16-1 0,-26-1 0,0 0 0,1 0 0,-1 0 0,0 0 0,0 0 0,0 0 0,0 0 0,1 0 0,-1 0 0,0 0 0,0 0 0,0 0 0,0 0 0,1 0 0,-1 0 0,0 0 0,0 0 0,0 0 0,0 0 0,0-1 0,1 1 0,-1 0 0,0 0 0,0 0 0,0 0 0,0 0 0,0 0 0,0-1 0,0 1 0,1 0 0,-1 0 0,0 0 0,0 0 0,0 0 0,0-1 0,0 1 0,0 0 0,0 0 0,-5-7 0,-11-6 0,14 12 0,-90-56 0,35 22 0,45 28 0,0-1 0,1-1 0,-16-15 0,22 19 0,0 0 0,1 0 0,0-1 0,0 0 0,1 0 0,-1 0 0,1 0 0,1 0 0,-4-9 0,4 5 0,-1 0 0,1 1 0,1-1 0,-1 0 0,1-17 0,2 22 0,-1 0 0,1-1 0,0 1 0,1 0 0,-1 0 0,1 0 0,0 0 0,0 0 0,1 0 0,-1 0 0,1 1 0,4-6 0,2 0 0,1-1 0,-1 2 0,2-1 0,-1 2 0,1-1 0,1 1 0,-1 1 0,1 0 0,1 1 0,-1 0 0,1 1 0,20-6 0,-23 8 0,-1 2 0,0-1 0,1 1 0,-1 0 0,1 1 0,-1 0 0,1 1 0,13 2 0,-16-1 0,0 0 0,-1 0 0,1 0 0,0 1 0,-1 0 0,0 1 0,0-1 0,0 1 0,0 0 0,0 0 0,-1 1 0,6 6 0,-5-4 0,-1 0 0,0 0 0,0 1 0,0 0 0,-1-1 0,-1 2 0,1-1 0,-1 0 0,-1 1 0,1-1 0,1 14 0,-2 0 0,0-1 0,-1 1 0,-4 34 0,2-46 0,-1 1 0,0-1 0,-7 17 0,-3 14 0,12-40 0,-1 1 0,1 0 0,-1-1 0,1 1 0,0 0 0,0-1 0,0 1 0,0 0 0,0-1 0,0 1 0,1 0 0,-1-1 0,0 1 0,1 0 0,-1-1 0,1 1 0,0-1 0,0 1 0,-1-1 0,1 1 0,0-1 0,0 1 0,0-1 0,0 0 0,1 0 0,-1 1 0,0-1 0,1 0 0,-1 0 0,0 0 0,1 0 0,-1-1 0,1 1 0,-1 0 0,1-1 0,0 1 0,-1-1 0,3 1 0,6 1 0,1-1 0,0 0 0,0 0 0,21-2 0,-16 0 0,23-2 0,0-1 0,62-14 0,-97 17-73,5-2-1219</inkml:trace>
</inkml:ink>
</file>

<file path=ppt/ink/ink1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5:08.7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202 0 24575,'-10'2'0,"1"1"0,-1 0 0,1 1 0,0 0 0,0 0 0,-10 7 0,17-10 0,0 1 0,0-1 0,0 1 0,0 0 0,0-1 0,0 1 0,0 0 0,1 0 0,-1 0 0,1 1 0,0-1 0,-1 0 0,1 0 0,0 1 0,0-1 0,1 1 0,-1-1 0,0 1 0,1-1 0,0 1 0,-1-1 0,1 1 0,0 0 0,0-1 0,1 1 0,-1-1 0,0 1 0,2 3 0,2 5 0,1 0 0,0-1 0,0 0 0,1 0 0,0-1 0,1 1 0,0-1 0,17 15 0,9 14 0,-33-37 0,1 0 0,0 0 0,-1-1 0,1 1 0,0 0 0,-1 0 0,1 0 0,-1 0 0,0 0 0,1 0 0,-1 0 0,0 0 0,1 0 0,-1 0 0,0 0 0,0 0 0,0 0 0,0 0 0,0 0 0,0 0 0,0 1 0,-1-2 0,1 1 0,-1 0 0,1 0 0,-1-1 0,1 1 0,-1 0 0,1-1 0,-1 1 0,0-1 0,0 1 0,1-1 0,-1 1 0,0-1 0,0 1 0,1-1 0,-1 0 0,0 1 0,0-1 0,-1 0 0,-4 2 0,-1-1 0,1-1 0,-1 1 0,0-1 0,-6-1 0,-7-1 40,1-1-1,-25-8 1,-8-1-1524,39 10-5342</inkml:trace>
</inkml:ink>
</file>

<file path=ppt/ink/ink1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5:09.1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24575,'32'12'0,"-1"1"0,-1 1 0,31 21 0,-43-23 0,-1 0 0,0 2 0,-1 0 0,-1 0 0,27 34 0,-25-25 0,-2 0 0,-1 1 0,-1 1 0,-1 1 0,-1 0 0,-1 0 0,-1 1 0,-2 0 0,-1 0 0,-1 1 0,-1 0 0,-1 0 0,-2 39 0,-1-59 14,-1 0-1,0 1 0,-1-1 0,0 0 1,0 0-1,-1 0 0,0 0 1,-6 11-1,7-14-106,-1-1 0,0 0 1,0 0-1,0 0 0,-1 0 0,1 0 0,-1-1 0,0 1 1,0-1-1,0 0 0,0 0 0,-1-1 0,1 1 1,-1-1-1,-4 2 0,-4-1-6733</inkml:trace>
</inkml:ink>
</file>

<file path=ppt/ink/ink1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5:09.6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24575,'25'12'0,"-1"1"0,0 1 0,-1 2 0,-1 0 0,-1 1 0,0 1 0,-1 1 0,-1 1 0,-1 1 0,0 0 0,21 36 0,-17-21 0,-1 1 0,-2 1 0,-1 0 0,-2 2 0,-2 0 0,-2 1 0,-1 0 0,-2 0 0,6 86 0,-15-112 17,0 1 0,-1 0 1,0 0-1,-1 0 0,-1 0 0,-5 16 0,4-21-182,-1 0 0,1 0 0,-2 0 0,1-1 0,-2 1 0,1-1 0,-1-1 0,-13 15 0,1-6-6661</inkml:trace>
</inkml:ink>
</file>

<file path=ppt/ink/ink1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5:15.2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244 1 24575,'-55'13'0,"15"-10"0,0-2 0,-42-4 0,68 1-1365,1-2-5461</inkml:trace>
</inkml:ink>
</file>

<file path=ppt/ink/ink1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5:15.5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231 43 24575,'-15'-7'0,"-7"-3"0,-3 0 0,2 3 0,1 2 0,2 1 0,2 5 0,2 1 0,1 2 0,0 1 0,1 0 0,0 0 0,3-2-8191</inkml:trace>
</inkml:ink>
</file>

<file path=ppt/ink/ink1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5:23.6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24575,'29'30'0,"9"16"0,52 48 0,52 36 0,-42-40 0,106 79 0,-204-167 0,5 2 0,-1 1 0,1-1 0,-1 2 0,0-1 0,-1 1 0,6 7 0,-11-13 2,0 0-1,1 0 1,-1 0-1,0 0 1,0 0-1,0 0 1,0 1-1,1-1 1,-1 0-1,0 0 1,0 0 0,0 0-1,0 1 1,0-1-1,0 0 1,0 0-1,0 0 1,1 1-1,-1-1 1,0 0-1,0 0 1,0 0-1,0 1 1,0-1-1,0 0 1,0 0-1,0 0 1,0 1-1,0-1 1,0 0-1,-1 0 1,1 0-1,0 1 1,0-1 0,0 0-1,0 0 1,0 0-1,0 1 1,0-1-1,0 0 1,-1 0-1,1 0 1,0 0-1,0 0 1,0 1-1,0-1 1,0 0-1,-1 0 1,1 0-1,0 0 1,0 0-1,0 0 1,-1 0-1,1 0 1,0 0-1,0 0 1,0 1 0,-1-1-1,1 0 1,0 0-1,0 0 1,0 0-1,-1 0 1,1-1-1,-15-2-1465,5-2-5362</inkml:trace>
</inkml:ink>
</file>

<file path=ppt/ink/ink1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5:24.2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216 34 24575,'1'-4'0,"0"0"0,0 1 0,0-1 0,0 0 0,3-4 0,-3 2 0,-14 17 0,11-9 0,-1 0 0,1 0 0,-1 1 0,1-1 0,0 0 0,0 1 0,-3 5 0,-2 8 0,0 1 0,2 0 0,0 0 0,1 0 0,-4 36 0,-5 25 0,-7 7 0,-22 76 0,34-128-101,5-21 157,0 0 0,-1 0-1,-5 12 1,7-20-162,0-1 0,0 1 0,0-1-1,-1 0 1,1 0 0,-1 0 0,0 0-1,0 0 1,0 0 0,0-1 0,0 1-1,0-1 1,-7 3 0,0-1-6720</inkml:trace>
</inkml:ink>
</file>

<file path=ppt/ink/ink1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5:24.8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70 2 24575,'0'-1'0,"0"1"0,0 0 0,0 0 0,-1 0 0,1 0 0,0 0 0,0 0 0,0 0 0,0 0 0,-1-1 0,1 1 0,0 0 0,0 0 0,0 0 0,0 0 0,-1 0 0,1 0 0,0 0 0,0 0 0,0 0 0,-1 0 0,1 0 0,0 0 0,0 0 0,0 0 0,0 0 0,-1 0 0,1 0 0,0 0 0,0 1 0,0-1 0,0 0 0,-1 0 0,1 0 0,0 0 0,0 0 0,0 0 0,0 0 0,0 1 0,-1-1 0,1 0 0,0 0 0,0 0 0,0 0 0,0 1 0,0-1 0,0 0 0,0 0 0,0 0 0,0 0 0,0 1 0,0-1 0,0 0 0,0 0 0,0 0 0,0 1 0,0-1 0,0 0 0,0 0 0,0 1 0,-2 12 0,7 46 0,0 47 0,-5-88 0,-1 0 0,-1 0 0,-7 32 0,-7 8 0,-24 107 0,39-158 0,0 0 0,0 0 0,1 1 0,0-1 0,1 0 0,-1 0 0,1 0 0,1 0 0,-1 0 0,1 0 0,0-1 0,6 13 0,-2-10 0,-1 0 0,1 0 0,0-1 0,1 0 0,0 0 0,0 0 0,16 12 0,4-2 0,0-1 0,1-1 0,1-1 0,48 18 0,-37-18-1365,-25-7-5461</inkml:trace>
</inkml:ink>
</file>

<file path=ppt/ink/ink1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5:25.5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41 259 24575,'23'-10'0,"1"1"0,47-11 0,-32 9 0,-28 8 0,-1-1 0,0 1 0,0-2 0,13-6 0,-20 9 0,-1 0 0,1 0 0,0 0 0,-1 0 0,1 0 0,-1 0 0,0 0 0,1-1 0,-1 0 0,0 1 0,-1-1 0,1 0 0,0 0 0,-1 0 0,0 0 0,0 0 0,1 0 0,0-5 0,-3 5 0,1 1 0,0-1 0,0 1 0,-1-1 0,1 1 0,-1-1 0,0 1 0,0-1 0,0 1 0,0-1 0,0 1 0,-1 0 0,1 0 0,-1 0 0,1 0 0,-1 0 0,0 0 0,0 0 0,0 0 0,-3-1 0,-5-5 0,0 0 0,-19-9 0,15 9 0,0 1 0,0 1 0,-1 0 0,1 1 0,-1 1 0,0 0 0,-25-3 0,37 7 0,1 0 0,-1 0 0,0 0 0,1 1 0,-1-1 0,1 1 0,-1-1 0,1 1 0,-1 0 0,1 0 0,0 0 0,-1 0 0,1 1 0,0-1 0,-2 3 0,0-1 0,1 0 0,0 0 0,0 0 0,0 1 0,0 0 0,1-1 0,0 1 0,-3 6 0,2-4 0,1 0 0,-1 0 0,2 1 0,-1-1 0,1 0 0,0 1 0,0-1 0,0 1 0,1 0 0,0-1 0,1 1 0,1 8 0,2 0 0,0 0 0,1-1 0,1 1 0,1-1 0,0-1 0,15 24 0,-15-28 0,-1-1 0,1 0 0,0-1 0,1 0 0,0 0 0,0 0 0,1-1 0,-1 0 0,1-1 0,19 9 0,-2-5-170,1-1-1,0-1 0,1-2 1,0-1-1,-1 0 0,1-2 1,35-3-1,-50 1-6655</inkml:trace>
</inkml:ink>
</file>

<file path=ppt/ink/ink1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5:26.3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 0 24575,'5'4'0,"1"-1"0,-1 1 0,0 0 0,0 0 0,0 0 0,-1 1 0,1-1 0,3 7 0,30 46 0,-17-23 0,6 7 0,-1 1 0,-2 2 0,-2 0 0,22 66 0,-42-106 0,-1 1 0,0 0 0,0 0 0,0 0 0,0 0 0,-1 5 0,0-8 0,0-1 0,0 0 0,0 0 0,0 0 0,-1 0 0,1 0 0,0 0 0,-1 0 0,1 0 0,-1 0 0,1 0 0,-1 0 0,0 0 0,1 0 0,-1 0 0,0-1 0,0 1 0,1 0 0,-1 0 0,0-1 0,0 1 0,0-1 0,0 1 0,0-1 0,0 1 0,0-1 0,0 1 0,0-1 0,0 0 0,0 0 0,0 1 0,-1-1 0,0 0 0,-7 0 0,0 1 0,0-2 0,0 1 0,0-1 0,0-1 0,0 1 0,0-2 0,1 1 0,-14-6 0,11 3 0,1 0 0,0 0 0,0-1 0,0 0 0,1-1 0,0 0 0,-9-9 0,12 9 0,0-1 0,1 1 0,0-1 0,0 0 0,1 0 0,0 0 0,0-1 0,1 0 0,0 1 0,-3-14 0,6 20 0,0 0 0,-1 1 0,1-1 0,0 0 0,0 0 0,0 1 0,1-1 0,-1 0 0,0 0 0,0 1 0,1-1 0,-1 0 0,1 0 0,0 1 0,0-1 0,-1 1 0,1-1 0,0 1 0,2-3 0,-1 2 0,0 0 0,1-1 0,0 1 0,-1 0 0,1 0 0,0 1 0,0-1 0,0 1 0,5-3 0,3 1 0,0 0 0,1 0 0,-1 1 0,0 1 0,13 0 0,3 1 67,37 6-1,5 1-1564,-55-7-5328</inkml:trace>
</inkml:ink>
</file>

<file path=ppt/ink/ink1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5:26.5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 24575,'0'-2'0,"0"1"0</inkml:trace>
</inkml:ink>
</file>

<file path=ppt/ink/ink1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5:27.5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0 348 24575,'219'0'0,"-226"-1"0,0-1 0,1 0 0,-1 0 0,1 0 0,-1-1 0,-11-7 0,3 2 0,0-2 0,1 0 0,0 0 0,-17-19 0,26 25 0,1-1 0,0 0 0,0 0 0,0-1 0,1 1 0,0-1 0,0 0 0,0 1 0,1-1 0,0-1 0,0 1 0,0 0 0,1 0 0,0-1 0,0-7 0,1 8 0,0 0 0,0 0 0,1 0 0,0 0 0,0 0 0,0 0 0,1 0 0,0 0 0,0 1 0,1-1 0,-1 1 0,1-1 0,0 1 0,1 0 0,-1 0 0,1 0 0,0 1 0,0-1 0,1 1 0,-1 0 0,1 0 0,0 1 0,0-1 0,7-2 0,-2 1 0,0 0 0,1 1 0,-1 0 0,1 1 0,0 0 0,0 1 0,0 0 0,1 1 0,-1 0 0,0 1 0,0 0 0,16 3 0,-12-1 0,1 1 0,-1 1 0,0 0 0,0 2 0,0-1 0,-1 2 0,26 15 0,-38-21 0,0 0 0,0 0 0,0 1 0,0-1 0,-1 1 0,1 0 0,0-1 0,-1 1 0,0 0 0,1 0 0,-1 0 0,0 0 0,0 0 0,0 0 0,0 0 0,0 0 0,0 1 0,-1-1 0,1 0 0,-1 0 0,0 5 0,0-4 0,0-1 0,-1 1 0,1-1 0,-1 1 0,0 0 0,0-1 0,0 0 0,0 1 0,0-1 0,-1 0 0,1 1 0,-1-1 0,1 0 0,-1 0 0,0 0 0,0 0 0,0-1 0,-3 4 0,-8 3 0,0 0 0,-20 9 0,19-11 0,2 0 0,-21 14 0,32-19 0,0-1 0,0 1 0,1-1 0,-1 1 0,0 0 0,1-1 0,-1 1 0,0 0 0,1 0 0,-1-1 0,1 1 0,-1 0 0,1 0 0,-1 0 0,1 0 0,-1 0 0,1 0 0,0-1 0,0 1 0,-1 0 0,1 0 0,0 0 0,0 0 0,0 0 0,0 2 0,1-2 0,0 1 0,-1-1 0,1 1 0,0-1 0,0 0 0,0 1 0,0-1 0,0 0 0,0 0 0,0 1 0,0-1 0,0 0 0,3 1 0,4 3 0,0 0 0,0-1 0,0-1 0,13 5 0,7-1-227,0 0-1,1-2 1,0-1-1,1-1 1,45-3-1,-63 0-6598</inkml:trace>
</inkml:ink>
</file>

<file path=ppt/ink/ink1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5:28.0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38 28 24575,'-2'-3'0,"-12"-14"0,13 16 0,1 1 0,-1-1 0,0 1 0,1-1 0,-1 1 0,0-1 0,1 1 0,-1-1 0,0 1 0,1-1 0,-1 1 0,0 0 0,0-1 0,0 1 0,1 0 0,-1 0 0,0 0 0,0 0 0,0 0 0,-1 0 0,1 0 0,1 0 0,0 0 0,0 0 0,-1 0 0,1 1 0,0-1 0,0 0 0,-1 0 0,1 1 0,0-1 0,0 0 0,0 1 0,-1-1 0,1 0 0,0 0 0,0 1 0,0-1 0,0 0 0,0 1 0,0-1 0,0 0 0,0 1 0,0-1 0,0 0 0,0 1 0,0-1 0,0 0 0,0 1 0,0-1 0,0 0 0,0 1 0,3 12 0,-2-11 0,7 19 0,1-1 0,1-1 0,1 1 0,1-2 0,25 32 0,14 23 0,-43-62-1365,-1-2-5461</inkml:trace>
</inkml:ink>
</file>

<file path=ppt/ink/ink1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5:28.3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414 83 24575,'-27'-14'0,"-11"-6"0,-2 1 0,3 4 0,4 5 0,4 5 0,5 5 0,5 4 0,-1 4 0,-1 1 0,1 1 0,-2 2 0,-1 0 0,0 2 0,2-3 0,4-2-8191</inkml:trace>
</inkml:ink>
</file>

<file path=ppt/ink/ink1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5:29.6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7 24575,'-1'0'0,"1"-1"0,0 1 0,0 0 0,0 0 0,0 0 0,-1 0 0,1 0 0,0 0 0,0 0 0,0 0 0,0 0 0,0-1 0,-1 1 0,1 0 0,0 0 0,0 0 0,0 0 0,0 0 0,0 0 0,0-1 0,0 1 0,0 0 0,0 0 0,0 0 0,0 0 0,0-1 0,0 1 0,-1 0 0,1 0 0,0 0 0,0 0 0,1-1 0,-1 1 0,0 0 0,0 0 0,0 0 0,0 0 0,0-1 0,0 1 0,0 0 0,0 0 0,0 0 0,0 0 0,0-1 0,0 1 0,10 0 0,12 6 0,-2 4 0,-2 1 0,1 1 0,-2 0 0,1 1 0,-2 1 0,0 1 0,0 0 0,-2 2 0,22 29 0,87 139 0,-98-142 0,-2 0 0,26 72 0,-39-88 0,-2 1 0,9 57 0,-16-71 0,0 0 0,0 0 0,-1 0 0,-1 0 0,0 0 0,-1 0 0,0 0 0,-7 17 0,5-21-91,0 0 0,-1-1 0,0 1 0,-1-1 0,0 0 0,0-1 0,-1 1 0,0-1 0,-1-1 0,1 1 0,-2-1 0,1-1 0,-1 0 0,-16 10 0,13-9-6735</inkml:trace>
</inkml:ink>
</file>

<file path=ppt/ink/ink1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5:33.4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289 16 24575,'-25'0'0,"-10"-3"0,-2 0 0,3 0 0,5 0 0,5 2 0,4-1 0,3 2 0,1 0 0,2 0 0,1 0 0,-1 0 0,3 0-8191</inkml:trace>
</inkml:ink>
</file>

<file path=ppt/ink/ink1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5:33.7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284 0 24575,'-7'0'0,"-6"0"0,-2 0 0,-1 0 0,-1 0 0,1 0 0,0 0 0,-2 0 0,0 0 0,-3 0 0,1 0 0,-2 0 0,-2 0 0,1 0 0,2 0 0,4 0-8191</inkml:trace>
</inkml:ink>
</file>

<file path=ppt/ink/ink1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5:34.7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16 24575,'-1'-1'0,"1"1"0,0 0 0,0-1 0,-1 1 0,1-1 0,0 1 0,0-1 0,-1 1 0,1 0 0,0-1 0,0 1 0,0-1 0,0 1 0,0-1 0,0 1 0,0-1 0,0 1 0,0-1 0,0 1 0,0-1 0,0 1 0,0-1 0,0 1 0,0-1 0,0 1 0,0 0 0,1-1 0,-1 1 0,0-1 0,1 0 0,-1 1 0,1 0 0,0 0 0,0 0 0,0-1 0,-1 1 0,1 0 0,0 0 0,0 0 0,0 0 0,-1 1 0,1-1 0,0 0 0,0 0 0,-1 0 0,2 1 0,30 14 0,-25-10 0,0 0 0,0 0 0,0 0 0,-1 1 0,11 12 0,25 38 0,-29-37 0,71 103 0,34 47 0,-84-126 0,67 68 0,-61-76 0,82 56 0,-120-90-109,-1 0 30,0 0 1,0-1-1,0 1 1,0 0-1,0-1 1,0 1-1,0 0 1,0-1-1,1 0 1,-1 1-1,0-1 1,0 0-1,0 1 1,1-1-1,1 0 1</inkml:trace>
</inkml:ink>
</file>

<file path=ppt/ink/ink1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5:35.2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231 51 24575,'-1'-12'0,"0"8"0,1 0 0,0 0 0,-1 1 0,0-1 0,0 0 0,0 1 0,0-1 0,-3-4 0,0 25 0,-1 9 0,-2 0 0,-1-1 0,-1 0 0,-20 40 0,-10 29 0,15-19 0,-22 56 0,39-113 0,-21 51 0,25-60 0,0 1 0,1-1 0,0 1 0,1 0 0,-1 13 0,6 0-1365,-1-14-5461</inkml:trace>
</inkml:ink>
</file>

<file path=ppt/ink/ink1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5:35.8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60 34 24575,'0'-14'0,"0"-6"0,0 36 0,-1 39 0,-2-1 0,-22 107 0,15-115 0,1 1 0,-2 57 0,10-89 0,1 0 0,1 0 0,0-1 0,1 1 0,1-1 0,0 1 0,1-1 0,0 0 0,1 0 0,1 0 0,10 18 0,-5-15 0,1 0 0,1 0 0,0-1 0,1-1 0,0 0 0,1-1 0,24 16 0,-30-23-99,14 10-323,0-1 0,38 19 0,-48-29-6404</inkml:trace>
</inkml:ink>
</file>

<file path=ppt/ink/ink1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5:36.3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1 189 24575,'35'-1'0,"-1"-1"0,1-2 0,36-9 0,-66 11 0,0 1 0,-1 0 0,1-1 0,0 0 0,0 0 0,-1-1 0,0 1 0,1-1 0,-1 0 0,5-5 0,-7 7 0,-1-1 0,0 1 0,0 0 0,1-1 0,-1 0 0,0 1 0,-1-1 0,1 0 0,0 1 0,0-1 0,-1 0 0,1 0 0,-1 1 0,0-1 0,1 0 0,-1 0 0,0 0 0,0 0 0,0 0 0,0 0 0,0 1 0,-1-1 0,1 0 0,-1 0 0,1 0 0,-1 1 0,0-1 0,1 0 0,-1 0 0,0 1 0,-2-3 0,-2-3 0,-1 0 0,0 0 0,-1 1 0,1-1 0,-1 2 0,-1-1 0,1 1 0,-1 0 0,0 0 0,0 1 0,0 0 0,-1 1 0,1 0 0,-11-3 0,14 5 0,1 0 0,-1 1 0,1-1 0,-1 1 0,1 0 0,-1 0 0,1 1 0,-1-1 0,1 1 0,-1 0 0,1 0 0,-7 3 0,8-3 0,1 1 0,0-1 0,-1 1 0,1 0 0,0 0 0,0 0 0,0 0 0,0 0 0,0 0 0,0 0 0,1 1 0,-1-1 0,1 1 0,0-1 0,0 1 0,0-1 0,0 1 0,0 0 0,0 0 0,0 5 0,0 0 0,0 0 0,1 0 0,0 1 0,0-1 0,1 0 0,0 0 0,1 0 0,0 0 0,0 0 0,6 13 0,2 1 0,1 0 0,19 26 0,-25-40 0,1-1 0,1 0 0,-1 0 0,1 0 0,0-1 0,1 0 0,-1 0 0,12 5 0,0 0 0,1-1 0,31 10 0,-37-15 0,1-1 0,0 0 0,0-1 0,0-1 0,1-1 0,-1 0 0,1-1 0,-1 0 0,27-5 0,-38 4-227,0 0-1,-1 0 1,1 0-1,0-1 1,3-1-1,2-3-6598</inkml:trace>
</inkml:ink>
</file>

<file path=ppt/ink/ink1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5:37.1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24575,'5'17'0,"1"1"0,1-1 0,0 0 0,2 0 0,16 25 0,0 1 0,21 38 0,-21-41 0,-2 2 0,20 51 0,-41-88 0,-1 0 0,1 0 0,-1 0 0,0 0 0,0 0 0,0 6 0,-1-10 0,0 0 0,0 0 0,0 0 0,0 0 0,0 0 0,-1 0 0,1 0 0,0 0 0,-1 0 0,1 0 0,0 0 0,-1 0 0,1 0 0,-1 0 0,1-1 0,-1 1 0,0 0 0,1 0 0,-1-1 0,0 1 0,0 0 0,1-1 0,-1 1 0,0-1 0,0 1 0,0-1 0,0 1 0,0-1 0,0 1 0,0-1 0,0 0 0,0 0 0,0 0 0,0 1 0,0-1 0,0 0 0,0 0 0,-1 0 0,-3-1 0,0 1 0,0-1 0,0 0 0,0 0 0,0 0 0,0-1 0,0 0 0,1 0 0,-6-3 0,-1-1 0,0-1 0,-15-11 0,17 10 0,-1 0 0,1 0 0,-9-12 0,15 16 0,0 1 0,0-1 0,1-1 0,-1 1 0,1 0 0,0-1 0,0 1 0,0-1 0,1 0 0,-2-8 0,3 11 0,0 1 0,-1-1 0,2 0 0,-1 1 0,0-1 0,0 1 0,0-1 0,1 1 0,-1-1 0,1 1 0,-1-1 0,1 1 0,0-1 0,-1 1 0,1 0 0,0-1 0,0 1 0,0 0 0,0 0 0,0 0 0,0-1 0,1 1 0,-1 0 0,0 0 0,0 1 0,1-1 0,-1 0 0,1 0 0,-1 1 0,0-1 0,1 1 0,-1-1 0,1 1 0,1-1 0,7-1 0,-1 1 0,1 0 0,-1 0 0,13 1 0,-17 0 0,86 2-1365,-77-1-5461</inkml:trace>
</inkml:ink>
</file>

<file path=ppt/ink/ink1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5:37.3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 0 24575,'-2'0'0,"-1"3"0,-1 3 0,2 2 0,0 4 0,1-2-8191</inkml:trace>
</inkml:ink>
</file>

<file path=ppt/ink/ink1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5:37.9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27 145 24575,'-19'-8'0,"12"9"0,7 0 0,-1-1 0,1 1 0,0-1 0,0 1 0,1-1 0,-1 1 0,0-1 0,0 1 0,0-1 0,0 0 0,0 1 0,0-1 0,1 1 0,-1-1 0,0 1 0,0-1 0,1 0 0,-1 1 0,0-1 0,1 1 0,8 10 0,1-1 0,0 0 0,1-1 0,0 0 0,0-1 0,16 9 0,-14-8 0,-1-1 0,0-1 0,0 0 0,1-1 0,0 0 0,0-1 0,1 0 0,0-1 0,20 3 0,-32-7 0,-1 0 0,1 1 0,0-1 0,-1 0 0,1 0 0,0 0 0,-1-1 0,1 1 0,0 0 0,-1-1 0,1 1 0,-1-1 0,1 1 0,0-1 0,-1 0 0,1 0 0,-1 0 0,0 0 0,1 0 0,-1 0 0,2-1 0,-2 0 0,1-1 0,-1 1 0,0 0 0,0 0 0,0-1 0,0 1 0,0-1 0,0 1 0,-1-1 0,1 1 0,-1-1 0,1-3 0,-1-4 0,0 0 0,-1 0 0,0 0 0,-1 0 0,0 1 0,-4-12 0,4 15 0,0 1 0,-1 0 0,0 0 0,1 0 0,-7-8 0,22 27 0,0-1 0,1 0 0,0-1 0,1-1 0,0-1 0,1 0 0,25 12 0,-29-17 0,0-1 0,0 0 0,25 4 0,-29-6 0,0-1 0,0-1 0,0 1 0,0-2 0,0 1 0,0-1 0,12-3 0,-17 4 0,-1-1 0,0 0 0,1 0 0,-1 0 0,0 0 0,0 0 0,0-1 0,0 1 0,0-1 0,0 1 0,0-1 0,-1 0 0,1 1 0,0-1 0,-1 0 0,1 0 0,0-2 0,0 0 0,-1 0 0,1 0 0,-1 1 0,0-1 0,0 0 0,-1 0 0,1 0 0,-1 0 0,0-7 0,0 1 0,-2 0 0,1-1 0,-2 1 0,1 0 0,-1 1 0,-1-1 0,-5-13 0,6 17-85,0 1 0,-1-1-1,1 1 1,-1 0 0,0 0-1,0 0 1,0 0 0,-1 1-1,0 0 1,0 0 0,0 0-1,0 0 1,-1 1 0,1 0-1,-9-3 1,1 2-6741</inkml:trace>
</inkml:ink>
</file>

<file path=ppt/ink/ink1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5:38.5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19 24575,'1'-2'0,"0"1"0,0 0 0,-1-1 0,2 1 0,-1 0 0,0 0 0,0 0 0,0 0 0,0 0 0,1 0 0,-1 0 0,0 0 0,1 1 0,-1-1 0,1 0 0,-1 1 0,1 0 0,-1-1 0,1 1 0,-1 0 0,3-1 0,-1 1 0,-1 1 0,1-1 0,0 1 0,-1-1 0,1 1 0,0 0 0,-1 0 0,1 0 0,-1 0 0,1 1 0,2 1 0,5 5 0,-1 0 0,1 0 0,-1 1 0,8 11 0,17 22 0,35 58 0,21 52 0,-84-142 0,4 7 0,96 188 0,-97-183 0,-1 1 0,-1 0 0,-1 0 0,0 0 0,-2 1 0,-1-1 0,0 39 0,-3-53 0,-1-1 0,0 0 0,0 1 0,-1-1 0,0 0 0,0 1 0,-1-1 0,0 0 0,0-1 0,-1 1 0,0-1 0,-6 9 0,5-10 0,0 0 0,-1-1 0,1 1 0,-1-1 0,0 0 0,0-1 0,-1 1 0,1-1 0,-1 0 0,0-1 0,0 0 0,0 0 0,-12 3 0,-28 2-1365,29-6-5461</inkml:trace>
</inkml:ink>
</file>

<file path=ppt/ink/ink1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5:39.3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55 24575,'-1'-14'0,"0"10"0,1 1 0,0-1 0,0 0 0,0 1 0,0-1 0,1 1 0,0-1 0,1-6 0,-2 10 0,0 0 0,0 0 0,0 0 0,0 0 0,0 0 0,0 0 0,0 0 0,0-1 0,0 1 0,0 0 0,0 0 0,1 0 0,-1 0 0,0 0 0,0 0 0,0 0 0,0 0 0,0 0 0,0 0 0,0-1 0,0 1 0,0 0 0,0 0 0,0 0 0,1 0 0,-1 0 0,0 0 0,0 0 0,0 0 0,0 0 0,0 0 0,0 0 0,0 0 0,0 0 0,1 0 0,-1 0 0,0 0 0,0 0 0,0 0 0,0 0 0,0 0 0,0 0 0,0 0 0,1 0 0,2 6 0,1 9 0,-4-14 0,22 141 0,-11-57 0,113 652 0,-116-692 0,31 206 0,-30-214-1365,-7-28-5461</inkml:trace>
</inkml:ink>
</file>

<file path=ppt/ink/ink1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5:39.9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93 24575,'-1'6'0,"0"0"0,1 0 0,0 0 0,0 0 0,0 0 0,0 0 0,1-1 0,0 1 0,0 0 0,1 0 0,0-1 0,0 1 0,0-1 0,1 1 0,-1-1 0,1 0 0,7 10 0,-3-6 0,1 0 0,0 0 0,0-1 0,1 0 0,0-1 0,0 1 0,0-2 0,13 7 0,-19-11 0,1 0 0,-1 0 0,1-1 0,-1 0 0,1 0 0,0 0 0,-1 0 0,1 0 0,0-1 0,0 1 0,-1-1 0,1 0 0,0 0 0,0-1 0,0 1 0,-1-1 0,1 0 0,0 0 0,-1 0 0,1 0 0,5-4 0,-5 3 0,-1 0 0,0-1 0,0 1 0,0-1 0,0 0 0,0 0 0,0 0 0,-1 0 0,0-1 0,1 1 0,-1-1 0,0 1 0,-1-1 0,1 0 0,-1 1 0,0-1 0,0 0 0,0 0 0,0 0 0,0-5 0,-1 0 0,2-6 0,1 15 0,3 7 0,2 3 0,-1 1 0,2-2 0,-1 1 0,1-1 0,20 15 0,-21-18 0,0-1 0,0 0 0,1 0 0,0 0 0,0-1 0,0-1 0,0 0 0,14 3 0,-21-5 0,1 0 0,0-1 0,0 0 0,-1 0 0,1 0 0,0 0 0,0 0 0,-1 0 0,1-1 0,0 1 0,-1-1 0,1 0 0,0 0 0,-1 0 0,1 0 0,-1 0 0,1 0 0,-1-1 0,0 1 0,0-1 0,0 0 0,1 0 0,-1 0 0,-1 0 0,1 0 0,0 0 0,-1 0 0,1 0 0,1-4 0,0 0 0,-1 1 0,0-1 0,-1 0 0,1 1 0,-1-1 0,0 0 0,-1 0 0,1 0 0,-1 0 0,0 0 0,-1 0 0,-1-9 0,-1 3 17,0 0 0,-1 1 1,0-1-1,-1 1 0,0 0 0,-12-18 0,4 11-512,0 1 0,-29-29 0,32 36-6331</inkml:trace>
</inkml:ink>
</file>

<file path=ppt/ink/ink1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5:40.4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277 49 24575,'-27'-13'0,"-12"-1"0,-1 2 0,4 5 0,5 4 0,6 5 0,4 2 0,3 3 0,3 0 0,1-1 0,3-2-8191</inkml:trace>
</inkml:ink>
</file>

<file path=ppt/ink/ink1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5:40.7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186 1 24575,'-5'0'0,"-4"0"0,-1 2 0,2 4 0,0 0 0,-2 0 0,1 1 0,0-1 0,-1-1 0,-2-2 0,-3-1 0,-1-1 0,-2-3 0,1-1 0,1-1 0,3 1-8191</inkml:trace>
</inkml:ink>
</file>

<file path=ppt/ink/ink1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5:42.6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0 380 24575,'313'-15'0,"-317"15"0,-1-1 0,0 0 0,1-1 0,-1 1 0,1-1 0,-1 0 0,1 0 0,-5-3 0,-41-26 0,34 21 0,7 4 0,0 0 0,1-1 0,0 0 0,0 0 0,0-1 0,1 0 0,-8-10 0,11 12 0,0-1 0,1 1 0,0-1 0,0 1 0,0-1 0,1 0 0,0 0 0,0 0 0,1-1 0,-1 1 0,1-11 0,1 13 0,0 0 0,0-1 0,0 1 0,1 0 0,-1-1 0,2 1 0,-1 0 0,0 0 0,1 0 0,0 0 0,0 0 0,1 0 0,-1 0 0,1 1 0,0-1 0,0 1 0,0 0 0,1 0 0,0 0 0,0 0 0,0 0 0,0 1 0,0 0 0,9-5 0,-2 3 0,0 0 0,0 1 0,0 1 0,1-1 0,0 2 0,-1 0 0,1 0 0,0 1 0,0 0 0,0 1 0,23 3 0,-25-2 0,0 1 0,1 0 0,-1 1 0,0 0 0,0 1 0,-1 0 0,1 0 0,-1 1 0,0 0 0,0 1 0,-1 0 0,1 1 0,12 12 0,-18-16 0,-1-1 0,0 1 0,-1-1 0,1 1 0,0 0 0,-1-1 0,0 1 0,1 0 0,-1 0 0,0 0 0,-1 0 0,1 0 0,0 0 0,-1 0 0,0 1 0,0-1 0,0 0 0,0 0 0,0 0 0,0 0 0,-1 0 0,0 0 0,0 0 0,1 0 0,-2 0 0,-1 5 0,-4 5 0,-1 0 0,0-1 0,0 0 0,-16 16 0,9-10 0,13-16 0,0 0 0,0 1 0,0-1 0,1 1 0,0 0 0,-1-1 0,1 1 0,0 0 0,0 0 0,0 0 0,1 0 0,-1 0 0,1 0 0,-1 5 0,1-5 0,1-1 0,-1 0 0,1 1 0,-1-1 0,1 0 0,0 0 0,0 0 0,0 1 0,0-1 0,0 0 0,0 0 0,1 0 0,-1 0 0,1-1 0,-1 1 0,1 0 0,0-1 0,0 1 0,2 1 0,5 3 0,1-1 0,-1 0 0,1 0 0,0-1 0,0-1 0,1 1 0,10 1 0,10 1 0,35 1 0,-56-5-136,1-2-1,0 0 1,0 0-1,-1-1 1,1 0-1,0-1 1,-1 0-1,1-1 0,17-6 1,-18 4-6690</inkml:trace>
</inkml:ink>
</file>

<file path=ppt/ink/ink1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5:43.1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17 24575,'0'-9'0,"-1"1"0,2 14 0,7 28 0,2-1 0,0 0 0,28 56 0,-35-81 0,7 11 0,6 9 0,-16-27 0,1 1 0,0 0 0,-1-1 0,1 1 0,-1-1 0,0 1 0,1 0 0,-1-1 0,0 1 0,0 0 0,0-1 0,0 1 0,0-1 0,-1 3 0,-3 1-1365</inkml:trace>
</inkml:ink>
</file>

<file path=ppt/ink/ink1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5:43.5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557 59 24575,'0'-2'0,"0"0"0,0-1 0,0 1 0,0-1 0,-1 1 0,1 0 0,0-1 0,-1 1 0,-1-4 0,1 5 0,0 1 0,1-1 0,-1 0 0,0 1 0,0-1 0,0 0 0,0 1 0,0-1 0,0 1 0,0-1 0,0 1 0,0 0 0,0-1 0,0 1 0,0 0 0,0 0 0,0 0 0,0 0 0,0 0 0,0 0 0,0 0 0,0 0 0,-2 0 0,-70 2 0,-141-16 0,-4 3-1365,195 11-5461</inkml:trace>
</inkml:ink>
</file>

<file path=ppt/ink/ink1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5:51.2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26 24575,'1'-2'0,"0"0"0,1 0 0,-1 1 0,0-1 0,1 0 0,-1 1 0,1-1 0,0 1 0,-1 0 0,1-1 0,0 1 0,0 0 0,0 0 0,0 0 0,0 0 0,0 0 0,4 0 0,-3 1 0,0 0 0,0 0 0,-1 0 0,1 0 0,0 1 0,0 0 0,0-1 0,0 1 0,-1 0 0,1 0 0,0 1 0,-1-1 0,4 2 0,48 28 0,159 88 0,-141-82 0,78 26 0,-135-58-1365,-2-1-5461</inkml:trace>
</inkml:ink>
</file>

<file path=ppt/ink/ink1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5:51.6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24575,'39'15'0,"0"3"0,51 30 0,0 1 0,243 100 0,-301-135-1365,-19-9-5461</inkml:trace>
</inkml:ink>
</file>

<file path=ppt/ink/ink1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5:52.1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318 0 24575,'7'28'0,"28"84"0,-27-93 0,0 0 0,0-1 0,22 31 0,-30-48 0,5 5 0,0 1 0,-1 0 0,0 0 0,0 0 0,3 10 0,-7-16 0,1 1 0,-1-1 0,0 1 0,1-1 0,-1 0 0,0 1 0,0-1 0,0 1 0,0-1 0,0 0 0,0 1 0,-1-1 0,1 1 0,0-1 0,-1 0 0,1 1 0,-1-1 0,1 0 0,-1 1 0,0-1 0,1 0 0,-1 0 0,0 0 0,0 0 0,0 0 0,0 1 0,0-2 0,0 1 0,0 0 0,0 0 0,0 0 0,-1 0 0,1-1 0,0 1 0,-1-1 0,1 1 0,-2 0 0,-13 4 0,0 0 0,-1-2 0,1 0 0,-27 2 0,-69-4 0,74-3 0,-70 8 0,69-1-1365,24-3-5461</inkml:trace>
</inkml:ink>
</file>

<file path=ppt/ink/ink1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5:53.9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1 509 24575,'186'11'0,"-112"-4"0,-64-7 0,-1 0 0,1-1 0,-1 0 0,0 0 0,17-5 0,-22 4 0,1 0 0,0-1 0,0 1 0,-1-1 0,0 0 0,1 0 0,-1 0 0,0 0 0,-1-1 0,1 0 0,0 0 0,-1 0 0,3-5 0,-5 8 0,-1 0 0,1-1 0,-1 1 0,0 0 0,0-1 0,0 1 0,0 0 0,0-1 0,0 1 0,0 0 0,0 0 0,0-1 0,-1 1 0,1 0 0,0-1 0,-1 1 0,1 0 0,-1 0 0,0 0 0,1 0 0,-1-1 0,0 1 0,0 0 0,0 0 0,1 0 0,-1 1 0,-2-3 0,-3-2 0,-1-1 0,1 1 0,-9-4 0,13 7 0,-24-14 0,0-2 0,-28-26 0,46 36 0,0 0 0,0 0 0,1-1 0,1 0 0,-1 0 0,2 0 0,-1-1 0,1 0 0,-7-19 0,10 23 0,1 1 0,-1-1 0,1 1 0,0-1 0,0 0 0,0 0 0,1 1 0,0-1 0,0 0 0,1 0 0,0 0 0,0 1 0,0-1 0,0 0 0,1 1 0,0-1 0,0 1 0,1 0 0,-1-1 0,1 1 0,0 1 0,1-1 0,-1 0 0,9-8 0,-5 6 0,1 0 0,0 1 0,0 0 0,1 0 0,0 1 0,0 0 0,0 0 0,0 1 0,1 0 0,0 1 0,0 0 0,0 0 0,13-1 0,8 1 0,-1 1 0,1 1 0,36 3 0,-58-1 0,0 0 0,0 0 0,0 1 0,0 0 0,0 1 0,0-1 0,-1 2 0,0-1 0,13 8 0,-17-8 0,0 0 0,0 0 0,-1 0 0,1 0 0,-1 1 0,0-1 0,1 1 0,-2 0 0,1 0 0,0 0 0,-1 0 0,0 0 0,0 1 0,0-1 0,-1 1 0,1-1 0,-1 1 0,0-1 0,0 9 0,0-4 0,-1 0 0,-1 0 0,0 0 0,0 0 0,-4 16 0,-19 42 0,16-44 0,6-18 0,-2 4 0,1-1 0,0 1 0,1 0 0,0 0 0,-1 15 0,3-22 0,0 0 0,0-1 0,0 1 0,0 0 0,0 0 0,1-1 0,-1 1 0,1 0 0,-1-1 0,1 1 0,0 0 0,0-1 0,0 1 0,0-1 0,0 1 0,0-1 0,0 0 0,0 1 0,0-1 0,1 0 0,-1 0 0,0 0 0,1 0 0,-1 0 0,1 0 0,-1 0 0,1 0 0,-1-1 0,1 1 0,0-1 0,0 1 0,-1-1 0,1 0 0,0 1 0,-1-1 0,4 0 0,36 2 0,50-3 0,-22-1 0,-37 2-1365,-19 0-5461</inkml:trace>
</inkml:ink>
</file>

<file path=ppt/ink/ink1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5:54.9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201 0 24575,'-2'0'0,"-4"0"0,-3 0 0,-2 0 0,-2 0 0,-2 0 0,1 0 0,-1 0 0,-1 0 0,1 0 0,3 3 0,1 0 0,-1 0 0,0-1 0,0 0 0,-2-1 0,3 0-8191</inkml:trace>
</inkml:ink>
</file>

<file path=ppt/ink/ink1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5:55.1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273 21 24575,'-19'-5'0,"-10"-1"0,-1-1 0,1 5 0,3 1 0,2 2 0,1 1 0,1 1 0,1 2 0,2-1 0,2-1 0,3-1-8191</inkml:trace>
</inkml:ink>
</file>

<file path=ppt/ink/ink1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5:56.9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 25 24575,'-2'1'0,"1"1"0,-1-1 0,1 0 0,-1 0 0,1 1 0,-1-1 0,1 1 0,0-1 0,0 1 0,-1 0 0,1 0 0,0-1 0,1 1 0,-1 0 0,0 0 0,1 0 0,-1 0 0,1 0 0,-1 0 0,1 0 0,0 0 0,0 0 0,0 0 0,0 0 0,0 0 0,0 0 0,0 0 0,1 2 0,0 1 0,1 1 0,-1-1 0,1 0 0,0 0 0,0 0 0,0 0 0,1 0 0,0-1 0,5 8 0,-1-2 0,1-1 0,0-1 0,0 1 0,1-1 0,0-1 0,1 1 0,0-2 0,0 1 0,22 9 0,-24-12 0,1-1 0,0-1 0,-1 1 0,1-2 0,0 1 0,13 0 0,-20-2 0,1 0 0,-1 0 0,0 0 0,1-1 0,-1 1 0,0-1 0,0 1 0,1-1 0,-1 0 0,0 0 0,0 0 0,0 0 0,0 0 0,0 0 0,0-1 0,0 1 0,-1-1 0,1 1 0,0-1 0,-1 0 0,1 1 0,-1-1 0,0 0 0,1 0 0,-1 0 0,0 0 0,0 0 0,0 0 0,-1-1 0,2-2 0,-2 5 0,0-1 0,0 0 0,1 1 0,-1-1 0,0 1 0,0-1 0,1 0 0,-1 1 0,1-1 0,-1 1 0,0-1 0,1 1 0,-1-1 0,1 1 0,0-1 0,-1 1 0,1 0 0,-1-1 0,1 1 0,-1 0 0,1-1 0,0 1 0,-1 0 0,1 0 0,0 0 0,-1-1 0,1 1 0,0 0 0,-1 0 0,1 0 0,0 0 0,-1 0 0,1 0 0,0 1 0,-1-1 0,1 0 0,0 0 0,-1 0 0,2 1 0,4 1 0,0 1 0,0 0 0,9 5 0,4 2 0,-6-6 0,1 0 0,0-1 0,0-1 0,0 0 0,0 0 0,1-2 0,-1 0 0,0 0 0,25-5 0,-36 4 0,-1 1 0,1-1 0,-1 0 0,1 0 0,-1 0 0,1 0 0,-1 0 0,0 0 0,1-1 0,-1 1 0,0-1 0,0 1 0,0-1 0,0 0 0,0 0 0,-1 0 0,1 0 0,-1 0 0,3-3 0,-3 1 0,0 1 0,1-1 0,-1 0 0,-1 0 0,1 1 0,0-1 0,-1 0 0,0 0 0,0 0 0,0 1 0,0-1 0,-2-7 0,0 3-65,0 1 0,0-1 0,-1 1 0,0-1 0,-1 1 0,1 0 0,-1 0 0,-1 0 0,1 1 0,-1-1 0,0 1 0,-1 0 0,1 1 0,-1-1 0,-1 1 0,1 1 0,0-1 0,-1 1 0,0 0 0,-10-4 0,2 1-6761</inkml:trace>
</inkml:ink>
</file>

<file path=ppt/ink/ink1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5:57.6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763 58 24575,'-47'-12'0,"0"1"0,-1 3 0,0 1 0,-85 1 0,-2-1 0,92 3 0,0 2 0,-48 3 0,-18 10-1365,91-9-5461</inkml:trace>
</inkml:ink>
</file>

<file path=ppt/ink/ink1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5:58.3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 9 24575,'0'0'0,"0"-1"0,-1 1 0,1-1 0,0 1 0,0-1 0,-1 1 0,1-1 0,-1 1 0,1-1 0,0 1 0,-1-1 0,1 1 0,-1 0 0,1-1 0,-1 1 0,1 0 0,-1-1 0,1 1 0,-1 0 0,0-1 0,0 1 0,1 0 0,0 0 0,-1 0 0,1 1 0,0-1 0,-1 0 0,1 0 0,-1 0 0,1 0 0,0 1 0,-1-1 0,1 0 0,0 0 0,-1 0 0,1 1 0,0-1 0,0 0 0,-1 1 0,1-1 0,0 0 0,0 1 0,-1 0 0,0 0 0,0 1 0,1 0 0,-1 0 0,0-1 0,1 1 0,-1 0 0,1 0 0,0 0 0,0 0 0,0 0 0,0 3 0,3 9 0,1-1 0,1 0 0,0 0 0,10 19 0,0 0 0,28 84 0,-10-22 0,-31-91-108,-1 0 25,0-1-1,0 1 0,0-1 0,0 0 0,0 1 0,-1 0 1,1-1-1,-1 1 0,1-1 0,-1 1 0,0 0 0,0-1 1,0 1-1,-1 3 0</inkml:trace>
</inkml:ink>
</file>

<file path=ppt/ink/ink1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5:58.9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578 15 24575,'-1'-1'0,"0"1"0,-1-1 0,1 0 0,0 0 0,0 1 0,-1-1 0,1 1 0,-1-1 0,1 1 0,0 0 0,-1-1 0,1 1 0,-1 0 0,1 0 0,-3 0 0,-26 3 0,13 0 0,-65-2 0,-106-11 0,175 9 0,-41-3 0,-88 5 0,127 1-1365,3 2-5461</inkml:trace>
</inkml:ink>
</file>

<file path=ppt/ink/ink1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6:17.41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 4 24575,'-8'-3'0,"6"5"0,12 10 0,-5-7 0,36 44 0,159 175 0,-143-165 0,166 156 0,-201-196 0,-1 0 0,19 25 0,-57-63-1365,7 11-5461</inkml:trace>
</inkml:ink>
</file>

<file path=ppt/ink/ink1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6:18.02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213 24 24575,'8'-22'0,"-6"20"0,-6 14 0,-40 95 0,10-28 0,21-39 0,2 0 0,-10 68 0,13-67 0,6-18 0,0-1 0,2 43 0,-1 15 0,1-76 0,-1 1 0,1-1 0,-1 0 0,0 0 0,-1 0 0,1 0 0,-1 0 0,1 0 0,-5 7 0,4-9 0,1 0 0,-1 0 0,0 0 0,1-1 0,-1 1 0,0 0 0,0-1 0,0 0 0,0 1 0,0-1 0,0 0 0,-1 0 0,1 0 0,0 0 0,0-1 0,-1 1 0,1 0 0,-4-1 0,-8 1-1365,2-1-5461</inkml:trace>
</inkml:ink>
</file>

<file path=ppt/ink/ink1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6:18.69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127 35 24575,'9'-35'0,"-21"73"0,-23 51 0,4-13 0,22-50 0,-5 10 0,-13 56 0,24-80 0,1 0 0,1 1 0,0 0 0,0-1 0,1 1 0,1 0 0,0-1 0,5 20 0,0-12 0,0 0 0,2 0 0,0-1 0,1-1 0,1 1 0,14 18 0,-8-14 0,1-2 0,1-1 0,1 0 0,26 21 0,-23-23 0,2-2 0,50 27 0,-65-40-1365</inkml:trace>
</inkml:ink>
</file>

<file path=ppt/ink/ink1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6:19.33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6 187 24575,'0'1'0,"0"-1"0,0 0 0,-1 0 0,1 0 0,0 0 0,0 0 0,0 0 0,0 0 0,0 0 0,-1 0 0,1 0 0,0 0 0,0 0 0,0 0 0,0 0 0,-1 0 0,1 0 0,0 0 0,0 0 0,0 0 0,0 0 0,0 0 0,-1 0 0,1 0 0,0 0 0,0 0 0,0 0 0,0-1 0,0 1 0,0 0 0,-1 0 0,1 0 0,0 0 0,0 0 0,0 0 0,0 0 0,0-1 0,0 1 0,0 0 0,0 0 0,0 0 0,0 0 0,0 0 0,0-1 0,-1 1 0,1 0 0,0 0 0,0 0 0,0 0 0,0 0 0,0-1 0,0 1 0,0 0 0,1 0 0,-1 0 0,0 0 0,0-1 0,0 1 0,0 0 0,0 0 0,0 0 0,0 0 0,0-1 0,9-5 0,35 0 0,-10 3 0,-2-2 0,-14 4 0,31-9 0,-45 9 0,1-1 0,-1 1 0,0-1 0,1 0 0,-1 0 0,0-1 0,0 1 0,0-1 0,0 0 0,-1 0 0,6-5 0,-8 7 0,0-1 0,0 1 0,0 0 0,0 0 0,0-1 0,0 1 0,-1-1 0,1 1 0,0-1 0,-1 1 0,1-1 0,-1 1 0,0-1 0,0 0 0,1 1 0,-1-1 0,0 1 0,0-1 0,0 0 0,-1-2 0,0 1 0,0 1 0,0-1 0,0 1 0,-1 0 0,1-1 0,0 1 0,-1 0 0,0 0 0,0 0 0,1 0 0,-4-2 0,-5-4 0,0 1 0,0 0 0,-1 1 0,-13-6 0,18 10 0,1-1 0,-1 1 0,0 0 0,0 0 0,1 1 0,-1 0 0,0 0 0,-1 0 0,1 1 0,0 0 0,0 0 0,-6 1 0,8 0 0,1 0 0,0 0 0,-1 0 0,1 0 0,0 0 0,0 1 0,0 0 0,0-1 0,0 1 0,1 0 0,-1 1 0,0-1 0,1 0 0,0 1 0,-1-1 0,1 1 0,0 0 0,0 0 0,1 0 0,-1 0 0,0 0 0,-1 5 0,0 0 0,0 0 0,1 1 0,0-1 0,1 0 0,0 1 0,0-1 0,0 1 0,1-1 0,0 1 0,1-1 0,0 1 0,3 9 0,0 3 0,-2-7 0,1 1 0,1-1 0,8 20 0,-11-30 0,1-1 0,0 1 0,0-1 0,0 1 0,0-1 0,1 0 0,0 0 0,-1 0 0,1 0 0,0 0 0,0-1 0,1 1 0,-1-1 0,0 0 0,1 0 0,-1 0 0,6 1 0,6 1 0,0-1 0,0-1 0,1 0 0,-1-1 0,0-1 0,24-3 0,6 2 0,55 1-1365,-88 0-5461</inkml:trace>
</inkml:ink>
</file>

<file path=ppt/ink/ink1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6:20.34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2 24575,'0'0'0,"0"0"0,0 0 0,0 0 0,0 0 0,0 0 0,0 0 0,0 0 0,0 0 0,0 0 0,0 0 0,0 0 0,0 0 0,0-1 0,0 1 0,0 0 0,0 0 0,0 0 0,0 0 0,0 0 0,0 0 0,0 0 0,0 0 0,0 0 0,1 0 0,-1 0 0,0 0 0,0 0 0,0 0 0,0 0 0,0 0 0,0-1 0,0 1 0,0 0 0,0 0 0,0 0 0,0 0 0,0 0 0,0 0 0,0 0 0,0 0 0,0 0 0,0 0 0,1 0 0,-1 0 0,0 0 0,0 0 0,0 0 0,0 0 0,0 0 0,0 0 0,0 0 0,0 0 0,0 0 0,0 0 0,0 0 0,0 0 0,0 0 0,0 0 0,0 0 0,1 0 0,-1 0 0,0 0 0,0 1 0,0-1 0,0 0 0,0 0 0,5 5 0,5 10 0,42 121 0,-36-90 0,29 60 0,21 8 0,-47-81 0,-18-30 0,0 0 0,1 0 0,-1 1 0,0-1 0,0 0 0,-1 0 0,1 1 0,-1 5 0,0-8 0,0 0 0,0 0 0,0 0 0,-1 0 0,1 0 0,-1 0 0,1 0 0,-1 0 0,1-1 0,-1 1 0,1 0 0,-1 0 0,1-1 0,-1 1 0,0 0 0,0-1 0,1 1 0,-1-1 0,0 1 0,0-1 0,0 1 0,0-1 0,0 1 0,1-1 0,-1 0 0,0 1 0,0-1 0,0 0 0,0 0 0,0 0 0,0 0 0,0 0 0,0 0 0,0 0 0,0 0 0,-1-1 0,-4 1 0,0-1 0,0 0 0,1 0 0,-10-3 0,2-2 0,0 0 0,0 0 0,1-1 0,0-1 0,0 0 0,0-1 0,1 0 0,1-1 0,-10-11 0,18 20 0,1 0 0,0 0 0,0 0 0,0-1 0,0 1 0,0 0 0,0-1 0,1 1 0,-1-1 0,0 1 0,1-1 0,-1 0 0,1 1 0,-1-1 0,1 0 0,0 1 0,0-1 0,0 0 0,0 1 0,0-1 0,0 0 0,0 1 0,0-1 0,1 0 0,0-1 0,0 1 0,0 0 0,0 1 0,0-1 0,1 1 0,-1-1 0,0 1 0,1 0 0,-1-1 0,1 1 0,0 0 0,-1 0 0,1 0 0,0 0 0,0 1 0,0-1 0,-1 0 0,1 1 0,0-1 0,0 1 0,0-1 0,2 1 0,10-1 9,1 1 0,16 1 0,21 0 9,-47-1-194,0-1-1,0 1 1,0-1 0,0-1 0,0 1-1,0-1 1,7-3 0,-3 0-6650</inkml:trace>
</inkml:ink>
</file>

<file path=ppt/ink/ink1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6:20.55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10 24575,'4'-5'0,"3"1"0,-1 4 0,-1 4 0</inkml:trace>
</inkml:ink>
</file>

<file path=ppt/ink/ink1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6:21.39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1 332 24575,'15'-3'0,"0"2"0,0 0 0,0 1 0,1 0 0,20 4 0,-34-4 0,44 8 0,-33-6 0,-1 1 0,0-2 0,1 0 0,22-1 0,-34 0 0,-1 0 0,0 1 0,1-1 0,-1 0 0,1 0 0,-1 0 0,1-1 0,-1 1 0,1 0 0,-1 0 0,1 0 0,-1 0 0,0 0 0,1 0 0,-1-1 0,1 1 0,-1 0 0,0 0 0,1 0 0,-1-1 0,0 1 0,1 0 0,-1-1 0,0 1 0,1 0 0,-1-1 0,1 0 0,-2 1 0,1-1 0,0 1 0,-1-1 0,1 1 0,0-1 0,-1 1 0,1-1 0,-1 1 0,1 0 0,-1-1 0,1 1 0,-1 0 0,1-1 0,-1 1 0,1 0 0,-2-1 0,-25-10 0,-15 3 0,29 6 0,0-1 0,0 0 0,0 0 0,-23-11 0,32 12 0,1 0 0,0 0 0,0 0 0,0-1 0,0 1 0,0-1 0,0 1 0,1-1 0,-1 0 0,1 0 0,0 0 0,0 0 0,0-1 0,0 1 0,0-1 0,1 1 0,0-1 0,-1 1 0,1-1 0,1 0 0,-2-7 0,2 6 0,0 0 0,1 0 0,-1 0 0,1 0 0,0 0 0,0 0 0,0 0 0,1 1 0,0-1 0,4-8 0,2-2 0,19-25 0,-21 33 0,0-1 0,1 1 0,-1 0 0,2 1 0,-1-1 0,1 2 0,0-1 0,0 1 0,15-8 0,-9 8 0,0-1 0,0 2 0,1 0 0,-1 1 0,24-3 0,-33 5 0,-1 1 0,0 0 0,1 0 0,-1 0 0,0 1 0,0 0 0,1-1 0,-1 1 0,0 1 0,0-1 0,7 4 0,-9-4 0,0 0 0,0 1 0,0-1 0,0 1 0,0-1 0,0 1 0,0 0 0,-1 0 0,1 0 0,-1 0 0,1 0 0,-1 0 0,0 0 0,0 1 0,0-1 0,0 0 0,0 1 0,0-1 0,-1 0 0,1 1 0,-1 2 0,1 1 0,-1 0 0,0 0 0,-1-1 0,1 1 0,-1 0 0,0 0 0,0-1 0,-4 9 0,-1 0 0,-14 25 0,4-11 0,16-26 0,-1-1 0,0 0 0,1 0 0,-1 0 0,1 1 0,-1-1 0,1 0 0,0 1 0,0-1 0,0 0 0,-1 1 0,1-1 0,0 0 0,0 1 0,1-1 0,-1 0 0,0 1 0,0-1 0,1 0 0,-1 0 0,1 1 0,0 1 0,0-2 0,1 1 0,-1 0 0,1-1 0,-1 1 0,1-1 0,0 1 0,-1-1 0,1 0 0,0 0 0,0 0 0,0 0 0,3 1 0,4 1 0,0 0 0,0-1 0,1 0 0,-1-1 0,13 0 0,-19 0-63,7-1-154,0 0 0,0 0 0,0 0 0,0-1 0,19-5 0,-20 3-6609</inkml:trace>
</inkml:ink>
</file>

<file path=ppt/ink/ink1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6:21.83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17 35 24575,'-17'-35'0,"29"83"0,-2-16 0,1 0 0,2-1 0,1 0 0,2-1 0,19 28 0,-33-55 25,-4-5-401,1 1-638</inkml:trace>
</inkml:ink>
</file>

<file path=ppt/ink/ink1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6:22.08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529 128 24575,'-27'-22'0,"-11"-7"0,-2 1 0,1 5 0,5 7 0,6 8 0,2 6 0,1 6 0,0 4 0,-1 1 0,-3 1 0,-2 2 0,-3 1 0,0 1 0,0-2 0,2-1 0,5-2-8191</inkml:trace>
</inkml:ink>
</file>

<file path=ppt/ink/ink1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6:23.15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25 24575,'1'-1'0,"0"-1"0,1 0 0,-1 1 0,0-1 0,0 0 0,1 1 0,-1 0 0,1-1 0,-1 1 0,1 0 0,0 0 0,-1 0 0,1 0 0,0 0 0,0 0 0,0 0 0,0 1 0,0-1 0,0 1 0,0-1 0,0 1 0,0 0 0,0 0 0,0 0 0,0 0 0,0 0 0,0 0 0,0 0 0,0 1 0,0-1 0,2 2 0,6 1 0,-1 0 0,0 1 0,0 0 0,0 0 0,9 7 0,2 3 0,0 0 0,-1 2 0,27 28 0,42 62 0,-68-77 0,0 0 0,-3 2 0,0 0 0,-2 1 0,-1 1 0,-2 0 0,10 42 0,-18-55 0,0 1 0,-2 0 0,-1-1 0,0 1 0,-1 0 0,-2 0 0,0 0 0,-1-1 0,-1 1 0,-1-1 0,0 0 0,-2 0 0,0-1 0,-14 26 0,6-17-1365,8-16-5461</inkml:trace>
</inkml:ink>
</file>

<file path=ppt/ink/ink1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6:25.13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332 10 24575,'7'0'0,"0"0"0,0 0 0,1 0 0,-1 1 0,0 0 0,12 3 0,-14 0 0,-12-2 0,-11 0 0,-143-1 0,88-1 0,52-1-273,0-1 0,0-1 0,0-1 0,-22-7 0,31 8-6553</inkml:trace>
</inkml:ink>
</file>

<file path=ppt/ink/ink1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6:25.35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311 60 24575,'-27'-10'0,"-13"-3"0,-4 1 0,5 1 0,3 4 0,6 3 0,5 2 0,4 3 0,4 5 0,4 3 0,3 0 0,2 2 0</inkml:trace>
</inkml:ink>
</file>

<file path=ppt/ink/ink1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6:26.13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17 10 24575,'-13'-9'0,"10"11"0,4 7 0,51 113 0,-13-35 0,-33-73 30,-1 1 0,0-1 0,4 28 0,-8-37-117,-1 0-1,1 0 1,-1-1 0,0 1-1,-1 0 1,1 0 0,-1-1-1,0 1 1,0 0-1,0-1 1,-1 1 0,0-1-1,1 0 1,-2 1 0,1-1-1,-4 6 1,-3 0-6739</inkml:trace>
</inkml:ink>
</file>

<file path=ppt/ink/ink1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6:26.44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643 12 24575,'-27'-3'0,"-14"0"0,-4 0 0,-1 0 0,4 4 0,4 1 0,3 1 0,2-1 0,3 2 0,1 1 0,-2-1 0,0-1 0,-3-2 0,-2 1 0,-3-2 0,0 0 0,2 0 0,8 0-8191</inkml:trace>
</inkml:ink>
</file>

<file path=ppt/ink/ink1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6:27.02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42 9 24575,'0'0'0,"0"-1"0,-1 0 0,1 1 0,-1-1 0,0 1 0,1-1 0,-1 1 0,1-1 0,-1 1 0,0-1 0,1 1 0,-1-1 0,0 1 0,0 0 0,1-1 0,-1 1 0,0 0 0,0 0 0,0 0 0,1 0 0,-1-1 0,0 1 0,0 0 0,0 0 0,1 0 0,-1 1 0,0-1 0,0 0 0,0 0 0,1 0 0,-1 1 0,0-1 0,0 0 0,1 1 0,-1-1 0,0 0 0,1 1 0,-1-1 0,0 1 0,1-1 0,-1 1 0,1 0 0,-1-1 0,1 1 0,-1-1 0,0 2 0,0 1 0,-1-1 0,1 1 0,0-1 0,0 1 0,0 0 0,0 0 0,1-1 0,-1 1 0,1 0 0,0 0 0,0 0 0,0 4 0,2 7 0,1 1 0,1-1 0,9 23 0,21 38 0,-34-74 0,11 20 0,18 24 0,7 15 0,-35-59-57,0 1 0,0 0 1,0-1-1,0 1 0,-1 0 0,1-1 0,0 1 0,-1 0 0,1 0 0,-1 0 0,0-1 1,0 1-1,0 0 0,0 0 0,0 0 0,0 0 0,0 0 0,0-1 0,-1 1 1,1 0-1,-1 0 0,0 0 0,0 2 0</inkml:trace>
</inkml:ink>
</file>

<file path=ppt/ink/ink1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6:27.41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651 30 24575,'-2'-2'0,"0"1"0,0-1 0,0 1 0,-1-1 0,1 1 0,0-1 0,-1 1 0,1 0 0,-1 0 0,1 1 0,-1-1 0,0 0 0,1 1 0,-1-1 0,0 1 0,-3 0 0,-4 1 0,-1 0 0,1 0 0,-11 3 0,-9 2 0,-23-2 0,0-3 0,-90-10 0,83 4 0,-14-2 24,-51-2-1413,109 9-5437</inkml:trace>
</inkml:ink>
</file>

<file path=ppt/ink/ink1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6:28.99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771 2 24575,'10'0'0,"-8"-1"0,1 1 0,-1 0 0,0 0 0,1 0 0,-1 0 0,1 0 0,-1 0 0,0 1 0,1-1 0,-1 1 0,3 1 0,-4-2 0,-1 0 0,0 1 0,0-1 0,0 0 0,0 0 0,0 1 0,-1-1 0,1 0 0,0 0 0,0 1 0,0-1 0,0 0 0,0 0 0,0 1 0,0-1 0,0 0 0,0 0 0,-1 1 0,1-1 0,0 0 0,0 0 0,0 0 0,-1 0 0,1 1 0,0-1 0,0 0 0,0 0 0,-1 0 0,1 0 0,0 0 0,0 0 0,-1 1 0,1-1 0,0 0 0,0 0 0,-1 0 0,1 0 0,0 0 0,0 0 0,-1 0 0,-14 5 0,13-4 0,-24 6 0,-1 0 0,1-2 0,-54 4 0,-84-8 0,90-2 0,-146 9 0,217-7 0,-15 0 0,1 1 0,-1 1 0,1 1 0,-30 10 0,35-10 0,-13 5 0,24-8 0,0-1 0,0 0 0,0 1 0,0-1 0,0 1 0,1-1 0,-1 1 0,0-1 0,0 1 0,1 0 0,-1-1 0,0 1 0,1 0 0,-1 0 0,1 0 0,-1-1 0,1 1 0,-1 0 0,1 0 0,-1 1 0,1-1 0,0 0 0,1 0 0,-1 0 0,0-1 0,0 1 0,1 0 0,-1 0 0,0 0 0,1 0 0,-1-1 0,1 1 0,-1 0 0,1-1 0,-1 1 0,1 0 0,-1-1 0,1 1 0,0 0 0,-1-1 0,1 1 0,1 0 0,18 10 0,-19-10 0,31 12 0,1 0 0,39 8 0,7 3 0,-62-18 0,167 63 0,-176-65 0,1 0 0,-1 1 0,0 0 0,-1 0 0,1 0 0,7 9 0,-13-13 0,-1 0 0,0 0 0,0 0 0,0 1 0,0-1 0,0 0 0,0 1 0,0-1 0,0 1 0,0-1 0,0 1 0,-1 0 0,1-1 0,-1 1 0,1-1 0,-1 1 0,0 0 0,0 0 0,0-1 0,0 1 0,0 0 0,0-1 0,0 1 0,0 0 0,-1-1 0,1 1 0,0 0 0,-1-1 0,0 1 0,1 0 0,-1-1 0,0 1 0,0-1 0,0 0 0,0 1 0,0-1 0,0 0 0,0 1 0,0-1 0,-3 2 0,-1 1 0,0 0 0,-1 0 0,1-1 0,-1 0 0,0 0 0,-8 3 0,-41 11 0,18-6 0,9-2 0,-82 30 0,92-31 0,0 1 0,0 0 0,-28 21 0,37-23 0,1 1 0,0-1 0,1 1 0,0 1 0,0-1 0,1 1 0,0 1 0,1-1 0,-8 17 0,12-25 0,1 0 0,-1 0 0,1 0 0,0 0 0,-1 0 0,1 0 0,0 0 0,0 0 0,0 0 0,0 0 0,-1 0 0,1 0 0,1 0 0,-1 0 0,0 0 0,0 0 0,0 1 0,0-1 0,1 1 0,0-1 0,-1-1 0,1 1 0,0 0 0,-1-1 0,1 1 0,0-1 0,-1 1 0,1-1 0,0 1 0,0-1 0,-1 1 0,1-1 0,0 0 0,0 0 0,0 1 0,0-1 0,-1 0 0,2 0 0,5 1 0,0-1 0,0 0 0,-1-1 0,13-2 0,-14 2 0,99-15 0,109-3 0,177 18 0,-258 13-1365,-115-11-5461</inkml:trace>
</inkml:ink>
</file>

<file path=ppt/ink/ink1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6:29.60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24575,'1'6'0,"-1"-1"0,1 1 0,0 0 0,0 0 0,1-1 0,0 1 0,3 6 0,4 6 0,12 19 0,-1-1 0,26 63 0,7 43 0,-44-118 0,4 27 0,-5-17 0,-8-32-119,0-2 53,1 1 1,-1-1-1,0 1 0,0-1 1,0 1-1,0-1 1,0 1-1,1-1 1,-1 1-1,0-1 1,1 1-1,-1-1 0,0 1 1,1-1-1,-1 1 1,0-1-1,1 1 1,0 0-1</inkml:trace>
</inkml:ink>
</file>

<file path=ppt/ink/ink1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6:29.97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192 0 24575,'-24'0'0,"1"1"0,-1 1 0,1 0 0,-37 11 0,57-13 0,1 1 0,0 0 0,0-1 0,0 1 0,0 0 0,0 0 0,0 1 0,0-1 0,0 0 0,1 1 0,-1-1 0,0 1 0,1 0 0,-1-1 0,1 1 0,0 0 0,-1 0 0,1 0 0,-1 3 0,1-3 0,1-1 0,0 1 0,0-1 0,-1 1 0,1 0 0,0-1 0,1 1 0,-1-1 0,0 1 0,0 0 0,1-1 0,-1 1 0,1-1 0,-1 1 0,1-1 0,-1 1 0,1-1 0,0 1 0,0-1 0,0 0 0,0 1 0,0-1 0,0 0 0,0 0 0,0 0 0,1 0 0,1 1 0,2 2 0,0 0 0,1-1 0,-1 0 0,1 0 0,0-1 0,0 0 0,10 3 0,47 6 0,-18-5 0,66 9 127,-36-6-1619,-63-7-5334</inkml:trace>
</inkml:ink>
</file>

<file path=ppt/ink/ink1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6:43.89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20 60 24575,'-1'-2'0,"-1"0"0,1 0 0,0 0 0,-1-1 0,1 1 0,0 0 0,1-1 0,-1 1 0,0 0 0,1-1 0,-1 1 0,1-4 0,-1 3 0,1 0 0,-1 0 0,1 0 0,-1 1 0,0-1 0,0 0 0,-2-3 0,10 19 0,-5-9 0,0 0 0,0 0 0,0 0 0,0-1 0,6 7 0,74 70 0,-5 4 0,130 145 0,-169-185 0,2-1 0,1-3 0,57 44 0,-84-72 0,-11-9 0,0 0 0,1 0 0,-1 0 0,0-1 0,1 1 0,0-1 0,0 0 0,-1 0 0,1 0 0,6 1 0,-10-3 2,1 1-1,-1-1 0,0 0 1,0 0-1,0 0 0,0 0 1,0 0-1,1-1 1,-1 1-1,0 0 0,0 0 1,0 0-1,0 0 0,0 0 1,1 0-1,-1 0 0,0 0 1,0 0-1,0 0 1,0 0-1,0 0 0,0 0 1,1-1-1,-1 1 0,0 0 1,0 0-1,0 0 1,0 0-1,0 0 0,0 0 1,0-1-1,0 1 0,0 0 1,0 0-1,0 0 0,0 0 1,0 0-1,0-1 1,0 1-1,0 0 0,0 0 1,0 0-1,0 0 0,0 0 1,0-1-1,0 1 1,0 0-1,-3-8-933,3 7 433</inkml:trace>
</inkml:ink>
</file>

<file path=ppt/ink/ink1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6:44.48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288 40 24575,'-2'-6'0,"-6"-14"0,7 19 0,1 0 0,0 0 0,-1 0 0,1 0 0,-1 1 0,1-1 0,-1 0 0,1 0 0,-1 1 0,0-1 0,1 0 0,-1 1 0,0-1 0,0 1 0,1-1 0,-1 1 0,-1-1 0,1 2 0,-1-1 0,1 1 0,0 0 0,0 0 0,0 0 0,0 0 0,0 0 0,0 0 0,0 0 0,0 0 0,0 1 0,0-1 0,0 0 0,1 0 0,-1 2 0,-2 2 0,2-4 0,-15 21 0,1 1 0,2 0 0,0 0 0,-18 47 0,-25 152 0,49-191 0,-7 20 0,-2-1 0,-34 72 0,39-93-1365,8-17-5461</inkml:trace>
</inkml:ink>
</file>

<file path=ppt/ink/ink1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6:45.47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147 67 24575,'7'-10'0,"-1"0"0,0-1 0,9-20 0,-15 26 0,-5 11 0,-7 10 0,-10 25 0,-36 50 0,48-76 0,0 0 0,1 1 0,0 0 0,1 1 0,1-1 0,1 2 0,0-1 0,1 1 0,1-1 0,1 1 0,-2 35 0,4-18 0,7 64 0,-3-84 0,0 0 0,0 0 0,2-1 0,0 1 0,0-1 0,15 25 0,-10-21 0,0 0 0,2-1 0,0 0 0,0-1 0,2-1 0,18 17 0,-27-28-154,1-1-1,0 1 0,11 4 1,-13-7-593,8 5-6079</inkml:trace>
</inkml:ink>
</file>

<file path=ppt/ink/ink1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6:46.03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17 207 24575,'4'-3'0,"-1"0"0,1 0 0,-1 1 0,1-1 0,0 1 0,0 0 0,0 0 0,7-2 0,38-7 0,-10 2 0,-33 7 0,1-1 0,0 0 0,-1 0 0,0 0 0,0-1 0,0 0 0,0 0 0,0 0 0,-1-1 0,8-8 0,-11 11 0,-1 0 0,1 0 0,-1 0 0,0 0 0,1 0 0,-1 0 0,0 0 0,0-1 0,0 1 0,-1 0 0,1-1 0,0 1 0,-1 0 0,0-1 0,1 1 0,-1-1 0,0 1 0,0-1 0,-1 1 0,1 0 0,0-1 0,-1 1 0,1-1 0,-1 1 0,0 0 0,0 0 0,0-1 0,0 1 0,0 0 0,-1 0 0,1 0 0,0 0 0,-1 0 0,-1-1 0,-1-1 0,1 1 0,-1 0 0,0 0 0,0 0 0,0 0 0,-1 1 0,1-1 0,-1 1 0,1 0 0,-1 1 0,0-1 0,1 1 0,-1 0 0,0 0 0,0 0 0,0 1 0,0-1 0,0 1 0,0 1 0,0-1 0,0 1 0,0 0 0,1 0 0,-1 0 0,-7 3 0,6-2 0,1 0 0,0 0 0,0 1 0,-1 0 0,2 0 0,-1 0 0,0 1 0,1-1 0,-1 1 0,1 0 0,0 0 0,0 1 0,1-1 0,-1 1 0,1 0 0,0 0 0,0 0 0,1 0 0,-1 0 0,1 1 0,-2 8 0,3-8 0,0 1 0,0-1 0,0 1 0,1-1 0,0 0 0,0 1 0,1-1 0,0 0 0,0 1 0,1-1 0,-1 0 0,1 0 0,1 0 0,-1 0 0,1 0 0,0-1 0,0 1 0,1-1 0,-1 1 0,1-1 0,0-1 0,1 1 0,-1 0 0,1-1 0,0 0 0,10 6 0,-2-2 0,1 0 0,0-1 0,1 0 0,-1-1 0,1-1 0,0-1 0,1 0 0,16 2 0,-4-3 0,0 0 0,0-3 0,47-3 0,-62 0-1365,-3 0-5461</inkml:trace>
</inkml:ink>
</file>

<file path=ppt/ink/ink1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6:46.88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15 30 24575,'-15'-29'0,"16"41"0,3 13 0,5-2 0,1 0 0,1 0 0,1-1 0,19 26 0,-22-34 0,46 64 0,1 0 0,-47-64 0,-1 1 0,0-1 0,9 28 0,-15-38 0,-1-1 0,0 1 0,0-1 0,-1 1 0,1-1 0,-1 1 0,0 0 0,0 6 0,0-9 0,-1 0 0,1 1 0,0-1 0,-1 0 0,1 0 0,-1 0 0,1 0 0,-1 0 0,0 0 0,0 0 0,1 0 0,-1 0 0,0 0 0,0 0 0,0-1 0,0 1 0,0 0 0,0-1 0,0 1 0,0 0 0,0-1 0,0 1 0,0-1 0,0 0 0,0 1 0,-1-1 0,1 0 0,0 0 0,-2 1 0,-4-1 0,1 0 0,-1 0 0,1-1 0,-1 0 0,1 0 0,0 0 0,-1-1 0,1 0 0,0 0 0,0 0 0,-9-6 0,4 2 0,1 0 0,0-1 0,0 0 0,0-1 0,-10-11 0,17 17 0,0-1 0,1 0 0,-1 0 0,1-1 0,0 1 0,0 0 0,0-1 0,0 0 0,1 1 0,0-1 0,-1 0 0,1 1 0,1-1 0,-1 0 0,0 0 0,1-7 0,0 8 0,1 0 0,-1-1 0,1 1 0,0-1 0,0 1 0,0 0 0,0 0 0,1 0 0,0 0 0,-1 0 0,1 0 0,0 0 0,0 0 0,1 0 0,-1 1 0,0 0 0,1-1 0,5-3 0,3-1 14,-1 1-1,1 1 1,1-1 0,22-6-1,5-2-1446,-25 8-5393</inkml:trace>
</inkml:ink>
</file>

<file path=ppt/ink/ink1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6:47.10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24575,'14'0'0,"6"2"0,1 6 0,-2 4 0,-6 3 0,-3-2-8191</inkml:trace>
</inkml:ink>
</file>

<file path=ppt/ink/ink1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6:47.69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 77 24575,'0'1'0,"-1"0"0,1 0 0,-1 0 0,1 0 0,0 0 0,0 0 0,-1 0 0,1 0 0,0 0 0,0 0 0,0 0 0,0 0 0,0 0 0,0 0 0,0 0 0,1 0 0,-1 0 0,0 0 0,0 0 0,1 0 0,-1 0 0,1 0 0,-1-1 0,1 1 0,0 1 0,16 22 0,-8-15 0,-1-1 0,2 0 0,-1-1 0,1 0 0,0-1 0,1 0 0,0 0 0,0-1 0,0-1 0,0 0 0,19 4 0,-28-7 0,0-1 0,1 1 0,-1-1 0,0 0 0,1 0 0,-1 0 0,0 0 0,1 0 0,-1 0 0,0-1 0,0 1 0,1-1 0,-1 0 0,0 0 0,0 0 0,0 0 0,0 0 0,0 0 0,0 0 0,0-1 0,0 1 0,3-4 0,-2 2 0,-1-1 0,1 0 0,-1 0 0,0 0 0,0 0 0,-1 0 0,1 0 0,-1-1 0,0 1 0,1-8 0,-2 11 0,0 0 0,0 1 0,0-1 0,0 0 0,0 1 0,0-1 0,0 1 0,1-1 0,-1 0 0,0 1 0,0-1 0,0 0 0,1 1 0,-1-1 0,0 1 0,1-1 0,-1 1 0,1-1 0,-1 1 0,1-1 0,-1 1 0,1-1 0,-1 1 0,1 0 0,-1-1 0,1 1 0,-1 0 0,1-1 0,-1 1 0,1 0 0,0 0 0,-1 0 0,1-1 0,0 1 0,-1 0 0,1 0 0,0 0 0,-1 0 0,1 0 0,0 0 0,-1 0 0,1 0 0,0 1 0,-1-1 0,2 0 0,2 2 0,1 0 0,-1 1 0,0-1 0,1 1 0,3 3 0,0 0 0,11 6 0,1-1 0,25 10 0,-36-17 0,1-1 0,0 0 0,0 0 0,0-1 0,0-1 0,0 1 0,12-1 0,-20-1 0,1 0 0,-1 0 0,0-1 0,0 1 0,1-1 0,-1 1 0,0-1 0,0 0 0,0 1 0,0-1 0,0 0 0,0 0 0,0-1 0,0 1 0,0 0 0,-1-1 0,4-2 0,-3 1 0,0 1 0,-1-1 0,1 0 0,-1 1 0,0-1 0,1 0 0,-1 0 0,0 0 0,-1 0 0,1 0 0,0-6 0,-1 3 0,0-1 0,0 1 0,0-1 0,-1 1 0,0-1 0,0 1 0,-1-1 0,0 1 0,0 0 0,-1 0 0,-5-10 0,2 6-159,-1 1 1,-1 1-1,0-1 0,-9-7 0,12 12-412,-5-6-6255</inkml:trace>
</inkml:ink>
</file>

<file path=ppt/ink/ink1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6:48.30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24575,'29'13'0,"-1"1"0,-1 2 0,0 1 0,-1 1 0,-1 1 0,-1 1 0,-1 1 0,0 1 0,-2 1 0,-1 1 0,-1 1 0,29 47 0,-23-24 0,27 64 0,-45-91 0,0 0 0,-1 1 0,-1-1 0,-2 1 0,0 0 0,0 22 0,-2-23 0,-2-1 0,0 0 0,-2 0 0,-5 24 0,6-35 0,-1 0 0,0 0 0,-1 0 0,0 0 0,-1-1 0,0 0 0,0 0 0,0 0 0,-1 0 0,0-1 0,-9 8 0,-1-1-455,0-1 0,-21 13 0,22-17-6371</inkml:trace>
</inkml:ink>
</file>

<file path=ppt/ink/ink1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6:49.03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236 21 24575,'-29'-5'0,"-13"-1"0,-1-1 0,7 5 0,6 2 0,7 3 0,4 1 0,6 1-8191</inkml:trace>
</inkml:ink>
</file>

<file path=ppt/ink/ink1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6:49.42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282 21 24575,'-10'-5'0,"-6"-1"0,-2 0 0,-1 3 0,1 3 0,0 1 0,2 0 0,0 0 0,-2 0 0,0 0 0,1 0 0,-2-1 0,-1 0 0,-1 0 0,1 0 0,3 0-8191</inkml:trace>
</inkml:ink>
</file>

<file path=ppt/ink/ink1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6:50.32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 45 24575,'-6'-31'0,"4"20"0,1 9 0,2 3 0,9 29 0,1 0 0,27 48 0,-22-48 0,-2-1 0,15 50 0,-26-67-241,-1 0 1,-1 0-1,0 1 0,-1 22 0,0-34 80,-1 12-6665</inkml:trace>
</inkml:ink>
</file>

<file path=ppt/ink/ink1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6:50.77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817 31 24575,'-2'-2'0,"1"-1"0,-1 1 0,0 0 0,1 1 0,-1-1 0,0 0 0,0 0 0,0 1 0,0-1 0,0 1 0,-1 0 0,1-1 0,0 1 0,-1 0 0,1 1 0,-1-1 0,1 0 0,-1 1 0,-4-1 0,-6-1 0,0 1 0,-22 1 0,21 1 0,-144 14 0,4 0 0,-11-8 95,-30 1-1555,173-8-5366</inkml:trace>
</inkml:ink>
</file>

<file path=ppt/ink/ink1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6:51.35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14 3 24575,'0'0'0,"0"0"0,0 0 0,0-1 0,0 1 0,0 0 0,-1 0 0,1 0 0,0 0 0,0 0 0,0-1 0,0 1 0,-1 0 0,1 0 0,0 0 0,0 0 0,0 0 0,-1 0 0,1 0 0,0 0 0,0 0 0,0 0 0,-1 0 0,1 0 0,0 0 0,0 0 0,-1 0 0,1 0 0,0 0 0,0 0 0,0 0 0,-1 0 0,1 0 0,0 0 0,0 0 0,-1 0 0,-3 9 0,1 11 0,3-19 0,0 7 0,1 1 0,-1 0 0,1-1 0,1 1 0,0-1 0,0 1 0,0-1 0,1 0 0,6 12 0,6 8 0,22 33 0,-11-19 0,-2 1-682,30 76-1,-49-104-6143</inkml:trace>
</inkml:ink>
</file>

<file path=ppt/ink/ink1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6:51.83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520 8 24575,'0'0'0,"0"0"0,0 0 0,0 0 0,1 0 0,-1 0 0,0-1 0,0 1 0,0 0 0,0 0 0,1 0 0,-1 0 0,0 0 0,0-1 0,0 1 0,0 0 0,0 0 0,0 0 0,0-1 0,0 1 0,0 0 0,0 0 0,0 0 0,1-1 0,-1 1 0,0 0 0,0 0 0,0 0 0,0-1 0,-1 1 0,1 0 0,0 0 0,0 0 0,0-1 0,-7-1 0,-14 5 0,19-3 0,-32 3 0,-37 0 0,-22 2 0,-71 8 125,57-6-1615,84-5-5336</inkml:trace>
</inkml:ink>
</file>

<file path=ppt/ink/ink1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6:55.51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822 46 24575,'3'-1'0,"66"-30"0,-61 28 0,1 0 0,1 1 0,-1 0 0,0 1 0,0 0 0,11 0 0,-12 1 0,-5 0 0,-1 0 0,1 0 0,0 0 0,-1 0 0,1 1 0,0-1 0,0 1 0,4 1 0,-7-2 0,0 0 0,0 0 0,0 0 0,1 0 0,-1 0 0,0 0 0,0 0 0,0 0 0,0 0 0,0 0 0,0 0 0,0 0 0,1 0 0,-1 1 0,0-1 0,0 0 0,0 0 0,0 0 0,0 0 0,0 0 0,0 0 0,0 0 0,0 0 0,0 0 0,0 1 0,0-1 0,1 0 0,-1 0 0,0 0 0,0 0 0,0 0 0,0 0 0,0 1 0,0-1 0,0 0 0,0 0 0,0 0 0,0 0 0,0 0 0,0 0 0,0 1 0,-1-1 0,1 0 0,0 0 0,-6 3 0,-10 1 0,-165-1 0,100-5 0,37 2 0,-274 9 0,31 23 0,273-30 0,7-2 0,0 1 0,0-1 0,0 2 0,0-1 0,0 1 0,-10 4 0,17-5 0,0-1 0,-1 0 0,1 0 0,0 0 0,0 1 0,0-1 0,0 0 0,0 0 0,0 0 0,0 1 0,0-1 0,0 0 0,0 0 0,0 0 0,0 1 0,0-1 0,0 0 0,0 0 0,0 0 0,0 1 0,0-1 0,1 0 0,-1 0 0,0 0 0,0 0 0,0 1 0,0-1 0,0 0 0,0 0 0,1 0 0,-1 0 0,0 1 0,0-1 0,0 0 0,0 0 0,0 0 0,1 0 0,-1 0 0,0 0 0,0 0 0,0 0 0,1 0 0,-1 0 0,0 0 0,0 1 0,0-1 0,1 0 0,-1 0 0,12 5 0,143 38 0,-104-32 0,93 36 0,-139-45 0,0 0 0,0 1 0,0 0 0,0 0 0,0 0 0,-1 1 0,0-1 0,0 1 0,0 0 0,0 0 0,6 9 0,-9-11 0,1 1 0,-1-1 0,0 1 0,0 0 0,0 0 0,0 0 0,0 0 0,-1-1 0,1 1 0,-1 0 0,0 0 0,0 0 0,0 0 0,0 0 0,0 0 0,-1 0 0,1 0 0,-1 0 0,0 0 0,0 0 0,0 0 0,0-1 0,-3 5 0,1-1 0,-1-1 0,0 0 0,0 0 0,0-1 0,0 1 0,-1-1 0,0 0 0,-8 5 0,-7 3 0,-21 10 0,-2 2 0,-43 25 0,-64 44 0,147-91 0,-1 0 0,2 1 0,-1-1 0,0 1 0,0 0 0,1 0 0,0 0 0,-1 0 0,1 0 0,-3 7 0,5-8 0,-1-1 0,1 0 0,0 0 0,-1 1 0,1-1 0,0 0 0,0 1 0,0-1 0,0 0 0,0 0 0,0 1 0,1-1 0,-1 0 0,0 1 0,1-1 0,-1 0 0,1 0 0,-1 0 0,1 1 0,-1-1 0,1 0 0,0 0 0,0 0 0,-1 0 0,1 0 0,0 0 0,0 0 0,0 0 0,0-1 0,0 1 0,0 0 0,1 0 0,-1-1 0,2 2 0,1 0 0,1-1 0,0 1 0,-1 0 0,1-1 0,0 0 0,0 0 0,8 0 0,37-1 0,-26-1 0,88-6 0,141-27 0,-68 7 0,-146 22-115,137-12-1135,-160 17-5576</inkml:trace>
</inkml:ink>
</file>

<file path=ppt/ink/ink1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6:56.09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30 3 24575,'-1'-1'0,"0"1"0,0 0 0,1-1 0,-1 1 0,0 0 0,0 0 0,0-1 0,0 1 0,0 0 0,1 0 0,-1 0 0,0 0 0,0 0 0,0 0 0,0 1 0,0-1 0,0 0 0,1 0 0,-1 1 0,0-1 0,0 0 0,0 1 0,0-1 0,1 1 0,-1-1 0,0 1 0,1-1 0,-1 1 0,0-1 0,1 1 0,-2 0 0,2 1 0,-1-1 0,1 1 0,0-1 0,-1 1 0,1-1 0,0 1 0,0-1 0,0 1 0,0-1 0,0 1 0,0-1 0,0 1 0,0-1 0,1 0 0,-1 1 0,1-1 0,-1 1 0,2 1 0,30 70 0,-10-27 0,25 81 0,-9 1 0,-38-127-124,0 0 0,1 1 0,-1-1 0,1 0 0,-1 0 0,1 1-1,0-1 1,0 0 0,-1 0 0,3 1 0</inkml:trace>
</inkml:ink>
</file>

<file path=ppt/ink/ink1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6:56.49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175 0 24575,'-3'1'0,"-24"2"0,-27 6 0,48-7 0,-1-1 0,1 1 0,0 1 0,0-1 0,0 1 0,0 0 0,1 0 0,-1 0 0,1 1 0,-7 6 0,10-8 0,0 0 0,0 0 0,1 1 0,-1-1 0,0 1 0,1 0 0,0-1 0,0 1 0,-1 0 0,2 0 0,-1 0 0,0 0 0,0-1 0,1 1 0,0 6 0,0-8 0,0 1 0,0-1 0,0 0 0,0 1 0,1-1 0,-1 1 0,1-1 0,-1 1 0,1-1 0,-1 0 0,1 1 0,0-1 0,0 0 0,0 0 0,0 0 0,0 1 0,0-1 0,0 0 0,0 0 0,0-1 0,0 1 0,0 0 0,1 0 0,-1 0 0,0-1 0,1 1 0,-1-1 0,1 1 0,-1-1 0,0 1 0,1-1 0,2 0 0,184 14 0,-132-13 0,72 12-1365,-112-12-5461</inkml:trace>
</inkml:ink>
</file>

<file path=ppt/ink/ink1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6:33.39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 15 24575,'0'-1'0,"-1"1"0,1-1 0,0 1 0,0 0 0,-1-1 0,1 1 0,0-1 0,0 1 0,0-1 0,-1 1 0,1-1 0,0 1 0,0-1 0,0 1 0,0-1 0,0 1 0,0-1 0,0 1 0,0-1 0,0 1 0,0-1 0,0 1 0,0-1 0,1 1 0,-1-2 0,1 2 0,-1 0 0,1 0 0,-1 0 0,1 0 0,-1 0 0,1 0 0,-1 0 0,1 0 0,0 0 0,-1 0 0,1 0 0,-1 0 0,1 0 0,-1 0 0,1 0 0,-1 0 0,1 1 0,0-1 0,3 2 0,1 0 0,-1 1 0,0-1 0,5 5 0,135 129 0,-76-71 0,-19-17 0,62 45 0,206 149 0,-311-237 0,-3-3 0,0 0 0,0 0 0,0 1 0,-1-1 0,1 1 0,-1 0 0,0-1 0,1 1 0,1 4 0,-23-19 0,-6-7-1365,15 8-5461</inkml:trace>
</inkml:ink>
</file>

<file path=ppt/ink/ink1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6:33.91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300 8 24575,'-1'0'0,"-1"-1"0,1 0 0,0 0 0,0 0 0,0 1 0,-1-1 0,1 1 0,0-1 0,-1 1 0,1-1 0,0 1 0,-1 0 0,1 0 0,0-1 0,-1 1 0,1 0 0,-2 1 0,2-1 0,0 1 0,1-1 0,-1 1 0,0-1 0,1 1 0,-1 0 0,1-1 0,-1 1 0,1 0 0,-1-1 0,1 1 0,-1 0 0,1 0 0,0-1 0,-1 1 0,1 0 0,0 0 0,0 0 0,0 0 0,0-1 0,0 1 0,0 0 0,0 0 0,0 0 0,0 0 0,0-1 0,0 1 0,1 2 0,-1 3 0,0 0 0,-1 0 0,1 0 0,-1 0 0,0-1 0,0 1 0,-1 0 0,0 0 0,-4 9 0,-3 3 0,-18 26 0,16-28 0,-15 31 0,5 1 0,-30 75 0,24-39 0,15-44 0,-28 64 0,16-52-1365,20-43-5461</inkml:trace>
</inkml:ink>
</file>

<file path=ppt/ink/ink1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6:34.53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158 50 24575,'-1'-1'0,"-3"-4"0,1 0 0,0-1 0,1 1 0,-1-1 0,1 1 0,-3-12 0,13 79 0,-8-50 0,-1 0 0,0 0 0,-1 0 0,0 0 0,-1 0 0,-8 22 0,-37 66 0,34-73 0,1 0 0,-17 48 0,25-57 0,1-1 0,1 1 0,0-1 0,1 1 0,1 18 0,2-25 0,0 1 0,0-1 0,1 0 0,0 0 0,1 0 0,1 0 0,-1-1 0,2 1 0,5 10 0,-3-9 0,1-1 0,0 0 0,0-1 0,1 1 0,18 15 0,-4-8 0,40 26 0,-47-34-455,1-1 0,22 8 0,-25-12-6371</inkml:trace>
</inkml:ink>
</file>

<file path=ppt/ink/ink1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6:35.06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132 18 24575,'-6'-3'0,"0"0"0,0 0 0,0 1 0,-1 0 0,1 0 0,-10 0 0,15 1 0,-1 1 0,1 0 0,0 0 0,0 0 0,-1 0 0,1 0 0,0 0 0,-1 1 0,1-1 0,0 0 0,0 1 0,-1-1 0,1 1 0,0-1 0,0 1 0,0 0 0,0-1 0,0 1 0,0 0 0,0 0 0,0 0 0,0-1 0,0 1 0,0 0 0,0 0 0,1 1 0,-1-1 0,0 0 0,1 0 0,-1 0 0,1 0 0,-1 1 0,1-1 0,0 0 0,-1 0 0,1 1 0,0-1 0,0 0 0,0 3 0,0 4 0,0 0 0,1 0 0,0-1 0,0 1 0,1 0 0,0 0 0,0-1 0,1 1 0,6 12 0,5 7 0,22 30 0,-24-38 0,41 60 0,58 99 0,-103-163 0,8 24 0,-15-34 0,1-1 0,-1 0 0,0 0 0,0 1 0,-1-1 0,1 1 0,-1-1 0,0 1 0,0-1 0,-1 1 0,0 4 0,1-8 0,-1 0 0,1 0 0,-1 0 0,1 0 0,0 0 0,-1 0 0,0 0 0,1-1 0,-1 1 0,0 0 0,1 0 0,-1-1 0,0 1 0,0 0 0,0-1 0,1 1 0,-1-1 0,0 1 0,0-1 0,-1 1 0,-1 0 0,1 0 0,-1-1 0,1 1 0,-1-1 0,1 0 0,-1 0 0,1 0 0,-3 0 0,-5-2 0,0 0 0,1 0 0,-12-4 0,21 6 0,-18-7 0,0 0 0,1-1 0,0-1 0,1 0 0,-27-21 0,33 22 0,1 1 0,0-1 0,1-1 0,0 0 0,1 0 0,-1-1 0,2 1 0,-1-2 0,1 1 0,-5-15 0,8 19 14,1 0-1,1 0 0,-1 0 0,1-1 1,0 1-1,0 0 0,1-1 1,0-8-1,0 11-96,1 1 1,0 0-1,-1-1 1,1 1-1,0 0 1,1 0-1,-1-1 1,1 1-1,-1 0 1,1 0-1,0 1 1,0-1-1,0 0 1,0 1-1,1-1 1,-1 1-1,4-3 1,4-3-6744</inkml:trace>
</inkml:ink>
</file>

<file path=ppt/ink/ink1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6:35.28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24575,'3'0'0,"2"2"0,2 4 0</inkml:trace>
</inkml:ink>
</file>

<file path=ppt/ink/ink1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6:35.99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73 3 24575,'-2'0'0,"1"-1"0,-1 1 0,0 0 0,1-1 0,-1 1 0,0 0 0,1 0 0,-1 0 0,1 0 0,-1 0 0,0 0 0,1 0 0,-1 1 0,1-1 0,-1 1 0,0-1 0,1 1 0,-1-1 0,-1 2 0,0 0 0,1 0 0,0 0 0,0 0 0,1 0 0,-1 0 0,0 0 0,1 0 0,-1 0 0,1 1 0,-2 4 0,-1 3 0,1 0 0,0 1 0,1-1 0,-2 22 0,3-10 0,1 0 0,1 0 0,1 0 0,0 0 0,10 32 0,39 106 0,-45-142 0,14 33 0,3 0 0,1-1 0,33 47 0,-50-87-151,0 0-1,1 0 0,0-1 0,1-1 1,0 1-1,0-1 0,1-1 1,10 7-1,-10-7-6674</inkml:trace>
</inkml:ink>
</file>

<file path=ppt/ink/ink1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6:36.74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10 474 24575,'0'-2'0,"0"0"0,0 0 0,1 1 0,-1-1 0,1 0 0,-1 0 0,1 0 0,-1 1 0,1-1 0,0 0 0,0 1 0,0-1 0,0 1 0,0-1 0,0 1 0,0-1 0,0 1 0,1 0 0,-1 0 0,1-1 0,-1 1 0,1 0 0,-1 0 0,1 0 0,0 1 0,-1-1 0,1 0 0,0 1 0,-1-1 0,1 1 0,3-1 0,7-1 0,-1 1 0,0 0 0,0 1 0,13 1 0,-10 0 0,22-2 0,-22 1 0,1 0 0,-1 0 0,0 1 0,0 1 0,20 5 0,-74-20 0,0-2 0,-70-38 0,104 49 0,-1 0 0,1-1 0,0 0 0,0 0 0,1 0 0,0-1 0,0 0 0,0 0 0,0 0 0,1 0 0,0-1 0,-4-10 0,6 12 0,0 1 0,1-2 0,-1 1 0,1 0 0,1 0 0,-1 0 0,1 0 0,0-1 0,0 1 0,0 0 0,0 0 0,1-1 0,0 1 0,1 0 0,-1 0 0,1 0 0,0 0 0,0 0 0,3-4 0,1-1 0,0 0 0,1 1 0,1 0 0,0 0 0,0 1 0,0 0 0,1 1 0,0 0 0,1 0 0,0 1 0,0 0 0,0 0 0,1 1 0,19-6 0,12-2 0,0 3 0,70-9 0,-80 14 0,-22 3 0,-1 1 0,1 0 0,0 1 0,-1 0 0,19 2 0,-25-1 0,-1-1 0,0 1 0,0-1 0,1 1 0,-1 0 0,0 0 0,0 0 0,0 0 0,0 1 0,0-1 0,0 0 0,0 1 0,-1 0 0,1-1 0,0 1 0,-1 0 0,1 0 0,-1 0 0,0 0 0,1 0 0,-1 0 0,0 0 0,0 0 0,-1 0 0,1 1 0,0-1 0,-1 0 0,1 0 0,-1 4 0,1 1 0,-1 1 0,0-1 0,-1 1 0,1-1 0,-1 1 0,-1-1 0,0 1 0,-2 7 0,-28 58 0,11-26 0,11-23 0,4-12 0,1-1 0,1 1 0,0 0 0,0 0 0,1 0 0,-2 19 0,5-30 0,0 1 0,0-1 0,1 1 0,-1-1 0,0 1 0,0-1 0,1 1 0,-1-1 0,1 0 0,-1 1 0,1-1 0,0 0 0,0 1 0,-1-1 0,1 0 0,0 0 0,0 1 0,0-1 0,2 1 0,-1 0 0,0-1 0,1 1 0,-1-1 0,1 0 0,0 1 0,-1-1 0,1 0 0,0-1 0,4 2 0,4-1 0,1 0 0,-1 0 0,22-2 0,-3-3 43,0-1 0,34-10 0,22-4-1537,-74 17-5332</inkml:trace>
</inkml:ink>
</file>

<file path=ppt/ink/ink1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6:37.22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272 4 24575,'-27'-3'0,"-11"2"0,-2 1 0,3 1 0,6 2 0,6 1 0,4 2 0,2 0 0,0 2 0,5-1-8191</inkml:trace>
</inkml:ink>
</file>

<file path=ppt/ink/ink1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6:37.69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 10 24575,'-4'-9'0,"3"13"0,5 19 0,1-2 0,25 90 0,47 111 0,-37-129 0,-39-91-136,0-1-1,-1 1 1,1 0-1,0-1 1,0 1-1,1-1 1,-1 1-1,0-1 0,2 2 1</inkml:trace>
</inkml:ink>
</file>

<file path=ppt/ink/ink1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6:38.01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190 3 24575,'-10'-1'0,"1"0"0,-1 0 0,1 1 0,-1 1 0,1-1 0,0 2 0,-1-1 0,1 1 0,0 1 0,0-1 0,-12 7 0,16-8 0,1 1 0,0 0 0,0 1 0,1-1 0,-1 1 0,0 0 0,1 0 0,0 0 0,-1 0 0,1 1 0,0-1 0,1 1 0,-1-1 0,1 1 0,0 0 0,0 0 0,0 1 0,0-1 0,1 0 0,-1 0 0,1 1 0,0-1 0,0 1 0,1-1 0,-1 8 0,2-8 0,-1-1 0,1 0 0,0 0 0,0 0 0,0 0 0,0-1 0,1 1 0,-1 0 0,1 0 0,-1-1 0,1 1 0,0-1 0,0 1 0,0-1 0,0 0 0,1 0 0,-1 0 0,6 4 0,2 0 0,0 0 0,0 0 0,19 7 0,-15-9 0,0 1 0,1-2 0,-1 0 0,1-1 0,22 1 0,75-6 0,-78-3-1365,-20 3-5461</inkml:trace>
</inkml:ink>
</file>

<file path=ppt/ink/ink1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6:39.08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18 453 24575,'45'-1'0,"-1"-3"0,1-1 0,51-13 0,-96 18 0,0 0 0,0 0 0,0 0 0,0 0 0,0 0 0,0 0 0,0 0 0,1 0 0,-1 0 0,0 0 0,0 0 0,0 0 0,0 0 0,0 0 0,0 0 0,0 0 0,0 0 0,0 0 0,1 0 0,-1 0 0,0 0 0,0 0 0,0 0 0,0 0 0,0-1 0,0 1 0,0 0 0,0 0 0,0 0 0,0 0 0,0 0 0,0 0 0,0 0 0,0 0 0,0 0 0,0 0 0,0-1 0,0 1 0,1 0 0,-1 0 0,0 0 0,0 0 0,0 0 0,-1 0 0,1 0 0,0-1 0,-5-3 0,-11-3 0,13 6 0,-18-11 0,0 0 0,1-1 0,1-1 0,0-1 0,1-1 0,-30-33 0,41 41 0,1 0 0,0 0 0,0 0 0,1-1 0,0 0 0,1 0 0,0 0 0,0-1 0,1 1 0,0-1 0,-2-13 0,4 18 0,1-1 0,-1 1 0,1 0 0,0 0 0,0 0 0,1-1 0,0 1 0,-1 0 0,2 0 0,-1 0 0,1 0 0,-1 0 0,1 0 0,1 0 0,-1 1 0,1-1 0,0 1 0,0-1 0,0 1 0,0 0 0,1 0 0,0 1 0,6-6 0,-3 4 0,0 1 0,0-1 0,1 2 0,-1-1 0,1 1 0,0 0 0,0 0 0,11-1 0,-5 2 0,0 0 0,1 1 0,-1 1 0,20 1 0,0 4 0,0 1 0,0 2 0,39 14 0,3 7 0,-65-24 0,-1 0 0,0 1 0,0 0 0,17 15 0,-25-19 0,-1-1 0,1 1 0,0-1 0,-1 1 0,1 0 0,-1-1 0,0 1 0,0 0 0,0 0 0,1 0 0,-2 0 0,1 0 0,0 0 0,0 0 0,-1 1 0,1-1 0,-1 0 0,0 0 0,1 0 0,-1 1 0,0-1 0,0 0 0,-1 0 0,1 1 0,0-1 0,-1 0 0,0 0 0,1 0 0,-1 0 0,0 1 0,0-1 0,0 0 0,0-1 0,0 1 0,-1 0 0,-1 3 0,-4 2 0,0 0 0,0 0 0,-1 0 0,0-1 0,0 0 0,-15 8 0,18-11 0,-7 4 0,0 0 0,0 1 0,0 0 0,-11 12 0,20-17 0,1-1 0,-1 1 0,1 0 0,0 0 0,0 0 0,0 0 0,0 1 0,1-1 0,-2 5 0,2-6 0,1 1 0,-1-1 0,1 0 0,0 1 0,0-1 0,0 0 0,0 1 0,0-1 0,1 0 0,-1 1 0,1-1 0,-1 0 0,1 1 0,0-1 0,0 0 0,1 2 0,0 0 0,0-1 0,1 0 0,0 0 0,-1 0 0,1 0 0,0 0 0,0-1 0,1 1 0,-1-1 0,0 0 0,8 3 0,5 3 0,23 6 0,-28-11 0,14 5 0,1-1 0,1-1 0,-1-1 0,1-1 0,0-2 0,0-1 0,38-2 0,-50-2-1365,-3 0-5461</inkml:trace>
</inkml:ink>
</file>

<file path=ppt/ink/ink1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6:39.44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245 30 24575,'-28'-9'0,"-32"-7"0,51 15 0,1-1 0,-1 1 0,1 1 0,-1 0 0,1 0 0,-1 0 0,1 1 0,-12 3 0,18-3 0,0-1 0,0 1 0,1-1 0,-1 1 0,0-1 0,1 1 0,-1 0 0,1 0 0,-1 0 0,1 0 0,-1 0 0,1 0 0,0 1 0,-1-1 0,1 0 0,0 1 0,0-1 0,0 1 0,0-1 0,-1 3 0,2-2 0,-1 0 0,1 0 0,0 0 0,-1 0 0,1 1 0,0-1 0,1 0 0,-1 0 0,0 0 0,0 0 0,1 0 0,0 1 0,-1-1 0,2 2 0,3 7 0,1-1 0,0 0 0,1 0 0,12 15 0,-18-24 0,20 22 0,-15-17 0,0 0 0,-1 0 0,0 0 0,0 1 0,0 0 0,-1 0 0,6 13 0,-9-19 0,-1 0 0,1 1 0,-1-1 0,0 0 0,1 0 0,-1 0 0,0 0 0,0 1 0,0-1 0,0 0 0,0 0 0,0 0 0,0 0 0,0 1 0,-1-1 0,1 0 0,0 0 0,-1 0 0,1 0 0,-1 0 0,1 0 0,-1 0 0,0 0 0,1 0 0,-1 0 0,0 0 0,0 0 0,0 0 0,1 0 0,-1 0 0,0-1 0,0 1 0,0 0 0,0-1 0,0 1 0,0-1 0,-1 1 0,1-1 0,-1 1 0,-6 0 0,0 1 0,1-1 0,-1 0 0,1-1 0,-10 0 0,2 0 0,-35 7-1365,37-5-5461</inkml:trace>
</inkml:ink>
</file>

<file path=ppt/ink/ink1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6:39.98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2 24575,'7'-1'0,"1"0"0,-1 1 0,1 0 0,-1 1 0,1-1 0,-1 1 0,1 1 0,-1-1 0,0 2 0,0-1 0,0 0 0,0 1 0,0 1 0,-1-1 0,1 1 0,6 5 0,6 5 0,-2 0 0,1 1 0,-2 1 0,16 19 0,-7-4 0,0 1 0,38 65 0,-54-79 0,0 1 0,-1 0 0,0 0 0,-2 0 0,0 1 0,-2 0 0,4 32 0,-7-48 6,-1 1 0,0 0 0,-1-1 0,1 1 0,-1 0 0,0-1 0,0 1 0,0-1 0,-1 0 0,1 1 0,-1-1 0,0 0 0,0 0 0,-1 0 0,1 0 0,-1 0 0,0-1 0,0 1 0,-6 5 0,0-2-218,0-1 0,0 1 0,-1-1-1,0-1 1,0 0 0,-20 7 0,15-6-6614</inkml:trace>
</inkml:ink>
</file>

<file path=ppt/ink/ink1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6:40.46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24575,'27'5'0,"0"0"0,0 2 0,-1 1 0,0 1 0,40 19 0,-49-18 0,0 0 0,-1 1 0,0 0 0,-1 1 0,0 1 0,-1 1 0,-1 0 0,21 27 0,-13-10 0,-1 1 0,-2 0 0,20 48 0,-28-52 0,0 0 0,-2 0 0,0 1 0,5 50 0,-12-68 0,-1-1 0,0 1 0,-1-1 0,0 1 0,0-1 0,-1 1 0,0-1 0,-1 0 0,0 0 0,-1 0 0,0-1 0,0 1 0,-9 12 0,5-10 0,-1-1 0,0-1 0,0 1 0,-1-2 0,0 1 0,-1-1 0,0-1 0,-1 0 0,-19 11 0,-45 17-1365,57-28-5461</inkml:trace>
</inkml:ink>
</file>

<file path=ppt/ink/ink1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7:00.80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85 0 24575,'-7'3'0,"1"0"0,0 0 0,0 0 0,0 0 0,0 1 0,0 0 0,1 1 0,-8 7 0,10-8 0,0-1 0,1 1 0,0 0 0,0-1 0,0 1 0,0 0 0,0 1 0,1-1 0,0 0 0,-2 7 0,3-4 0,0 0 0,0 1 0,0-1 0,1 0 0,3 12 0,-2-10 0,0 3 0,0-1 0,1 1 0,8 17 0,-10-27 0,0 1 0,0 0 0,1-1 0,0 1 0,-1-1 0,1 1 0,0-1 0,0 0 0,0 0 0,1 0 0,-1 0 0,0 0 0,1 0 0,-1-1 0,1 1 0,0-1 0,0 1 0,-1-1 0,5 1 0,23 4-341,1-1 0,0-2-1,49-1 1,-67-2-6485</inkml:trace>
</inkml:ink>
</file>

<file path=ppt/ink/ink1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6:57.66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30 51 24575,'-4'-9'0,"-1"-1"0,0 1 0,-7-10 0,10 16 0,0 3 0,5 6 0,5 11 0,19 23 0,2-2 0,62 62 0,-83-91 0,336 327 0,-333-325 0,64 55 0,-73-65-1365</inkml:trace>
</inkml:ink>
</file>

<file path=ppt/ink/ink1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6:58.24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348 63 24575,'-1'-16'0,"1"12"0,-1-1 0,1 1 0,-1-1 0,0 0 0,0 1 0,0 0 0,-1-1 0,-1-4 0,3 9 0,0 0 0,0 0 0,-1 0 0,1 0 0,0 0 0,0 0 0,0-1 0,0 1 0,0 0 0,0 0 0,0 0 0,0 0 0,0 0 0,0 0 0,-1 0 0,1 0 0,0 0 0,0 0 0,0 0 0,0 0 0,0 0 0,0 0 0,0 0 0,-1 0 0,1 0 0,0 0 0,0 0 0,0 0 0,0 0 0,0 0 0,0 0 0,0 0 0,-1 0 0,1 0 0,0 0 0,0 0 0,0 0 0,0 0 0,0 0 0,0 0 0,0 0 0,0 1 0,0-1 0,-1 0 0,1 0 0,-5 7 0,-2 12 0,7-18 0,-9 24 0,3-8 0,0-1 0,-1 0 0,0 0 0,-11 16 0,-18 22 0,-4 4 0,-60 116 0,22-13 0,76-154-273,0-1 0,0 0 0,0 1 0,-1 9 0,2-3-6553</inkml:trace>
</inkml:ink>
</file>

<file path=ppt/ink/ink1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7:01.89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164 16 24575,'-11'-3'0,"0"0"0,0 0 0,0 1 0,0 0 0,0 1 0,-1 0 0,1 1 0,0 0 0,-18 3 0,28-3 0,-1 1 0,0-1 0,1 1 0,-1 0 0,1 0 0,-1-1 0,1 1 0,-1 0 0,1 0 0,0 1 0,-1-1 0,1 0 0,0 0 0,0 0 0,0 1 0,0-1 0,-2 3 0,2-1 0,-1 1 0,1-1 0,0 0 0,0 1 0,0-1 0,0 1 0,1-1 0,-1 5 0,1 0 0,0 0 0,1-1 0,0 1 0,0 0 0,0-1 0,1 1 0,5 11 0,-5-14 0,1 0 0,1 0 0,-1-1 0,1 1 0,-1-1 0,1 0 0,0 0 0,1 0 0,-1 0 0,1-1 0,0 0 0,-1 0 0,2 0 0,-1-1 0,0 1 0,9 2 0,2 0 0,1-1 0,-1 0 0,1-1 0,23 1 0,11-3-1365,-38-1-5461</inkml:trace>
</inkml:ink>
</file>

<file path=ppt/ink/ink1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7:02.81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171 36 24575,'0'-1'0,"0"-1"0,0 1 0,0 0 0,0-1 0,0 1 0,0 0 0,-1-1 0,1 1 0,0 0 0,-1-1 0,1 1 0,-1 0 0,1 0 0,-1 0 0,0-1 0,0 1 0,1 0 0,-1 0 0,0 0 0,0 0 0,0 0 0,0 0 0,0 0 0,0 1 0,0-1 0,0 0 0,-1 0 0,1 1 0,0-1 0,0 1 0,-1-1 0,1 1 0,0 0 0,-1-1 0,-1 1 0,1 0 0,-1 0 0,1 0 0,-1 0 0,1 1 0,0-1 0,-1 1 0,1-1 0,0 1 0,-1 0 0,1 0 0,0 0 0,0 0 0,0 0 0,0 1 0,0-1 0,0 1 0,0-1 0,0 1 0,-2 2 0,-6 10 0,1 0 0,0 1 0,1 0 0,1 0 0,0 0 0,1 1 0,-7 27 0,4 0 0,-7 76 0,14-94 0,2-1 0,1 1 0,1-1 0,0 1 0,2-1 0,13 45 0,-1-24 0,2 0 0,35 65 0,-43-92 24,2 0 0,0-1 0,1 0 0,23 23 0,-12-17-519,1-1 0,31 21 0,-43-35-6331</inkml:trace>
</inkml:ink>
</file>

<file path=ppt/ink/ink1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7:05.66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85 4 24575,'0'0'0,"0"-1"0,0 1 0,-1 0 0,1 0 0,0 0 0,0-1 0,0 1 0,0 0 0,0 0 0,-1 0 0,1 0 0,0 0 0,0-1 0,0 1 0,-1 0 0,1 0 0,0 0 0,0 0 0,0 0 0,-1 0 0,1 0 0,0 0 0,0 0 0,0 0 0,-1 0 0,1 0 0,0 0 0,0 0 0,-1 0 0,1 0 0,0 0 0,0 0 0,0 0 0,-1 0 0,1 0 0,0 1 0,-3 7 0,5 13 0,8 9 0,21 43 0,-19-46 0,177 370 0,-185-390 0,12 23 0,-15-28 0,-1 1 0,1-1 0,0 0 0,-1 0 0,1 0 0,-1 1 0,0-1 0,1 0 0,-1 1 0,0-1 0,-1 3 0,1-4 0,0 0 0,0-1 0,-1 1 0,1-1 0,0 1 0,-1-1 0,1 1 0,0 0 0,-1-1 0,1 1 0,-1-1 0,1 0 0,-1 1 0,1-1 0,-1 1 0,1-1 0,-1 0 0,1 1 0,-1-1 0,1 0 0,-1 1 0,0-1 0,1 0 0,-1 0 0,0 0 0,1 0 0,-1 0 0,0 1 0,1-1 0,-1 0 0,1-1 0,-1 1 0,0 0 0,1 0 0,-1 0 0,0 0 0,1 0 0,-1-1 0,0 1 0,0-1 0,-28-13 0,27 13 0,-27-18 0,1-2 0,2 0 0,-35-37 0,3 3 0,40 41 0,-23-24 0,38 35 0,0-1 0,0 0 0,0 0 0,0 0 0,0 0 0,1 0 0,0-1 0,-3-8 0,4 12 3,1-1-1,0 0 1,-1 0-1,1 1 0,0-1 1,0 0-1,0 0 1,0 1-1,0-1 1,1 0-1,-1 0 1,0 1-1,1-1 1,0 0-1,-1 1 0,1-1 1,0 0-1,0 1 1,-1-1-1,1 1 1,0-1-1,1 1 1,-1 0-1,0 0 0,0-1 1,1 1-1,-1 0 1,0 0-1,4-2 1,3-1-109,0 0 0,0 1 0,0 0 0,15-4 0,-7 2-803,-4 1-5917</inkml:trace>
</inkml:ink>
</file>

<file path=ppt/ink/ink1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7:05.86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24575,'2'0'0,"2"5"0,-1 4 0,-1 1-8191</inkml:trace>
</inkml:ink>
</file>

<file path=ppt/ink/ink1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7:06.69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162 26 24575,'-1'-1'0,"0"-2"0,-1 0 0,1 0 0,-1 0 0,0 0 0,-3-4 0,4 7 0,1 0 0,0 0 0,0-1 0,-1 1 0,1 0 0,0 0 0,0 0 0,-1-1 0,1 1 0,0 0 0,-1 0 0,1 0 0,0 0 0,-1 0 0,1 0 0,0 0 0,-1 0 0,1 0 0,0 0 0,-1 0 0,1 0 0,0 0 0,-1 0 0,1 0 0,-1 0 0,0 1 0,1-1 0,-1 1 0,0-1 0,1 1 0,-1 0 0,1-1 0,-1 1 0,1-1 0,-1 1 0,1 0 0,-1 0 0,1-1 0,-1 3 0,-78 157 0,71-145 0,1 0 0,0 1 0,1 0 0,1 1 0,0-1 0,2 1 0,-4 30 0,5-17 0,1 0 0,1 0 0,8 47 0,-4-54 0,1 0 0,2 0 0,0-1 0,19 39 0,52 80 0,-63-115 0,2-1 0,0-1 0,2 0 0,1-2 0,1 0 0,0-1 0,38 28 0,-49-43-212,1 0-1,12 5 1,-18-9-516,4 2-6098</inkml:trace>
</inkml:ink>
</file>

<file path=ppt/ink/ink1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7:07.45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22 120 24575,'-1'0'0,"1"0"0,-1-1 0,1 1 0,-1 0 0,0-1 0,0 1 0,1 0 0,-1 0 0,0 0 0,1-1 0,-1 1 0,0 0 0,0 0 0,1 0 0,-1 0 0,0 0 0,0 1 0,1-1 0,-1 0 0,-1 0 0,2 1 0,-1-1 0,1 1 0,-1-1 0,1 1 0,-1-1 0,1 1 0,0-1 0,-1 1 0,1-1 0,0 1 0,0-1 0,0 1 0,-1-1 0,1 1 0,0 0 0,0-1 0,0 1 0,0-1 0,0 2 0,0 1 0,0 0 0,0 0 0,1 0 0,-1 0 0,1 0 0,0 1 0,0-2 0,1 5 0,4 2 0,0 0 0,0 0 0,1-1 0,0 0 0,0 0 0,1-1 0,0 0 0,0 0 0,1-1 0,-1 0 0,2-1 0,-1 0 0,0 0 0,1-1 0,0 0 0,0 0 0,12 2 0,-20-6 0,0 1 0,1-1 0,-1 0 0,0 0 0,0 0 0,1 0 0,-1 0 0,0 0 0,0 0 0,0-1 0,1 1 0,-1-1 0,0 1 0,0-1 0,0 0 0,0 0 0,0 0 0,0 0 0,0 0 0,0-1 0,0 1 0,-1-1 0,1 1 0,-1-1 0,1 1 0,-1-1 0,1 0 0,-1 0 0,0 0 0,1-2 0,0 0 0,0 0 0,-1-1 0,0 1 0,0 0 0,0-1 0,-1 1 0,1-1 0,-1 1 0,0-1 0,0 1 0,-1-1 0,1 1 0,-1-1 0,-1-4 0,0 3 0,-3-16 0,5 21 0,0 1 0,0 0 0,0-1 0,0 1 0,0 0 0,0 0 0,0-1 0,0 1 0,0 0 0,0-1 0,0 1 0,0 0 0,0 0 0,1-1 0,-1 1 0,0 0 0,0 0 0,0-1 0,1 1 0,-1 0 0,0 0 0,0 0 0,0-1 0,1 1 0,0 0 0,-1 0 0,1 0 0,0 0 0,-1-1 0,1 1 0,0 0 0,-1 0 0,1 1 0,0-1 0,0 0 0,-1 0 0,1 0 0,-1 0 0,1 1 0,1-1 0,58 29 0,7 3 0,-46-24 0,49 17 0,-61-22 0,-1-1 0,0 0 0,1-1 0,-1 0 0,1-1 0,11 0 0,-18 0 0,1 0 0,-1 0 0,1-1 0,-1 1 0,1-1 0,-1 0 0,1 0 0,-1 0 0,0 0 0,0 0 0,1 0 0,-1-1 0,0 1 0,0-1 0,0 0 0,0 1 0,3-5 0,-3 3 0,-1 0 0,1 0 0,-1 0 0,1 0 0,-1 0 0,0-1 0,0 1 0,0 0 0,-1-1 0,1 1 0,-1-7 0,0 0 0,0 1 0,-1 0 0,-1-1 0,0 1 0,0 0 0,-1-1 0,0 1 0,-7-15 0,4 14-227,-1-1-1,1 1 1,-2 0-1,1 0 1,-14-12-1,11 13-6598</inkml:trace>
</inkml:ink>
</file>

<file path=ppt/ink/ink1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7:07.88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959 0 24575,'-232'9'0,"81"2"0,85-7 0,-50 3-86,-250 25-1193,339-28-5547</inkml:trace>
</inkml:ink>
</file>

<file path=ppt/ink/ink1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7:08.39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55 0 24575,'-3'1'0,"0"-1"0,1 1 0,-1 0 0,0 0 0,0 0 0,1 1 0,-1-1 0,1 1 0,-1-1 0,1 1 0,0 0 0,-1 0 0,1 0 0,0 0 0,0 0 0,1 1 0,-1-1 0,0 0 0,1 1 0,-1-1 0,1 1 0,-2 5 0,2-4 0,1 0 0,-1-1 0,1 1 0,0 0 0,0 0 0,0 0 0,0 0 0,1 0 0,-1 0 0,1 0 0,0 0 0,0-1 0,1 1 0,-1 0 0,1-1 0,3 6 0,6 8 0,1-1 0,1 0 0,15 15 0,-14-17 0,-1 2 0,-1-1 0,13 21 0,-19-24-1365,-1 0-5461</inkml:trace>
</inkml:ink>
</file>

<file path=ppt/ink/ink1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7:08.92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516 19 24575,'-2'-2'0,"0"0"0,0 0 0,-1 0 0,1 1 0,-1-1 0,0 1 0,1 0 0,-1 0 0,0 0 0,0 0 0,0 0 0,1 0 0,-1 1 0,0 0 0,0-1 0,-5 1 0,-4 1 0,0 0 0,-22 6 0,0-1 0,-137 7 0,-16 16-1365,172-26-5461</inkml:trace>
</inkml:ink>
</file>

<file path=ppt/ink/ink1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7:09.76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288 27 24575,'-20'-5'0,"-8"-2"0,-3 1 0,2 1 0,4 1 0,3 5 0,3 1 0,2 0 0,0 1 0,-1-1 0,1 2 0,1 0 0,0-1 0,4 0-8191</inkml:trace>
</inkml:ink>
</file>

<file path=ppt/ink/ink1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7:12.36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71 24575,'12'-9'0,"0"0"0,1 1 0,0 0 0,1 1 0,19-7 0,-24 10 0,1 1 0,-1 1 0,1 0 0,0 0 0,0 1 0,0 0 0,0 0 0,-1 2 0,14 0 0,-5 2 0,22 6 0,-35-8 0,1 1 0,0 0 0,-1 1 0,1-1 0,-1 1 0,1 0 0,6 6 0,-10-8 0,0 1 0,-1-1 0,1 1 0,-1 0 0,1-1 0,-1 1 0,0 0 0,0 0 0,0 0 0,0 0 0,0 0 0,0 0 0,0 0 0,-1 0 0,1 0 0,-1 0 0,1 0 0,-1 0 0,0 1 0,0-1 0,0 0 0,0 0 0,0 0 0,-1 1 0,1-1 0,0 0 0,-1 0 0,0 0 0,0 0 0,1 0 0,-3 4 0,-4 4 0,1 0 0,-1 0 0,-1-1 0,-14 15 0,5-6 0,14-15 0,-3 3 0,1 1 0,-1 0 0,1 1 0,0-1 0,-3 9 0,7-14 0,1-1 0,-1 0 0,1 0 0,-1 1 0,1-1 0,-1 0 0,1 1 0,0-1 0,0 0 0,0 1 0,0-1 0,0 0 0,0 1 0,0-1 0,0 0 0,1 1 0,-1-1 0,0 0 0,1 1 0,-1-1 0,1 0 0,-1 0 0,1 0 0,0 1 0,0-1 0,-1 0 0,1 0 0,0 0 0,0 0 0,0 0 0,0 0 0,0-1 0,0 1 0,0 0 0,1 0 0,-1-1 0,0 1 0,0-1 0,1 1 0,-1-1 0,2 1 0,9 3 0,-1-1 0,1 0 0,0-1 0,0-1 0,0 0 0,14 0 0,73-9 0,-49 2 0,17-3-1365,-51 6-5461</inkml:trace>
</inkml:ink>
</file>

<file path=ppt/ink/ink1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7:12.76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24575,'0'2'0,"3"4"0,0 3 0,3 2 0,2 2 0,0 2 0,1-3 0,-1 0 0,1 0 0,1 0 0,1-1 0,-1-1 0,1-1 0,-3-1 0,1-1 0,-2-4 0</inkml:trace>
</inkml:ink>
</file>

<file path=ppt/ink/ink1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7:12.98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24575,'17'20'0,"6"8"0,2 1 0,-2-4 0,-2-2 0,-4-4 0,-3-4 0,-1-3 0,-4 0 0,1-3 0</inkml:trace>
</inkml:ink>
</file>

<file path=ppt/ink/ink1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7:13.19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390 29 24575,'-29'-5'0,"-15"-2"0,-5 1 0,4 1 0,4 1 0,7 2 0,6 3 0,7 2 0,3 3 0,3 0 0,1 1 0,3 3 0,1-1 0,0 0 0,-1 0 0,2-3-8191</inkml:trace>
</inkml:ink>
</file>

<file path=ppt/ink/ink1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7:13.62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24575,'18'39'0,"3"-1"0,0 0 0,32 39 0,-27-40 0,106 131-1365</inkml:trace>
</inkml:ink>
</file>

<file path=ppt/ink/ink1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7:13.95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130 7 24575,'-5'-2'0,"0"1"0,0 0 0,0 0 0,0 0 0,0 1 0,0-1 0,0 1 0,0 0 0,-1 1 0,1 0 0,0-1 0,-6 3 0,7-2 0,1 1 0,-1-1 0,1 1 0,0 0 0,0-1 0,-1 2 0,1-1 0,1 0 0,-1 0 0,0 1 0,1 0 0,-1-1 0,1 1 0,0 0 0,-1 0 0,2 0 0,-1 1 0,-2 3 0,4-6 0,-1 1 0,1 0 0,-1 0 0,1 0 0,-1 0 0,1 0 0,0 0 0,0 0 0,0 0 0,0 0 0,0 0 0,1-1 0,-1 1 0,0 0 0,1 0 0,-1 0 0,1 0 0,0 0 0,0-1 0,0 1 0,0 0 0,0-1 0,0 1 0,0 0 0,0-1 0,1 1 0,-1-1 0,1 0 0,-1 0 0,3 2 0,4 3 0,1 0 0,1-1 0,-1 0 0,13 5 0,-17-8 0,15 5 20,-1 0 0,1-1 0,1-1 0,-1-1 0,24 1 0,104-1-1505,-134-5-5341</inkml:trace>
</inkml:ink>
</file>

<file path=ppt/ink/ink1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7:14.60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1500 44 24575,'-111'-33'0,"95"30"0,0 0 0,-1 1 0,1 0 0,0 2 0,-18 1 0,-1002 104 0,834-84 0,183-19-1365,2-1-5461</inkml:trace>
</inkml:ink>
</file>

<file path=ppt/ink/ink1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7:15.12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12 0 24575,'-1'0'0,"0"1"0,1-1 0,-1 0 0,1 0 0,-1 1 0,0-1 0,1 0 0,-1 1 0,1-1 0,-1 0 0,1 1 0,-1-1 0,1 1 0,0-1 0,-1 1 0,1-1 0,-1 1 0,1-1 0,0 1 0,0-1 0,-1 1 0,1 0 0,0-1 0,0 1 0,0-1 0,-1 1 0,1 0 0,0-1 0,0 1 0,0-1 0,0 1 0,0 0 0,0-1 0,1 2 0,1 22 0,4-8 0,0 0 0,1-1 0,0 0 0,1 0 0,12 15 0,-8-11 0,0 1 0,8 21 0,7 31 0,-24-61 0,0 0 0,0 0 0,-2 0 0,2 20 0,-3-30 7,0 1 0,0-1 0,0 1 0,0-1 0,0 1 1,-1 0-1,1-1 0,-1 1 0,1-1 0,-1 1 0,1-1 0,-1 0 0,0 1 0,1-1 0,-1 0 0,-2 3 0,3-4-15,-1 0 0,1 0 0,0 1 0,-1-1 0,1 0 0,0 0 0,-1 0 0,1 0 0,0 1 0,-1-1 0,1 0-1,-1 0 1,1 0 0,0 0 0,-1 0 0,1 0 0,-1 0 0,1 0 0,0 0 0,-1 0 0,1 0 0,0-1 0,-1 1 0,0 0 0,0-1-99,0 1 0,0-1 0,0 0 0,0 0 0,0 0 0,0 1 0,0-1 0,1 0 0,-1 0 0,0 0 0,0-2 0,-5-7-6719</inkml:trace>
</inkml:ink>
</file>

<file path=ppt/ink/ink1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7:15.43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759 27 24575,'-19'-6'0,"-1"0"0,1 1 0,-1 2 0,-25-3 0,32 6 0,1 0 0,-1 1 0,0 0 0,0 1 0,1 0 0,-1 1 0,-21 8 0,-5 3 24,0-2 0,-1-2 0,0-2 0,-44 4 0,-163-4-1509,224-8-5341</inkml:trace>
</inkml:ink>
</file>

<file path=ppt/ink/ink1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7:16.06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24575,'19'11'0,"0"0"0,-1 2 0,-1 0 0,0 1 0,-1 0 0,0 1 0,-2 1 0,1 1 0,18 29 0,3 12 0,49 108 0,-38-52 0,-41-97 0,-1 1 0,-1 0 0,0 0 0,1 31 0,-5-42 0,0-1 0,-1 1 0,1-1 0,-1 0 0,-1 1 0,1-1 0,-1 0 0,0 0 0,-1 0 0,1 0 0,-1-1 0,0 1 0,-1-1 0,-3 6 0,1-4 0,0-1 0,0 0 0,-1 0 0,0 0 0,0-1 0,0 1 0,-1-2 0,1 1 0,-13 4 0,2-1-1365,3-1-5461</inkml:trace>
</inkml:ink>
</file>

<file path=ppt/ink/ink1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7:18.10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24 24 24575,'-10'-10'0,"-3"-3"0,21 27 0,127 205 0,-65-101 0,50 100 0,-107-190 0,-2 1 0,0 0 0,-2 1 0,-1 0 0,-2 0 0,3 32 0,-8-49 0,-1-1 0,-1 1 0,0-1 0,0 1 0,-1-1 0,-1 0 0,0 0 0,-1 0 0,0 0 0,-1 0 0,0-1 0,-1 0 0,0 0 0,-1 0 0,0-1 0,0 0 0,-1 0 0,-1-1 0,1 0 0,-2-1 0,1 0 0,-1 0 0,-13 7 0,6-4-1365,2-2-5461</inkml:trace>
</inkml:ink>
</file>

<file path=ppt/ink/ink1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7:21.85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15020 115 24575,'0'0'0,"0"-1"0,-1 0 0,1 1 0,0-1 0,0 1 0,-1-1 0,1 0 0,-1 1 0,1-1 0,-1 1 0,1-1 0,-1 1 0,1 0 0,-1-1 0,1 1 0,-1-1 0,1 1 0,-1 0 0,0-1 0,1 1 0,-1 0 0,0 0 0,1 0 0,-1-1 0,0 1 0,1 0 0,-2 0 0,-22-3 0,22 3 0,-93-2 0,-28-2 0,-108-16 0,138 15 0,-26-2 0,-126 1 0,5 1 0,28-6 0,45 4 0,-91-7 0,-59 8 0,208 6 0,-58 9 0,71-3 0,-3 0 0,-125 3 0,-152-25 0,165-10 0,197 25 0,0 0 0,0 1 0,0 0 0,0 2 0,0-1 0,0 1 0,-19 7 0,-201 52 0,182-51 0,-1-2 0,-82 1 0,-206-10 0,226-6 0,9-1 0,102 8 0,-310 1 0,201 6 0,-36 0 0,-434-6 0,277-2 0,158 8 0,24 0 0,-40 1 0,-39-1 0,-125-16 0,12 4 0,143 20 0,41-2 0,-6-2 0,-195 8 0,-748-20 0,669 25 0,168-5 0,-7-2 0,-359 10 0,305-18 0,274-7 0,-193 2 0,-65 4 0,192-2 0,-41 3 0,-82 11 0,101-6 0,9 1 0,27-5 0,-103 9 0,109-13 0,-49 2 0,76-8 0,-73-9 0,-2-6 0,88 10 0,-1 3 0,-64 2 0,35 2 0,-79-10 0,-2 1 0,57 0 0,1-1 0,-85 18 0,40-1 0,42-3 0,-310 0 0,247-7 0,-144 1-1365,281 0-5461</inkml:trace>
</inkml:ink>
</file>

<file path=ppt/ink/ink1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7:23.05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84 0 24575,'-5'7'0,"-40"50"0,40-49 0,0 0 0,0 0 0,1 0 0,0 1 0,-4 13 0,7-16 0,0 0 0,1 0 0,0 0 0,0 0 0,0 0 0,1 0 0,0 0 0,0 0 0,0 0 0,1-1 0,4 12 0,-2-8 0,-2 0 0,1 0 0,1 16 0,-2 72 0,-3-72 0,1 1 0,1-1 0,1 0 0,8 39 0,2-21 0,-1 0 0,-3 1 0,6 86 0,-14-105 0,0 0 0,-2-1 0,-1 1 0,-1 0 0,-12 41 0,7-38 0,2 1 0,0-1 0,2 1 0,2 1 0,-1 47 0,4-66 0,10 214 0,-2-108 0,-1-8 0,0-30 0,20 130 0,-23-189 0,5 25 0,8 92 0,-9-14 0,-2-53 0,23 151 0,-9-95 0,-5-32 0,-6-40 0,5 91 0,-8-77 0,-4-54 0,0 1 0,-1-1 0,0 1 0,-1-1 0,-4 23 0,-4-5 0,-1 0 0,-26 56 0,23-63 0,2 1 0,0 1 0,2 0 0,-8 44 0,15-60 0,1 0 0,0 0 0,1 0 0,0 0 0,0 0 0,5 12 0,22 64 0,-12-40 0,49 196 0,-62-227-170,0-1-1,-1 1 0,-1 0 1,-1-1-1,0 1 0,-1 0 1,-4 18-1,3-17-6655</inkml:trace>
</inkml:ink>
</file>

<file path=ppt/ink/ink1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7:24.02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60 24575,'40'-17'0,"35"-13"0,-64 27 0,0 0 0,1 1 0,-1 0 0,24-1 0,313 16 0,-112 4-1365,-214-16-5461</inkml:trace>
</inkml:ink>
</file>

<file path=ppt/ink/ink1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7:25.22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 0 24575,'0'9'0,"-1"13"0,1 0 0,2 1 0,0-1 0,8 34 0,4-6 0,12 76 0,-23-107 0,-2 1 0,0 0 0,-1 0 0,-1 0 0,-1-1 0,-1 1 0,-6 20 0,5-26 0,1 1 0,0-1 0,1 1 0,1-1 0,0 1 0,1 0 0,0-1 0,1 1 0,1 0 0,0-1 0,1 1 0,1-1 0,0 0 0,11 24 0,45 107 0,-39-93 0,-11-21 0,0 1 0,-2 0 0,-2 0 0,-1 1 0,2 46 0,-6 204 0,-2-147 0,-8 26 0,2-53 0,0-2 0,-4-4 0,1 105 0,20-51 0,8 63 0,-7-73 0,-4-4 0,0-3 0,8 46 0,-13-157 0,-1-1 0,-2 1 0,-4 36 0,-50 279 0,51-318 0,-27 123 0,27-113 0,2 1 0,4 41 0,-1-13 0,-1-55 0,0 10 0,0 1 0,1-1 0,7 31 0,24 65 60,-16-65-772,11 63-1,-25-101-6113</inkml:trace>
</inkml:ink>
</file>

<file path=ppt/ink/ink1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7:27.32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15658 449 24575,'-23'-11'0,"-24"-9"0,37 17 0,-1 0 0,1 0 0,-1 1 0,0 1 0,-11-1 0,-117-12 0,-12 0 0,87 10 0,0-3 0,-74-18 0,29 4 0,59 13 0,-238-34 0,-630-20 0,702 49 0,81 6 0,-353-25 0,-188-18 0,303 32 0,271 13 0,11 0 0,-94 7 0,-8 10 0,-60 5 0,40-4 0,104-7 0,-318-1 0,284-5 0,-46-8 0,13 1 0,-384 23 0,-7 32 0,335-37 0,60-5 0,-303-11 0,109-8 0,19-4 0,-210 13 0,317 5 0,209-1 0,-423-13 0,-175-51 0,259 43 0,-248 38 0,-147 7 0,735-24 0,-242-4 0,1-18 0,-18-12 0,47 7 0,111 16 0,-157 7 0,182 5 0,-1 4 0,-120 21 0,24-1 0,-185-9 0,341-16 0,-180-9 0,184 4 0,-14-3 0,-70 0 0,91 9-106,8-2-314,0 2 1,-52 8-1,68-7-6406</inkml:trace>
</inkml:ink>
</file>

<file path=ppt/ink/ink1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0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 4 24575,'-8'-3'0,"6"5"0,12 10 0,-5-7 0,36 44 0,159 175 0,-143-165 0,166 156 0,-201-196 0,-1 0 0,19 25 0,-57-63-1365,7 11-5461</inkml:trace>
</inkml:ink>
</file>

<file path=ppt/ink/ink1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0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213 24 24575,'8'-22'0,"-6"20"0,-6 14 0,-40 95 0,10-28 0,21-39 0,2 0 0,-10 68 0,13-67 0,6-18 0,0-1 0,2 43 0,-1 15 0,1-76 0,-1 1 0,1-1 0,-1 0 0,0 0 0,-1 0 0,1 0 0,-1 0 0,1 0 0,-5 7 0,4-9 0,1 0 0,-1 0 0,0 0 0,1-1 0,-1 1 0,0 0 0,0-1 0,0 0 0,0 1 0,0-1 0,0 0 0,-1 0 0,1 0 0,0 0 0,0-1 0,-1 1 0,1 0 0,-4-1 0,-8 1-1365,2-1-5461</inkml:trace>
</inkml:ink>
</file>

<file path=ppt/ink/ink1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0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127 35 24575,'9'-35'0,"-21"73"0,-23 51 0,4-13 0,22-50 0,-5 10 0,-13 56 0,24-80 0,1 0 0,1 1 0,0 0 0,0-1 0,1 1 0,1 0 0,0-1 0,5 20 0,0-12 0,0 0 0,2 0 0,0-1 0,1-1 0,1 1 0,14 18 0,-8-14 0,1-2 0,1-1 0,1 0 0,26 21 0,-23-23 0,2-2 0,50 27 0,-65-40-1365</inkml:trace>
</inkml:ink>
</file>

<file path=ppt/ink/ink1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1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6 187 24575,'0'1'0,"0"-1"0,0 0 0,-1 0 0,1 0 0,0 0 0,0 0 0,0 0 0,0 0 0,0 0 0,-1 0 0,1 0 0,0 0 0,0 0 0,0 0 0,0 0 0,-1 0 0,1 0 0,0 0 0,0 0 0,0 0 0,0 0 0,0 0 0,-1 0 0,1 0 0,0 0 0,0 0 0,0 0 0,0-1 0,0 1 0,0 0 0,-1 0 0,1 0 0,0 0 0,0 0 0,0 0 0,0 0 0,0-1 0,0 1 0,0 0 0,0 0 0,0 0 0,0 0 0,0 0 0,0-1 0,-1 1 0,1 0 0,0 0 0,0 0 0,0 0 0,0 0 0,0-1 0,0 1 0,0 0 0,1 0 0,-1 0 0,0 0 0,0-1 0,0 1 0,0 0 0,0 0 0,0 0 0,0 0 0,0-1 0,9-5 0,35 0 0,-10 3 0,-2-2 0,-14 4 0,31-9 0,-45 9 0,1-1 0,-1 1 0,0-1 0,1 0 0,-1 0 0,0-1 0,0 1 0,0-1 0,0 0 0,-1 0 0,6-5 0,-8 7 0,0-1 0,0 1 0,0 0 0,0 0 0,0-1 0,0 1 0,-1-1 0,1 1 0,0-1 0,-1 1 0,1-1 0,-1 1 0,0-1 0,0 0 0,1 1 0,-1-1 0,0 1 0,0-1 0,0 0 0,-1-2 0,0 1 0,0 1 0,0-1 0,0 1 0,-1 0 0,1-1 0,0 1 0,-1 0 0,0 0 0,0 0 0,1 0 0,-4-2 0,-5-4 0,0 1 0,0 0 0,-1 1 0,-13-6 0,18 10 0,1-1 0,-1 1 0,0 0 0,0 0 0,1 1 0,-1 0 0,0 0 0,-1 0 0,1 1 0,0 0 0,0 0 0,-6 1 0,8 0 0,1 0 0,0 0 0,-1 0 0,1 0 0,0 0 0,0 1 0,0 0 0,0-1 0,0 1 0,1 0 0,-1 1 0,0-1 0,1 0 0,0 1 0,-1-1 0,1 1 0,0 0 0,0 0 0,1 0 0,-1 0 0,0 0 0,-1 5 0,0 0 0,0 0 0,1 1 0,0-1 0,1 0 0,0 1 0,0-1 0,0 1 0,1-1 0,0 1 0,1-1 0,0 1 0,3 9 0,0 3 0,-2-7 0,1 1 0,1-1 0,8 20 0,-11-30 0,1-1 0,0 1 0,0-1 0,0 1 0,0-1 0,1 0 0,0 0 0,-1 0 0,1 0 0,0 0 0,0-1 0,1 1 0,-1-1 0,0 0 0,1 0 0,-1 0 0,6 1 0,6 1 0,0-1 0,0-1 0,1 0 0,-1-1 0,0-1 0,24-3 0,6 2 0,55 1-1365,-88 0-5461</inkml:trace>
</inkml:ink>
</file>

<file path=ppt/ink/ink1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1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2 24575,'0'0'0,"0"0"0,0 0 0,0 0 0,0 0 0,0 0 0,0 0 0,0 0 0,0 0 0,0 0 0,0 0 0,0 0 0,0 0 0,0-1 0,0 1 0,0 0 0,0 0 0,0 0 0,0 0 0,0 0 0,0 0 0,0 0 0,0 0 0,0 0 0,1 0 0,-1 0 0,0 0 0,0 0 0,0 0 0,0 0 0,0 0 0,0-1 0,0 1 0,0 0 0,0 0 0,0 0 0,0 0 0,0 0 0,0 0 0,0 0 0,0 0 0,0 0 0,0 0 0,1 0 0,-1 0 0,0 0 0,0 0 0,0 0 0,0 0 0,0 0 0,0 0 0,0 0 0,0 0 0,0 0 0,0 0 0,0 0 0,0 0 0,0 0 0,0 0 0,0 0 0,1 0 0,-1 0 0,0 0 0,0 1 0,0-1 0,0 0 0,0 0 0,5 5 0,5 10 0,42 121 0,-36-90 0,29 60 0,21 8 0,-47-81 0,-18-30 0,0 0 0,1 0 0,-1 1 0,0-1 0,0 0 0,-1 0 0,1 1 0,-1 5 0,0-8 0,0 0 0,0 0 0,0 0 0,-1 0 0,1 0 0,-1 0 0,1 0 0,-1 0 0,1-1 0,-1 1 0,1 0 0,-1 0 0,1-1 0,-1 1 0,0 0 0,0-1 0,1 1 0,-1-1 0,0 1 0,0-1 0,0 1 0,0-1 0,0 1 0,1-1 0,-1 0 0,0 1 0,0-1 0,0 0 0,0 0 0,0 0 0,0 0 0,0 0 0,0 0 0,0 0 0,0 0 0,-1-1 0,-4 1 0,0-1 0,0 0 0,1 0 0,-10-3 0,2-2 0,0 0 0,0 0 0,1-1 0,0-1 0,0 0 0,0-1 0,1 0 0,1-1 0,-10-11 0,18 20 0,1 0 0,0 0 0,0 0 0,0-1 0,0 1 0,0 0 0,0-1 0,1 1 0,-1-1 0,0 1 0,1-1 0,-1 0 0,1 1 0,-1-1 0,1 0 0,0 1 0,0-1 0,0 0 0,0 1 0,0-1 0,0 0 0,0 1 0,0-1 0,1 0 0,0-1 0,0 1 0,0 0 0,0 1 0,0-1 0,1 1 0,-1-1 0,0 1 0,1 0 0,-1-1 0,1 1 0,0 0 0,-1 0 0,1 0 0,0 0 0,0 1 0,0-1 0,-1 0 0,1 1 0,0-1 0,0 1 0,0-1 0,2 1 0,10-1 9,1 1 0,16 1 0,21 0 9,-47-1-194,0-1-1,0 1 1,0-1 0,0-1 0,0 1-1,0-1 1,7-3 0,-3 0-6650</inkml:trace>
</inkml:ink>
</file>

<file path=ppt/ink/ink1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1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10 24575,'4'-5'0,"3"1"0,-1 4 0,-1 4 0</inkml:trace>
</inkml:ink>
</file>

<file path=ppt/ink/ink1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1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1 332 24575,'15'-3'0,"0"2"0,0 0 0,0 1 0,1 0 0,20 4 0,-34-4 0,44 8 0,-33-6 0,-1 1 0,0-2 0,1 0 0,22-1 0,-34 0 0,-1 0 0,0 1 0,1-1 0,-1 0 0,1 0 0,-1 0 0,1-1 0,-1 1 0,1 0 0,-1 0 0,1 0 0,-1 0 0,0 0 0,1 0 0,-1-1 0,1 1 0,-1 0 0,0 0 0,1 0 0,-1-1 0,0 1 0,1 0 0,-1-1 0,0 1 0,1 0 0,-1-1 0,1 0 0,-2 1 0,1-1 0,0 1 0,-1-1 0,1 1 0,0-1 0,-1 1 0,1-1 0,-1 1 0,1 0 0,-1-1 0,1 1 0,-1 0 0,1-1 0,-1 1 0,1 0 0,-2-1 0,-25-10 0,-15 3 0,29 6 0,0-1 0,0 0 0,0 0 0,-23-11 0,32 12 0,1 0 0,0 0 0,0 0 0,0-1 0,0 1 0,0-1 0,0 1 0,1-1 0,-1 0 0,1 0 0,0 0 0,0 0 0,0-1 0,0 1 0,0-1 0,1 1 0,0-1 0,-1 1 0,1-1 0,1 0 0,-2-7 0,2 6 0,0 0 0,1 0 0,-1 0 0,1 0 0,0 0 0,0 0 0,0 0 0,1 1 0,0-1 0,4-8 0,2-2 0,19-25 0,-21 33 0,0-1 0,1 1 0,-1 0 0,2 1 0,-1-1 0,1 2 0,0-1 0,0 1 0,15-8 0,-9 8 0,0-1 0,0 2 0,1 0 0,-1 1 0,24-3 0,-33 5 0,-1 1 0,0 0 0,1 0 0,-1 0 0,0 1 0,0 0 0,1-1 0,-1 1 0,0 1 0,0-1 0,7 4 0,-9-4 0,0 0 0,0 1 0,0-1 0,0 1 0,0-1 0,0 1 0,0 0 0,-1 0 0,1 0 0,-1 0 0,1 0 0,-1 0 0,0 0 0,0 1 0,0-1 0,0 0 0,0 1 0,0-1 0,-1 0 0,1 1 0,-1 2 0,1 1 0,-1 0 0,0 0 0,-1-1 0,1 1 0,-1 0 0,0 0 0,0-1 0,-4 9 0,-1 0 0,-14 25 0,4-11 0,16-26 0,-1-1 0,0 0 0,1 0 0,-1 0 0,1 1 0,-1-1 0,1 0 0,0 1 0,0-1 0,0 0 0,-1 1 0,1-1 0,0 0 0,0 1 0,1-1 0,-1 0 0,0 1 0,0-1 0,1 0 0,-1 0 0,1 1 0,0 1 0,0-2 0,1 1 0,-1 0 0,1-1 0,-1 1 0,1-1 0,0 1 0,-1-1 0,1 0 0,0 0 0,0 0 0,0 0 0,3 1 0,4 1 0,0 0 0,0-1 0,1 0 0,-1-1 0,13 0 0,-19 0-63,7-1-154,0 0 0,0 0 0,0 0 0,0-1 0,19-5 0,-20 3-6609</inkml:trace>
</inkml:ink>
</file>

<file path=ppt/ink/ink1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1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17 35 24575,'-17'-35'0,"29"83"0,-2-16 0,1 0 0,2-1 0,1 0 0,2-1 0,19 28 0,-33-55 25,-4-5-401,1 1-638</inkml:trace>
</inkml:ink>
</file>

<file path=ppt/ink/ink1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1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529 128 24575,'-27'-22'0,"-11"-7"0,-2 1 0,1 5 0,5 7 0,6 8 0,2 6 0,1 6 0,0 4 0,-1 1 0,-3 1 0,-2 2 0,-3 1 0,0 1 0,0-2 0,2-1 0,5-2-8191</inkml:trace>
</inkml:ink>
</file>

<file path=ppt/ink/ink1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1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25 24575,'1'-1'0,"0"-1"0,1 0 0,-1 1 0,0-1 0,0 0 0,1 1 0,-1 0 0,1-1 0,-1 1 0,1 0 0,0 0 0,-1 0 0,1 0 0,0 0 0,0 0 0,0 0 0,0 1 0,0-1 0,0 1 0,0-1 0,0 1 0,0 0 0,0 0 0,0 0 0,0 0 0,0 0 0,0 0 0,0 0 0,0 1 0,0-1 0,2 2 0,6 1 0,-1 0 0,0 1 0,0 0 0,0 0 0,9 7 0,2 3 0,0 0 0,-1 2 0,27 28 0,42 62 0,-68-77 0,0 0 0,-3 2 0,0 0 0,-2 1 0,-1 1 0,-2 0 0,10 42 0,-18-55 0,0 1 0,-2 0 0,-1-1 0,0 1 0,-1 0 0,-2 0 0,0 0 0,-1-1 0,-1 1 0,-1-1 0,0 0 0,-2 0 0,0-1 0,-14 26 0,6-17-1365,8-16-5461</inkml:trace>
</inkml:ink>
</file>

<file path=ppt/ink/ink1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1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332 10 24575,'7'0'0,"0"0"0,0 0 0,1 0 0,-1 1 0,0 0 0,12 3 0,-14 0 0,-12-2 0,-11 0 0,-143-1 0,88-1 0,52-1-273,0-1 0,0-1 0,0-1 0,-22-7 0,31 8-6553</inkml:trace>
</inkml:ink>
</file>

<file path=ppt/ink/ink1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1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311 60 24575,'-27'-10'0,"-13"-3"0,-4 1 0,5 1 0,3 4 0,6 3 0,5 2 0,4 3 0,4 5 0,4 3 0,3 0 0,2 2 0</inkml:trace>
</inkml:ink>
</file>

<file path=ppt/ink/ink1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1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17 10 24575,'-13'-9'0,"10"11"0,4 7 0,51 113 0,-13-35 0,-33-73 30,-1 1 0,0-1 0,4 28 0,-8-37-117,-1 0-1,1 0 1,-1-1 0,0 1-1,-1 0 1,1 0 0,-1-1-1,0 1 1,0 0-1,0-1 1,-1 1 0,0-1-1,1 0 1,-2 1 0,1-1-1,-4 6 1,-3 0-6739</inkml:trace>
</inkml:ink>
</file>

<file path=ppt/ink/ink1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2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643 12 24575,'-27'-3'0,"-14"0"0,-4 0 0,-1 0 0,4 4 0,4 1 0,3 1 0,2-1 0,3 2 0,1 1 0,-2-1 0,0-1 0,-3-2 0,-2 1 0,-3-2 0,0 0 0,2 0 0,8 0-8191</inkml:trace>
</inkml:ink>
</file>

<file path=ppt/ink/ink1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2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42 9 24575,'0'0'0,"0"-1"0,-1 0 0,1 1 0,-1-1 0,0 1 0,1-1 0,-1 1 0,1-1 0,-1 1 0,0-1 0,1 1 0,-1-1 0,0 1 0,0 0 0,1-1 0,-1 1 0,0 0 0,0 0 0,0 0 0,1 0 0,-1-1 0,0 1 0,0 0 0,0 0 0,1 0 0,-1 1 0,0-1 0,0 0 0,0 0 0,1 0 0,-1 1 0,0-1 0,0 0 0,1 1 0,-1-1 0,0 0 0,1 1 0,-1-1 0,0 1 0,1-1 0,-1 1 0,1 0 0,-1-1 0,1 1 0,-1-1 0,0 2 0,0 1 0,-1-1 0,1 1 0,0-1 0,0 1 0,0 0 0,0 0 0,1-1 0,-1 1 0,1 0 0,0 0 0,0 0 0,0 4 0,2 7 0,1 1 0,1-1 0,9 23 0,21 38 0,-34-74 0,11 20 0,18 24 0,7 15 0,-35-59-57,0 1 0,0 0 1,0-1-1,0 1 0,-1 0 0,1-1 0,0 1 0,-1 0 0,1 0 0,-1 0 0,0-1 1,0 1-1,0 0 0,0 0 0,0 0 0,0 0 0,0 0 0,0-1 0,-1 1 1,1 0-1,-1 0 0,0 0 0,0 2 0</inkml:trace>
</inkml:ink>
</file>

<file path=ppt/ink/ink1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2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651 30 24575,'-2'-2'0,"0"1"0,0-1 0,0 1 0,-1-1 0,1 1 0,0-1 0,-1 1 0,1 0 0,-1 0 0,1 1 0,-1-1 0,0 0 0,1 1 0,-1-1 0,0 1 0,-3 0 0,-4 1 0,-1 0 0,1 0 0,-11 3 0,-9 2 0,-23-2 0,0-3 0,-90-10 0,83 4 0,-14-2 24,-51-2-1413,109 9-5437</inkml:trace>
</inkml:ink>
</file>

<file path=ppt/ink/ink1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2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771 2 24575,'10'0'0,"-8"-1"0,1 1 0,-1 0 0,0 0 0,1 0 0,-1 0 0,1 0 0,-1 0 0,0 1 0,1-1 0,-1 1 0,3 1 0,-4-2 0,-1 0 0,0 1 0,0-1 0,0 0 0,0 0 0,0 1 0,-1-1 0,1 0 0,0 0 0,0 1 0,0-1 0,0 0 0,0 0 0,0 1 0,0-1 0,0 0 0,0 0 0,-1 1 0,1-1 0,0 0 0,0 0 0,0 0 0,-1 0 0,1 1 0,0-1 0,0 0 0,0 0 0,-1 0 0,1 0 0,0 0 0,0 0 0,-1 1 0,1-1 0,0 0 0,0 0 0,-1 0 0,1 0 0,0 0 0,0 0 0,-1 0 0,-14 5 0,13-4 0,-24 6 0,-1 0 0,1-2 0,-54 4 0,-84-8 0,90-2 0,-146 9 0,217-7 0,-15 0 0,1 1 0,-1 1 0,1 1 0,-30 10 0,35-10 0,-13 5 0,24-8 0,0-1 0,0 0 0,0 1 0,0-1 0,0 1 0,1-1 0,-1 1 0,0-1 0,0 1 0,1 0 0,-1-1 0,0 1 0,1 0 0,-1 0 0,1 0 0,-1-1 0,1 1 0,-1 0 0,1 0 0,-1 1 0,1-1 0,0 0 0,1 0 0,-1 0 0,0-1 0,0 1 0,1 0 0,-1 0 0,0 0 0,1 0 0,-1-1 0,1 1 0,-1 0 0,1-1 0,-1 1 0,1 0 0,-1-1 0,1 1 0,0 0 0,-1-1 0,1 1 0,1 0 0,18 10 0,-19-10 0,31 12 0,1 0 0,39 8 0,7 3 0,-62-18 0,167 63 0,-176-65 0,1 0 0,-1 1 0,0 0 0,-1 0 0,1 0 0,7 9 0,-13-13 0,-1 0 0,0 0 0,0 0 0,0 1 0,0-1 0,0 0 0,0 1 0,0-1 0,0 1 0,0-1 0,0 1 0,-1 0 0,1-1 0,-1 1 0,1-1 0,-1 1 0,0 0 0,0 0 0,0-1 0,0 1 0,0 0 0,0-1 0,0 1 0,0 0 0,-1-1 0,1 1 0,0 0 0,-1-1 0,0 1 0,1 0 0,-1-1 0,0 1 0,0-1 0,0 0 0,0 1 0,0-1 0,0 0 0,0 1 0,0-1 0,-3 2 0,-1 1 0,0 0 0,-1 0 0,1-1 0,-1 0 0,0 0 0,-8 3 0,-41 11 0,18-6 0,9-2 0,-82 30 0,92-31 0,0 1 0,0 0 0,-28 21 0,37-23 0,1 1 0,0-1 0,1 1 0,0 1 0,0-1 0,1 1 0,0 1 0,1-1 0,-8 17 0,12-25 0,1 0 0,-1 0 0,1 0 0,0 0 0,-1 0 0,1 0 0,0 0 0,0 0 0,0 0 0,0 0 0,-1 0 0,1 0 0,1 0 0,-1 0 0,0 0 0,0 0 0,0 1 0,0-1 0,1 1 0,0-1 0,-1-1 0,1 1 0,0 0 0,-1-1 0,1 1 0,0-1 0,-1 1 0,1-1 0,0 1 0,0-1 0,-1 1 0,1-1 0,0 0 0,0 0 0,0 1 0,0-1 0,-1 0 0,2 0 0,5 1 0,0-1 0,0 0 0,-1-1 0,13-2 0,-14 2 0,99-15 0,109-3 0,177 18 0,-258 13-1365,-115-11-5461</inkml:trace>
</inkml:ink>
</file>

<file path=ppt/ink/ink1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2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24575,'1'6'0,"-1"-1"0,1 1 0,0 0 0,0 0 0,1-1 0,0 1 0,3 6 0,4 6 0,12 19 0,-1-1 0,26 63 0,7 43 0,-44-118 0,4 27 0,-5-17 0,-8-32-119,0-2 53,1 1 1,-1-1-1,0 1 0,0-1 1,0 1-1,0-1 1,0 1-1,1-1 1,-1 1-1,0-1 1,1 1-1,-1-1 0,0 1 1,1-1-1,-1 1 1,0-1-1,1 1 1,0 0-1</inkml:trace>
</inkml:ink>
</file>

<file path=ppt/ink/ink1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2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192 0 24575,'-24'0'0,"1"1"0,-1 1 0,1 0 0,-37 11 0,57-13 0,1 1 0,0 0 0,0-1 0,0 1 0,0 0 0,0 0 0,0 1 0,0-1 0,0 0 0,1 1 0,-1-1 0,0 1 0,1 0 0,-1-1 0,1 1 0,0 0 0,-1 0 0,1 0 0,-1 3 0,1-3 0,1-1 0,0 1 0,0-1 0,-1 1 0,1 0 0,0-1 0,1 1 0,-1-1 0,0 1 0,0 0 0,1-1 0,-1 1 0,1-1 0,-1 1 0,1-1 0,-1 1 0,1-1 0,0 1 0,0-1 0,0 0 0,0 1 0,0-1 0,0 0 0,0 0 0,0 0 0,1 0 0,1 1 0,2 2 0,0 0 0,1-1 0,-1 0 0,1 0 0,0-1 0,0 0 0,10 3 0,47 6 0,-18-5 0,66 9 127,-36-6-1619,-63-7-5334</inkml:trace>
</inkml:ink>
</file>

<file path=ppt/ink/ink1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2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20 60 24575,'-1'-2'0,"-1"0"0,1 0 0,0 0 0,-1-1 0,1 1 0,0 0 0,1-1 0,-1 1 0,0 0 0,1-1 0,-1 1 0,1-4 0,-1 3 0,1 0 0,-1 0 0,1 0 0,-1 1 0,0-1 0,0 0 0,-2-3 0,10 19 0,-5-9 0,0 0 0,0 0 0,0 0 0,0-1 0,6 7 0,74 70 0,-5 4 0,130 145 0,-169-185 0,2-1 0,1-3 0,57 44 0,-84-72 0,-11-9 0,0 0 0,1 0 0,-1 0 0,0-1 0,1 1 0,0-1 0,0 0 0,-1 0 0,1 0 0,6 1 0,-10-3 2,1 1-1,-1-1 0,0 0 1,0 0-1,0 0 0,0 0 1,0 0-1,1-1 1,-1 1-1,0 0 0,0 0 1,0 0-1,0 0 0,0 0 1,1 0-1,-1 0 0,0 0 1,0 0-1,0 0 1,0 0-1,0 0 0,0 0 1,1-1-1,-1 1 0,0 0 1,0 0-1,0 0 1,0 0-1,0 0 0,0 0 1,0-1-1,0 1 0,0 0 1,0 0-1,0 0 0,0 0 1,0 0-1,0-1 1,0 1-1,0 0 0,0 0 1,0 0-1,0 0 0,0 0 1,0-1-1,0 1 1,0 0-1,-3-8-933,3 7 433</inkml:trace>
</inkml:ink>
</file>

<file path=ppt/ink/ink1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2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288 40 24575,'-2'-6'0,"-6"-14"0,7 19 0,1 0 0,0 0 0,-1 0 0,1 0 0,-1 1 0,1-1 0,-1 0 0,1 0 0,-1 1 0,0-1 0,1 0 0,-1 1 0,0-1 0,0 1 0,1-1 0,-1 1 0,-1-1 0,1 2 0,-1-1 0,1 1 0,0 0 0,0 0 0,0 0 0,0 0 0,0 0 0,0 0 0,0 0 0,0 0 0,0 1 0,0-1 0,0 0 0,1 0 0,-1 2 0,-2 2 0,2-4 0,-15 21 0,1 1 0,2 0 0,0 0 0,-18 47 0,-25 152 0,49-191 0,-7 20 0,-2-1 0,-34 72 0,39-93-1365,8-17-5461</inkml:trace>
</inkml:ink>
</file>

<file path=ppt/ink/ink1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2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147 67 24575,'7'-10'0,"-1"0"0,0-1 0,9-20 0,-15 26 0,-5 11 0,-7 10 0,-10 25 0,-36 50 0,48-76 0,0 0 0,1 1 0,0 0 0,1 1 0,1-1 0,1 2 0,0-1 0,1 1 0,1-1 0,1 1 0,-2 35 0,4-18 0,7 64 0,-3-84 0,0 0 0,0 0 0,2-1 0,0 1 0,0-1 0,15 25 0,-10-21 0,0 0 0,2-1 0,0 0 0,0-1 0,2-1 0,18 17 0,-27-28-154,1-1-1,0 1 0,11 4 1,-13-7-593,8 5-6079</inkml:trace>
</inkml:ink>
</file>

<file path=ppt/ink/ink1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2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17 207 24575,'4'-3'0,"-1"0"0,1 0 0,-1 1 0,1-1 0,0 1 0,0 0 0,0 0 0,7-2 0,38-7 0,-10 2 0,-33 7 0,1-1 0,0 0 0,-1 0 0,0 0 0,0-1 0,0 0 0,0 0 0,0 0 0,-1-1 0,8-8 0,-11 11 0,-1 0 0,1 0 0,-1 0 0,0 0 0,1 0 0,-1 0 0,0 0 0,0-1 0,0 1 0,-1 0 0,1-1 0,0 1 0,-1 0 0,0-1 0,1 1 0,-1-1 0,0 1 0,0-1 0,-1 1 0,1 0 0,0-1 0,-1 1 0,1-1 0,-1 1 0,0 0 0,0 0 0,0-1 0,0 1 0,0 0 0,-1 0 0,1 0 0,0 0 0,-1 0 0,-1-1 0,-1-1 0,1 1 0,-1 0 0,0 0 0,0 0 0,0 0 0,-1 1 0,1-1 0,-1 1 0,1 0 0,-1 1 0,0-1 0,1 1 0,-1 0 0,0 0 0,0 0 0,0 1 0,0-1 0,0 1 0,0 1 0,0-1 0,0 1 0,0 0 0,1 0 0,-1 0 0,-7 3 0,6-2 0,1 0 0,0 0 0,0 1 0,-1 0 0,2 0 0,-1 0 0,0 1 0,1-1 0,-1 1 0,1 0 0,0 0 0,0 1 0,1-1 0,-1 1 0,1 0 0,0 0 0,0 0 0,1 0 0,-1 0 0,1 1 0,-2 8 0,3-8 0,0 1 0,0-1 0,0 1 0,1-1 0,0 0 0,0 1 0,1-1 0,0 0 0,0 1 0,1-1 0,-1 0 0,1 0 0,1 0 0,-1 0 0,1 0 0,0-1 0,0 1 0,1-1 0,-1 1 0,1-1 0,0-1 0,1 1 0,-1 0 0,1-1 0,0 0 0,10 6 0,-2-2 0,1 0 0,0-1 0,1 0 0,-1-1 0,1-1 0,0-1 0,1 0 0,16 2 0,-4-3 0,0 0 0,0-3 0,47-3 0,-62 0-1365,-3 0-5461</inkml:trace>
</inkml:ink>
</file>

<file path=ppt/ink/ink1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3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15 30 24575,'-15'-29'0,"16"41"0,3 13 0,5-2 0,1 0 0,1 0 0,1-1 0,19 26 0,-22-34 0,46 64 0,1 0 0,-47-64 0,-1 1 0,0-1 0,9 28 0,-15-38 0,-1-1 0,0 1 0,0-1 0,-1 1 0,1-1 0,-1 1 0,0 0 0,0 6 0,0-9 0,-1 0 0,1 1 0,0-1 0,-1 0 0,1 0 0,-1 0 0,1 0 0,-1 0 0,0 0 0,0 0 0,1 0 0,-1 0 0,0 0 0,0 0 0,0-1 0,0 1 0,0 0 0,0-1 0,0 1 0,0 0 0,0-1 0,0 1 0,0-1 0,0 0 0,0 1 0,-1-1 0,1 0 0,0 0 0,-2 1 0,-4-1 0,1 0 0,-1 0 0,1-1 0,-1 0 0,1 0 0,0 0 0,-1-1 0,1 0 0,0 0 0,0 0 0,-9-6 0,4 2 0,1 0 0,0-1 0,0 0 0,0-1 0,-10-11 0,17 17 0,0-1 0,1 0 0,-1 0 0,1-1 0,0 1 0,0 0 0,0-1 0,0 0 0,1 1 0,0-1 0,-1 0 0,1 1 0,1-1 0,-1 0 0,0 0 0,1-7 0,0 8 0,1 0 0,-1-1 0,1 1 0,0-1 0,0 1 0,0 0 0,0 0 0,1 0 0,0 0 0,-1 0 0,1 0 0,0 0 0,0 0 0,1 0 0,-1 1 0,0 0 0,1-1 0,5-3 0,3-1 14,-1 1-1,1 1 1,1-1 0,22-6-1,5-2-1446,-25 8-5393</inkml:trace>
</inkml:ink>
</file>

<file path=ppt/ink/ink1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3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24575,'14'0'0,"6"2"0,1 6 0,-2 4 0,-6 3 0,-3-2-8191</inkml:trace>
</inkml:ink>
</file>

<file path=ppt/ink/ink1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3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 77 24575,'0'1'0,"-1"0"0,1 0 0,-1 0 0,1 0 0,0 0 0,0 0 0,-1 0 0,1 0 0,0 0 0,0 0 0,0 0 0,0 0 0,0 0 0,0 0 0,0 0 0,1 0 0,-1 0 0,0 0 0,0 0 0,1 0 0,-1 0 0,1 0 0,-1-1 0,1 1 0,0 1 0,16 22 0,-8-15 0,-1-1 0,2 0 0,-1-1 0,1 0 0,0-1 0,1 0 0,0 0 0,0-1 0,0-1 0,0 0 0,19 4 0,-28-7 0,0-1 0,1 1 0,-1-1 0,0 0 0,1 0 0,-1 0 0,0 0 0,1 0 0,-1 0 0,0-1 0,0 1 0,1-1 0,-1 0 0,0 0 0,0 0 0,0 0 0,0 0 0,0 0 0,0 0 0,0-1 0,0 1 0,3-4 0,-2 2 0,-1-1 0,1 0 0,-1 0 0,0 0 0,0 0 0,-1 0 0,1 0 0,-1-1 0,0 1 0,1-8 0,-2 11 0,0 0 0,0 1 0,0-1 0,0 0 0,0 1 0,0-1 0,0 1 0,1-1 0,-1 0 0,0 1 0,0-1 0,0 0 0,1 1 0,-1-1 0,0 1 0,1-1 0,-1 1 0,1-1 0,-1 1 0,1-1 0,-1 1 0,1-1 0,-1 1 0,1 0 0,-1-1 0,1 1 0,-1 0 0,1-1 0,-1 1 0,1 0 0,0 0 0,-1 0 0,1-1 0,0 1 0,-1 0 0,1 0 0,0 0 0,-1 0 0,1 0 0,0 0 0,-1 0 0,1 0 0,0 1 0,-1-1 0,2 0 0,2 2 0,1 0 0,-1 1 0,0-1 0,1 1 0,3 3 0,0 0 0,11 6 0,1-1 0,25 10 0,-36-17 0,1-1 0,0 0 0,0 0 0,0-1 0,0-1 0,0 1 0,12-1 0,-20-1 0,1 0 0,-1 0 0,0-1 0,0 1 0,1-1 0,-1 1 0,0-1 0,0 0 0,0 1 0,0-1 0,0 0 0,0 0 0,0-1 0,0 1 0,0 0 0,-1-1 0,4-2 0,-3 1 0,0 1 0,-1-1 0,1 0 0,-1 1 0,0-1 0,1 0 0,-1 0 0,0 0 0,-1 0 0,1 0 0,0-6 0,-1 3 0,0-1 0,0 1 0,0-1 0,-1 1 0,0-1 0,0 1 0,-1-1 0,0 1 0,0 0 0,-1 0 0,-5-10 0,2 6-159,-1 1 1,-1 1-1,0-1 0,-9-7 0,12 12-412,-5-6-6255</inkml:trace>
</inkml:ink>
</file>

<file path=ppt/ink/ink1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3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24575,'29'13'0,"-1"1"0,-1 2 0,0 1 0,-1 1 0,-1 1 0,-1 1 0,-1 1 0,0 1 0,-2 1 0,-1 1 0,-1 1 0,29 47 0,-23-24 0,27 64 0,-45-91 0,0 0 0,-1 1 0,-1-1 0,-2 1 0,0 0 0,0 22 0,-2-23 0,-2-1 0,0 0 0,-2 0 0,-5 24 0,6-35 0,-1 0 0,0 0 0,-1 0 0,0 0 0,-1-1 0,0 0 0,0 0 0,0 0 0,-1 0 0,0-1 0,-9 8 0,-1-1-455,0-1 0,-21 13 0,22-17-6371</inkml:trace>
</inkml:ink>
</file>

<file path=ppt/ink/ink1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3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236 21 24575,'-29'-5'0,"-13"-1"0,-1-1 0,7 5 0,6 2 0,7 3 0,4 1 0,6 1-8191</inkml:trace>
</inkml:ink>
</file>

<file path=ppt/ink/ink1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3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282 21 24575,'-10'-5'0,"-6"-1"0,-2 0 0,-1 3 0,1 3 0,0 1 0,2 0 0,0 0 0,-2 0 0,0 0 0,1 0 0,-2-1 0,-1 0 0,-1 0 0,1 0 0,3 0-8191</inkml:trace>
</inkml:ink>
</file>

<file path=ppt/ink/ink1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3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 45 24575,'-6'-31'0,"4"20"0,1 9 0,2 3 0,9 29 0,1 0 0,27 48 0,-22-48 0,-2-1 0,15 50 0,-26-67-241,-1 0 1,-1 0-1,0 1 0,-1 22 0,0-34 80,-1 12-6665</inkml:trace>
</inkml:ink>
</file>

<file path=ppt/ink/ink1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3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817 31 24575,'-2'-2'0,"1"-1"0,-1 1 0,0 0 0,1 1 0,-1-1 0,0 0 0,0 0 0,0 1 0,0-1 0,0 1 0,-1 0 0,1-1 0,0 1 0,-1 0 0,1 1 0,-1-1 0,1 0 0,-1 1 0,-4-1 0,-6-1 0,0 1 0,-22 1 0,21 1 0,-144 14 0,4 0 0,-11-8 95,-30 1-1555,173-8-5366</inkml:trace>
</inkml:ink>
</file>

<file path=ppt/ink/ink1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3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14 3 24575,'0'0'0,"0"0"0,0 0 0,0-1 0,0 1 0,0 0 0,-1 0 0,1 0 0,0 0 0,0 0 0,0-1 0,0 1 0,-1 0 0,1 0 0,0 0 0,0 0 0,0 0 0,-1 0 0,1 0 0,0 0 0,0 0 0,0 0 0,-1 0 0,1 0 0,0 0 0,0 0 0,-1 0 0,1 0 0,0 0 0,0 0 0,0 0 0,-1 0 0,1 0 0,0 0 0,0 0 0,-1 0 0,-3 9 0,1 11 0,3-19 0,0 7 0,1 1 0,-1 0 0,1-1 0,1 1 0,0-1 0,0 1 0,0-1 0,1 0 0,6 12 0,6 8 0,22 33 0,-11-19 0,-2 1-682,30 76-1,-49-104-6143</inkml:trace>
</inkml:ink>
</file>

<file path=ppt/ink/ink1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3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520 8 24575,'0'0'0,"0"0"0,0 0 0,0 0 0,1 0 0,-1 0 0,0-1 0,0 1 0,0 0 0,0 0 0,1 0 0,-1 0 0,0 0 0,0-1 0,0 1 0,0 0 0,0 0 0,0 0 0,0-1 0,0 1 0,0 0 0,0 0 0,0 0 0,1-1 0,-1 1 0,0 0 0,0 0 0,0 0 0,0-1 0,-1 1 0,1 0 0,0 0 0,0 0 0,0-1 0,-7-1 0,-14 5 0,19-3 0,-32 3 0,-37 0 0,-22 2 0,-71 8 125,57-6-1615,84-5-5336</inkml:trace>
</inkml:ink>
</file>

<file path=ppt/ink/ink1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4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822 46 24575,'3'-1'0,"66"-30"0,-61 28 0,1 0 0,1 1 0,-1 0 0,0 1 0,0 0 0,11 0 0,-12 1 0,-5 0 0,-1 0 0,1 0 0,0 0 0,-1 0 0,1 1 0,0-1 0,0 1 0,4 1 0,-7-2 0,0 0 0,0 0 0,0 0 0,1 0 0,-1 0 0,0 0 0,0 0 0,0 0 0,0 0 0,0 0 0,0 0 0,0 0 0,1 0 0,-1 1 0,0-1 0,0 0 0,0 0 0,0 0 0,0 0 0,0 0 0,0 0 0,0 0 0,0 0 0,0 0 0,0 1 0,0-1 0,1 0 0,-1 0 0,0 0 0,0 0 0,0 0 0,0 0 0,0 1 0,0-1 0,0 0 0,0 0 0,0 0 0,0 0 0,0 0 0,0 0 0,0 1 0,-1-1 0,1 0 0,0 0 0,-6 3 0,-10 1 0,-165-1 0,100-5 0,37 2 0,-274 9 0,31 23 0,273-30 0,7-2 0,0 1 0,0-1 0,0 2 0,0-1 0,0 1 0,-10 4 0,17-5 0,0-1 0,-1 0 0,1 0 0,0 0 0,0 1 0,0-1 0,0 0 0,0 0 0,0 0 0,0 1 0,0-1 0,0 0 0,0 0 0,0 0 0,0 1 0,0-1 0,0 0 0,0 0 0,0 0 0,0 1 0,0-1 0,1 0 0,-1 0 0,0 0 0,0 0 0,0 1 0,0-1 0,0 0 0,0 0 0,1 0 0,-1 0 0,0 1 0,0-1 0,0 0 0,0 0 0,0 0 0,1 0 0,-1 0 0,0 0 0,0 0 0,0 0 0,1 0 0,-1 0 0,0 0 0,0 1 0,0-1 0,1 0 0,-1 0 0,12 5 0,143 38 0,-104-32 0,93 36 0,-139-45 0,0 0 0,0 1 0,0 0 0,0 0 0,0 0 0,-1 1 0,0-1 0,0 1 0,0 0 0,0 0 0,6 9 0,-9-11 0,1 1 0,-1-1 0,0 1 0,0 0 0,0 0 0,0 0 0,0 0 0,-1-1 0,1 1 0,-1 0 0,0 0 0,0 0 0,0 0 0,0 0 0,0 0 0,-1 0 0,1 0 0,-1 0 0,0 0 0,0 0 0,0 0 0,0-1 0,-3 5 0,1-1 0,-1-1 0,0 0 0,0 0 0,0-1 0,0 1 0,-1-1 0,0 0 0,-8 5 0,-7 3 0,-21 10 0,-2 2 0,-43 25 0,-64 44 0,147-91 0,-1 0 0,2 1 0,-1-1 0,0 1 0,0 0 0,1 0 0,0 0 0,-1 0 0,1 0 0,-3 7 0,5-8 0,-1-1 0,1 0 0,0 0 0,-1 1 0,1-1 0,0 0 0,0 1 0,0-1 0,0 0 0,0 0 0,0 1 0,1-1 0,-1 0 0,0 1 0,1-1 0,-1 0 0,1 0 0,-1 0 0,1 1 0,-1-1 0,1 0 0,0 0 0,0 0 0,-1 0 0,1 0 0,0 0 0,0 0 0,0 0 0,0-1 0,0 1 0,0 0 0,1 0 0,-1-1 0,2 2 0,1 0 0,1-1 0,0 1 0,-1 0 0,1-1 0,0 0 0,0 0 0,8 0 0,37-1 0,-26-1 0,88-6 0,141-27 0,-68 7 0,-146 22-115,137-12-1135,-160 17-5576</inkml:trace>
</inkml:ink>
</file>

<file path=ppt/ink/ink1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4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30 3 24575,'-1'-1'0,"0"1"0,0 0 0,1-1 0,-1 1 0,0 0 0,0 0 0,0-1 0,0 1 0,0 0 0,1 0 0,-1 0 0,0 0 0,0 0 0,0 0 0,0 1 0,0-1 0,0 0 0,1 0 0,-1 1 0,0-1 0,0 0 0,0 1 0,0-1 0,1 1 0,-1-1 0,0 1 0,1-1 0,-1 1 0,0-1 0,1 1 0,-2 0 0,2 1 0,-1-1 0,1 1 0,0-1 0,-1 1 0,1-1 0,0 1 0,0-1 0,0 1 0,0-1 0,0 1 0,0-1 0,0 1 0,0-1 0,1 0 0,-1 1 0,1-1 0,-1 1 0,2 1 0,30 70 0,-10-27 0,25 81 0,-9 1 0,-38-127-124,0 0 0,1 1 0,-1-1 0,1 0 0,-1 0 0,1 1-1,0-1 1,0 0 0,-1 0 0,3 1 0</inkml:trace>
</inkml:ink>
</file>

<file path=ppt/ink/ink1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4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175 0 24575,'-3'1'0,"-24"2"0,-27 6 0,48-7 0,-1-1 0,1 1 0,0 1 0,0-1 0,0 1 0,0 0 0,1 0 0,-1 0 0,1 1 0,-7 6 0,10-8 0,0 0 0,0 0 0,1 1 0,-1-1 0,0 1 0,1 0 0,0-1 0,0 1 0,-1 0 0,2 0 0,-1 0 0,0 0 0,0-1 0,1 1 0,0 6 0,0-8 0,0 1 0,0-1 0,0 0 0,0 1 0,1-1 0,-1 1 0,1-1 0,-1 1 0,1-1 0,-1 0 0,1 1 0,0-1 0,0 0 0,0 0 0,0 0 0,0 1 0,0-1 0,0 0 0,0 0 0,0-1 0,0 1 0,0 0 0,1 0 0,-1 0 0,0-1 0,1 1 0,-1-1 0,1 1 0,-1-1 0,0 1 0,1-1 0,2 0 0,184 14 0,-132-13 0,72 12-1365,-112-12-5461</inkml:trace>
</inkml:ink>
</file>

<file path=ppt/ink/ink1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4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 15 24575,'0'-1'0,"-1"1"0,1-1 0,0 1 0,0 0 0,-1-1 0,1 1 0,0-1 0,0 1 0,0-1 0,-1 1 0,1-1 0,0 1 0,0-1 0,0 1 0,0-1 0,0 1 0,0-1 0,0 1 0,0-1 0,0 1 0,0-1 0,0 1 0,0-1 0,1 1 0,-1-2 0,1 2 0,-1 0 0,1 0 0,-1 0 0,1 0 0,-1 0 0,1 0 0,-1 0 0,1 0 0,0 0 0,-1 0 0,1 0 0,-1 0 0,1 0 0,-1 0 0,1 0 0,-1 0 0,1 1 0,0-1 0,3 2 0,1 0 0,-1 1 0,0-1 0,5 5 0,135 129 0,-76-71 0,-19-17 0,62 45 0,206 149 0,-311-237 0,-3-3 0,0 0 0,0 0 0,0 1 0,-1-1 0,1 1 0,-1 0 0,0-1 0,1 1 0,1 4 0,-23-19 0,-6-7-1365,15 8-5461</inkml:trace>
</inkml:ink>
</file>

<file path=ppt/ink/ink1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4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300 8 24575,'-1'0'0,"-1"-1"0,1 0 0,0 0 0,0 0 0,0 1 0,-1-1 0,1 1 0,0-1 0,-1 1 0,1-1 0,0 1 0,-1 0 0,1 0 0,0-1 0,-1 1 0,1 0 0,-2 1 0,2-1 0,0 1 0,1-1 0,-1 1 0,0-1 0,1 1 0,-1 0 0,1-1 0,-1 1 0,1 0 0,-1-1 0,1 1 0,-1 0 0,1 0 0,0-1 0,-1 1 0,1 0 0,0 0 0,0 0 0,0 0 0,0-1 0,0 1 0,0 0 0,0 0 0,0 0 0,0 0 0,0-1 0,0 1 0,1 2 0,-1 3 0,0 0 0,-1 0 0,1 0 0,-1 0 0,0-1 0,0 1 0,-1 0 0,0 0 0,-4 9 0,-3 3 0,-18 26 0,16-28 0,-15 31 0,5 1 0,-30 75 0,24-39 0,15-44 0,-28 64 0,16-52-1365,20-43-5461</inkml:trace>
</inkml:ink>
</file>

<file path=ppt/ink/ink1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4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158 50 24575,'-1'-1'0,"-3"-4"0,1 0 0,0-1 0,1 1 0,-1-1 0,1 1 0,-3-12 0,13 79 0,-8-50 0,-1 0 0,0 0 0,-1 0 0,0 0 0,-1 0 0,-8 22 0,-37 66 0,34-73 0,1 0 0,-17 48 0,25-57 0,1-1 0,1 1 0,0-1 0,1 1 0,1 18 0,2-25 0,0 1 0,0-1 0,1 0 0,0 0 0,1 0 0,1 0 0,-1-1 0,2 1 0,5 10 0,-3-9 0,1-1 0,0 0 0,0-1 0,1 1 0,18 15 0,-4-8 0,40 26 0,-47-34-455,1-1 0,22 8 0,-25-12-6371</inkml:trace>
</inkml:ink>
</file>

<file path=ppt/ink/ink1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4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132 18 24575,'-6'-3'0,"0"0"0,0 0 0,0 1 0,-1 0 0,1 0 0,-10 0 0,15 1 0,-1 1 0,1 0 0,0 0 0,0 0 0,-1 0 0,1 0 0,0 0 0,-1 1 0,1-1 0,0 0 0,0 1 0,-1-1 0,1 1 0,0-1 0,0 1 0,0 0 0,0-1 0,0 1 0,0 0 0,0 0 0,0 0 0,0-1 0,0 1 0,0 0 0,0 0 0,1 1 0,-1-1 0,0 0 0,1 0 0,-1 0 0,1 0 0,-1 1 0,1-1 0,0 0 0,-1 0 0,1 1 0,0-1 0,0 0 0,0 3 0,0 4 0,0 0 0,1 0 0,0-1 0,0 1 0,1 0 0,0 0 0,0-1 0,1 1 0,6 12 0,5 7 0,22 30 0,-24-38 0,41 60 0,58 99 0,-103-163 0,8 24 0,-15-34 0,1-1 0,-1 0 0,0 0 0,0 1 0,-1-1 0,1 1 0,-1-1 0,0 1 0,0-1 0,-1 1 0,0 4 0,1-8 0,-1 0 0,1 0 0,-1 0 0,1 0 0,0 0 0,-1 0 0,0 0 0,1-1 0,-1 1 0,0 0 0,1 0 0,-1-1 0,0 1 0,0 0 0,0-1 0,1 1 0,-1-1 0,0 1 0,0-1 0,-1 1 0,-1 0 0,1 0 0,-1-1 0,1 1 0,-1-1 0,1 0 0,-1 0 0,1 0 0,-3 0 0,-5-2 0,0 0 0,1 0 0,-12-4 0,21 6 0,-18-7 0,0 0 0,1-1 0,0-1 0,1 0 0,-27-21 0,33 22 0,1 1 0,0-1 0,1-1 0,0 0 0,1 0 0,-1-1 0,2 1 0,-1-2 0,1 1 0,-5-15 0,8 19 14,1 0-1,1 0 0,-1 0 0,1-1 1,0 1-1,0 0 0,1-1 1,0-8-1,0 11-96,1 1 1,0 0-1,-1-1 1,1 1-1,0 0 1,1 0-1,-1-1 1,1 1-1,-1 0 1,1 0-1,0 1 1,0-1-1,0 0 1,0 1-1,1-1 1,-1 1-1,4-3 1,4-3-6744</inkml:trace>
</inkml:ink>
</file>

<file path=ppt/ink/ink1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4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24575,'3'0'0,"2"2"0,2 4 0</inkml:trace>
</inkml:ink>
</file>

<file path=ppt/ink/ink1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4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73 3 24575,'-2'0'0,"1"-1"0,-1 1 0,0 0 0,1-1 0,-1 1 0,0 0 0,1 0 0,-1 0 0,1 0 0,-1 0 0,0 0 0,1 0 0,-1 1 0,1-1 0,-1 1 0,0-1 0,1 1 0,-1-1 0,-1 2 0,0 0 0,1 0 0,0 0 0,0 0 0,1 0 0,-1 0 0,0 0 0,1 0 0,-1 0 0,1 1 0,-2 4 0,-1 3 0,1 0 0,0 1 0,1-1 0,-2 22 0,3-10 0,1 0 0,1 0 0,1 0 0,0 0 0,10 32 0,39 106 0,-45-142 0,14 33 0,3 0 0,1-1 0,33 47 0,-50-87-151,0 0-1,1 0 0,0-1 0,1-1 1,0 1-1,0-1 0,1-1 1,10 7-1,-10-7-6674</inkml:trace>
</inkml:ink>
</file>

<file path=ppt/ink/ink1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4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10 474 24575,'0'-2'0,"0"0"0,0 0 0,1 1 0,-1-1 0,1 0 0,-1 0 0,1 0 0,-1 1 0,1-1 0,0 0 0,0 1 0,0-1 0,0 1 0,0-1 0,0 1 0,0-1 0,0 1 0,1 0 0,-1 0 0,1-1 0,-1 1 0,1 0 0,-1 0 0,1 0 0,0 1 0,-1-1 0,1 0 0,0 1 0,-1-1 0,1 1 0,3-1 0,7-1 0,-1 1 0,0 0 0,0 1 0,13 1 0,-10 0 0,22-2 0,-22 1 0,1 0 0,-1 0 0,0 1 0,0 1 0,20 5 0,-74-20 0,0-2 0,-70-38 0,104 49 0,-1 0 0,1-1 0,0 0 0,0 0 0,1 0 0,0-1 0,0 0 0,0 0 0,0 0 0,1 0 0,0-1 0,-4-10 0,6 12 0,0 1 0,1-2 0,-1 1 0,1 0 0,1 0 0,-1 0 0,1 0 0,0-1 0,0 1 0,0 0 0,0 0 0,1-1 0,0 1 0,1 0 0,-1 0 0,1 0 0,0 0 0,0 0 0,3-4 0,1-1 0,0 0 0,1 1 0,1 0 0,0 0 0,0 1 0,0 0 0,1 1 0,0 0 0,1 0 0,0 1 0,0 0 0,0 0 0,1 1 0,19-6 0,12-2 0,0 3 0,70-9 0,-80 14 0,-22 3 0,-1 1 0,1 0 0,0 1 0,-1 0 0,19 2 0,-25-1 0,-1-1 0,0 1 0,0-1 0,1 1 0,-1 0 0,0 0 0,0 0 0,0 0 0,0 1 0,0-1 0,0 0 0,0 1 0,-1 0 0,1-1 0,0 1 0,-1 0 0,1 0 0,-1 0 0,0 0 0,1 0 0,-1 0 0,0 0 0,0 0 0,-1 0 0,1 1 0,0-1 0,-1 0 0,1 0 0,-1 4 0,1 1 0,-1 1 0,0-1 0,-1 1 0,1-1 0,-1 1 0,-1-1 0,0 1 0,-2 7 0,-28 58 0,11-26 0,11-23 0,4-12 0,1-1 0,1 1 0,0 0 0,0 0 0,1 0 0,-2 19 0,5-30 0,0 1 0,0-1 0,1 1 0,-1-1 0,0 1 0,0-1 0,1 1 0,-1-1 0,1 0 0,-1 1 0,1-1 0,0 0 0,0 1 0,-1-1 0,1 0 0,0 0 0,0 1 0,0-1 0,2 1 0,-1 0 0,0-1 0,1 1 0,-1-1 0,1 0 0,0 1 0,-1-1 0,1 0 0,0-1 0,4 2 0,4-1 0,1 0 0,-1 0 0,22-2 0,-3-3 43,0-1 0,34-10 0,22-4-1537,-74 17-5332</inkml:trace>
</inkml:ink>
</file>

<file path=ppt/ink/ink1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5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272 4 24575,'-27'-3'0,"-11"2"0,-2 1 0,3 1 0,6 2 0,6 1 0,4 2 0,2 0 0,0 2 0,5-1-8191</inkml:trace>
</inkml:ink>
</file>

<file path=ppt/ink/ink1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5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 10 24575,'-4'-9'0,"3"13"0,5 19 0,1-2 0,25 90 0,47 111 0,-37-129 0,-39-91-136,0-1-1,-1 1 1,1 0-1,0-1 1,0 1-1,1-1 1,-1 1-1,0-1 0,2 2 1</inkml:trace>
</inkml:ink>
</file>

<file path=ppt/ink/ink1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5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190 3 24575,'-10'-1'0,"1"0"0,-1 0 0,1 1 0,-1 1 0,1-1 0,0 2 0,-1-1 0,1 1 0,0 1 0,0-1 0,-12 7 0,16-8 0,1 1 0,0 0 0,0 1 0,1-1 0,-1 1 0,0 0 0,1 0 0,0 0 0,-1 0 0,1 1 0,0-1 0,1 1 0,-1-1 0,1 1 0,0 0 0,0 0 0,0 1 0,0-1 0,1 0 0,-1 0 0,1 1 0,0-1 0,0 1 0,1-1 0,-1 8 0,2-8 0,-1-1 0,1 0 0,0 0 0,0 0 0,0 0 0,0-1 0,1 1 0,-1 0 0,1 0 0,-1-1 0,1 1 0,0-1 0,0 1 0,0-1 0,0 0 0,1 0 0,-1 0 0,6 4 0,2 0 0,0 0 0,0 0 0,19 7 0,-15-9 0,0 1 0,1-2 0,-1 0 0,1-1 0,22 1 0,75-6 0,-78-3-1365,-20 3-5461</inkml:trace>
</inkml:ink>
</file>

<file path=ppt/ink/ink1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5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18 453 24575,'45'-1'0,"-1"-3"0,1-1 0,51-13 0,-96 18 0,0 0 0,0 0 0,0 0 0,0 0 0,0 0 0,0 0 0,0 0 0,1 0 0,-1 0 0,0 0 0,0 0 0,0 0 0,0 0 0,0 0 0,0 0 0,0 0 0,0 0 0,0 0 0,1 0 0,-1 0 0,0 0 0,0 0 0,0 0 0,0 0 0,0-1 0,0 1 0,0 0 0,0 0 0,0 0 0,0 0 0,0 0 0,0 0 0,0 0 0,0 0 0,0 0 0,0 0 0,0-1 0,0 1 0,1 0 0,-1 0 0,0 0 0,0 0 0,0 0 0,-1 0 0,1 0 0,0-1 0,-5-3 0,-11-3 0,13 6 0,-18-11 0,0 0 0,1-1 0,1-1 0,0-1 0,1-1 0,-30-33 0,41 41 0,1 0 0,0 0 0,0 0 0,1-1 0,0 0 0,1 0 0,0 0 0,0-1 0,1 1 0,0-1 0,-2-13 0,4 18 0,1-1 0,-1 1 0,1 0 0,0 0 0,0 0 0,1-1 0,0 1 0,-1 0 0,2 0 0,-1 0 0,1 0 0,-1 0 0,1 0 0,1 0 0,-1 1 0,1-1 0,0 1 0,0-1 0,0 1 0,0 0 0,1 0 0,0 1 0,6-6 0,-3 4 0,0 1 0,0-1 0,1 2 0,-1-1 0,1 1 0,0 0 0,0 0 0,11-1 0,-5 2 0,0 0 0,1 1 0,-1 1 0,20 1 0,0 4 0,0 1 0,0 2 0,39 14 0,3 7 0,-65-24 0,-1 0 0,0 1 0,0 0 0,17 15 0,-25-19 0,-1-1 0,1 1 0,0-1 0,-1 1 0,1 0 0,-1-1 0,0 1 0,0 0 0,0 0 0,1 0 0,-2 0 0,1 0 0,0 0 0,0 0 0,-1 1 0,1-1 0,-1 0 0,0 0 0,1 0 0,-1 1 0,0-1 0,0 0 0,-1 0 0,1 1 0,0-1 0,-1 0 0,0 0 0,1 0 0,-1 0 0,0 1 0,0-1 0,0 0 0,0-1 0,0 1 0,-1 0 0,-1 3 0,-4 2 0,0 0 0,0 0 0,-1 0 0,0-1 0,0 0 0,-15 8 0,18-11 0,-7 4 0,0 0 0,0 1 0,0 0 0,-11 12 0,20-17 0,1-1 0,-1 1 0,1 0 0,0 0 0,0 0 0,0 0 0,0 1 0,1-1 0,-2 5 0,2-6 0,1 1 0,-1-1 0,1 0 0,0 1 0,0-1 0,0 0 0,0 1 0,0-1 0,1 0 0,-1 1 0,1-1 0,-1 0 0,1 1 0,0-1 0,0 0 0,1 2 0,0 0 0,0-1 0,1 0 0,0 0 0,-1 0 0,1 0 0,0 0 0,0-1 0,1 1 0,-1-1 0,0 0 0,8 3 0,5 3 0,23 6 0,-28-11 0,14 5 0,1-1 0,1-1 0,-1-1 0,1-1 0,0-2 0,0-1 0,38-2 0,-50-2-1365,-3 0-5461</inkml:trace>
</inkml:ink>
</file>

<file path=ppt/ink/ink1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5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245 30 24575,'-28'-9'0,"-32"-7"0,51 15 0,1-1 0,-1 1 0,1 1 0,-1 0 0,1 0 0,-1 0 0,1 1 0,-12 3 0,18-3 0,0-1 0,0 1 0,1-1 0,-1 1 0,0-1 0,1 1 0,-1 0 0,1 0 0,-1 0 0,1 0 0,-1 0 0,1 0 0,0 1 0,-1-1 0,1 0 0,0 1 0,0-1 0,0 1 0,0-1 0,-1 3 0,2-2 0,-1 0 0,1 0 0,0 0 0,-1 0 0,1 1 0,0-1 0,1 0 0,-1 0 0,0 0 0,0 0 0,1 0 0,0 1 0,-1-1 0,2 2 0,3 7 0,1-1 0,0 0 0,1 0 0,12 15 0,-18-24 0,20 22 0,-15-17 0,0 0 0,-1 0 0,0 0 0,0 1 0,0 0 0,-1 0 0,6 13 0,-9-19 0,-1 0 0,1 1 0,-1-1 0,0 0 0,1 0 0,-1 0 0,0 0 0,0 1 0,0-1 0,0 0 0,0 0 0,0 0 0,0 0 0,0 1 0,-1-1 0,1 0 0,0 0 0,-1 0 0,1 0 0,-1 0 0,1 0 0,-1 0 0,0 0 0,1 0 0,-1 0 0,0 0 0,0 0 0,0 0 0,1 0 0,-1 0 0,0-1 0,0 1 0,0 0 0,0-1 0,0 1 0,0-1 0,-1 1 0,1-1 0,-1 1 0,-6 0 0,0 1 0,1-1 0,-1 0 0,1-1 0,-10 0 0,2 0 0,-35 7-1365,37-5-5461</inkml:trace>
</inkml:ink>
</file>

<file path=ppt/ink/ink1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5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2 24575,'7'-1'0,"1"0"0,-1 1 0,1 0 0,-1 1 0,1-1 0,-1 1 0,1 1 0,-1-1 0,0 2 0,0-1 0,0 0 0,0 1 0,0 1 0,-1-1 0,1 1 0,6 5 0,6 5 0,-2 0 0,1 1 0,-2 1 0,16 19 0,-7-4 0,0 1 0,38 65 0,-54-79 0,0 1 0,-1 0 0,0 0 0,-2 0 0,0 1 0,-2 0 0,4 32 0,-7-48 6,-1 1 0,0 0 0,-1-1 0,1 1 0,-1 0 0,0-1 0,0 1 0,0-1 0,-1 0 0,1 1 0,-1-1 0,0 0 0,0 0 0,-1 0 0,1 0 0,-1 0 0,0-1 0,0 1 0,-6 5 0,0-2-218,0-1 0,0 1 0,-1-1-1,0-1 1,0 0 0,-20 7 0,15-6-6614</inkml:trace>
</inkml:ink>
</file>

<file path=ppt/ink/ink1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5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24575,'27'5'0,"0"0"0,0 2 0,-1 1 0,0 1 0,40 19 0,-49-18 0,0 0 0,-1 1 0,0 0 0,-1 1 0,0 1 0,-1 1 0,-1 0 0,21 27 0,-13-10 0,-1 1 0,-2 0 0,20 48 0,-28-52 0,0 0 0,-2 0 0,0 1 0,5 50 0,-12-68 0,-1-1 0,0 1 0,-1-1 0,0 1 0,0-1 0,-1 1 0,0-1 0,-1 0 0,0 0 0,-1 0 0,0-1 0,0 1 0,-9 12 0,5-10 0,-1-1 0,0-1 0,0 1 0,-1-2 0,0 1 0,-1-1 0,0-1 0,-1 0 0,-19 11 0,-45 17-1365,57-28-5461</inkml:trace>
</inkml:ink>
</file>

<file path=ppt/ink/ink1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5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85 0 24575,'-7'3'0,"1"0"0,0 0 0,0 0 0,0 0 0,0 1 0,0 0 0,1 1 0,-8 7 0,10-8 0,0-1 0,1 1 0,0 0 0,0-1 0,0 1 0,0 0 0,0 1 0,1-1 0,0 0 0,-2 7 0,3-4 0,0 0 0,0 1 0,0-1 0,1 0 0,3 12 0,-2-10 0,0 3 0,0-1 0,1 1 0,8 17 0,-10-27 0,0 1 0,0 0 0,1-1 0,0 1 0,-1-1 0,1 1 0,0-1 0,0 0 0,0 0 0,1 0 0,-1 0 0,0 0 0,1 0 0,-1-1 0,1 1 0,0-1 0,0 1 0,-1-1 0,5 1 0,23 4-341,1-1 0,0-2-1,49-1 1,-67-2-6485</inkml:trace>
</inkml:ink>
</file>

<file path=ppt/ink/ink1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5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30 51 24575,'-4'-9'0,"-1"-1"0,0 1 0,-7-10 0,10 16 0,0 3 0,5 6 0,5 11 0,19 23 0,2-2 0,62 62 0,-83-91 0,336 327 0,-333-325 0,64 55 0,-73-65-1365</inkml:trace>
</inkml:ink>
</file>

<file path=ppt/ink/ink1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5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348 63 24575,'-1'-16'0,"1"12"0,-1-1 0,1 1 0,-1-1 0,0 0 0,0 1 0,0 0 0,-1-1 0,-1-4 0,3 9 0,0 0 0,0 0 0,-1 0 0,1 0 0,0 0 0,0 0 0,0-1 0,0 1 0,0 0 0,0 0 0,0 0 0,0 0 0,0 0 0,0 0 0,-1 0 0,1 0 0,0 0 0,0 0 0,0 0 0,0 0 0,0 0 0,0 0 0,0 0 0,-1 0 0,1 0 0,0 0 0,0 0 0,0 0 0,0 0 0,0 0 0,0 0 0,0 0 0,-1 0 0,1 0 0,0 0 0,0 0 0,0 0 0,0 0 0,0 0 0,0 0 0,0 0 0,0 1 0,0-1 0,-1 0 0,1 0 0,-5 7 0,-2 12 0,7-18 0,-9 24 0,3-8 0,0-1 0,-1 0 0,0 0 0,-11 16 0,-18 22 0,-4 4 0,-60 116 0,22-13 0,76-154-273,0-1 0,0 0 0,0 1 0,-1 9 0,2-3-6553</inkml:trace>
</inkml:ink>
</file>

<file path=ppt/ink/ink1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6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164 16 24575,'-11'-3'0,"0"0"0,0 0 0,0 1 0,0 0 0,0 1 0,-1 0 0,1 1 0,0 0 0,-18 3 0,28-3 0,-1 1 0,0-1 0,1 1 0,-1 0 0,1 0 0,-1-1 0,1 1 0,-1 0 0,1 0 0,0 1 0,-1-1 0,1 0 0,0 0 0,0 0 0,0 1 0,0-1 0,-2 3 0,2-1 0,-1 1 0,1-1 0,0 0 0,0 1 0,0-1 0,0 1 0,1-1 0,-1 5 0,1 0 0,0 0 0,1-1 0,0 1 0,0 0 0,0-1 0,1 1 0,5 11 0,-5-14 0,1 0 0,1 0 0,-1-1 0,1 1 0,-1-1 0,1 0 0,0 0 0,1 0 0,-1 0 0,1-1 0,0 0 0,-1 0 0,2 0 0,-1-1 0,0 1 0,9 2 0,2 0 0,1-1 0,-1 0 0,1-1 0,23 1 0,11-3-1365,-38-1-5461</inkml:trace>
</inkml:ink>
</file>

<file path=ppt/ink/ink1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6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171 36 24575,'0'-1'0,"0"-1"0,0 1 0,0 0 0,0-1 0,0 1 0,0 0 0,-1-1 0,1 1 0,0 0 0,-1-1 0,1 1 0,-1 0 0,1 0 0,-1 0 0,0-1 0,0 1 0,1 0 0,-1 0 0,0 0 0,0 0 0,0 0 0,0 0 0,0 0 0,0 1 0,0-1 0,0 0 0,-1 0 0,1 1 0,0-1 0,0 1 0,-1-1 0,1 1 0,0 0 0,-1-1 0,-1 1 0,1 0 0,-1 0 0,1 0 0,-1 0 0,1 1 0,0-1 0,-1 1 0,1-1 0,0 1 0,-1 0 0,1 0 0,0 0 0,0 0 0,0 0 0,0 1 0,0-1 0,0 1 0,0-1 0,0 1 0,-2 2 0,-6 10 0,1 0 0,0 1 0,1 0 0,1 0 0,0 0 0,1 1 0,-7 27 0,4 0 0,-7 76 0,14-94 0,2-1 0,1 1 0,1-1 0,0 1 0,2-1 0,13 45 0,-1-24 0,2 0 0,35 65 0,-43-92 24,2 0 0,0-1 0,1 0 0,23 23 0,-12-17-519,1-1 0,31 21 0,-43-35-6331</inkml:trace>
</inkml:ink>
</file>

<file path=ppt/ink/ink1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6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85 4 24575,'0'0'0,"0"-1"0,0 1 0,-1 0 0,1 0 0,0 0 0,0-1 0,0 1 0,0 0 0,0 0 0,-1 0 0,1 0 0,0 0 0,0-1 0,0 1 0,-1 0 0,1 0 0,0 0 0,0 0 0,0 0 0,-1 0 0,1 0 0,0 0 0,0 0 0,0 0 0,-1 0 0,1 0 0,0 0 0,0 0 0,-1 0 0,1 0 0,0 0 0,0 0 0,0 0 0,-1 0 0,1 0 0,0 1 0,-3 7 0,5 13 0,8 9 0,21 43 0,-19-46 0,177 370 0,-185-390 0,12 23 0,-15-28 0,-1 1 0,1-1 0,0 0 0,-1 0 0,1 0 0,-1 1 0,0-1 0,1 0 0,-1 1 0,0-1 0,-1 3 0,1-4 0,0 0 0,0-1 0,-1 1 0,1-1 0,0 1 0,-1-1 0,1 1 0,0 0 0,-1-1 0,1 1 0,-1-1 0,1 0 0,-1 1 0,1-1 0,-1 1 0,1-1 0,-1 0 0,1 1 0,-1-1 0,1 0 0,-1 1 0,0-1 0,1 0 0,-1 0 0,0 0 0,1 0 0,-1 0 0,0 1 0,1-1 0,-1 0 0,1-1 0,-1 1 0,0 0 0,1 0 0,-1 0 0,0 0 0,1 0 0,-1-1 0,0 1 0,0-1 0,-28-13 0,27 13 0,-27-18 0,1-2 0,2 0 0,-35-37 0,3 3 0,40 41 0,-23-24 0,38 35 0,0-1 0,0 0 0,0 0 0,0 0 0,0 0 0,1 0 0,0-1 0,-3-8 0,4 12 3,1-1-1,0 0 1,-1 0-1,1 1 0,0-1 1,0 0-1,0 0 1,0 1-1,0-1 1,1 0-1,-1 0 1,0 1-1,1-1 1,0 0-1,-1 1 0,1-1 1,0 0-1,0 1 1,-1-1-1,1 1 1,0-1-1,1 1 1,-1 0-1,0 0 0,0-1 1,1 1-1,-1 0 1,0 0-1,4-2 1,3-1-109,0 0 0,0 1 0,0 0 0,15-4 0,-7 2-803,-4 1-5917</inkml:trace>
</inkml:ink>
</file>

<file path=ppt/ink/ink1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6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24575,'2'0'0,"2"5"0,-1 4 0,-1 1-8191</inkml:trace>
</inkml:ink>
</file>

<file path=ppt/ink/ink1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6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162 26 24575,'-1'-1'0,"0"-2"0,-1 0 0,1 0 0,-1 0 0,0 0 0,-3-4 0,4 7 0,1 0 0,0 0 0,0-1 0,-1 1 0,1 0 0,0 0 0,0 0 0,-1-1 0,1 1 0,0 0 0,-1 0 0,1 0 0,0 0 0,-1 0 0,1 0 0,0 0 0,-1 0 0,1 0 0,0 0 0,-1 0 0,1 0 0,0 0 0,-1 0 0,1 0 0,-1 0 0,0 1 0,1-1 0,-1 1 0,0-1 0,1 1 0,-1 0 0,1-1 0,-1 1 0,1-1 0,-1 1 0,1 0 0,-1 0 0,1-1 0,-1 3 0,-78 157 0,71-145 0,1 0 0,0 1 0,1 0 0,1 1 0,0-1 0,2 1 0,-4 30 0,5-17 0,1 0 0,1 0 0,8 47 0,-4-54 0,1 0 0,2 0 0,0-1 0,19 39 0,52 80 0,-63-115 0,2-1 0,0-1 0,2 0 0,1-2 0,1 0 0,0-1 0,38 28 0,-49-43-212,1 0-1,12 5 1,-18-9-516,4 2-6098</inkml:trace>
</inkml:ink>
</file>

<file path=ppt/ink/ink1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6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22 120 24575,'-1'0'0,"1"0"0,-1-1 0,1 1 0,-1 0 0,0-1 0,0 1 0,1 0 0,-1 0 0,0 0 0,1-1 0,-1 1 0,0 0 0,0 0 0,1 0 0,-1 0 0,0 0 0,0 1 0,1-1 0,-1 0 0,-1 0 0,2 1 0,-1-1 0,1 1 0,-1-1 0,1 1 0,-1-1 0,1 1 0,0-1 0,-1 1 0,1-1 0,0 1 0,0-1 0,0 1 0,-1-1 0,1 1 0,0 0 0,0-1 0,0 1 0,0-1 0,0 2 0,0 1 0,0 0 0,0 0 0,1 0 0,-1 0 0,1 0 0,0 1 0,0-2 0,1 5 0,4 2 0,0 0 0,0 0 0,1-1 0,0 0 0,0 0 0,1-1 0,0 0 0,0 0 0,1-1 0,-1 0 0,2-1 0,-1 0 0,0 0 0,1-1 0,0 0 0,0 0 0,12 2 0,-20-6 0,0 1 0,1-1 0,-1 0 0,0 0 0,0 0 0,1 0 0,-1 0 0,0 0 0,0 0 0,0-1 0,1 1 0,-1-1 0,0 1 0,0-1 0,0 0 0,0 0 0,0 0 0,0 0 0,0 0 0,0-1 0,0 1 0,-1-1 0,1 1 0,-1-1 0,1 1 0,-1-1 0,1 0 0,-1 0 0,0 0 0,1-2 0,0 0 0,0 0 0,-1-1 0,0 1 0,0 0 0,0-1 0,-1 1 0,1-1 0,-1 1 0,0-1 0,0 1 0,-1-1 0,1 1 0,-1-1 0,-1-4 0,0 3 0,-3-16 0,5 21 0,0 1 0,0 0 0,0-1 0,0 1 0,0 0 0,0 0 0,0-1 0,0 1 0,0 0 0,0-1 0,0 1 0,0 0 0,0 0 0,1-1 0,-1 1 0,0 0 0,0 0 0,0-1 0,1 1 0,-1 0 0,0 0 0,0 0 0,0-1 0,1 1 0,0 0 0,-1 0 0,1 0 0,0 0 0,-1-1 0,1 1 0,0 0 0,-1 0 0,1 1 0,0-1 0,0 0 0,-1 0 0,1 0 0,-1 0 0,1 1 0,1-1 0,58 29 0,7 3 0,-46-24 0,49 17 0,-61-22 0,-1-1 0,0 0 0,1-1 0,-1 0 0,1-1 0,11 0 0,-18 0 0,1 0 0,-1 0 0,1-1 0,-1 1 0,1-1 0,-1 0 0,1 0 0,-1 0 0,0 0 0,0 0 0,1 0 0,-1-1 0,0 1 0,0-1 0,0 0 0,0 1 0,3-5 0,-3 3 0,-1 0 0,1 0 0,-1 0 0,1 0 0,-1 0 0,0-1 0,0 1 0,0 0 0,-1-1 0,1 1 0,-1-7 0,0 0 0,0 1 0,-1 0 0,-1-1 0,0 1 0,0 0 0,-1-1 0,0 1 0,-7-15 0,4 14-227,-1-1-1,1 1 1,-2 0-1,1 0 1,-14-12-1,11 13-6598</inkml:trace>
</inkml:ink>
</file>

<file path=ppt/ink/ink1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6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959 0 24575,'-232'9'0,"81"2"0,85-7 0,-50 3-86,-250 25-1193,339-28-5547</inkml:trace>
</inkml:ink>
</file>

<file path=ppt/ink/ink1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6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55 0 24575,'-3'1'0,"0"-1"0,1 1 0,-1 0 0,0 0 0,0 0 0,1 1 0,-1-1 0,1 1 0,-1-1 0,1 1 0,0 0 0,-1 0 0,1 0 0,0 0 0,0 0 0,1 1 0,-1-1 0,0 0 0,1 1 0,-1-1 0,1 1 0,-2 5 0,2-4 0,1 0 0,-1-1 0,1 1 0,0 0 0,0 0 0,0 0 0,0 0 0,1 0 0,-1 0 0,1 0 0,0 0 0,0-1 0,1 1 0,-1 0 0,1-1 0,3 6 0,6 8 0,1-1 0,1 0 0,15 15 0,-14-17 0,-1 2 0,-1-1 0,13 21 0,-19-24-1365,-1 0-5461</inkml:trace>
</inkml:ink>
</file>

<file path=ppt/ink/ink1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6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516 19 24575,'-2'-2'0,"0"0"0,0 0 0,-1 0 0,1 1 0,-1-1 0,0 1 0,1 0 0,-1 0 0,0 0 0,0 0 0,0 0 0,1 0 0,-1 1 0,0 0 0,0-1 0,-5 1 0,-4 1 0,0 0 0,-22 6 0,0-1 0,-137 7 0,-16 16-1365,172-26-5461</inkml:trace>
</inkml:ink>
</file>

<file path=ppt/ink/ink1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6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288 27 24575,'-20'-5'0,"-8"-2"0,-3 1 0,2 1 0,4 1 0,3 5 0,3 1 0,2 0 0,0 1 0,-1-1 0,1 2 0,1 0 0,0-1 0,4 0-8191</inkml:trace>
</inkml:ink>
</file>

<file path=ppt/ink/ink1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7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71 24575,'12'-9'0,"0"0"0,1 1 0,0 0 0,1 1 0,19-7 0,-24 10 0,1 1 0,-1 1 0,1 0 0,0 0 0,0 1 0,0 0 0,0 0 0,-1 2 0,14 0 0,-5 2 0,22 6 0,-35-8 0,1 1 0,0 0 0,-1 1 0,1-1 0,-1 1 0,1 0 0,6 6 0,-10-8 0,0 1 0,-1-1 0,1 1 0,-1 0 0,1-1 0,-1 1 0,0 0 0,0 0 0,0 0 0,0 0 0,0 0 0,0 0 0,0 0 0,-1 0 0,1 0 0,-1 0 0,1 0 0,-1 0 0,0 1 0,0-1 0,0 0 0,0 0 0,0 0 0,-1 1 0,1-1 0,0 0 0,-1 0 0,0 0 0,0 0 0,1 0 0,-3 4 0,-4 4 0,1 0 0,-1 0 0,-1-1 0,-14 15 0,5-6 0,14-15 0,-3 3 0,1 1 0,-1 0 0,1 1 0,0-1 0,-3 9 0,7-14 0,1-1 0,-1 0 0,1 0 0,-1 1 0,1-1 0,-1 0 0,1 1 0,0-1 0,0 0 0,0 1 0,0-1 0,0 0 0,0 1 0,0-1 0,0 0 0,1 1 0,-1-1 0,0 0 0,1 1 0,-1-1 0,1 0 0,-1 0 0,1 0 0,0 1 0,0-1 0,-1 0 0,1 0 0,0 0 0,0 0 0,0 0 0,0 0 0,0-1 0,0 1 0,0 0 0,1 0 0,-1-1 0,0 1 0,0-1 0,1 1 0,-1-1 0,2 1 0,9 3 0,-1-1 0,1 0 0,0-1 0,0-1 0,0 0 0,14 0 0,73-9 0,-49 2 0,17-3-1365,-51 6-5461</inkml:trace>
</inkml:ink>
</file>

<file path=ppt/ink/ink1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7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24575,'0'2'0,"3"4"0,0 3 0,3 2 0,2 2 0,0 2 0,1-3 0,-1 0 0,1 0 0,1 0 0,1-1 0,-1-1 0,1-1 0,-3-1 0,1-1 0,-2-4 0</inkml:trace>
</inkml:ink>
</file>

<file path=ppt/ink/ink1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7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24575,'17'20'0,"6"8"0,2 1 0,-2-4 0,-2-2 0,-4-4 0,-3-4 0,-1-3 0,-4 0 0,1-3 0</inkml:trace>
</inkml:ink>
</file>

<file path=ppt/ink/ink1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7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390 29 24575,'-29'-5'0,"-15"-2"0,-5 1 0,4 1 0,4 1 0,7 2 0,6 3 0,7 2 0,3 3 0,3 0 0,1 1 0,3 3 0,1-1 0,0 0 0,-1 0 0,2-3-8191</inkml:trace>
</inkml:ink>
</file>

<file path=ppt/ink/ink1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7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24575,'18'39'0,"3"-1"0,0 0 0,32 39 0,-27-40 0,106 131-1365</inkml:trace>
</inkml:ink>
</file>

<file path=ppt/ink/ink1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7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130 7 24575,'-5'-2'0,"0"1"0,0 0 0,0 0 0,0 0 0,0 1 0,0-1 0,0 1 0,0 0 0,-1 1 0,1 0 0,0-1 0,-6 3 0,7-2 0,1 1 0,-1-1 0,1 1 0,0 0 0,0-1 0,-1 2 0,1-1 0,1 0 0,-1 0 0,0 1 0,1 0 0,-1-1 0,1 1 0,0 0 0,-1 0 0,2 0 0,-1 1 0,-2 3 0,4-6 0,-1 1 0,1 0 0,-1 0 0,1 0 0,-1 0 0,1 0 0,0 0 0,0 0 0,0 0 0,0 0 0,0 0 0,1-1 0,-1 1 0,0 0 0,1 0 0,-1 0 0,1 0 0,0 0 0,0-1 0,0 1 0,0 0 0,0-1 0,0 1 0,0 0 0,0-1 0,1 1 0,-1-1 0,1 0 0,-1 0 0,3 2 0,4 3 0,1 0 0,1-1 0,-1 0 0,13 5 0,-17-8 0,15 5 20,-1 0 0,1-1 0,1-1 0,-1-1 0,24 1 0,104-1-1505,-134-5-5341</inkml:trace>
</inkml:ink>
</file>

<file path=ppt/ink/ink1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7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1500 44 24575,'-111'-33'0,"95"30"0,0 0 0,-1 1 0,1 0 0,0 2 0,-18 1 0,-1002 104 0,834-84 0,183-19-1365,2-1-5461</inkml:trace>
</inkml:ink>
</file>

<file path=ppt/ink/ink1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7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12 0 24575,'-1'0'0,"0"1"0,1-1 0,-1 0 0,1 0 0,-1 1 0,0-1 0,1 0 0,-1 1 0,1-1 0,-1 0 0,1 1 0,-1-1 0,1 1 0,0-1 0,-1 1 0,1-1 0,-1 1 0,1-1 0,0 1 0,0-1 0,-1 1 0,1 0 0,0-1 0,0 1 0,0-1 0,-1 1 0,1 0 0,0-1 0,0 1 0,0-1 0,0 1 0,0 0 0,0-1 0,1 2 0,1 22 0,4-8 0,0 0 0,1-1 0,0 0 0,1 0 0,12 15 0,-8-11 0,0 1 0,8 21 0,7 31 0,-24-61 0,0 0 0,0 0 0,-2 0 0,2 20 0,-3-30 7,0 1 0,0-1 0,0 1 0,0-1 0,0 1 1,-1 0-1,1-1 0,-1 1 0,1-1 0,-1 1 0,1-1 0,-1 0 0,0 1 0,1-1 0,-1 0 0,-2 3 0,3-4-15,-1 0 0,1 0 0,0 1 0,-1-1 0,1 0 0,0 0 0,-1 0 0,1 0 0,0 1 0,-1-1 0,1 0-1,-1 0 1,1 0 0,0 0 0,-1 0 0,1 0 0,-1 0 0,1 0 0,0 0 0,-1 0 0,1 0 0,0-1 0,-1 1 0,0 0 0,0-1-99,0 1 0,0-1 0,0 0 0,0 0 0,0 0 0,0 1 0,0-1 0,1 0 0,-1 0 0,0 0 0,0-2 0,-5-7-6719</inkml:trace>
</inkml:ink>
</file>

<file path=ppt/ink/ink1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7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759 27 24575,'-19'-6'0,"-1"0"0,1 1 0,-1 2 0,-25-3 0,32 6 0,1 0 0,-1 1 0,0 0 0,0 1 0,1 0 0,-1 1 0,-21 8 0,-5 3 24,0-2 0,-1-2 0,0-2 0,-44 4 0,-163-4-1509,224-8-5341</inkml:trace>
</inkml:ink>
</file>

<file path=ppt/ink/ink1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7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24575,'19'11'0,"0"0"0,-1 2 0,-1 0 0,0 1 0,-1 0 0,0 1 0,-2 1 0,1 1 0,18 29 0,3 12 0,49 108 0,-38-52 0,-41-97 0,-1 1 0,-1 0 0,0 0 0,1 31 0,-5-42 0,0-1 0,-1 1 0,1-1 0,-1 0 0,-1 1 0,1-1 0,-1 0 0,0 0 0,-1 0 0,1 0 0,-1-1 0,0 1 0,-1-1 0,-3 6 0,1-4 0,0-1 0,0 0 0,-1 0 0,0 0 0,0-1 0,0 1 0,-1-2 0,1 1 0,-13 4 0,2-1-1365,3-1-5461</inkml:trace>
</inkml:ink>
</file>

<file path=ppt/ink/ink1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8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24 24 24575,'-10'-10'0,"-3"-3"0,21 27 0,127 205 0,-65-101 0,50 100 0,-107-190 0,-2 1 0,0 0 0,-2 1 0,-1 0 0,-2 0 0,3 32 0,-8-49 0,-1-1 0,-1 1 0,0-1 0,0 1 0,-1-1 0,-1 0 0,0 0 0,-1 0 0,0 0 0,-1 0 0,0-1 0,-1 0 0,0 0 0,-1 0 0,0-1 0,0 0 0,-1 0 0,-1-1 0,1 0 0,-2-1 0,1 0 0,-1 0 0,-13 7 0,6-4-1365,2-2-5461</inkml:trace>
</inkml:ink>
</file>

<file path=ppt/ink/ink1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8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15020 115 24575,'0'0'0,"0"-1"0,-1 0 0,1 1 0,0-1 0,0 1 0,-1-1 0,1 0 0,-1 1 0,1-1 0,-1 1 0,1-1 0,-1 1 0,1 0 0,-1-1 0,1 1 0,-1-1 0,1 1 0,-1 0 0,0-1 0,1 1 0,-1 0 0,0 0 0,1 0 0,-1-1 0,0 1 0,1 0 0,-2 0 0,-22-3 0,22 3 0,-93-2 0,-28-2 0,-108-16 0,138 15 0,-26-2 0,-126 1 0,5 1 0,28-6 0,45 4 0,-91-7 0,-59 8 0,208 6 0,-58 9 0,71-3 0,-3 0 0,-125 3 0,-152-25 0,165-10 0,197 25 0,0 0 0,0 1 0,0 0 0,0 2 0,0-1 0,0 1 0,-19 7 0,-201 52 0,182-51 0,-1-2 0,-82 1 0,-206-10 0,226-6 0,9-1 0,102 8 0,-310 1 0,201 6 0,-36 0 0,-434-6 0,277-2 0,158 8 0,24 0 0,-40 1 0,-39-1 0,-125-16 0,12 4 0,143 20 0,41-2 0,-6-2 0,-195 8 0,-748-20 0,669 25 0,168-5 0,-7-2 0,-359 10 0,305-18 0,274-7 0,-193 2 0,-65 4 0,192-2 0,-41 3 0,-82 11 0,101-6 0,9 1 0,27-5 0,-103 9 0,109-13 0,-49 2 0,76-8 0,-73-9 0,-2-6 0,88 10 0,-1 3 0,-64 2 0,35 2 0,-79-10 0,-2 1 0,57 0 0,1-1 0,-85 18 0,40-1 0,42-3 0,-310 0 0,247-7 0,-144 1-1365,281 0-5461</inkml:trace>
</inkml:ink>
</file>

<file path=ppt/ink/ink1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8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84 0 24575,'-5'7'0,"-40"50"0,40-49 0,0 0 0,0 0 0,1 0 0,0 1 0,-4 13 0,7-16 0,0 0 0,1 0 0,0 0 0,0 0 0,0 0 0,1 0 0,0 0 0,0 0 0,0 0 0,1-1 0,4 12 0,-2-8 0,-2 0 0,1 0 0,1 16 0,-2 72 0,-3-72 0,1 1 0,1-1 0,1 0 0,8 39 0,2-21 0,-1 0 0,-3 1 0,6 86 0,-14-105 0,0 0 0,-2-1 0,-1 1 0,-1 0 0,-12 41 0,7-38 0,2 1 0,0-1 0,2 1 0,2 1 0,-1 47 0,4-66 0,10 214 0,-2-108 0,-1-8 0,0-30 0,20 130 0,-23-189 0,5 25 0,8 92 0,-9-14 0,-2-53 0,23 151 0,-9-95 0,-5-32 0,-6-40 0,5 91 0,-8-77 0,-4-54 0,0 1 0,-1-1 0,0 1 0,-1-1 0,-4 23 0,-4-5 0,-1 0 0,-26 56 0,23-63 0,2 1 0,0 1 0,2 0 0,-8 44 0,15-60 0,1 0 0,0 0 0,1 0 0,0 0 0,0 0 0,5 12 0,22 64 0,-12-40 0,49 196 0,-62-227-170,0-1-1,-1 1 0,-1 0 1,-1-1-1,0 1 0,-1 0 1,-4 18-1,3-17-6655</inkml:trace>
</inkml:ink>
</file>

<file path=ppt/ink/ink1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8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60 24575,'40'-17'0,"35"-13"0,-64 27 0,0 0 0,1 1 0,-1 0 0,24-1 0,313 16 0,-112 4-1365,-214-16-5461</inkml:trace>
</inkml:ink>
</file>

<file path=ppt/ink/ink1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8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 0 24575,'0'9'0,"-1"13"0,1 0 0,2 1 0,0-1 0,8 34 0,4-6 0,12 76 0,-23-107 0,-2 1 0,0 0 0,-1 0 0,-1 0 0,-1-1 0,-1 1 0,-6 20 0,5-26 0,1 1 0,0-1 0,1 1 0,1-1 0,0 1 0,1 0 0,0-1 0,1 1 0,1 0 0,0-1 0,1 1 0,1-1 0,0 0 0,11 24 0,45 107 0,-39-93 0,-11-21 0,0 1 0,-2 0 0,-2 0 0,-1 1 0,2 46 0,-6 204 0,-2-147 0,-8 26 0,2-53 0,0-2 0,-4-4 0,1 105 0,20-51 0,8 63 0,-7-73 0,-4-4 0,0-3 0,8 46 0,-13-157 0,-1-1 0,-2 1 0,-4 36 0,-50 279 0,51-318 0,-27 123 0,27-113 0,2 1 0,4 41 0,-1-13 0,-1-55 0,0 10 0,0 1 0,1-1 0,7 31 0,24 65 60,-16-65-772,11 63-1,-25-101-6113</inkml:trace>
</inkml:ink>
</file>

<file path=ppt/ink/ink1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8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15658 449 24575,'-23'-11'0,"-24"-9"0,37 17 0,-1 0 0,1 0 0,-1 1 0,0 1 0,-11-1 0,-117-12 0,-12 0 0,87 10 0,0-3 0,-74-18 0,29 4 0,59 13 0,-238-34 0,-630-20 0,702 49 0,81 6 0,-353-25 0,-188-18 0,303 32 0,271 13 0,11 0 0,-94 7 0,-8 10 0,-60 5 0,40-4 0,104-7 0,-318-1 0,284-5 0,-46-8 0,13 1 0,-384 23 0,-7 32 0,335-37 0,60-5 0,-303-11 0,109-8 0,19-4 0,-210 13 0,317 5 0,209-1 0,-423-13 0,-175-51 0,259 43 0,-248 38 0,-147 7 0,735-24 0,-242-4 0,1-18 0,-18-12 0,47 7 0,111 16 0,-157 7 0,182 5 0,-1 4 0,-120 21 0,24-1 0,-185-9 0,341-16 0,-180-9 0,184 4 0,-14-3 0,-70 0 0,91 9-106,8-2-314,0 2 1,-52 8-1,68-7-6406</inkml:trace>
</inkml:ink>
</file>

<file path=ppt/ink/ink1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1211 29 24575,'94'-13'0,"-84"12"0,13 0 0,-17 1 0,1 0 0,-1 0 0,0-1 0,1 0 0,9-2 0,-22 2 0,-5 0 0,5 1 0,-125 5 0,86-2 0,-52-4 0,42-2 0,-24-1 0,-7 1 0,-3-1 0,-167 4 0,244 1 0,-14 2 0,14-1 0,-14 0 0,-170-3 0,190 1 0,1 0 0,-10-3 0,9 2 0,1 0 0,-8-1 0,8 2 0,-82 1 0,62 2 0,-6 0 0,-15 2-1365,37-4-5461</inkml:trace>
</inkml:ink>
</file>

<file path=ppt/ink/ink1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27 24575,'-30'-27'0,"58"55"0,5 3 0,-19-19 0,91 73 0,-101-82 0,-3-2 0,0 0 0,0-1 0,0 1 0,1 0 0,-1 0 0,0-1 0,2 1 0,-3-1-1,0 0 0,0 0-1,0 0 1,0 0-1,0 0 1,0 0 0,0 0-1,0 0 1,0 0 0,0 0-1,0 0 1,0 0-1,0 0 1,0 0 0,0 0-1,0 0 1,0 0 0,0 0-1,0 0 1,1 0 0,-1 0-1,0 0 1,0 0-1,0 0 1,0 0 0,0 0-1,0 0 1,0 0 0,0 0-1,0 0 1,0 0-1,0 0 1,0 0 0,0 0-1,0 0 1,0 0 0,0 0-1,0 0 1,0 0-1,0 0 1,0 0 0,0 0-1,0-1 1,0 1 0,0 0-1,0 0 1,0 0 0,0 0-1,0 0 1,0 0-1,0 0 1,0 0 0,0 0-1,0 0 1,0 0 0,0 0-1,0 0 1,0 0-1,-1 0 1,1 0 0,0 0-1,0 0 1,0 0 0,0 0-1,0 0 1,-2-4 188,-4-4-1112,5 8 388,-2-5-6289</inkml:trace>
</inkml:ink>
</file>

<file path=ppt/ink/ink1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148 24 24575,'0'-3'0,"0"1"0,0 0 0,0-1 0,0 1 0,-1-5 0,1 7 0,0 0 0,0 0 0,0-1 0,0 1 0,-1 0 0,1 0 0,0-1 0,0 1 0,0 0 0,0 0 0,0-1 0,-1 1 0,1 0 0,0 0 0,0 0 0,0 0 0,-1-1 0,1 1 0,0 0 0,0 0 0,-1 0 0,1 0 0,0 0 0,0 0 0,-1 0 0,1-1 0,0 1 0,0 0 0,-1 0 0,1 0 0,0 0 0,0 0 0,-1 0 0,1 0 0,0 0 0,0 0 0,-1 1 0,1-1 0,0 0 0,0 0 0,-1 0 0,1 0 0,0 0 0,0 0 0,-1 0 0,1 1 0,0-1 0,0 0 0,0 0 0,-1 0 0,1 1 0,-9 6 0,0 1 0,1 0 0,0 0 0,-12 15 0,6-2 0,10-15 0,0 0 0,-10 11 0,12-15 0,0-1 0,0 1 0,1-1 0,-1 1 0,0-1 0,-1 0 0,1 0 0,0 0 0,0 0 0,0 0 0,-1 0 0,1-1 0,-4 2 0,-1-2-1365,1 0-5461</inkml:trace>
</inkml:ink>
</file>

<file path=ppt/ink/ink1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24575,'0'2'0,"0"0"0,0 3 0,0 0 0,1 1 0,1-1 0,-1 1 0,1 0 0,0 0 0,0 1 0,0 0 0,0 0 0,1 1 0,0-1 0,0 0 0,-2-1 0</inkml:trace>
</inkml:ink>
</file>

<file path=ppt/ink/ink1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74 15 24575,'-7'-3'0,"0"0"0,-9-3 0,14 5 0,0 1 0,-1-1 0,1 1 0,0 0 0,0 0 0,0-1 0,0 1 0,0 0 0,0 1 0,0-1 0,0 0 0,-1 1 0,-1 0 0,3 0 0,0-1 0,1 1 0,-1-1 0,0 1 0,0-1 0,1 1 0,-1 0 0,0-1 0,1 1 0,-1 0 0,1 0 0,-1-1 0,1 1 0,-1 0 0,1 0 0,0 0 0,-1 0 0,1 0 0,0 0 0,0 0 0,-1-1 0,1 1 0,0 0 0,0 0 0,0 0 0,0 0 0,1 2 0,-1 2 0,1 1 0,0 0 0,3 6 0,-3-8 0,4 13 0,-1 1 0,3 24 0,-4-19 0,-1-8 0,0 18 0,-2-25 0,0-5 0,-1 0 0,1 0 0,1 1 0,0 4 0,-1-7 0,0 0 0,0-1 0,0 1 0,1 0 0,-1-1 0,0 1 0,1-1 0,-1 1 0,0 0 0,1-1 0,-1 1 0,1-1 0,-1 1 0,1-1 0,-1 1 0,1-1 0,-1 0 0,1 1 0,-1-1 0,1 1 0,0-1 0,-1 0 0,1 0 0,0 1 0,-1-1 0,2 0 0,7 1 0,0 0 0,0-1 0,12-1 0,4 0 0,-16 1-455,-1 0 0,16 4 0,-18-3-6371</inkml:trace>
</inkml:ink>
</file>

<file path=ppt/ink/ink1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 24575,'0'0'0,"0"0"0,0 0 0,0 0 0,0 0 0,0 0 0,0 0 0,0-1 0,0 1 0,0 0 0,0 0 0,0 0 0,0 0 0,0 0 0,0 0 0,1-1 0,-1 1 0,0 0 0,0 0 0,0 0 0,0 0 0,0 0 0,0 0 0,0 0 0,0 0 0,0 0 0,1-1 0,-1 1 0,0 0 0,0 0 0,0 0 0,0 0 0,0 0 0,0 0 0,0 0 0,1 0 0,-1 0 0,0 0 0,0 0 0,0 0 0,0 0 0,0 0 0,1 0 0,-1 0 0,0 0 0,0 0 0,0 0 0,0 0 0,0 0 0,0 0 0,1 0 0,-1 0 0,0 1 0,0-1 0,0 0 0,0 0 0,0 0 0,0 0 0,0 0 0,7 5 0,-3 0 0,-1 0 0,3 6 0,-4-8 0,-1 0 0,1 0 0,0 0 0,0 0 0,0 0 0,1 0 0,-1 0 0,1-1 0,3 3 0,-6-5 0,0 0 0,0 1 0,0-1 0,0 0 0,0 0 0,0 0 0,0 0 0,1 0 0,-1 0 0,0 0 0,0 0 0,0 0 0,0 0 0,0 0 0,0 0 0,1 0 0,-1 0 0,0 0 0,0 0 0,0 0 0,0 0 0,0 0 0,0 0 0,1 0 0,-1 0 0,0 0 0,0 0 0,0 0 0,0 0 0,0 0 0,0-1 0,0 1 0,1 0 0,-1 0 0,0 0 0,0 0 0,0 0 0,0 0 0,0 0 0,0 0 0,0-1 0,0 1 0,0 0 0,0 0 0,0 0 0,0 0 0,0 0 0,0 0 0,1 0 0,-1-1 0,0 1 0,0 0 0,0 0 0,0 0 0,-1 0 0,1 0 0,0-1 0,0 1 0,0 0 0,0 0 0,0 0 0,0 0 0,-1-12 0,0 10 0,1-1 0,-1 0 0,1-1 0,0 1 0,0 0 0,1-1 0,-1 1 0,0 0 0,2-4 0,-2 6 0,1 0 0,-1 0 0,1 0 0,-1-1 0,1 1 0,-1 0 0,1 1 0,0-1 0,-1 0 0,1 0 0,0 0 0,0 0 0,0 0 0,0 1 0,0-1 0,0 0 0,0 1 0,0-1 0,0 1 0,0-1 0,0 1 0,0 0 0,0-1 0,0 1 0,0 0 0,2 0 0,0-1 0,0 1 0,1 1 0,-1-1 0,0 0 0,0 1 0,0 0 0,0-1 0,4 3 0,24 12 0,-17-8 0,22 8 0,-35-14-1365</inkml:trace>
</inkml:ink>
</file>

<file path=ppt/ink/ink1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23 24575,'5'-2'0,"6"-3"0,0 0 0,15-3 0,-23 7 0,0 0 0,1 1 0,-1-1 0,0 1 0,1 0 0,-1 0 0,1 0 0,-1 1 0,1-1 0,-1 1 0,0-1 0,5 3 0,-6-2 0,-1 0 0,1-1 0,-1 1 0,1 0 0,-1 0 0,0 0 0,0 1 0,0-1 0,0 0 0,0 0 0,0 1 0,0-1 0,0 1 0,0-1 0,0 1 0,-1-1 0,2 3 0,0 3 0,0 0 0,1 12 0,-1-9 0,31 123 0,-22-95 0,-8-31 0,-2-4 0,0 0 0,-1-1 0,1 1 0,0 0 0,-1 0 0,0 5 0,0-8 0,0 1 0,0-1 0,0 1 0,0 0 0,0-1 0,0 0 0,0 1 0,-1-1 0,1 1 0,0-1 0,0 1 0,-1-1 0,1 1 0,0-1 0,-1 0 0,1 1 0,-1 0 0,0-1 0,0 1 0,0-1 0,0 0 0,1 1 0,-1-1 0,0 0 0,0 0 0,0 1 0,0-1 0,0 0 0,0 0 0,0 0 0,-1 0 0,-28-4 0,0 0 0,19 3-1365,1 1-5461</inkml:trace>
</inkml:ink>
</file>

<file path=ppt/ink/ink1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3 141 24575,'0'0'0,"0"0"0,-1 0 0,1-1 0,0 1 0,0 0 0,0 0 0,-1 0 0,1-1 0,0 1 0,0 0 0,0 0 0,0-1 0,0 1 0,0 0 0,0 0 0,-1-1 0,1 1 0,0 0 0,0-1 0,0 1 0,0 0 0,0 0 0,0-1 0,0 1 0,0 0 0,0 0 0,1-1 0,-1 0 0,0 1 0,1-1 0,-1 1 0,0 0 0,1-1 0,-1 1 0,1-1 0,-1 1 0,1 0 0,-1-1 0,0 1 0,2-1 0,1 0 0,1 0 0,-1-1 0,5 0 0,-7 2 0,6-1 0,0 0 0,8 0 0,-7 0 0,13-1 0,-9 0 0,0 0 0,0 2 0,23 0 0,-9 1 0,541-1 0,-561 0 0,1-1 0,7-2 0,9 0 0,5-1 0,-18 3 0,16-2 0,12 4 0,30-2 0,-44-2 0,-15 2 0,15-2 0,239 4 0,-256-1 0,0 1 0,8 1 0,-7 0 0,11 0 0,150-2 0,-82 0 0,-75 0 0,14 3 0,7 1 0,96-4 0,-66 0 0,-50 0 0,15 3 0,12 1 0,287-4 0,-316 0 0,15 3 0,8 1 0,194-3 0,-111-2 0,66 1 0,-176 0 0,0-1 0,8-2 0,-7 2 0,11-1 0,5 2 0,-14 0 0,0 0 0,0-1 0,17-2 0,-15 1 0,-1 0 0,0 1 0,1 1 0,13 1 0,1 0 0,-11-1 0,0 0 0,19 4 0,-18-2 0,1-1 0,28-1 0,-17 0 0,-21-1 0,0 1 0,8-3 0,-7 2 0,12-1 0,-13 1 0,0 1 0,0 0 0,0 1 0,-1 0 0,1 0 0,0 1 0,9 2 0,-6 0 0,20 4 0,-27-7 0,1 0 0,-1-1 0,0 0 0,1 0 0,-1 0 0,0 0 0,1 0 0,-1-1 0,0 1 0,5-3 0,-7 3 0,-1 0 0,0 0 0,0 0 0,0 0 0,1 0 0,-1 0 0,0 0 0,0 0 0,0 0 0,0 0 0,1 0 0,-1 0 0,0 0 0,0 0 0,0 0 0,0-1 0,0 1 0,1 0 0,-1 0 0,0 0 0,0 0 0,0 0 0,0-1 0,0 1 0,0 0 0,0 0 0,1 0 0,-1 0 0,0-1 0,0 1 0,0 0 0,0 0 0,0 0 0,0 0 0,0-1 0,0 1 0,0 0 0,0 0 0,0 0 0,0-1 0,0 1 0,0 0 0,0 0 0,0 0 0,0 0 0,-1-1 0,1 1 0,0 0 0,0 0 0,0 0 0,0 0 0,0-1 0,0 1 0,0 0 0,-1 0 0,1 0 0,0 0 0,-12-8 0,9 6 0,-4-3 0,-49-34 0,44 30 0,-21-12 0,-6-3 0,25 15 0,49 30 0,-8-6 0,1 2 0,50 32 0,-78-49 0,1 1 0,0-1 0,-1 1 0,1-1 0,-1 0 0,1 1 0,-1 0 0,1-1 0,-1 1 0,1-1 0,-1 1 0,0-1 0,1 1 0,-1 0 0,0-1 0,0 1 0,1 0 0,-1-1 0,0 1 0,0 0 0,0-1 0,0 1 0,0 0 0,0 0 0,0-1 0,0 1 0,0 0 0,0-1 0,0 1 0,0 0 0,0 0 0,-1-1 0,1 1 0,0 0 0,-1-1 0,1 1 0,0-1 0,-1 1 0,1 0 0,-1-1 0,0 1 0,-2 3 0,0 0 0,-1-1 0,0 0 0,-7 5 0,8-5 0,-9 6-24,8-5-244,0-1-1,0 0 1,0 0 0,-6 2 0,5-3-6558</inkml:trace>
</inkml:ink>
</file>

<file path=ppt/ink/ink1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151 48 24575,'-6'-6'0,"-1"1"0,1 0 0,-1 0 0,0 0 0,0 0 0,-1 1 0,-15-6 0,22 9 0,0 1 0,0 0 0,0-1 0,0 1 0,0 0 0,0-1 0,0 1 0,0 0 0,0 0 0,0 0 0,0 0 0,-1 0 0,1 0 0,0 0 0,0 1 0,0-1 0,0 0 0,0 1 0,0-1 0,0 0 0,0 1 0,0-1 0,0 1 0,0 0 0,0-1 0,0 1 0,1 0 0,-1 0 0,0-1 0,0 1 0,1 0 0,-1 0 0,0 0 0,1 0 0,-1 0 0,1 0 0,-1 0 0,1 0 0,-1 0 0,1 0 0,0 0 0,0 0 0,0 0 0,-1 3 0,1-2 0,0 0 0,0 1 0,0-1 0,0 1 0,0-1 0,0 1 0,1-1 0,-1 0 0,1 1 0,0-1 0,1 4 0,-1-4 0,0 0 0,0-1 0,0 1 0,1-1 0,-1 1 0,0-1 0,0 0 0,1 0 0,-1 1 0,1-1 0,0 0 0,-1 0 0,1 0 0,0-1 0,2 2 0,1 0 0,2 1 0,12 2 0,-17-4 0,-1-1 0,1 0 0,-1 0 0,0 0 0,1 1 0,-1-1 0,1-1 0,-1 1 0,1 0 0,-1 0 0,1 0 0,-1-1 0,0 1 0,3-2 0,-3 2 0,-1 0 0,1-1 0,-1 1 0,0 0 0,1-1 0,-1 1 0,0 0 0,1-1 0,-1 1 0,0 0 0,1-1 0,-1 1 0,0-1 0,0 1 0,1-1 0,-1 1 0,0-1 0,0 1 0,0 0 0,0-1 0,0 1 0,0-1 0,0 1 0,0-2 0,0 1 0,0 0 0,0 0 0,-1 0 0,1 0 0,-1 0 0,1 0 0,-1 0 0,1 0 0,-2-2 0,-2-2 0,1 1 0,-1 0 0,-5-4 0,9 8 0,-6-5 0,0 1 0,0 0 0,-1 0 0,1 0 0,-1 1 0,1 0 0,-1 1 0,0-1 0,0 1 0,-8-1 0,14 3 0,0 0 0,0 0 0,0-1 0,0 1 0,0 0 0,0 0 0,0 0 0,0 1 0,0-1 0,0 0 0,0 0 0,0 0 0,0 1 0,0-1 0,0 1 0,0-1 0,0 0 0,1 1 0,-1 0 0,0-1 0,-1 2 0,1-1 0,1 0 0,-1 0 0,0 0 0,1 0 0,-1 1 0,0-1 0,1 0 0,0 1 0,-1-1 0,1 0 0,0 1 0,0-1 0,-1 1 0,1 1 0,0 0 0,0-1 0,1 0 0,-1 0 0,0 1 0,1-1 0,-1 0 0,1 0 0,-1 0 0,1 0 0,0 0 0,0 0 0,0 0 0,0 0 0,1 0 0,-1 0 0,0 0 0,1-1 0,-1 1 0,1 0 0,3 2 0,-2-2 0,0 1 0,0-1 0,1 0 0,-1 0 0,1 0 0,-1-1 0,1 1 0,0-1 0,-1 0 0,1 0 0,0 0 0,0 0 0,0-1 0,0 0 0,0 1 0,0-1 0,6-1 0,-9 1 0,0 0 0,0-1 0,0 1 0,0 0 0,0 0 0,0-1 0,0 1 0,0-1 0,0 1 0,-1-1 0,1 1 0,0-1 0,0 1 0,0-1 0,0 0 0,-1 1 0,1-1 0,0 0 0,-1 0 0,1 0 0,0 0 0,-1 1 0,1-1 0,-1 0 0,1 0 0,-1 0 0,0 0 0,1 0 0,-1 0 0,0 0 0,0 0 0,0 0 0,0 0 0,0-2 0,0 1 0,0 1 0,0-1 0,0 1 0,-1 0 0,1-1 0,0 1 0,-1 0 0,1-1 0,-1 1 0,0 0 0,1-1 0,-1 1 0,0 0 0,0 0 0,0 0 0,0 0 0,0 0 0,0 0 0,0 0 0,0 0 0,0 0 0,0 0 0,0 1 0,-1-1 0,-1-1 0,1 2-76,1 0 1,-1-1-1,0 1 0,1 0 0,-1-1 0,0 1 0,1 0 0,-1 0 1,0 1-1,1-1 0,-1 0 0,0 0 0,1 1 0,-1-1 1,1 1-1,-1 0 0,-2 1 0,-1 1-6750</inkml:trace>
</inkml:ink>
</file>

<file path=ppt/ink/ink1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38 24575,'4'-9'0,"4"-8"0,-8 16 0,1 0 0,0 0 0,-1 0 0,1 0 0,0 0 0,0 0 0,0 0 0,0 0 0,0 1 0,1-2 0,-2 2 0,1 0 0,-1 0 0,0 0 0,0-1 0,0 1 0,0 0 0,1 0 0,-1 0 0,0 0 0,0 0 0,0 0 0,1 0 0,-1 0 0,0 1 0,0-1 0,0 0 0,0 0 0,1 0 0,-1 0 0,0 0 0,0 0 0,0 0 0,0 0 0,0 0 0,1 0 0,-1 0 0,0 1 0,0-1 0,0 0 0,0 0 0,0 0 0,0 0 0,0 0 0,0 1 0,1-1 0,-1 0 0,0 0 0,0 0 0,0 0 0,0 1 0,0-1 0,0 0 0,0 0 0,0 1 0,1 8 0,-1-9 0,1 11 0,-1-7 0,0 1 0,0 0 0,1 0 0,0 0 0,1 5 0,8 19 0,-1 1 0,-2-1 0,4 33 0,-4-12 0,-4-32 0,-1-8 0,1 18 0,-4 131 0,2-150 0,2 15 0,-2-14 0,1 11 0,4 38 0,10 68 0,-13-104 0,1 26 0,-4 635 0,3-638 0,1-4 0,-4-5 0,0-6 0,4 33 0,3 28 0,-5-79 0,2 21 0,0 36 0,-4-68 0,0 22 0,4 40 0,-1-39 0,-2 0 0,-1 27 0,-1-15 0,1-20 0,1-1 0,-2 0 0,-3 27 0,2-31 0,-1 1 0,1 0 0,-1 20 0,2-28 0,1 0 0,-3 8 0,0 7 0,2-11 0,0-1 0,-1 1 0,0-1 0,-4 9 0,-1 6 0,6-18 0,0 1 0,1 0 0,-1-1 0,1 9 0,0-8 0,0 1 0,-2 12 0,2-17 0,0 0 0,-1 0 0,0 0 0,0 0 0,1 0 0,-1 0 0,0 0 0,0-1 0,-1 1 0,1 0 0,0 0 0,-3 2 0,0 0 0,0-1 0,1 1 0,-1 0 0,1 0 0,0 1 0,-3 6 0,4-9 0,1 0 0,0 1 0,1-1 0,-1 1 0,0 0 0,1-1 0,-1 1 0,1 0 0,0-1 0,0 1 0,0 0 0,0-1 0,0 1 0,2 4 0,-2-7-35,0 1 0,0-1 0,0 1 0,0 0 0,0-1 0,0 1 0,1-1 0,-1 1 0,0-1 0,0 1 0,1-1 0,-1 1 0,0-1 0,1 0 0,-1 1 0,0-1 0,1 1 0,-1-1 0,1 0 0,-1 1 0,1-1 0,-1 0 0,1 0 0,-1 1 0,1-1 0,-1 0 0,1 0 0,-1 0 0,1 1 0,-1-1 0,1 0 0,-1 0 0,1 0 0,-1 0 0,1 0 0,-1 0 0,1 0 0,0-1 0,4 1-6791</inkml:trace>
</inkml:ink>
</file>

<file path=ppt/ink/ink1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0 106 24575,'0'0'0,"0"-1"0,1 1 0,-1 0 0,0-1 0,0 1 0,0 0 0,0-1 0,1 1 0,-1 0 0,0 0 0,0-1 0,1 1 0,-1 0 0,0 0 0,0 0 0,1-1 0,-1 1 0,0 0 0,1 0 0,-1 0 0,0 0 0,0 0 0,1 0 0,-1-1 0,0 1 0,1 0 0,0 0 0,10-1 0,-9 1 0,16-1 0,0 1 0,1 1 0,18 3 0,7 1 0,-10-3 0,162 20 0,-52-12 0,-77-7 0,-4 1 0,3-1 0,-44 0 0,0-2 0,0-1 0,28-3 0,-30 1 0,25 0 0,-8 1 0,-5-2 0,12-1 0,371 4 0,-394-1 0,31-5 0,-29 3 0,23-1 0,-34 4 0,-1-1 0,14-2 0,-10 1 0,0 1 0,28 1 0,-17 0 0,-21 0 0,0 1 0,10 2 0,-9-2 0,0 0 0,6 0 0,27 3 0,8 0 0,-41-5 0,1 1 0,-1-1 0,13-2 0,34-7 0,-53 10 0,1 0 0,-1 0 0,0 0 0,0 0 0,1 0 0,-1-1 0,0 1 0,1 0 0,-1 0 0,0 0 0,0 0 0,1 0 0,-1 0 0,0 0 0,0-1 0,1 1 0,-1 0 0,0 0 0,0-1 0,0 1 0,0 0 0,0 0 0,0 0 0,0 0 0,0 0 0,0 0 0,0-1 0,0 1 0,0 0 0,0 0 0,0 0 0,0 0 0,-1 0 0,1 0 0,0 0 0,0 0 0,0-1 0,0 1 0,0 0 0,0 0 0,0 0 0,-1 0 0,1 0 0,0 0 0,-11-4 0,-17-3 0,0-2 0,-36-15 0,48 16 0,1 1 0,0 0 0,0-1 0,1-1 0,-15-11 0,29 20 0,-1 0 0,1-1 0,-1 1 0,1 0 0,0-1 0,-1 1 0,1 0 0,0-1 0,0 1 0,-1 0 0,1-1 0,0 1 0,0-1 0,-1 1 0,1 0 0,0-1 0,0 1 0,0-1 0,0 1 0,-1-1 0,2 1 0,-1-1 0,0 1 0,0 0 0,0 0 0,0-1 0,1 1 0,-1 0 0,0 0 0,0 0 0,0 0 0,1-1 0,-1 1 0,0 0 0,0 0 0,1 0 0,-1 0 0,0 0 0,0 0 0,1 0 0,-1 0 0,0 0 0,1-1 0,-1 1 0,3 0 0,0 0 0,0 0 0,0 0 0,0 1 0,3 0 0,5 2 0,1 1 0,-1 0 0,16 8 0,31 20 0,-58-31 0,68 43 0,-66-43 0,0 0 0,-1 1 0,1-1 0,0 1 0,-1-1 0,3 4 0,-4-5 0,1 1 0,-1-1 0,0 0 0,0 1 0,0-1 0,1 1 0,-1-1 0,0 1 0,0-1 0,0 0 0,0 1 0,0-1 0,0 1 0,0-1 0,0 1 0,0-1 0,0 1 0,0-1 0,0 1 0,0-1 0,0 0 0,-1 1 0,1-1 0,0 1 0,0-1 0,0 1 0,-1-1 0,1 0 0,0 1 0,-1-1 0,1 0 0,0 1 0,0-1 0,-1 0 0,1 1 0,-1-1 0,0 1 0,-2 1 0,-1-1 0,1 1 0,-1-1 0,0 1 0,1-1 0,-1 0 0,0 0 0,0-1 0,-5 1 0,-16 4 0,17-2-222,0 0-1,-1 1 0,1 0 0,1 0 1,-13 10-1,19-13 194,-5 3-6797</inkml:trace>
</inkml:ink>
</file>

<file path=ppt/ink/ink1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24 24575,'1'-3'0,"0"1"0,0-1 0,0 0 0,0-5 0,0 3 0,-3 27 0,1-13 0,0 0 0,0 0 0,1 0 0,0 0 0,0 0 0,3 12 0,-2-14 0,22 124 0,-7-77 0,-9-30 0,5 42 0,-12-60 0,0-1 0,1 0 0,-1 0 0,-1 0 0,1 1 0,-2 4 0,-1 0 0,0-1 0,-5 13 0,8-21-54,-1 0-1,1 0 0,-1 0 1,1 0-1,0 0 1,0 0-1,-1 1 0,1-1 1,0 0-1,0 0 1,0 0-1,0 0 0,0 1 1,1-1-1,-1 0 0,0 0 1,1 0-1,-1 0 1,0 0-1,1 0 0,-1 0 1,1 0-1,0 1 1,0 0-1</inkml:trace>
</inkml:ink>
</file>

<file path=ppt/ink/ink1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23 24575,'0'-1'0,"0"0"0,0 0 0,1 0 0,-1 0 0,0 1 0,0-1 0,0 0 0,0 0 0,1 0 0,-1 1 0,0-1 0,1 0 0,-1 1 0,1-1 0,-1 0 0,1 1 0,-1-1 0,1 0 0,-1 1 0,2-1 0,-1 0 0,1 0 0,-1 0 0,0 1 0,1-1 0,-1 0 0,1 1 0,-1-1 0,1 1 0,3-1 0,0 1 0,0 0 0,1 0 0,-1 1 0,0-1 0,8 3 0,20 2 0,-10-1 0,55 6 0,-55-7 0,-14-1 0,12 0 0,-10-2 0,8 0 0,24 4 0,-30-3 0,27 0 0,1 0 0,-18 2 0,-14-1 0,12 0 0,-1-2 0,58 4 0,-15 0 0,-1-1 0,-49-1 0,-1-1 0,1-1 0,-1 0 0,25-4 0,-21 0 0,-7 2 0,0 0 0,0 1 0,11-1 0,-4 3 0,29 3 0,-37-3 0,0 0 0,0 0 0,0-1 0,0 0 0,0-1 0,0 0 0,0 0 0,0-1 0,15-5 0,-8 2 0,3-1 0,27-7 0,-34 11 0,-4 1 0,1-1 0,16 0 0,8 2 0,48 1 0,-46 2 0,11 1 0,2-1 0,3 1 0,-40-4 0,19-1 0,-25 0 0,-5-1 0,-8-1 0,2 3-1365,1-1-5461</inkml:trace>
</inkml:ink>
</file>

<file path=ppt/ink/ink1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 25 24575,'-1'-3'0,"0"0"0,0-1 0,0 1 0,-1 0 0,-2-4 0,4 7 0,0 0 0,0 0 0,0 0 0,0-1 0,0 1 0,0 0 0,0 0 0,0 0 0,0 0 0,0 0 0,0 0 0,0 0 0,0 0 0,0 0 0,0 0 0,0 0 0,0 0 0,0 0 0,0 0 0,0-1 0,-1 1 0,1 0 0,0 0 0,0 0 0,0 0 0,0 0 0,0 0 0,0 0 0,0 0 0,0 0 0,0 0 0,0 0 0,0 0 0,-1 0 0,1 0 0,0 0 0,0 0 0,0 0 0,0 0 0,0 0 0,0 0 0,0 0 0,0 0 0,-2 5 0,1 6 0,1-11 0,0 12 0,1 5 0,-5 32 0,-4 11 0,6-44 0,1 1 0,1 32 0,1-18 0,-1-16 0,0 6 0,0-1 0,4 22 0,4 16 0,-7-46 0,0-1 0,-1 19 0,0 9 0,4-15 0,-3-15 0,1 15 0,-2 139 0,3-148-22,-3-12 48,1-1-1,-1 1 0,1 5 1,-1-8-102,0 1 0,0 0 0,0 0 0,0-1-1,0 1 1,-1 0 0,1-1 0,0 1 0,0 0 0,-1-1 0,1 1 0,0 0 0,-1-1 0,1 1 0,-1 0 0,1-1 0,-1 1 0,0 0 0,-3 2-6750</inkml:trace>
</inkml:ink>
</file>

<file path=ppt/ink/ink1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1235 72 24575,'0'-1'0,"-2"-3"0,0 0 0,0 0 0,-1 1 0,-4-7 0,6 9 0,0 0 0,-1 0 0,1 0 0,0 0 0,-1 0 0,1 0 0,0 1 0,-1-1 0,1 0 0,-1 1 0,0-1 0,1 1 0,-1-1 0,1 1 0,-1 0 0,-1 0 0,-30 0 0,22 0 0,-22-2 0,-50-3 0,26 2 0,-64-5 0,-2 1 0,-58-3 0,144 10 0,-30 1 0,2 6 0,39-4 0,-19 1 0,4 0 0,-4-1 0,-67-3 0,107 0 0,-1 1 0,-10 2 0,1 0 0,-27 4 0,19-1-1365,17-5-5461</inkml:trace>
</inkml:ink>
</file>

<file path=ppt/ink/ink1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 44 24575,'-1'-4'0,"-5"-16"0,6 19 0,-1 0 0,1-1 0,0 1 0,0-1 0,0 1 0,0 0 0,0-1 0,0 1 0,1-1 0,-1 1 0,1-3 0,-1 4 0,0 0 0,0 0 0,0 0 0,0 0 0,0 0 0,0 0 0,0 0 0,0 0 0,0 0 0,0 0 0,0 0 0,0 0 0,0 0 0,0 0 0,0 0 0,0 0 0,0 0 0,0 0 0,0 0 0,0 0 0,0 0 0,1-1 0,-1 1 0,0 0 0,0 0 0,0 0 0,0 0 0,0 0 0,0 0 0,0 0 0,0 0 0,0 0 0,0 0 0,0 0 0,0 0 0,0 0 0,0 0 0,0 0 0,0 0 0,0 0 0,0 0 0,0 0 0,0 0 0,0 0 0,0 0 0,1 0 0,-1 0 0,0 0 0,0 0 0,0 0 0,0 0 0,0 0 0,0 0 0,0 1 0,0-1 0,2 3 0,-1 6 0,0 26 0,-1-23 0,0-1 0,3 13 0,2 2 0,13 41 0,-16-61 15,0 0 0,0-1 0,-1 1 0,0 0 0,-1 0 0,1 1 0,-1 8 0,0-12-89,-1-1-1,1 1 1,-1 0 0,0-1 0,1 1-1,-1-1 1,0 1 0,-1-1 0,1 1-1,0-1 1,-1 0 0,1 1 0,-1-1-1,0 0 1,1 0 0,-1 0 0,0 0-1,-1-1 1,-1 3 0,-2-1-6752</inkml:trace>
</inkml:ink>
</file>

<file path=ppt/ink/ink1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179 37 24575,'0'0'0,"-56"-25"0,49 22 0,0 1 0,0 0 0,0 0 0,0 1 0,-1 0 0,-9 0 0,14 1 0,-1 1 0,1-1 0,0 1 0,0 0 0,-1 0 0,1 0 0,0 0 0,0 0 0,0 1 0,-3 2 0,4-3 0,0 0 0,0 0 0,1 0 0,-1 1 0,1-1 0,-1 1 0,1-1 0,0 1 0,-1-1 0,1 1 0,0 0 0,0 0 0,0-1 0,0 1 0,1 0 0,-1 0 0,0 3 0,0 0 0,1-1 0,-1 1 0,1 0 0,1 0 0,-1-1 0,1 1 0,0 0 0,0-1 0,0 1 0,0-1 0,1 1 0,0-1 0,3 6 0,2 5 0,-4-10 0,-1 0 0,1 0 0,5 7 0,-6-10 0,-1-1 0,0 0 0,0 1 0,1-1 0,-1 0 0,1 0 0,-1 0 0,1 0 0,-1 0 0,1 0 0,0-1 0,-1 1 0,1 0 0,0-1 0,2 1 0,46 2 0,11 6-1365,-53-8-5461</inkml:trace>
</inkml:ink>
</file>

<file path=ppt/ink/ink1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142 60 24575,'4'-17'0,"2"-6"0,-5 21 0,-1 0 0,1 0 0,0 0 0,0 0 0,1 0 0,-1 0 0,0 0 0,2-2 0,-12 13 0,2-3 0,1 0 0,0 0 0,-9 12 0,7-5 0,1 1 0,-8 24 0,-1 3 0,-42 63 0,55-100-227,1 0-1,0 0 1,0 1-1,0-1 1,-2 8-1,3-7-6598</inkml:trace>
</inkml:ink>
</file>

<file path=ppt/ink/ink1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 0 24575,'-2'0'0,"1"1"0,0-1 0,0 0 0,0 1 0,0-1 0,-1 1 0,1 0 0,0-1 0,0 1 0,0 0 0,0 0 0,0-1 0,0 1 0,0 0 0,1 0 0,-1 0 0,0 0 0,0 1 0,0 0 0,1-1 0,-1 1 0,1 0 0,-1-1 0,1 1 0,0-1 0,-1 1 0,1 0 0,0-1 0,0 1 0,1 0 0,-1-1 0,0 3 0,2 3 0,0 0 0,0 0 0,1 0 0,0 0 0,0-1 0,0 1 0,9 10 0,-11-15 0,0 0 0,1 0 0,-1 0 0,0 0 0,0 0 0,0 1 0,0-1 0,0 4 0,-1-6 0,0 0 0,0 0 0,0-1 0,0 1 0,0 0 0,0 0 0,0 0 0,0 0 0,0 0 0,0 0 0,0 0 0,0 0 0,0 0 0,0 0 0,0 0 0,-1 0 0,1 0 0,0 0 0,0 0 0,0 0 0,0 0 0,0 0 0,0 0 0,0 0 0,0 0 0,0 0 0,-1 0 0,1 0 0,0 0 0,0 0 0,0 0 0,0 0 0,0 0 0,0 0 0,0 0 0,0 0 0,0 0 0,0 0 0,0 0 0,-1 0 0,1 0 0,0 0 0,0 0 0,0 0 0,0 0 0,0 0 0,0 0 0,0 1 0,0-1 0,0 0 0,0 0 0,0 0 0,0 0 0,0 0 0,0 0 0,0 0 0,0 0 0,0 0 0,0 0 0,0 1 0,0-1 0,0 0 0,0 0 0,0 0 0,0 0 0,0 0 0,0 0 0,-7-5 0,7 4 0,-12-12-1365,8 6-5461</inkml:trace>
</inkml:ink>
</file>

<file path=ppt/ink/ink1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34 24575,'1'0'0,"12"-7"0,0 0 0,21-7 0,-30 13 0,-1-1 0,1 2 0,0-1 0,0 0 0,-1 1 0,1-1 0,0 1 0,0 0 0,0 0 0,0 1 0,0-1 0,0 1 0,-1 0 0,8 2 0,-8-1 0,0 0 0,0 0 0,0 0 0,0 0 0,0 1 0,-1-1 0,1 1 0,-1 0 0,0-1 0,0 1 0,0 0 0,0 0 0,0 0 0,1 5 0,-1-4 0,-1 0 0,1 0 0,-1 0 0,0 0 0,-1 0 0,1 0 0,0 0 0,-1 0 0,0 0 0,0 0 0,-1 1 0,0 3 0,0-5 0,0 0 0,0 0 0,0 0 0,-1 0 0,1 0 0,-1 0 0,0 0 0,0-1 0,0 1 0,0-1 0,0 1 0,0-1 0,-1 0 0,1 0 0,-1 0 0,0 0 0,-5 3 0,-3 0 0,-1 0 0,0 0 0,-15 3 0,22-7 0,-19 4 101,10-3-1567,7 0-5360</inkml:trace>
</inkml:ink>
</file>

<file path=ppt/ink/ink1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29 24575,'-2'-12'0,"2"10"0,0 0 0,-1 1 0,1-1 0,0 1 0,0-1 0,0 0 0,0 1 0,0-3 0,3 17 0,-1 13 0,2-1 0,7 30 0,-9-44 0,0-1 0,-1 1 0,0 0 0,-1-1 0,0 1 0,-1 0 0,-2 16 0,0-18 0,1 0 0,-2 0 0,-7 17 0,11-26 0,0 1 0,-1-1 0,1 0 0,0 0 0,0 0 0,0 0 0,0 0 0,0 0 0,0 0 0,0 0 0,0 0 0,0 0 0,0 0 0,0 1 0,0-1 0,0 0 0,0 0 0,0 0 0,0 0 0,0 0 0,0 0 0,0 0 0,0 0 0,0 1 0,0-1 0,0 0 0,0 0 0,0 0 0,0 0 0,0 0 0,0 0 0,0 0 0,0 0 0,0 1 0,0-1 0,0 0 0,0 0 0,0 0 0,0 0 0,0 0 0,0 0 0,0 0 0,0 0 0,0 0 0,0 0 0,1 1 0,-1-2 0,0 1 0,0 0 0,1 0 0,-1 0 0,0 0 0,0 0 0,1 0 0,-1 0 0,0-1 0,0 1 0,0 0 0,0 0 0,1 0 0,-1-1 0,0 1 0,0 0 0,0 0 0,1-1 0,-1 0-105,0 0 0,1 0 0,-1 0 0,0 0 0,0 0 0,0 0 0,0 0 0,1 0 0,-1 0 0,-1 0 0,1 0 0,0-2 0,-1-1-6721</inkml:trace>
</inkml:ink>
</file>

<file path=ppt/ink/ink1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 3 24575,'1'-1'0,"1"1"0,-1 0 0,0 0 0,1 0 0,-1 0 0,0 0 0,1 0 0,-1 0 0,0 1 0,1-1 0,-1 0 0,0 1 0,1-1 0,-1 1 0,0-1 0,0 1 0,2 1 0,3 1 0,0 1 0,5 6 0,-5-5 0,17 18 0,-16-16 0,1 0 0,11 9 0,-19-16 0,0 0 0,0 0 0,0 0 0,0 0 0,0-1 0,0 1 0,0 0 0,0 0 0,0 0 0,0 0 0,0 0 0,0 0 0,0 0 0,0 0 0,0 0 0,0 0 0,0 0 0,0 0 0,0 0 0,0 0 0,0 0 0,0 0 0,0 0 0,0 0 0,0 0 0,0 0 0,0 0 0,1 0 0,-1 0 0,0 0 0,0 0 0,0 0 0,0 0 0,0 0 0,0 0 0,0 0 0,0 0 0,0 0 0,0 0 0,0 0 0,0 0 0,0 0 0,0 0 0,0 0 0,0 0 0,0 0 0,0 0 0,0 0 0,-3-5 0,-6-6 0,-6-3 0,0 1 0,0 0 0,-19-10 0,27 20 0,7 3 0,-1 0 0,1 0 0,0 0 0,0 0 0,-1 0 0,1 0 0,0 0 0,0 0 0,0 0 0,-1 0 0,1 0 0,0 0 0,0 1 0,-1-1 0,1 0 0,0 0 0,0 0 0,0 0 0,0 0 0,-1 1 0,1-1 0,-1 1 0,1 0 0,-1 0 0,1 0 0,0 0 0,-1 0 0,1 0 0,0 0 0,0 0 0,0-1 0,0 1 0,0 0 0,0 1 0,0 4 0,1 1 0,0-1 0,0 0 0,3 9 0,-2-8 0,0 0 0,1 11 0,-3-17 4,0 0 1,0 0-1,0 0 0,0-1 0,0 1 0,0 0 0,0 0 0,0-1 0,0 1 1,-1 0-1,1 0 0,0-1 0,0 1 0,-1 0 0,1 0 0,0-1 0,-1 1 1,1 0-1,-1-1 0,1 1 0,-1-1 0,1 1 0,-1-1 0,1 1 0,-1-1 1,0 1-1,1-1 0,-2 1 0,0 0-118,1-1 0,-1 1-1,1-1 1,-1 0 0,0 0 0,1 0-1,-1 0 1,1 0 0,-1 0 0,0 0-1,1 0 1,-3-2 0,-3 1-6712</inkml:trace>
</inkml:ink>
</file>

<file path=ppt/ink/ink1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6 24575,'-4'-6'0,"6"12"0,2 12 0,1 0 0,0 0 0,1-1 0,11 23 0,-10-26 0,-2-1 0,0 1 0,0 1 0,2 15 0,-7-29 35,0-2-691,-1 1-88</inkml:trace>
</inkml:ink>
</file>

<file path=ppt/ink/ink1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291 26 24575,'1'-2'0,"-1"0"0,1 0 0,0 0 0,-1 0 0,1 0 0,0 0 0,0 0 0,0 0 0,0 1 0,1-1 0,-1 0 0,2-1 0,-5 4 0,0 0 0,0 0 0,1-1 0,-1 1 0,-3 0 0,-1 1 0,-1 0 0,-1-1 0,1 0 0,-1 0 0,-13 0 0,9-1 0,-12 2 0,-3 1 0,-51-2 0,50-1 0,19 0 67,-15-4 0,-2 1-1566,20 3-5327</inkml:trace>
</inkml:ink>
</file>

<file path=ppt/ink/ink1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63 32 24575,'-1'-1'0,"0"0"0,-1 0 0,1 1 0,0-1 0,0 1 0,-1-1 0,1 1 0,-1-1 0,1 1 0,0 0 0,-3-1 0,4 1 0,-1 0 0,1 0 0,-1 1 0,1-1 0,-1 0 0,1 0 0,-1 0 0,1 1 0,-1-1 0,1 0 0,-1 0 0,1 1 0,0-1 0,-1 0 0,1 1 0,-1-1 0,1 0 0,0 1 0,-1-1 0,1 1 0,0-1 0,0 1 0,-1-1 0,1 1 0,0-1 0,0 1 0,0-1 0,0 1 0,-1-1 0,1 1 0,0-1 0,0 1 0,0 0 0,0 3 0,-1 0 0,1 0 0,0 1 0,0-1 0,0 0 0,1 0 0,-1 0 0,1 1 0,0-1 0,0 0 0,1 0 0,-1 0 0,1 0 0,3 6 0,-4-10 0,-1 1 0,0-1 0,1 1 0,-1-1 0,0 1 0,1-1 0,-1 0 0,1 1 0,-1-1 0,0 0 0,1 1 0,-1-1 0,1 0 0,-1 0 0,1 1 0,0-1 0,-1 0 0,1 0 0,-1 0 0,0 0 0,0 0 0,1 0 0,-1 0 0,0 0 0,0 0 0,0-1 0,1 1 0,-1 0 0,0 0 0,0 0 0,0 0 0,1 0 0,-1 0 0,0-1 0,0 1 0,0 0 0,0 0 0,1 0 0,-1-1 0,0 1 0,0 0 0,0-1 0,1 0 0,-1 0 0,1 0 0,-1-1 0,0 1 0,1 0 0,-1-1 0,0 1 0,0 0 0,0-1 0,0 1 0,-1-3 0,-1-5 0,0 0 0,-1 0 0,0 0 0,-1 0 0,0 1 0,0-1 0,-10-14 0,13 23 0,1 0 0,0-1 0,0 1 0,-1 0 0,1-1 0,0 1 0,0 0 0,-1-1 0,1 1 0,0 0 0,-1 0 0,1-1 0,0 1 0,-1 0 0,1 0 0,-1 0 0,1-1 0,0 1 0,-2 0 0,2 0 0,0 0 0,0 0 0,-1 0 0,1 1 0,0-1 0,0 0 0,0 0 0,-1 0 0,1 0 0,0 0 0,0 1 0,0-1 0,0 0 0,0 0 0,-1 0 0,1 1 0,0-1 0,0 0 0,0 0 0,0 0 0,0 1 0,0-1 0,0 0 0,0 1 0,-1 1 0,1 0 0,0 0 0,-1 0 0,1 0 0,0 0 0,1 4 0,0 0 0,1 0 0,0 0 0,0 0 0,5 10 0,16 22 0,-16-31 0,-7-7 0,0 0 0,0 1 0,0-1 0,0 0 0,0 0 0,1 0 0,-1 0 0,0 0 0,0 0 0,0 0 0,0 0 0,0 0 0,0 0 0,0 0 0,1 0 0,-1 0 0,0 0 0,0 0 0,0 0 0,0 0 0,0 0 0,0 0 0,0 0 0,1 0 0,-1 0 0,0 0 0,0 0 0,0 0 0,0 0 0,0-1 0,1 1 0,-1 0 0,0-1 0,0 1 0,0 0 0,0 0 0,0-1 0,0 1 0,0 0 0,0-1 0,0 1 0,0 0 0,0-1 0,0 1 0,0-1 0,-2-4 0,1 0 0,-1 0 0,0 0 0,0 1 0,0-1 0,-1 1 0,-5-9 0,-1 0 0,5 5 0,-1 1 0,-11-12 0,16 19 0,0-1 0,0 1 0,0 0 0,0 0 0,0 0 0,-1 0 0,1-1 0,0 1 0,0 0 0,0 0 0,0 0 0,0 0 0,-1 0 0,1 0 0,0 0 0,0 0 0,0 0 0,-1 0 0,1-1 0,0 1 0,0 0 0,0 0 0,0 0 0,-1 0 0,1 0 0,0 0 0,-2 5 0,3 6 0,2 1 0,1 0 0,1-1 0,5 13 0,3 4-1365,-11-25-5461</inkml:trace>
</inkml:ink>
</file>

<file path=ppt/ink/ink1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91 81 24575,'-23'1'0,"-26"-2"0,48 1 0,-1 0 0,0-1 0,1 1 0,-1 0 0,1-1 0,-3 0 0,4 1 0,0-1 0,-1 1 0,1 0 0,0 0 0,-1 0 0,1 0 0,0-1 0,-1 1 0,1 0 0,0-1 0,-1 1 0,1 0 0,0 0 0,0-1 0,-1 1 0,1 0 0,0-1 0,0 1 0,0-1 0,0 1 0,-1 0 0,1-1 0,0 1 0,0 0 0,0-1 0,0 1 0,0-1 0,0 1 0,0-1 0,0 1 0,0-1 0,1 1 0,-1 0 0,0-1 0,0 1 0,0 0 0,1-1 0,-1 1 0,0 0 0,1 0 0,-1-1 0,0 1 0,0 0 0,1 0 0,-1 0 0,0-1 0,1 1 0,-1 0 0,1 0 0,-1 0 0,0 0 0,1 0 0,-1 0 0,0 0 0,1 0 0,-1 0 0,0 0 0,1 0 0,-1 0 0,1 0 0,-1 0 0,1 0 0,12 3 0,-1 1 0,0 0 0,24 4 0,-20-5 0,-11-2 0,1 0 0,9 1 0,-4-3 0,21-2 0,-20 1 0,15 0 0,314 2 0,-297 4 0,1 0 0,-34-4 0,1 0 0,14 4 0,-6-2 0,0 0 0,33-3 0,-18 1 0,115 0 0,-137 0 0,14 3 0,10 1 0,-20-4 0,22 4 0,-16-2 0,0 0 0,29-3 0,-14 1 0,-28 0 0,1 0 0,17 4 0,-18-3 0,1 0 0,17 0 0,-18-2 0,0 2 0,0-1 0,10 3 0,-7-1 0,0-1 0,0 1 0,0-2 0,21-1 0,-11-3 0,-14 3 0,15-1 0,165 2 0,-176-1 0,14-2 0,9 0 0,10-1 0,3 0 0,-40 4 0,15-3 0,-14 1 0,13 0 0,10 3 0,26-2 0,-43-2 0,-15 3 0,0-1 0,0 1 0,0 0 0,-1-1 0,1 1 0,0 0 0,0-1 0,-1 1 0,1-1 0,0 1 0,-1-1 0,1 0 0,0 1 0,-1-1 0,2-1 0,-2 2 0,0-1 0,0 1 0,0 0 0,0-1 0,0 1 0,0 0 0,0 0 0,0-1 0,0 1 0,0 0 0,0-1 0,0 1 0,-1 0 0,1-1 0,0 1 0,0 0 0,0 0 0,0-1 0,0 1 0,-1 0 0,1 0 0,0-1 0,0 1 0,0 0 0,-1 0 0,1 0 0,0-1 0,0 1 0,-1 0 0,1 0 0,-1 0 0,-8-5 0,8 5 0,-92-37 0,36 11 0,56 26 0,1 0 0,-1 0 0,1-1 0,-1 1 0,1 0 0,0-1 0,-1 1 0,1 0 0,-1-1 0,1 1 0,0 0 0,-1-1 0,1 1 0,-1-1 0,1 1 0,0 0 0,0-1 0,0 1 0,0 0 0,0 0 0,0 0 0,0 0 0,0 0 0,0 0 0,0 0 0,0 0 0,0 0 0,0 0 0,0 0 0,0 0 0,0 0 0,0 0 0,1 0 0,-1 0 0,0 0 0,0 0 0,0 0 0,0 0 0,0 0 0,0 0 0,0 0 0,0 0 0,0 0 0,0 0 0,0 0 0,0-1 0,0 1 0,0 0 0,0 0 0,0 0 0,0 0 0,0 0 0,0 0 0,0 0 0,0 0 0,0 0 0,0 0 0,0 0 0,0 0 0,1 0 0,-1 0 0,0 0 0,5 2 0,60 30 0,63 38 0,-126-68 0,0-1 0,0 0 0,0 1 0,0-1 0,0 1 0,0 0 0,2 3 0,-4-5 0,1 1 0,-1-1 0,0 1 0,0-1 0,1 1 0,-1-1 0,0 1 0,0-1 0,0 1 0,1-1 0,-1 1 0,0-1 0,0 1 0,0 0 0,0-1 0,0 1 0,0-1 0,0 1 0,-1-1 0,1 1 0,0-1 0,0 1 0,0-1 0,0 1 0,-1-1 0,1 1 0,0-1 0,0 1 0,-1-1 0,1 1 0,-1-1 0,1 1 0,0-1 0,-1 0 0,1 1 0,-1-1 0,1 0 0,-1 1 0,0-1 0,-2 2 0,-1 0 0,0 0 0,0-1 0,-1 1 0,1-1 0,0 0 0,0 0 0,-1-1 0,-5 1 0,-6 1 0,13-2-59,-8 2 152,-15 4 1,23-5-281,-1 1 1,1-1-1,0 1 0,-1 0 1,1 0-1,0 0 1,-6 4-1,3 0-6639</inkml:trace>
</inkml:ink>
</file>

<file path=ppt/ink/ink1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 5 24575,'-2'-5'0,"3"5"0,5 6 0,-5-5 0,57 53 0,83 58 0,-119-95 0,-46-33-1365,19 13-5461</inkml:trace>
</inkml:ink>
</file>

<file path=ppt/ink/ink1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177 30 24575,'0'0'0,"-1"-3"0,0 0 0,0 1 0,0 0 0,0-1 0,0 1 0,0 0 0,0-1 0,-1 1 0,1 0 0,-3-3 0,3 5 0,1 0 0,0 0 0,0 0 0,0 0 0,-1 0 0,1 0 0,0 0 0,0 0 0,-1-1 0,1 1 0,0 0 0,0 0 0,-1 0 0,1 0 0,0 0 0,0 0 0,-1 0 0,1 0 0,0 0 0,0 1 0,-1-1 0,1 0 0,0 0 0,0 0 0,0 0 0,-1 0 0,1 0 0,0 0 0,0 1 0,0-1 0,-1 0 0,1 0 0,0 0 0,0 0 0,0 1 0,0-1 0,-1 0 0,1 0 0,0 1 0,-6 10 0,4-7 0,-2 3 0,-1-1 0,1 0 0,-12 11 0,11-12 0,0 1 0,0-1 0,1 1 0,-7 11 0,8-12 0,1 0 0,-1-1 0,0 1 0,0-1 0,0 0 0,0 0 0,-1 0 0,0 0 0,0-1 0,0 1 0,0-1 0,0 0 0,-1 0 0,-4 2 0,-13 4-1365,16-8-5461</inkml:trace>
</inkml:ink>
</file>

<file path=ppt/ink/ink1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24575,'0'1'0,"0"2"0,2 1 0,-1 2 0,1 0 0,0 1 0,2 1 0,-1-1 0,2-1 0,-1 0 0,-1 0 0,0-1 0,0-1 0,-1 1 0,-2 0 0</inkml:trace>
</inkml:ink>
</file>

<file path=ppt/ink/ink1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136 42 24575,'-8'-4'0,"-35"-18"0,35 18 0,1 1 0,-1 1 0,-15-4 0,22 6 0,-1-1 0,0 1 0,1 0 0,-1 0 0,1 0 0,-1 0 0,0 0 0,1 1 0,-1-1 0,0 0 0,1 1 0,-1-1 0,1 1 0,-4 1 0,4-1 0,1 0 0,-1-1 0,0 1 0,0 0 0,0 0 0,0 0 0,1 0 0,-1 0 0,0 0 0,1 0 0,-1 0 0,1 0 0,-1 0 0,1 0 0,-1 1 0,1-1 0,0 0 0,0 0 0,0 0 0,-1 2 0,1 2 0,0 0 0,1 0 0,-1 0 0,1 0 0,2 6 0,8 23 0,-2-11 0,-5-10 0,-1 0 0,-1 0 0,1 14 0,1 5 0,-2-15 0,-1-11 0,-1 0 0,1 0 0,0 0 0,4 10 0,-5-15 0,1 0 0,-1 1 0,1-1 0,0 0 0,0 1 0,0-1 0,-1 0 0,1 0 0,0 0 0,1 0 0,-1 0 0,0 0 0,0 0 0,0 0 0,1 0 0,-1 0 0,0-1 0,1 1 0,-1-1 0,0 1 0,1-1 0,-1 1 0,3-1 0,7 1 0,0 0 0,19-2 0,-3 0 0,-25 1-105,-1 0 0,1 0 0,0 0 0,-1 0 0,1-1 0,-1 1 0,1-1 0,0 1 0,-1-1 0,1 1 0,-1-1 0,3-1 0</inkml:trace>
</inkml:ink>
</file>

<file path=ppt/ink/ink1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15 24575,'1'5'0,"-1"1"0,1-1 0,0 0 0,0 0 0,1 1 0,0-1 0,0 0 0,0 0 0,3 5 0,-2-6 0,-1 0 0,1 0 0,0 0 0,0 0 0,0-1 0,0 1 0,0-1 0,1 0 0,0 0 0,-1 0 0,8 3 0,-11-5 0,1-1 0,-1 0 0,1 0 0,-1 0 0,0 1 0,1-1 0,-1 0 0,1 0 0,-1 0 0,1 0 0,-1 0 0,0 0 0,1 0 0,-1 0 0,1 0 0,-1 0 0,1 0 0,-1 0 0,1 0 0,-1 0 0,0 0 0,1-1 0,-1 1 0,1 0 0,-1 0 0,0 0 0,1-1 0,-1 1 0,0 0 0,1 0 0,-1-1 0,0 1 0,1 0 0,-1-1 0,0 1 0,1 0 0,-1-1 0,0 1 0,0-1 0,0 1 0,1 0 0,-1-1 0,0 1 0,0-1 0,0 1 0,0-1 0,0 0 0,1-3 0,-1 0 0,1 0 0,-1-1 0,-1-4 0,1 5 0,-1-8 0,1 3 0,0-14 0,0 21 0,0 0 0,1 0 0,-1 0 0,1 0 0,-1 1 0,1-1 0,0 0 0,-1 0 0,1 0 0,0 0 0,0 1 0,2-4 0,-2 5 0,-1-1 0,1 0 0,0 1 0,0-1 0,-1 0 0,1 1 0,0-1 0,0 1 0,0 0 0,0-1 0,-1 1 0,1-1 0,0 1 0,0 0 0,0 0 0,0 0 0,0 0 0,1-1 0,0 2 0,-1-1 0,1 0 0,0 0 0,-1 1 0,1-1 0,0 1 0,-1-1 0,1 1 0,2 1 0,1 2 0,1 1 0,-1-1 0,10 10 0,-13-12 0,26 24 0,-19-18 0,1 1 0,14 18 0,-23-27 10,-1 1 0,1 0 0,-1-1 0,0 1 0,1 0 0,-1-1 0,0 1 0,0 0 0,1 0 0,-1-1 0,0 2 0,0-1-43,0-1 0,0 0 0,0 0 0,0 1 0,0-1 0,0 0 0,0 0 0,0 0 0,-1 1 0,1-1 0,0 0 0,0 0 0,0 0 0,0 1 0,0-1 0,0 0 0,-1 0 0,1 0 0,0 0 0,0 0 0,0 1 0,0-1 0,-1 0 0,1 0 0,0 0 0,0 0 0,0 0 0,-1 0 0,1 0 0,0 0 0,0 0 0,-1 0 0,1 0 0,0 0 0,0 0 0,0 0 0,-1 0 0,1 0 0,0 0 0,0 0 0,0 0 0,-1 0 0,1 0 0,0 0 0,-4-1-6793</inkml:trace>
</inkml:ink>
</file>

<file path=ppt/ink/ink1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15 24575,'6'-1'0,"5"-3"0,0 1 0,0 1 0,16-2 0,-24 3 0,0 1 0,1 0 0,-1 0 0,0 1 0,1-1 0,-1 1 0,0 0 0,0 0 0,1 0 0,-1 0 0,0 0 0,0 1 0,0-1 0,-1 1 0,1 0 0,3 3 0,-1-1 0,4 3 0,9 11 0,-16-15 0,0-1 0,0 1 0,0 0 0,0-1 0,-1 1 0,1 0 0,-1 0 0,0 0 0,1 4 0,7 40 0,5 19 0,-4-36 0,3 8 0,-12-33 0,0 0 0,0 0 0,-1 0 0,1 0 0,-1 9 0,0-13 0,0-1 0,0 1 0,-1 0 0,1 0 0,0 0 0,0 0 0,-1-1 0,1 1 0,0 0 0,-1 0 0,1 0 0,-1-1 0,1 1 0,-1 0 0,1-1 0,-1 1 0,1 0 0,-2 0 0,1 0 0,0-1 0,-1 1 0,1 0 0,0-1 0,-1 1 0,1-1 0,0 0 0,-1 1 0,1-1 0,-2 0 0,-3 0 0,1 0 0,-1 0 0,1-1 0,-9-2 0,-12-3-24,14 3-423,0 0 0,-21-2 0,26 5-6379</inkml:trace>
</inkml:ink>
</file>

<file path=ppt/ink/ink1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151 23 24575,'-2'-3'0,"-1"1"0,1 0 0,-1 0 0,1 0 0,-1 0 0,0 1 0,0-1 0,0 1 0,0 0 0,0-1 0,-4 1 0,5 0 0,-1 1 0,1-1 0,-1 1 0,0 0 0,1 0 0,-1 0 0,1 1 0,-1-1 0,1 1 0,-1-1 0,1 1 0,-1 0 0,1 0 0,-4 2 0,1-1 0,2 0 0,0-1 0,0 1 0,0 0 0,0 1 0,-4 2 0,7-4 0,-1-1 0,1 0 0,-1 1 0,1-1 0,0 1 0,0-1 0,-1 1 0,1-1 0,0 1 0,0-1 0,-1 1 0,1-1 0,0 1 0,0-1 0,0 1 0,0-1 0,0 2 0,0-1 0,0-1 0,1 1 0,-1 0 0,0-1 0,0 1 0,1 0 0,-1-1 0,1 1 0,-1-1 0,0 1 0,1-1 0,-1 1 0,1-1 0,0 1 0,-1-1 0,1 1 0,0 0 0,99 67 0,-98-67 0,-1 0 0,0 0 0,0 0 0,1 0 0,-1 0 0,0 1 0,0-1 0,0 0 0,0 1 0,-1-1 0,1 1 0,0-1 0,-1 1 0,2 1 0,-2-2 0,0 0 0,0-1 0,0 1 0,0 0 0,0 0 0,0-1 0,0 1 0,0 0 0,-1-1 0,1 1 0,0 0 0,0-1 0,-1 1 0,1 0 0,0-1 0,-1 1 0,1 0 0,0-1 0,-1 1 0,1-1 0,-1 1 0,1-1 0,-1 1 0,1-1 0,-1 1 0,1-1 0,-1 1 0,0-1 0,1 0 0,-1 1 0,0-1 0,1 0 0,-1 0 0,-1 1 0,-4 0 0,0 0 0,-1 0 0,1 0 0,-1-1 0,1 1 0,-11-3 0,1 2 0,-5 0 0,12 0 0,0 0 0,-18-2 0,27 2 0,-1 0 0,0 0 0,0 0 0,0-1 0,1 1 0,-1 0 0,0-1 0,0 1 0,1 0 0,-1-1 0,0 1 0,1-1 0,-1 1 0,0-1 0,1 1 0,-1-1 0,1 1 0,-1-1 0,0-1 0,1 2 0,0-1 0,-1 0 0,1 1 0,0-1 0,0 0 0,0 0 0,0 1 0,0-1 0,0 0 0,1 1 0,-1-1 0,0 0 0,0 1 0,0-1 0,1 0 0,-1 1 0,0-1 0,0 0 0,1 1 0,-1-1 0,1 0 0,-1 1 0,1-1 0,1-2-227,1 1-1,0-1 1,-1 1-1,1-1 1,6-2-1,-5 2-6598</inkml:trace>
</inkml:ink>
</file>

<file path=ppt/ink/ink1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61 69 24575,'-4'-2'0,"0"-1"0,0 0 0,0 0 0,0 1 0,-1-1 0,1 1 0,-1 0 0,0 1 0,-5-2 0,9 2 0,1 1 0,-1 0 0,1 0 0,-1 0 0,1 0 0,0 0 0,-1 0 0,1 0 0,-1 0 0,1 0 0,-1 0 0,1 0 0,-1 0 0,1 0 0,0 0 0,-1 1 0,1-1 0,-1 0 0,1 0 0,-1 0 0,1 1 0,0-1 0,-1 1 0,1-1 0,0 1 0,-1-1 0,1 0 0,0 1 0,0-1 0,0 1 0,0-1 0,0 1 0,0-1 0,0 0 0,0 1 0,0-1 0,1 1 0,-1-1 0,0 1 0,0-1 0,0 0 0,0 1 0,1 0 0,1 2 0,0 0 0,0 0 0,0 0 0,4 3 0,-1 0 0,1 0 0,0 0 0,12 7 0,-14-11 0,-1 0 0,0 0 0,1 0 0,-1-1 0,1 0 0,0 1 0,-1-1 0,1-1 0,0 1 0,5 0 0,-6-1 0,0 0 0,0 0 0,0 0 0,0 0 0,0 0 0,3-1 0,-5 1 0,0-1 0,-1 1 0,1 0 0,0 0 0,-1-1 0,1 1 0,0 0 0,-1-1 0,1 1 0,-1-1 0,1 1 0,-1-1 0,1 1 0,-1-1 0,1 1 0,-1-1 0,0 1 0,1-1 0,-1 0 0,1 1 0,-1-1 0,0 0 0,0 1 0,0-1 0,1 0 0,-1 0 0,0-2 0,1 0 0,-1 0 0,0 0 0,0 0 0,-1 0 0,1 0 0,0 0 0,-1 0 0,0 0 0,0 0 0,0 0 0,-1-3 0,4 10 0,0 0 0,1 1 0,-1-1 0,1-1 0,5 7 0,-5-6 0,1 0 0,0-1 0,0 0 0,0 0 0,1 0 0,-1 0 0,0-1 0,1 1 0,0-1 0,0 0 0,0-1 0,7 2 0,-11-2 0,0-1 0,-1 0 0,1 0 0,0 0 0,0 0 0,0 0 0,0 0 0,0 0 0,0 0 0,0-1 0,0 1 0,0 0 0,0-1 0,0 1 0,0 0 0,0-1 0,-1 1 0,1-1 0,1 0 0,-1 0 0,0 0 0,0-1 0,0 1 0,0 0 0,-1 0 0,1 0 0,0-1 0,-1 1 0,1 0 0,-1-1 0,0 1 0,1-2 0,0-1 0,-1 0 0,0 0 0,0-1 0,0 1 0,0 0 0,-1 0 0,0 0 0,-1-6 0,2 10 0,0-1 0,-1 0 0,1 0 0,0 1 0,0-1 0,0 0 0,0 0 0,0 0 0,0 1 0,0-1 0,1-1 0,-1 2 0,0 0 0,0-1 0,0 1 0,0 0 0,0 0 0,0 0 0,0 0 0,0 0 0,0 0 0,0 0 0,0 0 0,0 0 0,0 0 0,0 0 0,0 0 0,0 0 0,1-1 0,-1 1 0,0 0 0,0 0 0,0 0 0,0 0 0,0 0 0,0 0 0,0 0 0,0 0 0,0 0 0,0 0 0,0 0 0,1 0 0,-1 0 0,0 0 0,0 0 0,0 0 0,0 0 0,5 5 0,3 5 0,16 19 0,-21-27 0,-1 1 0,1-1 0,0 1 0,0-1 0,0 0 0,0 0 0,7 3 0,-9-5 0,0 0 0,-1 0 0,1 1 0,0-1 0,0 0 0,-1 0 0,1 0 0,0 0 0,0 0 0,-1 0 0,1 0 0,0 0 0,0 0 0,-1 0 0,1 0 0,0 0 0,0-1 0,-1 1 0,1 0 0,0-1 0,-1 1 0,1 0 0,0-1 0,-1 1 0,1-1 0,-1 1 0,1-1 0,-1 1 0,1-1 0,-1 1 0,1-1 0,0 0 0,1-2 0,-1-1 0,1 1 0,-1 0 0,0-1 0,1-4 0,0 3 0,-2 4 0,0 1 0,0 0 0,0 0 0,0 0 0,0 0 0,0 0 0,0 0 0,0 0 0,0-1 0,0 1 0,0 0 0,0 0 0,0 0 0,0 0 0,0 0 0,0 0 0,0 0 0,0 0 0,0 0 0,1-1 0,-1 1 0,0 0 0,0 0 0,0 0 0,0 0 0,0 0 0,0 0 0,0 0 0,1 0 0,-1 0 0,0 0 0,0 0 0,4 2 0,3 9 0,-5-8 0,-2-2 0,1 0 0,0 0 0,0 1 0,0-1 0,1 0 0,-1 0 0,0 0 0,0 0 0,1 0 0,-1 0 0,0-1 0,1 1 0,-1 0 0,1-1 0,-1 1 0,1-1 0,1 1 0,2-1 0,-1 0 0,0 0 0,1 0 0,-1 0 0,5-2 0,-9 2 0,2-1 0,1 1 0,-1 0 0,0-1 0,0 1 0,1 0 0,-1 0 0,1 0 0,-1 0 0,0 1 0,0-1 0,1 1 0,-1-1 0,0 1 0,0 0 0,1 0 0,2 2 0,-3-2 0,1 0 0,-1 0 0,1 0 0,0 0 0,0 0 0,-1-1 0,1 1 0,0-1 0,3 0 0,25-1 0,-30 1 0,1 0 0,1-1 0,0 1 0,0-1 0,0 0 0,-1 0 0,1 0 0,0 0 0,-1 0 0,1-1 0,-1 1 0,1-1 0,-1 1 0,0-1 0,0 0 0,0 0 0,0 0 0,0 0 0,0 0 0,0-1 0,-1 1 0,1 0 0,-1-1 0,1 0 0,-1 1 0,0-1 0,0 1 0,0-1 0,-1 0 0,1 0 0,-1 0 0,1-4 0,-1 2 0,0 1 0,0 0 0,-1 0 0,1 0 0,-2-6 0,1 9 0,1 0 0,-1-1 0,1 1 0,-1 0 0,0-1 0,1 1 0,-1 0 0,0-1 0,0 1 0,0 0 0,0 0 0,0 0 0,0 0 0,0 0 0,0 0 0,0 0 0,-1 0 0,-1 0 0,3 1 0,-1-1 0,1 1 0,-1 0 0,1 0 0,-1 0 0,1 0 0,-1 0 0,1-1 0,-1 1 0,1 0 0,-1 0 0,0 0 0,1 1 0,-1-1 0,1 0 0,-1 0 0,1 0 0,-1 0 0,1 0 0,-1 1 0,1-1 0,-1 0 0,1 1 0,-1-1 0,0 1 0,0 0 0,0 0 0,0 0 0,0 0 0,1 0 0,-1 0 0,1 0 0,-2 2 0,0 1 0,1 1 0,0-1 0,0 0 0,-1 8 0,2-7 0,-1 0 0,2 1 0,-1-1 0,0 0 0,1 0 0,0 0 0,1 0 0,-1 0 0,4 9 0,-3-11 0,0 1 0,0 0 0,0 0 0,0-1 0,1 1 0,0-1 0,0 0 0,-1 1 0,2-1 0,-1-1 0,0 1 0,5 2 0,-6-3 10,1-1 0,0 0 0,-1 0 0,1 0 0,0 0 0,0-1 0,-1 1 0,1-1 0,0 0 0,0 0 0,3 0 0,-2 0-196,0-1 1,0 1-1,0-1 0,0 0 1,0 0-1,0 0 1,4-3-1,-2 1-6640</inkml:trace>
</inkml:ink>
</file>

<file path=ppt/ink/ink1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137 37 24575,'-6'-3'0,"-51"-19"0,48 19 0,0 1 0,0 0 0,-1 0 0,-11 0 0,21 2 0,-1-1 0,0 1 0,0 0 0,1 0 0,-1 1 0,0-1 0,1 0 0,-1 0 0,0 0 0,0 0 0,1 1 0,-1-1 0,0 0 0,1 1 0,-1-1 0,0 1 0,0-1 0,1 1 0,0-1 0,-1 1 0,1-1 0,0 0 0,0 1 0,-1-1 0,1 1 0,0-1 0,0 1 0,0-1 0,0 1 0,0-1 0,-1 1 0,1-1 0,0 1 0,0 0 0,1 1 0,-1 0 0,0 0 0,1 0 0,-1-1 0,1 1 0,0 0 0,-1 0 0,1-1 0,0 1 0,0 0 0,1 1 0,2 1 0,1 1 0,-1-1 0,1 1 0,0-1 0,0-1 0,0 1 0,0-1 0,1 0 0,0 0 0,-1 0 0,1-1 0,12 3 0,-16-4 0,-1-1 0,1 0 0,0 1 0,-1-1 0,1 0 0,0 0 0,-1-1 0,1 1 0,0 0 0,0 0 0,-1-1 0,1 1 0,-1-1 0,4-1 0,-4 1 0,0 1 0,0-1 0,0 0 0,0 0 0,0 1 0,0-1 0,0 0 0,0 0 0,-1 0 0,1 0 0,0 0 0,-1 0 0,1-1 0,-1 1 0,1 0 0,-1 0 0,1 0 0,-1 0 0,0-1 0,1-1 0,-1-1 0,0 3 0,0 1 0,0-1 0,0 0 0,0 0 0,0 0 0,0 1 0,0-1 0,0 0 0,0 0 0,1-1 0,-1 2 0,0 0 0,0 0 0,0 0 0,1 0 0,-1 0 0,0 0 0,0 0 0,0 0 0,0 0 0,0 0 0,0 0 0,0 0 0,0 0 0,0 0 0,0 0 0,0 0 0,0 0 0,0 0 0,0 0 0,0 0 0,1 0 0,-1 0 0,0 0 0,0 0 0,0 0 0,0 0 0,0 0 0,0 0 0,0 0 0,0 0 0,0 0 0,0 0 0,0 1 0,0-1 0,0 0 0,0 0 0,0 0 0,0 0 0,0 0 0,0 0 0,0 0 0,0 0 0,0 0 0,0 0 0,0 0 0,0 0 0,0 0 0,0 0 0,0 0 0,0 0 0,0 1 0,2 3 0,-2-3 0,3 10 0,7 14 0,-9-22 0,1 0 0,-1 0 0,1 0 0,0-1 0,0 1 0,0 0 0,0-1 0,0 1 0,4 2 0,-1-2-1365,-1-2-5461</inkml:trace>
</inkml:ink>
</file>

<file path=ppt/ink/ink1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183 72 24575,'-9'-9'0,"-30"-25"0,32 29 0,1 0 0,-2 0 0,-12-6 0,19 10 0,0 1 0,0 0 0,0-1 0,0 1 0,0 0 0,0 0 0,0-1 0,0 1 0,1 0 0,-1 0 0,0 0 0,0 0 0,0 0 0,0 0 0,0 1 0,-2-1 0,3 1 0,-1-1 0,0 0 0,1 1 0,-1-1 0,1 1 0,-1-1 0,1 1 0,-1-1 0,1 1 0,-1 0 0,1-1 0,-1 1 0,1 0 0,0-1 0,-1 1 0,1 0 0,0-1 0,0 1 0,0 0 0,-1-1 0,1 2 0,0 4 0,-1-1 0,1 1 0,0 0 0,1-1 0,0 1 0,-1-1 0,4 11 0,1-2 0,11 24 0,5-1 0,1 0 0,-22-36 0,0-1 0,1 1 0,-1-1 0,0 0 0,0 1 0,0-1 0,0 1 0,1-1 0,-1 1 0,0-1 0,0 1 0,0-1 0,0 1 0,0-1 0,0 1 0,0-1 0,0 1 0,0-1 0,0 1 0,-1-1 0,1 1 0,0-1 0,0 1 0,0-1 0,-1 1 0,0 0 0,1-1 0,-1 1 0,0-1 0,1 1 0,-1-1 0,0 1 0,0-1 0,0 0 0,1 0 0,-1 1 0,0-1 0,0 0 0,0 0 0,-1 0 0,-14 1-90,1-2 1,0 0-1,0 0 0,-21-6 0,20 4-826,6 2-5910</inkml:trace>
</inkml:ink>
</file>

<file path=ppt/ink/ink1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0 24575,'-1'1'0,"-1"2"0,2 2 0,0 1 0,2 2 0,2 1 0,1 1 0,0 0 0,0-1 0,-1 0 0,1-1 0,-2-1-8191</inkml:trace>
</inkml:ink>
</file>

<file path=ppt/ink/ink1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24575,'0'1'0,"0"2"0,0 2 0,0 0 0,0 2 0,0 0 0,0-1-8191</inkml:trace>
</inkml:ink>
</file>

<file path=ppt/ink/ink1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24575,'7'9'0,"15"20"0,-20-26 0,1 0 0,0 0 0,1 0 0,-1 0 0,0 0 0,6 2 0,-8-5 0,-1 1 0,1-1 0,0 1 0,0-1 0,0 0 0,0 1 0,0-1 0,0 0 0,0 0 0,0 0 0,0 0 0,0 0 0,0 0 0,0 0 0,0 0 0,0 0 0,0 0 0,0 0 0,0-1 0,0 1 0,-1 0 0,3-1 0,-2 0 0,1 0 0,-1-1 0,0 1 0,0 0 0,1 0 0,-1-1 0,0 1 0,0 0 0,-1-1 0,1 1 0,0-1 0,1-2 0,-2 3 0,1-1 0,-1 1 0,1 0 0,0-1 0,0 1 0,0 0 0,-1-1 0,1 1 0,2-2 0,-2 3 0,0-1 0,-1 1 0,1 0 0,-1-1 0,1 1 0,0 0 0,-1 0 0,1 0 0,0-1 0,-1 1 0,1 0 0,0 0 0,0 0 0,-1 0 0,1 0 0,0 0 0,-1 0 0,1 1 0,0-1 0,-1 0 0,1 0 0,0 0 0,1 1 0,1 1-136,0 0-1,1 0 1,-1 0-1,0 1 1,-1-1-1,1 1 1,0 0-1,-1-1 0,5 7 1,-3-3-6690</inkml:trace>
</inkml:ink>
</file>

<file path=ppt/ink/ink1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51 24575,'36'112'0,"-20"-63"0,-11-33 0,-4-9 0,-1-6 0,0-1 0,-11-23 0,-19-46 0,26 59 0,1-1 0,0 1 0,1-1 0,-2-19 0,4 26 0,0 0 0,0 0 0,1 0 0,-1 0 0,1 0 0,0 0 0,0 0 0,0 0 0,0 0 0,1 1 0,2-5 0,-3 7 0,0-1 0,0 1 0,0-1 0,0 1 0,0 0 0,0-1 0,0 1 0,1 0 0,-1 0 0,1 0 0,-1 0 0,0 0 0,1 0 0,0 1 0,-1-1 0,1 0 0,-1 1 0,1 0 0,0-1 0,0 1 0,-1 0 0,1-1 0,0 1 0,0 0 0,-1 0 0,1 1 0,0-1 0,1 1 0,-1-1 0,0 1 0,0-1 0,0 1 0,0 0 0,0 0 0,0 0 0,0 0 0,-1 0 0,1 0 0,0 0 0,-1 1 0,1-1 0,-1 1 0,1-1 0,-1 1 0,0 0 0,2 2 0,-2-3 0,0 1 0,-1-1 0,1 0 0,-1 0 0,0 1 0,1-1 0,-1 0 0,0 1 0,0-1 0,0 0 0,0 1 0,0-1 0,0 0 0,0 1 0,0-1 0,0 0 0,-1 0 0,1 1 0,0-1 0,-1 0 0,1 0 0,-1 1 0,0-1 0,1 0 0,-1 0 0,0 0 0,0 0 0,-1 2 0,0-1 0,-1-1 0,1 1 0,0 0 0,-1-1 0,1 0 0,-1 1 0,1-1 0,-5 1 0,-22 5 0,29-6 0,-15 1-1365,9-2-5461</inkml:trace>
</inkml:ink>
</file>

<file path=ppt/ink/ink1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 9 24575,'-1'-1'0,"-3"-5"0,4 4 0,3 4 0,12 12 0,-11-10 0,1 0 0,0 0 0,10 7 0,-10-8 0,0-1 0,9 4 0,-13-6 0,1 1 0,0-1 0,-1 0 0,1 1 0,0-1 0,-1 0 0,1 0 0,0 0 0,-1 0 0,1 0 0,0 0 0,-1-1 0,3 0 0,-4 1 5,1 0 0,-1 0 0,1-1-1,0 1 1,-1-1 0,1 1 0,-1 0 0,1-1-1,-1 1 1,0-1 0,1 1 0,-1-1 0,1 0-1,-1 1 1,0-1 0,0 1 0,1-1-1,-1 1 1,0-1 0,0 0 0,0 1 0,1-1-1,-1 0 1,0 0 0,0-1-191,0 0 1,0 0-1,0 0 0,-1 0 1,1 0-1,0 0 1,-2-2-1,1 0-6640</inkml:trace>
</inkml:ink>
</file>

<file path=ppt/ink/ink1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24575,'1'0'0,"0"0"0,0 0 0,0 1 0,0-1 0,0 0 0,-1 1 0,1-1 0,0 0 0,0 1 0,0-1 0,-1 1 0,1-1 0,0 1 0,0 0 0,-1-1 0,2 2 0,8 13 0,-5-7 0,-1 0 0,-1 0 0,0 0 0,3 11 0,7 37 0,-9-36 0,5 29-682,4 92-1,-12-134-6143</inkml:trace>
</inkml:ink>
</file>

<file path=ppt/ink/ink1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24575,'0'0'-8191</inkml:trace>
</inkml:ink>
</file>

<file path=ppt/ink/ink1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9 24575,'-1'-3'0,"0"-1"0,0 2 0,2 3 0,1 1 0,0 1 0,0 2 0,1 0 0,0 2 0,-1 0 0,-1 0 0,0 0 0,0 1 0,-1-2-8191</inkml:trace>
</inkml:ink>
</file>

<file path=ppt/ink/ink1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126 56 24575,'-2'-10'0,"0"-3"0,-3 1 0,0 2 0,-2 3 0,0 4 0,-1 2 0,-2 2 0,-2 1 0,-1 1 0,-1 0 0,0 0 0,-1 0 0,3-1-8191</inkml:trace>
</inkml:ink>
</file>

<file path=ppt/ink/ink1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2 24575,'-3'-2'0,"4"5"0,3 4 0,1-2 0,0 0 0,0 0 0,0 0 0,8 5 0,26 14 0,-12-8 0,31 18 0,-3-2 0,-48-26 0,-6-3 0,-5-5 0,-7-6-682,-18-14-1,22 16-6143</inkml:trace>
</inkml:ink>
</file>

<file path=ppt/ink/ink1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131 0 24575,'-1'0'0,"0"0"0,0 1 0,-1-1 0,1 0 0,0 0 0,0 1 0,-1-1 0,1 1 0,0-1 0,0 1 0,0 0 0,0-1 0,0 1 0,0 0 0,0 0 0,0 0 0,0 0 0,0 0 0,0 0 0,0 0 0,1 0 0,-2 1 0,-1 4 0,0-1 0,1 1 0,-3 9 0,-1 1 0,5-13 0,0 0 0,-1-1 0,1 1 0,0-1 0,-1 1 0,0-1 0,0 0 0,1 1 0,-1-1 0,-1 0 0,1 0 0,0 0 0,0-1 0,-1 1 0,1-1 0,-1 1 0,1-1 0,-4 2 0,3-2-82,0 0-34,0 0-1,0 0 0,0 0 1,0 0-1,0 0 0,0-1 1,0 1-1,-1-1 0,1 0 1,-5 0-1,3-2-6709</inkml:trace>
</inkml:ink>
</file>

<file path=ppt/ink/ink1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24575,'0'6'0,"0"3"0,1 2 0,1-1 0,1 0 0,-1 1 0,2-1 0,1-1 0,-1 0 0,1-1 0,-1-1 0,0-1 0,-1 0 0,0-1 0,0 0 0,0-1 0,-3 0 0</inkml:trace>
</inkml:ink>
</file>

<file path=ppt/ink/ink1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147 33 24575,'-4'-3'0,"-6"-3"0,1 1 0,-19-9 0,25 13 0,1 0 0,-1 1 0,0-1 0,1 0 0,-1 1 0,0-1 0,0 1 0,0 0 0,1 0 0,-1 0 0,0 0 0,0 1 0,1-1 0,-1 1 0,0 0 0,-3 1 0,0 1 0,-16 7 0,21-9 0,-1 0 0,1 0 0,-1 0 0,1 0 0,-1 1 0,1-1 0,0 0 0,0 1 0,-1-1 0,0 3 0,2-4 0,0 1 0,-1 0 0,1 0 0,0-1 0,0 1 0,0 0 0,0 0 0,-1 0 0,1-1 0,0 1 0,1 0 0,-1 0 0,0 0 0,0 0 0,0-1 0,0 1 0,1 0 0,-1 0 0,1 0 0,0 2 0,1 1 0,0-1 0,3 3 0,2 4 0,-4-3 0,0 0 0,0 1 0,0-1 0,-1 1 0,0 0 0,0 0 0,-1 0 0,0 0 0,0 15 0,0-13 0,2 17 0,0-7 0,-2-15 0,0 0 0,0 1 0,0-1 0,0 0 0,1-1 0,2 7 0,-3-10 0,0 1 0,0-1 0,0 1 0,0-1 0,0 1 0,0-1 0,0 0 0,0 0 0,0 1 0,1-1 0,-1 0 0,1 0 0,-1 0 0,1 0 0,-1-1 0,1 1 0,-1 0 0,1-1 0,0 1 0,-1-1 0,4 1 0,8 0 0,19-2 0,-6 1 0,-24 0 15,1 0 0,-1-1 0,0 1 0,1 0 0,-1-1 0,0 1 0,4-2 0,-5 1-83,0 1 1,0-1-1,0 1 1,-1-1-1,1 1 1,0-1-1,0 1 1,-1-1-1,1 0 1,0 0-1,-1 1 1,1-1-1,-1 0 1,1 0-1,-1 0 1,1 1-1,-1-1 1,0 0-1,1 0 1,-1 0-1,0-1 1,1-4-6759</inkml:trace>
</inkml:ink>
</file>

<file path=ppt/ink/ink1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24575,'7'14'0,"-1"-5"0,-1 0 0,1-1 0,9 11 0,-5-7 0,-8-9 0,0 0 0,1-1 0,-1 0 0,0 1 0,1-1 0,-1 0 0,1 0 0,0 0 0,0-1 0,4 3 0,-6-4 0,-1 0 0,1 0 0,-1 0 0,1 0 0,0 0 0,-1 0 0,1 0 0,-1 0 0,1 0 0,-1 0 0,1 0 0,0 0 0,-1-1 0,1 1 0,-1 0 0,1 0 0,-1-1 0,1 1 0,-1 0 0,1-1 0,-1 1 0,0-1 0,1 1 0,-1-1 0,1 1 0,-1 0 0,0-1 0,1 1 0,-1-1 0,0 0 0,2-3 0,0 0 0,-1 1 0,2-7 0,-2 7 0,0-1 0,0 0 0,1 0 0,0 0 0,-1 0 0,1 0 0,3-3 0,-4 6 0,-1 0 0,1 0 0,0 0 0,0 0 0,0 0 0,0 1 0,-1-1 0,1 0 0,0 1 0,0-1 0,1 1 0,-1-1 0,0 1 0,0-1 0,0 1 0,0 0 0,0-1 0,0 1 0,0 0 0,1 0 0,-1 0 0,0 0 0,0 0 0,0 0 0,0 0 0,3 1 0,-1 0 0,1 0 0,-1 1 0,0-1 0,0 1 0,0 0 0,0-1 0,3 4 0,20 17 0,-16-11 0,18 14 0,-26-24-1365</inkml:trace>
</inkml:ink>
</file>

<file path=ppt/ink/ink1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 24575,'11'-4'0,"-1"1"0,1 0 0,0 1 0,12-2 0,-18 4 0,-1-1 0,1 1 0,0 1 0,-1-1 0,1 1 0,0-1 0,-1 2 0,1-1 0,-1 0 0,1 1 0,-1 0 0,6 2 0,27 16 0,-36-19 0,0 0 0,0-1 0,-1 1 0,1 0 0,0 0 0,0 0 0,-1 0 0,1-1 0,0 1 0,-1 0 0,1 0 0,-1 0 0,0 0 0,1 0 0,-1 0 0,0 0 0,1 1 0,-1 1 0,0 2 0,1 0 0,-2 10 0,0 1 0,9 38 0,-2-18 0,-3-16 0,-1-9 0,-1 1 0,0 0 0,-1 21 0,0-32 3,0 0-1,0-1 1,0 1-1,-1 0 1,1-1-1,0 1 1,0 0-1,-1-1 1,1 1 0,0 0-1,-1-1 1,1 1-1,-1-1 1,1 1-1,-1-1 1,1 1-1,-1-1 1,1 1-1,-1-1 1,1 0-1,-1 1 1,0-1-1,1 0 1,-1 1-1,0-1 1,1 0 0,-1 0-1,0 0 1,0 1-1,-3-1-114,0 0 0,0 1-1,0-1 1,-4-1 0,1 1-768,-1-1-5946</inkml:trace>
</inkml:ink>
</file>

<file path=ppt/ink/ink1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189 5 24575,'0'0'0,"1"-1"0,-1 1 0,0-1 0,1 1 0,-1 0 0,0-1 0,1 1 0,-1 0 0,0 0 0,1-1 0,-1 1 0,1 0 0,-1 0 0,1 0 0,-1 0 0,1-1 0,-1 1 0,0 0 0,1 0 0,-1 0 0,1 0 0,-1 0 0,1 0 0,-1 0 0,1 0 0,-1 0 0,1 0 0,-1 1 0,1-1 0,0 0 0,-1 0 0,0 0 0,0 1 0,1-1 0,-1 0 0,0 0 0,0 1 0,0-1 0,0 0 0,0 0 0,0 0 0,1 1 0,-1-1 0,0 0 0,0 0 0,0 1 0,0-1 0,0 0 0,0 0 0,0 1 0,0-1 0,0 1 0,0-1 0,0 1 0,-1 0 0,1-1 0,0 1 0,0 0 0,-1-1 0,1 1 0,0 0 0,-1-1 0,1 1 0,-1 0 0,-2 2 0,1-1 0,-1 1 0,0-1 0,0 1 0,0-1 0,0 0 0,0 0 0,-7 2 0,-1 1 0,-16 3 0,-95 26-1365,114-32-5461</inkml:trace>
</inkml:ink>
</file>

<file path=ppt/ink/ink1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164 3 24575,'1'-3'0,"-3"4"0,-5 3 0,-10 8 0,0-1 0,-1 0 0,-1-1 0,1-1 0,-26 8 0,28-12-1365,9-4-5461</inkml:trace>
</inkml:ink>
</file>

<file path=ppt/ink/ink1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24575,'101'16'0,"-55"-8"0,-6-2 0,1-2 0,43-2 0,-68-2 0,-8-1 0,-1 1 0,12 1 0,-19-1 0,0 0 0,0 0 0,0 0 0,0 0 0,0 0 0,1 0 0,-1 0 0,0 0 0,0 0 0,0 1 0,0-1 0,0 0 0,0 0 0,0 0 0,0 0 0,0 0 0,1 0 0,-1 0 0,0 0 0,0 1 0,0-1 0,0 0 0,0 0 0,0 0 0,0 0 0,0 0 0,0 0 0,0 0 0,0 1 0,0-1 0,0 0 0,0 0 0,0 0 0,0 0 0,0 0 0,0 0 0,0 1 0,0-1 0,0 0 0,0 0 0,0 0 0,0 0 0,0 0 0,-1 0 0,1 0 0,0 1 0,0-1 0,0 0 0,0 0 0,0 0 0,0 0 0,0 0 0,-1 0 0,-5 8 0,4-6 0,-9 13 0,-14 22 0,-1 3 0,21-33 0,0 0 0,-1-1 0,-10 9 0,7-8-341,-1 0 0,1 0-1,-16 6 1,18-9-6485</inkml:trace>
</inkml:ink>
</file>

<file path=ppt/ink/ink1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100 7 24575,'-1'-1'0,"-4"-5"0,4 7 0,0 5 0,1 1 0,0-1 0,-2 10 0,1-13 0,0 0 0,1-1 0,-1 1 0,-1 0 0,1-1 0,0 0 0,0 1 0,-4 3 0,-5 5 0,0 0 0,-14 10 0,20-17 0,0-1 0,0 1 0,0 0 0,-5 8 0,8-11 0,0 0 0,0 0 0,1 1 0,-1-1 0,0 0 0,1 0 0,-1 1 0,1-1 0,0 0 0,-1 1 0,1-1 0,0 1 0,0-1 0,-1 0 0,1 1 0,0-1 0,1 1 0,-1-1 0,1 3 0,-1-3 0,1 0 0,-1 0 0,1-1 0,-1 1 0,1 0 0,0 0 0,0-1 0,-1 1 0,1 0 0,0-1 0,0 1 0,0-1 0,0 1 0,-1-1 0,1 0 0,0 1 0,0-1 0,2 1 0,1 0 0,1 0 0,6 0 0,90 0 0,-54-1 0,-38 0-119,1-1-296,0 2-1,18 1 1,-21 0-6411</inkml:trace>
</inkml:ink>
</file>

<file path=ppt/ink/ink1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42 85 24575,'-1'-3'0,"1"1"0,0-1 0,-1 0 0,-1-4 0,-1-3 0,2 6 0,1 0 0,-1 1 0,0-1 0,-1 0 0,1 1 0,-1-1 0,1 1 0,-1-1 0,0 1 0,-1 0 0,1 0 0,0 0 0,-5-4 0,1 2 0,4 5 0,4 4 0,2 5 0,1-1 0,0 0 0,12 13 0,22 19 0,-30-31 0,24 22 0,50 36 0,-72-60 0,53 44 0,-61-49-70,-3-1 244,-6-3-1643,2-1-5357</inkml:trace>
</inkml:ink>
</file>

<file path=ppt/ink/ink1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88 9 24575,'-2'-7'0,"1"5"0,-2 6 0,-2 11 0,0 1 0,-5 25 0,0 5 0,0-8 0,4-15 0,-1 0 0,-10 25 0,8-29-1365,6-14-5461</inkml:trace>
</inkml:ink>
</file>

<file path=ppt/ink/ink1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24575,'0'6'0,"1"0"0,-1 0 0,1 0 0,0 0 0,0-1 0,1 1 0,0 0 0,0-1 0,0 1 0,4 7 0,10 7 64,-12-15-422,0 1 1,-1-1 0,5 9 0,-5-8-6469</inkml:trace>
</inkml:ink>
</file>

<file path=ppt/ink/ink1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 22 24575,'1'-1'0,"-1"0"0,-1-1 0,1 1 0,0 0 0,0 0 0,0-1 0,-1 1 0,1 0 0,-1 0 0,1 0 0,-1-1 0,1 1 0,-1 0 0,0 0 0,1 0 0,-3-2 0,3 3 0,0 0 0,-1 0 0,1 0 0,0 0 0,0 0 0,0 0 0,-1 0 0,1 0 0,0 0 0,0 0 0,0 1 0,-1-1 0,1 0 0,0 0 0,0 0 0,0 0 0,-1 0 0,1 0 0,0 1 0,0-1 0,0 0 0,0 0 0,-1 0 0,1 0 0,0 1 0,0-1 0,0 0 0,0 0 0,0 0 0,0 1 0,0-1 0,0 0 0,0 0 0,-1 0 0,1 1 0,-3 8 0,3-9 0,-2 11 0,1 0 0,-1 14 0,0 0 0,-1 0 0,2 0 0,2 33 0,0-48 0,0 1 0,1-1 0,0 0 0,0 0 0,1 0 0,1 0 0,0 0 0,7 12 0,-8-17 11,0-1 0,1 1 0,0-1 0,0 0 0,0 0 0,0 0-1,0 0 1,1-1 0,-1 0 0,11 5 0,-8-4-197,0-1 1,1-1-1,-1 0 0,0 0 1,1 0-1,-1-1 1,13 1-1,-13-1-6640</inkml:trace>
</inkml:ink>
</file>

<file path=ppt/ink/ink1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71 24575,'41'-3'0,"-6"-1"0,-31 4 0,6 0 0,13-3 0,-21 3 0,1 0 0,-1-1 0,0 0 0,0 1 0,1-1 0,-1 0 0,0 0 0,0 0 0,0 0 0,0-1 0,3-1 0,-5 2 0,1 1 0,-1-1 0,1 0 0,-1 1 0,1-1 0,-1 0 0,1 1 0,-1-1 0,1 0 0,-1 1 0,0-1 0,1 0 0,-1 0 0,0 1 0,0-1 0,0 0 0,0 0 0,0 1 0,1-1 0,-1 0 0,-1 0 0,1 0 0,0 1 0,0-1 0,0 0 0,0 0 0,0 1 0,-1-1 0,1 0 0,0 0 0,-1 1 0,1-1 0,-1 0 0,1 1 0,0-1 0,-1 0 0,0 1 0,0-1 0,-1-1 0,0 0 0,0 0 0,-1 0 0,1 0 0,-1 1 0,1 0 0,-1-1 0,0 1 0,-2-1 0,2 1 0,0 0 0,0 1 0,1-1 0,-1 1 0,0-1 0,0 1 0,0 0 0,0 0 0,0 1 0,0-1 0,1 0 0,-1 1 0,-4 1 0,6-1 0,-1-1 0,0 1 0,1 0 0,-1 0 0,0 0 0,1 1 0,0-1 0,-1 0 0,1 1 0,0-1 0,-1 0 0,1 1 0,0 0 0,0-1 0,0 1 0,0-1 0,1 1 0,-1 0 0,0 0 0,1 0 0,-1 1 0,0 1 0,1 0 0,-1-1 0,1 1 0,0-1 0,0 1 0,1-1 0,-1 1 0,1 0 0,0-1 0,0 1 0,0-1 0,0 0 0,0 1 0,1-1 0,-1 0 0,1 0 0,4 6 0,-1-3 0,1 1 0,0-1 0,0 0 0,0 0 0,1-1 0,10 8 0,-13-11 0,-1 0 0,1 0 0,0 0 0,0-1 0,0 1 0,0-1 0,0 0 0,0 0 0,0 0 0,0 0 0,0-1 0,0 0 0,0 0 0,1 0 0,-1 0 0,0-1 0,0 1 0,5-2 0,-3 0-117,-2 1-61,-1 0-1,0-1 1,0 1 0,1 0 0,-1-1-1,5-3 1</inkml:trace>
</inkml:ink>
</file>

<file path=ppt/ink/ink1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24575,'1'14'0,"0"-1"0,1 1 0,1-1 0,0 0 0,0 0 0,2 0 0,-1 0 0,2-1 0,-1 0 0,2 0 0,0 0 0,9 11 0,30 30 0,-23-28 0,-22-24 0,0 0 0,-1-1 0,1 1 0,-1 0 0,1 0 0,-1-1 0,1 1 0,-1 0 0,1 0 0,-1 1 0,0-1 0,0-1 0,0 0 0,0 0 0,0 0 0,0 0 0,0 0 0,0 0 0,0 0 0,0 1 0,0-1 0,0 0 0,0 0 0,0 0 0,0 0 0,0 0 0,0 0 0,0 0 0,0 1 0,0-1 0,0 0 0,0 0 0,-1 0 0,1 0 0,0 0 0,0 0 0,0 0 0,0 0 0,0 0 0,0 0 0,0 0 0,-7 0 0,-2-4 0,0 1 0,0-2 0,-15-9 0,22 13 0,-4-3 0,-28-19 0,30 20 0,1 1 0,0-1 0,0 0 0,1 0 0,-1 0 0,1 0 0,-4-7 0,5 10 0,1-1 0,-1 1 0,1-1 0,0 1 0,0-1 0,-1 0 0,1 1 0,0-1 0,0 1 0,0-1 0,0 0 0,0 1 0,-1-1 0,1 0 0,0 1 0,1-1 0,-1 0 0,0 1 0,0-1 0,0 1 0,0-1 0,0 0 0,1 1 0,-1-1 0,0 1 0,0-1 0,1 1 0,-1-1 0,0 0 0,1 1 0,-1-1 0,1 1 0,-1 0 0,1-1 0,-1 1 0,1-1 0,-1 1 0,1 0 0,-1-1 0,2 1 0,1-2 0,1 1 0,0 0 0,0 0 0,0 0 0,5 0 0,0 0 0,15-4-1365,-17 3-5461</inkml:trace>
</inkml:ink>
</file>

<file path=ppt/ink/ink1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 19 24575,'0'-6'0,"0"-1"0,0 2 0,0 4 0,-2 4 0</inkml:trace>
</inkml:ink>
</file>

<file path=ppt/ink/ink1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94 24575,'-1'-1'0,"0"1"0,0-1 0,1 1 0,-2-1 0,1 1 0,0-1 0,0 1 0,-2-1 0,3 1 0,0 0 0,0 0 0,-1 0 0,1 0 0,0 0 0,0 0 0,0 0 0,0 0 0,-1 0 0,1 1 0,0-1 0,0 0 0,0 0 0,0 0 0,-1 0 0,1 0 0,0 0 0,0 0 0,0 0 0,0 0 0,-1 1 0,1-1 0,0 0 0,0 1 0,0-1 0,0 0 0,0 1 0,0-1 0,0 0 0,-1 1 0,1-1 0,0 0 0,0 1 0,0-1 0,1 0 0,-1 1 0,0-1 0,0 0 0,0 1 0,1 3 0,1-1 0,-1 1 0,1-1 0,-1 0 0,1 0 0,0 0 0,1 0 0,-1 0 0,0 0 0,1-1 0,4 5 0,-3-4 0,1 1 0,-1-1 0,1 0 0,-1-1 0,1 1 0,0-1 0,7 2 0,-10-3 0,0-1 0,-1 1 0,1-1 0,-1 0 0,1 0 0,0 0 0,-1 0 0,1 0 0,-1 0 0,1 0 0,0-1 0,-1 1 0,1-1 0,-1 1 0,1-1 0,-1 1 0,1-1 0,-1 0 0,0 0 0,1 0 0,0-1 0,0 1 0,-1 0 0,1-1 0,-1 1 0,0-1 0,0 0 0,0 1 0,0-1 0,0 0 0,0 0 0,0 0 0,0 1 0,-1-1 0,1 0 0,-1 0 0,0 0 0,1-3 0,-2-29 0,1 34 0,0 0 0,0 0 0,0 0 0,0 0 0,0 0 0,0 0 0,1 0 0,-1 0 0,0-1 0,0 1 0,0 0 0,0 0 0,0 0 0,0 0 0,0 0 0,0 0 0,0 0 0,0 0 0,0 0 0,0 0 0,0 0 0,0 0 0,0 0 0,0 0 0,1 0 0,-1 0 0,0 0 0,0 0 0,0 0 0,0 0 0,0 0 0,0 0 0,0 0 0,0 0 0,0 0 0,0 0 0,0 0 0,1 0 0,-1 0 0,0 0 0,0 0 0,0 0 0,0 0 0,0 0 0,0 0 0,0 0 0,0 0 0,0 0 0,0 0 0,0 0 0,0 0 0,0 0 0,0 0 0,0 1 0,1-1 0,-1 0 0,4 4 0,-4-4 0,5 5 0,0-1 0,0 0 0,1 0 0,5 3 0,-8-5 0,1 0 0,-1-1 0,0 1 0,1-1 0,-1 0 0,1 0 0,-1 0 0,1 0 0,3-1 0,-5 0 0,-1 0 0,1 0 0,-1 0 0,0 0 0,1-1 0,-1 1 0,0-1 0,0 1 0,1-1 0,-1 1 0,0-1 0,0 0 0,0 1 0,1-1 0,-1 0 0,0 0 0,0 0 0,0 0 0,-1 0 0,1 0 0,0 0 0,0 0 0,0-1 0,-1 1 0,1 0 0,-1 0 0,1-1 0,0-1 0,0 0 0,-1 0 0,1 0 0,-1 0 0,1 0 0,-1 0 0,0 0 0,0 1 0,0-1 0,-1 0 0,1 0 0,-1 0 0,-1-5 0,0 4 0,0 0 0,0 0 0,0 0 0,0 0 0,-1 1 0,0-1 0,0 0 0,0 1 0,-7-6 0,7 7 0,0 0 0,0 0 0,0 0 0,0 0 0,0 1 0,-1-1 0,1 1 0,-1 0 0,1 0 0,-1 0 0,0 0 0,-5 0 0,0 1-1365,1 0-5461</inkml:trace>
</inkml:ink>
</file>

<file path=ppt/ink/ink1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24575,'16'12'-39,"-1"-1"-1,0 2 0,-1 0 0,0 1 1,-1 0-1,-1 1 0,0 1 1,-1 0-1,-1 0 0,0 1 0,-1 0 1,-1 1-1,-1-1 0,0 2 1,-2-1-1,7 34 0,-10-39 194,-1 1 0,0 0-1,-2 17 1,1-26-273,-1 1 1,0-1-1,0 1 0,0-1 1,-1 0-1,1 1 1,-1-1-1,-1 0 0,1 0 1,-6 8-1,2-6-6707</inkml:trace>
</inkml:ink>
</file>

<file path=ppt/ink/ink1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372 17 24575,'5'-4'0,"0"1"0,0 0 0,10-4 0,-15 7 0,0 0 0,0 0 0,0 0 0,0 0 0,0 0 0,0 0 0,0 0 0,0 1 0,0-1 0,0 0 0,0 0 0,0 0 0,0 0 0,0 0 0,0 0 0,0 0 0,0 0 0,0 0 0,0 0 0,0 0 0,0 0 0,0 0 0,0 0 0,0 0 0,0 0 0,0 0 0,0 0 0,0 0 0,0 0 0,0 0 0,0 0 0,0 0 0,0 0 0,1 0 0,-1 0 0,0 0 0,0 0 0,0 0 0,0 0 0,0 0 0,0 0 0,0 0 0,0 0 0,0 0 0,0 0 0,0 0 0,0 0 0,0 0 0,0 0 0,0 0 0,0 0 0,0 0 0,0 0 0,0 0 0,0 0 0,0 0 0,0 0 0,0 0 0,0 0 0,0 0 0,0 0 0,0 0 0,0 0 0,0 0 0,1 0 0,-4 4 0,-5 4 0,-3 0 0,1 1 0,-25 12 0,-26 9 0,30-15 0,-24 11 0,-36 18 0,50-18 99,-6 2-1563,36-22-5362</inkml:trace>
</inkml:ink>
</file>

<file path=ppt/ink/ink1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184 15 24575,'-1'-1'0,"1"0"0,-1 0 0,0 0 0,1 0 0,-1 0 0,0 0 0,0 0 0,0 0 0,1 0 0,-1 0 0,0 0 0,-2-1 0,2 2 0,0 0 0,1-1 0,-1 1 0,0 0 0,0 0 0,1 0 0,-1 0 0,0 0 0,0 0 0,0 0 0,1 0 0,-1 1 0,0-1 0,1 0 0,-1 0 0,0 1 0,0-1 0,1 0 0,-1 1 0,0-1 0,1 0 0,-2 2 0,-6 4 0,0 1 0,-11 11 0,-5 4 0,9-10 0,-26 24 0,34-29 0,1 0 0,0 0 0,-10 14 0,16-20 0,-1-1 0,1 1 0,0 0 0,-1 0 0,1 0 0,-1 0 0,1-1 0,0 1 0,0 0 0,0 0 0,-1 0 0,1 0 0,0 0 0,0 0 0,1 1 0,-1-1 0,0-1 0,0 1 0,0-1 0,1 1 0,-1-1 0,0 0 0,1 1 0,-1-1 0,0 1 0,1-1 0,-1 1 0,1-1 0,-1 0 0,0 1 0,1-1 0,-1 0 0,1 0 0,-1 1 0,1-1 0,-1 0 0,1 0 0,-1 0 0,1 1 0,0-1 0,-1 0 0,2 0 0,7 0 0,0 1 0,0-2 0,0 1 0,17-4 0,-10 1 0,20-2 0,113-12 0,-147 17-273,1 0 0,-1 0 0,0 0 0,5 1 0,-3 1-6553</inkml:trace>
</inkml:ink>
</file>

<file path=ppt/ink/ink1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147 60 24575,'-11'-9'0,"-25"-20"0,31 25 0,0 1 0,0 0 0,-1 0 0,0 0 0,-5-1 0,10 3 0,0 1 0,0 0 0,0 0 0,0 0 0,0 0 0,0-1 0,1 1 0,-1 1 0,0-1 0,0 0 0,0 0 0,0 0 0,0 0 0,0 1 0,0-1 0,0 0 0,0 1 0,1-1 0,-1 0 0,0 1 0,0-1 0,0 1 0,1 0 0,-1-1 0,0 1 0,1 0 0,-1 0 0,-2 2 0,1 1 0,-1 0 0,1 0 0,-3 6 0,1 1 0,0-5 0,1 0 0,1 1 0,-1-1 0,1 1 0,-1 9 0,2-11 0,0 0 0,1 0 0,0 0 0,0 0 0,1 0 0,-1 0 0,1 0 0,2 5 0,3 7 0,0 0 0,1-1 0,18 28 0,-1 1 0,-20-38 0,-1 1 0,-1-1 0,1 1 0,-1 0 0,-1-1 0,1 1 0,-1 0 0,-1 0 0,0 0 0,0 13 0,0-21 4,0 1-1,0-1 1,0 1-1,-1-1 1,1 1-1,0-1 1,0 1-1,0-1 1,0 1-1,0-1 1,-1 1 0,1-1-1,0 1 1,0-1-1,-1 0 1,1 1-1,0-1 1,-1 1-1,1-1 1,0 0-1,-1 1 1,1-1-1,0 0 1,-1 0-1,1 1 1,-1-1-1,1 0 1,-1 0-1,1 1 1,-1-1-1,1 0 1,-1 0-1,0 0 1,0 0-153,-1 0 1,0 0-1,1-1 1,-1 1-1,1 0 1,-1-1-1,1 1 1,-1-1-1,-1 0 1,-3-2-6678</inkml:trace>
</inkml:ink>
</file>

<file path=ppt/ink/ink1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245 22 24575,'-17'-2'0,"-8"-1"0,-2-2 0,0 1 0,2 1 0,3 1 0,2 0 0,3 1 0,3 1 0,3 0 0,1 0 0,2 0 0,1 1 0,0 0 0,2 2 0,2 0 0</inkml:trace>
</inkml:ink>
</file>

<file path=ppt/ink/ink1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0 24575,'-2'1'0,"2"2"0,0 1 0,2 2 0,1 0 0,0 1 0,1 0 0,2-2 0,-2 1 0,1-1 0,-1 0 0,1-1 0</inkml:trace>
</inkml:ink>
</file>

<file path=ppt/ink/ink1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24575,'6'2'0,"2"0"0,1 3 0,0-1 0,0 1 0,-2-1-8191</inkml:trace>
</inkml:ink>
</file>

<file path=ppt/ink/ink1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101 2 24575,'-14'-1'0,"-15"0"0,24 2 0,0-1 0,0 1 0,1 0 0,-1 0 0,0 0 0,-8 4 0,12-5 0,0 0 0,0 1 0,0-1 0,1 1 0,-1-1 0,0 1 0,0 0 0,0-1 0,0 1 0,1 0 0,-1-1 0,0 1 0,1 0 0,-1 0 0,1 0 0,-1 0 0,1-1 0,-1 1 0,1 0 0,-1 0 0,1 0 0,0 0 0,-1 0 0,1 0 0,0 0 0,0 0 0,0 2 0,0-1 0,1-1 0,-1 1 0,1 0 0,-1 0 0,1 0 0,0-1 0,0 1 0,0 0 0,0-1 0,0 1 0,0-1 0,0 1 0,0-1 0,2 2 0,2 1 0,1 1 0,-1-1 0,1 0 0,0-1 0,0 0 0,0 0 0,0 0 0,8 2 0,-3-1 0,0-1 0,0-1 0,23 2 0,-30-3 0,-1-1 0,0 0 0,0-1 0,0 1 0,0-1 0,0 1 0,0-1 0,0 0 0,5-2 0,-7 3 0,0-1 0,0 1 0,0-1 0,0 0 0,0 1 0,0-1 0,0 0 0,0 0 0,0 0 0,-1 0 0,1 1 0,0-1 0,0 0 0,-1 0 0,1 0 0,-1-1 0,1 1 0,-1 0 0,0 0 0,1 0 0,-1 0 0,0 0 0,0 0 0,0-1 0,1 1 0,-1 0 0,0 0 0,-1-2 0,1 0-341,-1 0 0,0-1-1,-2-3 1,0-1-6485</inkml:trace>
</inkml:ink>
</file>

<file path=ppt/ink/ink1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8 24575,'0'0'0,"0"-1"0,0 1 0,0-1 0,0 1 0,0-1 0,0 1 0,1-1 0,-1 1 0,0-1 0,0 1 0,0-1 0,1 0 0,-1 1 0,0 0 0,0 0 0,0 0 0,0 0 0,0 0 0,0 0 0,1 0 0,-1 0 0,0 0 0,0 0 0,0 0 0,0 0 0,0-1 0,0 1 0,0 0 0,1 0 0,-1 0 0,0 0 0,0 0 0,0 0 0,0 0 0,0 0 0,0 0 0,0 1 0,1-1 0,-1 0 0,0 0 0,0 0 0,0 0 0,0 0 0,0 0 0,0 0 0,1 1 0,1 0 0,-1 0 0,-1-1 0,1 1 0,0 0 0,0 1 0,0-1 0,0 1 0,30 61 0,-24-47 0,9 19 0,18 60 0,-34-95 0,0 1 0,0-1 0,1 1 0,-1 0 0,0-1 0,0 1 0,0-1 0,0 1 0,0 0 0,0-1 0,0 1 0,0-1 0,0 1 0,-1 0 0,1-1 0,0 1 0,0-1 0,0 1 0,-1-1 0,1 1 0,-1 0 0,1-1 0,-1 1 0,1-1 0,-1 0 0,1 1 0,-1-1 0,1 0 0,-1 0 0,1 0 0,-1 0 0,1 1 0,-1-1 0,1 0 0,-1 0 0,1 0 0,-1 0 0,0 0 0,1 0 0,-1 0 0,1-1 0,-1 1 0,1 0 0,-1 0 0,0 0 0,-6-3 0,0-1 0,0 1 0,1-1 0,-1 0 0,1-1 0,-11-9 0,15 13 0,-7-8 0,9 8 0,0 1 0,0 0 0,0 0 0,0 0 0,0 0 0,-1-1 0,1 1 0,0 0 0,0 0 0,0 0 0,0 0 0,0-1 0,0 1 0,0 0 0,0 0 0,0-1 0,0 1 0,0 0 0,0 0 0,0 0 0,0-1 0,0 1 0,0 0 0,0 0 0,0 0 0,0-1 0,0 1 0,0 0 0,0 0 0,0 0 0,0 0 0,1-1 0,-1 1 0,0 0 0,0 0 0,0 0 0,0 0 0,0-1 0,1 1 0,-1 0 0,0 0 0,0 0 0,0 0 0,0 0 0,1 0 0,-1 0 0,0-1 0,0 1 0,0 0 0,1 0 0,-1 0 0,0 0 0,4-1 0,0 1 0,0-1 0,0 1 0,0 0 0,5 0 0,22 3 0,-14 0 0,-2-1 0,0-1 0,0 0 0,0-1 0,17-2 0,-28 1 0,0-1 0,0 1 0,0 0 0,0-1 0,6-3 0,-6 3 0,-3 2 0,-1-1 0,0 1 0,1 0 0,-1 0 0,0 0 0,1 0 0,-1 0 0,1 0 0,-1 0 0,0 0 0,1 0 0,-1 0 0,0 0 0,1 0 0,-1 0 0,0 0 0,1 0 0,-1 0 0,0 0 0,1 1 0,-1-1 0,0 0 0,1 0 0,-1 0 0,0 1 0,1-1 0,-1 0 0,0 0 0,0 1 0,1-1 0,-1 0 0,0 0 0,0 1 0,0-1 0,1 0 0,-1 1 0,0 0 0,1 2 0,1 0 0,-1 0 0,1 5 0,0-2 0,3 8-1365,-2-7-5461</inkml:trace>
</inkml:ink>
</file>

<file path=ppt/ink/ink1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24575,'0'1'0,"0"3"0,0 2 0,0 1 0,0 0-8191</inkml:trace>
</inkml:ink>
</file>

<file path=ppt/ink/ink1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24575,'21'77'0,"26"47"0,-25-68 0,-21-54-227,0 0-1,0 0 1,0 0-1,0 0 1,3 4-1</inkml:trace>
</inkml:ink>
</file>

<file path=ppt/ink/ink1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151 45 24575,'-15'-8'0,"-5"-1"0,-1 0 0,1 1 0,3 3 0,2 2 0,3 1 0,3 1 0,0 2 0,2 1 0,1 1 0</inkml:trace>
</inkml:ink>
</file>

<file path=ppt/ink/ink1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24575,'0'2'0,"0"0"0,1 2 0,1 0 0,1-1 0,0 1 0,0 1 0,2 1 0,0 0 0,2 1 0,-1 0 0,1-1 0,-1-1 0,0 1 0,0-1 0,-1-2-8191</inkml:trace>
</inkml:ink>
</file>

<file path=ppt/ink/ink1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24575,'4'3'0,"1"1"0,0 2 0,1-1-8191</inkml:trace>
</inkml:ink>
</file>

<file path=ppt/ink/ink1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44 37 24575,'-3'-3'0,"-10"-11"0,12 13 0,0 0 0,0 0 0,0 0 0,0 0 0,-1 1 0,1-1 0,0 0 0,-1 1 0,-2-2 0,4 2 0,-1 0 0,1 0 0,0 0 0,-1 0 0,1 0 0,-1 0 0,1 0 0,-1 0 0,1 0 0,0 0 0,-1 0 0,1 0 0,-1 1 0,1-1 0,-1 0 0,1 0 0,0 0 0,-1 1 0,1-1 0,0 0 0,-1 1 0,1-1 0,0 0 0,-1 0 0,1 1 0,0-1 0,0 1 0,-1-1 0,1 0 0,0 1 0,0-1 0,0 1 0,-1-1 0,1 0 0,0 1 0,0-1 0,0 1 0,0-1 0,0 1 0,0 2 0,-1-1 0,1 0 0,0 1 0,0-1 0,1 5 0,0-2 0,0-1 0,1 1 0,0-1 0,-1 1 0,2-1 0,-1 0 0,0 0 0,1 0 0,0 0 0,0 0 0,0-1 0,0 1 0,0-1 0,1 0 0,0 0 0,0 0 0,-1 0 0,2-1 0,-1 0 0,0 1 0,7 1 0,-9-3 0,-1-1 0,0 1 0,0-1 0,0 0 0,1 0 0,-1 1 0,0-1 0,1 0 0,-1 0 0,0 0 0,0 0 0,1-1 0,-1 1 0,0 0 0,0 0 0,0-1 0,1 1 0,-1-1 0,0 1 0,0-1 0,0 0 0,0 1 0,0-1 0,0 0 0,0 0 0,0 1 0,0-1 0,0 0 0,0 0 0,0 0 0,-1 0 0,1 0 0,0 0 0,-1-1 0,1 1 0,-1 0 0,1 0 0,-1 0 0,0 0 0,1-1 0,-1 1 0,0 0 0,0 0 0,0-1 0,0-1 0,0 0 0,-1-1 0,1 1 0,-1 0 0,0 0 0,1-1 0,-2 1 0,1 0 0,0 0 0,-1 0 0,1 0 0,-4-3 0,-2-4 0,-14-14 0,21 23 0,-2 0-80,1-1 0,-1 1-1,1 0 1,-1 0 0,0 0-1,1-1 1,-1 2 0,0-1-1,0 0 1,0 0 0,0 0 0,1 1-1,-1-1 1,0 1 0,0 0-1,-3-1 1,-1 1-6746</inkml:trace>
</inkml:ink>
</file>

<file path=ppt/ink/ink1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24575,'9'8'0,"0"-1"0,0 0 0,14 8 0,-20-13 0,1 0 0,0 0 0,0-1 0,-1 1 0,1-1 0,0 0 0,7 1 0,-10-1 0,0-1 0,0 0 0,0 0 0,0 0 0,0 0 0,0 0 0,0 0 0,0 0 0,0-1 0,0 1 0,0 0 0,0-1 0,0 1 0,0 0 0,0-1 0,-1 1 0,1-1 0,0 1 0,0-1 0,0 0 0,-1 1 0,1-1 0,0 0 0,-1 1 0,1-1 0,0 0 0,-1 0 0,1 0 0,-1 0 0,0 1 0,1-1 0,-1 0 0,1 0 0,-1 0 0,0 0 0,0 0 0,0-1 0,1-1 0,-1 1 0,0-1 0,0 0 0,0 1 0,-1-1 0,1 1 0,0-1 0,-2-2 0,2 5 0,0-1 0,0 1 0,0 0 0,0 0 0,0 0 0,0 0 0,0 0 0,0 0 0,0-1 0,0 1 0,0 0 0,0 0 0,0 0 0,0 0 0,0 0 0,0 0 0,0-1 0,0 1 0,0 0 0,0 0 0,0 0 0,0 0 0,0 0 0,0-1 0,0 1 0,0 0 0,0 0 0,0 0 0,0 0 0,0 0 0,0 0 0,0 0 0,1-1 0,-1 1 0,5 2 0,6 7 0,-10-9 0,10 11-90,-5-5 193,8 6 1,-12-11-289,0 1 0,1-1-1,-1 0 1,0 0 0,1 0 0,-1 0-1,6 1 1,-2-1-6641</inkml:trace>
</inkml:ink>
</file>

<file path=ppt/ink/ink1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 25 24575,'-2'-4'0,"1"2"0,0 0 0,1 1 0,-1-1 0,0 0 0,0 1 0,0-1 0,0 1 0,0 0 0,0-1 0,-1 1 0,1 0 0,-2-2 0,3 3 0,0 0 0,0 0 0,-1 0 0,1 0 0,0 0 0,0 0 0,0 0 0,-1 0 0,1 0 0,0 0 0,0 0 0,0 0 0,0 1 0,-1-1 0,1 0 0,0 0 0,0 0 0,0 0 0,0 0 0,0 0 0,-1 0 0,1 0 0,0 1 0,0-1 0,0 0 0,0 0 0,0 0 0,0 0 0,0 0 0,0 1 0,-1-1 0,1 0 0,0 0 0,0 0 0,0 0 0,0 1 0,0-1 0,0 0 0,0 0 0,0 0 0,0 0 0,0 1 0,0-1 0,0 0 0,0 0 0,0 1 0,1 8 0,-1-4 0,1 0 0,1 0 0,-1 0 0,0 0 0,1 0 0,0-1 0,0 1 0,1-1 0,-1 1 0,1-1 0,0 0 0,0 0 0,1 0 0,-1 0 0,1-1 0,-1 1 0,7 3 0,-9-6 0,41 25 0,-41-25 0,1 0 0,-1-1 0,0 1 0,0 0 0,0 0 0,1 0 0,-1 0 0,0 0 0,0 0 0,0 0 0,-1 1 0,1-1 0,0 0 0,1 2 0,-2-2 0,0 0 0,0 0 0,0-1 0,0 1 0,0 0 0,0 0 0,0 0 0,0-1 0,0 1 0,0 0 0,0 0 0,-1 0 0,1-1 0,0 1 0,0 0 0,-1 0 0,1-1 0,-1 1 0,1 0 0,-1-1 0,1 1 0,-1 0 0,1-1 0,-1 1 0,1-1 0,-1 1 0,0-1 0,0 1 0,-3 2 0,1-1 0,-1 0 0,0 0 0,0 0 0,-6 2 0,-23 5 0,25-7 0,-6 2-1365,3-2-5461</inkml:trace>
</inkml:ink>
</file>

<file path=ppt/ink/ink1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150 21 24575,'-5'-3'0,"-1"0"0,0 0 0,0 0 0,0 1 0,-8-2 0,11 3 0,-1 0 0,0 1 0,0-1 0,0 1 0,0 0 0,0 0 0,0 1 0,0-1 0,-7 3 0,8-2 0,0 0 0,0 0 0,0 1 0,0-1 0,0 1 0,0 0 0,0 0 0,0 0 0,1 0 0,-1 1 0,1-1 0,-1 1 0,1 0 0,-3 4 0,3-3 0,-1 0 0,1 0 0,1 0 0,-1 0 0,1 0 0,-1 1 0,1-1 0,0 1 0,1-1 0,-1 8 0,0-10 0,1 1 0,0-1 0,0 0 0,1 0 0,-1 0 0,0 0 0,1 0 0,-1 0 0,1 1 0,0-1 0,0 0 0,-1 0 0,1-1 0,1 1 0,-1 0 0,0 0 0,0 0 0,1-1 0,-1 1 0,1-1 0,-1 1 0,1-1 0,2 2 0,2 1 0,0-1 0,0 0 0,1 0 0,-1 0 0,7 1 0,36 7 0,-22-5 0,-13-3 0,1 0 0,0-1 0,0-1 0,0-1 0,19-1 0,-33 1-42,0 0-1,0 0 0,0 0 1,0 0-1,-1 0 0,1-1 1,0 1-1,0 0 0,0-1 1,0 1-1,0-1 0,-1 1 1,1-1-1,0 1 0,0-1 1,-1 0-1,1 1 0,0-1 1,-1 0-1,1 0 0,-1 1 1,1-1-1,-1 0 0,1 0 1,-1 0-1,1 0 0,-1 0 1,0 1-1,0-1 0,1 0 1,-1-2-1,0-3-6783</inkml:trace>
</inkml:ink>
</file>

<file path=ppt/ink/ink1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24575,'0'4'0,"0"2"0,2 2 0,-1 3 0,2 2 0,0-1 0,0 1 0,2 0 0,-1-1 0,1 0 0,0 0 0,0-2 0,-1-1 0,0-1 0,-1-1 0,1 1 0,-2-1 0,0-2-8191</inkml:trace>
</inkml:ink>
</file>

<file path=ppt/ink/ink1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280 36 24575,'-14'-5'0,"-8"-2"0,-2-1 0,1 2 0,1 1 0,3 2 0,1 1 0,2 3 0,0 0 0,-1 2 0,-1 1 0,-1 2 0,0-1 0,1 0 0,3 0-8191</inkml:trace>
</inkml:ink>
</file>

<file path=ppt/ink/ink1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117 32 24575,'-9'-4'0,"-6"-2"0,1 0 0,-1 1 0,-21-5 0,35 10 0,-1 0 0,1 0 0,0 0 0,0-1 0,-1 1 0,1 0 0,0 1 0,0-1 0,-1 0 0,1 0 0,0 0 0,0 1 0,0-1 0,-1 1 0,0 0 0,1-1 0,1 1 0,-1 0 0,1-1 0,-1 1 0,1 0 0,-1-1 0,1 1 0,-1 0 0,1 0 0,0-1 0,-1 1 0,1 0 0,0 0 0,0 0 0,0-1 0,-1 1 0,1 0 0,0 0 0,0 0 0,0 0 0,1 0 0,-1-1 0,0 3 0,1 1 0,0 0 0,0 0 0,1 0 0,-1 0 0,1 0 0,0 0 0,0-1 0,1 1 0,-1 0 0,1-1 0,-1 0 0,7 6 0,0 0 0,1-1 0,0-1 0,13 9 0,-1-4 0,11 7 0,-33-19 0,1 1 0,-1-1 0,1 0 0,-1 1 0,1-1 0,-1 0 0,1 1 0,-1-1 0,0 1 0,1-1 0,-1 1 0,0-1 0,1 1 0,-1-1 0,0 1 0,1 0 0,-1-1 0,0 1 0,-1-1 0,1 0 0,0 0 0,0 1 0,0-1 0,0 0 0,0 0 0,0 1 0,0-1 0,0 0 0,0 0 0,-1 0 0,1 1 0,0-1 0,0 0 0,0 0 0,0 0 0,-1 1 0,1-1 0,0 0 0,0 0 0,0 0 0,-1 0 0,1 1 0,-2-1 0,1 1 0,-1-1 0,0 1 0,1-1 0,-1 1 0,0-1 0,1 0 0,-1 0 0,-2 0 0,-42-7 0,31 5 0,1 0 0,-17-1 0,19 2-1365,7 0-5461</inkml:trace>
</inkml:ink>
</file>

<file path=ppt/ink/ink1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24575,'-1'0'0,"5"3"0,-4-2 0,21 24 0,-19-23 0,0 0 0,-1 0 0,2 0 0,-1-1 0,0 1 0,0-1 0,0 1 0,1-1 0,4 2 0,-7-3-42,1 0-1,-1 0 0,1 0 1,-1 0-1,1 0 0,-1 0 1,0 0-1,1 0 0,-1 0 1,1 0-1,-1 0 0,1 0 1,-1 0-1,0 0 0,1 0 1,-1 0-1,1 0 0,-1-1 1,0 1-1,1 0 0,-1 0 1,0-1-1,1 1 0,-1 0 1,0 0-1,1-1 0,-1 1 1,0 0-1,0-1 0,1 1 1,-1-1-1,2-3-6783</inkml:trace>
</inkml:ink>
</file>

<file path=ppt/ink/ink1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 9 24575,'-2'-3'0,"1"-1"0,-1 2 0,1 3 0,0 2 0,1 2 0,-1 0-8191</inkml:trace>
</inkml:ink>
</file>

<file path=ppt/ink/ink1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64 59 24575,'-3'-6'0,"-1"-1"0,-1-1 0,1 1 0,-1 0 0,-9-10 0,14 16 0,-1 1 0,1-1 0,-1 1 0,1-1 0,-1 1 0,1-1 0,-1 1 0,0 0 0,1-1 0,-1 1 0,1 0 0,-1-1 0,0 1 0,1 0 0,-1 0 0,0-1 0,0 1 0,1 0 0,-1 0 0,0 0 0,-1 0 0,2 0 0,-1 1 0,0-1 0,1 1 0,-1-1 0,1 0 0,-1 1 0,0-1 0,1 1 0,-1 0 0,1-1 0,0 1 0,-1-1 0,1 1 0,-1 0 0,1-1 0,0 1 0,0 0 0,-1-1 0,1 1 0,0 1 0,-1 2 0,0 0 0,0 0 0,0 0 0,1 1 0,-1-1 0,1 5 0,1-6 0,-1-1 0,0 1 0,1-1 0,-1 1 0,1-1 0,0 0 0,-1 1 0,1-1 0,0 0 0,1 0 0,-1 0 0,2 3 0,-3-5 0,1 1 0,-1-1 0,0 0 0,0 1 0,1-1 0,-1 0 0,0 1 0,1-1 0,-1 0 0,1 1 0,-1-1 0,0 0 0,1 0 0,-1 1 0,1-1 0,-1 0 0,1 0 0,-1 0 0,1 0 0,-1 0 0,0 0 0,1 0 0,-1 0 0,1 0 0,-1 0 0,2 0 0,-1 0 0,0-1 0,0 1 0,0-1 0,0 0 0,0 0 0,0 1 0,0-1 0,1-1 0,0 0 0,-2 1 0,1 1 0,-1 0 0,0 0 0,1-1 0,-1 1 0,1 0 0,-1 0 0,0 0 0,1 0 0,-1-1 0,1 1 0,-1 0 0,1 0 0,-1 0 0,1 0 0,-1 0 0,0 0 0,1 0 0,-1 0 0,1 0 0,-1 0 0,1 1 0,-1-1 0,0 0 0,1 0 0,-1 0 0,1 0 0,-1 1 0,0-1 0,1 0 0,-1 0 0,1 1 0,-1-1 0,0 0 0,1 1 0,1 2 0,1-1 0,-1 1 0,3 5 0,-3-5 0,6 9 0,0 1 0,11 26 0,5 30 0,-24-67 0,0-1 0,1 0 0,-1 0 0,0 1 0,0-1 0,0 0 0,1 0 0,-2 1 0,1-1 0,0 0 0,0 1 0,0-1 0,-1 2 0,1-2 0,-1-1 0,1 1 0,-1 0 0,1-1 0,-1 1 0,1 0 0,-1-1 0,1 1 0,-1-1 0,0 1 0,1-1 0,-1 1 0,0-1 0,1 0 0,-1 1 0,0-1 0,0 0 0,1 0 0,-1 1 0,0-1 0,0 0 0,-1 0 0,-3 0 14,1 0-1,-1 0 0,1 0 0,-1 0 1,1-1-1,0 0 0,-1 0 1,-4-2-1,-3-1-756,-18-10 1,22 9-6084</inkml:trace>
</inkml:ink>
</file>

<file path=ppt/ink/ink1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24575,'0'6'0,"1"-1"0,0 1 0,0-1 0,0 1 0,1-1 0,-1 0 0,1 0 0,0 0 0,1 0 0,0 0 0,3 5 0,-6-9 0,1 0 0,-1 0 0,1-1 0,-1 1 0,1-1 0,-1 1 0,1-1 0,0 1 0,-1-1 0,1 1 0,0-1 0,-1 1 0,1-1 0,0 0 0,0 1 0,-1-1 0,1 0 0,0 0 0,0 1 0,0-1 0,-1 0 0,1 0 0,0 0 0,0 0 0,0 0 0,0 0 0,-1 0 0,1 0 0,0-1 0,0 1 0,-1 0 0,1 0 0,0-1 0,0 1 0,-1 0 0,1-1 0,0 1 0,0-1 0,0 0 0,2-1 0,0-1 0,-1 1 0,0-1 0,1 0 0,-1 1 0,0-1 0,3-6 0,1-5 0,-6 12 0,1-1 0,0 1 0,0-1 0,0 1 0,0-1 0,1 1 0,-1 0 0,1 0 0,-1 0 0,4-3 0,-5 5 0,0-1 0,1 1 0,-1 0 0,1 0 0,-1 0 0,0 0 0,1-1 0,-1 1 0,1 0 0,-1 0 0,1 0 0,-1 0 0,1 0 0,-1 0 0,0 0 0,1 0 0,-1 0 0,1 0 0,-1 0 0,1 0 0,-1 1 0,0-1 0,1 0 0,-1 0 0,1 0 0,-1 1 0,0-1 0,1 0 0,-1 0 0,1 1 0,-1-1 0,0 0 0,1 1 0,1 2 0,0-1 0,0 1 0,3 5 0,-2-3 0,2 3-112,-1-2-201,0-1 0,0 0-1,9 10 1,-9-12-6513</inkml:trace>
</inkml:ink>
</file>

<file path=ppt/ink/ink1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35 256 24575,'-1'-1'0,"0"1"0,0 0 0,0 0 0,0-1 0,0 1 0,0 0 0,0 0 0,0 0 0,0 0 0,0 0 0,0 1 0,0-1 0,0 0 0,-1 0 0,1 1 0,0-1 0,1 1 0,-1-1 0,0 1 0,0-1 0,0 1 0,0-1 0,0 1 0,0 0 0,1-1 0,-1 1 0,0 0 0,0 0 0,1 0 0,-1 0 0,1 0 0,-1-1 0,1 1 0,-1 0 0,1 0 0,0 0 0,-1 0 0,1 2 0,-1 1 0,0-1 0,1 1 0,-1 0 0,1-1 0,0 1 0,0 0 0,1 0 0,-1-1 0,3 8 0,-3-9 0,1 0 0,0 0 0,0 0 0,0 0 0,0 0 0,0 0 0,1-1 0,-1 1 0,1 0 0,-1-1 0,1 1 0,3 2 0,-5-4 0,1 1 0,0-1 0,-1 1 0,1-1 0,0 0 0,0 1 0,-1-1 0,1 0 0,0 0 0,0 1 0,-1-1 0,1 0 0,0 0 0,0 0 0,0 0 0,0 0 0,-1 0 0,1 0 0,0 0 0,0 0 0,0-1 0,-1 1 0,1 0 0,0 0 0,0-1 0,-1 1 0,1-1 0,0 1 0,-1 0 0,1-1 0,0 1 0,-1-1 0,1 0 0,-1 1 0,1-1 0,0 1 0,0-2 0,0 0 0,0 1 0,0-1 0,-1 0 0,1 0 0,0 0 0,-1 0 0,1 0 0,-1 0 0,1 0 0,-1-4 0,0-2 0,-1-11 0,1 10 0,0 15 0,0-1 0,1 0 0,0 8 0,0-11 0,-1 0 0,1 0 0,0 0 0,0 0 0,0 0 0,0 0 0,0-1 0,0 1 0,0 0 0,3 2 0,-2-2 0,0 0 0,0-1 0,0 1 0,1 0 0,-1-1 0,1 0 0,-1 1 0,1-1 0,0 0 0,-1 0 0,1-1 0,0 1 0,0-1 0,2 1 0,-3-1 0,-1 0 0,0 0 0,1 0 0,-1 0 0,1 0 0,-1 0 0,0 0 0,0-1 0,1 1 0,-1 0 0,0-1 0,1 1 0,-1-1 0,0 0 0,0 1 0,0-1 0,0 0 0,0 0 0,0 0 0,0 0 0,0 1 0,0-1 0,0-1 0,0 1 0,0 0 0,-1 0 0,1 0 0,0 0 0,-1 0 0,1-1 0,0-1 0,0-3 0,0 0 0,0-1 0,0 1 0,-1-13 0,-4-25 0,3 44 0,-2-21 0,-1 1 0,-8-22 0,-17-39 0,4 12 0,22 64 0,2 7 0,2 10 0,-1-9 0,0 10 0,1-1 0,0 1 0,1-1 0,1 0 0,0 1 0,0-1 0,1-1 0,1 1 0,0-1 0,9 16 0,-7-16 30,1 0 0,0-1 0,12 12 0,31 24-1515,-44-40-5341</inkml:trace>
</inkml:ink>
</file>

<file path=ppt/ink/ink1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37 24575,'-1'-9'0,"1"6"0,0-1 0,0 1 0,0-1 0,1 1 0,0-4 0,-1 7 0,0-1 0,0 1 0,0 0 0,0 0 0,0 0 0,0 0 0,0-1 0,0 1 0,0 0 0,0 0 0,0 0 0,0 0 0,1-1 0,-1 1 0,0 0 0,0 0 0,0 0 0,0 0 0,0 0 0,0 0 0,0-1 0,1 1 0,-1 0 0,0 0 0,2 3 0,0 8 0,14 102 0,-12-92 0,4 25 0,-5-39 0,-3-6 0,-2-5 0,-4-5-1365,3 4-5461</inkml:trace>
</inkml:ink>
</file>

<file path=ppt/ink/ink1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33 24575,'18'-7'0,"-1"1"0,1 0 0,25-4 0,-35 8 0,1 1 0,-1 1 0,0-1 0,1 2 0,-1-1 0,0 1 0,1 0 0,-1 1 0,16 5 0,-13-3 0,0 0 0,-1 2 0,1-1 0,-1 1 0,0 1 0,0-1 0,-1 2 0,0-1 0,-1 2 0,1-1 0,-2 1 0,10 12 0,-15-17 0,1 0 0,-1 0 0,1 1 0,-1-1 0,-1 1 0,1 0 0,-1 0 0,1 0 0,-1-1 0,-1 1 0,1 0 0,-1 0 0,0 0 0,0 0 0,0 0 0,-1 0 0,1 0 0,-1 0 0,-1 0 0,1 0 0,-1 0 0,1-1 0,-2 1 0,1-1 0,-5 8 0,3-6 0,0-2 0,-1 1 0,1-1 0,-1 1 0,0-1 0,0 0 0,-1-1 0,1 1 0,-1-1 0,1 0 0,-1-1 0,0 0 0,-10 3 0,-1-1 0,-1 0 0,0-1 0,-28 0 0,31-2-1365,3-1-5461</inkml:trace>
</inkml:ink>
</file>

<file path=ppt/ink/ink1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276 5 24575,'7'-5'0,"-6"6"0,-1 4 0,-4 4 0,-1 0 0,1 0 0,-1-1 0,-10 13 0,-2 4 0,-42 90 0,11-21 0,35-70 0,-85 135 0,98-158-63,-3 2-198,1 0 1,-1 1 0,1-1-1,-2 7 1,2-5-6566</inkml:trace>
</inkml:ink>
</file>

<file path=ppt/ink/ink1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171 14 24575,'6'-3'0,"-5"3"0,0 0 0,0-1 0,0 1 0,0-1 0,-1 1 0,1-1 0,0 0 0,0 1 0,0-1 0,-1 0 0,2-1 0,-2 2 0,0 0 0,0 0 0,0 0 0,0 0 0,0 0 0,0 0 0,0 0 0,0 0 0,0 0 0,0 0 0,0 0 0,0 0 0,0-1 0,0 1 0,0 0 0,0 0 0,0 0 0,0 0 0,0 0 0,0 0 0,0 0 0,0 0 0,0 0 0,0 0 0,0 0 0,0 0 0,0 0 0,0 0 0,0 0 0,0-1 0,-1 1 0,1 0 0,0 0 0,0 0 0,0 0 0,0 0 0,0 0 0,0 0 0,0 0 0,0 0 0,0 0 0,-5-1 0,-4 2 0,-8 2 0,9-2 0,-1 0 0,0 1 0,1 1 0,-1-1 0,1 1 0,-8 4 0,2 2 0,1 1 0,-15 14 0,12-10 0,15-13 0,-1 0 0,1 0 0,0 1 0,-1-1 0,1 1 0,0-1 0,0 1 0,0-1 0,0 1 0,0 0 0,0 0 0,0-1 0,0 1 0,1 0 0,-1 0 0,1 0 0,0 0 0,-1 0 0,1 0 0,0 0 0,0 0 0,0 0 0,0-1 0,0 1 0,2 4 0,-1 0 0,1 1 0,1 0 0,-1-1 0,1 0 0,0 0 0,0 0 0,1 0 0,8 10 0,-10-14 0,0 0 0,-1-1 0,1 1 0,0-1 0,0 0 0,0 1 0,0-1 0,1 0 0,-1 0 0,0-1 0,0 1 0,1 0 0,3 0 0,4 0 0,19 0 0,-23-1 0,1 1 0,116-2 0,-90-3-100,-23 3-1165,-3 0-5561</inkml:trace>
</inkml:ink>
</file>

<file path=ppt/ink/ink1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4 24575,'0'-1'0,"0"1"0,0 0 0,0 0 0,0 0 0,1-1 0,-1 1 0,0 0 0,0 0 0,0 0 0,1-1 0,-1 1 0,0 0 0,0 0 0,1 0 0,-1 0 0,0 0 0,0 0 0,1 0 0,-1-1 0,0 1 0,0 0 0,1 0 0,-1 0 0,0 0 0,1 0 0,-1 0 0,0 0 0,0 0 0,1 1 0,-1-1 0,0 0 0,0 0 0,1 0 0,-1 0 0,0 0 0,0 0 0,1 0 0,-1 1 0,0-1 0,0 0 0,0 0 0,1 0 0,-1 1 0,0-1 0,0 0 0,0 0 0,1 0 0,-1 1 0,0-1 0,0 0 0,0 0 0,0 1 0,0-1 0,0 0 0,0 0 0,0 1 0,0-1 0,1 3 0,0 0 0,-1 0 0,1-1 0,-1 5 0,0 37 0,-10 69 0,3-48 0,4-34 0,2 0 0,2 1 0,1-1 0,1 0 0,12 52 0,-3-31-1365,-11-46-5461</inkml:trace>
</inkml:ink>
</file>

<file path=ppt/ink/ink1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1405 0 24575,'-13'0'0,"-18"3"0,-46 3 0,33-3 0,-24 3 0,-88 5 0,97-11 0,-83-1 0,89-2 0,-17-1 0,-36 9 0,12 3 0,-51-6 0,84-2 0,45-1 0,0-1 0,-30-7 0,1 1 0,29 6 0,-28 2 0,21 0 0,14 1-227,-1 0-1,0 0 1,1 1-1,-1 0 1,-16 6-1,20-6-6598</inkml:trace>
</inkml:ink>
</file>

<file path=ppt/ink/ink1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 24575,'0'0'0,"1"0"0,-1-1 0,0 1 0,1 0 0,-1-1 0,0 1 0,1 0 0,-1 0 0,0 0 0,1-1 0,-1 1 0,0 0 0,1 0 0,-1 0 0,1 0 0,-1 0 0,0 0 0,1-1 0,0 1 0,-1 1 0,1-1 0,-1 0 0,0 0 0,0 0 0,1 0 0,-1 0 0,0 1 0,0-1 0,1 0 0,-1 0 0,0 1 0,0-1 0,1 0 0,-1 0 0,0 1 0,0-1 0,0 0 0,0 0 0,1 1 0,0 2 0,0 1 0,-1-1 0,1 0 0,0 4 0,0 0 0,20 137 0,-2-3 0,1 16 0,-17-128 0,2 41 0,-5-66-341,0 0 0,0-1-1,2 7 1,0-4-6485</inkml:trace>
</inkml:ink>
</file>

<file path=ppt/ink/ink1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1355 17 24575,'-40'-7'0,"-1"3"0,-45 0 0,-3 8 0,-13 0 0,75-4 0,-206-5 0,-10 2 0,158 3 0,-28 4 0,-2 0 0,-18-5 0,128 1-227,-1 0-1,0-1 1,1 0-1,-1 0 1,-7-2-1,6 0-6598</inkml:trace>
</inkml:ink>
</file>

<file path=ppt/ink/ink1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0 24575,'0'25'0,"1"28"0,1-35-66,-1-14 109,0 1-1,-1 0 1,1 4 0,-1-7-148,0-1 0,0 1 0,-1-1 0,1 1 0,0-1 0,-1 1 0,1-1 0,-1 1 0,1-1 0,-1 1 0,0-1 0,0 0 0,-1 2 0,-2 2-6721</inkml:trace>
</inkml:ink>
</file>

<file path=ppt/ink/ink1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24575,'0'0'0,"0"0"0,0 0 0,0 0 0,0 0 0,0 0 0,0 0 0,0 0 0,0 0 0,0 0 0,0 0 0,0 0 0,0 0 0,0 0 0,0 0 0,0 0 0,0 0 0,0 0 0,0 0 0,0 0 0,0 0 0,0 0 0,0 0 0,0 0 0,0 0 0,0 0 0,0 0 0,0 0 0,0-1 0,0 1 0,0 0 0,0 0 0,0 0 0,0 0 0,1 0 0,-1 0 0,0 0 0,0 0 0,0 0 0,0 0 0,0 0 0,0 0 0,0 0 0,0 0 0,0 0 0,0 0 0,0 0 0,0 0 0,0 0 0,0 0 0,0 0 0,0 0 0,0 0 0,0 0 0,0 0 0,0 0 0,0 0 0,0 0 0,0 0 0,0 0 0,0 0 0,0 0 0,0 0 0,0 0 0,0 0 0,0 0 0,3 3 0,0 3 0,2 5 0,-1-1 0,0 0 0,4 23 0,-7-26-682,-1 14-1,0-15-6143</inkml:trace>
</inkml:ink>
</file>

<file path=ppt/ink/ink1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222 73 24575,'-3'-2'0,"0"0"0,1 0 0,-1 1 0,0 0 0,0-1 0,0 1 0,0 0 0,-5-1 0,1 0 0,-169-53 0,175 54 0,1 1 0,0 0 0,-1 0 0,1 0 0,-1 0 0,1 0 0,0-1 0,-1 1 0,1 0 0,-1 0 0,1 0 0,-1 0 0,1 0 0,0 0 0,-2 1 0,2-1 0,0 0 0,0 0 0,0 1 0,1-1 0,-1 0 0,0 0 0,0 0 0,0 1 0,0-1 0,0 0 0,0 0 0,0 0 0,1 0 0,-1 1 0,0-1 0,0 0 0,0 0 0,0 0 0,1 0 0,-1 1 0,14 8 0,105 57 0,-104-59 0,-11-6 0,-1 0 0,0 1 0,1-1 0,-1 1 0,0 0 0,0 0 0,0 0 0,3 3 0,-6-5 0,0 0 0,0 0 0,0 1 0,1-1 0,-1 0 0,0 0 0,0 1 0,0-1 0,0 0 0,0 0 0,1 1 0,-1-1 0,0 0 0,0 1 0,0-1 0,0 0 0,0 0 0,0 1 0,0-1 0,0 0 0,0 1 0,0-1 0,0 0 0,0 1 0,0-1 0,0 0 0,0 0 0,-1 1 0,1-1 0,0 1 0,-1-1 0,1 1 0,-1-1 0,1 1 0,-1-1 0,1 0 0,-1 1 0,1-1 0,-1 0 0,0 1 0,1-1 0,-2 0 0,-2 2 0,0-1 0,0 0 0,-4 0 0,8-1 0,-96 11-1365,85-10-5461</inkml:trace>
</inkml:ink>
</file>

<file path=ppt/ink/ink1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65 24575,'-4'-20'0,"4"14"0,-1 1 0,-1 0 0,1 0 0,-1-1 0,0 1 0,-2-6 0,4 11 0,0 0 0,0 0 0,0 0 0,0 0 0,0 0 0,-1 0 0,1 0 0,0 0 0,0 0 0,0 0 0,0-1 0,0 1 0,0 0 0,0 0 0,0 0 0,0 0 0,0 0 0,0 0 0,0 0 0,0 0 0,0 0 0,0 0 0,0 0 0,0 0 0,-1 0 0,1 0 0,0 0 0,0 0 0,0-1 0,0 1 0,0 0 0,0 0 0,0 0 0,0 0 0,0 0 0,0 0 0,-1 0 0,1 0 0,0 0 0,0 0 0,0 0 0,0 0 0,0 1 0,0-1 0,0 0 0,0 0 0,0 0 0,-2 5 0,1 9 0,1-14 0,5 85 0,0-20 0,-3-15 0,2-2 0,1 18 0,-5-61 0,8 44 0,-8-47-41,0-3 143,-1-2-1528</inkml:trace>
</inkml:ink>
</file>

<file path=ppt/ink/ink1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42 24575,'0'-3'0,"-1"0"0,1 1 0,0-1 0,0 0 0,1-4 0,-1 7 0,0-1 0,0 0 0,0 1 0,0-1 0,1 0 0,-1 1 0,0-1 0,0 0 0,1 1 0,-1-1 0,1-1 0,0 2 0,-1 0 0,0 0 0,0 0 0,1-1 0,-1 1 0,0 0 0,1 0 0,-1 0 0,0 0 0,1-1 0,-1 1 0,0 0 0,1 0 0,-1 0 0,1 0 0,-1 0 0,0 0 0,1 0 0,-1 0 0,0 0 0,1 0 0,-1 0 0,0 0 0,1 1 0,4 1 0,0 0 0,0 1 0,0 0 0,-1 0 0,1 0 0,-1 1 0,7 6 0,2 1 0,4 2 0,-12-10 0,0 1 0,0 0 0,0 0 0,4 5 0,-23-16 0,-52-39 0,43 30 0,15 10 0,7 4 0,-1 1 0,1-1 0,-1 1 0,0 0 0,0 0 0,0 0 0,0 0 0,0 0 0,0 0 0,-2-1 0,4 2 0,-1 0 0,1 0 0,-1 0 0,1 0 0,-1 0 0,1 1 0,0-1 0,-1 0 0,1 0 0,0 0 0,-1 0 0,1 1 0,-1-1 0,1 0 0,0 0 0,-1 0 0,1 1 0,0-1 0,0 0 0,-1 1 0,1-1 0,0 0 0,-1 1 0,1-1 0,0 1 0,-6 12 0,3-5 0,2-5-28,-1-1-1,0 0 0,0 0 0,0 0 1,-3 3-1,0-1-1164,1 0-5633</inkml:trace>
</inkml:ink>
</file>

<file path=ppt/ink/ink1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18 24575,'-2'-1'0,"1"0"0,-1-1 0,0 0 0,-2-2 0,-1-2 0,5 6 0,0-1 0,0 1 0,0 0 0,-1 0 0,1 0 0,0 0 0,0 0 0,0 0 0,0 0 0,0 0 0,0 0 0,0 0 0,0 0 0,0 0 0,0 0 0,0 0 0,0 0 0,-1-1 0,1 1 0,0 0 0,0 0 0,0 0 0,0 0 0,0 0 0,0 0 0,0 0 0,0 0 0,0 0 0,0 0 0,-1 0 0,1 0 0,0 0 0,0 0 0,0 0 0,0 1 0,0-1 0,0 0 0,-1 4 0,3 8 0,-2-10 0,20 81 0,-3-18 0,-9-22 0,-7-43-1,-1 0-1,0 1 0,0-1 0,0 0 1,0 0-1,0 0 0,0 0 0,0 0 1,0 0-1,0 1 0,0-1 0,0 0 1,0 0-1,0 0 0,0 0 0,0 0 1,0 0-1,0 1 0,0-1 0,0 0 1,0 0-1,0 0 0,0 0 0,0 0 1,-1 0-1,1 1 0,0-1 0,0 0 1,0 0-1,0 0 0,0 0 0,0 0 1,0 0-1,0 0 0,0 0 0,-1 0 1,1 1-1,0-1 0,0 0 0,0 0 1,0 0-1,0 0 0,0 0 0,-1 0 1,1 0-1,-7-3 202,-8-9-1685,10 7-5341</inkml:trace>
</inkml:ink>
</file>

<file path=ppt/ink/ink1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215 22 24575,'14'-3'0,"13"-2"0,1 2 0,30-1 0,-65 4 0,-12 3 0,-8 1 0,-126-3 0,84-1 0,53 0 0,9 1 0,1-1 0,0 0 0,0-1 0,-11-1 0,17 2 7,-1 0 0,1 0 0,-1 0 0,1-1 0,-1 1 1,0 0-1,1-1 0,-1 1 0,1 0 0,-1-1 0,1 1 0,-1 0 0,1-1 0,0 1 0,-1-1 0,0 0 0,1 1-14,0 0-1,0 0 1,0 0-1,0 0 1,0 0-1,0-1 1,0 1-1,0 0 1,0 0 0,0 0-1,0 0 1,0 0-1,0 0 1,0-1-1,0 1 1,0 0-1,0 0 1,0 0 0,0 0-1,0 0 1,0 0-1,1-1 1,-1 1-1,0 0 1,0 0-1,0 0 1,6-3-1277,-1 2-5542</inkml:trace>
</inkml:ink>
</file>

<file path=ppt/ink/ink1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17 24575,'-9'-6'0,"7"4"0,1 1 0,-1 0 0,0 0 0,1 0 0,-1 0 0,0 0 0,0 0 0,-3 0 0,5 0 0,0 1 0,-1 0 0,1 0 0,0 0 0,-1 0 0,1 0 0,0 0 0,0 0 0,-1 0 0,1 0 0,0 0 0,0 1 0,-1-1 0,1 0 0,0 0 0,-1 0 0,1 0 0,0 0 0,0 0 0,0 0 0,-1 1 0,1-1 0,0 0 0,0 0 0,-1 0 0,1 1 0,0-1 0,-1 1 0,1 0 0,0-1 0,0 1 0,0 0 0,-1-1 0,1 1 0,0-1 0,0 1 0,0 1 0,0 2 0,1-1 0,-1 1 0,2 3 0,-2-6 0,4 13 0,9 21 0,-2-4 0,-11-31-68,1 1 0,-1-1-1,0 0 1,0 1 0,0-1 0,0 1-1,0-1 1,0 0 0,0 1 0,0-1-1,0 1 1,0-1 0,0 1 0,0-1-1,0 0 1,0 1 0,0-1 0,0 1-1,-1 0 1</inkml:trace>
</inkml:ink>
</file>

<file path=ppt/ink/ink1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24575,'-1'1'0,"3"2"0,4 2 0,-5-4 0,29 24 0,66 40 0,-87-60 0,4 3 0,1 0 0,18 8 0,-35-20 0,-4-2 0,-11-7-1365,13 10-5461</inkml:trace>
</inkml:ink>
</file>

<file path=ppt/ink/ink1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120 3 24575,'0'0'0,"0"0"0,0 0 0,0 0 0,0 0 0,0 0 0,0 0 0,0-1 0,0 1 0,0 0 0,0 0 0,0 0 0,0 0 0,0 0 0,0 0 0,0 0 0,0 0 0,0 0 0,0-1 0,0 1 0,0 0 0,0 0 0,0 0 0,0 0 0,-1 0 0,1 0 0,0 0 0,0 0 0,0 0 0,0 0 0,0 0 0,0 0 0,0-1 0,0 1 0,0 0 0,0 0 0,0 0 0,-1 0 0,1 0 0,0 0 0,0 0 0,-4 3 0,-2 4 0,3-1 0,-8 10 0,-20 27 0,25-37 40,0 1 0,-7 5 0,10-10-205,0 0 0,1 0 0,-1 0 0,0-1 0,0 1 0,0-1 0,0 0 0,-6 2 0,3-2-6661</inkml:trace>
</inkml:ink>
</file>

<file path=ppt/ink/ink1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91 0 24575,'-10'1'0,"-1"1"0,0 0 0,-10 3 0,18-5 0,0 1 0,1 0 0,-1 0 0,1 0 0,0 1 0,-1-1 0,1 0 0,0 1 0,0 0 0,0-1 0,0 1 0,0 0 0,-3 4 0,5-5 0,-1 0 0,1-1 0,0 1 0,-1 0 0,1 0 0,0 0 0,0 0 0,0 0 0,-1-1 0,1 1 0,0 0 0,0 0 0,0 0 0,1 0 0,-1 0 0,0 0 0,0 0 0,0-1 0,1 1 0,-1 0 0,0 0 0,1 0 0,-1 0 0,1-1 0,-1 1 0,1 0 0,-1-1 0,1 1 0,-1 0 0,1-1 0,1 2 0,0 0 0,1 1 0,0-1 0,0 0 0,1 0 0,-1 0 0,4 2 0,4 0 0,0 0 0,0 0 0,0-1 0,1 0 0,17 1 0,-26-3-85,-1-1 0,0 0-1,0 0 1,0-1 0,0 1-1,0 0 1,0-1 0,0 1-1,0-1 1,0 0 0,0 1-1,0-1 1,0 0 0,0 0-1,2-2 1,0-1-6741</inkml:trace>
</inkml:ink>
</file>

<file path=ppt/ink/ink1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72 1 24575,'0'0'0,"0"0"0,0 0 0,-1 0 0,1 0 0,0-1 0,0 1 0,0 0 0,-1 0 0,1 0 0,0 0 0,0 0 0,-1 0 0,1 0 0,0 0 0,0 0 0,-1 0 0,1 0 0,0 1 0,0-1 0,-1 0 0,1 0 0,0 0 0,0 0 0,0 0 0,-1 0 0,1 0 0,0 1 0,0-1 0,0 0 0,0 0 0,-1 0 0,1 0 0,0 1 0,0-1 0,0 0 0,0 1 0,-7 9 0,6-9 0,-12 18 0,6-10 0,1 1 0,-7 14 0,9-16 0,1 1 0,1-1 0,-1 1 0,1 0 0,1 0 0,-1 0 0,1 0 0,1 1 0,0-1 0,0 0 0,1 0 0,2 10 0,-2-16 0,0 0 0,0 0 0,0 0 0,1 0 0,-1 0 0,1-1 0,0 1 0,-1 0 0,1-1 0,1 1 0,-1-1 0,0 0 0,3 3 0,1-1 0,-1-1 0,1 1 0,0-1 0,0 0 0,8 3 0,-13-6-195,0 1 0,1-1 0,-1 1 0,1-1 0,-1 0 0,3 0 0,1 0-6631</inkml:trace>
</inkml:ink>
</file>

<file path=ppt/ink/ink1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 24575,'0'-1'0,"0"1"0,0 0 0,1-1 0,-1 1 0,0-1 0,0 1 0,0 0 0,0-1 0,0 1 0,0-1 0,1 1 0,-1 0 0,0-1 0,1 1 0,0-1 0,1 5 0,-1 5 0,0 0 0,0 12 0,1 8 0,1 13 0,-2-27 0,0 1 0,1-1 0,1 0 0,5 17 0,-8-31 0,1 1 0,-1-1 0,1 0 0,0 1 0,0-1 0,-1 0 0,1 1 0,0-1 0,0 0 0,0 0 0,0 0 0,1 0 0,-1 0 0,0 0 0,0 0 0,1 0 0,-1 0 0,2 0 0,-1 0 0,0-1 0,0 1 0,-1-1 0,1 0 0,0 0 0,0 0 0,0 0 0,-1 0 0,1 0 0,0 0 0,0 0 0,0-1 0,-1 1 0,1-1 0,2 0 0,2-2-1365,0 1-5461</inkml:trace>
</inkml:ink>
</file>

<file path=ppt/ink/ink1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115 10 24575,'-13'-2'0,"-6"-1"0,-1 0 0,2 1 0,3 4 0,3 1 0,1 2 0,4 0-8191</inkml:trace>
</inkml:ink>
</file>

<file path=ppt/ink/ink1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24575,'10'11'0,"59"70"0,-62-71 0,-1 0 0,1 0 0,-2 1 0,1 0 0,-2 0 0,7 21 0,-10-27 0,0 0 0,0 1 0,0-1 0,-1 1 0,0-1 0,0 0 0,-1 9 0,0-11 0,0 1 0,1-1 0,-2 1 0,1-1 0,0 0 0,-1 0 0,1 0 0,-1 0 0,0 0 0,0 0 0,0 0 0,-4 3 0,1-1-341,-1 0 0,1-1-1,-9 5 1,6-4-6485</inkml:trace>
</inkml:ink>
</file>

<file path=ppt/ink/ink1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4 24575,'1'-4'0,"1"6"0,1 7 0,-1 5 0,-1 0 0,-2 24 0,1-11 0,-2-8 0,0-1 0,-6 31 0,-1-5 0,5-17 0,0 45 0,4 61 0,0-126 0,-3 14 0,2-17 0,0 1 0,1-1 0,-1 1 0,1 0 0,0-1 0,0 1 0,2 6 0,9 31 0,-9-34 0,0 0 0,-1 0 0,0-1 0,1 12 0,-2 4 0,-1 32 0,-2-31 68,1-15-785,0 14 1,2-16-6110</inkml:trace>
</inkml:ink>
</file>

<file path=ppt/ink/ink1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50 24575,'0'-1'0,"-1"1"0,1 0 0,0-1 0,0 1 0,0 0 0,0-1 0,0 1 0,0 0 0,-1-1 0,1 1 0,0 0 0,0-1 0,0 1 0,0 0 0,0-1 0,0 1 0,1 0 0,-1-1 0,0 1 0,0 0 0,0-1 0,0 1 0,0 0 0,1-1 0,-1 1 0,0-1 0,1 1 0,-1 0 0,1-1 0,-1 1 0,1 0 0,-1-1 0,1 1 0,-1 0 0,1 0 0,-1-1 0,1 1 0,0 0 0,3-1 0,0 0 0,0 1 0,6 0 0,-5 0 0,20-3 0,-15 1 0,13 0 0,19-1 0,-3-1 0,159 4 0,-95 0 0,-56-3 0,-3-1 0,176 4 0,-105 0 0,-67-4 0,-3 1 0,-24 2 0,84 2 0,-79 2 0,-20-1 0,0-1 0,0-1 0,0 1 0,1-1 0,-1 0 0,11-2 0,20-9-1365,-32 10-5461</inkml:trace>
</inkml:ink>
</file>

<file path=ppt/ink/ink1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 24575,'0'0'0,"0"0"0,0 0 0,0 0 0,0 0 0,0 0 0,0 0 0,0 0 0,0 0 0,0 0 0,-1-1 0,1 1 0,0 0 0,0 0 0,0 0 0,0 0 0,0 0 0,0 0 0,0 0 0,0 0 0,-1 0 0,1 0 0,0 0 0,0 0 0,0 0 0,0 0 0,0 0 0,0 0 0,0 0 0,-1 0 0,1 0 0,0 0 0,0 0 0,0 0 0,0 0 0,-2 4 0,0 7 0,2-11 0,0 6 0,1 1 0,-1-1 0,3 10 0,0 11 0,1 15 0,0 11 0,0 15 0,-1-37 0,0 2 0,1 23 0,-4-44 0,3 13 0,1 13 0,-4-31 0,0 1 0,-1-1 0,0 1 0,-2 7 0,2-10 0,1 0 0,-1 0 0,1 0 0,0 0 0,0 0 0,0 0 0,2 6 0,9 35 0,-9-42 0,8 27 0,-5-17 0,5 19 0,-9-26 0,8 43 0,-6-28 0,-2-16 0,0 1 0,0 0 0,-1 0 0,0 8 0,0-14-151,0 0-1,0 0 0,0 0 0,-1 0 1,1 0-1,-1 1 0,1-1 1,-2 1-1,-1 3-6674</inkml:trace>
</inkml:ink>
</file>

<file path=ppt/ink/ink1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1412 50 24575,'-3'-2'0,"1"0"0,-1 0 0,0 0 0,1 0 0,-1 1 0,0-1 0,0 1 0,0 0 0,0 0 0,0 0 0,0 0 0,-4-1 0,-4 1 0,0 0 0,-14 1 0,-11-2 0,-38-4 0,34 3 0,-65-1 0,15 1 0,-105 1 0,53 2 0,72-4 0,-23 0 0,-101 5 0,185-1 0,-16 3 0,15-1 0,-11 0 0,-16 1 0,-4 1 0,-2-5 0,-34 2 0,62 2-1365,8-2-5461</inkml:trace>
</inkml:ink>
</file>

<file path=ppt/ink/ink1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165 8 24575,'-10'-1'0,"-16"-2"0,15 1 0,-13 0 0,21 2 0,0 0 0,0 0 0,0 1 0,0-1 0,0 0 0,0 1 0,0 0 0,1 0 0,-1 0 0,0 0 0,0 0 0,1 0 0,-1 1 0,1-1 0,-5 4 0,5-3 0,-5 3 0,1 0 0,-9 11 0,13-14 0,1 0 0,-1 0 0,1 0 0,0 1 0,0-1 0,0 0 0,0 1 0,0-1 0,0 0 0,0 1 0,1-1 0,0 1 0,-1 2 0,1 4 0,-1 0 0,3 16 0,-1-22 0,0 0 0,-1-1 0,1 1 0,0 0 0,0 0 0,1-1 0,-1 1 0,0-1 0,1 1 0,0-1 0,-1 1 0,4 2 0,-3-3 0,1 0 0,-1 0 0,1-1 0,-1 1 0,1-1 0,0 1 0,-1-1 0,1 0 0,0 0 0,0 0 0,0-1 0,4 1 0,5 1 0,21-1 0,-25-2 0,10 1-82,-8 0-239,1 0 0,-1 0 1,15 3-1,-19-2-6505</inkml:trace>
</inkml:ink>
</file>

<file path=ppt/ink/ink1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286 3 24575,'1'-3'0,"-4"5"0,-6 8 0,5-6 0,-35 32 0,26-25 0,1 0 0,-1 2 0,-15 20 0,12-8 0,-19 39 0,12-16 0,-6 12 0,24-51-170,0-1-1,0 0 0,-1 0 1,0-1-1,0 1 0,-1-1 1,-11 9-1,13-13-6655</inkml:trace>
</inkml:ink>
</file>

<file path=ppt/ink/ink1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5 24575,'-10'-5'0,"10"5"0,0 0 0,-1 0 0,1 0 0,0 0 0,0 0 0,0 0 0,-1 0 0,1 0 0,0 0 0,0 0 0,0 0 0,-1 0 0,1 0 0,0 0 0,0 1 0,0-1 0,-1 0 0,1 0 0,0 0 0,0 0 0,0 0 0,0 0 0,0 1 0,-1-1 0,1 0 0,0 0 0,0 0 0,0 0 0,0 1 0,0-1 0,0 0 0,0 0 0,-1 0 0,1 1 0,0-1 0,0 0 0,0 0 0,0 0 0,0 1 0,0-1 0,0 0 0,0 0 0,0 0 0,0 1 0,0-1 0,0 0 0,1 9 0,-1 0 0,1 0 0,1 0 0,2 10 0,-2-10 0,0-1 0,0 0 0,-1 0 0,0 17 0,-1-24-124,0-1 0,0 1 0,0 0 0,0 0 0,-1-1 0,1 1-1,0 0 1,0-1 0,-1 1 0,0 1 0</inkml:trace>
</inkml:ink>
</file>

<file path=ppt/ink/ink1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6 24575,'12'-2'0,"0"0"0,0 1 0,0 0 0,0 1 0,21 3 0,-27-2 0,1 0 0,-1 1 0,0 0 0,0 0 0,0 0 0,0 1 0,0 0 0,0 0 0,-1 1 0,1-1 0,-1 1 0,6 6 0,-8-7 0,0 0 0,0 0 0,0 1 0,-1 0 0,1-1 0,-1 1 0,1 0 0,-1 0 0,-1 1 0,1-1 0,1 6 0,-2-7 0,-1 0 0,1 0 0,-1 0 0,0 0 0,0 0 0,0 0 0,-1 0 0,1 0 0,-1 0 0,1 0 0,-1 0 0,0 0 0,0 0 0,-1 0 0,1 0 0,0-1 0,-4 5 0,1-2 0,1-1 0,-1 0 0,0 0 0,0-1 0,-1 1 0,1-1 0,-1 0 0,-9 5 0,4-3 0,-1-1 0,1 0 0,-17 4 0,7-5 0,-1 0 0,-23 0 0,42-3 0,-8 1-1365,1 1-5461</inkml:trace>
</inkml:ink>
</file>

<file path=ppt/ink/ink1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63 24575,'0'0'0,"1"0"0,-1 1 0,0-1 0,0 0 0,0 1 0,0-1 0,1 0 0,-1 0 0,0 1 0,0-1 0,0 0 0,1 0 0,-1 1 0,0-1 0,0 0 0,1 0 0,-1 0 0,0 1 0,1-1 0,-1 0 0,0 0 0,1 0 0,-1 0 0,0 0 0,1 0 0,-1 0 0,1 0 0,10 2 0,-9-2 0,108 1 0,-56-2 0,-11 1 0,50 0 0,-52-4 0,10 1 0,293 2 0,-166 2 0,140-1 0,-275 3 0,-3 1 0,19 0 0,5-1 0,324-3 0,-330 4 0,-4-1 0,19 1 0,12-1 0,-70-2 0,-10-1 0,-1 1 0,1-1 0,0 0 0,-1-1 0,1 1 0,-1-1 0,8-2 0,-11 3 0,-1 0 0,1 0 0,-1-1 0,1 1 0,-1 0 0,1 0 0,-1-1 0,0 1 0,1 0 0,-1-1 0,1 1 0,-1 0 0,0-1 0,1 1 0,-1-1 0,0 1 0,1 0 0,-1-1 0,0 1 0,0-1 0,1 1 0,-1-1 0,0 1 0,0-1 0,0 1 0,0-1 0,0 1 0,0-1 0,0 1 0,0-1 0,0 1 0,0-1 0,0 0 0,0 0 0,-1 0 0,1 0 0,-1 0 0,1 0 0,-1 0 0,1 0 0,-1 0 0,0 0 0,1 0 0,-1 1 0,0-1 0,0 0 0,1 0 0,-1 1 0,0-1 0,-2 0 0,-12-6 0,-21-7 0,6 3 0,-42-15 0,71 25 0,1 2 0,7 1 0,10 3 0,10 8 0,40 15 0,2-4 0,-68-24 0,0 1 0,-1-1 0,1 0 0,0 1 0,0-1 0,0 1 0,-1-1 0,1 1 0,0-1 0,-1 1 0,2 0 0,-2-1 0,0 1 0,0-1 0,0 0 0,0 0 0,0 0 0,0 0 0,0 0 0,0 0 0,0 1 0,0-1 0,0 0 0,0 0 0,0 0 0,0 0 0,0 0 0,0 1 0,0-1 0,0 0 0,0 0 0,0 0 0,0 0 0,0 0 0,0 0 0,0 1 0,0-1 0,0 0 0,0 0 0,-6 4 0,-10 1 2,-23 5 0,18-5-1371,10-2-5457</inkml:trace>
</inkml:ink>
</file>

<file path=ppt/ink/ink1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 57 24575,'-2'-2'0,"2"0"0,-1 1 0,0-1 0,0 0 0,1 0 0,-2-3 0,2 3 0,0 2 0,0 0 0,0 0 0,0 0 0,0 0 0,0 0 0,0 0 0,0 0 0,0 0 0,0 0 0,0 0 0,0 0 0,0 0 0,0 0 0,0 0 0,0 0 0,0 0 0,0 0 0,0 0 0,0 0 0,0 0 0,0 0 0,0 0 0,0-1 0,0 1 0,0 0 0,0 0 0,0 0 0,0 0 0,-1 0 0,1 0 0,0 0 0,0 0 0,0 0 0,0 0 0,0 0 0,0 0 0,0 0 0,0 0 0,0 0 0,0 0 0,0 0 0,0 0 0,0 0 0,0 0 0,0 0 0,0 0 0,0 0 0,0 0 0,0 0 0,0 0 0,0 0 0,0 0 0,0 0 0,0 0 0,0 0 0,0 0 0,0 0 0,0 0 0,0 1 0,0-1 0,0 0 0,0 0 0,0 0 0,0 0 0,0 0 0,-2 3 0,0 3 0,0 2 0,1 1 0,1-1 0,-1 0 0,2 14 0,7 32 0,-4-30 0,6 30 0,-5-31 0,-1 0 0,1 41 0,-5-57 0,1-3 0,-1-1 0,0 1 0,-1 0 0,1 0 0,-1-1 0,1 1 0,-3 6 0,3-10 0,0 0 0,0 0 0,0 0 0,0 0 0,0 0 0,0 0 0,0 0 0,0 0 0,-1 0 0,1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0,-1 0 0,1 0 0,0 0 0,0 0 0,0 0 0,0 0 0,0 0 0,0 0 0,0 0 0,-1-3 0,0-6 0,1 8 0,-2-20 0,-2-27 0,0-8 0,0-10 0,5 29 0,-2-33 0,1 65 0,-1 0 0,-1 0 0,1 0 0,-1 1 0,-3-10 0,1 7 0,7 12 0,1 0 0,0-1 0,-1 1 0,1-1 0,1 0 0,4 4 0,2 3 0,-3-3 0,1-1 0,-1 0 0,1 0 0,10 6 0,-19-13 0,0 0 0,1 0 0,-1 0 0,0 1 0,0-1 0,1 0 0,-1 0 0,0 0 0,1 0 0,-1 0 0,0 1 0,0-1 0,1 0 0,-1 0 0,0 0 0,1 0 0,-1 0 0,0 0 0,1 0 0,-1 0 0,0 0 0,1 0 0,-1 0 0,0 0 0,1-1 0,-1 1 0,1 0 0,-1 0 0,0-1 0,0 1 0,0-1 0,0 1 0,0 0 0,1-1 0,-1 1 0,0-1 0,0 1 0,0-1 0,0 1 0,0 0 0,-1-1 0,1 1 0,0-1 0,0 1 0,0-1 0,-1-3 0,-1 0 0,1 1 0,-3-5 0,-4-6 0,-1 0 0,0 0 0,-21-23 0,29 35 0,-1 1 0,1 0 0,-1-1 0,0 1 0,1 0 0,-1 0 0,0 0 0,0 0 0,0 1 0,0-1 0,0 0 0,0 1 0,0-1 0,-3 0 0,3 1 0,1 0 0,-1 1 0,0-1 0,1 0 0,-1 0 0,1 1 0,-1-1 0,1 1 0,-1-1 0,1 1 0,-1 0 0,1 0 0,-1-1 0,1 1 0,0 0 0,-1 0 0,1 0 0,-2 3 0,-2 1-170,1 1-1,0-1 0,0 1 1,1 0-1,0 1 0,0-1 1,-3 10-1,3-10-6655</inkml:trace>
</inkml:ink>
</file>

<file path=ppt/ink/ink1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47 24575,'7'-7'0,"-1"0"0,0 0 0,9-17 0,-13 22 0,-1 5 0,-1 9 0,0-8 0,0 4 0,1 0 0,0 0 0,5 14 0,9 24 0,1-1 0,-14-37 0,0-2 0,-1-1 0,1 0 0,-1 0 0,0 1 0,-1-1 0,1 10 0,-1-15-5,0 0 0,0 1 0,0-1 0,0 0 0,0 1 0,-1-1 0,1 0 1,0 0-1,0 1 0,0-1 0,0 0 0,0 0 0,0 1 0,0-1 0,-1 0 0,1 0 0,0 0 0,0 1 0,-1-1 12,1 0 0,0 0 0,0 0 0,0 0 1,0 0-1,0 0 0,-1 0 0,1 0 0,0 0 0,0 0 1,0 0-1,0 0 0,0 0 0,-1 0 0,1 0 0,0 0 0,0 0 1,0 0-1,0 0 0,0 0 0,-1 0 0,1 0 0,0-1 1,-8-7-645,7 6-169,-4-3-6020</inkml:trace>
</inkml:ink>
</file>

<file path=ppt/ink/ink1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392 41 24575,'-22'-8'0,"1"1"0,-2 1 0,1 0 0,0 2 0,-24-1 0,28 3 0,-1 0 0,0 1 0,-29 2 0,-71 10-1365,106-11-5461</inkml:trace>
</inkml:ink>
</file>

<file path=ppt/ink/ink1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38 24575,'-1'-2'0,"0"1"0,0 0 0,-1-1 0,1 0 0,0 1 0,0-1 0,0 0 0,1 1 0,-2-4 0,2 4 0,0 1 0,-1-1 0,1 1 0,0-1 0,0 1 0,0-1 0,0 1 0,0-1 0,0 0 0,0 1 0,1-1 0,-1 1 0,0-1 0,0 1 0,0-1 0,0 1 0,1-1 0,-1 1 0,0-1 0,0 1 0,1 0 0,-1-1 0,0 1 0,1-1 0,-1 1 0,1 0 0,-1-1 0,0 1 0,1 0 0,-1-1 0,1 1 0,-1 0 0,1 0 0,-1-1 0,1 1 0,-1 0 0,1 0 0,0 0 0,4-1 0,1 0 0,-1 0 0,0 1 0,1 0 0,-1 0 0,0 1 0,1-1 0,-1 1 0,0 0 0,0 1 0,9 2 0,-13-3 0,0-1 0,0 1 0,0-1 0,0 1 0,0-1 0,0 1 0,-1 0 0,1 0 0,0-1 0,0 1 0,0 0 0,-1 0 0,1 0 0,0 0 0,-1 0 0,1 0 0,-1 0 0,1 0 0,-1 0 0,0 0 0,1 0 0,-1 1 0,0-1 0,0 0 0,0 0 0,0 0 0,0 0 0,0 0 0,0 0 0,0 1 0,0-1 0,0 0 0,-1 0 0,0 2 0,0 1 0,-1 0 0,0 1 0,0-1 0,0 0 0,0 0 0,-1 0 0,-3 4 0,-2 0 0,6-6 0,0 1 0,0-1 0,0 1 0,0 0 0,0-1 0,0 1 0,1 0 0,-3 4 0,4-7 0,0 1 0,0-1 0,0 0 0,0 1 0,0-1 0,0 1 0,0-1 0,0 0 0,0 1 0,0-1 0,0 1 0,0-1 0,0 0 0,0 1 0,0-1 0,1 1 0,-1-1 0,0 0 0,0 1 0,0-1 0,0 0 0,1 1 0,0 0 0,-1-1 0,1 1 0,-1-1 0,1 0 0,0 1 0,-1-1 0,1 0 0,0 1 0,0-1 0,-1 0 0,2 1 0,3-1 0,-1 0 0,0 1 0,8-2 0,-8 1 0,6-1 0,13-2 0,-16 1 0,0 1 0,1 0 0,-1 1 0,10 0 0,-11 1-1365,-2 1-5461</inkml:trace>
</inkml:ink>
</file>

<file path=ppt/ink/ink1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166 8 24575,'0'0'0,"0"0"0,0 0 0,0 0 0,0 0 0,0 0 0,0 0 0,0 0 0,0 0 0,0 0 0,0 0 0,0 0 0,0 0 0,1 0 0,-1 0 0,0 0 0,0 0 0,0 0 0,0 0 0,0 0 0,0 0 0,0 0 0,0 0 0,0 0 0,0 0 0,0 0 0,0 0 0,1 0 0,-1 0 0,0 0 0,0 0 0,0 0 0,0 0 0,0 0 0,0 0 0,0 0 0,0 1 0,0-1 0,0 0 0,0 0 0,0 0 0,0 0 0,0 0 0,0 0 0,0 0 0,0 0 0,0 0 0,0 0 0,0 0 0,0 0 0,0 1 0,0-1 0,0 0 0,0 0 0,0 0 0,0 0 0,0 0 0,0 0 0,0 0 0,0 0 0,0 0 0,0 0 0,0 0 0,0 1 0,-5 2 0,3-3 0,-1 1 0,0-1 0,0 0 0,0 0 0,0 0 0,-5-1 0,-19-5 0,0 0 0,17 5 40,0 0 0,-11 1 0,17 0-205,0 1 0,0-1 0,0 1 0,1 0 0,-1 0 0,0 0 0,0 1 0,-4 1 0,4-1-6661</inkml:trace>
</inkml:ink>
</file>

<file path=ppt/ink/ink1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196 14 24575,'-5'-3'0,"-1"1"0,1 0 0,-1 0 0,0 1 0,0 0 0,1 0 0,-1 0 0,0 0 0,0 1 0,0 0 0,0 1 0,-11 1 0,-4 2-455,1-1 0,-39 1 0,49-4-6371</inkml:trace>
</inkml:ink>
</file>

<file path=ppt/ink/ink1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 79 24575,'-6'16'0,"6"-13"0,-1 1 0,1 0 0,1 0 0,-1 0 0,0 0 0,1-1 0,0 1 0,0 0 0,2 5 0,3 5 0,7 14 0,-9-21 0,2 5 0,-2-5 0,6 14 0,-29-46 0,9 10 0,0-1 0,1 0 0,1 0 0,-10-28 0,-6-36 0,17 65 0,13 24 0,-1-1 0,12 11 0,-12-14 0,0 0 0,0-1 0,11 8 0,19 8 0,-34-20 0,8 5 0,-1-1 0,2 0 0,-1-1 0,0 0 0,20 3 0,-28-6 0,0 1 0,0-1 0,1 0 0,-1 0 0,0 0 0,1 0 0,-1-1 0,0 1 0,0 0 0,1 0 0,-1-1 0,0 1 0,0-1 0,0 1 0,0-1 0,1 1 0,-1-1 0,0 0 0,0 0 0,1-1 0,-1 1 0,0 0 0,0-1 0,0 1 0,0-1 0,0 1 0,-1-1 0,1 1 0,0-1 0,-1 0 0,1 1 0,-1-1 0,0 0 0,0 1 0,1-4 0,-2-29 0,0 20 0,2 17 0,-1-1 0,1 0 0,0 1 0,-1-1 0,1 0 0,1 2 0,10 18 0,-8-13 0,5 7 0,22 31 0,-30-45 0,30 43 0,-26-34-1365,-4-6-5461</inkml:trace>
</inkml:ink>
</file>

<file path=ppt/ink/ink1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 24575,'0'-1'0,"0"0"0,0 2 0,0 3 0</inkml:trace>
</inkml:ink>
</file>

<file path=ppt/ink/ink1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24575,'2'4'0,"-1"0"0,1 0 0,0 5 0,2 5 0,2 5 0,2-1 0,0-1 0,1 1 0,12 17 0,-17-27 120,-4-5-321,-3-5-1083</inkml:trace>
</inkml:ink>
</file>

<file path=ppt/ink/ink1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301 63 24575,'-13'-11'0,"-1"0"0,-1 1 0,-27-15 0,40 24 0,0 0 0,-1 0 0,1 0 0,0 1 0,0-1 0,-1 1 0,1 0 0,0-1 0,0 1 0,-1 0 0,1 0 0,0 1 0,-4-1 0,0 2 0,0 0 0,0 0 0,-9 6 0,12-6 0,-15 5-227,1 0-1,-1-1 1,0-1-1,0 0 1,-24 2-1,27-5-6598</inkml:trace>
</inkml:ink>
</file>

<file path=ppt/ink/ink1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24575,'0'2'0,"0"0"0,0 3 0,0 0 0,1 2 0,1 0 0,1 0 0,0 1 0,-1-1 0,1-1 0,0 0 0,0-1 0,0 1 0,1-1 0,-1 0 0</inkml:trace>
</inkml:ink>
</file>

<file path=ppt/ink/ink1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167 13 24575,'0'-1'0,"1"1"0,-1-1 0,0 1 0,0-1 0,0 0 0,0 1 0,0-1 0,1 1 0,-1-1 0,0 0 0,0 1 0,0-1 0,-1 1 0,1-1 0,0 0 0,0 0 0,-1 1 0,1-1 0,0 1 0,0 0 0,-1 0 0,1 0 0,0 0 0,-1 0 0,1-1 0,0 1 0,-1 0 0,1 0 0,-1 0 0,1 0 0,0 0 0,-1 0 0,1 0 0,0 0 0,-1 0 0,1 0 0,0 0 0,-1 1 0,1-1 0,0 0 0,-1 0 0,1 0 0,0 0 0,-1 0 0,1 1 0,-13 5 0,-21 7 0,29-11 0,0-1 0,0 0 0,0 0 0,-1 0 0,-5 0 0,-2-1 0,-37-1 0,44 0-1365,1-1-5461</inkml:trace>
</inkml:ink>
</file>

<file path=ppt/ink/ink1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1 24575,'-1'0'0,"1"0"0,0 0 0,-1-1 0,1 1 0,0 0 0,-1 1 0,1-1 0,0 0 0,-1 0 0,1 0 0,-1 0 0,1 0 0,0 0 0,-1 0 0,1 0 0,0 1 0,0-1 0,-1 0 0,1 0 0,0 0 0,-1 1 0,1-1 0,0 0 0,-1 1 0,1-1 0,0 1 0,0-1 0,0 0 0,0 1 0,0-1 0,0 1 0,0-1 0,0 1 0,0-1 0,0 0 0,0 1 0,1-1 0,-1 0 0,0 1 0,0-1 0,0 1 0,1 0 0,1 2 0,0 0 0,0 0 0,4 4 0,-5-7 0,14 15 0,1 0 0,21 13 0,-7-5 0,-26-18 120,-2-2-321,-2-3 176,0 0 0,0 0-1,0 0 1,0 0 0,0 0 0,0 0 0,0 0 0,0 0-1,0 0 1,0 0 0,0 0 0,0 0 0,0 0 0,0 0-1,0 0 1,0 0 0,0 0 0,0 0 0,-1 0-1,1 0 1,0 1 0,0-1 0,0 0 0,0 0 0,0 0-1,0 0 1,0 0 0,0 0 0,0 0 0,0 0-1,0 0 1,0 0 0,0 0 0,0 0 0,0 0 0,0 0-1,0 0 1,0 0 0,0 0 0,0 0 0,0 0 0,0 0-1,0 0 1,0 0 0,0 0 0,0 0 0,-1 0-1,1 0 1,0 0 0,0 0 0</inkml:trace>
</inkml:ink>
</file>

<file path=ppt/ink/ink1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115 8 24575,'0'-1'0,"0"-5"0,-1 5 0,-1 4 0,0 4 0,-1 0 0,-1 0 0,1 0 0,-1-1 0,0 0 0,-9 12 0,-2-4 0,-28 22 0,27-24-1365,11-9-5461</inkml:trace>
</inkml:ink>
</file>

<file path=ppt/ink/ink1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 24575,'0'-1'0,"0"1"0,1-1 0,-1 0 0,0 1 0,0-1 0,0 1 0,1-1 0,-1 1 0,0-1 0,1 1 0,-1-1 0,0 1 0,1 0 0,-1-1 0,0 1 0,1-1 0,-1 1 0,1 0 0,-1-1 0,1 1 0,-1 0 0,1 0 0,-1-1 0,1 1 0,-1 0 0,2 0 0,1-1 0,0 0 0,0 0 0,5 1 0,-6-1 0,0 1 0,0 0 0,1 0 0,-1 0 0,0 0 0,0 1 0,0-1 0,4 2 0,-5-2 0,0 1 0,0-1 0,0 0 0,-1 1 0,1 0 0,0-1 0,0 1 0,-1-1 0,1 1 0,0 0 0,-1 0 0,1-1 0,-1 1 0,1 0 0,-1 0 0,1 0 0,-1 0 0,0-1 0,1 1 0,-1 0 0,0 0 0,1 2 0,-1-1 0,0 0 0,0 1 0,0-1 0,0 0 0,0 0 0,0 0 0,-1 1 0,1-1 0,-1 0 0,1 0 0,-1 0 0,0 0 0,0 0 0,0 0 0,-1 2 0,-3 2 0,1 0 0,-1-1 0,-6 7 0,9-10 0,2-2 0,0 0 0,-1 0 0,1 1 0,0-1 0,0 0 0,-1 0 0,1 1 0,0-1 0,0 0 0,-1 1 0,1-1 0,0 1 0,0-1 0,0 0 0,0 1 0,0-1 0,-1 0 0,1 1 0,0-1 0,0 1 0,0 0 0,0-1 0,1 0 0,-1 0 0,0 1 0,0-1 0,0 0 0,1 0 0,-1 1 0,0-1 0,0 0 0,1 0 0,-1 0 0,0 1 0,0-1 0,1 0 0,-1 0 0,0 0 0,1 0 0,-1 0 0,0 0 0,1 1 0,3-1 0,-1 1 0,1-1 0,6 0 0,-7 0 0,55-1-1365,-52 1-5461</inkml:trace>
</inkml:ink>
</file>

<file path=ppt/ink/ink1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78 15 24575,'0'-1'0,"0"1"0,0-1 0,0 1 0,0-1 0,-1 1 0,1-1 0,0 1 0,0-1 0,0 1 0,0 0 0,-1-1 0,1 1 0,0-1 0,0 1 0,-1 0 0,1-1 0,0 1 0,-1-1 0,1 1 0,-1-1 0,0 1 0,0-1 0,-1 0 0,1 1 0,0-1 0,0 1 0,0 0 0,-1-1 0,0 1 0,-2-1 0,1 1 0,0 0 0,-1 0 0,1 0 0,-5 1 0,5 0 0,0-1 0,0 1 0,0 0 0,0 0 0,0 0 0,0 0 0,-3 3 0,5-4 0,1 1 0,-1-1 0,0 1 0,1 0 0,-1-1 0,0 1 0,1 0 0,-1 0 0,1-1 0,0 1 0,-1 0 0,1 0 0,-1 0 0,1-1 0,0 1 0,0 0 0,-1 0 0,1 0 0,0 0 0,0 0 0,0 0 0,0 0 0,0-1 0,0 1 0,0 0 0,1 0 0,-1 0 0,0 0 0,1 1 0,1 4 0,1 1 0,0-1 0,7 12 0,-6-12 0,0 1 0,-1 0 0,3 7 0,-1 3 0,-1 1 0,2 18 0,1 9 0,-5-37 0,8 46 0,-10-53 0,0 0 0,0 0 0,1 0 0,-1 0 0,0 0 0,0 0 0,1-1 0,-1 1 0,1 0 0,-1 0 0,1 0 0,-1 0 0,1-1 0,-1 1 0,1 0 0,0 0 0,-1-1 0,1 1 0,0-1 0,0 1 0,1 0 0,0 0 0,0 0 0,0-1 0,0 1 0,1-1 0,-1 1 0,0-1 0,0 0 0,4 0 0,5-1 0,1 0 0,15-3 0,-20 3-110,-3 1-69,0-1 0,-1 0-1,1 0 1,-1 0 0,0 0-1,5-3 1</inkml:trace>
</inkml:ink>
</file>

<file path=ppt/ink/ink1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 24575,'1'2'0,"-1"0"0,0 0 0,1 0 0,0 0 0,-1 0 0,1 0 0,1 2 0,2 3 0,-2 0 0,9 13 0,-10-18 0,1 0 0,-1 0 0,1 0 0,-1 0 0,1 0 0,-1-1 0,1 1 0,0 0 0,0-1 0,3 2 0,-5-3 0,1 1 0,-1-1 0,1 0 0,-1 0 0,1 0 0,-1 0 0,0 1 0,1-1 0,-1 0 0,1 0 0,-1 0 0,1 0 0,-1 0 0,1 0 0,-1 0 0,1 0 0,-1 0 0,1-1 0,-1 1 0,0 0 0,1 0 0,-1 0 0,1 0 0,0-1 0,-1 0 0,1 1 0,0-1 0,-1 0 0,1 1 0,-1-1 0,1 0 0,-1 0 0,1 1 0,-1-1 0,0 0 0,1 0 0,-1-1 0,1-2 0,0 0 0,-1 0 0,1-1 0,-1-4 0,0 2 0,-1 3 0,1 1 0,0-1 0,0 1 0,1-1 0,0-4 0,-1 7 0,0 1 0,0-1 0,1 1 0,-1-1 0,0 1 0,0-1 0,1 1 0,-1-1 0,0 1 0,1-1 0,-1 1 0,1-1 0,-1 1 0,0-1 0,1 1 0,-1 0 0,1-1 0,-1 1 0,1 0 0,-1 0 0,1-1 0,0 1 0,-1 0 0,1 0 0,-1 0 0,1-1 0,-1 1 0,1 0 0,0 0 0,-1 0 0,1 0 0,-1 0 0,1 0 0,0 0 0,-1 1 0,1-1 0,-1 0 0,2 0 0,3 2 0,0 0 0,-1 0 0,1 1 0,0-1 0,-1 1 0,6 4 0,10 6 0,-15-10 0,-2-2 0,0 1 0,0 0 0,0-1 0,0 1 0,0 0 0,-1 1 0,1-1 0,2 3 0,-4-2-1365</inkml:trace>
</inkml:ink>
</file>

<file path=ppt/ink/ink1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30 24575,'8'-5'0,"0"0"0,1 0 0,0 1 0,9-3 0,-16 6 0,1 0 0,0 1 0,0-1 0,-1 1 0,1 0 0,0-1 0,0 1 0,0 0 0,0 1 0,-1-1 0,1 0 0,0 1 0,0 0 0,-1 0 0,1 0 0,0 0 0,-1 0 0,4 2 0,-1 0 0,1 1 0,-1 0 0,0 0 0,0 0 0,0 1 0,-1-1 0,0 1 0,1 1 0,-2-1 0,1 0 0,-1 1 0,0 0 0,0 0 0,0 0 0,2 10 0,-1 0 0,-1 0 0,1 24 0,1 8 0,-3-40 0,0 0 0,0 0 0,5 14 0,-4-17 0,0 0 0,-1-1 0,7 8 0,-5-8 0,-1 0 0,0 0 0,4 10 0,-6-14 0,-1 1 0,0-1 0,0 1 0,1 0 0,-1-1 0,0 1 0,0 0 0,0-1 0,0 1 0,0 0 0,0-1 0,0 1 0,0 0 0,0-1 0,0 1 0,0 0 0,0-1 0,0 1 0,-1 0 0,1-1 0,0 1 0,-1-1 0,1 1 0,0-1 0,-1 1 0,1 0 0,0-1 0,-1 1 0,1-1 0,-1 0 0,1 1 0,-1-1 0,1 1 0,-1-1 0,0 0 0,1 1 0,-1-1 0,1 0 0,-1 1 0,-1-1 0,-2 1 0,-1 1 0,0-1 0,0 0 0,-7 0 0,5 0 0,-15 1-1365,13-1-5461</inkml:trace>
</inkml:ink>
</file>

<file path=ppt/ink/ink1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248 7 24575,'-72'-3'0,"1"-1"0,-27 4-1365,91 0-5461</inkml:trace>
</inkml:ink>
</file>

<file path=ppt/ink/ink1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234 23 24575,'-14'-3'0,"-8"-1"0,-2-1 0,2 1 0,2 1 0,2 1 0,3 1 0,1 0 0,3 1 0,0 0 0,0 1 0,1-1 0,0 0 0,1 1 0,0 1 0,1 0 0,2-1-8191</inkml:trace>
</inkml:ink>
</file>

<file path=ppt/ink/ink1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24575,'59'31'0,"-30"-14"0,2-1 0,37 12 0,-13-12 0,-28-9 0,-21-4 0,-6-3 0,0 0 0,0 0 0,0 0 0,0 0 0,0 0 0,0 0 0,0 0 0,0 0 0,0 0 0,0 0 0,1 0 0,-1 0 0,0 1 0,0-1 0,0 0 0,0 0 0,0 0 0,0 0 0,0 0 0,0 0 0,0 0 0,0 0 0,0 0 0,0 0 0,0 0 0,0 0 0,0 0 0,0 0 0,0 0 0,-1 0 0,1 0 0,0 0 0,0 1 0,0-1 0,0 0 0,0 0 0,0 0 0,0 0 0,0 0 0,0 0 0,0 0 0,0 0 0,0 0 0,0 0 0,0 0 0,0 0 0,0 0 0,-10 3 0,6-2 0,-15 4 0,-1 1 0,1 1 0,-20 10 0,13-3-84,14-7-172,0 0 0,0-1-1,-1 0 1,-22 6 0,26-10-6570</inkml:trace>
</inkml:ink>
</file>

<file path=ppt/ink/ink1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180 8 24575,'0'0'0,"0"0"0,0 0 0,0-1 0,1 1 0,-1 0 0,0-1 0,0 1 0,0 0 0,0 0 0,0-1 0,0 1 0,0 0 0,0-1 0,0 1 0,0 0 0,0-1 0,0 1 0,0 0 0,0-1 0,0 1 0,0-1 0,0 1 0,-1 0 0,1 0 0,0 0 0,0 0 0,0 0 0,-1 0 0,1-1 0,0 1 0,0 0 0,0 0 0,-1 0 0,1 0 0,0 0 0,0 0 0,-1 0 0,1 0 0,0 0 0,0 0 0,0 0 0,-1 0 0,1 1 0,-16 4 0,14-3 0,-24 10 0,-17 7 0,29-15 0,1 1 0,1-1 0,-14 8 0,24-11 0,0 0 0,1 1 0,-1-1 0,1 0 0,-1 1 0,1-1 0,-1 1 0,1 0 0,0-1 0,0 1 0,0 0 0,0 0 0,0-1 0,0 1 0,0 0 0,0 0 0,1 0 0,-1 0 0,1 0 0,0 1 0,-1-1 0,1 0 0,0 0 0,0 0 0,1 0 0,-1 0 0,0 0 0,1 0 0,-1 0 0,1 0 0,-1 0 0,2 2 0,-1-2 0,0 0 0,1 0 0,-1 0 0,1 0 0,-1 0 0,1 0 0,0 0 0,-1-1 0,1 1 0,0 0 0,0-1 0,0 0 0,4 2 0,3 2 0,0-2 0,10 4 0,108 36 0,-114-40-106,13 6 337,-24-8-367,0 0 1,0 0-1,0 0 1,-1 0 0,1 0-1,0 0 1,-1 1-1,1-1 1,0 1-1,0 1 1,1 2-6691</inkml:trace>
</inkml:ink>
</file>

<file path=ppt/ink/ink1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5 24575,'-4'-4'0,"4"4"0,0 0 0,0 0 0,0 0 0,0 0 0,0 0 0,0 0 0,0 0 0,0 0 0,0 0 0,0 0 0,0 0 0,0 0 0,0 0 0,0 0 0,1 0 0,-1 0 0,0 0 0,0 0 0,0 0 0,0 0 0,0 0 0,0 0 0,0 0 0,0-1 0,0 1 0,0 0 0,0 0 0,0 0 0,0 0 0,0 0 0,0 0 0,0 0 0,0 0 0,0 0 0,0 0 0,0 0 0,0 0 0,0 0 0,0 0 0,0 0 0,0 0 0,0 0 0,0 0 0,0 0 0,0 0 0,7 7 0,27 35 0,38 48 0,-23-27 0,71 69 0,-116-128 0,-1-1 0,-1 0 0,1-1 0,-1 0 0,6 4 0,-12-13 0,-20-21-1365,19 21-5461</inkml:trace>
</inkml:ink>
</file>

<file path=ppt/ink/ink1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147 22 24575,'3'-6'0,"-2"5"0,0-1 0,-1 1 0,1-1 0,0 0 0,-1 1 0,0-1 0,1 1 0,-1-3 0,-5 11 0,-10 23 0,-15 28 0,-17 20 0,37-58 0,-16 43 0,25-60-124,0 0 0,0 1 0,-1-1 0,1 0 0,-1 0 0,1 1-1,-1-1 1,0-1 0,-1 1 0,-3 4 0</inkml:trace>
</inkml:ink>
</file>

<file path=ppt/ink/ink1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 24575,'21'-6'0,"30"-5"0,-50 10 0,-1 1 0,1 0 0,0 0 0,0 0 0,-1 0 0,1 0 0,0 0 0,0 0 0,-1 0 0,1 1 0,0-1 0,-1 0 0,1 0 0,0 1 0,0-1 0,-1 0 0,1 1 0,0-1 0,-1 0 0,2 2 0,-2-2 0,1 1 0,-1 0 0,1 0 0,0 0 0,-1 0 0,1 0 0,-1 0 0,0 0 0,1 0 0,-1 0 0,0 0 0,0 0 0,1 1 0,-1 2 0,0 1 0,0-1 0,-1 1 0,1-1 0,-3 8 0,0 6 0,2-13 0,1-1 0,-1 1 0,0-1 0,-1 0 0,-2 7 0,4-11 0,0 0 0,0 1 0,-1-1 0,1 0 0,0 0 0,0 1 0,0-1 0,0 0 0,-1 1 0,1-1 0,0 0 0,0 1 0,0-1 0,0 0 0,0 1 0,0-1 0,0 0 0,0 1 0,0-1 0,0 0 0,0 1 0,0-1 0,0 1 0,0-1 0,0 0 0,1 0 0,-1 1 0,0-1 0,0 0 0,0 1 0,0-1 0,1 0 0,-1 1 0,0-1 0,1 0 0,0 1 0,0-1 0,0 1 0,1-1 0,-1 0 0,0 1 0,0-1 0,0 0 0,1 0 0,0 0 0,84-1 0,-74-2-1365,-8 2-5461</inkml:trace>
</inkml:ink>
</file>

<file path=ppt/ink/ink1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 18 24575,'-5'-18'0,"5"19"0,0-1 0,0 0 0,0 0 0,0 0 0,0 0 0,0 0 0,0 0 0,0 0 0,0 0 0,0 0 0,0 0 0,0 0 0,0 0 0,0 0 0,0 0 0,0 0 0,0 0 0,0 0 0,0 0 0,0 0 0,0 0 0,0 0 0,0 0 0,0 0 0,0 0 0,0 0 0,0 0 0,0 0 0,0 0 0,0 0 0,0 0 0,0 0 0,0 0 0,0 0 0,0 0 0,0 0 0,0 0 0,0 0 0,0 0 0,0 0 0,0 0 0,0 0 0,0 0 0,-1 0 0,1 0 0,0 0 0,0 0 0,0 0 0,0 0 0,0 0 0,0 0 0,0 0 0,0 0 0,0 0 0,0 0 0,0 0 0,0 0 0,0 0 0,0 0 0,0 0 0,0 0 0,0 0 0,0 0 0,0 0 0,0 0 0,0 0 0,0 0 0,0-1 0,-1 5 0,-1 6 0,2-9 0,-23 146 0,18-116 0,-7 70 0,12-96 0,0 0 0,0-1 0,1 1 0,0-1 0,0 1 0,0-1 0,0 1 0,0-1 0,1 0 0,0 1 0,0-1 0,0 0 0,4 5 0,-2-5 0,-1 0 0,1 0 0,0 0 0,0 0 0,0 0 0,1-1 0,-1 0 0,1 0 0,0 0 0,9 3 0,-7-3-170,0-1-1,0 0 0,1 0 1,-1-1-1,1 0 0,-1 0 1,14 0-1,-14-1-6655</inkml:trace>
</inkml:ink>
</file>

<file path=ppt/ink/ink1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81 24575,'22'-6'0,"-8"4"0,-1-2 0,0 0 0,19-8 0,-31 11 0,1 0 0,-1 0 0,1 0 0,-1 0 0,0 0 0,0 0 0,1 0 0,-1-1 0,0 1 0,0 0 0,0-1 0,0 1 0,0-1 0,-1 1 0,1-1 0,0-2 0,0 4 0,-1-1 0,0 0 0,0 0 0,0 0 0,0 1 0,0-1 0,0 0 0,0 0 0,0 0 0,0 0 0,0 0 0,0 1 0,-1-1 0,1 0 0,0 0 0,-1 0 0,1 1 0,0-1 0,-1 0 0,1 1 0,-1-1 0,1 0 0,-1 1 0,1-1 0,-1 0 0,0 1 0,1-1 0,-1 1 0,0-1 0,1 1 0,-1-1 0,0 1 0,0 0 0,-1-1 0,0 0 0,-1 0 0,0 0 0,0 1 0,0-1 0,1 1 0,-1-1 0,0 1 0,0 0 0,0 0 0,0 1 0,0-1 0,0 0 0,1 1 0,-1 0 0,0 0 0,0 0 0,-4 2 0,5-2 0,0 0 0,0 0 0,0 1 0,0-1 0,0 1 0,0 0 0,0-1 0,1 1 0,-1 0 0,1 0 0,-1 0 0,1 0 0,0 0 0,0 0 0,0 0 0,0 1 0,0-1 0,0 0 0,1 0 0,-1 1 0,0 3 0,1-3 0,0 0 0,0 0 0,0 0 0,1 0 0,-1 1 0,1-1 0,-1 0 0,1 0 0,0 0 0,1 0 0,-1 0 0,0-1 0,1 1 0,-1 0 0,1 0 0,0-1 0,0 1 0,0-1 0,0 0 0,1 1 0,-1-1 0,0 0 0,1-1 0,0 1 0,-1 0 0,1-1 0,0 1 0,0-1 0,3 1 0,14 4 0,1 0 0,-1-2 0,39 4 0,-45-8-1365,-7 0-5461</inkml:trace>
</inkml:ink>
</file>

<file path=ppt/ink/ink1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0 24575,'0'2'0,"0"-1"0,1 0 0,-1 0 0,1 1 0,-1-1 0,2 2 0,1 3 0,7 19 0,14 27 0,10 22 0,-28-58 0,-1-1 0,-1 1 0,3 22 0,-7-37 0,0 1 0,0 0 0,0 0 0,0-1 0,0 1 0,0 0 0,0-1 0,-1 1 0,1 0 0,-1-1 0,1 1 0,-1 0 0,0-1 0,1 1 0,-2 1 0,1-2 0,0 0 0,0 0 0,0 0 0,0 0 0,0 0 0,0-1 0,0 1 0,-1 0 0,1-1 0,0 1 0,0-1 0,0 1 0,-1-1 0,1 0 0,0 1 0,-1-1 0,1 0 0,0 0 0,-1 0 0,-1 0 0,0 0 0,-1-1 0,0 1 0,0-1 0,0 0 0,0 0 0,1-1 0,-1 1 0,0-1 0,1 1 0,-4-4 0,2 2 0,0 0 0,1-1 0,0 1 0,0-1 0,0 0 0,-5-7 0,8 9 0,-1 0 0,1 0 0,0 0 0,1 0 0,-1-1 0,0 1 0,0 0 0,1 0 0,0 0 0,-1-1 0,1 1 0,0 0 0,0 0 0,0-1 0,0 1 0,1 0 0,-1 0 0,2-5 0,-2 5 0,1 0 0,0 0 0,0 0 0,0-1 0,0 1 0,0 0 0,1 0 0,-1 0 0,1 1 0,-1-1 0,1 0 0,0 0 0,-1 1 0,1-1 0,0 1 0,0 0 0,4-2 0,1 0 30,1 0 0,0 1-1,14-2 1,-14 3-401,0 0 0,0-1 0,14-5 0,-17 5-6455</inkml:trace>
</inkml:ink>
</file>

<file path=ppt/ink/ink1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26 24575,'-1'-7'0,"-1"-1"0,1 1 0,0 4 0,-2 2 0</inkml:trace>
</inkml:ink>
</file>

<file path=ppt/ink/ink1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25 24575,'0'2'0,"1"0"0,0 0 0,-1 0 0,1 0 0,0 0 0,0 0 0,0 0 0,0-1 0,2 4 0,1 1 0,0 1 0,1 1 0,11 11 0,-12-15 0,-1-1 0,1 1 0,0-1 0,0 0 0,1 0 0,5 3 0,-9-6 0,-1 1 0,1-1 0,0 1 0,0-1 0,-1 0 0,1 0 0,0 1 0,0-1 0,0 0 0,0 0 0,-1 0 0,1 0 0,0 0 0,0 0 0,0 0 0,0 0 0,-1-1 0,1 1 0,0 0 0,0 0 0,0-1 0,0 0 0,0 1 0,0-1 0,0 0 0,0 0 0,-1 1 0,1-1 0,0 0 0,0 0 0,-1 0 0,1 0 0,-1 0 0,1 0 0,0-2 0,0-2 0,0 0 0,0-1 0,0 1 0,0 0 0,-1-8 0,0 10 0,0 1 0,0 0 0,0 0 0,0 0 0,0 0 0,1-2 0,-1 4 0,0 0 0,0-1 0,0 1 0,0 0 0,0 0 0,1 0 0,-1 0 0,0 0 0,0 0 0,0-1 0,0 1 0,0 0 0,0 0 0,0 0 0,0 0 0,0 0 0,0 0 0,1 0 0,-1 0 0,0 0 0,0 0 0,0 0 0,0-1 0,0 1 0,0 0 0,1 0 0,-1 0 0,0 0 0,0 0 0,0 0 0,1 0 0,-1 1 0,1-1 0,-1 0 0,1 0 0,-1 1 0,1-1 0,-1 0 0,1 1 0,-1-1 0,0 0 0,1 1 0,-1-1 0,1 1 0,11 14 0,-8-9 0,8 8 0,-4-6 0,-1-1 0,11 8 0,-15-14 0,0 1 0,-1 0 0,1-1 0,0 1 0,0-1 0,0 0 0,0 0 0,0 0 0,1 0 0,-1-1 0,5 1 0,-7-1 0,1 0 0,-1 0 0,0 0 0,0 0 0,0 0 0,0-1 0,0 1 0,0 0 0,0-1 0,0 1 0,0 0 0,0-1 0,-1 1 0,1-1 0,0 0 0,0 1 0,1-2 0,-1 1 0,0-1 0,0 1 0,0-1 0,0 1 0,-1-1 0,1 1 0,0-1 0,-1 1 0,2-4 0,-1-1 0,-1 0 0,1 0 0,-1 0 0,0 0 0,-1-6 0,1 8-80,-1 1 0,0 0-1,1 0 1,-1-1 0,0 1-1,-1 0 1,1 0 0,0 0-1,-1 0 1,0 0 0,1 1 0,-1-1-1,0 0 1,-1 1 0,1-1-1,-4-2 1,0 0-6746</inkml:trace>
</inkml:ink>
</file>

<file path=ppt/ink/ink1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24575,'26'22'0,"31"33"0,-47-44 0,-1 1 0,0 0 0,-1 0 0,0 0 0,9 22 0,-11-19 0,0 1 0,-1-1 0,0 1 0,-2 0 0,4 32 0,-7-43-57,0 1 0,0-1 1,-1 0-1,0 1 0,0-1 0,0 0 0,0 0 0,-1 1 0,0-1 0,0 0 0,-1 0 1,1-1-1,-1 1 0,0-1 0,0 1 0,-1-1 0,1 0 0,-1 0 0,0 0 1,0-1-1,0 1 0,0-1 0,-10 5 0,6-3-6769</inkml:trace>
</inkml:ink>
</file>

<file path=ppt/ink/ink1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631 57 24575,'259'-21'0,"-247"20"0,107-10 0,-113 9 0,-6 2 0,1 0 0,-1 0 0,0 0 0,0 0 0,0 0 0,0 0 0,0 0 0,0 0 0,0 0 0,0 0 0,0 0 0,0 0 0,0 0 0,0 0 0,0 0 0,0 0 0,0 0 0,0 0 0,0 0 0,0 0 0,0 0 0,0 0 0,0 0 0,0 0 0,0 0 0,0 0 0,0 0 0,0 0 0,0 0 0,0 0 0,0 0 0,0 0 0,0 0 0,0 0 0,0-1 0,0 1 0,0 0 0,0 0 0,0 0 0,0 0 0,0 0 0,0 0 0,0 0 0,0 0 0,0 0 0,0 0 0,0 0 0,0 0 0,0 0 0,0 0 0,0 0 0,0 0 0,0 0 0,0 0 0,0 0 0,0 0 0,-10-3 0,-187-12-76,175 14 3,-354-1-673,212 9 689,-49 0 967,202-7-875,8 0-34,0-1-1,0 1 1,0 0 0,0 0 0,0 0-1,0 1 1,0-1 0,0 1 0,-4 1-1,7-2 0,0 0 0,0 0 0,0 0 0,0 0 0,0 0 0,0 0 0,0 0 0,0 0 0,0 0 0,0 0 0,0 0 0,0 0 0,-1 0 0,1 0 0,0 0 0,0 0 0,0 0 0,0 0 0,0 0 0,0 1 0,0-1 0,0 0 0,0 0 0,0 0 0,0 0 0,0 0 0,0 0 0,0 0 0,0 0 0,0 0 0,0 0 0,0 0 0,0 0 0,0 0 0,0 0 0,0 0 0,0 0 0,0 0 0,0 0 0,0 0 0,0 0 0,0 0 0,0 0 0,0 0 0,0 0 0,0 0 0,1 0 0,-1 0 0,0 0 0,0 1 0,0-1 0,0 0 0,0 0 0,0 0 0,0 0 0,0 0 0,3 1 0,6 1 0,-9-2 0,28 5 0,45 1 0,-35-3 0,722 25-3401,-733-27 3094,-11-1 308,0 1-1,0-2 1,27-4-1,-43 5 20,0 0 0,0 0-1,0 0 1,0 0 0,1 0-1,-1 0 1,0 0-1,0 0 1,0 0 0,0 0-1,0 0 1,0 0 0,0 0-1,0 0 1,0 0 0,0 0-1,0 0 1,0 0 0,0 0-1,0 0 1,1 0-1,-1 0 1,0 0 0,0 0-1,0 0 1,0 0 0,0-1-1,0 1 1,0 0 0,0 0-1,0 0 1,0 0 0,0 0-1,0 0 1,0 0-1,0 0 1,0 0 0,0 0-1,0 0 1,0 0 0,0 0-1,0 0 1,0 0 0,0-1-1,0 1 1,0 0 0,0 0-1,-3-2 602,-8 0 466,-176-17-1155,178 18 64,-408-12-1946,319 16 1008,-149 21 0,222-20-2288</inkml:trace>
</inkml:ink>
</file>

<file path=ppt/ink/ink1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1044 37 24575,'14'-3'0,"3"0"0,0 0 0,29-11 0,-46 14 0,1 0 0,-1 0 0,1 0 0,-1 0 0,1-1 0,-1 1 0,1 0 0,-1 0 0,0-1 0,1 1 0,-1 0 0,1-1 0,-1 1 0,0-1 0,1 1 0,-1 0 0,0-1 0,1 1 0,-1-2 0,0 2 0,0 0 0,0 0 0,0-1 0,0 1 0,0 0 0,-1-1 0,1 1 0,0 0 0,0 0 0,0-1 0,-1 1 0,1 0 0,0 0 0,0 0 0,-1-1 0,1 1 0,0 0 0,0 0 0,-1 0 0,1 0 0,0-1 0,0 1 0,-1 0 0,1 0 0,0 0 0,-1 0 0,1 0 0,0 0 0,-1 0 0,1 0 0,-1 0 0,-5-1 0,1 1 0,-1-1 0,0 1 0,-9 1 0,-24 6 0,14-2 0,-20 2 0,-188 24 0,-38-12-484,-44 5 378,169-10 696,120-9-590,38-11 0,-5 4 0,0 0 0,0 1 0,0 0 0,0 0 0,12 0 0,3-1 0,182-2-78,-102 4-954,37-3 1032,39-1 0,184 4-353,-355 0 519,-7-1-151,0 1 0,0 0 0,0 0-1,0 0 1,0 0 0,0 0 0,0 0 0,0 0 0,0 0 0,0 0 0,0 0 0,0 0 0,0 0 0,0-1-1,0 1 1,0 0 0,0 0 0,0 0 0,0 0 0,0 0 0,0 0 0,0 0 0,0 0 0,0 0-1,0 0 1,0 0 0,0 0 0,-1 0 0,1 0 0,0 0 0,0 0 0,0 0 0,0 0 0,0 0 0,0 0-1,0 0 1,0 0 0,0 0 0,0 0 0,0 0 0,0 0 0,-1 0 0,-13-4 579,-43-6-554,-77-1 0,-59 10-200,-26 20-1909,175-14-2131,21-2 2420</inkml:trace>
</inkml:ink>
</file>

<file path=ppt/ink/ink1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9:48.4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0 24575,'-1'0'0,"1"0"0,0 0 0,0 0 0,0 0 0,0 0 0,0 1 0,0-1 0,0 0 0,0 0 0,-1 0 0,1 0 0,0 0 0,0 0 0,0 0 0,0 0 0,0 0 0,0 0 0,0 0 0,0 0 0,0 0 0,0 0 0,0 1 0,0-1 0,-1 0 0,1 0 0,0 0 0,0 0 0,0 0 0,0 0 0,0 0 0,0 0 0,0 1 0,0-1 0,0 0 0,0 0 0,0 0 0,0 0 0,0 0 0,0 0 0,0 0 0,0 0 0,0 1 0,0-1 0,1 0 0,2 8 0,5 6 0,39 42 0,56 76 0,45 58 0,12-10 0,-156-176 0,111 129 0,-179-213-1365,50 65-5461</inkml:trace>
</inkml:ink>
</file>

<file path=ppt/ink/ink1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9:48.9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185 1 24575,'-17'39'0,"9"-22"0,4-8 0,-51 117 0,43-94 0,1 0 0,-6 35 0,13-40 0,2 0 0,0 1 0,4 39 0,-2 39 0,0-101 15,-1 0 0,0 0 0,0-1 0,0 1 0,-1 0 0,0-1 0,-2 7 0,3-9-98,0 0 1,-1 0-1,1-1 1,0 1-1,-1 0 1,1 0-1,-1-1 1,0 1-1,1-1 1,-1 1-1,0-1 1,0 0-1,0 0 1,0 0-1,0 0 1,0 0-1,-3 1 1,-5 0-6744</inkml:trace>
</inkml:ink>
</file>

<file path=ppt/ink/ink1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9:49.3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0 24575,'-3'7'0,"2"-1"0,-1 1 0,1 0 0,0-1 0,0 1 0,1 0 0,0 0 0,0 0 0,0 0 0,2 8 0,2-3 0,-1-1 0,1 1 0,1 0 0,10 18 0,34 50 0,-47-76 0,-1-4-47,-1 1 0,1 0 0,0-1 0,-1 1 0,0 0 0,1 0 0,-1-1 0,0 1 0,1 0-1,-1 0 1,0-1 0,0 1 0,1 0 0,-1 0 0,0 0 0,0 0 0,0-1 0,0 1 0,0 0 0,0 0 0,0 0 0,-1 0-1,1-1 1,0 1 0,0 0 0,-1 0 0,1 0 0,-1 1 0</inkml:trace>
</inkml:ink>
</file>

<file path=ppt/ink/ink1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9:50.0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176 33 24575,'-3'-4'0,"0"0"0,0 1 0,0 0 0,0 0 0,-1 0 0,1 0 0,-6-3 0,8 5 0,0 1 0,1-1 0,-1 1 0,0 0 0,0-1 0,0 1 0,0 0 0,0 0 0,0-1 0,0 1 0,0 0 0,0 0 0,0 0 0,0 0 0,0 1 0,1-1 0,-1 0 0,0 0 0,0 0 0,0 1 0,0-1 0,0 0 0,0 1 0,0-1 0,1 1 0,-1-1 0,0 1 0,0 0 0,1-1 0,-1 1 0,0 0 0,1-1 0,-1 1 0,1 0 0,-1 0 0,1-1 0,-1 1 0,1 0 0,-1 0 0,1 1 0,-44 104 0,27-72 0,-14 45 0,26-62 0,1 0 0,0-1 0,1 1 0,1 0 0,0 20 0,2-25 0,0-1 0,1 0 0,0 1 0,1-1 0,0 0 0,1 0 0,0 0 0,1 0 0,0 0 0,7 11 0,0 0 0,1-1 0,1-1 0,1 0 0,1-1 0,0-1 0,29 26 0,53 37 0,-84-73-1365,-2-1-5461</inkml:trace>
</inkml:ink>
</file>

<file path=ppt/ink/ink1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9:50.5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2 160 24575,'15'-6'0,"-1"0"0,1 1 0,25-4 0,-28 7 0,0-1 0,-1 0 0,1 0 0,-1-1 0,0 0 0,0-1 0,15-10 0,-25 14 0,0 1 0,1-1 0,-1 0 0,1 0 0,-1-1 0,0 1 0,0 0 0,0 0 0,0-1 0,0 1 0,0 0 0,0-1 0,0 1 0,0-1 0,-1 1 0,1-1 0,-1 0 0,1 1 0,-1-1 0,1 0 0,-1 1 0,0-1 0,0 0 0,0 1 0,0-1 0,-1-3 0,0 3 0,0-1 0,0 0 0,0 1 0,-1 0 0,1-1 0,-1 1 0,0 0 0,1 0 0,-1 0 0,0 0 0,0 0 0,-1 0 0,1 1 0,0-1 0,-5-2 0,3 1 0,-1 1 0,0 0 0,-1 0 0,1 0 0,0 0 0,-1 1 0,1 0 0,0 0 0,-1 0 0,1 1 0,-1-1 0,0 1 0,1 1 0,-1-1 0,1 1 0,-1 0 0,1 0 0,0 1 0,-8 2 0,9-2 0,0 0 0,0 1 0,0-1 0,0 1 0,0-1 0,1 1 0,-1 1 0,1-1 0,0 0 0,0 1 0,0-1 0,0 1 0,1 0 0,-1 0 0,1 0 0,0 0 0,0 1 0,1-1 0,-1 0 0,1 1 0,0 0 0,0-1 0,0 6 0,0-2 0,1-1 0,0 1 0,1-1 0,0 0 0,0 1 0,0-1 0,1 0 0,0 0 0,1 0 0,-1 0 0,1 0 0,1 0 0,-1-1 0,1 0 0,0 1 0,1-1 0,7 8 0,-3-5 0,1 0 0,0-1 0,0 0 0,1-1 0,-1 0 0,2 0 0,-1-1 0,1-1 0,15 6 0,-13-6 0,0-1 0,0 0 0,0-1 0,0 0 0,0-1 0,1-1 0,23 0 0,-35-2 12,1 1 0,-1-1 0,0 0 0,0 0 0,0 0 0,0-1 0,0 1 0,0-1 0,3-1 0,-4 2-83,-1 0 1,0 0-1,1 0 0,-1 0 0,0 0 1,0 0-1,0-1 0,0 1 1,0 0-1,0-1 0,0 1 0,0 0 1,-1-1-1,1 1 0,0-1 1,-1 1-1,1-1 0,-1 0 0,0 1 1,1-3-1</inkml:trace>
</inkml:ink>
</file>

<file path=ppt/ink/ink1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9:51.2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72 0 24575,'1'5'0,"0"1"0,0-1 0,0 0 0,1 1 0,0-1 0,0 0 0,0 0 0,5 6 0,2 8 0,25 61 0,63 128 0,-80-180 0,-8-15 0,-1 0 0,8 19 0,-16-32 0,0 0 0,0 1 0,0-1 0,1 1 0,-1-1 0,0 0 0,0 1 0,0-1 0,0 1 0,0-1 0,0 1 0,0-1 0,0 0 0,0 1 0,0-1 0,0 1 0,0-1 0,0 1 0,0-1 0,0 0 0,0 1 0,-1-1 0,1 1 0,0-1 0,0 0 0,0 1 0,-1-1 0,1 1 0,0-1 0,-1 0 0,1 0 0,-1 1 0,0 0 0,0-1 0,0 1 0,0-1 0,0 0 0,-1 1 0,1-1 0,0 0 0,0 0 0,-1 0 0,1 0 0,-2 0 0,-3 0 0,1-1 0,-1 0 0,0 0 0,-5-3 0,-16-7 0,1-1 0,-34-20 0,46 23 0,1-1 0,0 0 0,0-1 0,1 0 0,-17-20 0,26 28 0,1 0 0,0-1 0,0 1 0,0 0 0,0-1 0,1 1 0,-1-1 0,1 1 0,0-1 0,0 0 0,-1-4 0,2 7 0,0-1 0,0 1 0,0-1 0,1 1 0,-1-1 0,0 1 0,0-1 0,1 1 0,-1 0 0,1-1 0,-1 1 0,1-1 0,0 1 0,0 0 0,-1-1 0,1 1 0,0 0 0,0 0 0,0 0 0,0 0 0,0 0 0,1 0 0,-1 0 0,0 0 0,0 0 0,1 0 0,-1 1 0,0-1 0,1 0 0,1 0 0,6-1-41,1 0 1,-1 1-1,0-1 0,1 2 0,-1-1 0,1 1 0,9 2 0,-2-1-997,-3-1-5788</inkml:trace>
</inkml:ink>
</file>

<file path=ppt/ink/ink1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9:51.4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 24575,'2'-2'0,"2"1"0,-1 3 0,-1 5 0</inkml:trace>
</inkml:ink>
</file>

<file path=ppt/ink/ink1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9:52.0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22 24575,'0'9'0,"0"0"0,1 0 0,1 0 0,0 0 0,0 0 0,0 0 0,1 0 0,1-1 0,-1 1 0,1-1 0,1 0 0,-1 0 0,11 11 0,-11-14 0,0 0 0,1 0 0,0-1 0,0 1 0,0-1 0,1 0 0,-1-1 0,1 0 0,0 1 0,0-2 0,0 1 0,0-1 0,0 0 0,1 0 0,-1-1 0,1 1 0,-1-2 0,1 1 0,10-1 0,-14 0 0,-1 0 0,1 0 0,-1-1 0,0 1 0,1-1 0,-1 0 0,1 0 0,-1 1 0,0-2 0,0 1 0,0 0 0,0 0 0,0-1 0,0 1 0,0-1 0,0 1 0,0-1 0,0 0 0,-1 0 0,1 0 0,-1 0 0,0 0 0,1 0 0,-1 0 0,0 0 0,0-1 0,0 1 0,0-3 0,1-1 0,-1 0 0,0 0 0,0 0 0,-1-1 0,0 1 0,0 0 0,0-1 0,-1 1 0,-2-12 0,2 16 0,-2-17 0,6 14 0,5 7 0,22 18 0,-14-9 0,-1-1 0,1-1 0,32 14 0,-35-18 0,0 0 0,0-2 0,0 1 0,0-2 0,0 1 0,28-1 0,-40-2 0,1 0 0,0 0 0,-1 0 0,1-1 0,0 1 0,-1-1 0,1 1 0,-1-1 0,1 0 0,0 0 0,-1 1 0,0-1 0,1 0 0,-1 0 0,0 0 0,1-1 0,-1 1 0,0 0 0,0 0 0,0-1 0,0 1 0,0 0 0,0-1 0,-1 1 0,1-1 0,0 0 0,-1 1 0,1-1 0,-1 1 0,1-1 0,-1 0 0,0 1 0,0-1 0,0-2 0,0-2 0,0 0 0,0 0 0,-1 0 0,0 0 0,0 0 0,-1 0 0,1 0 0,-5-7 0,3 6-170,0 1-1,0 0 0,-1 0 1,0 0-1,-1 1 0,1-1 1,-11-8-1,3 4-6655</inkml:trace>
</inkml:ink>
</file>

<file path=ppt/ink/ink1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9:53.0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24575,'25'15'0,"-1"1"0,0 1 0,-1 2 0,-1 0 0,-1 1 0,0 1 0,-2 1 0,0 1 0,23 38 0,-26-34 0,-2 1 0,0 1 0,-2 1 0,-1 0 0,-1 0 0,-2 1 0,-1 0 0,-1 0 0,-2 1 0,0 55 0,-4-70 0,-1-1 0,-1 0 0,-1 0 0,0 0 0,-10 27 0,9-33 0,0 0 0,-1 0 0,0-1 0,0 1 0,-1-1 0,0-1 0,0 1 0,-1-1 0,-14 13 0,9-12-1365,1-3-5461</inkml:trace>
</inkml:ink>
</file>

<file path=ppt/ink/ink1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9:57.4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31 24575,'0'-1'0,"0"0"0,-1 0 0,1 1 0,0-1 0,0 0 0,0 0 0,0 1 0,-1-1 0,1 0 0,0 1 0,-1-1 0,1 0 0,-1 1 0,1-1 0,0 1 0,-1-1 0,1 0 0,-1 1 0,0-1 0,1 1 0,-1 0 0,1-1 0,-1 1 0,0-1 0,1 1 0,-1 0 0,0-1 0,1 1 0,-1 0 0,0 0 0,0 0 0,1 0 0,-1-1 0,0 1 0,0 0 0,1 0 0,-1 0 0,0 1 0,0-1 0,1 0 0,-1 0 0,0 0 0,1 0 0,-1 1 0,0-1 0,0 0 0,1 1 0,-1-1 0,1 0 0,-1 1 0,0-1 0,1 1 0,-1-1 0,1 1 0,-1 0 0,-2 4 0,1-1 0,0 1 0,0 0 0,1-1 0,0 1 0,-1 0 0,2 0 0,-1 0 0,0 0 0,1 0 0,0 0 0,0 0 0,1 0 0,-1 0 0,1 0 0,0-1 0,0 1 0,1 0 0,0 0 0,3 7 0,-4-11 0,-1 0 0,1 0 0,-1-1 0,1 1 0,0 0 0,-1 0 0,1-1 0,0 1 0,0 0 0,-1-1 0,1 1 0,0-1 0,0 1 0,0-1 0,1 1 0,-2-1 0,1 0 0,-1 0 0,1 0 0,-1 0 0,1 0 0,-1 0 0,1 0 0,-1 0 0,1 0 0,-1 0 0,1 0 0,-1-1 0,0 1 0,1 0 0,-1 0 0,1 0 0,-1-1 0,0 1 0,1 0 0,-1-1 0,1 1 0,-1-1 0,2 0 0,-1-1 0,0 0 0,0 0 0,0 0 0,-1 1 0,1-1 0,0 0 0,-1 0 0,1 0 0,-1 0 0,0 0 0,1 0 0,-1-3 0,-1-4 0,0 1 0,0 0 0,0-1 0,-1 1 0,-1 0 0,0-1 0,0 1 0,0 1 0,-1-1 0,-6-10 0,3 11 0,4 13 0,6 15 0,9 11 0,29 56 0,-30-59-1365,-8-17-5461</inkml:trace>
</inkml:ink>
</file>

<file path=ppt/ink/ink1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0:04.1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317 30 24575,'30'0'0,"-26"0"0,-20 0 0,-15-2 0,-32-5 0,13 1 0,-1 1-52,-75-5-1261,112 10-5513</inkml:trace>
</inkml:ink>
</file>

<file path=ppt/ink/ink1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0:04.5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273 12 24575,'-17'-3'0,"-8"0"0,-3 0 0,2 0 0,2 4 0,3 1 0,3 1 0,2-1 0,-2 2 0,0 1 0,1-2 0,1 0 0,0-1 0,4-1-8191</inkml:trace>
</inkml:ink>
</file>

<file path=ppt/ink/ink1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0:05.4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8 24575,'-5'-7'0,"2"7"0,2 1 0,1 0 0,0 0 0,0 0 0,0 0 0,0 0 0,-1 0 0,1 0 0,1 0 0,-1 0 0,0 0 0,0 0 0,0 0 0,1 1 0,3 16 0,-1 1 0,0 21 0,4 20 0,-4-42-682,0 36-1,-3-42-6143</inkml:trace>
</inkml:ink>
</file>

<file path=ppt/ink/ink1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0:05.9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691 1 24575,'-21'1'0,"0"2"0,-26 7 0,-12 2 0,-135 5 0,-2-16 0,95-2 0,64 3-1365,22 2-5461</inkml:trace>
</inkml:ink>
</file>

<file path=ppt/ink/ink1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0:06.6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24575,'48'119'0,"-41"-104"0,0 0 0,-2 1 0,0 0 0,-1 0 0,0 0 0,-1 0 0,-1 0 0,0 1 0,-2 19 0,0-33-1365</inkml:trace>
</inkml:ink>
</file>

<file path=ppt/ink/ink1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0:06.9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446 42 24575,'-25'-7'0,"-10"-3"0,0 1 0,-67-7 0,89 17 0,0-1 0,1 2 0,-1 0 0,1 0 0,0 1 0,-21 8 0,16-5 0,0-1 0,-22 3 0,-14 1-1365,39-6-5461</inkml:trace>
</inkml:ink>
</file>

<file path=ppt/ink/ink1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0:07.4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24575,'-1'7'0,"1"-1"0,1 0 0,-1 0 0,1 0 0,1 0 0,-1 1 0,1-2 0,0 1 0,0 0 0,0 0 0,1-1 0,0 1 0,6 8 0,3 2 0,18 29 0,-27-40 0,-1 0 0,0-1 0,0 1 0,0 0 0,0 0 0,-1 0 0,0 0 0,1 6 0,-2-10-85,0 0 0,0 0-1,0 1 1,0-1 0,-1 0-1,1 0 1,0 1 0,0-1-1,-1 0 1,1 0 0,-1 0-1,1 0 1,-1 0 0,1 1-1,-2 0 1</inkml:trace>
</inkml:ink>
</file>

<file path=ppt/ink/ink1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0:10.6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764 30 24575,'29'-9'0,"-27"8"0,0 0 0,0 0 0,0 1 0,0-1 0,0 0 0,0-1 0,-1 1 0,1 0 0,0-1 0,-1 1 0,2-2 0,-22 6 0,-21 2 0,0-2 0,-70-4 0,44 0 0,-38 2 0,-105-2 0,155-6 0,44 4 0,-1 1 0,1 1 0,-1 0 0,1 0 0,-1 1 0,0 1 0,1 0 0,-18 3 0,16-1 0,6-2 0,0 0 0,1 1 0,-1 0 0,-10 4 0,16-5 0,-1-1 0,0 1 0,1-1 0,-1 0 0,0 1 0,1-1 0,-1 1 0,1 0 0,-1-1 0,1 1 0,-1-1 0,1 1 0,-1 0 0,1-1 0,-1 1 0,1 0 0,0 0 0,-1-1 0,1 1 0,0 0 0,0 0 0,0-1 0,0 1 0,0 0 0,0 0 0,0 0 0,0-1 0,0 1 0,0 0 0,0 0 0,0 0 0,0-1 0,1 1 0,-1 0 0,0 0 0,0-1 0,1 1 0,-1 0 0,1-1 0,-1 1 0,1 0 0,0 0 0,1 2 0,0-1 0,1 0 0,-1 0 0,0 1 0,1-2 0,-1 1 0,1 0 0,0 0 0,5 2 0,32 9 0,-25-8 0,22 9 0,0 1 0,-2 2 0,66 42 0,-95-55 0,-1 0 0,1 0 0,-1 0 0,0 1 0,0 0 0,-1 0 0,0 0 0,1 0 0,3 9 0,-6-11 0,-1 1 0,1-1 0,-1 0 0,0 0 0,0 1 0,0-1 0,-1 1 0,1-1 0,-1 0 0,0 1 0,0-1 0,0 1 0,0-1 0,-1 1 0,1-1 0,-1 1 0,0-1 0,0 0 0,0 0 0,-3 5 0,3-6 0,0 0 0,-1 0 0,1 0 0,-1 0 0,0 0 0,0 0 0,0-1 0,0 1 0,0-1 0,0 1 0,-4 1 0,-30 13 0,17-9 0,-48 19 0,-12 6 0,69-27 0,1 0 0,-1 1 0,1 0 0,1 1 0,-16 14 0,12-10 0,9-8 0,-1 0 0,0 1 0,1-1 0,0 1 0,0 0 0,0 0 0,0 0 0,0 0 0,-2 6 0,5-10 0,0 0 0,0 0 0,0 1 0,0-1 0,0 0 0,0 0 0,0 1 0,0-1 0,0 0 0,0 0 0,0 1 0,0-1 0,0 0 0,0 0 0,0 1 0,0-1 0,0 0 0,0 0 0,0 1 0,0-1 0,1 0 0,-1 0 0,0 0 0,0 1 0,0-1 0,0 0 0,0 0 0,1 0 0,-1 1 0,0-1 0,0 0 0,1 0 0,8 1 0,17-10 0,-21 7 0,32-8 0,1 1 0,59-7 0,79 3 0,-131 11 0,-40 2 0,173-8 0,-121 8 0,63 8 0,-114-7-111,-2-1 15,-1 0-1,1 1 1,-1-1-1,1 1 1,-1 0-1,1 0 1,-1 0-1,0 0 1,0 1-1,1-1 1,-1 1-1,3 2 1</inkml:trace>
</inkml:ink>
</file>

<file path=ppt/ink/ink1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0:11.2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9 24575,'-2'-1'0,"1"0"0,0 0 0,-1 0 0,1 0 0,-1 1 0,1-1 0,-1 0 0,1 1 0,-1 0 0,1-1 0,-1 1 0,0 0 0,1 0 0,-4 0 0,4 0 0,1 0 0,-1 0 0,0 1 0,1-1 0,-1 1 0,0-1 0,1 1 0,-1-1 0,1 1 0,-1-1 0,1 1 0,-1-1 0,1 1 0,-1-1 0,1 1 0,-1 0 0,1-1 0,0 1 0,-1 0 0,1-1 0,0 1 0,0 0 0,0 0 0,-1-1 0,1 1 0,0 0 0,0 0 0,0-1 0,0 1 0,0 0 0,0 0 0,0 0 0,1 0 0,1 12 0,0-1 0,1 0 0,1 0 0,0-1 0,0 1 0,12 19 0,-4-5 0,5 11 0,-2 2 0,-1 0 0,17 81 0,-30-111-118,-1-5-6,1 0-1,-1 0 0,1 1 0,0-1 1,0 0-1,0 0 0,1 0 0,0 0 1,3 7-1</inkml:trace>
</inkml:ink>
</file>

<file path=ppt/ink/ink1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0:11.6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 4 24575,'-2'-1'0,"0"0"0,-1 1 0,1-1 0,-1 1 0,1 0 0,0 0 0,-1 0 0,1 0 0,-1 0 0,1 0 0,0 1 0,-1-1 0,1 1 0,0-1 0,-1 1 0,1 0 0,0 0 0,0 0 0,0 0 0,0 1 0,0-1 0,0 0 0,0 1 0,0 0 0,0-1 0,1 1 0,-1 0 0,1 0 0,-1 0 0,1 0 0,0 0 0,-1 0 0,1 0 0,0 0 0,1 1 0,-1-1 0,-1 4 0,0 7 0,1-10 0,0 1 0,0-1 0,1 1 0,-1-1 0,1 1 0,0 5 0,0-8 0,1 0 0,-1 0 0,0-1 0,0 1 0,1 0 0,-1 0 0,1 0 0,-1-1 0,1 1 0,-1 0 0,1 0 0,-1-1 0,1 1 0,0 0 0,-1-1 0,1 1 0,0-1 0,-1 1 0,1-1 0,0 1 0,0-1 0,0 1 0,0-1 0,-1 0 0,1 0 0,0 1 0,0-1 0,0 0 0,0 0 0,1 0 0,95 6 0,-51-2-95,107 15-1175,-134-14-5556</inkml:trace>
</inkml:ink>
</file>

<file path=ppt/ink/ink1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0:14.4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 24575,'0'0'0,"0"0"0,0 0 0,0 0 0,0 0 0,-1-1 0,1 1 0,0 0 0,0 0 0,0 0 0,0 0 0,0 0 0,1-1 0,-1 1 0,0 0 0,0 0 0,0 0 0,0 0 0,0-1 0,0 1 0,0 0 0,0 0 0,0 0 0,0 0 0,0 0 0,0 0 0,0-1 0,1 1 0,-1 0 0,0 0 0,0 0 0,0 0 0,0 0 0,0 0 0,0 0 0,1 0 0,-1 0 0,0 0 0,0-1 0,0 1 0,0 0 0,1 0 0,-1 0 0,0 0 0,0 0 0,0 0 0,0 0 0,0 0 0,1 0 0,8 6 0,7 11 0,240 272 0,-180-209 0,-40-42 0,1-3 0,2-1 0,1-1 0,2-3 0,1-1 0,54 26 0,-88-50-76,-12-6 266,-15-7-1669,6 2-5347</inkml:trace>
</inkml:ink>
</file>

<file path=ppt/ink/ink1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0:15.0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254 51 24575,'-1'-10'0,"-2"-13"0,2 21 0,1 1 0,0 0 0,0 0 0,-1 0 0,1 0 0,-1 0 0,1 0 0,-1 0 0,1 0 0,-1 0 0,1 0 0,-1 0 0,0 0 0,0 1 0,0-2 0,0 2 0,0 0 0,1 0 0,-1 0 0,1 0 0,-1 0 0,1 0 0,-1 0 0,1 1 0,-1-1 0,0 0 0,1 0 0,-1 0 0,1 1 0,-1-1 0,1 0 0,-1 1 0,1-1 0,0 0 0,-1 1 0,1-1 0,-1 1 0,1-1 0,0 0 0,-1 1 0,1-1 0,0 1 0,0-1 0,-1 2 0,-10 17 0,10-17 0,-23 52 0,3 0 0,-21 85 0,-2 5 0,32-117-224,0-1 1,-2 0-1,-21 29 0,30-46-246,-1 0-6356</inkml:trace>
</inkml:ink>
</file>

<file path=ppt/ink/ink1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0:15.5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117 0 24575,'-3'1'0,"1"0"0,-1 0 0,1 0 0,0 0 0,0 0 0,0 1 0,0-1 0,0 1 0,0 0 0,0-1 0,0 1 0,0 0 0,1 0 0,-3 3 0,-2 3 0,-19 15 0,16-15 0,0 1 0,-14 17 0,21-25 0,1 1 0,0 0 0,0 0 0,0 0 0,0-1 0,0 1 0,0 0 0,0 0 0,1 0 0,-1 0 0,1 1 0,-1-1 0,1 0 0,0 0 0,0 0 0,0 0 0,0 0 0,0 0 0,1 3 0,0-3 0,0 1 0,0-1 0,0 0 0,1 1 0,-1-1 0,1 0 0,-1 0 0,1 0 0,0 0 0,0 0 0,0 0 0,0 0 0,3 1 0,5 3 0,1 0 0,0 0 0,1-1 0,-1-1 0,14 4 0,7 2-273,-1-2 0,1 0 0,1-3 0,52 4 0,-70-9-6553</inkml:trace>
</inkml:ink>
</file>

<file path=ppt/ink/ink1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0:16.3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119 8 24575,'6'-8'0,"-3"11"0,-3-1 0,1-1 0,-1 1 0,0 0 0,0 0 0,0-1 0,-1 1 0,1 0 0,-1 2 0,-4 9 0,0-1 0,-1 0 0,0-1 0,-1 1 0,0-1 0,-11 11 0,9-9 0,0-1 0,0 1 0,1 1 0,-7 16 0,10-15 0,0 0 0,1 1 0,1-1 0,1 1 0,-2 24 0,4-17 0,1 0 0,0 0 0,7 28 0,-3-24 0,1 0 0,2 0 0,14 34 0,-18-52 0,0-1 0,1 1 0,0-1 0,0 1 0,1-2 0,0 1 0,1-1 0,-1 1 0,2-2 0,-1 1 0,1-1 0,15 9 0,9 3 0,1-2 0,1-2 0,1-1 0,53 12 0,-74-22-1365,-2-1-5461</inkml:trace>
</inkml:ink>
</file>

<file path=ppt/ink/ink1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0:18.8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12 24575,'-9'-10'0,"9"10"0,0 0 0,0 0 0,0 0 0,0 0 0,0 0 0,0 0 0,0 0 0,0 0 0,0 0 0,1 0 0,-1 0 0,0 0 0,0 0 0,0 0 0,0 0 0,0 0 0,0 0 0,0 0 0,0 0 0,0 0 0,0 0 0,0 0 0,0 0 0,0 0 0,0 0 0,0 0 0,0 0 0,0 0 0,0-1 0,0 1 0,0 0 0,0 0 0,0 0 0,0 0 0,0 0 0,0 0 0,0 0 0,0 0 0,0 0 0,0 0 0,0 0 0,0 0 0,0 0 0,0 0 0,0 0 0,0 0 0,0 0 0,0 0 0,0 0 0,0 0 0,0 0 0,0-1 0,0 1 0,0 0 0,2 2 0,0-1 0,0 0 0,0 1 0,0 0 0,-1-1 0,1 1 0,2 3 0,2 5 0,-1 0 0,0 1 0,-1-1 0,0 1 0,0 0 0,2 15 0,6 17 0,10 13 0,53 92 0,-42-86 0,-24-46 0,-3-5 0,0 0 0,-1 1 0,0-1 0,5 19 0,-10-29 0,1 1 0,-1-1 0,0 0 0,1 1 0,-1-1 0,0 0 0,0 1 0,0-1 0,0 0 0,-1 1 0,1-1 0,0 0 0,0 1 0,-1-1 0,1 0 0,-1 0 0,1 1 0,-1-1 0,0 0 0,-1 2 0,1-2 0,0 0 0,0 0 0,0-1 0,0 1 0,-1-1 0,1 1 0,0-1 0,0 1 0,-1-1 0,1 1 0,0-1 0,-1 0 0,1 0 0,0 0 0,-1 0 0,-2 0 0,-3-1 0,0 0 0,-1-1 0,1 0 0,0 0 0,0-1 0,-7-3 0,0-2 0,0-1 0,1 0 0,0 0 0,0-2 0,1 1 0,0-2 0,1 0 0,1 0 0,-13-19 0,20 27 0,0 0 0,1 0 0,0 0 0,0 0 0,0-1 0,1 1 0,-1 0 0,1-1 0,0 0 0,1 1 0,-1-1 0,1 0 0,-1 1 0,2-9 0,0 10 0,-1 0 0,1-1 0,0 1 0,0 0 0,1 0 0,-1 0 0,1 0 0,-1 0 0,1 0 0,0 0 0,0 0 0,0 1 0,1-1 0,-1 1 0,1-1 0,-1 1 0,1 0 0,0 0 0,-1 0 0,6-2 0,16-7-341,1 1 0,0 1-1,45-10 1,-57 16-6485</inkml:trace>
</inkml:ink>
</file>

<file path=ppt/ink/ink1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0:19.0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15 24575,'-7'-7'0,"-3"-1"0</inkml:trace>
</inkml:ink>
</file>

<file path=ppt/ink/ink1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0:20.7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40 24575,'0'-1'0,"-1"0"0,1 0 0,0-1 0,-1 1 0,1 0 0,0 0 0,-1 0 0,0 0 0,1 0 0,-1 0 0,0 0 0,1 0 0,-1 1 0,0-1 0,0 0 0,-1-1 0,-18-12 0,11 7 0,9 6 0,2 2 0,10 5 0,15 10 0,-22-13 0,6 4 0,-1 0 0,-1 0 0,1 1 0,-1 0 0,12 14 0,-21-22 0,0 0 0,0 0 0,0 0 0,0 0 0,-1 0 0,1 0 0,0 0 0,0 0 0,0 0 0,0 0 0,0 0 0,0 0 0,0 1 0,0-1 0,0 0 0,0 0 0,0 0 0,0 0 0,0 0 0,0 0 0,0 0 0,0 0 0,0 0 0,0 0 0,0 0 0,0 0 0,0 0 0,-1 0 0,1 0 0,0 0 0,0 0 0,0 0 0,0 0 0,0 0 0,0 1 0,0-1 0,0 0 0,0 0 0,0 0 0,0 0 0,0 0 0,0 0 0,0 0 0,0 0 0,0 0 0,1 0 0,-1 0 0,0 0 0,0 0 0,0 0 0,0 0 0,0 0 0,-9-4 0,-11-9 0,-40-32 0,53 41 11,11 9-31,0 1-1336</inkml:trace>
</inkml:ink>
</file>

<file path=ppt/ink/ink1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0:21.7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140 27 24575,'1'-1'0,"0"0"0,-1-1 0,1 1 0,0 0 0,-1-1 0,0 1 0,1 0 0,-1-1 0,0 1 0,0 0 0,0-1 0,0 1 0,0-1 0,0 1 0,0-3 0,0 4 0,0 0 0,-1 0 0,1-1 0,0 1 0,0 0 0,0 0 0,0 0 0,0 0 0,0 0 0,-1 0 0,1-1 0,0 1 0,0 0 0,0 0 0,0 0 0,0 0 0,-1 0 0,1 0 0,0 0 0,0 0 0,0 0 0,-1 0 0,1 0 0,0 0 0,0 0 0,0 0 0,0 0 0,-1 0 0,1 0 0,0 0 0,0 0 0,0 0 0,0 0 0,-1 0 0,1 0 0,0 0 0,0 0 0,-12 11 0,-3 9 0,2 2 0,0-1 0,0 1 0,2 1 0,1 0 0,1 1 0,1 0 0,1 0 0,1 0 0,2 1 0,-4 38 0,6-42 0,-2 27 0,1 0 0,7 91 0,1-101 0,19 73 0,-17-88 0,2 0 0,0-1 0,1 0 0,17 26 0,-26-46-26,9 14 76,0-1 0,16 17-1,-22-27-184,0-1 0,1 0-1,-1 0 1,1-1 0,0 1-1,0-1 1,0 0 0,1 0 0,-1-1-1,11 4 1,-1-2-6691</inkml:trace>
</inkml:ink>
</file>

<file path=ppt/ink/ink1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0:22.4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10 121 24575,'0'0'0,"-1"0"0,1 0 0,-1 0 0,1 1 0,-1-1 0,1 0 0,-1 0 0,1 1 0,-1-1 0,1 0 0,0 1 0,-1-1 0,1 1 0,0-1 0,-1 1 0,1-1 0,0 0 0,-1 1 0,1-1 0,0 1 0,0-1 0,-1 1 0,1 0 0,0-1 0,0 1 0,0-1 0,0 1 0,0-1 0,0 1 0,0-1 0,0 1 0,0 0 0,0-1 0,0 1 0,0-1 0,0 1 0,4 23 0,-4-23 0,3 7 0,-1-1 0,1 1 0,1-1 0,-1 0 0,1 0 0,0 0 0,1 0 0,0-1 0,0 1 0,0-1 0,8 6 0,-9-8 0,1 1 0,0-1 0,1-1 0,-1 1 0,1-1 0,-1 1 0,1-2 0,0 1 0,0-1 0,0 0 0,1 0 0,-1 0 0,0-1 0,9 1 0,-13-2 0,0 0 0,-1 0 0,1 0 0,0 0 0,-1-1 0,1 1 0,0 0 0,0-1 0,-1 0 0,1 1 0,-1-1 0,1 0 0,-1 1 0,1-1 0,-1 0 0,1 0 0,-1-1 0,2 0 0,-1 0 0,-1-1 0,1 1 0,-1 0 0,0 0 0,0 0 0,0-1 0,0 1 0,0-1 0,-1 1 0,1 0 0,0-5 0,0-1 0,-1-1 0,0 0 0,-1 0 0,0 0 0,0 0 0,-3-10 0,3 17 0,0 0 0,1 0 0,0 0 0,-1 0 0,1 0 0,0 0 0,0 0 0,0 0 0,1-3 0,-1 4 0,0 1 0,0 0 0,0-1 0,0 1 0,1 0 0,-1-1 0,0 1 0,0 0 0,0 0 0,1-1 0,-1 1 0,0 0 0,0 0 0,1-1 0,-1 1 0,0 0 0,1 0 0,-1 0 0,0 0 0,0-1 0,1 1 0,0 0 0,13 2 0,2 5 0,26 15 0,-30-14 0,0-2 0,1 0 0,0 0 0,16 4 0,-23-8 0,1-1 0,0 1 0,0-1 0,0-1 0,13 0 0,-18 0 0,0 0 0,0 0 0,-1 0 0,1-1 0,0 1 0,0-1 0,-1 1 0,1-1 0,0 0 0,-1 0 0,1 0 0,-1 0 0,1 0 0,-1 0 0,0 0 0,1 0 0,-1 0 0,0-1 0,0 1 0,0 0 0,0-1 0,0 1 0,0-1 0,0 0 0,0 1 0,0-1 0,0-3 0,0 0 0,0 0 0,-1 0 0,1-1 0,-1 1 0,-1 0 0,1 0 0,-1 0 0,1-1 0,-1 1 0,-1 0 0,1 0 0,-1 0 0,0 0 0,-5-8 0,-1-2 0,-1 0 0,-1 1 0,-13-15 0,0 6-1365,12 14-5461</inkml:trace>
</inkml:ink>
</file>

<file path=ppt/ink/ink1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0:22.7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0 24575,'-2'5'0,"1"4"0,1 3 0,3 2 0,4 1 0,0 0 0,1 1 0,3-1 0,1 0 0,-2 0 0,1 0 0,-2-1 0,0 1 0,-2-3-8191</inkml:trace>
</inkml:ink>
</file>

<file path=ppt/ink/ink1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0:23.6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909 30 24575,'0'0'0,"1"0"0,-1 0 0,0 0 0,0 0 0,0-1 0,0 1 0,0 0 0,1 0 0,-1 0 0,0 0 0,0-1 0,0 1 0,0 0 0,0 0 0,0 0 0,0 0 0,0-1 0,0 1 0,1 0 0,-1 0 0,0 0 0,0-1 0,0 1 0,0 0 0,0 0 0,0 0 0,0-1 0,0 1 0,-1 0 0,1 0 0,0 0 0,0-1 0,0 1 0,0 0 0,0 0 0,0 0 0,0-1 0,0 1 0,-1 0 0,-8-4 0,-16 1 0,25 3 0,-65-2 0,-39-2 0,-203-5 0,233 9 0,-23 8 0,9-1 0,-40-7-1365,115 0-5461</inkml:trace>
</inkml:ink>
</file>

<file path=ppt/ink/ink1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0:25.6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3 24575,'-1'-1'0,"1"1"0,-1 0 0,0-1 0,1 1 0,-1 0 0,1 0 0,-1 0 0,0-1 0,1 1 0,-1 0 0,0 0 0,1 0 0,-1 0 0,0 0 0,1 0 0,-1 0 0,0 0 0,1 0 0,-1 1 0,0-1 0,1 0 0,-1 0 0,1 1 0,-1-1 0,0 0 0,1 1 0,-1-1 0,0 1 0,0 1 0,0-1 0,0 0 0,0 0 0,0 1 0,1-1 0,-1 0 0,1 1 0,-1-1 0,1 1 0,-1 2 0,-1 5 0,1 0 0,1 0 0,0 11 0,0-16 0,0 9 0,1 0 0,0 0 0,2 0 0,-1-1 0,1 1 0,1-1 0,0 0 0,1 0 0,0 0 0,1-1 0,10 15 0,-3-3 0,15 34 0,-25-48-78,-6-7 272,-9-11-1675,5 1-5345</inkml:trace>
</inkml:ink>
</file>

<file path=ppt/ink/ink1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0:25.9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432 61 24575,'-23'-13'0,"0"2"0,-38-15 0,54 24 0,0 0 0,-1 0 0,1 0 0,-1 1 0,0 0 0,1 1 0,-1 0 0,0 0 0,0 0 0,1 1 0,-1 1 0,1-1 0,-9 3 0,-6 5 0,0-2 0,-1-1 0,0 0 0,0-2 0,-43 3 0,49-7-1365,3 0-5461</inkml:trace>
</inkml:ink>
</file>

<file path=ppt/ink/ink1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0:26.3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1 24575,'-5'12'0,"-2"7"0,4 2 0,1 1 0,4-2 0,4-2 0,3-3 0,3-2 0,0-1 0,-1 0 0,1 0 0,1 1 0,-2-1-8191</inkml:trace>
</inkml:ink>
</file>

<file path=ppt/ink/ink1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0:27.0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274 30 24575,'-27'-4'0,"-11"-3"0,-2 1 0,4 1 0,5 1 0,5 2 0,3 1 0,3 0 0,1 1 0,5 1-8191</inkml:trace>
</inkml:ink>
</file>

<file path=ppt/ink/ink1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0:28.2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61 24575,'9'-9'0,"22"-17"0,-27 23 0,0 0 0,1 1 0,-1-1 0,1 1 0,0 0 0,0 0 0,0 1 0,7-2 0,37-2 0,-44 5 0,1 0 0,-1 0 0,0 1 0,1 0 0,-1 0 0,10 2 0,-14-2 0,1 0 0,-1 0 0,0 0 0,1 0 0,-1 0 0,0 1 0,0-1 0,0 0 0,0 0 0,0 1 0,0-1 0,0 1 0,0-1 0,0 1 0,-1-1 0,1 1 0,-1-1 0,1 1 0,-1 0 0,1-1 0,-1 1 0,0 3 0,1 5 0,-1 1 0,-2 16 0,1-12 0,-1 9 0,0-1 0,-2 0 0,-1 0 0,-14 42 0,17-61 0,0 0 0,0 0 0,0 0 0,-1-1 0,-5 7 0,-2 4 0,9-14 0,1 1 0,0-1 0,0 0 0,-1 0 0,1 1 0,0-1 0,0 0 0,0 1 0,0-1 0,0 0 0,-1 1 0,1-1 0,0 0 0,0 1 0,0-1 0,0 0 0,0 1 0,0-1 0,0 0 0,0 1 0,0-1 0,0 1 0,0-1 0,1 0 0,-1 1 0,0-1 0,0 0 0,0 1 0,0-1 0,1 1 0,10 4 0,18-3 0,-26-2 0,25 0 0,-13 1 0,0-1 0,0 0 0,0-1 0,0-1 0,16-4 0,-28 5-195,1 0 0,-1-1 0,0 1 0,0-1 0,0 0 0,4-2 0,2-4-6631</inkml:trace>
</inkml:ink>
</file>

<file path=ppt/ink/ink1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0:28.5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3 24575,'-3'-2'0,"0"1"0,3 4 0,0 3 0,4 4 0,3 2 0,1 1 0,1 2 0,1 0 0,2 0 0,2 0 0,-1 0 0,2 0 0,0 0 0,-3-3-8191</inkml:trace>
</inkml:ink>
</file>

<file path=ppt/ink/ink1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0:28.8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24575,'2'5'0,"1"4"0,3 3 0,0 2 0,1 1 0,2 0 0,0 1 0,1-1 0,0 0 0,2 0 0,-2 0 0,1-1 0,0 1 0,-1-1 0,-1-2 0</inkml:trace>
</inkml:ink>
</file>

<file path=ppt/ink/ink1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0:29.0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404 46 24575,'-30'-7'0,"-14"-3"0,-4 1 0,2 1 0,6 3 0,6 1 0,6 3 0,6 0 0,2 1 0,2 0 0,1 1 0,1-1 0,1 0 0,1 1 0,2-1-8191</inkml:trace>
</inkml:ink>
</file>

<file path=ppt/ink/ink1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0:29.5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 24575,'1'-1'0,"0"1"0,0-1 0,0 1 0,0 0 0,0-1 0,0 1 0,0 0 0,0 0 0,0 0 0,0 0 0,0 0 0,1 0 0,-1 0 0,0 0 0,0 1 0,0-1 0,0 0 0,0 1 0,1 0 0,1 0 0,-1 0 0,0 1 0,1-1 0,-1 1 0,0 0 0,0 0 0,3 3 0,1 2 0,-1 1 0,1 0 0,5 13 0,53 122 0,-29-58 0,-30-76-195,-1 1 0,0 0 0,-1 0 0,0 0 0,-1 0 0,2 14 0</inkml:trace>
</inkml:ink>
</file>

<file path=ppt/ink/ink1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0:29.9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104 10 24575,'-7'-2'0,"0"0"0,0 0 0,0 1 0,0 0 0,-1 0 0,1 1 0,-12 0 0,17 0 0,1 1 0,-1-1 0,1 0 0,-1 0 0,1 1 0,-1-1 0,1 1 0,-1-1 0,1 1 0,0-1 0,-1 1 0,1 0 0,0 0 0,0 0 0,-1 0 0,1 0 0,0 0 0,0 0 0,0 0 0,0 0 0,0 0 0,1 1 0,-1-1 0,0 0 0,0 1 0,1-1 0,-1 1 0,1-1 0,-1 0 0,1 1 0,0-1 0,0 1 0,-1-1 0,1 1 0,0-1 0,0 1 0,0-1 0,1 1 0,-1-1 0,0 1 0,1-1 0,0 3 0,0-1 0,0 0 0,0 1 0,1-1 0,-1 0 0,1 0 0,0-1 0,-1 1 0,2 0 0,-1 0 0,0-1 0,0 0 0,1 1 0,-1-1 0,1 0 0,0 0 0,0 0 0,0-1 0,0 1 0,0 0 0,6 1 0,6 2 0,-1-1 0,1 0 0,19 1 0,-32-4 0,140 13 0,-58-8-1365</inkml:trace>
</inkml:ink>
</file>

<file path=ppt/ink/ink1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0:32.8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1226 0 24575,'-617'0'0,"595"1"0,-32 6 0,31-4 0,-28 1 0,-22-5 0,-55 2 0,114 1 0,0 1 0,0 0 0,-23 10 0,23-8 0,1 0 0,-1-1 0,-25 3 0,-46 6-1365,72-12-5461</inkml:trace>
</inkml:ink>
</file>

<file path=ppt/ink/ink1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0:33.5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27 24575,'-15'-26'0,"14"34"0,3 7 0,10 31 0,-6-18 0,1-1 0,21 49 0,-13-45 0,-1 0 0,10 37 0,-24-68-44,0 1 0,1 0 0,-1 0 0,0-1 0,0 1 0,0 0 0,1 0 0,-1 0 0,0-1 0,0 1 0,0 0 0,0 0 0,0 0 0,-1 0 0,1-1 0,0 1 0,0 0 0,0 0-1,-1-1 1,1 1 0,0 0 0,-1 0 0,1-1 0,-1 1 0,1 0 0,-1-1 0,1 1 0,-1 0 0,1-1 0,-2 1 0</inkml:trace>
</inkml:ink>
</file>

<file path=ppt/ink/ink1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0:33.9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447 5 24575,'-29'-2'0,"1"0"0,0 2 0,-1 0 0,1 3 0,-41 7 0,38-6 0,-1-1 0,1-2 0,-46-3 0,26-7-1365,37 6-5461</inkml:trace>
</inkml:ink>
</file>

<file path=ppt/ink/ink1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0:34.4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24575,'0'2'0,"0"4"0,0 3 0,0 2 0,3 0 0,0 0 0,3 1 0,2 0 0,2 1 0,3 1 0,-2 1 0,0-3 0,-1-1 0,-1-2 0,-2 0 0,-4 0 0</inkml:trace>
</inkml:ink>
</file>

<file path=ppt/ink/ink1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0:35.2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41 24575,'0'-2'0,"-1"0"0,1 0 0,-1 0 0,1 0 0,0-1 0,0 1 0,0 0 0,0 0 0,1-1 0,-1 1 0,0 0 0,2-3 0,-2 4 0,1 1 0,-1-1 0,1 0 0,-1 1 0,1-1 0,-1 1 0,1-1 0,-1 1 0,1-1 0,-1 1 0,1-1 0,0 1 0,-1 0 0,1-1 0,0 1 0,-1 0 0,1-1 0,0 1 0,0 0 0,-1 0 0,1 0 0,0 0 0,0 0 0,-1 0 0,1 0 0,0 0 0,0 0 0,-1 0 0,1 0 0,0 0 0,0 0 0,-1 1 0,1-1 0,0 0 0,-1 1 0,1-1 0,0 0 0,-1 1 0,2 0 0,9 5 0,-1 1 0,1 1 0,-1 0 0,-1 0 0,12 13 0,1 0 0,0 2 0,0 1 0,-1 0 0,-2 2 0,0 1 0,-2 0 0,-1 1 0,-1 1 0,-1 0 0,-2 1 0,-1 1 0,-2 0 0,0 0 0,-2 0 0,-2 1 0,2 38 0,-6-60 0,-1 0 0,-1-1 0,0 1 0,0 0 0,-1 0 0,0 0 0,0-1 0,-1 1 0,-1-1 0,-8 18 0,7-19 0,0-1 0,0 0 0,0 0 0,-1 0 0,0-1 0,0 0 0,-1 0 0,0-1 0,0 1 0,0-1 0,-1-1 0,-12 7 0,-10 2-1365,19-9-5461</inkml:trace>
</inkml:ink>
</file>

<file path=ppt/ink/ink1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0:36.0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 24575,'3'-1'0,"1"-1"0,0 0 0,0 1 0,-1-1 0,1 1 0,0 0 0,0 1 0,0-1 0,0 1 0,0-1 0,1 1 0,-1 1 0,0-1 0,0 0 0,0 1 0,0 0 0,0 0 0,4 2 0,0 1 0,0 0 0,-1 0 0,1 1 0,-1 0 0,0 1 0,0-1 0,7 10 0,1 1 0,-1 0 0,-1 0 0,0 2 0,-2-1 0,0 2 0,-1-1 0,0 2 0,-2-1 0,0 1 0,-1 0 0,6 36 0,36 320 0,-48-359 0,0 1 0,-2 0 0,0-1 0,-1 1 0,-1-1 0,0 0 0,-11 31 0,10-37 0,0 0 0,-2-1 0,1 0 0,-1 1 0,-1-2 0,1 1 0,-2-1 0,1 0 0,-1 0 0,-1-1 0,0 0 0,-15 11 0,-3-2-1365,18-10-5461</inkml:trace>
</inkml:ink>
</file>

<file path=ppt/ink/ink1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0:42.5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79 24575,'-44'-76'0,"44"76"0,0 0 0,0 0 0,0 0 0,0 0 0,0 0 0,0 0 0,1 0 0,-1 0 0,0 0 0,0 0 0,0 0 0,0 0 0,0 0 0,0 0 0,0 0 0,0 0 0,0 0 0,0 0 0,0 0 0,0 0 0,0 0 0,0 0 0,0 0 0,0 0 0,1 0 0,-1 0 0,0 0 0,0 0 0,0 0 0,0-1 0,0 1 0,0 0 0,0 0 0,0 0 0,0 0 0,0 0 0,0 0 0,0 0 0,0 0 0,0 0 0,0 0 0,0 0 0,0 0 0,0 0 0,0 0 0,0-1 0,0 1 0,0 0 0,0 0 0,0 0 0,0 0 0,0 0 0,0 0 0,0 0 0,0 0 0,0 0 0,0 0 0,0 0 0,0 0 0,-1 0 0,10 5 0,8 9 0,9 14 0,-16-16 0,16 15 0,5 3 0,48 61 0,-22-23 0,44 57 0,-60-69 0,-31-39 0,2 0 0,0-1 0,1-1 0,1 0 0,19 17 0,-2-8 0,-1 1 0,33 37 0,-61-58 0,-8-7 0,-9-6 0,-14-11-1365,16 10-5461</inkml:trace>
</inkml:ink>
</file>

<file path=ppt/ink/ink1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0:43.2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271 57 24575,'0'-3'0,"-1"-1"0,2 1 0,-1-1 0,0 1 0,1-1 0,-1 1 0,1 0 0,0-1 0,0 1 0,0 0 0,1 0 0,-1 0 0,1 0 0,2-4 0,-4 7 0,0 0 0,1-1 0,-1 1 0,0 0 0,0 0 0,0 0 0,0-1 0,0 1 0,1 0 0,-1 0 0,0 0 0,0 0 0,0-1 0,0 1 0,1 0 0,-1 0 0,0 0 0,0 0 0,1 0 0,-1 0 0,0 0 0,0 0 0,0 0 0,1 0 0,-1 0 0,0 0 0,0 0 0,1 0 0,-1 0 0,0 0 0,0 0 0,1 0 0,-1 0 0,0 0 0,0 0 0,1 0 0,-1 0 0,0 0 0,0 0 0,0 0 0,1 1 0,-1-1 0,0 0 0,0 0 0,0 0 0,0 0 0,1 1 0,-1-1 0,0 0 0,0 0 0,0 0 0,0 1 0,0-1 0,0 0 0,1 0 0,-1 0 0,0 1 0,0-1 0,0 0 0,0 0 0,0 1 0,0-1 0,0 1 0,1 15 0,-3-10 0,-1 0 0,0-1 0,1 0 0,-2 1 0,1-1 0,0 0 0,-1 0 0,0-1 0,0 1 0,-1-1 0,-7 6 0,5-4 0,0 1 0,0 0 0,-10 14 0,9-8 0,1 1 0,0 1 0,1-1 0,0 1 0,-4 19 0,-12 80 0,14-65 0,-22 79 0,23-109 0,0 1 0,-1-1 0,-1-1 0,-16 25 0,19-35-227,0 0-1,-1 0 1,0-1-1,0 0 1,-10 7-1</inkml:trace>
</inkml:ink>
</file>

<file path=ppt/ink/ink1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0:44.0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74 24575,'-1'-1'0,"0"0"0,0 1 0,-1-1 0,1 0 0,0 0 0,0 0 0,0 0 0,0 0 0,1 0 0,-1 0 0,0 0 0,0 0 0,0 0 0,1 0 0,-1-1 0,1 1 0,-1 0 0,1-1 0,-1 1 0,1 0 0,0-1 0,0 1 0,0 0 0,0-1 0,-1 1 0,2 0 0,-1-1 0,0-1 0,1 1 0,0 0 0,0 0 0,0 0 0,0 1 0,0-1 0,0 0 0,1 1 0,-1-1 0,0 1 0,1-1 0,-1 1 0,1-1 0,0 1 0,-1 0 0,1 0 0,0 0 0,0 0 0,3-1 0,0 0 0,1 0 0,0 1 0,0-1 0,0 1 0,0 1 0,0-1 0,0 1 0,0 0 0,0 0 0,0 0 0,0 1 0,0 0 0,0 1 0,0-1 0,0 1 0,0 0 0,9 5 0,-13-5 0,0-1 0,-1 1 0,1-1 0,-1 1 0,0 0 0,1-1 0,-1 1 0,0 0 0,0 0 0,0 0 0,-1 0 0,1 0 0,0 0 0,-1 0 0,1 0 0,-1 0 0,0 1 0,1-1 0,-1 0 0,0 0 0,0 0 0,-1 0 0,1 0 0,-1 5 0,-1 1 0,0 0 0,0-1 0,-1 1 0,0 0 0,-5 9 0,-28 44 0,30-54 0,1 1 0,-1-2 0,-1 1 0,1 0 0,-13 9 0,17-16 0,1 1 0,0 0 0,0 0 0,0 0 0,0 0 0,0 0 0,0 0 0,0 0 0,0 0 0,-1 2 0,5 0 0,8-3 0,94-5 0,-39 3 0,-60 2-227,-1-1-1,1 1 1,-1-1-1,0-1 1,7-2-1,2-2-6598</inkml:trace>
</inkml:ink>
</file>

<file path=ppt/ink/ink1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0:45.2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 42 24575,'-5'-12'0,"3"8"0,1 1 0,-1-1 0,0 1 0,0 0 0,0-1 0,-4-3 0,6 7 0,0-1 0,0 1 0,0 0 0,-1 0 0,1 0 0,0 0 0,0 0 0,0 0 0,0 0 0,-1 0 0,1 0 0,0 0 0,0 0 0,0 0 0,0 0 0,-1 0 0,1 0 0,0 0 0,0 0 0,0 0 0,0 0 0,-1 0 0,1 0 0,0 0 0,0 0 0,0 0 0,0 0 0,-1 0 0,1 1 0,0-1 0,0 0 0,0 0 0,0 0 0,0 0 0,0 0 0,-1 0 0,1 1 0,0-1 0,0 0 0,0 0 0,0 0 0,0 0 0,0 0 0,0 1 0,0-1 0,0 0 0,0 0 0,0 0 0,0 1 0,0-1 0,0 0 0,0 0 0,0 0 0,0 0 0,0 1 0,0-1 0,0 0 0,-2 15 0,2-12 0,-14 102 0,-1-4 0,10-58 0,1-16 0,-1 29 0,7-17 0,1 0 0,2-1 0,1 1 0,2-1 0,22 61 0,-24-81 0,2-1 0,0 0 0,1-1 0,1 0 0,0 0 0,1-1 0,0-1 0,2 1 0,0-2 0,0 0 0,1-1 0,1 0 0,0-1 0,0 0 0,1-2 0,31 15 0,-41-21-227,1-1-1,-1 0 1,1-1-1,-1 1 1,8 0-1,-1-1-6598</inkml:trace>
</inkml:ink>
</file>

<file path=ppt/ink/ink1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0:45.8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15 242 24575,'194'-44'0,"-190"43"0,-1 0 0,0 0 0,0 0 0,0 0 0,1-1 0,-2 0 0,1 1 0,0-1 0,0 0 0,0-1 0,-1 1 0,1 0 0,-1-1 0,4-4 0,-5 5 0,0 0 0,0 0 0,-1 0 0,1-1 0,0 1 0,-1 0 0,1 0 0,-1-1 0,0 1 0,0 0 0,0 0 0,0-1 0,0 1 0,-1 0 0,1-1 0,0 1 0,-1 0 0,0 0 0,0 0 0,1 0 0,-1 0 0,-3-4 0,0-1 0,0 1 0,-1 0 0,0 0 0,0 0 0,0 1 0,-1-1 0,0 1 0,0 0 0,0 1 0,-13-8 0,-2 2 0,-1 0 0,-28-8 0,46 16 0,1 1 0,0 0 0,-1 0 0,1 1 0,-1-1 0,1 1 0,-1-1 0,1 1 0,-1 0 0,1 1 0,-1-1 0,-3 1 0,5 0 0,0 0 0,0 0 0,0 0 0,0 0 0,0 1 0,0-1 0,0 0 0,0 1 0,1-1 0,-1 1 0,1 0 0,-1-1 0,1 1 0,0 0 0,0 0 0,0 0 0,0 0 0,0 0 0,-1 4 0,0 0 0,0 1 0,1-1 0,0 0 0,0 0 0,1 1 0,0-1 0,0 0 0,0 1 0,1-1 0,0 0 0,0 1 0,3 7 0,3 9 0,21 42 0,-17-40 0,-4-11 0,-1-1 0,2 1 0,-1-2 0,12 15 0,-12-20 0,-1 0 0,1 0 0,0-1 0,0 0 0,0 0 0,1-1 0,15 8 0,-8-6 11,1-1-1,-1 0 1,1-2 0,0 0-1,1 0 1,22 1-1,101-2-548,-95-4-363,-32 1-5925</inkml:trace>
</inkml:ink>
</file>

<file path=ppt/ink/ink1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0:46.5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 0 24575,'-3'1'0,"0"0"0,0 0 0,1 0 0,-1 0 0,0 0 0,1 0 0,-1 1 0,1-1 0,-1 1 0,1 0 0,0-1 0,0 1 0,-1 0 0,2 1 0,-1-1 0,0 0 0,0 0 0,1 1 0,-1-1 0,1 1 0,-1 0 0,1-1 0,0 1 0,-1 5 0,1-3 0,1 1 0,-1-1 0,1 1 0,0-1 0,0 1 0,1-1 0,0 1 0,0-1 0,0 1 0,1-1 0,-1 0 0,4 7 0,4 7 0,1 0 0,1-1 0,1 0 0,18 22 0,63 60 0,-43-48 0,-49-51 0,0 1 0,0-1 0,0 0 0,0 0 0,0 1 0,0-1 0,0 1 0,-1-1 0,1 1 0,0 1 0,-1-2 0,0-1 0,0 1 0,0 0 0,0-1 0,0 1 0,0-1 0,0 1 0,0 0 0,0-1 0,0 1 0,0 0 0,0-1 0,0 1 0,-1-1 0,1 1 0,0-1 0,-1 1 0,1 0 0,-1 0 0,0 0 0,0 0 0,0-1 0,-1 1 0,1 0 0,0 0 0,-1-1 0,1 1 0,0-1 0,-1 1 0,1-1 0,-1 1 0,1-1 0,-1 0 0,1 0 0,-1 0 0,1 0 0,-1 0 0,1 0 0,-1 0 0,-2-1 0,-16-2 0,0-1 0,-32-12 0,43 13 0,0-1 0,0 0 0,1 0 0,-1-1 0,1 0 0,0-1 0,-12-11 0,19 16 0,0 1 0,0-1 0,0 0 0,0 0 0,0 0 0,1 0 0,-1 0 0,0 0 0,0 0 0,1 0 0,-1 0 0,1 0 0,-1-1 0,1 1 0,0 0 0,-1 0 0,1 0 0,0-1 0,0 1 0,0 0 0,0 0 0,0-1 0,0 1 0,0 0 0,0 0 0,0-1 0,1 1 0,-1 0 0,0 0 0,1-2 0,1 1 0,0-1 0,0 1 0,1-1 0,-1 1 0,0 0 0,1 0 0,0 0 0,-1 0 0,1 0 0,5-2 0,46-24-1365,-44 22-5461</inkml:trace>
</inkml:ink>
</file>

<file path=ppt/ink/ink1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0:46.7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 24575,'8'-3'0,"1"3"0,1 2 0,-3 4 0</inkml:trace>
</inkml:ink>
</file>

<file path=ppt/ink/ink1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0:47.4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10 103 24575,'-2'3'0,"1"0"0,0 1 0,-1-1 0,1 0 0,0 1 0,1-1 0,-1 0 0,1 1 0,-1-1 0,1 1 0,0-1 0,0 1 0,1-1 0,-1 1 0,2 4 0,-1-4 0,1 1 0,0-1 0,0 1 0,0-1 0,1 0 0,0 0 0,-1 0 0,1 0 0,7 6 0,4 1 0,0 0 0,0 0 0,1-2 0,29 15 0,-32-18 0,0-1 0,1 0 0,0 0 0,-1-2 0,16 3 0,-23-5 0,0 0 0,0-1 0,0 0 0,0 0 0,-1 0 0,1-1 0,8-2 0,-10 3 0,-1-1 0,1 0 0,-1 0 0,0 0 0,0-1 0,1 1 0,-1 0 0,0-1 0,0 0 0,0 1 0,-1-1 0,1 0 0,0 0 0,-1 0 0,3-4 0,-3 4 0,0 1 0,0-1 0,0 0 0,-1 0 0,1 0 0,0 0 0,-1 0 0,0 0 0,1 0 0,-1 0 0,0 0 0,0 0 0,0 0 0,0 1 0,-1-1 0,0-4 0,-1 1 0,0-1 0,0 1 0,-1 0 0,-3-7 0,-4-5 0,10 17 0,0 0 0,0 0 0,0 0 0,0 0 0,0 0 0,0 0 0,0 0 0,0 0 0,0 0 0,0 0 0,0 0 0,0 0 0,0 0 0,0-1 0,0 1 0,0 0 0,0 0 0,0 0 0,0 0 0,0 0 0,0 0 0,0 0 0,0 0 0,0 0 0,0 0 0,0 0 0,0 0 0,0-1 0,0 1 0,0 0 0,0 0 0,0 0 0,0 0 0,0 0 0,0 0 0,0 0 0,0 0 0,0 0 0,0 0 0,0 0 0,0 0 0,1 0 0,-1 0 0,0 0 0,0 0 0,0 0 0,0 0 0,0 0 0,0 0 0,0 0 0,0 0 0,0 0 0,0 0 0,0 0 0,0 0 0,0 0 0,1 0 0,-1 0 0,0 0 0,0 0 0,7 2 0,9 4 0,-5 0 0,3 2 0,1-1 0,14 5 0,-25-11 0,0 0 0,0 0 0,0 0 0,0 0 0,0-1 0,0 0 0,1 1 0,-1-2 0,0 1 0,0 0 0,0-1 0,0 0 0,4-1 0,-5 1 0,-1 0 0,0 0 0,0 0 0,0 0 0,-1-1 0,1 1 0,0-1 0,0 1 0,-1-1 0,1 0 0,-1 0 0,1 0 0,-1 0 0,0 0 0,0 0 0,0 0 0,0 0 0,0 0 0,0 0 0,-1-1 0,1 1 0,-1 0 0,1-1 0,-1 1 0,0 0 0,0-1 0,0-2 0,0-1 0,-1 0 0,0-1 0,0 1 0,0 0 0,0 1 0,-1-1 0,0 0 0,0 0 0,-5-8 0,-1 3 30,0-1 0,0 1 0,-17-17 0,19 23-195,1 0 0,-1 0 0,0 1 0,0-1 0,0 1 0,0 1 0,-1-1 0,-10-3 0,4 3-6661</inkml:trace>
</inkml:ink>
</file>

<file path=ppt/ink/ink1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0:47.9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 24575,'7'-2'0,"0"0"0,0 1 0,0 0 0,0 0 0,0 1 0,0 0 0,0 0 0,0 0 0,0 1 0,0 0 0,0 1 0,9 2 0,-1 1 0,-1 1 0,0 1 0,0 0 0,21 14 0,-34-20 0,1 0 0,-1 0 0,1 0 0,-1 1 0,1-1 0,-1 1 0,1-1 0,-1 1 0,0-1 0,0 1 0,0 0 0,0-1 0,0 1 0,0 0 0,-1 0 0,1 0 0,0-1 0,0 4 0,-1-2 0,0 0 0,0 0 0,-1 0 0,1 0 0,0 0 0,-1 0 0,0 0 0,0 0 0,0 0 0,0-1 0,-2 4 0,-4 6 0,0 0 0,-1-1 0,-1 0 0,-12 12 0,16-18 0,4-4 0,-1 1 0,1-1 0,0 1 0,-1-1 0,1 1 0,0 0 0,0 0 0,0-1 0,1 1 0,-1 0 0,0 0 0,1 0 0,-1 0 0,1 0 0,0 0 0,-1 0 0,1 3 0,1-3 0,-1-1 0,0 1 0,1-1 0,0 1 0,-1-1 0,1 1 0,0-1 0,0 1 0,0-1 0,0 0 0,0 1 0,0-1 0,0 0 0,0 0 0,0 0 0,1 0 0,-1 0 0,0 0 0,1 0 0,-1 0 0,3 0 0,4 3-72,-1-1 1,1 0-1,0 0 0,0-1 0,1 0 0,-1-1 0,0 0 0,1 0 1,-1 0-1,1-1 0,-1-1 0,0 1 0,1-1 0,-1-1 0,0 0 1,1 0-1,-1 0 0,14-7 0,-13 4-6754</inkml:trace>
</inkml:ink>
</file>

<file path=ppt/ink/ink1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0:48.6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24575,'147'94'0,"-117"-71"0,-2 0 0,44 46 0,-41-33 0,-1 2 0,-2 0 0,-2 2 0,-2 1 0,22 46 0,-30-49 0,-1 0 0,-2 1 0,-2 1 0,-1 0 0,-2 0 0,3 50 0,-9-71 0,-2 0 0,0 0 0,-1 1 0,-1-1 0,-1 0 0,-1 0 0,0-1 0,-1 1 0,-1-1 0,-1 0 0,-1-1 0,0 1 0,-1-1 0,-1-1 0,-1 0 0,0 0 0,-1-1 0,0-1 0,-27 24 0,15-19 0,-1-2 0,-42 22 0,48-29 0,5-1-1365,4-1-5461</inkml:trace>
</inkml:ink>
</file>

<file path=ppt/ink/ink1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0:54.4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317 1 24575,'-13'3'0,"0"-1"0,0 0 0,0 0 0,0-2 0,0 1 0,0-2 0,0 0 0,-14-2 0,12 0 0,0 2 0,0 0 0,0 1 0,0 0 0,-26 5 0,25-2-682,-25 3-1,29-5-6143</inkml:trace>
</inkml:ink>
</file>

<file path=ppt/ink/ink1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0:54.7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241 35 24575,'-27'-8'0,"-12"-1"0,-1-1 0,4 5 0,5 3 0,6 2 0,6 3 0,5 1 0,5 3 0</inkml:trace>
</inkml:ink>
</file>

<file path=ppt/ink/ink1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0:55.5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41 24575,'-1'-2'0,"1"0"0,-1 0 0,0-1 0,1 1 0,0 0 0,-1 0 0,1 0 0,0-1 0,0 1 0,1 0 0,-1 0 0,0-1 0,1 1 0,-1 0 0,2-4 0,-2 6 0,0 0 0,0 0 0,0 0 0,1 0 0,-1 0 0,0 0 0,0-1 0,0 1 0,0 0 0,0 0 0,0 0 0,0 0 0,0 0 0,1 0 0,-1 0 0,0 0 0,0 0 0,0 0 0,0 0 0,0 0 0,1 0 0,-1 0 0,0 0 0,0 0 0,0 0 0,0 0 0,0 0 0,1 0 0,-1 0 0,0 0 0,0 0 0,0 0 0,0 0 0,0 0 0,0 0 0,1 0 0,-1 0 0,0 0 0,0 0 0,0 0 0,4 7 0,0 9 0,-1 43 0,-4-49 0,1 1 0,1-1 0,0 1 0,0 0 0,1-1 0,0 0 0,8 20 0,-7-22-113,2 1-137,-1 0-1,-1 0 1,0 1-1,4 17 1,-5-15-6576</inkml:trace>
</inkml:ink>
</file>

<file path=ppt/ink/ink1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0:55.8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468 1 24575,'-25'0'0,"-10"0"0,-4 0 0,1 0 0,4 0 0,4 0 0,2 0 0,2 0 0,-1 0 0,1 0 0,-2 2 0,1 2 0,-2-1 0,1-1 0,1 0 0,7-1-8191</inkml:trace>
</inkml:ink>
</file>

<file path=ppt/ink/ink1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0:56.3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0 24575,'-3'6'0,"0"-1"0,0 1 0,1 0 0,-1 0 0,1 0 0,1 0 0,-1 0 0,1 1 0,0-1 0,0 0 0,1 1 0,0-1 0,0 0 0,0 1 0,1-1 0,0 0 0,0 1 0,5 11 0,3 6 0,1 0 0,1-1 0,20 32 0,-12-23 0,-15-25-116,3 6-300,-1-1-1,7 17 1,-10-16-6410</inkml:trace>
</inkml:ink>
</file>

<file path=ppt/ink/ink1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0:56.6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370 60 24575,'-27'-12'0,"-11"-4"0,-2 0 0,6 6 0,6 5 0,6 5 0,4 5 0,2 2 0,2 2 0,-2 2 0,0-1 0,-3-2 0,-3 0 0,0-1 0,1-2 0,5-2-8191</inkml:trace>
</inkml:ink>
</file>

<file path=ppt/ink/ink1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0:57.5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24575,'46'0'0,"52"1"0,-95-1 0,0 1 0,1-1 0,-1 1 0,0 0 0,0 0 0,0 1 0,0-1 0,0 0 0,0 1 0,0 0 0,0 0 0,0 0 0,-1 0 0,1 0 0,-1 1 0,1-1 0,-1 1 0,0-1 0,0 1 0,0 0 0,-1 0 0,1 0 0,-1 0 0,1 0 0,-1 0 0,0 0 0,0 0 0,0 1 0,-1-1 0,1 0 0,-1 1 0,0-1 0,0 0 0,0 1 0,0-1 0,0 0 0,-1 1 0,0-1 0,1 0 0,-1 1 0,-1-1 0,1 0 0,0 0 0,-1 0 0,1 0 0,-1 0 0,0 0 0,0-1 0,0 1 0,0-1 0,-4 4 0,-19 9 0,-2 0 0,26-14 0,0 0 0,0 0 0,0-1 0,0 1 0,0 0 0,0 0 0,0 0 0,0 0 0,1 0 0,-1 1 0,0-1 0,1 0 0,-1 0 0,1 0 0,-1 1 0,1-1 0,-1 2 0,1-2 0,0 0 0,0 0 0,1 0 0,-1 0 0,0-1 0,0 1 0,1 0 0,-1 0 0,1 0 0,-1 0 0,1-1 0,-1 1 0,1 0 0,-1 0 0,1-1 0,-1 1 0,1 0 0,0-1 0,0 1 0,-1-1 0,1 1 0,0-1 0,0 1 0,0-1 0,-1 1 0,3-1 0,25 9 0,-24-8 0,33 5-341,0-1 0,0-2-1,59-2 1,-84-1-6485</inkml:trace>
</inkml:ink>
</file>

<file path=ppt/ink/ink1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0:58.9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828 38 24575,'2'-2'0,"15"-12"0,-16 14 0,0-1 0,0 0 0,-1 0 0,1 1 0,-1-1 0,1 0 0,0 0 0,-1 0 0,1 0 0,-1 0 0,0 0 0,1 0 0,-1 0 0,0 0 0,0 0 0,1-2 0,-2 3 0,1 0 0,0-1 0,0 1 0,0 0 0,-1-1 0,1 1 0,0 0 0,0 0 0,-1 0 0,1-1 0,0 1 0,-1 0 0,1 0 0,0 0 0,-1 0 0,1-1 0,0 1 0,-1 0 0,1 0 0,0 0 0,-1 0 0,1 0 0,0 0 0,-1 0 0,1 0 0,0 0 0,-1 0 0,1 0 0,-1 0 0,1 0 0,0 0 0,-1 1 0,1-1 0,-1 0 0,-15 5 0,14-5 0,-18 5 0,0 0 0,0-2 0,-32 2 0,-63-5 0,57-1 0,-288 1 0,334 0 0,1 1 0,0 1 0,-1 0 0,1 0 0,-12 4 0,-52 24 0,54-21 0,20-9 0,0 1 0,0-1 0,0 0 0,0 1 0,0-1 0,0 1 0,0-1 0,0 1 0,0 0 0,1-1 0,-1 1 0,0 0 0,0 0 0,1-1 0,-1 1 0,1 0 0,-1 0 0,0 0 0,1 0 0,-1 0 0,1 0 0,0 0 0,-1 1 0,1-1 0,0 0 0,1 0 0,-1 0 0,0 0 0,1 0 0,-1 0 0,1 0 0,-1 0 0,1 0 0,0 0 0,-1 0 0,1 0 0,0-1 0,-1 1 0,1 0 0,0-1 0,0 1 0,0 0 0,0-1 0,-1 1 0,1-1 0,0 1 0,0-1 0,2 1 0,44 18 0,53 14 0,-30-11 0,-36-11 0,46 17 0,-70-24 0,1 1 0,-1 1 0,0 0 0,-1 0 0,12 10 0,-20-15 0,1 0 0,-1 0 0,0 0 0,0 0 0,0 0 0,0 0 0,0 1 0,0-1 0,0 0 0,0 1 0,0-1 0,-1 1 0,1-1 0,0 1 0,-1-1 0,0 1 0,1-1 0,-1 1 0,0-1 0,0 1 0,1 0 0,-1-1 0,0 1 0,-1-1 0,1 1 0,0 0 0,0-1 0,-1 1 0,1-1 0,-1 1 0,1-1 0,-1 1 0,0-1 0,0 0 0,1 1 0,-1-1 0,0 0 0,0 1 0,-2 0 0,-2 4 0,-1-1 0,0 0 0,0 0 0,-1-1 0,1 0 0,-13 6 0,-59 27 0,-80 44 0,156-80 0,0 0 0,0 1 0,0-1 0,0 1 0,0 0 0,0 0 0,0 0 0,1 0 0,-1 0 0,1 0 0,-1 0 0,1 0 0,0 1 0,-2 3 0,3-4 0,0-1 0,-1 1 0,1-1 0,0 1 0,0-1 0,0 1 0,0 0 0,0-1 0,1 1 0,-1-1 0,0 1 0,1-1 0,-1 1 0,1-1 0,0 1 0,-1-1 0,1 1 0,0-1 0,0 0 0,0 1 0,0-1 0,0 0 0,0 0 0,0 0 0,2 1 0,1 1 0,0 0 0,0 0 0,0-1 0,1 0 0,-1 0 0,1 0 0,-1-1 0,1 1 0,5 0 0,44 6 0,225-3 0,-168-7 0,50-6 126,-55 2-1617,-88 5-5335</inkml:trace>
</inkml:ink>
</file>

<file path=ppt/ink/ink1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0:59.4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15 24575,'0'-1'0,"-1"0"0,1 0 0,0 0 0,0 0 0,-1 0 0,1 1 0,-1-1 0,1 0 0,-1 0 0,1 0 0,-1 0 0,1 1 0,-1-1 0,0 0 0,1 0 0,-2 0 0,2 1 0,0 1 0,-1-1 0,1 0 0,0 0 0,-1 1 0,1-1 0,0 0 0,0 1 0,-1-1 0,1 0 0,0 1 0,0-1 0,-1 0 0,1 1 0,0-1 0,0 1 0,0-1 0,0 0 0,0 1 0,0-1 0,0 1 0,0-1 0,0 1 0,0-1 0,-2 38 0,4-22 0,0 0 0,1-1 0,1 1 0,7 20 0,29 58 0,-14-51 0,-21-35 0,0 0 0,0 0 0,0 0 0,-1 1 0,0-1 0,-1 1 0,0 0 0,0 0 0,1 10 0,-4-18 4,0 0 0,1 1 0,-1-1 0,0 0 0,0 0-1,0 0 1,0 0 0,0 0 0,-1 0 0,1 0 0,0 0 0,0 0-1,-1 1 1,1-1 0,-1 0 0,1 0 0,-1 0 0,1-1 0,-1 1-1,0 0 1,1 0 0,-1 0 0,0 0 0,0 0 0,1-1 0,-1 1 0,0 0-1,0-1 1,0 1 0,-2 0 0,2-1-59,0 0 0,-1 0 0,1 0 0,0 0 0,0 0 0,-1 0 0,1 0 0,0-1 0,0 1 0,0-1 0,-1 1 0,1-1 0,0 1 0,0-1 0,0 1 0,0-1 0,0 0 0,0 0 0,0 0 0,0 1 0,0-1 0,0 0 0,1 0 0,-1 0 0,0 0 0,0-2 0,-6-7-6771</inkml:trace>
</inkml:ink>
</file>

<file path=ppt/ink/ink1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0:59.7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214 0 24575,'-43'9'0,"18"-5"0,0 2 0,0 1 0,-40 16 0,63-22 0,0 0 0,0 0 0,0 0 0,0 0 0,0 0 0,0 1 0,1-1 0,-1 1 0,0-1 0,1 1 0,-1 0 0,1 0 0,-1-1 0,1 1 0,0 0 0,-1 3 0,1-3 0,1 0 0,0-1 0,0 1 0,0 0 0,0 0 0,0-1 0,0 1 0,0 0 0,0 0 0,1-1 0,-1 1 0,1 0 0,-1-1 0,1 1 0,0 0 0,0-1 0,0 1 0,0-1 0,0 0 0,0 1 0,1 1 0,4 3 0,-1-1 0,1 0 0,0 0 0,0 0 0,1-1 0,-1 1 0,1-2 0,0 1 0,0-1 0,0 0 0,14 4 0,8 0 0,52 6 0,-46-9 0,-2 1-682,46-1-1,-66-4-6143</inkml:trace>
</inkml:ink>
</file>

<file path=ppt/ink/ink1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1:00.9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5 24575,'-3'-5'0,"8"7"0,9 5 0,15 20 0,44 48 0,-7-4 0,204 174 0,-217-200 0,196 154 0,-233-188 0,0 1 0,1 0 0,-2 1 0,18 18 0,-37-33-1365</inkml:trace>
</inkml:ink>
</file>

<file path=ppt/ink/ink1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1:01.6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445 42 24575,'-1'-7'0,"0"4"0,1-1 0,-1 1 0,0 0 0,0 0 0,0 0 0,-3-6 0,4 9 0,-1-1 0,1 1 0,-1-1 0,1 1 0,-1-1 0,1 1 0,-1-1 0,0 1 0,1-1 0,-1 1 0,0 0 0,1 0 0,-1-1 0,0 1 0,1 0 0,-1 0 0,0 0 0,0-1 0,1 1 0,-1 0 0,0 0 0,0 0 0,1 1 0,-1-1 0,0 0 0,0 0 0,1 0 0,-1 0 0,0 1 0,1-1 0,-1 0 0,0 1 0,1-1 0,-1 0 0,0 1 0,-9 6 0,1 0 0,-1 0 0,2 0 0,-1 1 0,1 1 0,0-1 0,-8 13 0,-1 0 0,-2 1 0,2 0 0,1 1 0,1 1 0,1 0 0,-19 44 0,-37 139 0,67-195 0,-4 10 0,-14 35 0,18-50 0,-1 0 0,0 0 0,0-1 0,0 0 0,-1 1 0,0-2 0,0 1 0,-12 9 0,11-10-341,0-1 0,0 0-1,-13 7 1,6-7-6485</inkml:trace>
</inkml:ink>
</file>

<file path=ppt/ink/ink1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1:02.3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262 57 24575,'-1'-5'0,"-1"0"0,-1 1 0,1-1 0,-1 1 0,1-1 0,-1 1 0,-7-7 0,8 9 0,1 1 0,-1 0 0,0-1 0,0 1 0,0 0 0,0 0 0,0 0 0,0 1 0,0-1 0,0 0 0,0 1 0,0-1 0,0 1 0,0 0 0,-1-1 0,1 1 0,0 0 0,0 0 0,0 1 0,-4 0 0,-122 28 0,124-28 0,1 0 0,-1 1 0,1-1 0,0 1 0,-1 0 0,1 0 0,0 0 0,0 1 0,0-1 0,0 1 0,1 0 0,-1-1 0,1 1 0,0 0 0,0 1 0,0-1 0,0 0 0,0 0 0,0 1 0,1-1 0,0 1 0,0 0 0,0-1 0,0 1 0,0 4 0,0-3 0,1 0 0,0 1 0,0-1 0,1 0 0,-1 0 0,1 0 0,0 1 0,0-1 0,1 0 0,-1 0 0,1 0 0,1-1 0,-1 1 0,0 0 0,1-1 0,0 0 0,6 7 0,-2-3 0,1-2 0,0 1 0,0-1 0,1 0 0,-1-1 0,1 0 0,1-1 0,-1 1 0,1-2 0,-1 1 0,18 2 0,-9-2 0,1-1 0,0-1 0,-1-1 0,1-1 0,27-3 0,-23-2-1365,-14 1-5461</inkml:trace>
</inkml:ink>
</file>

<file path=ppt/ink/ink1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1:03.8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117 35 24575,'-1'-2'0,"0"-1"0,-1 0 0,1 1 0,-1-1 0,0 1 0,0 0 0,0-1 0,0 1 0,0 0 0,0 0 0,-1 0 0,-4-2 0,6 3 0,0 1 0,-1-1 0,1 1 0,0 0 0,0 0 0,-1 0 0,1 0 0,0 0 0,-1 0 0,1 0 0,0 0 0,0 0 0,-1 1 0,1-1 0,0 1 0,0-1 0,-1 1 0,1-1 0,0 1 0,0-1 0,0 1 0,0 0 0,0 0 0,0 0 0,0 0 0,0-1 0,0 1 0,0 0 0,1 0 0,-1 1 0,0-1 0,0 1 0,-5 7 0,1 0 0,1 1 0,-1-1 0,1 1 0,1 0 0,0 0 0,-3 15 0,1 8 0,-2 35 0,4-12 0,6 86 0,0-111 0,2 0 0,1-1 0,1 1 0,15 40 0,-6-36 0,1 0 0,2-1 0,1 0 0,1-2 0,2-1 0,35 37 0,-52-61-105,0 0 0,1-1 0,-1 1 0,1-2 0,1 1 0,-1-1 0,1 0 0,0-1 0,0 0 0,1 0 0,-1 0 0,18 4 0,-13-7-6721</inkml:trace>
</inkml:ink>
</file>

<file path=ppt/ink/ink1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1:04.4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 39 24575,'-4'-4'0,"0"0"0,0 1 0,0 0 0,0-1 0,0 1 0,-1 0 0,1 1 0,-1-1 0,0 1 0,1 0 0,-1 0 0,-9-2 0,13 4 0,1 0 0,-1 0 0,1 0 0,0 0 0,-1 0 0,1 0 0,-1 0 0,1 0 0,-1 0 0,1 0 0,0 0 0,-1 1 0,1-1 0,-1 0 0,1 0 0,0 0 0,-1 0 0,1 1 0,0-1 0,-1 0 0,1 0 0,0 1 0,-1-1 0,1 0 0,0 1 0,-1-1 0,1 0 0,0 1 0,0-1 0,0 0 0,-1 1 0,1 1 0,0-1 0,0 0 0,0 0 0,0 0 0,0 0 0,0 0 0,0 1 0,0-1 0,1 0 0,-1 0 0,1 2 0,15 26 0,-15-28 0,46 75 0,-4 2 0,-3 1 0,57 164 0,-94-234 0,2 6 0,5 24 0,-9-35 0,0-1 0,-1 1 0,0 0 0,0-1 0,0 1 0,0-1 0,0 1 0,-1 0 0,1-1 0,-1 1 0,0-1 0,-2 6 0,2-8 0,0 1 0,1-2 0,-1 1 0,0 0 0,0 0 0,0 0 0,0 0 0,0 0 0,1-1 0,-1 1 0,-1 0 0,1-1 0,0 1 0,0-1 0,0 1 0,0-1 0,0 0 0,0 1 0,-1-1 0,1 0 0,0 0 0,0 0 0,0 0 0,-1 0 0,1 0 0,0 0 0,0 0 0,0 0 0,0 0 0,-1-1 0,1 1 0,-2-2 0,-5-1 0,0 0 0,1-1 0,-13-8 0,12 7 0,-6-3 0,0-1 0,1-1 0,1 0 0,0-1 0,0 0 0,1-1 0,-14-18 0,20 23 0,0 0 0,1-1 0,0 1 0,0-1 0,0 0 0,1-1 0,0 1 0,1 0 0,0-1 0,0 0 0,1 1 0,0-1 0,0 0 0,1 0 0,1-9 0,0 15 0,-1 0-1,1 0 1,0 0-1,0 1 0,0-1 1,0 0-1,1 1 1,-1-1-1,1 1 1,-1 0-1,1-1 0,0 1 1,0 0-1,4-3 1,3-3 24,1 1 1,14-8-1,-16 10-500,1 0-1,13-12 0</inkml:trace>
</inkml:ink>
</file>

<file path=ppt/ink/ink1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1:04.6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0 24575,'-4'0'0,"-3"3"0,1 3 0,-2 2 0</inkml:trace>
</inkml:ink>
</file>

<file path=ppt/ink/ink1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1:06.0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147 34 24575,'0'-7'0,"0"5"0,1 0 0,-1 1 0,0-1 0,0 0 0,0 0 0,0 1 0,0-1 0,-1 0 0,1 0 0,0 1 0,-1-1 0,1 0 0,-2-2 0,1 4 0,1 0 0,-1 0 0,1 0 0,-1 0 0,1 1 0,-1-1 0,1 0 0,-1 0 0,1 0 0,-1 0 0,1 1 0,-1-1 0,1 0 0,-1 0 0,1 1 0,-1-1 0,1 1 0,0-1 0,-1 0 0,1 1 0,0-1 0,-1 1 0,1-1 0,0 0 0,-1 1 0,-9 13 0,10-14 0,-11 17 0,-18 17 0,21-26 0,1 1 0,0 0 0,0 0 0,0 0 0,1 1 0,1 0 0,-9 21 0,8-8 0,1-1 0,1 1 0,-1 35 0,5 72 0,1-72 0,0-7 0,2 1 0,3-1 0,2 0 0,26 91 0,-28-127 0,-1-1 0,2 0 0,0 0 0,0-1 0,1 0 0,1 0 0,0-1 0,1 0 0,0-1 0,1 0 0,0 0 0,1-1 0,0-1 0,1 0 0,0 0 0,17 8 0,-24-15-170,0 0-1,0 0 0,0-1 1,0 1-1,0-1 0,1 0 1,8-1-1,-3 0-6655</inkml:trace>
</inkml:ink>
</file>

<file path=ppt/ink/ink1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1:06.9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38 156 24575,'-1'0'0,"-1"0"0,1 0 0,0 0 0,-1 0 0,1 0 0,-1 0 0,1 0 0,0 0 0,-1 1 0,1-1 0,0 1 0,-1-1 0,1 1 0,0-1 0,0 1 0,-1 0 0,1-1 0,0 1 0,0 0 0,0 0 0,0 0 0,0 0 0,0 0 0,0 0 0,0 0 0,1 0 0,-1 1 0,0-1 0,1 0 0,-1 0 0,0 1 0,1-1 0,0 0 0,-1 1 0,1-1 0,0 0 0,0 1 0,0 2 0,0-1 0,0 1 0,1 0 0,-1-1 0,1 1 0,0-1 0,0 1 0,1-1 0,-1 1 0,1-1 0,-1 0 0,1 0 0,0 0 0,5 5 0,5 5 0,1-1 0,0-1 0,1 0 0,1-1 0,-1-1 0,2 0 0,16 7 0,-27-13 0,0-2 0,0 1 0,1 0 0,-1-1 0,0 0 0,1 0 0,-1-1 0,1 1 0,-1-1 0,1 0 0,-1-1 0,6 0 0,-9 0 0,1 1 0,-1-1 0,0 0 0,0 0 0,0 0 0,0 0 0,0 0 0,0 0 0,0-1 0,0 1 0,0 0 0,0-1 0,-1 0 0,1 1 0,0-1 0,-1 0 0,0 0 0,1 0 0,-1 0 0,0 0 0,0 0 0,0 0 0,0 0 0,-1-1 0,1 1 0,0 0 0,-1-1 0,0 1 0,1 0 0,-1-3 0,-1-5 0,0 0 0,0 1 0,-1-1 0,0 0 0,-1 1 0,0 0 0,-1-1 0,-5-9 0,-3-13 0,11 32 0,1 0 0,0 0 0,0 0 0,0 0 0,0 0 0,0-1 0,0 1 0,0 0 0,0 0 0,0 0 0,0 0 0,0 0 0,0 0 0,0 0 0,0-1 0,0 1 0,0 0 0,0 0 0,-1 0 0,2 0 0,-1 0 0,0 0 0,0-1 0,0 1 0,0 0 0,0 0 0,0 0 0,0 0 0,0 0 0,0 0 0,0-1 0,0 1 0,0 0 0,0 0 0,0 0 0,0 0 0,0 0 0,0 0 0,1 0 0,-1 0 0,0-1 0,0 1 0,0 0 0,0 0 0,7 3 0,7 8 0,4 5 0,1-1 0,1 0 0,0-2 0,23 12 0,-32-19 0,0-1 0,1 0 0,0-1 0,0 0 0,0-1 0,0-1 0,0 0 0,1 0 0,20 0 0,-31-2 0,1 0 0,-1 0 0,0-1 0,1 1 0,-1 0 0,0-1 0,1 1 0,-1-1 0,0 0 0,0 0 0,1 0 0,-1 0 0,0 0 0,0 0 0,0-1 0,-1 1 0,1-1 0,0 1 0,0-1 0,-1 0 0,1 1 0,-1-1 0,1 0 0,-1 0 0,0 0 0,0 0 0,0-1 0,0 1 0,0 0 0,0 0 0,-1 0 0,1-1 0,-1 1 0,1 0 0,-1-1 0,0 1 0,0-5 0,-1-2 0,0 0 0,0 1 0,-1-1 0,0 0 0,-1 1 0,1-1 0,-2 1 0,1 0 0,-6-8 0,2 4-124,-1 0 0,0 0 0,-1 1 0,0 0 0,-1 1 0,0 0-1,-1 0 1,0 1 0,0 0 0,-25-13 0,23 16-6702</inkml:trace>
</inkml:ink>
</file>

<file path=ppt/ink/ink1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1:07.7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68 24575,'6'-7'0,"-1"0"0,1 0 0,1 1 0,-1 0 0,1 1 0,0-1 0,13-6 0,-16 10 0,0 0 0,0 0 0,0 1 0,0 0 0,0 0 0,1 0 0,-1 0 0,0 1 0,1-1 0,-1 1 0,1 0 0,-1 0 0,0 1 0,1-1 0,-1 1 0,0 0 0,6 2 0,-2 0 0,0 0 0,0 1 0,-1 0 0,1 0 0,-1 1 0,0 0 0,0 0 0,10 10 0,-16-13 0,1-1 0,-1 1 0,1 0 0,-1-1 0,0 1 0,0 0 0,0 0 0,0 0 0,0 0 0,0 0 0,-1 0 0,1 0 0,0 0 0,-1 0 0,0 0 0,1 0 0,-1 0 0,0 0 0,0 1 0,0-1 0,-1 0 0,1 0 0,0 0 0,-1 0 0,0 0 0,1 0 0,-1 0 0,0 0 0,0 0 0,0 0 0,0 0 0,0 0 0,-1-1 0,1 1 0,0 0 0,-1-1 0,1 1 0,-1-1 0,-2 2 0,-5 4 0,-1-1 0,1 1 0,-1-2 0,-1 1 0,1-1 0,-1-1 0,-17 5 0,-10 5 0,37-14 0,0 0 0,0 0 0,1 0 0,-1 1 0,0-1 0,0 0 0,1 1 0,-1-1 0,0 1 0,1-1 0,-1 1 0,0-1 0,1 1 0,-1-1 0,1 1 0,-1 0 0,1-1 0,-1 1 0,1 0 0,-1 0 0,1 0 0,0-1 0,0 1 0,1-1 0,-1 1 0,0-1 0,0 1 0,0-1 0,1 1 0,-1-1 0,0 0 0,0 1 0,1-1 0,-1 1 0,0-1 0,1 0 0,-1 1 0,1-1 0,-1 0 0,0 0 0,1 1 0,-1-1 0,1 0 0,0 0 0,4 3 0,1-1 0,0 0 0,10 2 0,32 4-455,1-3 0,93-1 0,-128-4-6371</inkml:trace>
</inkml:ink>
</file>

<file path=ppt/ink/ink1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1:08.3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1053 47 24575,'-21'-7'0,"-92"-23"0,97 26 0,0 2 0,0 0 0,0 1 0,-1 1 0,-18 1 0,-7 6 0,24-3 0,-27 1 0,-249-4 0,150-2 0,60-5 0,62 3 0,-1 1 0,1 1 0,-35 4 0,20 2-1365,23-3-5461</inkml:trace>
</inkml:ink>
</file>

<file path=ppt/ink/ink1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1:08.8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3 24575,'-1'-1'0,"0"1"0,0 0 0,0-1 0,1 1 0,-1 0 0,0 0 0,0-1 0,0 1 0,0 0 0,0 0 0,0 0 0,0 0 0,0 0 0,1 0 0,-1 1 0,0-1 0,0 0 0,0 0 0,-1 1 0,2-1 0,0 1 0,-1-1 0,1 1 0,0-1 0,0 0 0,0 1 0,-1-1 0,1 1 0,0-1 0,0 1 0,0-1 0,0 1 0,0-1 0,0 1 0,0-1 0,0 1 0,0-1 0,0 1 0,0-1 0,0 1 0,1-1 0,-1 0 0,0 1 0,1 0 0,1 4 0,1 1 0,0-1 0,0 0 0,4 5 0,19 22 0,-9-11 0,0 1 0,-1 1 0,-1 0 0,14 31 0,-27-51-170,-1-1-1,0 1 0,-1 0 1,1 0-1,0-1 0,-1 1 1,0 4-1,0 2-6655</inkml:trace>
</inkml:ink>
</file>

<file path=ppt/ink/ink1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1:09.2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519 9 24575,'-5'-2'0,"-1"0"0,1 1 0,-1 0 0,0 0 0,0 0 0,0 1 0,1-1 0,-1 1 0,0 1 0,0-1 0,0 1 0,-5 2 0,-25 1 0,-197-3 0,119-2 0,106 1-341,0 1 0,0 0-1,-12 3 1,8-1-6485</inkml:trace>
</inkml:ink>
</file>

<file path=ppt/ink/ink1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1:09.9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 24575,'29'0'0,"-12"-1"0,-1 1 0,0 0 0,1 1 0,-1 2 0,17 3 0,-31-6 0,-1 0 0,0 1 0,0-1 0,0 0 0,0 1 0,0-1 0,0 0 0,0 1 0,0 0 0,0-1 0,0 1 0,0-1 0,-1 1 0,1 0 0,0 0 0,0-1 0,-1 1 0,1 0 0,0 0 0,-1 0 0,1 0 0,-1 0 0,1 0 0,-1 0 0,1 0 0,-1 0 0,0 0 0,1 0 0,-1 1 0,0 0 0,-1 0 0,1 0 0,-1 0 0,1 0 0,-1 0 0,0 0 0,0 0 0,1-1 0,-2 1 0,1 0 0,0-1 0,0 1 0,0 0 0,-1-1 0,-1 2 0,-2 2 0,0 1 0,1 0 0,0 0 0,0 0 0,0 0 0,1 0 0,0 1 0,0 0 0,0 0 0,-1 8 0,4-15 0,-1 1 0,1 0 0,0 0 0,0-1 0,0 1 0,0 0 0,0 0 0,0-1 0,0 1 0,0 0 0,1 0 0,-1-1 0,0 1 0,0 0 0,0-1 0,1 1 0,-1 0 0,1-1 0,-1 1 0,0 0 0,1-1 0,-1 1 0,1-1 0,-1 1 0,1-1 0,-1 1 0,1-1 0,0 1 0,-1-1 0,1 1 0,0-1 0,-1 0 0,1 1 0,0-1 0,-1 0 0,1 0 0,0 0 0,0 1 0,-1-1 0,1 0 0,1 0 0,4 1 0,1-1 0,0 1 0,11-2 0,-11 1 0,20 0 65,38 6-1,19 1-1558,-71-7-5332</inkml:trace>
</inkml:ink>
</file>

<file path=ppt/ink/ink1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1:11.1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259 61 24575,'-2'-3'0,"1"-1"0,-1 0 0,1 0 0,-2-6 0,3 9 0,0 0 0,-1 0 0,1 0 0,0 0 0,0 1 0,0-1 0,0 0 0,0 0 0,0 0 0,1 0 0,-1 0 0,0 1 0,0-1 0,1 0 0,-1 0 0,0 0 0,1 0 0,-1 1 0,1-1 0,-1 0 0,1 1 0,-1-1 0,1 0 0,-1 1 0,1-1 0,1 0 0,-19-5 0,-9 2 0,0 2 0,0 1 0,-30 2 0,5 1 0,43-2-341,0 1 0,0 0-1,-11 2 1,7 1-6485</inkml:trace>
</inkml:ink>
</file>

<file path=ppt/ink/ink1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1:15.3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61 24575,'6'-6'0,"-1"0"0,1 1 0,0 0 0,0 1 0,0-1 0,1 1 0,0 0 0,0 1 0,0-1 0,0 1 0,0 1 0,1-1 0,-1 1 0,1 1 0,-1-1 0,1 1 0,0 1 0,15 0 0,-18 0 0,1 0 0,-1 0 0,1 1 0,-1 0 0,1 0 0,-1 1 0,0-1 0,8 4 0,-10-3 0,-1-1 0,0 1 0,0-1 0,0 1 0,-1-1 0,1 1 0,0 0 0,0 0 0,-1 0 0,0 0 0,1 0 0,-1 0 0,0 1 0,0-1 0,0 0 0,0 1 0,0-1 0,-1 0 0,1 1 0,-1-1 0,1 3 0,0 8 0,-1 0 0,0 0 0,0-1 0,-1 1 0,-1 0 0,0-1 0,-1 1 0,-1-1 0,0 0 0,0 0 0,-1 0 0,0-1 0,-1 1 0,-1-1 0,0-1 0,-13 17 0,20-27 0,-1 1 0,1-1 0,0 0 0,0 0 0,-1 1 0,1-1 0,0 0 0,0 0 0,0 1 0,-1-1 0,1 0 0,0 1 0,0-1 0,0 0 0,0 1 0,0-1 0,0 1 0,0-1 0,0 0 0,0 1 0,0-1 0,0 1 0,6 1 0,19-8 0,-17 4 0,28-5 0,-15 2 0,38-2 0,-47 6-455,0-1 0,11-2 0,-10 1-6371</inkml:trace>
</inkml:ink>
</file>

<file path=ppt/ink/ink1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1:15.6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24575,'2'2'0,"4"4"0,0 3 0,2-1 0,2 2 0,0 1 0,-1 2 0,2 0 0,1-2 0,1 1 0,1-1 0,0 1 0,0 1 0,1-2 0,0-3 0,-3-2-8191</inkml:trace>
</inkml:ink>
</file>

<file path=ppt/ink/ink1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1:15.8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24575,'10'20'0,"5"9"0,3 1 0,-1-1 0,-2-3 0,-3-4 0,-1-6 0,-3-2 0,-2-5-8191</inkml:trace>
</inkml:ink>
</file>

<file path=ppt/ink/ink1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1:16.1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472 30 24575,'-29'-2'0,"-15"-4"0,-5 0 0,-1 0 0,2 2 0,6 1 0,4 1 0,6 1 0,4 4 0,4 0 0,4 0 0,2 3 0,0-1 0,1-1 0,2-1-8191</inkml:trace>
</inkml:ink>
</file>

<file path=ppt/ink/ink1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1:16.5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24575,'11'47'0,"2"-2"0,2 0 0,2-1 0,27 51 0,34 44 0,-78-138 7,1 0 0,0 0 0,-1 0 0,1 1 0,-1-1 1,0 0-1,1 0 0,-1 0 0,0 0 0,0 1 0,0-1 0,1 0 0,-1 0 0,0 0 0,-1 1 0,1 0 0,0-2-14,0 1 0,0-1 0,0 0 0,-1 0 0,1 0 0,0 0 0,0 1 1,0-1-1,0 0 0,-1 0 0,1 0 0,0 0 0,0 0 0,0 0 0,-1 0 0,1 1 0,0-1 0,0 0 0,0 0 0,-1 0 0,1 0 1,0 0-1,0 0 0,-1 0 0,1 0 0,0 0 0,0 0 0,-1 0 0,-11-6-1277</inkml:trace>
</inkml:ink>
</file>

<file path=ppt/ink/ink1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1:16.9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249 65 24575,'-20'-8'0,"-9"-5"0,-1 1 0,-1 1 0,-41-8 0,69 19 0,0-1 0,0 1 0,0 0 0,0 0 0,0 0 0,0 0 0,1 0 0,-1 0 0,0 1 0,0 0 0,0-1 0,0 1 0,1 0 0,-4 2 0,4-2 0,1 0 0,-1 1 0,1-1 0,-1 1 0,1-1 0,0 1 0,-1-1 0,1 1 0,0 0 0,0 0 0,0-1 0,0 1 0,1 0 0,-1 0 0,0 0 0,1 0 0,-1 0 0,1 0 0,0 0 0,0 3 0,0-1 0,0 1 0,0-1 0,0 0 0,1 1 0,0-1 0,0 0 0,0 0 0,1 0 0,-1 0 0,1 0 0,0 0 0,0 0 0,0-1 0,1 1 0,-1-1 0,1 1 0,0-1 0,0 0 0,0 0 0,0 0 0,1-1 0,4 4 0,4 2 0,0-1 0,1 0 0,-1-1 0,1-1 0,22 7 0,-6-5 0,0-2 0,-1-1 0,34 0 0,1 0 0,-19-1 43,-27-3-512,-1 1-1,19 3 1,-23-1-6357</inkml:trace>
</inkml:ink>
</file>

<file path=ppt/ink/ink1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1:17.9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1154 0 24575,'0'0'0,"0"0"0,1 0 0,-1 0 0,0 1 0,0-1 0,0 0 0,0 0 0,0 0 0,0 0 0,1 0 0,-1 1 0,0-1 0,0 0 0,0 0 0,0 0 0,0 0 0,0 1 0,0-1 0,0 0 0,0 0 0,0 0 0,0 1 0,0-1 0,0 0 0,0 0 0,0 0 0,0 1 0,0-1 0,0 0 0,0 0 0,0 0 0,0 0 0,0 1 0,0-1 0,0 0 0,0 0 0,-1 0 0,1 0 0,0 1 0,0-1 0,0 0 0,0 0 0,-11 4 0,-14-1 0,24-3 0,-131 1 0,79-3 0,-83 9 0,64 0 0,-144-5 0,132-8 0,48 2 0,-1 2 0,-70 5 0,9 14 67,60-9-783,-59 5 0,85-12-6110</inkml:trace>
</inkml:ink>
</file>

<file path=ppt/ink/ink1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1:19.0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8 24575,'0'-1'0,"-1"0"0,0 1 0,0-1 0,0 0 0,0 1 0,0-1 0,0 1 0,0-1 0,0 1 0,0 0 0,0-1 0,0 1 0,0 0 0,0 0 0,0-1 0,0 1 0,-1 0 0,1 0 0,0 0 0,0 1 0,0-1 0,0 0 0,0 0 0,0 0 0,0 1 0,0-1 0,-1 1 0,1 0 0,0 0 0,0 1 0,0-1 0,1 0 0,-1 0 0,1 0 0,-1 1 0,1-1 0,-1 0 0,1 1 0,0-1 0,0 0 0,-1 1 0,1-1 0,0 1 0,0-1 0,0 0 0,1 1 0,-1-1 0,0 0 0,1 3 0,8 28 0,19 50 0,-5-19 0,-17-44-682,18 34-1,-18-41-6143</inkml:trace>
</inkml:ink>
</file>

<file path=ppt/ink/ink1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1:19.3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486 38 24575,'-36'-10'0,"-62"-13"0,84 21 0,1 1 0,-1-1 0,1 2 0,-1 0 0,-16 3 0,22-2 0,1 1 0,0 0 0,0 1 0,-11 5 0,12-5 0,-1 0 0,1 0 0,-1-1 0,-13 3 0,-10-2-126,-54-2 0,57-2-987,8 1-5713</inkml:trace>
</inkml:ink>
</file>

<file path=ppt/ink/ink1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1:20.0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 24575,'2'-1'0,"0"-1"0,1 1 0,-1-1 0,0 1 0,0 0 0,1 0 0,-1 0 0,1 0 0,-1 0 0,1 1 0,-1-1 0,4 1 0,35-2 0,-30 2 0,-3 0 0,-1 0 0,1 1 0,-1 0 0,1 0 0,-1 0 0,8 3 0,-13-3 0,-1-1 0,0 0 0,0 1 0,1 0 0,-1-1 0,0 1 0,0 0 0,0-1 0,0 1 0,0 0 0,0 0 0,0 0 0,0 0 0,0 0 0,0 0 0,-1 0 0,1 0 0,0 0 0,-1 0 0,1 1 0,0-1 0,-1 0 0,0 0 0,1 1 0,-1-1 0,0 0 0,0 0 0,1 1 0,-1-1 0,0 0 0,-1 1 0,1-1 0,0 0 0,0 1 0,0-1 0,-1 0 0,1 0 0,0 1 0,-1-1 0,0 0 0,1 0 0,-2 2 0,-5 10 0,-14 21 0,1-4 0,19-29 0,1 0 0,-1 1 0,0-1 0,1 0 0,-1 0 0,1 0 0,-1 1 0,1-1 0,-1 0 0,1 0 0,0 1 0,0-1 0,-1 0 0,1 1 0,0-1 0,0 0 0,1 1 0,-1-1 0,0 0 0,0 1 0,1-1 0,0 2 0,0-2 0,0 1 0,0-1 0,0 0 0,0 0 0,1 0 0,-1-1 0,0 1 0,1 0 0,-1 0 0,0-1 0,1 1 0,-1-1 0,1 1 0,-1-1 0,1 1 0,-1-1 0,1 0 0,-1 0 0,3 0 0,89-1 110,-38 0-1585,-42 1-5351</inkml:trace>
</inkml:ink>
</file>

<file path=ppt/ink/ink1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1:20.7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 24575,'0'-1'0,"1"0"0,-1 0 0,0 0 0,1 1 0,-1-1 0,1 0 0,-1 0 0,1 0 0,-1 0 0,1 1 0,-1-1 0,1 0 0,0 0 0,0 1 0,-1-1 0,1 1 0,0-1 0,0 0 0,0 1 0,0 0 0,-1-1 0,3 0 0,-2 1 0,1 0 0,0 0 0,-1 0 0,1 0 0,0 0 0,-1 0 0,1 1 0,-1-1 0,1 0 0,-1 1 0,1-1 0,2 2 0,3 2 0,1 1 0,-1 0 0,0 0 0,6 6 0,-12-10 0,15 14 0,0 1 0,-1 1 0,0 1 0,13 21 0,43 81 0,-67-114 0,7 16 0,0 0 0,-1 1 0,-1 0 0,-1 0 0,-1 1 0,-1 0 0,3 30 0,-7-42 0,-1-1 0,-1 1 0,0-1 0,-1 1 0,0-1 0,-1 1 0,0-1 0,0 0 0,-2 1 0,1-1 0,-1-1 0,-1 1 0,0-1 0,0 1 0,-1-2 0,-1 1 0,-11 14 0,-1-5-273,0-2 0,-1 0 0,0-1 0,-29 16 0,37-24-6553</inkml:trace>
</inkml:ink>
</file>

<file path=ppt/ink/ink1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1:21.4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 24575,'4'-1'0,"0"1"0,0-1 0,0 1 0,1 0 0,-1 0 0,0 0 0,0 0 0,0 1 0,0-1 0,1 1 0,6 3 0,-4-1 0,0 0 0,-1 0 0,0 1 0,0 0 0,0 0 0,8 7 0,-2 1 0,0 1 0,-1 0 0,0 1 0,17 29 0,-13-17 0,-2 0 0,-1 1 0,-1 0 0,-1 1 0,-2 0 0,0 0 0,5 45 0,-11-50 0,-1-1 0,-1 1 0,0-1 0,-2 1 0,-1-1 0,0 0 0,-2 0 0,0 0 0,-2 0 0,-12 28 0,11-33-95,-43 87 322,43-92-476,0 0-1,0 0 1,-1-1-1,0 0 0,-21 19 1,18-20-6577</inkml:trace>
</inkml:ink>
</file>

<file path=ppt/ink/ink1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1:29.6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 1 24575,'-1'0'0,"0"0"0,1 0 0,-1 1 0,1-1 0,-1 0 0,0 1 0,1-1 0,-1 1 0,1-1 0,-1 0 0,1 1 0,-1-1 0,1 1 0,-1 0 0,1-1 0,0 1 0,-1-1 0,1 1 0,0-1 0,-1 1 0,1 0 0,0-1 0,0 1 0,0 0 0,0-1 0,0 1 0,-1 1 0,-1 22 0,2-22 0,-2 13 0,2 1 0,0-1 0,1 0 0,0 0 0,5 20 0,-5-30 0,1 0 0,0 0 0,0 0 0,0 0 0,0 0 0,1 0 0,0-1 0,0 1 0,0-1 0,1 0 0,-1 0 0,1 0 0,0 0 0,0-1 0,0 0 0,1 0 0,-1 0 0,9 4 0,-10-5 0,0-1 0,0 0 0,1 0 0,-1 1 0,1-2 0,-1 1 0,0 0 0,1-1 0,-1 0 0,1 0 0,-1 0 0,1 0 0,-1 0 0,1-1 0,-1 1 0,1-1 0,-1 0 0,1 0 0,-1 0 0,0-1 0,4-1 0,-1-1 0,-1 0 0,0 0 0,0-1 0,0 1 0,0-1 0,-1 0 0,1 0 0,-1-1 0,-1 1 0,5-8 0,-8 12 0,1 0 0,-1 0 0,1 0 0,0 0 0,0 0 0,-1 0 0,1 0 0,0 0 0,0 0 0,0 0 0,0 0 0,0 0 0,0 1 0,0-1 0,0 0 0,0 1 0,1-1 0,-1 1 0,0-1 0,0 1 0,0 0 0,1 0 0,-1-1 0,0 1 0,0 0 0,1 0 0,-1 0 0,0 0 0,0 0 0,3 1 0,2 1 0,-1 0 0,1 1 0,-1-1 0,0 1 0,8 6 0,11 4 0,-13-8 0,1 0 0,0-1 0,0-1 0,1 0 0,-1 0 0,22 1 0,-28-4 0,0 0 0,0 0 0,0 0 0,0-1 0,0 0 0,0 0 0,0-1 0,0 1 0,0-1 0,0 0 0,-1-1 0,1 0 0,-1 0 0,0 0 0,9-7 0,-11 8 0,-1 0 0,0-1 0,0 1 0,0-1 0,0 1 0,0-1 0,-1 0 0,1 0 0,-1 0 0,1 0 0,-1 0 0,0 0 0,-1 0 0,1 0 0,0 0 0,-1 0 0,0-1 0,1 1 0,-1 0 0,-1 0 0,1-1 0,0 1 0,-1 0 0,0 0 0,1 0 0,-1 0 0,0 0 0,-1 0 0,1 0 0,-4-5 0,2 1 0,-1 1 0,-1 0 0,1 0 0,-1 1 0,0-1 0,0 1 0,-1 0 0,1 1 0,-1-1 0,0 1 0,0 0 0,-11-5 0,2 3-1365,2 1-5461</inkml:trace>
</inkml:ink>
</file>

<file path=ppt/ink/ink1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1:30.0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4 24575,'-5'-2'0,"-1"1"0,2 1 0,5 3 0,4 4 0,4 2 0,3 0 0,-1 2 0,1-2 0,-2 0 0,-1-2 0,-1 2 0,0 0 0,-1 2 0,1 1 0,-2 2 0,-1-3-8191</inkml:trace>
</inkml:ink>
</file>

<file path=ppt/ink/ink1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1:30.6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207 6 24575,'-10'-2'0,"-6"-1"0,1 2 0,-1 2 0,1 0 0,0 1 0,0-1 0,0 0 0,1-1 0,-1 1 0,-2-1 0,0 0 0,2-3 0,4 0-8191</inkml:trace>
</inkml:ink>
</file>

<file path=ppt/ink/ink1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1:31.0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216 9 24575,'-14'-2'0,"-8"-2"0,-3 1 0,1 3 0,2 2 0,0 0 0,1 0 0,2-1 0,1 0 0,2 0 0,3-1-8191</inkml:trace>
</inkml:ink>
</file>

<file path=ppt/ink/ink1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1:33.4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0 480 24575,'248'68'0,"-246"-68"0,37 6 0,-37-6 0,0 0 0,0 0 0,0 0 0,0 0 0,0 0 0,0 0 0,0-1 0,0 1 0,0-1 0,0 1 0,-1-1 0,1 0 0,0 0 0,0 0 0,-1 0 0,4-2 0,-5 3 0,1-1 0,-1 1 0,0-1 0,0 1 0,1-1 0,-1 1 0,0-1 0,0 1 0,0-1 0,0 0 0,1 1 0,-1-1 0,0 1 0,0-1 0,0 0 0,0 1 0,0-1 0,-1 1 0,1-1 0,0 0 0,0 1 0,0-1 0,0 1 0,-1-1 0,1 1 0,0-1 0,0 1 0,-1-1 0,1 1 0,-1-1 0,1 1 0,0-1 0,-2 0 0,-16-15 0,14 13 0,-3-3 0,1-1 0,0 1 0,0-1 0,1 0 0,-1-1 0,1 1 0,-4-11 0,-26-62 0,25 55 0,4 9 0,1 1 0,1-1 0,0 0 0,0-1 0,2 1 0,0-1 0,1 1 0,1-1 0,2-18 0,-1 27 0,0-1 0,1 1 0,0 0 0,0 0 0,1 0 0,0 1 0,1-1 0,7-12 0,-7 15 0,0 0 0,0 0 0,1 0 0,-1 1 0,1-1 0,0 1 0,0 0 0,1 0 0,-1 1 0,1 0 0,0 0 0,8-3 0,-4 3 0,1 0 0,-1 0 0,1 1 0,0 1 0,0 0 0,-1 0 0,1 1 0,0 1 0,0-1 0,0 2 0,-1 0 0,16 4 0,-18-4 0,0 1 0,0 0 0,-1 0 0,1 0 0,-1 1 0,0 0 0,0 1 0,-1-1 0,1 1 0,-1 1 0,0-1 0,0 1 0,-1 0 0,1 0 0,-1 1 0,-1 0 0,5 7 0,-6-7 0,-1 0 0,0 0 0,0 0 0,0 0 0,-1 0 0,0 1 0,-1-1 0,1 0 0,-2 0 0,1 1 0,-1-1 0,0 0 0,0 1 0,-5 12 0,0-1 0,-2 0 0,0-1 0,-1 0 0,-13 20 0,21-36 0,0-1 0,1 0 0,-1 0 0,1 0 0,-1 1 0,1-1 0,-1 0 0,1 1 0,0-1 0,-1 0 0,1 1 0,0-1 0,0 0 0,0 1 0,0-1 0,0 1 0,0-1 0,1 0 0,-1 1 0,1 2 0,0-2 0,1 0 0,-1 0 0,0 0 0,1 0 0,-1 0 0,1 0 0,0 0 0,0-1 0,-1 1 0,5 2 0,2 1 0,-1-1 0,1-1 0,0 1 0,0-1 0,16 4 0,13 0-455,0-1 0,40 1 0,-63-7-6371</inkml:trace>
</inkml:ink>
</file>

<file path=ppt/ink/ink1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1:33.8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24575,'0'7'0,"3"5"0,0 3 0,2 4 0,4 1 0,-1 0 0,1-2 0,2 2 0,-2-1 0,1 0 0,-2-2 0,1-1 0,0 0 0,0-2 0,0-2 0</inkml:trace>
</inkml:ink>
</file>

<file path=ppt/ink/ink1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1:34.1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540 22 24575,'-29'-5'0,"-13"-2"0,-3 1 0,2 3 0,5 3 0,3 1 0,3 0 0,5 3 0,-1 0 0,-1 0 0,1-1 0,-1-1 0,0 0 0,0-2 0,0 0 0,2 0 0,7 0-8191</inkml:trace>
</inkml:ink>
</file>

<file path=ppt/ink/ink1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1:34.5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 1 24575,'-3'4'0,"0"5"0,0 3 0,3 2 0,4 1 0,4-2 0,0-1 0,1 0 0,3 1 0,-2 0 0,0-2 0,-2 0 0,1 0 0,-2 1 0,1-2 0</inkml:trace>
</inkml:ink>
</file>

<file path=ppt/ink/ink1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1:35.9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 56 24575,'0'-1'0,"-1"1"0,0-1 0,1 1 0,-1 0 0,0 0 0,1-1 0,-1 1 0,0 0 0,1 0 0,-1 0 0,0 0 0,0 0 0,1 0 0,-1 0 0,0 0 0,1 0 0,-1 0 0,0 0 0,1 0 0,-1 0 0,0 1 0,1-1 0,-1 0 0,0 0 0,0 1 0,0 0 0,0 0 0,1 0 0,-1-1 0,1 1 0,-1 0 0,0 0 0,1 0 0,-1 0 0,1 0 0,0 0 0,-1 0 0,1 0 0,0 0 0,-1 2 0,1 1 0,0 0 0,0-1 0,0 1 0,0 0 0,0 0 0,1-1 0,0 1 0,2 7 0,2-2 0,0 0 0,0 0 0,1 0 0,1-1 0,-1 1 0,2-2 0,9 10 0,5 2 0,34 22 0,-47-35 0,0-1 0,0 0 0,11 4 0,-16-7 0,0-1 0,1 0 0,-1 1 0,0-1 0,1-1 0,-1 1 0,1 0 0,-1-1 0,7-1 0,-10 1 0,0 0 0,0 0 0,0 0 0,0-1 0,0 1 0,0-1 0,0 1 0,-1 0 0,1-1 0,0 1 0,0-1 0,0 0 0,-1 1 0,1-1 0,0 0 0,-1 1 0,1-1 0,0 0 0,-1 0 0,1-1 0,0 0 0,0 0 0,-1 0 0,1 0 0,0 0 0,-1 0 0,0 0 0,1-1 0,-1-3 0,-1-2 0,0 0 0,0-1 0,-4-12 0,-2 1 0,6 16 0,-1 0 0,1-1 0,-1 1 0,1 0 0,0-1 0,0-5 0,1 9 0,0 1 0,0 0 0,0-1 0,0 1 0,1 0 0,-1-1 0,0 1 0,0 0 0,0-1 0,0 1 0,0 0 0,1-1 0,-1 1 0,0 0 0,0 0 0,1-1 0,-1 1 0,0 0 0,0 0 0,1-1 0,-1 1 0,0 0 0,1 0 0,-1 0 0,0 0 0,0-1 0,1 1 0,-1 0 0,1 0 0,-1 0 0,0 0 0,1 0 0,-1 0 0,0 0 0,1 0 0,-1 0 0,0 0 0,1 0 0,-1 0 0,0 0 0,1 0 0,-1 0 0,0 1 0,1-1 0,-1 0 0,0 0 0,1 0 0,-1 0 0,1 1 0,17 8 0,2 3 0,0 0 0,45 16 0,-54-24 0,-1-1 0,2 0 0,-1-1 0,0 0 0,0 0 0,1-2 0,-1 1 0,15-2 0,-25 0 0,1 1 0,-1 0 0,0 0 0,1 0 0,-1-1 0,0 1 0,0 0 0,0-1 0,1 1 0,-1-1 0,0 0 0,0 1 0,0-1 0,0 0 0,0 1 0,0-1 0,0 0 0,0 0 0,0 0 0,0 0 0,-1 0 0,1 0 0,1-2 0,-2 1 0,1 0 0,-1 0 0,1-1 0,-1 1 0,0 0 0,0 0 0,0-1 0,0 1 0,0 0 0,0 0 0,0-1 0,-2-2 0,0-3 0,-1-1 0,-1 1 0,1-1 0,-1 1 0,-8-12 0,4 9-136,0 1-1,0 0 1,-1 0-1,0 0 1,-1 1-1,0 1 1,0 0-1,-1 0 0,-16-8 1,17 11-6690</inkml:trace>
</inkml:ink>
</file>

<file path=ppt/ink/ink1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1:36.4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37 24575,'0'-1'0,"0"-1"0,0 1 0,0-1 0,0 1 0,0-1 0,0 1 0,0 0 0,1-1 0,-1 1 0,1-1 0,-1 1 0,1 0 0,-1-1 0,1 1 0,0 0 0,0 0 0,0-1 0,-1 1 0,1 0 0,0 0 0,0 0 0,3-2 0,-2 3 0,0-1 0,0 0 0,0 1 0,0-1 0,0 1 0,0-1 0,0 1 0,0 0 0,0 0 0,0 0 0,0 0 0,0 0 0,0 1 0,3 0 0,5 1 0,-1 2 0,1-1 0,-1 1 0,1 1 0,10 6 0,-17-9 0,7 4 0,0 0 0,0 1 0,-1 0 0,16 15 0,-24-20 0,1 0 0,-1-1 0,1 1 0,-1 0 0,0 0 0,0 0 0,0 0 0,0 0 0,0 0 0,0 0 0,0 0 0,-1 0 0,1 0 0,-1 1 0,1-1 0,-1 0 0,0 0 0,0 1 0,0-1 0,0 0 0,-1 0 0,1 1 0,0-1 0,-1 0 0,0 0 0,1 0 0,-1 0 0,0 0 0,0 0 0,0 0 0,0 0 0,-2 2 0,-3 3 0,1-1 0,-1 0 0,0-1 0,-1 1 0,-13 7 0,-13 13 0,32-25 0,0-1 0,0 1 0,0 0 0,1-1 0,-1 1 0,0 0 0,1 0 0,-1-1 0,1 1 0,-1 0 0,1 0 0,-1 0 0,1 0 0,-1 0 0,1 0 0,0 0 0,0 0 0,-1 0 0,1 0 0,0 0 0,0 0 0,0 1 0,1-1 0,-1 0 0,1 0 0,-1 0 0,1 0 0,-1 0 0,1 0 0,0 0 0,-1-1 0,1 1 0,0 0 0,0 0 0,-1-1 0,1 1 0,0 0 0,0-1 0,0 1 0,1 0 0,4 1 0,0 0 0,0 0 0,1 0 0,-1-1 0,12 1 0,90-1 75,-54-2-1515,-41 1-5386</inkml:trace>
</inkml:ink>
</file>

<file path=ppt/ink/ink1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1:37.0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259 41 24575,'-27'-7'0,"-11"-3"0,-2 1 0,4 1 0,5 3 0,5 4 0,6 2 0,2 2 0,6 2 0,1 0 0</inkml:trace>
</inkml:ink>
</file>

<file path=ppt/ink/ink1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1:37.3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217 32 24575,'-27'-7'0,"-11"-3"0,-2 3 0,3 3 0,6 1 0,6 3 0,7 0-8191</inkml:trace>
</inkml:ink>
</file>

<file path=ppt/ink/ink1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1:38.6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74 380 24575,'18'2'0,"29"0"0,-42-2 0,0-1 0,-1 1 0,1-1 0,0 0 0,0 0 0,0 0 0,-1-1 0,1 1 0,-1-1 0,9-5 0,-13 7 0,1 0 0,-1-1 0,1 1 0,-1 0 0,0-1 0,1 1 0,-1-1 0,1 1 0,-1 0 0,0-1 0,0 1 0,1-1 0,-1 1 0,0-1 0,0 1 0,1-1 0,-1 1 0,0-1 0,0 1 0,0-1 0,0 1 0,0-1 0,0 1 0,0-1 0,0 0 0,0 0 0,-1 0 0,1 0 0,0 0 0,-1-1 0,1 1 0,-1 0 0,0 0 0,1 0 0,-1 1 0,0-1 0,-1-1 0,-3-3 0,-1 0 0,1 1 0,-9-5 0,9 6 0,-15-10 0,0-2 0,1 0 0,-29-29 0,42 38 0,1-1 0,-1 0 0,1 0 0,1-1 0,-1 0 0,1 1 0,1-1 0,0-1 0,0 1 0,0 0 0,1-1 0,0 1 0,-1-16 0,3 19 0,-1 1 0,1-1 0,1 0 0,-1 1 0,1-1 0,0 1 0,0-1 0,0 0 0,0 1 0,1 0 0,2-5 0,-2 6 0,0 0 0,-1 0 0,2 1 0,-1-1 0,0 1 0,0 0 0,1-1 0,-1 1 0,1 0 0,0 0 0,0 1 0,0-1 0,0 1 0,0-1 0,0 1 0,5-1 0,10-2 0,0 1 0,0 2 0,1-1 0,-1 2 0,26 3 0,2-2 0,24 4 0,-63-4 0,-1 0 0,0 0 0,1 1 0,-1 0 0,0 0 0,0 0 0,0 1 0,9 5 0,-13-7 0,-1 1 0,1 0 0,0-1 0,-1 1 0,0 0 0,1 0 0,-1 0 0,0 0 0,0 0 0,0 0 0,0 0 0,0 0 0,-1 0 0,1 1 0,-1-1 0,1 0 0,-1 0 0,0 1 0,0-1 0,0 0 0,0 1 0,0-1 0,0 0 0,-1 3 0,-2 7 0,0 0 0,-1 0 0,-6 15 0,4-11 0,-3 8 0,4-13 0,1 1 0,0 0 0,0 0 0,1 0 0,1 0 0,0 1 0,0 23 0,2-33 0,0-1 0,1 0 0,-1 0 0,1 0 0,-1 0 0,1-1 0,0 1 0,0 0 0,0 0 0,0 0 0,0 0 0,1-1 0,-1 1 0,0-1 0,1 1 0,-1-1 0,1 1 0,-1-1 0,1 0 0,0 0 0,0 0 0,-1 0 0,1 0 0,0 0 0,0 0 0,0-1 0,0 1 0,0-1 0,4 1 0,6 1 0,0-1 0,0 0 0,0-1 0,12-1 0,-6 0 0,111-12 0,-100 10-1365,-17 2-5461</inkml:trace>
</inkml:ink>
</file>

<file path=ppt/ink/ink1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1:39.2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1 24575,'-2'0'0,"3"6"0,3 12 0,-3-12 0,7 20 0,1 0 0,2 0 0,0-1 0,1-1 0,2 0 0,30 41 0,3 7-1365</inkml:trace>
</inkml:ink>
</file>

<file path=ppt/ink/ink1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1:39.7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537 29 24575,'-1'-1'0,"0"-1"0,0 1 0,0-1 0,0 1 0,-1-1 0,1 1 0,-1 0 0,1-1 0,-1 1 0,0 0 0,1 0 0,-1 0 0,0 0 0,0 1 0,1-1 0,-1 0 0,0 1 0,0-1 0,0 1 0,0 0 0,0-1 0,0 1 0,0 0 0,-2 1 0,-7-1 0,0 1 0,0 1 0,-13 3 0,10-2 0,-8 1 0,1-2 0,0 0 0,-36-3 0,-62-11 0,10-1 0,104 13-124,0 0 0,-1 0 0,1 0 0,0 0 0,0 1 0,-1 0-1,1 0 1,0 0 0,0 1 0,-6 2 0,0 2-6702</inkml:trace>
</inkml:ink>
</file>

<file path=ppt/ink/ink1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1:40.4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43 24575,'1'-3'0,"0"1"0,0 0 0,0 0 0,0-1 0,0 1 0,1 0 0,-1 0 0,1 0 0,-1 0 0,1 1 0,0-1 0,-1 0 0,1 1 0,0-1 0,0 1 0,4-2 0,-2 1 0,0 1 0,0-1 0,-1 1 0,1 0 0,0 1 0,1-1 0,-1 1 0,0-1 0,5 2 0,7 0 0,0 2 0,0 0 0,31 10 0,-42-11 0,-3-1 0,5 0 0,-2 1 0,1 1 0,0-1 0,7 5 0,-12-7 0,-1 1 0,1-1 0,0 0 0,-1 1 0,1-1 0,-1 1 0,1-1 0,-1 1 0,1-1 0,-1 1 0,1-1 0,-1 1 0,1-1 0,-1 1 0,0-1 0,1 1 0,-1 0 0,0-1 0,0 1 0,0 0 0,1-1 0,-1 1 0,0 0 0,0-1 0,0 1 0,0 0 0,0-1 0,0 1 0,0 0 0,0-1 0,0 1 0,0 0 0,-1-1 0,1 1 0,0 0 0,0-1 0,-1 1 0,1 0 0,0-1 0,-1 1 0,1-1 0,-1 1 0,1-1 0,-1 1 0,1-1 0,-1 1 0,1-1 0,-1 1 0,1-1 0,-2 1 0,-7 5 0,0 1 0,0-2 0,-15 7 0,16-8 0,0-1 0,1 1 0,0 1 0,0-1 0,0 1 0,0 0 0,-7 8 0,13-12 0,1 0 0,-1 0 0,0 0 0,0 0 0,1 0 0,-1 0 0,1 0 0,-1 0 0,1 0 0,-1 0 0,1 0 0,0 0 0,0 0 0,-1 0 0,1 0 0,0 1 0,0-1 0,0 0 0,0 0 0,0 0 0,0 0 0,1 2 0,0-1 0,0 0 0,-1-1 0,1 1 0,1 0 0,-1-1 0,0 1 0,0 0 0,0-1 0,1 0 0,-1 1 0,1-1 0,1 1 0,3 2 0,0 0 0,0-1 0,0 0 0,1 0 0,-1-1 0,11 3 0,17 2-455,-1-2 0,52 2 0,-70-7-6371</inkml:trace>
</inkml:ink>
</file>

<file path=ppt/ink/ink1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2:15.76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417 12 24575,'0'-1'0,"0"1"0,0-1 0,-1 0 0,1 1 0,0-1 0,-1 0 0,1 1 0,0-1 0,-1 1 0,1-1 0,-1 1 0,1-1 0,-1 1 0,0-1 0,1 1 0,-1 0 0,1-1 0,-1 1 0,0 0 0,1-1 0,-1 1 0,0 0 0,1 0 0,-1-1 0,0 1 0,1 0 0,-1 0 0,0 0 0,1 0 0,-2 0 0,-22 0 0,-15 8 0,1 1 0,-72 27 0,96-31 20,1 2 0,0-1 0,1 2 0,0 0 0,-21 17 0,11-5-763,-34 41 1,43-45-6084</inkml:trace>
</inkml:ink>
</file>

<file path=ppt/ink/ink1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2:16.52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149 3 24575,'-1'0'0,"0"-1"0,0 1 0,-1-1 0,1 1 0,0 0 0,0 0 0,0-1 0,0 1 0,-1 0 0,1 0 0,0 0 0,0 0 0,0 0 0,0 1 0,-1-1 0,1 0 0,0 1 0,0-1 0,0 0 0,0 1 0,0-1 0,0 1 0,0 0 0,0-1 0,0 1 0,0 0 0,0 0 0,0-1 0,0 1 0,1 0 0,-1 0 0,0 0 0,0 1 0,-2 4 0,1-1 0,0 1 0,0 0 0,1-1 0,-2 11 0,-5 15 0,2-19 0,-2 1 0,0-1 0,0-1 0,-1 1 0,0-1 0,-1-1 0,-13 12 0,19-19 0,4-3 0,-1 1 0,1-1 0,-1 0 0,1 1 0,0-1 0,-1 0 0,1 1 0,-1-1 0,1 1 0,0-1 0,-1 1 0,1-1 0,0 1 0,-1-1 0,1 1 0,0-1 0,0 1 0,0-1 0,-1 1 0,1 0 0,0-1 0,0 1 0,0-1 0,0 1 0,0 0 0,0-1 0,0 1 0,0-1 0,0 1 0,0-1 0,1 1 0,-1 0 0,1 0 0,0 0 0,0 0 0,0-1 0,0 1 0,0 0 0,0-1 0,1 1 0,-1-1 0,0 1 0,0-1 0,1 0 0,-1 0 0,3 1 0,7 0 0,0-1 0,15-1 0,-26 1 0,143-14 96,25-1-1557,-152 14-5365</inkml:trace>
</inkml:ink>
</file>

<file path=ppt/ink/ink1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2:17.33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273 129 24575,'-166'-110'0,"165"109"0,-4-2 0,0 0 0,-1 1 0,1-1 0,-8-2 0,12 5 0,0 0 0,0 0 0,0-1 0,0 1 0,0 0 0,0 0 0,0 0 0,0 0 0,0 0 0,0 0 0,0 0 0,0 0 0,0 1 0,0-1 0,0 0 0,0 1 0,0-1 0,0 0 0,0 1 0,0-1 0,0 1 0,0 0 0,0-1 0,1 1 0,-1 0 0,0-1 0,0 1 0,1 0 0,-1 0 0,1 0 0,-1-1 0,0 2 0,-4 12 0,0-1 0,1 1 0,1-1 0,0 1 0,-1 19 0,-3 8 0,3-21 0,1 0 0,1 1 0,1-1 0,1 1 0,0-1 0,1 1 0,2-1 0,7 35 0,1-24-325,1-1 0,1 0 1,32 52-1,-44-80 259,6 10-6760</inkml:trace>
</inkml:ink>
</file>

<file path=ppt/ink/ink1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2:17.53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278 45 24575,'-27'-5'0,"-13"-2"0,-4 1 0,5-2 0,5 2 0,7 0 0,5 3 0,4 0 0,3 2 0,4 3 0</inkml:trace>
</inkml:ink>
</file>

<file path=ppt/ink/ink1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2:17.78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24575,'0'3'0,"0"2"0,3 2 0,0 1 0,3 2 0,-1 2 0,3-2 0</inkml:trace>
</inkml:ink>
</file>

<file path=ppt/ink/ink1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2:17.99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 24575,'5'7'0,"2"5"0,-1 1-8191</inkml:trace>
</inkml:ink>
</file>

<file path=ppt/ink/ink1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2:18.26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138 0 24575,'-4'1'0,"-15"0"0,-29 8 0,43-8 0,1 0 0,-1 1 0,1-1 0,-1 1 0,1 0 0,0 0 0,0 1 0,0-1 0,0 1 0,0 0 0,-6 6 0,9-8 0,0 0 0,0 0 0,0 1 0,1-1 0,-1 0 0,0 0 0,1 1 0,-1-1 0,0 0 0,1 1 0,0-1 0,-1 1 0,1-1 0,0 1 0,0-1 0,0 1 0,0-1 0,0 1 0,0-1 0,0 3 0,1-2 0,0 1 0,0-1 0,1 1 0,-1-1 0,0 1 0,1-1 0,-1 0 0,1 0 0,0 0 0,3 3 0,2 2 0,1-1 0,0-1 0,0 1 0,1-1 0,10 4 0,-2-2-170,0 0-1,0-2 0,1 0 1,-1-1-1,1-1 0,0 0 1,35-1-1,-39-2-6655</inkml:trace>
</inkml:ink>
</file>

<file path=ppt/ink/ink1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2:18.89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 24575,'35'102'0,"41"136"0,-72-223 0,-3-10 0,-1 0 0,2 0 0,-1 0 0,0 0 0,1 0 0,0 0 0,0-1 0,1 1 0,3 5 0,-6-26 0,-2 3 0,-1-1 0,-7-16 0,-3-17 0,13 45 0,0 1 0,0 0 0,-1 0 0,1 0 0,0 0 0,0 0 0,0 0 0,0 0 0,1 0 0,-1 0 0,0 0 0,0 0 0,1 0 0,-1 0 0,0 0 0,1 0 0,-1 0 0,1 0 0,0 0 0,-1 0 0,1 0 0,0 0 0,-1 0 0,1 1 0,0-1 0,0 0 0,0 1 0,0-1 0,-1 0 0,1 1 0,0-1 0,0 1 0,0 0 0,0-1 0,0 1 0,0 0 0,1-1 0,-1 1 0,0 0 0,0 0 0,0 0 0,0 0 0,1 0 0,7 0 0,-1 1 0,1-1 0,-1 1 0,11 3 0,-17-4 0,26 7 0,-1-1 0,1-1 0,46 3 0,-71-8 0,-1 0 0,1 0 0,-1 0 0,0 1 0,0-1 0,1 1 0,-1-1 0,0 1 0,1 0 0,-1 0 0,0 0 0,0 0 0,2 1 0,-3-1 0,1 1 0,-1-1 0,0 0 0,0 1 0,0-1 0,0 1 0,0 0 0,-1-1 0,1 1 0,0 0 0,-1-1 0,1 1 0,-1 0 0,0 0 0,0-1 0,1 1 0,-1 3 0,0 0-227,0 1-1,0-1 1,0 0-1,-1 0 1,-2 10-1,-1-5-6598</inkml:trace>
</inkml:ink>
</file>

<file path=ppt/ink/ink1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2:19.06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 24575,'5'5'0,"2"4"0,1 2 0,1 3 0,-3 1 0,-1-2-8191</inkml:trace>
</inkml:ink>
</file>

<file path=ppt/ink/ink1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2:19.36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24575,'5'18'0,"4"9"0,3 4 0,2 1 0,1 0 0,-2-3 0,-1-4 0,0-1 0,1-3 0,0-1 0,0-3 0,-1-1 0,-1-4 0,-3-1 0,1 0 0</inkml:trace>
</inkml:ink>
</file>

<file path=ppt/ink/ink1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2:19.76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24575,'194'8'0,"-158"-5"0,49-2 0,19 2 0,-103-3-124,1 0 0,0 0 0,-1 0 0,1 1 0,-1-1 0,1 0-1,-1 1 1,1 0 0,-1-1 0,2 2 0</inkml:trace>
</inkml:ink>
</file>

<file path=ppt/ink/ink1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2:19.98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24575,'20'25'0,"8"10"0,0 1 0,-2-4 0,-6-6 0,-4-5 0,-4-6-8191</inkml:trace>
</inkml:ink>
</file>

<file path=ppt/ink/ink1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2:20.22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24 21 24575,'-5'-7'0,"-4"0"0,-1 1-8191</inkml:trace>
</inkml:ink>
</file>

<file path=ppt/ink/ink1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2:20.61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158 32 24575,'1'0'0,"-1"0"0,1 1 0,0-1 0,0 0 0,0 1 0,0-1 0,0 0 0,0 1 0,-1-1 0,1 1 0,0-1 0,0 1 0,-1 0 0,1-1 0,0 1 0,-1 0 0,1 0 0,-1-1 0,1 1 0,-1 0 0,1 1 0,-1-1 0,0 0 0,0 0 0,0 0 0,0-1 0,0 1 0,0 0 0,0 0 0,-1 0 0,1-1 0,0 1 0,-1 0 0,1 0 0,0-1 0,-1 1 0,1 0 0,-1-1 0,1 1 0,-1 0 0,0 0 0,-4 3 0,0 0 0,1 0 0,-2 0 0,1-1 0,-6 3 0,4-3 0,0 0 0,0 0 0,0-1 0,0 0 0,-1 0 0,1 0 0,-13 0 0,17-2 0,1 0 0,0 0 0,-1 0 0,1 0 0,0 0 0,-1 0 0,1-1 0,0 1 0,0-1 0,-1 1 0,1-1 0,0 0 0,0 0 0,0 0 0,0 0 0,0 0 0,0-1 0,0 1 0,0-1 0,1 1 0,-1-1 0,0 0 0,1 1 0,-1-1 0,1 0 0,0 0 0,0 0 0,-2-4 0,2 4 5,1 0-1,-1 0 1,1 0-1,-1 0 0,1 0 1,0 0-1,0 0 1,0 1-1,0-1 1,0 0-1,1 0 0,-1 0 1,0 0-1,1 0 1,-1 0-1,1 0 1,0 1-1,0-1 1,0 0-1,0 0 0,0 1 1,0-1-1,0 1 1,0-1-1,1 1 1,2-3-1,-1 2-118,0-1 0,0 1-1,1 0 1,-1 0 0,1 1 0,-1-1-1,1 1 1,0 0 0,0 0 0,0 0-1,-1 0 1,6 0 0,4 0-6712</inkml:trace>
</inkml:ink>
</file>

<file path=ppt/ink/ink1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2:21.06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21 24575,'0'0'0,"0"0"0,0-1 0,0 1 0,0 0 0,0 0 0,0-1 0,1 1 0,-1 0 0,0 0 0,0 0 0,0-1 0,1 1 0,-1 0 0,0 0 0,0 0 0,0 0 0,1 0 0,-1 0 0,0-1 0,0 1 0,1 0 0,-1 0 0,0 0 0,0 0 0,1 0 0,-1 0 0,0 0 0,0 0 0,1 0 0,-1 0 0,0 0 0,0 0 0,1 0 0,-1 0 0,0 1 0,0-1 0,1 0 0,-1 0 0,0 0 0,0 0 0,1 0 0,-1 0 0,0 1 0,0-1 0,13 6 0,4 4 0,-12-6 0,1 0 0,0 0 0,0-1 0,0 0 0,12 4 0,-17-7 0,0 0 0,1 0 0,-1 1 0,0-1 0,1 0 0,-1 0 0,0 0 0,1-1 0,-1 1 0,0 0 0,1 0 0,-1-1 0,0 1 0,0-1 0,1 1 0,-1-1 0,0 1 0,0-1 0,0 0 0,1 1 0,-1-1 0,0 0 0,0 0 0,0 0 0,-1 0 0,1 0 0,0 0 0,0 0 0,0 0 0,-1-1 0,1 1 0,-1 0 0,1 0 0,0-3 0,2-4 0,-2 4 0,0 1 0,0 0 0,0 0 0,1 0 0,3-5 0,-5 8 0,0-1 0,1 1 0,-1 0 0,0-1 0,1 1 0,-1 0 0,1-1 0,-1 1 0,1 0 0,-1-1 0,1 1 0,-1 0 0,1 0 0,-1 0 0,1 0 0,-1-1 0,1 1 0,0 0 0,-1 0 0,1 0 0,-1 0 0,1 0 0,-1 0 0,1 0 0,-1 0 0,1 1 0,-1-1 0,1 0 0,0 0 0,-1 0 0,1 1 0,-1-1 0,0 0 0,1 0 0,-1 1 0,1-1 0,-1 0 0,1 1 0,-1-1 0,1 1 0,8 8-167,0 1-1,0-1 0,7 13 1,-12-17-528,2 3-6131</inkml:trace>
</inkml:ink>
</file>

<file path=ppt/ink/ink1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2:21.37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 3 24575,'3'-3'0,"2"6"0,5 6 0,155 198 0,-162-204 0,-1 0 0,0 0 0,0 0 0,0 1 0,0-1 0,2 8 0,-3-10 0,-1-1 0,0 1 0,0 0 0,1 0 0,-1 0 0,0 0 0,0-1 0,0 1 0,0 0 0,0 0 0,0 0 0,-1 0 0,1-1 0,0 1 0,0 0 0,0 0 0,-1 0 0,1-1 0,-1 1 0,1 0 0,0 0 0,-1-1 0,1 1 0,-1 0 0,1-1 0,-1 1 0,0-1 0,1 1 0,-1 0 0,0-1 0,1 0 0,-1 1 0,0-1 0,0 1 0,1-1 0,-1 0 0,-1 1 0,-16 4 0,0-1 0,-1 0 0,-29 1 0,9-1 0,13 0-1365,4-2-5461</inkml:trace>
</inkml:ink>
</file>

<file path=ppt/ink/ink1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2:41.4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274 30 24575,'6'0'0,"1"0"0,-9 0 0,-19-2 0,-151-22 0,92 21-1365,68 3-5461</inkml:trace>
</inkml:ink>
</file>

<file path=ppt/ink/ink1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2:41.7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230 28 24575,'-15'-4'0,"-7"-3"0,-2 1 0,0 1 0,2 1 0,0 2 0,3 3 0,1 2 0,0 0 0,1 0 0,1 1 0,3 1-8191</inkml:trace>
</inkml:ink>
</file>

<file path=ppt/ink/ink1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2:46.1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24575,'0'5'0,"1"0"0,0 0 0,0-1 0,0 1 0,1 0 0,2 6 0,19 36 0,-2-3 0,0 5-80,-9-22-241,0 1 0,-2 0-1,9 42 1,-17-58-6505</inkml:trace>
</inkml:ink>
</file>

<file path=ppt/ink/ink1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2:47.2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1034 15 24575,'-4'1'0,"-87"12"0,-150-22 0,216 7 0,-45-3 0,-29-4 0,-136 6 0,180 9-455,-1 2 0,-85 26 0,125-30-6371</inkml:trace>
</inkml:ink>
</file>

<file path=ppt/ink/ink1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2:48.4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98 97 24575,'-1'-1'0,"1"1"0,-1 0 0,0-1 0,1 1 0,-1 0 0,1 0 0,-1-1 0,0 1 0,1 0 0,-1 0 0,1 0 0,-1 0 0,0 0 0,1 0 0,-1 0 0,0 0 0,1 0 0,-1 0 0,0 0 0,1 0 0,-1 0 0,0 0 0,0 1 0,1-1 0,-1 1 0,1-1 0,0 1 0,-1 0 0,1-1 0,0 1 0,-1-1 0,1 1 0,0-1 0,0 1 0,0 0 0,0-1 0,-1 1 0,1-1 0,0 1 0,0 0 0,0-1 0,0 1 0,0 0 0,1 4 0,0 0 0,0-1 0,0 1 0,4 8 0,6 12 0,18 25 0,-18-31 0,0 0 0,-2 0 0,8 22 0,-5-9 0,-6-15 0,0 0 0,5 29 0,-10-46 0,-1 0 0,0 0 0,0 0 0,0 0 0,0 1 0,0-1 0,0 0 0,0 0 0,0 0 0,0 0 0,0 0 0,0 0 0,0 0 0,0 0 0,0 0 0,0 0 0,0 0 0,0 1 0,0-1 0,0 0 0,0 0 0,0 0 0,0 0 0,0 0 0,0 0 0,0 0 0,0 0 0,0 0 0,0 0 0,0 1 0,0-1 0,0 0 0,0 0 0,0 0 0,0 0 0,0 0 0,0 0 0,0 0 0,-1 0 0,1 0 0,0 0 0,0 0 0,0 0 0,0 0 0,0 0 0,0 0 0,0 0 0,0 1 0,0-1 0,0 0 0,0 0 0,-1 0 0,1 0 0,0 0 0,0 0 0,0 0 0,0 0 0,0 0 0,0 0 0,0 0 0,0 0 0,0 0 0,-1-1 0,1 1 0,0 0 0,0 0 0,0 0 0,0 0 0,0 0 0,-8-7 0,-6-13 0,-8-19 0,-50-96 0,42 81 0,20 38 0,0-1 0,2 0 0,0 0 0,-6-21 0,10 26 0,2 9 0,1 0 0,0 0 0,0 0 0,0 0 0,1 0 0,-1 0 0,1 0 0,0 0 0,-1 0 0,1-1 0,1-3 0,-1 7 0,0 0 0,1 0 0,-1-1 0,0 1 0,0 0 0,0 0 0,1 0 0,-1 0 0,0-1 0,0 1 0,1 0 0,-1 0 0,0 0 0,0 0 0,1 0 0,-1 0 0,0 0 0,1-1 0,-1 1 0,0 0 0,1 0 0,-1 0 0,0 0 0,0 0 0,1 1 0,-1-1 0,0 0 0,1 0 0,-1 0 0,0 0 0,0 0 0,1 0 0,-1 0 0,0 0 0,0 1 0,1-1 0,-1 0 0,0 0 0,1 1 0,11 7 0,-12-7 0,60 55 0,-43-38 0,2 0 0,0-2 0,24 17 0,-22-20 0,36 16 0,-48-25 0,0-1 0,1 0 0,-1 0 0,1 0 0,0-1 0,17 1 0,-25-3 0,0 0 0,-1 0 0,1 0 0,0 0 0,-1-1 0,1 1 0,0 0 0,-1-1 0,1 1 0,0-1 0,-1 0 0,1 1 0,-1-1 0,1 0 0,-1 0 0,0 0 0,1 0 0,-1 0 0,0 0 0,3-3 0,-3 2 0,0 0 0,0 0 0,0-1 0,0 1 0,0 0 0,-1-1 0,1 1 0,-1-1 0,1 1 0,-1-1 0,0 1 0,0-5 0,-2-5 0,0 0 0,0 0 0,-1 0 0,-7-18 0,-27-68 0,54 128 0,0-1 0,38 46 0,-19-33 0,54 52 0,-65-73 51,11 11-1467</inkml:trace>
</inkml:ink>
</file>

<file path=ppt/ink/ink1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2:48.9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24575,'16'19'0,"0"0"0,-2 1 0,14 22 0,-13-17 0,31 37 0,-34-48 0,-9-9 0,1-1 0,0 1 0,1-1 0,-1 1 0,6 3 0,-11-11-1365</inkml:trace>
</inkml:ink>
</file>

<file path=ppt/ink/ink1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2:49.2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518 136 24575,'-29'-20'0,"-15"-6"0,-8-2 0,1 5 0,4 6 0,8 5 0,4 6 0,8 3 0,2 2 0,3 4 0,3 2 0,0 1 0,0 1 0,-1 1 0,1 2 0,0-1 0,1 1 0,5-2-8191</inkml:trace>
</inkml:ink>
</file>

<file path=ppt/ink/ink1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2:49.6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24575,'0'5'0,"2"2"0,1 1 0,3 1 0,0 0 0,1 1 0,0 2 0,1-2 0,-1 1 0,-2 0 0,2 1 0,-2 1 0,2 1 0,-1 0 0,-1-2-8191</inkml:trace>
</inkml:ink>
</file>

<file path=ppt/ink/ink1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2:55.5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3 24575,'-1'0'0,"1"0"0,0 0 0,0 0 0,0-1 0,0 1 0,0 0 0,0 0 0,-1 0 0,1 0 0,0 0 0,0-1 0,0 1 0,-1 0 0,1 0 0,0 0 0,0 0 0,0 0 0,-1 0 0,1 0 0,0 0 0,0 0 0,0 0 0,-1 0 0,1 0 0,0 0 0,0 0 0,0 0 0,-1 0 0,1 0 0,0 0 0,0 0 0,-1 0 0,1 0 0,0 0 0,0 0 0,0 0 0,0 0 0,-1 1 0,-2 8 0,2 13 0,5 0 0,0-1 0,2 0 0,0 0 0,1 0 0,12 23 0,59 93 0,-76-136-118,4 9 370,-6-10-298,0 1 1,0-1 0,0 0-1,0 0 1,0 1-1,1-1 1,-1 0 0,0 0-1,0 1 1,0-1-1,0 0 1,0 0-1,0 1 1,0-1 0,0 0-1,0 0 1,0 1-1,0-1 1,0 0-1,0 0 1,0 1 0,0-1-1,0 0 1,0 0-1,0 1 1,-1-1-1,1 0 1,0 0 0,0 1-1,0-1 1,0 0-1,-1 0 1</inkml:trace>
</inkml:ink>
</file>

<file path=ppt/ink/ink1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2:56.0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565 33 24575,'5'-7'0,"1"-6"0,-6 12 0,-1 1 0,1-1 0,0 1 0,0 0 0,0-1 0,-1 1 0,1-1 0,0 1 0,-1 0 0,1-1 0,0 1 0,-1 0 0,1-1 0,0 1 0,-1 0 0,1-1 0,-1 1 0,1 0 0,-1 0 0,1 0 0,0-1 0,-1 1 0,1 0 0,-1 0 0,1 0 0,-1 0 0,1 0 0,-1 0 0,1 0 0,-1 0 0,0 0 0,-27-3 0,-1 2 0,-37 2 0,11 1 0,-260-2 0,304 1-341,0 0 0,0 0-1,-15 5 1,15-3-6485</inkml:trace>
</inkml:ink>
</file>

<file path=ppt/ink/ink1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2:56.5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24575,'22'0'0,"0"2"0,0 0 0,-1 2 0,1 0 0,-1 2 0,0 0 0,30 13 0,-49-18 0,-1 0 0,1-1 0,0 1 0,-1 0 0,1 0 0,-1 0 0,0 0 0,1 0 0,-1 1 0,0-1 0,1 0 0,-1 1 0,0-1 0,0 1 0,0-1 0,0 1 0,-1-1 0,1 1 0,0-1 0,-1 1 0,1 0 0,-1 0 0,1 1 0,-1 0 0,0 0 0,-1-1 0,1 1 0,0 0 0,-1-1 0,0 1 0,0-1 0,0 1 0,0-1 0,0 1 0,0-1 0,-1 0 0,1 1 0,-4 3 0,-24 22 0,23-23 0,1 0 0,0 0 0,-1 1 0,2 0 0,-7 8 0,11-14 0,-1 1 0,1 0 0,0-1 0,-1 1 0,1 0 0,0 0 0,0-1 0,-1 1 0,1 0 0,0 0 0,0-1 0,0 1 0,0 0 0,0 0 0,0-1 0,0 1 0,0 0 0,0 0 0,0-1 0,1 1 0,-1 0 0,0 0 0,0-1 0,1 1 0,0 1 0,0-1 0,0 1 0,0-1 0,1 0 0,-1 0 0,0 0 0,1 0 0,-1 0 0,1 0 0,-1 0 0,1-1 0,2 2 0,5 0 0,0 1 0,0-1 0,13 0 0,-22-2 0,18 3 0,0-2 0,-1 0 0,1-1 0,0-1 0,24-4 0,-40 5-170,0-1-1,0 0 0,0 1 1,0-1-1,1 0 0,-1 0 1,2-3-1</inkml:trace>
</inkml:ink>
</file>

<file path=ppt/ink/ink1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2:56.9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174 14 24575,'-14'-4'0,"-8"-1"0,-3 3 0,1 0 0,2 3 0,3 2 0,1 0 0,2 0 0,3-1-8191</inkml:trace>
</inkml:ink>
</file>

<file path=ppt/ink/ink1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2:57.1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263 38 24575,'-27'-8'0,"-11"-1"0,-2-1 0,1 3 0,5 4 0,6 3 0,4 4 0,5 1 0,5-1-8191</inkml:trace>
</inkml:ink>
</file>

<file path=ppt/ink/ink1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2:58.0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44 129 24575,'118'178'0,"-32"-60"0,-104-140 0,-22-21 0,-14-17 0,27 26 0,-31-52 0,50 72 0,1 0 0,0-1 0,1 0 0,0 0 0,1 0 0,1-1 0,-3-17 0,7 31 0,0 0 0,0 0 0,-1 0 0,1 0 0,0 0 0,0 0 0,1 0 0,-1 0 0,0 0 0,1 0 0,-1 0 0,1 0 0,0 1 0,0-1 0,-1 0 0,3-2 0,-2 3 0,0 0 0,0 0 0,0 1 0,0-1 0,0 0 0,0 1 0,0-1 0,0 1 0,0-1 0,1 1 0,-1 0 0,0-1 0,0 1 0,0 0 0,1 0 0,-1 0 0,0 0 0,0 0 0,0 0 0,1 0 0,-1 1 0,0-1 0,0 0 0,0 1 0,0-1 0,1 0 0,-1 1 0,1 0 0,10 6 0,0-1 0,0 2 0,0 0 0,-1 0 0,-1 1 0,1 0 0,9 12 0,27 23 0,-38-37 0,0 0 0,1-1 0,-1 0 0,1 0 0,0-1 0,14 5 0,-21-9 0,0 0 0,-1 0 0,1 0 0,0-1 0,0 1 0,0-1 0,0 0 0,0 0 0,0 0 0,0 0 0,-1-1 0,1 1 0,0-1 0,0 0 0,0 1 0,0-1 0,-1-1 0,1 1 0,-1 0 0,1-1 0,-1 1 0,1-1 0,-1 0 0,0 1 0,1-1 0,-1 0 0,0-1 0,-1 1 0,4-5 0,12-25 0,-7 10 0,-10 22 0,0-1 0,0 1 0,0 0 0,0-1 0,0 1 0,1 0 0,-1-1 0,0 1 0,0 0 0,1-1 0,-1 1 0,0 0 0,0 0 0,1-1 0,-1 1 0,0 0 0,1 0 0,-1 0 0,0-1 0,1 1 0,-1 0 0,0 0 0,1 0 0,-1 0 0,0 0 0,1 0 0,-1 0 0,1 0 0,-1 0 0,0 0 0,1 0 0,-1 0 0,0 0 0,1 0 0,-1 0 0,1 0 0,-1 0 0,0 0 0,1 0 0,-1 0 0,0 1 0,1-1 0,-1 0 0,0 0 0,1 0 0,-1 1 0,0-1 0,0 0 0,1 1 0,13 18 0,-10-12 0,29 42 0,-25-35 0,0-1 0,2 0 0,-1 0 0,2-1 0,19 19 0,-16-20-455,0 1 0,14 16 0,-21-19-6371</inkml:trace>
</inkml:ink>
</file>

<file path=ppt/ink/ink1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2:58.7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24575,'28'34'0,"-2"1"0,-1 1 0,21 44 0,21 63 0,-65-138-59,-4-6 206,-4-6-1600</inkml:trace>
</inkml:ink>
</file>

<file path=ppt/ink/ink1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2:59.0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484 77 24575,'-20'-14'0,"-9"-6"0,-4 1 0,1 7 0,1 4 0,3 5 0,2 4 0,0 3 0,0 2 0,-4 1 0,-1-1 0,-2-1 0,-4 0 0,0 0 0,1-1 0,7-1-8191</inkml:trace>
</inkml:ink>
</file>

<file path=ppt/ink/ink1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2:59.5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24575,'10'12'0,"5"7"0,3 2 0,1 1 0,-3-2 0,-1-1 0,-4-2 0,-4-4-8191</inkml:trace>
</inkml:ink>
</file>

<file path=ppt/ink/ink1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3:00.2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24575,'7'15'0,"3"5"-8191</inkml:trace>
</inkml:ink>
</file>

<file path=ppt/ink/ink1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3:01.4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0 24575,'-4'8'0,"-3"4"0,3 3 0,5 1 0,2 1 0,3-3 0,0-1 0,2-1 0,2-2 0,-1 0 0</inkml:trace>
</inkml:ink>
</file>

<file path=ppt/ink/ink1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3:01.6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24575,'2'0'0,"2"2"0,-1 4 0,-1 3 0</inkml:trace>
</inkml:ink>
</file>

<file path=ppt/ink/ink1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3:01.9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 1 24575,'-14'29'0,"-3"15"0,4 8 0,6 1 0,10 0 0,10-2 0,6 0 0,6-1 0,3-2 0,2-4 0,-2-5 0,0-3 0,-4-4 0,1-5 0,-3-4 0,-5-3 0,-2-4 0,-4-3-8191</inkml:trace>
</inkml:ink>
</file>

<file path=ppt/ink/ink1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3:02.1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24575,'0'0'-8191</inkml:trace>
</inkml:ink>
</file>

<file path=ppt/ink/ink1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3:02.7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88 24575,'40'32'0,"-21"-15"0,41 24 0,-53-37 0,1 0 0,-1 0 0,1-1 0,0 0 0,0-1 0,0 1 0,0-2 0,1 1 0,13 0 0,-14-2 0,0 0 0,0 0 0,0-1 0,0 0 0,12-4 0,-17 4 0,0 0 0,0 0 0,0 0 0,-1 0 0,1-1 0,-1 0 0,1 1 0,-1-1 0,1 0 0,-1 0 0,0 0 0,0 0 0,0-1 0,0 1 0,-1-1 0,1 1 0,2-6 0,-3 7 0,-1-1 0,1 1 0,0-1 0,0 1 0,0-1 0,0 1 0,0-1 0,0 1 0,2-2 0,-3 3 0,1-1 0,-1 1 0,1 0 0,0 0 0,-1 0 0,1 0 0,-1 0 0,1 0 0,-1 0 0,1 0 0,0 0 0,-1 0 0,1 0 0,-1 0 0,1 0 0,0 0 0,-1 0 0,1 0 0,-1 1 0,1-1 0,-1 0 0,1 1 0,-1-1 0,1 0 0,-1 1 0,1-1 0,-1 0 0,0 1 0,1-1 0,-1 1 0,1 0 0,13 12 0,-5-4 0,0-1 0,1 0 0,20 13 0,-26-19 0,-1 0 0,1-1 0,0 1 0,0-1 0,0 0 0,0 0 0,0 0 0,0-1 0,0 1 0,0-1 0,0 0 0,0 0 0,0 0 0,0-1 0,0 1 0,5-3 0,-7 3 0,0 0 0,-1-1 0,1 0 0,0 1 0,-1-1 0,1 0 0,0 0 0,-1 0 0,1 0 0,-1 0 0,1 0 0,-1 0 0,0-1 0,0 1 0,1 0 0,-1-1 0,0 1 0,0-1 0,1-2 0,-1 1 0,0 0 0,-1 1 0,1-1 0,-1 0 0,1 0 0,-1 0 0,0 1 0,0-1 0,-1 0 0,1 0 0,-1-4 0,-2-2 0,0-1 0,0 1 0,-1 0 0,0 0 0,-1 0 0,-6-9 0,6 11-85,0 0 0,0 1-1,-1 0 1,1 0 0,-1 0-1,-1 1 1,1 0 0,-1 0-1,0 0 1,0 1 0,0 0-1,-1 1 1,1-1 0,-1 1-1,-8-1 1,3 1-6741</inkml:trace>
</inkml:ink>
</file>

<file path=ppt/ink/ink1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3:03.1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102 196 24575,'-7'-23'0,"-17"-62"0,19 71 0,-1-1 0,0 1 0,-13-20 0,19 34 0,-1-1 0,1 0 0,0 1 0,-1-1 0,1 0 0,-1 1 0,1-1 0,-1 1 0,1-1 0,-1 1 0,1-1 0,-1 1 0,0-1 0,1 1 0,-1-1 0,0 1 0,1 0 0,-1-1 0,0 1 0,1 0 0,-1 0 0,-1-1 0,1 2 0,1-1 0,-1 0 0,0 0 0,1 1 0,-1-1 0,1 0 0,-1 1 0,1-1 0,-1 1 0,1-1 0,-1 1 0,1-1 0,-1 1 0,1-1 0,0 1 0,-1-1 0,1 1 0,0-1 0,-1 2 0,-1 4 0,0-1 0,0 1 0,1-1 0,-1 9 0,1-5 0,0 0 0,1 0 0,0 0 0,1 0 0,0 0 0,0 0 0,1 0 0,0 0 0,1-1 0,0 1 0,0-1 0,0 1 0,7 9 0,-6-13 0,-1 1 0,1 0 0,1-1 0,-1 0 0,1 0 0,0-1 0,0 1 0,1-1 0,-1 0 0,1 0 0,0-1 0,0 1 0,0-2 0,0 1 0,1 0 0,-1-1 0,1 0 0,8 1 0,0-1 0,28 0 0,-36-2 0,-1 0 0,1 0 0,-1-1 0,1 0 0,-1-1 0,0 1 0,6-3 0,-2-2-1365</inkml:trace>
</inkml:ink>
</file>

<file path=ppt/ink/ink1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3:04.1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142 377 24575,'-2'0'0,"-48"2"0,45-1 0,0-1 0,1 1 0,-1 1 0,1-1 0,0 0 0,-1 1 0,1 0 0,-6 3 0,9-4 0,0-1 0,1 1 0,-1 0 0,0-1 0,0 1 0,0 0 0,1-1 0,-1 1 0,0 0 0,1 0 0,-1 0 0,1 0 0,-1 0 0,1 0 0,-1 0 0,1-1 0,0 1 0,-1 0 0,1 1 0,0-1 0,0 0 0,-1 1 0,2-1 0,-1 1 0,0-1 0,1 1 0,-1 0 0,1-1 0,-1 1 0,1-1 0,0 0 0,-1 1 0,1-1 0,0 1 0,2 1 0,2 2 0,-1 0 0,2 0 0,-1-1 0,0 0 0,10 5 0,-7-4 0,0-1 0,1-1 0,-1 1 0,1-2 0,0 1 0,12 1 0,-16-3 0,1 0 0,0-1 0,-1 0 0,1 0 0,0 0 0,0 0 0,-1-1 0,1 0 0,-1-1 0,1 1 0,6-3 0,-10 3 0,0 0 0,0 0 0,-1 0 0,1-1 0,0 1 0,0 0 0,-1-1 0,1 1 0,-1-1 0,1 0 0,-1 0 0,0 1 0,1-1 0,-1 0 0,0 0 0,1-3 0,-1 2 0,0-1 0,0 1 0,-1-1 0,1 1 0,-1-1 0,0 0 0,0 1 0,0-1 0,-1-4 0,-1-4 0,-1 0 0,0 0 0,-1 0 0,-9-19 0,-14-24 0,-3 0 0,-2 2 0,-68-86 0,96 133 0,-13-14 0,16 20 0,1-1 0,-1 0 0,0 0 0,0 1 0,1-1 0,-1 0 0,0 1 0,0-1 0,0 0 0,0 1 0,0-1 0,0 1 0,0 0 0,0-1 0,0 1 0,0 0 0,-2 0 0,3 0 0,0 0 0,0 0 0,-1 0 0,1 0 0,0 0 0,0 1 0,-1-1 0,1 0 0,0 0 0,0 1 0,0-1 0,-1 0 0,1 0 0,0 1 0,0-1 0,0 0 0,0 0 0,0 1 0,0-1 0,0 0 0,-1 1 0,1-1 0,0 0 0,0 0 0,0 1 0,0-1 0,0 0 0,0 1 0,1 11 0,0-11 0,2 17 0,1 1 0,2-1 0,11 30 0,30 51 0,-34-73 0,11 21-455,3-1 0,54 74 0,-71-109-6371</inkml:trace>
</inkml:ink>
</file>

<file path=ppt/ink/ink1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3:04.5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113 134 24575,'-7'-6'0,"0"1"0,0-1 0,0 1 0,0 1 0,0-1 0,-1 1 0,0 0 0,0 1 0,-16-5 0,24 8 0,-1 0 0,0-1 0,0 1 0,1 0 0,-1 0 0,0 0 0,0 0 0,1 0 0,-1 0 0,0 0 0,0 0 0,1 1 0,-1-1 0,0 0 0,0 0 0,1 0 0,-1 1 0,0-1 0,1 1 0,-1-1 0,0 0 0,1 1 0,-1-1 0,1 1 0,-1-1 0,1 1 0,-1 0 0,0 1 0,1-1 0,-1 0 0,1 1 0,-1-1 0,1 1 0,0-1 0,0 0 0,0 1 0,0-1 0,0 1 0,0-1 0,0 1 0,1 1 0,1 5 0,0-1 0,0 1 0,1 0 0,4 7 0,0-1 0,1-1 0,0-1 0,1 1 0,16 16 0,-20-24 0,1 1 0,-1-1 0,1 0 0,0 0 0,1-1 0,-1 0 0,1 0 0,0 0 0,0-1 0,13 4 0,-18-6 0,0 0 0,-1-1 0,1 0 0,0 1 0,-1-1 0,1 0 0,0 0 0,0 0 0,0 0 0,-1 0 0,1 0 0,0 0 0,0-1 0,-1 1 0,1-1 0,0 1 0,-1-1 0,1 0 0,-1 0 0,1 0 0,0 1 0,-1-1 0,0-1 0,1 1 0,-1 0 0,0 0 0,1 0 0,-1-1 0,0 1 0,0-1 0,0 1 0,0-1 0,0 1 0,-1-1 0,1 1 0,0-1 0,-1 0 0,1-2 0,0-2 0,0 0 0,0 0 0,-1 0 0,0 0 0,0 0 0,0 0 0,-1 0 0,0 0 0,0 1 0,-3-9 0,-1 0 0,-1 2 0,0-1 0,0 0 0,-15-19 0,-39-41 0,58 70-76,-1 0 1,0 1-1,1-1 0,-1 1 0,0 0 0,0 0 0,0 0 0,-1 0 1,1 1-1,0-1 0,-1 1 0,1 0 0,-1 0 0,1 0 1,-1 0-1,0 1 0,-5-1 0,-3 1-6750</inkml:trace>
</inkml:ink>
</file>

<file path=ppt/ink/ink1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3:05.2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 24575,'0'2'0,"1"-1"0,0 1 0,0-1 0,0 0 0,0 1 0,0-1 0,0 0 0,0 0 0,0 0 0,0 0 0,0 0 0,1 0 0,-1 0 0,0 0 0,1 0 0,2 0 0,3 4 0,-1 0 0,8 5 0,0 1 0,28 13 0,-39-22 0,1 0 0,0 0 0,0-1 0,0 0 0,-1 1 0,1-1 0,0-1 0,1 1 0,-1-1 0,0 1 0,0-1 0,0 0 0,0-1 0,0 1 0,0-1 0,0 0 0,7-2 0,-10 2 0,1 0 0,-1 0 0,0 0 0,1 0 0,-1 0 0,0 0 0,0 0 0,0-1 0,0 1 0,0 0 0,0-1 0,0 1 0,0-1 0,-1 1 0,1-1 0,-1 1 0,1-1 0,-1 0 0,1 1 0,-1-1 0,0 1 0,0-1 0,0 0 0,0 1 0,0-1 0,0 0 0,0 1 0,-1-3 0,0-4 0,-1 1 0,0 0 0,-4-12 0,5 17 0,3 5 0,-2-3 0,3 6 0,1-1 0,0 1 0,0-1 0,0 0 0,1-1 0,7 8 0,36 22 0,-36-25 0,-3-3 0,0 0 0,0-1 0,1 0 0,-1-1 0,1 0 0,0 0 0,0-1 0,17 3 0,-24-6 0,0 1 0,0-1 0,0 0 0,0 0 0,0 0 0,0 0 0,1-1 0,-1 1 0,0-1 0,0 0 0,0 0 0,-1 0 0,1 0 0,0 0 0,0-1 0,0 1 0,-1-1 0,1 0 0,-1 0 0,1 0 0,-1 0 0,0 0 0,0 0 0,0-1 0,0 1 0,0-1 0,0 1 0,-1-1 0,1 0 0,-1 0 0,0 0 0,2-5 0,-2 3 0,0 1 0,-1-1 0,1 1 0,-1-1 0,0 0 0,0 1 0,0-1 0,-2-6 0,2 8 0,-1 0 0,1 0 0,-1 0 0,0 0 0,0 0 0,0 0 0,-1 0 0,1 0 0,-1 0 0,0 1 0,1-1 0,-5-4 0,5 7 0,0 0 0,0 0 0,0 0 0,0 0 0,0 0 0,0 0 0,0 1 0,0-1 0,0 0 0,0 0 0,0 1 0,0-1 0,0 1 0,0-1 0,1 0 0,-2 2 0,-6 1 0,-3-2-1365,0-2-5461</inkml:trace>
</inkml:ink>
</file>

<file path=ppt/ink/ink1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3:05.8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24575,'4'6'0,"-1"0"0,1 0 0,-1-1 0,2 1 0,-1-1 0,1 1 0,0-1 0,0-1 0,6 6 0,-8-8 0,-1-1 0,0 1 0,1-1 0,-1 0 0,1 0 0,-1 0 0,1 0 0,-1 0 0,1 0 0,0-1 0,0 0 0,-1 1 0,1-1 0,0 0 0,0 0 0,-1 0 0,1-1 0,0 1 0,0-1 0,-1 1 0,1-1 0,0 0 0,-1 0 0,1 0 0,4-3 0,-4 2 0,8-4 0,0-1 0,17-6 0,-23 12 0,-1-1 0,1 1 0,-1 0 0,1 0 0,-1 1 0,1 0 0,0-1 0,-1 2 0,1-1 0,6 1 0,3 3-136,0 0-1,0 0 1,0 1-1,-1 1 1,0 0-1,0 1 1,0 0-1,-1 1 0,21 19 1,-24-18-6690</inkml:trace>
</inkml:ink>
</file>

<file path=ppt/ink/ink1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3:07.4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249 28 24575,'-38'-6'0,"-12"-3"0,-73-4 0,121 13 0,0 0 0,0 0 0,0 0 0,0 1 0,0-1 0,0 0 0,0 1 0,1-1 0,-1 1 0,0-1 0,0 1 0,0 0 0,1 0 0,-1 0 0,-2 2 0,3-2 0,0-1 0,1 1 0,-1 0 0,1 0 0,-1 0 0,1 0 0,0 0 0,-1 0 0,1 0 0,0 0 0,0 0 0,-1 0 0,1 0 0,0 0 0,0 0 0,0 0 0,0 0 0,0 0 0,1 0 0,-1 0 0,0 0 0,0 0 0,1 0 0,-1 0 0,1 0 0,-1 0 0,1 0 0,-1 0 0,2 1 0,0 2 0,1 0 0,0 0 0,0 0 0,0-1 0,1 0 0,-1 1 0,1-1 0,0 0 0,0-1 0,5 4 0,8 3 0,22 8 0,-13-6 0,2 1 0,2 1 0,-1 1 0,0 1 0,42 31 0,-69-45 0,1 1 0,-1 0 0,0 1 0,0-1 0,0 0 0,0 1 0,0-1 0,0 1 0,1 4 0,-2-6 0,-1 0 0,0-1 0,0 1 0,0 0 0,0 0 0,0 0 0,1-1 0,-2 1 0,1 0 0,0 0 0,0 0 0,0-1 0,0 1 0,0 0 0,-1 0 0,1 0 0,0-1 0,-1 1 0,1 0 0,0-1 0,-1 1 0,1 0 0,-1-1 0,1 1 0,-1 0 0,0-1 0,1 1 0,-1-1 0,0 1 0,1-1 0,-1 1 0,0-1 0,1 0 0,-1 1 0,0-1 0,0 0 0,0 0 0,1 1 0,-1-1 0,-1 0 0,-6 2 0,0 0 0,0 0 0,0-1 0,-1-1 0,1 1 0,0-1 0,0 0 0,-15-3 0,-6-3 0,-31-9 0,35 8 0,13 4 0,-26-8 0,35 10 0,1 0 0,-1 0 0,1 0 0,-1 0 0,1-1 0,0 1 0,0-1 0,0 1 0,0-1 0,0 0 0,-3-3 0,5 5-34,0-1 0,-1 1 0,1-1 0,0 1 0,0-1-1,0 1 1,-1-1 0,1 1 0,0-1 0,0 0 0,0 1 0,0-1 0,0 1-1,0-1 1,0 1 0,0-1 0,0 0 0,1 1 0,-1-1 0,0 1-1,0-1 1,0 1 0,1-1 0,-1 1 0,0-1 0,0 1 0,1-1 0,-1 1-1,1-1 1,-1 1 0,0 0 0,1-1 0,-1 1 0,1 0 0,-1-1 0,1 1-1,-1 0 1,1-1 0,0 1 0,7-4-6792</inkml:trace>
</inkml:ink>
</file>

<file path=ppt/ink/ink1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3:08.1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230 76 24575,'-182'-71'0,"178"70"0,1 0 0,-1 0 0,0 1 0,1-1 0,-1 1 0,0-1 0,0 1 0,-4 1 0,7-1 0,1 0 0,-1 0 0,1 0 0,0 0 0,-1 0 0,1 1 0,-1-1 0,1 0 0,0 0 0,-1 0 0,1 1 0,0-1 0,-1 0 0,1 0 0,0 1 0,-1-1 0,1 0 0,0 1 0,-1-1 0,1 0 0,0 1 0,0-1 0,0 0 0,-1 1 0,1-1 0,0 1 0,0 0 0,0 0 0,0 0 0,0 0 0,0 1 0,1-1 0,-1 0 0,1 0 0,-1 0 0,1 0 0,-1 1 0,1-1 0,-1 0 0,1 0 0,0 0 0,1 1 0,5 6 0,0-2 0,0 1 0,1-1 0,-1 0 0,1 0 0,0-1 0,1 0 0,0 0 0,17 5 0,7 2 0,47 9 0,-73-20 0,0 1 0,0 0 0,1-1 0,-1 0 0,1-1 0,12 0 0,-18 0 0,-1 0 0,0 0 0,0 0 0,1-1 0,-1 1 0,0 0 0,1-1 0,-1 1 0,0-1 0,0 1 0,0-1 0,0 0 0,1 0 0,-1 1 0,0-1 0,0 0 0,0 0 0,-1 0 0,1 0 0,0 0 0,0 0 0,0 0 0,-1 0 0,1-1 0,-1 1 0,1 0 0,-1 0 0,1-1 0,-1 1 0,0 0 0,1 0 0,-1-1 0,0 1 0,0 0 0,0-1 0,0 1 0,0 0 0,0-1 0,-1 1 0,1-2 0,-2-4 0,1 0 0,-1 0 0,-1 0 0,1 1 0,-1-1 0,0 1 0,-1-1 0,-5-7 0,16 21 0,0 0 0,0 0 0,1-1 0,0 0 0,0-1 0,1 1 0,13 5 0,-6-3 0,1-1 0,1 0 0,33 7 0,-49-13 0,1-1 0,0 1 0,-1-1 0,1 0 0,0 0 0,0 0 0,-1 0 0,1 0 0,0-1 0,-1 1 0,1-1 0,0 0 0,3-1 0,-4 1 0,-1 0 0,1 0 0,-1 0 0,0 0 0,1-1 0,-1 1 0,0 0 0,0-1 0,0 1 0,0-1 0,0 1 0,0-1 0,-1 1 0,1-1 0,0 0 0,-1 1 0,1-1 0,-1 0 0,0 0 0,1 1 0,-1-4 0,0-2 0,0 1 0,0 0 0,-1-1 0,1 1 0,-2 0 0,-1-8 0,3 14 0,0 0 0,0 0 0,0 0 0,0-1 0,0 1 0,0 0 0,0 0 0,-1 0 0,1 0 0,0 0 0,0 0 0,0 0 0,0-1 0,0 1 0,0 0 0,0 0 0,0 0 0,0 0 0,0 0 0,0 0 0,0-1 0,0 1 0,0 0 0,0 0 0,0 0 0,0 0 0,0 0 0,0 0 0,1 0 0,-1-1 0,0 1 0,0 0 0,0 0 0,0 0 0,0 0 0,0 0 0,0 0 0,0 0 0,0 0 0,0 0 0,1 0 0,-1-1 0,0 1 0,0 0 0,0 0 0,0 0 0,7 4 0,12 14 0,-13-12 0,1 0 0,0 0 0,1-1 0,-1 1 0,1-1 0,0-1 0,0 0 0,1 0 0,-1 0 0,1-1 0,0 0 0,0-1 0,0 0 0,0 0 0,0-1 0,0-1 0,18 0 0,-24 0 0,0-1 0,1 0 0,-1 0 0,0 0 0,1 0 0,-1 0 0,0-1 0,0 0 0,0 1 0,0-1 0,-1 0 0,1-1 0,0 1 0,-1 0 0,3-4 0,-1 2 0,0 0 0,1 0 0,0 0 0,6-3 0,-10 6 0,1 0 1,-1 1-1,1-1 0,-1 1 0,1-1 1,-1 1-1,1 0 0,-1-1 0,1 1 1,-1 0-1,1 0 0,0 0 0,-1 0 1,1 0-1,-1 1 0,1-1 0,-1 0 1,1 1-1,-1-1 0,1 1 0,-1 0 1,1-1-1,1 2 0,3 2 2,-1 1 1,1-1-1,-1 1 0,6 6 1,14 13-1386,-15-18-5443</inkml:trace>
</inkml:ink>
</file>

<file path=ppt/ink/ink1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3:08.5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117 192 24575,'5'15'0,"0"0"0,-2 1 0,0-1 0,-1 1 0,0 0 0,-2 0 0,0 0 0,-2 17 0,2-32 0,0 0 0,0 0 0,0 0 0,0 0 0,0 0 0,0 0 0,-1 0 0,1 0 0,0 0 0,-1-1 0,1 1 0,0 0 0,-1 0 0,1 0 0,-1-1 0,0 1 0,1 0 0,-1 0 0,0-1 0,1 1 0,-1-1 0,-1 2 0,1-2 0,0 0 0,0 0 0,0 0 0,1 0 0,-1 0 0,0 0 0,0 0 0,0-1 0,0 1 0,1 0 0,-1-1 0,0 1 0,0 0 0,1-1 0,-1 1 0,0-1 0,0 1 0,1-1 0,-2-1 0,-4-4 0,-1-1 0,1-1 0,-7-10 0,11 14 0,-8-11 0,0-2 0,2 1 0,0-1 0,0 0 0,2-1 0,0 0 0,1 0 0,1 0 0,0 0 0,2-1 0,0 1 0,1-27 0,1 40 0,1 1 0,-1 0 0,1 0 0,0-1 0,0 1 0,0 0 0,1 0 0,1-4 0,-2 6 0,0 1 0,0-1 0,0 1 0,1-1 0,-1 1 0,0-1 0,1 1 0,-1 0 0,1 0 0,-1 0 0,1 0 0,-1 0 0,1 0 0,0 0 0,-1 0 0,1 1 0,0-1 0,0 1 0,0-1 0,3 1 0,1-1 0,1 1 0,-1-1 0,0 2 0,0-1 0,0 1 0,1 0 0,-1 0 0,0 0 0,0 1 0,0 0 0,0 1 0,-1-1 0,1 1 0,-1 0 0,1 0 0,-1 1 0,0-1 0,0 1 0,4 5 0,-8-8 0,0 1 0,0-1 0,1 0 0,-1 1 0,0-1 0,-1 1 0,1 0 0,0-1 0,0 1 0,-1 0 0,1-1 0,-1 1 0,1 0 0,-1 0 0,0-1 0,0 1 0,0 0 0,0 0 0,0 0 0,0-1 0,0 1 0,-1 0 0,1 0 0,0 0 0,-1-1 0,0 1 0,1 0 0,-1-1 0,0 1 0,0-1 0,0 1 0,0-1 0,-2 3 0,0-1 0,-1 1 0,0-1 0,0 1 0,0-1 0,-1-1 0,1 1 0,-1 0 0,1-1 0,-1 0 0,-8 2 0,-4 0-455,0 0 0,-24 1 0,19-3-6371</inkml:trace>
</inkml:ink>
</file>

<file path=ppt/ink/ink1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3:09.5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146 568 24575,'16'-34'0,"-2"-2"0,17-58 0,-28 81 0,-1 0 0,0 0 0,-1 0 0,0 0 0,-1 0 0,0 0 0,-1-1 0,0 1 0,-1 0 0,-1 1 0,-5-17 0,-1 4 0,-1 1 0,-1 0 0,-2 1 0,0 1 0,-1 0 0,-1 0 0,-28-30 0,41 50 0,0 0 0,0 1 0,0-1 0,0 0 0,0 1 0,0-1 0,0 1 0,-1 0 0,-4-2 0,6 3 0,0 0 0,1 0 0,-1 0 0,0 0 0,0 0 0,0 0 0,0 0 0,0 0 0,0 0 0,1 0 0,-1 1 0,0-1 0,0 0 0,0 1 0,0-1 0,1 1 0,-1-1 0,0 1 0,1-1 0,-1 1 0,0-1 0,1 1 0,-1 0 0,0-1 0,1 1 0,-1 0 0,1-1 0,0 1 0,-1 0 0,1 0 0,-1 0 0,1-1 0,0 2 0,-5 10 0,1-1 0,0 1 0,1 0 0,1 0 0,-2 23 0,3 62 0,1-62 0,0-28 0,1-1 0,-1 0 0,1 1 0,0-1 0,1 0 0,-1 0 0,1 0 0,1 0 0,-1 0 0,1 0 0,0-1 0,0 1 0,1-1 0,-1 0 0,1 0 0,9 9 0,-5-7 0,0-1 0,1 1 0,0-1 0,1-1 0,-1 0 0,1 0 0,0-1 0,0 0 0,12 3 0,-7-3 0,1 0 0,-1-1 0,1-1 0,0 0 0,0-2 0,0 1 0,17-3 0,-27 1 0,0 0 0,1 0 0,-1-1 0,0 0 0,0 0 0,0-1 0,0 0 0,10-6 0,-12 6 0,-1 0 0,1 0 0,-1 0 0,1-1 0,-1 1 0,0-1 0,0 0 0,-1 0 0,1 0 0,-1 0 0,0-1 0,0 1 0,2-6 0,-4 7 0,1 1 0,-1-1 0,1 0 0,-1 0 0,0 0 0,0 0 0,0 0 0,-1 0 0,1 0 0,-1 0 0,0 0 0,0 0 0,1 0 0,-2 0 0,0-2 0,1 4 0,1-1 0,-1 1 0,0 0 0,0 0 0,1-1 0,-1 1 0,0 0 0,0 0 0,0 0 0,0 0 0,0 0 0,-1 0 0,1 1 0,0-1 0,0 0 0,0 1 0,-1-1 0,1 0 0,0 1 0,-1 0 0,1-1 0,-1 1 0,1 0 0,0 0 0,-1-1 0,1 1 0,-1 0 0,1 0 0,0 1 0,-1-1 0,1 0 0,-1 0 0,-1 1 0,1 0 0,1 1 0,-1-1 0,1 0 0,-1 0 0,1 1 0,-1-1 0,1 1 0,0-1 0,0 1 0,-1 0 0,1-1 0,0 1 0,1 0 0,-1 0 0,0 0 0,0-1 0,1 1 0,-1 0 0,1 0 0,0 0 0,-1 0 0,1 0 0,0 3 0,0 6 0,-1 0 0,4 19 0,-3-27 0,1-1 0,0 1 0,-1-1 0,1 1 0,0-1 0,1 0 0,-1 1 0,0-1 0,1 0 0,-1 0 0,1 0 0,-1 0 0,1 0 0,0 0 0,0-1 0,0 1 0,0-1 0,0 1 0,0-1 0,1 0 0,-1 0 0,4 2 0,6 2 0,1-1 0,0-1 0,15 4 0,-8-3 0,10 2 0,0 0 0,1-2 0,58-1 0,-63 0-1365,-17 0-5461</inkml:trace>
</inkml:ink>
</file>

<file path=ppt/ink/ink1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3:10.4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24575,'4'14'0,"4"22"0,2 0 0,26 59 0,-21-61 0,-8-17 0,1-1 0,0 0 0,1 0 0,1 0 0,15 19 0,-24-34 0,-1-1 0,1 1 0,-1-1 0,1 0 0,0 1 0,-1-1 0,1 1 0,0-1 0,-1 0 0,1 1 0,0-1 0,-1 0 0,1 0 0,0 0 0,-1 1 0,1-1 0,0 0 0,0 0 0,-1 0 0,1 0 0,0 0 0,0 0 0,-1 0 0,1-1 0,0 1 0,-1 0 0,1 0 0,0-1 0,-1 1 0,1 0 0,0-1 0,-1 1 0,1 0 0,0-1 0,-1 1 0,1-1 0,0 0 0,3-3 0,0-1 0,0 1 0,7-10 0,0-1 0,-10 14 0,0 0 0,0 0 0,1 0 0,-1 0 0,1 0 0,-1 0 0,1 0 0,-1 1 0,1-1 0,-1 0 0,1 1 0,0 0 0,-1-1 0,1 1 0,-1 0 0,1 0 0,2 0 0,-1 0 0,0 0 0,0 1 0,0-1 0,0 1 0,0 0 0,0 0 0,-1 0 0,6 4 0,-1-1 0,0 1 0,0 0 0,-1 0 0,1 1 0,-2 0 0,8 8 0,-11-11 0,0 0 0,1 0 0,-1 1 0,-1-1 0,1 0 0,0 1 0,-1-1 0,0 1 0,0-1 0,0 1 0,0 0 0,-1 0 0,1-1 0,-1 6 0,0-7 0,0 0 0,-1 1 0,1-1 0,-1 0 0,1 1 0,-1-1 0,0 0 0,0 0 0,0 0 0,0 0 0,0 0 0,-1 0 0,1 0 0,-1 0 0,1-1 0,-1 1 0,1 0 0,-1-1 0,0 1 0,0-1 0,0 0 0,0 0 0,-4 2 0,0 0 0,-1 0 0,0-1 0,0 0 0,0-1 0,-1 1 0,-13 0 0,-47-4 0,32 1 0,29 1-195,0-1 0,0 0 0,0 0 0,0 0 0,0-1 0,-12-4 0,7 0-6631</inkml:trace>
</inkml:ink>
</file>

<file path=ppt/ink/ink1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3:11.0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28 24575,'-2'-3'0,"-12"-14"0,13 16 0,1 1 0,-1-1 0,1 1 0,-1-1 0,0 0 0,1 1 0,-1-1 0,0 1 0,1 0 0,-1-1 0,0 1 0,0 0 0,0-1 0,1 1 0,-1 0 0,0 0 0,0 0 0,0-1 0,1 1 0,-3 0 0,3 1 0,-1-1 0,1 0 0,-1 1 0,1-1 0,0 1 0,0-1 0,-1 1 0,1-1 0,0 0 0,-1 1 0,1-1 0,0 1 0,0-1 0,0 1 0,0-1 0,0 1 0,-1-1 0,1 1 0,0 0 0,0-1 0,0 1 0,0-1 0,0 1 0,1-1 0,-1 1 0,0-1 0,0 1 0,0-1 0,0 1 0,1-1 0,-1 1 0,0-1 0,0 1 0,1-1 0,8 20 0,-8-19 0,5 10 0,1 0 0,0-1 0,1 0 0,0 0 0,0-1 0,1 0 0,1 0 0,15 11 0,-18-15 0,0-1 0,1 0 0,-1 0 0,1 0 0,0-1 0,0 0 0,0 0 0,0-1 0,0 0 0,1-1 0,-1 0 0,0 0 0,16-1 0,-22 0 0,0 0 0,0-1 0,0 1 0,0-1 0,0 1 0,0-1 0,0 0 0,0 0 0,-1 0 0,1 0 0,0 0 0,-1 0 0,1 0 0,0-1 0,-1 1 0,1-1 0,-1 1 0,0-1 0,1 1 0,-1-1 0,0 0 0,0 1 0,0-1 0,0 0 0,-1 0 0,1 0 0,0 0 0,0-3 0,-1 2 0,1-1 0,-1 1 0,1-1 0,-1 1 0,0-1 0,0 1 0,-1-1 0,1 1 0,-1-1 0,0 1 0,0 0 0,0-1 0,0 1 0,-1 0 0,-2-6 0,4 8 0,-1 1 0,1 0 0,0-1 0,0 1 0,0-1 0,-1 1 0,1-1 0,0 1 0,0 0 0,-1-1 0,1 1 0,0 0 0,-1-1 0,1 1 0,0 0 0,-1 0 0,1-1 0,-1 1 0,1 0 0,0 0 0,-1-1 0,1 1 0,-1 0 0,1 0 0,-1 0 0,1 0 0,-1 0 0,1 0 0,-1 0 0,1 0 0,-1 0 0,1 0 0,-1 0 0,1 0 0,0 0 0,-1 0 0,1 0 0,-1 1 0,1-1 0,-1 0 0,1 0 0,0 0 0,-1 1 0,1-1 0,-1 0 0,1 1 0,0-1 0,-1 0 0,1 1 0,0-1 0,-1 0 0,1 1 0,0-1 0,0 0 0,0 1 0,-1 0 0,-1 2 0,1 1 0,-1-1 0,1 0 0,-1 1 0,0 7 0,-2 24 0,2 0 0,4 68 0,-1-79 0,3 23 0,3 0 0,25 91 0,-32-144 0,0 0 0,0 1 0,-2-11 0,0 4-114,-1 1 1,-1 0-1,0 0 0,-1 1 0,0-1 1,0 1-1,-1 0 0,0 0 0,-1 1 1,0 0-1,-17-16 0,15 17-6712</inkml:trace>
</inkml:ink>
</file>

<file path=ppt/ink/ink1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3:11.9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99 180 24575,'-1'64'0,"2"71"0,0-128 0,0 1 0,0-1 0,1 0 0,0 0 0,0-1 0,0 1 0,1 0 0,0-1 0,0 1 0,8 9 0,-11-16 0,0 1 0,0-1 0,0 0 0,0 0 0,1 1 0,-1-1 0,0 0 0,0 1 0,0-1 0,0 0 0,1 0 0,-1 0 0,0 1 0,0-1 0,1 0 0,-1 0 0,0 0 0,0 1 0,1-1 0,-1 0 0,0 0 0,1 0 0,-1 0 0,0 0 0,0 0 0,1 0 0,-1 1 0,0-1 0,1 0 0,-1 0 0,0 0 0,1 0 0,-1-1 0,1 1 0,2-11 0,-4-18 0,-12-24 0,-2 0 0,-34-75 0,-9-32 0,57 158 0,0 0 0,1 0 0,-1 0 0,1 0 0,-1 1 0,1-1 0,-1 0 0,1 0 0,0 0 0,0 0 0,0 0 0,0 0 0,0 0 0,1 1 0,-1-1 0,1-2 0,0 5 0,1 0 0,-1 0 0,1 0 0,-1 0 0,0 1 0,0-1 0,1 1 0,-1-1 0,1 3 0,-1-2 0,118 160 0,-115-157 0,1 0 0,-1 0 0,1-1 0,0 0 0,0 0 0,1 0 0,-1 0 0,1-1 0,0 0 0,0 0 0,0 0 0,0-1 0,0 0 0,11 2 0,-14-3 0,0-1 0,0 1 0,0-1 0,0 0 0,1 0 0,-1-1 0,0 1 0,0-1 0,-1 1 0,1-1 0,0 0 0,0 0 0,0 0 0,0-1 0,-1 1 0,1 0 0,0-1 0,-1 0 0,0 0 0,1 0 0,-1 0 0,0 0 0,0 0 0,0 0 0,0-1 0,0 1 0,-1-1 0,1 0 0,-1 1 0,0-1 0,1 0 0,-1 0 0,1-4 0,4-16 0,-2 0 0,4-32 0,-6 38 0,2 2 0,0 12 0,1 9 0,51 91 0,-37-61 0,42 61 0,-51-85-110,12 16-517,34 57-1,-52-76-6198</inkml:trace>
</inkml:ink>
</file>

<file path=ppt/ink/ink1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3:18.1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766 30 24575,'14'-1'0,"1"0"0,0-2 0,27-7 0,-28 6 0,1 1 0,-1 0 0,31-2 0,6 6 0,-132 13 0,-150-12 0,118-3 0,-163 1 0,258 1 0,1 0 0,-23 6 0,12-2 0,11-1 0,-21 7 0,22-6 0,-28 5 0,-7 1 0,89-8 0,6-1 0,-1 1 0,1 3 0,-2 1 0,45 13 0,-64-14 0,69 20 0,-78-21 0,0 0 0,-1 1 0,1 1 0,15 10 0,-26-14 0,1-1 0,-1 1 0,0 0 0,0 0 0,0 0 0,0 1 0,0-1 0,-1 1 0,0-1 0,0 1 0,0 0 0,0 0 0,0 0 0,-1 0 0,1 0 0,-1 0 0,0 1 0,-1-1 0,1 0 0,-1 1 0,0-1 0,0 0 0,-1 8 0,0-6 0,0-1 0,0 0 0,-1 0 0,1 0 0,-1 0 0,0 0 0,-1 0 0,1-1 0,-1 1 0,0-1 0,0 1 0,-1-1 0,1 0 0,-1 0 0,0-1 0,0 1 0,0-1 0,0 1 0,-5 1 0,-18 8 0,0-1 0,-39 12 0,-7 2 0,67-24 0,-151 67 0,128-55 0,14-7 0,-28 17 0,39-21 0,-1 0 0,1 0 0,0 1 0,1-1 0,-1 1 0,1 0 0,-1 0 0,1 1 0,0-1 0,-3 7 0,2-2 0,2-7 0,1 0 0,0 1 0,-1-1 0,1 0 0,1 1 0,-2 4 0,2-6 0,0-1 0,0 1 0,0-1 0,0 1 0,0-1 0,0 1 0,0-1 0,0 1 0,1-1 0,-1 1 0,0-1 0,0 1 0,1-1 0,-1 1 0,0-1 0,1 0 0,-1 1 0,0-1 0,1 1 0,-1-1 0,1 0 0,-1 1 0,0-1 0,1 0 0,-1 0 0,1 1 0,-1-1 0,1 0 0,-1 0 0,1 0 0,-1 0 0,1 0 0,-1 1 0,1-1 0,-1 0 0,1 0 0,0 0 0,-1 0 0,1-1 0,32 3 0,41-3 0,-14-1 0,401-17 0,-111 8-1365,-340 11-5461</inkml:trace>
</inkml:ink>
</file>

<file path=ppt/ink/ink1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3:20.1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54 369 24575,'0'-2'0,"1"0"0,0 0 0,0 0 0,0 0 0,0 0 0,0 0 0,0 0 0,0 0 0,1 1 0,-1-1 0,1 1 0,-1-1 0,4-2 0,7-8 0,-9 6 0,1 0 0,-1-1 0,1 0 0,-2 1 0,1-1 0,-1-1 0,0 1 0,-1 0 0,2-10 0,-2-1 0,0 0 0,-4-31 0,1 39 0,0 0 0,-1 0 0,0 1 0,-1-1 0,0 1 0,0 0 0,-1 0 0,-1 0 0,-9-13 0,2 2 0,7 7 0,-2-4 0,8 16 0,-1 0 0,1 1 0,0-1 0,-1 1 0,1-1 0,-1 1 0,1-1 0,-1 1 0,1-1 0,-1 1 0,1 0 0,-1-1 0,1 1 0,-1 0 0,0-1 0,1 1 0,-1 0 0,0 0 0,1-1 0,-1 1 0,-1 0 0,2 0 0,-1 0 0,1 0 0,-1 1 0,1-1 0,-1 0 0,1 0 0,-1 1 0,1-1 0,-1 0 0,1 1 0,0-1 0,-1 0 0,1 1 0,-1-1 0,1 0 0,0 1 0,-1-1 0,1 1 0,0-1 0,-1 1 0,1-1 0,0 1 0,0-1 0,-1 2 0,-4 15 0,4-11 0,-1 2 0,1-1 0,0 1 0,0-1 0,0 0 0,1 1 0,0 0 0,0-1 0,2 8 0,2 2 0,0 0 0,9 23 0,28 46 0,-19-42 0,-4-2 0,-10-23 0,0-1 0,17 28 0,-24-44 0,1-1 0,0 1 0,-1 0 0,1-1 0,0 1 0,0-1 0,0 0 0,0 1 0,0-1 0,0 0 0,1 0 0,-1-1 0,0 1 0,0 0 0,1-1 0,-1 1 0,4-1 0,6 1 0,-1 0 0,18-3 0,-11 1 0,83 0-1365,-89 1-5461</inkml:trace>
</inkml:ink>
</file>

<file path=ppt/ink/ink1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3:21.2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145 337 24575,'6'-33'0,"-1"1"0,-2-1 0,-2-60 0,-2 89 0,0-1 0,0 0 0,0 1 0,-1-1 0,0 1 0,0 0 0,0-1 0,0 1 0,-1 0 0,1 0 0,-1 0 0,-5-5 0,-6-5 0,-29-22 0,9 8 0,34 27 0,-1 0 0,1 1 0,-1 0 0,1-1 0,-1 1 0,1-1 0,-1 1 0,1 0 0,-1-1 0,1 1 0,-1 0 0,0-1 0,1 1 0,-1 0 0,1 0 0,-1 0 0,0 0 0,1-1 0,-1 1 0,0 0 0,1 0 0,-1 0 0,0 0 0,1 0 0,-1 1 0,1-1 0,-1 0 0,-1 0 0,1 1 0,0 0 0,0 0 0,1 0 0,-1 0 0,0 0 0,0 0 0,0 0 0,1 0 0,-1 0 0,0 0 0,1 0 0,-1 0 0,0 2 0,-1 5 0,0 0 0,0-1 0,-1 15 0,3-12 0,0 1 0,0-1 0,1 0 0,0 0 0,1 1 0,0-1 0,1 0 0,6 16 0,4 1 0,25 43 0,-17-34 0,-9-15-64,21 35-1237,-24-44-5525</inkml:trace>
</inkml:ink>
</file>

<file path=ppt/ink/ink1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3:22.1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24575,'0'0'-8191</inkml:trace>
</inkml:ink>
</file>

<file path=ppt/ink/ink1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3:25.6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23 24575,'0'-1'0,"0"-1"0,-1 1 0,1-1 0,-1 0 0,0 1 0,1 0 0,-1-1 0,0 1 0,0-1 0,0 1 0,0 0 0,0 0 0,0-1 0,-3 0 0,6 11 0,4 8 0,17 22 0,2 0 0,1-2 0,42 46 0,64 52 0,-80-86 0,33 27 0,-18-16 0,-61-54-73,-7-3 255,-12-4-1656,3-1-5352</inkml:trace>
</inkml:ink>
</file>

<file path=ppt/ink/ink1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3:26.1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203 49 24575,'0'-1'0,"7"-25"0,-6 24 0,-1 1 0,1 0 0,-1-1 0,1 1 0,0 0 0,-1-1 0,1 1 0,0 0 0,0 0 0,0 0 0,0 0 0,0 0 0,0 0 0,0 0 0,3-1 0,-4 2 0,0-1 0,0 1 0,1 0 0,-1 0 0,0 0 0,1 0 0,-1 0 0,1-1 0,-1 1 0,0 0 0,1 0 0,-1 0 0,0 0 0,1 0 0,-1 0 0,1 0 0,-1 0 0,0 0 0,1 0 0,-1 1 0,0-1 0,1 0 0,-1 0 0,0 0 0,1 0 0,-1 0 0,0 1 0,1-1 0,-1 0 0,0 0 0,1 1 0,-1-1 0,1 1 0,-1 0 0,0 0 0,1 0 0,-1 0 0,0 0 0,1 0 0,-1 0 0,0 0 0,0 0 0,0 0 0,0 2 0,0 1 0,-1 1 0,0-1 0,1 0 0,-4 8 0,-8 11 0,0-2 0,-2 1 0,-20 23 0,-19 31 0,47-65 0,0-1 0,1 2 0,0-1 0,1 1 0,-5 18 0,-3 34 0,-25 94 0,30-136-455,1 0 0,-4 35 0,9-45-6371</inkml:trace>
</inkml:ink>
</file>

<file path=ppt/ink/ink1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3:26.8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175 1 24575,'-15'2'0,"-2"0"0,0 0 0,0 2 0,0 0 0,1 1 0,-20 7 0,34-10 0,-1 0 0,0 0 0,1 0 0,-1 1 0,1-1 0,0 1 0,-1-1 0,1 1 0,1 0 0,-1-1 0,0 1 0,1 0 0,-1 0 0,1 0 0,0 1 0,0-1 0,0 0 0,-1 6 0,1 2 0,-1 0 0,1-1 0,1 1 0,1 17 0,0-26 0,-1 1 0,0-1 0,1 0 0,-1 1 0,1-1 0,0 0 0,0 1 0,-1-1 0,2 0 0,-1 0 0,0 0 0,0 0 0,1 0 0,-1 0 0,1 0 0,0 0 0,-1-1 0,1 1 0,0-1 0,0 1 0,0-1 0,0 1 0,0-1 0,3 1 0,4 1 0,0 0 0,0-1 0,0 0 0,0-1 0,10 1 0,7 1 0,23 2-234,82-3 0,-101-2-663,-18 0-5929</inkml:trace>
</inkml:ink>
</file>

<file path=ppt/ink/ink1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3:27.8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114 8 24575,'0'0'0,"-1"-1"0,1 1 0,0 0 0,0-1 0,0 1 0,-1-1 0,1 1 0,0 0 0,0-1 0,-1 1 0,1 0 0,0-1 0,-1 1 0,1 0 0,0-1 0,-1 1 0,1 0 0,-1 0 0,1-1 0,0 1 0,-1 0 0,1 0 0,-1 0 0,1 0 0,-1 0 0,1 0 0,-1-1 0,0 1 0,1 1 0,-1-1 0,0 0 0,0 1 0,0-1 0,1 1 0,-1-1 0,0 1 0,0-1 0,1 1 0,-1-1 0,1 1 0,-1 0 0,0-1 0,0 2 0,-3 5 0,0-1 0,-6 15 0,6-14 0,-13 23 0,11-21 0,1 0 0,0 0 0,0 1 0,1-1 0,1 1 0,-1 0 0,-2 17 0,-8 105 0,13-107 0,2 0 0,0 1 0,6 29 0,4 1 0,31 93 0,-31-117 0,2-2 0,2 1 0,0-2 0,26 37 0,-22-42 0,0 0 0,36 31 0,-51-52-195,0 1 0,0-1 0,0 0 0,1 0 0,-1 0 0,9 3 0,-1-2-6631</inkml:trace>
</inkml:ink>
</file>

<file path=ppt/ink/ink1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3:28.3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89 4 24575,'0'-1'0,"-1"1"0,0-1 0,0 1 0,0 0 0,0-1 0,0 1 0,0 0 0,0 0 0,0 0 0,0 0 0,0 0 0,0 0 0,0 0 0,0 0 0,0 0 0,0 0 0,0 0 0,0 1 0,0-1 0,0 0 0,1 1 0,-1-1 0,0 0 0,0 1 0,0-1 0,0 1 0,1 0 0,-1-1 0,0 1 0,0 0 0,1-1 0,-1 1 0,0 0 0,1 0 0,-1 0 0,1-1 0,-1 1 0,1 0 0,0 0 0,-1 0 0,1 0 0,0 0 0,0 0 0,-1 0 0,1 0 0,0 0 0,0 1 0,0 5 0,0 0 0,0 0 0,1-1 0,-1 1 0,4 10 0,5 18 0,2-2 0,19 44 0,39 61 0,-16-32 0,-47-92 0,-1-7 0,-2 0 0,1 1 0,-1-1 0,-1 1 0,1 0 0,-1 0 0,0 0 0,0 9 0,-2-16 0,0 0 0,0 0 0,0 0 0,0 0 0,0 0 0,0 0 0,0 0 0,-1 0 0,1 0 0,0 0 0,-1 0 0,1 0 0,-1-1 0,1 1 0,-1 0 0,1 0 0,-1 0 0,1-1 0,-1 1 0,0 0 0,1-1 0,-1 1 0,-1 0 0,1 0 0,-1-1 0,1 1 0,-1-1 0,1 1 0,-1-1 0,1 0 0,-1 1 0,1-1 0,-1 0 0,0 0 0,1 0 0,-4-1 0,-3-1 0,0 0 0,1 0 0,-1-1 0,-9-4 0,-73-39 0,81 40 0,-1-1 0,1 0 0,0 0 0,1 0 0,0-1 0,-14-17 0,20 22 0,0-1 0,0 1 0,0-1 0,0 0 0,0 1 0,1-1 0,0 0 0,0 0 0,0 0 0,-1-7 0,2 9 0,0 0 0,0 0 0,0 0 0,0 1 0,1-1 0,-1 0 0,0 0 0,1 0 0,0 0 0,-1 0 0,1 0 0,0 0 0,0 1 0,0-1 0,0 0 0,0 1 0,0-1 0,0 1 0,1-1 0,-1 1 0,1-1 0,-1 1 0,3-1 0,4-3 19,1 1 0,0 0-1,-1 1 1,1 0 0,0 1 0,13-3-1,-11 3-317,0 0 0,-1-1 0,0-1-1,14-5 1,-10 1-6527</inkml:trace>
</inkml:ink>
</file>

<file path=ppt/ink/ink1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3:28.5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 24575,'3'-2'0,"-2"1"0,-2 4 0</inkml:trace>
</inkml:ink>
</file>

<file path=ppt/ink/ink1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3:29.6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158 38 24575,'0'-35'0,"0"34"0,0 1 0,0 0 0,0 0 0,0 0 0,0 0 0,-1 0 0,1 0 0,0 0 0,0 0 0,0-1 0,0 1 0,0 0 0,0 0 0,0 0 0,0 0 0,0 0 0,0 0 0,0 0 0,0 0 0,0 0 0,0 0 0,0-1 0,-1 1 0,1 0 0,0 0 0,0 0 0,0 0 0,0 0 0,0 0 0,0 0 0,0 0 0,0 0 0,-1 0 0,1 0 0,0 0 0,0 0 0,0 0 0,0 0 0,0 0 0,0 0 0,0 0 0,0 0 0,-1 0 0,1 0 0,0 0 0,0 0 0,0 0 0,0 0 0,0 0 0,0 0 0,0 1 0,0-1 0,-1 0 0,-6 7 0,-5 9 0,-24 36 0,23-36 0,1 2 0,-15 28 0,17-22 0,2-1 0,1 2 0,1-1 0,1 1 0,-4 42 0,9-49 0,0 1 0,1 0 0,1-1 0,0 1 0,1-1 0,10 30 0,46 104 0,-45-121 0,-4-8 0,1 0 0,1-1 0,2-1 0,0 0 0,1 0 0,30 30 0,-34-39 0,2 0 0,-1-1 0,2-1 0,22 14 0,-18-13-682,24 8-1,-31-15-6143</inkml:trace>
</inkml:ink>
</file>

<file path=ppt/ink/ink1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3:34.3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12 101 24575,'-1'0'0,"1"0"0,-1 0 0,1 0 0,-1 1 0,1-1 0,-1 0 0,0 1 0,1-1 0,-1 0 0,1 1 0,-1-1 0,1 1 0,0-1 0,-1 0 0,1 1 0,-1-1 0,1 1 0,0 0 0,-1-1 0,1 1 0,0-1 0,0 1 0,-1-1 0,1 1 0,0 0 0,0-1 0,0 1 0,0 0 0,0-1 0,0 1 0,0-1 0,0 1 0,0 0 0,0 0 0,3 23 0,-1-18 0,0 0 0,1 0 0,0 0 0,0 0 0,0-1 0,1 0 0,0 1 0,0-1 0,0-1 0,1 1 0,-1 0 0,9 5 0,-7-5 0,1-1 0,-1 1 0,1-1 0,1-1 0,-1 1 0,0-1 0,1 0 0,-1-1 0,14 3 0,-19-5 0,1 1 0,-1-1 0,0 0 0,0 0 0,1 0 0,-1 0 0,0 0 0,0-1 0,1 1 0,-1-1 0,0 1 0,0-1 0,0 0 0,0 0 0,0 0 0,0 0 0,0 0 0,2-2 0,-2 1 0,0 0 0,-1 0 0,1 0 0,-1 0 0,1 0 0,-1 0 0,0 0 0,0-1 0,0 1 0,0 0 0,-1-1 0,1 1 0,-1-1 0,1 1 0,-1-1 0,0-2 0,0 2 0,0 0 0,0 1 0,1-1 0,-1 0 0,1 0 0,-1 0 0,1 1 0,1-4 0,-2 6 0,1-1 0,-1 0 0,0 1 0,1-1 0,-1 1 0,1-1 0,-1 1 0,1-1 0,0 1 0,-1-1 0,1 1 0,-1-1 0,1 1 0,0 0 0,-1 0 0,1-1 0,0 1 0,0 0 0,-1 0 0,1 0 0,0-1 0,-1 1 0,1 0 0,0 0 0,0 0 0,-1 0 0,1 1 0,0-1 0,0 0 0,-1 0 0,1 0 0,1 1 0,19 6 0,26 11 0,9 4 0,-46-19 0,0 0 0,1-1 0,-1 0 0,1 0 0,-1-1 0,19-1 0,-27 0 0,1 0 0,0-1 0,-1 1 0,1 0 0,-1-1 0,1 0 0,-1 0 0,1 0 0,-1 0 0,1 0 0,-1 0 0,0 0 0,0-1 0,1 1 0,-1-1 0,0 0 0,0 0 0,-1 1 0,1-1 0,0-1 0,-1 1 0,1 0 0,-1 0 0,1 0 0,-1-1 0,0 1 0,0-1 0,0 1 0,-1-1 0,1 1 0,0-6 0,0 2 0,-1-1 0,0 0 0,-1 0 0,1 1 0,-1-1 0,-1 0 0,1 1 0,-1-1 0,0 1 0,-1-1 0,1 1 0,-5-6 0,3 4 0,-1 0 0,0 0 0,0 1 0,-1 0 0,0 0 0,0 1 0,-1-1 0,-11-8 0,7 9-1365,1 2-5461</inkml:trace>
</inkml:ink>
</file>

<file path=ppt/ink/ink1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3:34.9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68 24575,'2'-5'0,"0"1"0,0-1 0,0 1 0,0 0 0,1 0 0,0 0 0,0 0 0,0 0 0,0 0 0,1 1 0,0 0 0,-1-1 0,6-2 0,-6 5 0,0-1 0,0 1 0,1 0 0,-1 0 0,1 0 0,-1 0 0,1 0 0,-1 1 0,1-1 0,-1 1 0,1 0 0,-1 0 0,1 1 0,-1-1 0,1 1 0,0-1 0,-1 1 0,6 2 0,-4-1 0,5 2 0,1 0 0,0 0 0,18 12 0,-27-15 0,0 0 0,0 1 0,-1-1 0,1 1 0,-1-1 0,1 1 0,-1 0 0,1-1 0,-1 1 0,0 0 0,2 4 0,-3-5 0,1 0 0,-1 0 0,0 1 0,0-1 0,0 0 0,0 1 0,0-1 0,0 0 0,0 0 0,0 1 0,0-1 0,-1 0 0,1 1 0,0-1 0,-1 0 0,1 0 0,-1 0 0,0 0 0,1 1 0,-1-1 0,-1 1 0,-2 3 0,0-1 0,-1 0 0,0 0 0,1 0 0,-1-1 0,0 0 0,-1 0 0,1 0 0,-9 3 0,9-4 0,0 0 0,-1 1 0,1 0 0,0 0 0,0 0 0,1 0 0,-1 1 0,1 0 0,-1 0 0,-3 5 0,8-9 0,0 0 0,-1 1 0,1-1 0,0 0 0,0 1 0,0-1 0,-1 1 0,1-1 0,0 0 0,0 1 0,0-1 0,0 1 0,0-1 0,0 1 0,0-1 0,0 0 0,0 1 0,0-1 0,0 1 0,0-1 0,0 1 0,0-1 0,0 0 0,0 1 0,1-1 0,-1 1 0,0-1 0,0 0 0,1 1 0,12 8 0,18 0 0,-3-6 1,0-2 1,33-2-1,-14 0-1370,-35 1-5457</inkml:trace>
</inkml:ink>
</file>

<file path=ppt/ink/ink1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3:35.8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750 59 24575,'80'-12'0,"1"3"0,93 1 0,-123 10 0,84-4 0,-134 2 0,0 0 0,0 0 0,0 0 0,0 0 0,0 0 0,0-1 0,0 1 0,0 0 0,0-1 0,0 1 0,0-1 0,1 0 0,-2 1 0,0 0 0,0 0 0,0-1 0,1 1 0,-1 0 0,0 0 0,0 0 0,0-1 0,0 1 0,0 0 0,0 0 0,0 0 0,0-1 0,0 1 0,0 0 0,0 0 0,0 0 0,0-1 0,0 1 0,0 0 0,0 0 0,0 0 0,0 0 0,-1-1 0,1 1 0,0 0 0,0 0 0,0 0 0,0 0 0,0-1 0,0 1 0,-1 0 0,1 0 0,0 0 0,0 0 0,0-1 0,-2 0 0,-1-1 0,1 1 0,0 0 0,-1-1 0,1 1 0,0 0 0,-1 0 0,-3 0 0,-10-2 0,-1 1 0,0 0 0,1 1 0,-1 1 0,0 1 0,0 0 0,-30 7 0,-251 32 0,257-36 0,-466 16 0,271-20-1365,224 0-5461</inkml:trace>
</inkml:ink>
</file>

<file path=ppt/ink/ink1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3:37.7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64 24575,'1'6'0,"-1"0"0,1 0 0,0 0 0,0 0 0,1 0 0,0 0 0,0 0 0,4 8 0,4 4 0,15 21 0,-17-28 0,-1 0 0,0 1 0,0 0 0,9 25 0,7 65 0,-22-100 0,-1 1 0,1 0 0,0-1 0,0 1 0,0-1 0,1 1 0,-1-1 0,1 0 0,1 3 0,-2-4 0,-1-1 0,0 0 0,0 0 0,1 1 0,-1-1 0,0 0 0,1 0 0,-1 1 0,0-1 0,1 0 0,-1 0 0,0 0 0,1 0 0,-1 0 0,0 1 0,1-1 0,-1 0 0,1 0 0,-1 0 0,0 0 0,1 0 0,-1 0 0,1 0 0,-1 0 0,0-1 0,1 1 0,0 0 0,0-1 0,0 0 0,0 0 0,-1 1 0,1-1 0,0 0 0,0 0 0,-1 0 0,1 0 0,-1 0 0,1 1 0,-1-1 0,1 0 0,0-2 0,0-2 0,0 0 0,0 0 0,0-1 0,-1 1 0,1 0 0,-1 0 0,0 0 0,-1-1 0,1 1 0,-1 0 0,0 0 0,0 0 0,-1 0 0,0 0 0,-2-6 0,-6-10 0,0 1 0,-16-21 0,23 35 0,-18-25 0,11 17 0,1 0 0,0-1 0,1 0 0,0-1 0,-8-24 0,12 27 0,3 9 0,-1 1 0,1 0 0,0-1 0,0 1 0,1-1 0,-1 1 0,1-1 0,0 0 0,0-6 0,0 10 0,0 0 0,0-1 0,1 1 0,-1 0 0,0-1 0,0 1 0,0-1 0,0 1 0,1 0 0,-1-1 0,0 1 0,0 0 0,1 0 0,-1-1 0,0 1 0,0 0 0,1 0 0,-1-1 0,0 1 0,1 0 0,-1 0 0,0 0 0,1-1 0,-1 1 0,1 0 0,-1 0 0,0 0 0,1 0 0,-1 0 0,0 0 0,1 0 0,-1 0 0,1 0 0,-1 0 0,0 0 0,1 0 0,-1 0 0,1 0 0,-1 0 0,0 0 0,1 1 0,-1-1 0,0 0 0,1 0 0,-1 0 0,0 1 0,1-1 0,-1 0 0,0 0 0,0 1 0,1-1 0,-1 0 0,1 1 0,16 16 0,25 39 0,-34-43 0,1 0 0,1-1 0,0 0 0,0 0 0,1-1 0,24 18 0,-29-25 0,1 0 0,-1-1 0,0 0 0,1 0 0,0-1 0,-1 1 0,1-1 0,0-1 0,0 0 0,0 0 0,11 1 0,-14-2 0,0-1 0,-1 1 0,1-1 0,0 1 0,-1-1 0,1 0 0,-1 0 0,1-1 0,-1 1 0,1-1 0,-1 1 0,0-1 0,0 0 0,0-1 0,0 1 0,0 0 0,0-1 0,-1 0 0,1 1 0,-1-1 0,1 0 0,-1 0 0,3-6 0,-1-1 0,-1 1 0,0-1 0,0 0 0,-1 0 0,0 0 0,0 0 0,-1 0 0,-1 0 0,0-1 0,-1-10 0,24 69 0,-13-30 0,-1 0 0,2 0 0,17 20 0,43 44 0,-39-46 0,-20-18-1365,-8-9-5461</inkml:trace>
</inkml:ink>
</file>

<file path=ppt/ink/ink1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3:38.3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50 24575,'-2'-9'0,"-3"-14"0,5 22 0,0 0 0,0 0 0,0 0 0,0 0 0,0 1 0,0-1 0,0 0 0,0 0 0,0 0 0,0 0 0,0 0 0,0 1 0,1-1 0,-1 0 0,0 0 0,1 1 0,-1-1 0,1 0 0,0-1 0,-1 2 0,0 0 0,1 0 0,-1 0 0,1 0 0,-1 0 0,0 0 0,1 0 0,-1 0 0,0 0 0,1 0 0,-1 0 0,0 0 0,1 1 0,-1-1 0,0 0 0,1 0 0,-1 0 0,0 0 0,1 0 0,-1 1 0,0-1 0,0 0 0,1 0 0,-1 1 0,0-1 0,0 0 0,1 0 0,-1 1 0,0-1 0,0 1 0,9 10 0,-9-9 0,11 17 0,16 39 0,-19-38 0,1 0 0,17 27 0,3-11 0,-20-26 0,-1 1 0,8 12 0,-29-37-1365,7 6-5461</inkml:trace>
</inkml:ink>
</file>

<file path=ppt/ink/ink1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3:38.7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564 53 24575,'-9'-7'0,"0"0"0,0 1 0,0-1 0,-1 2 0,-18-9 0,25 13 0,0 0 0,-1 0 0,1 0 0,-1 0 0,1 0 0,-1 1 0,0 0 0,1 0 0,-1 0 0,1 0 0,-1 0 0,1 1 0,-1 0 0,1 0 0,-1 0 0,1 0 0,0 0 0,-1 0 0,1 1 0,0 0 0,-5 3 0,-3 2 0,1-1 0,-1-1 0,0 1 0,0-2 0,0 0 0,0 0 0,-1-1 0,0 0 0,-17 1 0,-15 0 0,-53-2 0,75-2 0,9 0-118,-6 0-298,1 0 1,-37-7-1,42 4-6410</inkml:trace>
</inkml:ink>
</file>

<file path=ppt/ink/ink1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3:39.2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0 24575,'-2'0'0,"-1"3"0,-1 3 0,2 2 0,0 4 0,3 1 0,2 1 0,2-1 0,1-2 0,2-1 0,-1-1 0,1-2 0,-1 1 0,1 1 0,2 0 0,-2-1 0</inkml:trace>
</inkml:ink>
</file>

<file path=ppt/ink/ink1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3:41.8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362 30 24575,'-29'-4'0,"-16"-3"0,-1 1 0,2 1 0,5 1 0,8 2 0,6 1 0,2 0 0,4 1 0,1 1 0,2-1 0,1 0 0,4 3 0</inkml:trace>
</inkml:ink>
</file>

<file path=ppt/ink/ink1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3:42.9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0 104 24575,'14'-13'0,"0"0"0,1 0 0,1 1 0,18-10 0,-26 17 0,0 1 0,0 0 0,1 1 0,0 0 0,-1 0 0,1 1 0,1 0 0,-1 0 0,0 1 0,16 0 0,-23 1 0,2 0 0,1 0 0,-1 0 0,1 1 0,-1-1 0,8 3 0,-10-2 0,-1 0 0,0-1 0,0 1 0,0 0 0,1 0 0,-1-1 0,0 1 0,0 0 0,0 0 0,0 0 0,-1 0 0,1 0 0,0 1 0,0-1 0,-1 0 0,1 0 0,0 0 0,-1 1 0,1-1 0,-1 0 0,0 1 0,1-1 0,-1 2 0,1 6 0,1 0 0,-2 0 0,1 0 0,-2 0 0,1 0 0,-1 1 0,0-1 0,-1 0 0,0-1 0,0 1 0,-1 0 0,0-1 0,-1 1 0,0-1 0,0 0 0,-1 0 0,0 0 0,0-1 0,-1 0 0,0 0 0,0 0 0,-10 8 0,4-6 0,-1 1 0,-22 11 0,6-4 0,29-17 0,-1 1 0,1-1 0,-1 0 0,1 0 0,-1 1 0,1-1 0,-1 0 0,1 1 0,-1-1 0,1 0 0,-1 1 0,1-1 0,0 1 0,-1-1 0,1 1 0,0-1 0,-1 1 0,1-1 0,0 1 0,0-1 0,-1 1 0,1-1 0,0 1 0,0 1 0,0-2 0,1 1 0,-1-1 0,0 0 0,1 1 0,-1-1 0,1 1 0,-1-1 0,1 0 0,-1 1 0,1-1 0,-1 0 0,1 0 0,-1 0 0,1 1 0,0-1 0,-1 0 0,1 0 0,-1 0 0,2 0 0,36 2 0,-35-2 0,48 0 0,59-2 0,-108 2-105,-1 0 0,1-1 0,-1 1 0,1 0 0,-1-1 0,1 1 0,-1-1 0,1 1 0,-1-1 0,1 0 0,-1 0 0,2-1 0</inkml:trace>
</inkml:ink>
</file>

<file path=ppt/ink/ink1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3:43.2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24575,'2'5'0,"1"4"0,3 3 0,0 2 0,1 1 0,2-3 0,0 1 0,1-1 0,0 0 0,2-1 0,1-1 0,1-1 0,-3-1 0,1-1 0,-3 1 0,0-2 0</inkml:trace>
</inkml:ink>
</file>

<file path=ppt/ink/ink1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3:43.4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24575,'10'20'0,"6"6"0,0 1 0,-1-3 0,-2-5 0,-1-1 0,0-3 0,-3-1 0,1-2 0</inkml:trace>
</inkml:ink>
</file>

<file path=ppt/ink/ink1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3:43.7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376 41 24575,'-27'-8'0,"-14"-1"0,-3-1 0,2 3 0,6 1 0,6 6 0,5 1 0,5 4 0,2 1 0,0 1 0,1 3 0,1 2 0,1-2 0,1 1 0,2-2-8191</inkml:trace>
</inkml:ink>
</file>

<file path=ppt/ink/ink1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3:44.7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90 605 24575,'11'0'0,"0"0"0,0-1 0,0 0 0,-1-1 0,1 0 0,18-8 0,-26 9 0,1 0 0,-1-1 0,0 1 0,0-1 0,0 0 0,0 0 0,-1 0 0,1 0 0,0 0 0,-1-1 0,0 1 0,1-1 0,-1 0 0,0 0 0,0 0 0,-1 0 0,1 0 0,-1 0 0,1 0 0,-1 0 0,0-1 0,0 1 0,0-1 0,0-5 0,3-30 0,-2 26 0,-1-1 0,0 0 0,-1 1 0,-2-21 0,-4 1 0,-1 0 0,-2 1 0,-20-50 0,19 59 0,-1 1 0,-1 0 0,0 1 0,-2 0 0,-26-29 0,27 32 0,10 14 0,1-1 0,-2 1 0,1 0 0,0 0 0,-7-5 0,9 8 0,0 0 0,0 1 0,0-1 0,0 1 0,0-1 0,0 1 0,0-1 0,0 1 0,0 0 0,-1 0 0,1-1 0,0 1 0,0 0 0,0 0 0,0 0 0,-1 0 0,1 0 0,0 0 0,0 1 0,0-1 0,0 0 0,-1 1 0,1-1 0,0 0 0,0 1 0,0-1 0,0 1 0,0 0 0,-1 1 0,0-1 0,0 1 0,1-1 0,-1 1 0,0 0 0,1 0 0,0 0 0,-1 0 0,1 0 0,0 0 0,0 1 0,0-1 0,0 0 0,1 0 0,-1 1 0,1-1 0,-1 1 0,1 2 0,-1 7 0,0 1 0,3 14 0,-1-11 0,0 1 0,1 0 0,1 0 0,0-1 0,1 1 0,1-1 0,1 0 0,0 0 0,14 23 0,-6-10 0,1-1 0,38 48 0,-43-63 0,-5-6 0,1 0 0,-1 0 0,2 0 0,-1-1 0,1 0 0,0 0 0,0-1 0,10 6 0,-8-7 17,0 0-1,1 0 1,-1-1-1,1-1 0,-1 1 1,16 0-1,2-1-677,29-2-1,-52 0 505,8 0-6669</inkml:trace>
</inkml:ink>
</file>

<file path=ppt/ink/ink1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3:46.2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1370 16 24575,'1'0'0,"-1"0"0,1 0 0,0 0 0,-1 0 0,1 0 0,-1 0 0,1 0 0,0 0 0,-1 0 0,1 0 0,-1 0 0,1 0 0,-1-1 0,1 1 0,0 0 0,-1 0 0,1-1 0,-1 1 0,1 0 0,-1 0 0,1-1 0,-1 1 0,1-1 0,-1 1 0,0 0 0,1-1 0,-1 0 0,0 0 0,0 1 0,0-1 0,-1 1 0,1-1 0,-1 1 0,1 0 0,0-1 0,-1 1 0,1-1 0,-1 1 0,1 0 0,-1-1 0,0 1 0,1 0 0,-1 0 0,1-1 0,-1 1 0,1 0 0,-1 0 0,0 0 0,1 0 0,-1 0 0,1-1 0,-1 1 0,0 0 0,0 1 0,-29-4 0,-50 3 0,36 1 0,10 1 0,-56 10 0,0 0 0,-187-8 0,157-5 0,-374 1 0,479 1-273,0 0 0,0 1 0,0 0 0,-24 8 0,26-6-6553</inkml:trace>
</inkml:ink>
</file>

<file path=ppt/ink/ink1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3:49.0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75 24575,'1'11'0,"-1"-1"0,2 1 0,-1-1 0,2 1 0,-1-1 0,1 0 0,1 0 0,9 18 0,3 1 0,30 40 0,8 11 0,-44-59 0,-9-19 0,-8-12 0,-70-131 0,61 111 0,-17-48 0,27 62 0,1 0 0,1 0 0,1 0 0,-3-27 0,6 49 0,1 1 0,0-1 0,0 0 0,0 0 0,1 0 0,-1 0 0,1-1 0,1 1 0,-1 0 0,1-1 0,0 0 0,1 1 0,-1-1 0,1 0 0,0-1 0,0 1 0,0-1 0,1 0 0,0 0 0,0 0 0,0 0 0,0-1 0,0 0 0,1 0 0,-1-1 0,1 1 0,6 1 0,0 0 0,1 1 0,0-2 0,0 0 0,1-1 0,19 2 0,-30-4 0,0 0 0,0 0 0,0-1 0,0 1 0,0-1 0,0 1 0,0-1 0,0 0 0,0 0 0,0 0 0,0-1 0,0 1 0,-1-1 0,1 1 0,-1-1 0,1 0 0,-1 0 0,0 0 0,1 0 0,-1 0 0,0-1 0,0 1 0,-1-1 0,1 1 0,0-1 0,-1 0 0,0 0 0,0 1 0,0-1 0,1-4 0,0 1 0,0-1 0,-1 0 0,0-1 0,-1 1 0,0 0 0,0-11 0,-1 14 0,1-1 0,-1 1 0,0 0 0,0-1 0,0 1 0,-1 0 0,1 0 0,-1 0 0,0 0 0,0 0 0,-4-5 0,5 9 0,1 0 0,0-1 0,0 1 0,0 0 0,0 0 0,0-1 0,-1 1 0,1 0 0,0 0 0,0-1 0,0 1 0,-1 0 0,1 0 0,0 0 0,0 0 0,-1-1 0,1 1 0,0 0 0,-1 0 0,1 0 0,0 0 0,0 0 0,-1 0 0,1 0 0,0 0 0,-1 0 0,1 0 0,0 0 0,-1 0 0,1 0 0,-2 8 0,5 14 0,0-9 0,2 0 0,-1-1 0,2 0 0,0 0 0,0 0 0,1 0 0,9 10 0,65 69 0,-62-71 0,2 4 40,13 12-1445,-27-30-5421</inkml:trace>
</inkml:ink>
</file>

<file path=ppt/ink/ink1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3:49.5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24575,'24'41'0,"-14"-24"0,13 19 0,-20-32 0,15 20 0,31 32 0,-42-46 120,-6-10-148,-1 1 1,0-1-1,0 0 1,0 0-1,0 1 1,0-1-1,0 0 1,0 0-1,0 0 1,0 1-1,0-1 1,0 0-1,-1 0 1,1 0-1,0 1 1,0-1-1,0 0 1,0 0-1,0 0 1,0 1-1,0-1 1,0 0-1,-1 0 1,1 0-1,0 0 1,0 0-1,0 1 1,0-1-1,-1 0 1,1 0-1,0 0 1,0 0-1,0 0 1,-1 0-1,1 0 1,0 0-1,0 1 1,0-1-1,-1 0 1,1 0-1,0 0 1,0 0-1,0 0 1,-1 0-1,1 0 1,0 0-1,0 0 1,0-1-1,-1 1 1,1 0-1,0 0 1,0 0-1,-1 0 1</inkml:trace>
</inkml:ink>
</file>

<file path=ppt/ink/ink1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3:49.8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386 90 24575,'-8'-11'0,"-1"1"0,0 0 0,0 0 0,-1 1 0,-19-13 0,26 19 0,0 1 0,0 1 0,0-1 0,0 0 0,-1 1 0,1-1 0,-1 1 0,1 0 0,-1 0 0,1 1 0,-1-1 0,0 1 0,1 0 0,-1 0 0,0 0 0,1 0 0,-1 0 0,1 1 0,-1 0 0,0 0 0,1 0 0,0 0 0,-1 0 0,1 1 0,-7 3 0,-2 3 0,0 0 0,-1-1 0,0 0 0,0-1 0,-1-1 0,-23 7 0,19-8-455,-1-2 0,-29 2 0,31-4-6371</inkml:trace>
</inkml:ink>
</file>

<file path=ppt/ink/ink1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3:50.5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 63 24575,'-1'1'0,"0"0"0,0 1 0,0-1 0,0 0 0,1 1 0,-1-1 0,1 1 0,-1-1 0,1 1 0,-1 0 0,1-1 0,0 1 0,0-1 0,0 1 0,0 0 0,0-1 0,0 1 0,0-1 0,1 1 0,-1 0 0,1-1 0,-1 1 0,1-1 0,-1 1 0,1-1 0,0 0 0,1 3 0,1 2 0,1 0 0,0 0 0,1 0 0,7 8 0,-11-12 0,21 17 0,-10-15 0,-12-4 0,1 0 0,-1 0 0,0 0 0,1 0 0,-1 0 0,1-1 0,-1 1 0,0 0 0,1 0 0,-1 0 0,0-1 0,1 1 0,-1 0 0,0-1 0,0 1 0,1 0 0,-1 0 0,0-1 0,0 1 0,1-1 0,-1 1 0,0 0 0,0-1 0,0 1 0,0 0 0,0-1 0,0 1 0,1-1 0,-1-1 0,0-1 0,0 1 0,0-1 0,0 1 0,-1-1 0,1 1 0,-1 0 0,1-1 0,-1 1 0,0 0 0,0-1 0,0 1 0,-2-3 0,-18-28 0,-36-34 0,42 51 0,14 15 0,1 0 0,-1 1 0,0-1 0,1 0 0,-1 1 0,0-1 0,1 0 0,-1 1 0,0-1 0,0 1 0,0-1 0,1 1 0,-1 0 0,0-1 0,0 1 0,0 0 0,0-1 0,-1 1 0,0 5 0,4 7 0,4 0 17,0 1 1,1-1-1,0 0 0,17 20 0,5 8-1468,-22-29-5375</inkml:trace>
</inkml:ink>
</file>

<file path=ppt/ink/ink1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3:51.0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24575,'0'0'-8191</inkml:trace>
</inkml:ink>
</file>

<file path=ppt/ink/ink1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3:52.1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 24575,'4'-2'0,"-1"0"0,1 1 0,-1 0 0,1 0 0,0 0 0,-1 0 0,1 1 0,0-1 0,0 1 0,-1 0 0,1 0 0,0 0 0,6 2 0,-4-1 0,0 1 0,-1 0 0,1 0 0,0 1 0,-1 0 0,1 0 0,7 6 0,4 5 0,-1 1 0,0 0 0,22 30 0,-32-38 0,27 35 0,-1 1 0,28 51 0,-44-62 0,0 0 0,-2 0 0,-1 1 0,9 41 0,-15-46 0,-1 0 0,4 55 0,-9-73 0,-2-1 0,1 1 0,-1-1 0,0 1 0,-1-1 0,0 0 0,-1 0 0,0 0 0,0 0 0,-1 0 0,0 0 0,-9 13 0,-7 6-1365,12-16-5461</inkml:trace>
</inkml:ink>
</file>

<file path=ppt/ink/ink1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3:53.5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25 24575,'0'0'0,"-1"-1"0,1 1 0,-1-1 0,1 1 0,0-1 0,0 1 0,-1-1 0,1 0 0,0 1 0,0-1 0,0 1 0,0-1 0,0 0 0,0 1 0,0-1 0,0 0 0,0 1 0,0-1 0,0 1 0,0-1 0,0 0 0,0 1 0,0-1 0,1 1 0,-1-1 0,0 0 0,0 1 0,1-1 0,-1 1 0,1-1 0,-1 1 0,0-1 0,1 1 0,-1-1 0,1 1 0,-1 0 0,1-1 0,-1 1 0,1 0 0,-1-1 0,1 1 0,-1 0 0,1-1 0,0 1 0,-1 0 0,1 0 0,0 0 0,-1 0 0,1 0 0,1 0 0,1-1 0,0 1 0,1 0 0,-1 0 0,1 0 0,-1 0 0,1 1 0,-1 0 0,4 1 0,0 0 0,0 2 0,0-1 0,-1 1 0,1 0 0,10 8 0,28 31 0,-7-8 0,-3-3 0,0 1 0,-2 2 0,-2 1 0,-1 2 0,40 66 0,-42-50 0,-2 2 0,25 83 0,-35-95 0,0 5 0,-1 0 0,-3 0 0,-2 2 0,-2-1 0,-2 1 0,-1 62 0,-5-108 0,0 0 0,-1 0 0,1 0 0,-1 0 0,0 0 0,0 0 0,-2 5 0,2-9 0,0 1 0,0 0 0,0-1 0,0 1 0,-1 0 0,1-1 0,0 0 0,-1 1 0,1-1 0,-1 0 0,1 0 0,-1 0 0,0 1 0,1-2 0,-1 1 0,0 0 0,0 0 0,0-1 0,1 1 0,-1-1 0,-3 1 0,-4 0-455,0 0 0,-16 0 0,12-2-6371</inkml:trace>
</inkml:ink>
</file>

<file path=ppt/ink/ink1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4:18.1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 13 24575,'0'0'0,"0"-1"0,0 1 0,0 0 0,0-1 0,0 1 0,0-1 0,0 1 0,0-1 0,0 1 0,0 0 0,0-1 0,0 1 0,0-1 0,0 1 0,0-1 0,-1 1 0,1 0 0,0-1 0,0 1 0,0-1 0,-1 1 0,1 0 0,0-1 0,0 1 0,-1 0 0,1-1 0,0 1 0,-1 0 0,1 0 0,0-1 0,-1 1 0,1 0 0,-1 0 0,0 0 0,1 0 0,-1 0 0,1 1 0,-1-1 0,1 1 0,0-1 0,-1 0 0,1 1 0,-1-1 0,1 1 0,0-1 0,-1 1 0,1-1 0,0 1 0,0-1 0,-1 1 0,1 0 0,0-1 0,0 1 0,0-1 0,0 1 0,0-1 0,0 1 0,0 1 0,-2 13 0,1 0 0,1 1 0,0-1 0,1 0 0,4 17 0,21 74 0,-1-6 0,-19-71 0,-1-1 0,-2 1 0,-1 0 0,-2 48 0,-5-56 0,4-18 0,0 1 0,1-1 0,-1 0 0,0 1 0,1-1 0,0 0 0,0 5 0,0-7 0,0 0 0,1 0 0,-1 0 0,0 0 0,1 0 0,-1 0 0,1 0 0,-1 0 0,1 0 0,0-1 0,-1 1 0,1 0 0,0 0 0,0-1 0,-1 1 0,1 0 0,0-1 0,0 1 0,0-1 0,0 1 0,0-1 0,0 1 0,0-1 0,0 0 0,0 0 0,0 1 0,0-1 0,0 0 0,1 0 0,17 2 0,1-1 0,-1 0 0,22-4 0,9 1 0,-12 3 0,-22 1 0,0-2 0,0-1 0,29-3 0,-42 3-124,-1 0 0,1 0 0,-1 1 0,1-1 0,-1-1 0,0 1-1,1 0 1,-1-1 0,0 1 0,2-2 0,4-6-6702</inkml:trace>
</inkml:ink>
</file>

<file path=ppt/ink/ink1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4:18.6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60 243 24575,'3'-2'0,"60"-58"0,-57 53 0,1-1 0,-1 0 0,0 0 0,-1 0 0,0-1 0,5-13 0,-9 20 0,0 0 0,-1-1 0,1 1 0,-1 0 0,1 0 0,-1-1 0,0 1 0,0 0 0,0-1 0,0 1 0,-1 0 0,1-1 0,-1 1 0,1 0 0,-1-1 0,0 1 0,0 0 0,0 0 0,0 0 0,0 0 0,0 0 0,-1 0 0,1 0 0,0 0 0,-1 1 0,0-1 0,1 0 0,-4-1 0,-4-4 0,-1 1 0,1-1 0,-2 2 0,-14-7 0,18 9 0,5 1 0,0 2 0,0-1 0,0 0 0,0 0 0,-1 0 0,1 1 0,0 0 0,0-1 0,-1 1 0,1 0 0,0 0 0,0 0 0,-1 0 0,1 0 0,0 1 0,0-1 0,-1 1 0,1-1 0,0 1 0,0 0 0,0 0 0,0 0 0,0 0 0,0 0 0,-2 2 0,2-1 0,0 0 0,0 1 0,0-1 0,0 1 0,0-1 0,1 1 0,-1 0 0,1-1 0,0 1 0,0 0 0,0 0 0,0 0 0,0 0 0,1 0 0,-1 0 0,1 0 0,0 0 0,0 5 0,0 0 0,2 0 0,-1 0 0,1 0 0,0 0 0,0-1 0,1 1 0,0-1 0,0 1 0,1-1 0,7 10 0,6 7 0,31 34 0,-43-53 0,9 10 0,0 0 0,1-1 0,1-1 0,21 13 0,-28-20 0,-1-1 0,1 0 0,0-1 0,0 0 0,1 0 0,-1-1 0,1 0 0,-1-1 0,1 0 0,17 1 0,-14-4-1365,-2-2-5461</inkml:trace>
</inkml:ink>
</file>

<file path=ppt/ink/ink1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4:19.3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 34 24575,'0'-30'0,"0"26"0,0 20 0,0 13 0,-1-4 0,1 1 0,1 0 0,2-1 0,0 1 0,8 27 0,18 47 0,46 128 0,-74-225 0,0 0 0,1 0 0,-1-1 0,1 1 0,0-1 0,-1 1 0,1-1 0,0 0 0,1 0 0,-1 1 0,0-2 0,1 1 0,-1 0 0,1 0 0,-1-1 0,6 3 0,-6-3 0,1-1 0,-1 1 0,0-1 0,0 0 0,1 1 0,-1-1 0,0 0 0,0 0 0,1-1 0,-1 1 0,0 0 0,0-1 0,0 1 0,1-1 0,-1 0 0,0 0 0,0 0 0,0 0 0,0 0 0,0 0 0,0 0 0,-1-1 0,3-1 0,1-2-114,-1-1 1,0 1-1,0-1 0,-1 1 0,1-1 1,-1-1-1,-1 1 0,1 0 0,-1 0 1,0-1-1,1-7 0,1-2-6712</inkml:trace>
</inkml:ink>
</file>

<file path=ppt/ink/ink1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4:19.5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373 31 24575,'-30'-5'0,"-14"-1"0,-2-1 0,4 2 0,6 2 0,8 1 0,6 0 0,1 2 0,3 2 0,1 2 0,-2-1 0,1 0 0,1-1 0,3-1-8191</inkml:trace>
</inkml:ink>
</file>

<file path=ppt/ink/ink1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4:20.8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31 672 24575,'10'-6'0,"0"0"0,-1-1 0,1 0 0,-1 0 0,-1-1 0,0 0 0,0-1 0,12-16 0,-16 19 0,-1 1 0,0-1 0,0 0 0,0 0 0,-1 0 0,0-1 0,0 1 0,-1 0 0,0-1 0,0 1 0,0-1 0,-1 1 0,0-1 0,0 0 0,0 1 0,-1-1 0,-2-6 0,-10-40 0,3 19 0,-8-67 0,17 24 0,2 58 0,-1-1 0,-1 1 0,-5-33 0,4 42 0,0-1 0,0 1 0,-7-17 0,8 25 0,0 0 0,0-1 0,-1 1 0,1 0 0,0-1 0,-1 1 0,0 0 0,1 0 0,-1 0 0,0 1 0,0-1 0,0 0 0,0 1 0,0-1 0,-1 1 0,-2-2 0,5 3 0,-1 0 0,0-1 0,0 1 0,0 0 0,1 0 0,-1 0 0,0 0 0,0 0 0,0 0 0,1 0 0,-1 0 0,0 0 0,0 0 0,0 0 0,0 0 0,1 0 0,-1 1 0,0-1 0,0 0 0,1 1 0,-1-1 0,0 1 0,-1 0 0,1 0 0,-1 1 0,1-1 0,0 1 0,0-1 0,-1 1 0,1-1 0,0 1 0,-1 2 0,-1 3 0,1 0 0,0 1 0,-3 13 0,2-4 0,1 1 0,1-1 0,3 34 0,11 52 0,0-9 0,-7-39 0,21 97 0,-23-137 0,1-1 0,0 0 0,1-1 0,0 1 0,1-1 0,11 17 0,-12-22 0,1 1 0,1-1 0,-1 0 0,1 0 0,0-1 0,1 0 0,0-1 0,0 0 0,12 6 0,-11-7 20,1 0 0,0-1 0,0-1 0,0 0 0,18 3 0,-21-5-185,0 0 0,0-1 0,1 0 0,-1 0 0,0-1 0,0 0 0,0 0 0,13-5 0,-12 3-6661</inkml:trace>
</inkml:ink>
</file>

<file path=ppt/ink/ink1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4:24.5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316 2 24575,'-66'-1'0,"-71"2"0,92 6 87,29-4-813,-23 2 0,26-5-6100</inkml:trace>
</inkml:ink>
</file>

<file path=ppt/ink/ink1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4:24.9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286 21 24575,'-19'-5'0,"-10"-1"0,-2 0 0,3 3 0,2 3 0,4 1 0,3 0 0,2 0 0,2 0 0,-1 0 0,-2 0 0,2 2 0,-1 0 0,4 0-8191</inkml:trace>
</inkml:ink>
</file>

<file path=ppt/ink/ink1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4:25.6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 0 24575,'-3'4'0,"0"0"0,0 0 0,0 0 0,0 0 0,1 1 0,-1-1 0,1 0 0,0 1 0,1 0 0,-1 0 0,1-1 0,0 1 0,0 0 0,1 0 0,-1 0 0,1 0 0,0 0 0,0 0 0,2 8 0,-1-4 0,1 0 0,1-1 0,-1 1 0,1-1 0,1 0 0,-1 0 0,2 0 0,-1 0 0,1-1 0,6 9 0,-6-10 24,0-1 0,1 1 0,0-1 0,7 6 0,-12-10-83,1 0-1,-1 0 1,1 0-1,-1 0 1,1 0 0,-1 0-1,1-1 1,-1 1-1,1 0 1,0-1 0,-1 0-1,1 1 1,0-1-1,0 0 1,-1 0 0,1 0-1,0 0 1,0 0-1,-1 0 1,1 0 0,0 0-1,-1-1 1,1 1-1,2-2 1</inkml:trace>
</inkml:ink>
</file>

<file path=ppt/ink/ink1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4:25.7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 1 24575,'-5'4'0</inkml:trace>
</inkml:ink>
</file>

<file path=ppt/ink/ink1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4:26.5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24575,'5'10'0,"4"5"0,0 3 0,2 4 0,-2-1 0,1 0 0,-2-2 0,-2-1 0,0-2 0,0-1 0,0-3 0,0-1 0,-1 0 0,-2 1 0,1 0 0,1 2 0,-2-1 0,0-1-8191</inkml:trace>
</inkml:ink>
</file>

<file path=ppt/ink/ink1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4:26.7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375 15 24575,'-30'0'0,"-11"-2"0,-5-1 0,2-1 0,5 2 0,6 0 0,8 1 0,4 0 0,4 1 0,3 0 0,0 0 0,1 0 0,0 1 0,0-1 0,2 0-8191</inkml:trace>
</inkml:ink>
</file>

<file path=ppt/ink/ink1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4:27.2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24575,'9'10'0,"0"1"0,-1 0 0,0 0 0,-1 1 0,10 18 0,23 69 0,-21-49 0,11 27 0,-4 1 0,16 84 0,-31-124-1365</inkml:trace>
</inkml:ink>
</file>

<file path=ppt/ink/ink1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4:27.6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86 0 24575,'-8'2'0,"1"0"0,-1 1 0,1-1 0,0 1 0,0 1 0,-12 6 0,17-8 0,0-1 0,1 0 0,-1 1 0,0 0 0,1-1 0,-1 1 0,1 0 0,0 0 0,-1 0 0,1 0 0,0 0 0,0 0 0,1 0 0,-1 0 0,0 0 0,0 0 0,1 0 0,0 1 0,-1-1 0,1 0 0,0 0 0,0 1 0,0-1 0,0 0 0,1 0 0,-1 1 0,2 3 0,-1-2 0,1 0 0,-1 0 0,1 1 0,0-1 0,1 0 0,-1 0 0,1-1 0,-1 1 0,1-1 0,1 1 0,-1-1 0,0 0 0,1 0 0,-1 0 0,1 0 0,0-1 0,0 0 0,0 0 0,0 0 0,0 0 0,9 2 0,6 1 0,0-1 0,0-1 0,35 1 0,-41-3 0,74 11-1365,-74-11-5461</inkml:trace>
</inkml:ink>
</file>

<file path=ppt/ink/ink1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4:28.4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59 144 24575,'37'114'0,"11"24"0,-40-120 0,1 0 0,1-1 0,1 0 0,15 18 0,-26-34 0,1-1 0,-1 1 0,1 0 0,0 0 0,-1 0 0,1-1 0,0 1 0,0 0 0,-1-1 0,1 1 0,0-1 0,0 1 0,0-1 0,1 1 0,-1-1 0,-1 0 0,0 0 0,0 0 0,1 0 0,-1 0 0,0 0 0,0-1 0,1 1 0,-1 0 0,0 0 0,0 0 0,0 0 0,1-1 0,-1 1 0,0 0 0,0 0 0,0 0 0,1-1 0,-1 1 0,0 0 0,0 0 0,0-1 0,0 1 0,0 0 0,0 0 0,0-1 0,0 1 0,0 0 0,0 0 0,0-1 0,1 1 0,-2-1 0,2-2 0,-1 0 0,0-1 0,-1 1 0,1 0 0,-1-1 0,1 1 0,-2-4 0,-15-33 0,-1 1 0,-2 0 0,-29-40 0,-12-25 0,49 81 0,0-1 0,-11-38 0,22 60 0,-1-2 0,1-1 0,0 1 0,-1-1 0,1 1 0,1-1 0,-1 1 0,1-1 0,0 1 0,0-1 0,1-9 0,-1 14 0,0 0 0,0 0 0,0-1 0,1 1 0,-1 0 0,0 0 0,0 0 0,0 0 0,0 0 0,0-1 0,1 1 0,-1 0 0,0 0 0,0 0 0,0 0 0,0 0 0,1 0 0,-1 0 0,0 0 0,0 0 0,0-1 0,1 1 0,-1 0 0,0 0 0,0 0 0,0 0 0,1 0 0,-1 0 0,0 0 0,0 0 0,0 0 0,1 1 0,-1-1 0,0 0 0,0 0 0,0 0 0,1 0 0,-1 0 0,0 0 0,0 0 0,0 0 0,0 0 0,1 1 0,-1-1 0,0 0 0,0 0 0,9 9 0,-8-8 0,121 148 0,-112-136 0,-3-5 0,0 0 0,0-1 0,1 0 0,0 0 0,0-1 0,1 0 0,0 0 0,9 5 0,-10-8 0,-1 1 0,0-1 0,1-1 0,0 1 0,0-1 0,-1-1 0,1 1 0,0-1 0,0-1 0,1 1 0,7-2 0,-14 1 0,1-1 0,0 1 0,0-1 0,-1 0 0,1 0 0,-1 0 0,1 0 0,-1 0 0,1 0 0,-1-1 0,0 1 0,1-1 0,-1 0 0,0 0 0,2-3 0,-1 1 0,0 0 0,0 0 0,0 0 0,-1 0 0,0-1 0,0 1 0,0-1 0,1-5 0,-1-1 0,1 1 0,-2-1 0,0 0 0,0 0 0,-1 0 0,0 1 0,-3-15 0,2 16 0,0 1 0,-1 0 0,0 0 0,0 0 0,-1 0 0,0 0 0,-1 0 0,-5-9 0,9 16 0,0 1 0,0 0 0,-1 0 0,1 0 0,0-1 0,0 1 0,0 0 0,0 0 0,0 0 0,-1-1 0,1 1 0,0 0 0,0 0 0,0 0 0,0 0 0,-1 0 0,1-1 0,0 1 0,0 0 0,-1 0 0,1 0 0,0 0 0,0 0 0,0 0 0,-1 0 0,1 0 0,0 0 0,0 0 0,-1 0 0,1 0 0,0 0 0,0 0 0,-1 0 0,1 0 0,0 0 0,0 0 0,0 0 0,-1 0 0,1 0 0,0 1 0,0-1 0,0 0 0,-1 0 0,1 0 0,0 0 0,0 0 0,0 1 0,-1-1 0,1 0 0,0 0 0,0 0 0,0 1 0,0-1 0,0 0 0,0 0 0,0 0 0,-1 1 0,1-1 0,0 0 0,0 0 0,0 1 0,0-1 0,0 0 0,0 0 0,0 1 0,0-1 0,0 0 0,0 0 0,0 1 0,-1 18 0,4-7 0,0 0 0,1 0 0,0 0 0,1-1 0,0 1 0,8 10 0,3 4 0,25 30 0,6 2-54,65 91-1257,-103-134-5515</inkml:trace>
</inkml:ink>
</file>

<file path=ppt/ink/ink1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4:32.1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60 26 24575,'-7'-7'0,"-5"-3"0,-3 3 0,1 6 0,3 2-8191</inkml:trace>
</inkml:ink>
</file>

<file path=ppt/ink/ink1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4:31.8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24575,'2'19'0,"4"7"0,0 2 0,0-3 0,0-2 0,1-2 0,0-6 0,-1-2 0,0-1 0,0-3 0,-1 0 0,2-2 0,1-2 0,3-2 0,1-3 0,-1-5 0,-3-4 0</inkml:trace>
</inkml:ink>
</file>

<file path=ppt/ink/ink1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4:32.8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199 30 24575,'-20'-5'0,"-9"-2"0,-1 1 0,1 1 0,3 1 0,4 2 0,3 1 0,5 3 0,5 1-8191</inkml:trace>
</inkml:ink>
</file>

<file path=ppt/ink/ink1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4:32.9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63 12 24575,'-27'-5'0,"-9"-2"-8191</inkml:trace>
</inkml:ink>
</file>

<file path=ppt/ink/ink1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4:33.5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64 17 24575,'19'-4'0,"0"2"0,1 0 0,-1 1 0,1 1 0,26 3 0,-38-2 0,0 0 0,0 1 0,-1 0 0,1 0 0,-1 1 0,0 0 0,0 0 0,0 1 0,0-1 0,0 2 0,-1-1 0,0 1 0,0 0 0,0 0 0,-1 1 0,8 8 0,-6-4 0,-1 0 0,1 1 0,-2 0 0,1 0 0,5 20 0,-8-23 0,-1 1 0,0-1 0,-1 1 0,0-1 0,0 1 0,-1-1 0,0 1 0,0-1 0,-2 10 0,1-15 0,0 1 0,0-1 0,0 0 0,0 0 0,0 1 0,-1-1 0,0 0 0,1-1 0,-1 1 0,0 0 0,-1 0 0,1-1 0,0 1 0,-1-1 0,1 0 0,-1 0 0,0 0 0,0 0 0,0 0 0,0 0 0,0-1 0,0 0 0,0 1 0,0-1 0,-1 0 0,1-1 0,0 1 0,-6 0 0,0 0 0,0-1 0,0 0 0,0-1 0,0 1 0,0-2 0,0 1 0,1-1 0,-1-1 0,-16-6 0,7 1 0,0-1 0,1-1 0,-1 0 0,2-1 0,0-1 0,0-1 0,1 0 0,-26-30 0,38 37 0,-1 0 0,1 0 0,0 0 0,0 0 0,1-1 0,0 1 0,0-1 0,1 0 0,0 1 0,-1-14 0,2 16 0,-1 0 0,1 0 0,0 0 0,1 0 0,-1-1 0,1 1 0,0 0 0,0 0 0,0 0 0,0 0 0,1 0 0,-1 1 0,1-1 0,0 0 0,1 1 0,-1-1 0,0 1 0,7-6 0,-7 7 8,0 1 0,0-1 0,1 1 0,-1 0 1,1 0-1,0 0 0,-1 0 0,1 0 0,0 1 0,5-1 0,28 0-755,-28 2 40,5-1-6119</inkml:trace>
</inkml:ink>
</file>

<file path=ppt/ink/ink1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4:33.8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154 0 24575,'-22'15'0,"-7"7"0,-2 0 0,3-2 0,3-3 0,6-5-8191</inkml:trace>
</inkml:ink>
</file>

<file path=ppt/ink/ink1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4:34.1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24575,'7'19'0,"3"12"0,-1 3 0,1 1 0,-1-4 0,0-4 0,-2-2 0,1-3 0,-1 0 0,1-1 0,-1-2 0,-2-4-8191</inkml:trace>
</inkml:ink>
</file>

<file path=ppt/ink/ink1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4:34.3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157 0 24575,'-17'22'0,"-8"10"0,-3-1 0,2-2 0,2-5 0,3-3 0,5-6-8191</inkml:trace>
</inkml:ink>
</file>

<file path=ppt/ink/ink1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4:34.9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24575,'0'0'-8191</inkml:trace>
</inkml:ink>
</file>

<file path=ppt/ink/ink1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4:35.1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24575,'22'4'0,"10"3"0,2-1 0,-3-1 0,-6 1 0,-5 0 0,-3-2 0,-5 1 0,-2 1 0</inkml:trace>
</inkml:ink>
</file>

<file path=ppt/ink/ink1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4:37.6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182 0 24575,'-27'3'0,"-12"0"0,-1 2 0,6 4 0,9 1 0,9 0-8191</inkml:trace>
</inkml:ink>
</file>

<file path=ppt/ink/ink1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4:38.5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0 104 24575,'14'11'0,"-1"1"0,-1 0 0,0 1 0,0 1 0,-2-1 0,1 2 0,-2 0 0,0 0 0,-1 0 0,11 31 0,21 63 0,-90-231 0,-29-82 0,77 198 0,0 3 0,1 0 0,0 0 0,1 0 0,-1 0 0,0 0 0,1 0 0,0 0 0,-1 0 0,1 0 0,0 0 0,1-4 0,-1 7 0,0 0 0,0 0 0,0-1 0,1 1 0,-1 0 0,0 0 0,0 0 0,0-1 0,0 1 0,0 0 0,1 0 0,-1 0 0,0-1 0,0 1 0,0 0 0,0 0 0,1 0 0,-1 0 0,0 0 0,0 0 0,0 0 0,1-1 0,-1 1 0,0 0 0,0 0 0,1 0 0,-1 0 0,0 0 0,0 0 0,1 0 0,-1 0 0,0 0 0,0 0 0,0 0 0,1 0 0,10 6 0,6 11 0,-1 2 0,2 2 0,24 24 0,-36-39 0,1-1 0,0 1 0,0-1 0,0-1 0,1 1 0,-1-1 0,1 0 0,10 2 0,-17-5 0,1 0 0,-1-1 0,1 0 0,-1 1 0,1-1 0,0 0 0,-1 1 0,1-1 0,-1 0 0,1 0 0,0-1 0,-1 1 0,1 0 0,-1 0 0,1-1 0,0 1 0,-1-1 0,1 1 0,-1-1 0,0 0 0,1 0 0,-1 1 0,1-1 0,-1 0 0,0 0 0,2-2 0,-1 0 0,0 0 0,0 0 0,0 0 0,-1 0 0,1-1 0,-1 1 0,0-1 0,0 1 0,0-1 0,0-5 0,13-95 0,-14 103 0,0 0 0,0 0 0,0 0 0,0 0 0,1 0 0,-1 0 0,0 0 0,0 0 0,1 0 0,-1 0 0,1 0 0,-1 1 0,1-1 0,-1 0 0,1-1 0,0 2 0,-1 0 0,0 0 0,1 0 0,-1 0 0,0 0 0,0 0 0,1 0 0,-1 0 0,0 0 0,1 0 0,-1 0 0,0 0 0,0 0 0,1 0 0,-1 0 0,0 0 0,1 0 0,-1 0 0,0 0 0,0 0 0,1 1 0,-1-1 0,0 0 0,0 0 0,1 0 0,-1 1 0,0-1 0,0 0 0,1 0 0,-1 1 0,3 3 0,1 0 0,-1 1 0,5 8 0,-7-10 0,107 201 0,-53-84-1365,-51-110-5461</inkml:trace>
</inkml:ink>
</file>

<file path=ppt/ink/ink1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4:38.8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201 77 24575,'-10'-15'0,"-5"-4"0,-3 0 0,-4 6 0,1 6 0,0 3 0,-1 6 0,2 1 0,0 2 0,2-2 0,5 0-8191</inkml:trace>
</inkml:ink>
</file>

<file path=ppt/ink/ink1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4:39.3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24575,'5'7'0,"0"0"0,-1 0 0,1 1 0,-1 0 0,-1 0 0,0 0 0,0 0 0,4 17 0,3 7 0,20 47-34,-8-24-632,17 69 1,-36-111-6161</inkml:trace>
</inkml:ink>
</file>

<file path=ppt/ink/ink1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4:42.4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24575,'3'36'0,"1"1"0,11 41 0,-2-7 0,23 111 0,-21-127-1365</inkml:trace>
</inkml:ink>
</file>

<file path=ppt/ink/ink1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4:42.8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144 1 24575,'-7'2'0,"-11"4"0,1 0 0,-30 16 0,43-20 0,0 0 0,0 0 0,1 1 0,-1 0 0,1 0 0,-1 0 0,1 0 0,0 0 0,0 1 0,0 0 0,1-1 0,-1 1 0,1 0 0,0 0 0,0 0 0,-3 9 0,5-12 0,0 0 0,0 0 0,0 0 0,0 0 0,0 0 0,0 0 0,0 0 0,0 0 0,0 0 0,0 0 0,0 0 0,1 0 0,-1 0 0,0 0 0,1 0 0,-1 0 0,1 0 0,-1-1 0,1 1 0,-1 0 0,1 0 0,0 0 0,-1 0 0,1-1 0,0 1 0,0 0 0,-1-1 0,1 1 0,0-1 0,0 1 0,0-1 0,0 1 0,0-1 0,0 0 0,1 1 0,5 1 0,-1 0 0,1-1 0,0 0 0,9 1 0,-3-1 0,12 2-120,-8-2-58,0 2 0,0-1 1,0 2-1,-1 0 0,0 1 0,24 11 0,-31-11-6648</inkml:trace>
</inkml:ink>
</file>

<file path=ppt/ink/ink1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4:43.6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207 17 24575,'-1'-2'0,"-4"-11"0,1 12 0,0 7 0,3-2 0,-1 0 0,1-1 0,-1 1 0,-1 0 0,1 0 0,0-1 0,-1 0 0,0 1 0,0-1 0,0 0 0,0 0 0,0-1 0,-5 4 0,-4 1 0,0 0 0,-24 8 0,23-10 0,1 0 0,-22 13 0,23-12 0,9-5 0,0 0 0,0 0 0,0 0 0,1 0 0,-1 0 0,0 0 0,1 0 0,-1 0 0,1 1 0,-1-1 0,1 1 0,-2 2 0,3-4 0,0 1 0,0-1 0,0 1 0,0-1 0,1 1 0,-1-1 0,0 1 0,0-1 0,1 1 0,-1-1 0,0 1 0,1-1 0,-1 0 0,1 1 0,-1-1 0,0 0 0,1 1 0,-1-1 0,1 0 0,-1 0 0,1 1 0,-1-1 0,1 0 0,-1 0 0,1 0 0,-1 1 0,2-1 0,16 5 0,-18-5 0,105 22 0,-31-7 0,-40-9-89,-21-4-93,0 0 0,0 1-1,-1 1 1,0 0 0,0 0-1,21 11 1,-24-8-6644</inkml:trace>
</inkml:ink>
</file>

<file path=ppt/ink/ink1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4:44.5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220 1 24575,'-4'0'0,"-1"0"0,1 1 0,-1 0 0,1 0 0,0 1 0,-1-1 0,1 1 0,0 0 0,-6 3 0,-36 27 0,26-17 0,0-2 0,-1-2 0,-31 14 0,51-24 0,1-1 0,-1 0 0,0 0 0,1 1 0,-1-1 0,0 0 0,1 1 0,-1-1 0,0 1 0,1-1 0,-1 1 0,1-1 0,-1 1 0,1-1 0,-1 1 0,1-1 0,0 1 0,-1 1 0,1-2 0,0 1 0,0-1 0,0 0 0,0 1 0,0-1 0,0 0 0,0 1 0,1-1 0,-1 0 0,0 1 0,0-1 0,0 0 0,1 1 0,-1-1 0,0 0 0,1 1 0,-1-1 0,0 0 0,0 0 0,1 0 0,-1 1 0,0-1 0,1 0 0,-1 0 0,1 0 0,6 3 0,-1 0 0,1-1 0,8 1 0,-5 0 0,167 61 0,-147-50-1365,-20-9-5461</inkml:trace>
</inkml:ink>
</file>

<file path=ppt/ink/ink1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4:45.8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301 55 24575,'-24'-10'0,"-11"-3"0,-2 1 0,3 2 0,5 2 0,7 6 0,5 3 0,3 4 0,1 1 0,4 2 0,-1-1 0,1-1 0,-2-2 0,-1-1 0,-1-2 0,2 0-8191</inkml:trace>
</inkml:ink>
</file>

<file path=ppt/ink/ink1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4:46.6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292 160 24575,'-3'4'0,"0"0"0,1 1 0,-1 0 0,1 0 0,0 0 0,1-1 0,-1 2 0,1-1 0,0 0 0,0 0 0,0 0 0,1 1 0,0-1 0,0 0 0,0 0 0,1 7 0,0-10 0,-1-1 0,0 1 0,1-1 0,-1 1 0,0-1 0,0 1 0,0-1 0,-1 1 0,1 0 0,0-1 0,0 1 0,-1-1 0,1 1 0,-1-1 0,0 1 0,1-1 0,-1 0 0,-1 2 0,1-2 0,-1 1 0,1-1 0,-1 0 0,1 0 0,-1-1 0,1 1 0,-1 0 0,0-1 0,1 1 0,-1 0 0,0-1 0,0 0 0,1 1 0,-1-1 0,0 0 0,-2 0 0,-2 0 0,-1-1 0,0 0 0,0 0 0,1 0 0,-1-1 0,1 1 0,-1-2 0,1 1 0,0-1 0,-11-6 0,-5-5 0,-29-24 0,45 34 0,-2-2 0,1 0 0,0-1 0,0 0 0,1 0 0,0 0 0,0-1 0,-8-15 0,12 18 0,0 1 0,0 0 0,0 0 0,1-1 0,0 1 0,0-1 0,0 1 0,0-1 0,1 0 0,0 1 0,0-1 0,0 1 0,0-1 0,1 0 0,0 1 0,0-1 0,0 1 0,3-7 0,-3 8 0,1 0 0,0 0 0,0 0 0,1 0 0,-1 0 0,1 0 0,-1 0 0,1 1 0,0-1 0,0 1 0,0 0 0,6-4 0,-6 5 0,0-1 0,0 1 0,-1 0 0,1 0 0,0 0 0,0 0 0,0 0 0,0 1 0,0 0 0,0-1 0,0 1 0,1 0 0,-1 0 0,0 1 0,0-1 0,3 1 0,-4 0 0,-1 0 0,0-1 0,1 1 0,-1 0 0,1 0 0,-1 0 0,0 0 0,0 0 0,0 1 0,0-1 0,0 0 0,0 0 0,0 1 0,0-1 0,0 1 0,0-1 0,0 2 0,9 30 0,-7-19 0,1-1 0,0 0 0,0-1 0,6 13 0,-8-20 0,0-1 0,1 0 0,0 0 0,-1 0 0,2-1 0,-1 1 0,0-1 0,1 1 0,4 3 0,6 2 0,-1 0 0,2-1 0,-1 0 0,1-1 0,0-1 0,0-1 0,1 0 0,-1 0 0,1-2 0,0 0 0,1-1 0,-1 0 0,0-2 0,27-1 0,-41 1 0,1 0 0,-1-1 0,0 1 0,0 0 0,0-1 0,0 0 0,0 1 0,0-1 0,0 0 0,0 0 0,0 0 0,-1 0 0,1 0 0,0-1 0,-1 1 0,1 0 0,0-1 0,-1 1 0,0-1 0,1 0 0,-1 1 0,0-1 0,0 0 0,2-3 0,-2 2 0,-1 0 0,1 0 0,-1 0 0,1 0 0,-1 0 0,0 0 0,0 0 0,0 1 0,0-1 0,-1 0 0,1 0 0,-1 0 0,0 0 0,0 0 0,0 1 0,0-1 0,-3-4 0,0 1-91,-1 0 0,0 0 0,0 1 0,0-1 0,-1 1 0,0 0 0,0 1 0,0-1 0,-1 1 0,1 1 0,-1-1 0,0 1 0,0 0 0,-8-2 0,5 2-6735</inkml:trace>
</inkml:ink>
</file>

<file path=ppt/ink/ink1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4:48.2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447 72 24575,'-6'-8'0,"0"-1"0,-1 1 0,-1 1 0,1-1 0,-17-12 0,22 19 0,-1 0 0,1-1 0,0 1 0,0 0 0,0 0 0,-1 0 0,1 0 0,0 1 0,-1-1 0,1 1 0,-1-1 0,1 1 0,-1 0 0,1 0 0,-1 0 0,1 0 0,-1 1 0,1-1 0,-1 0 0,1 1 0,0 0 0,-1 0 0,1 0 0,0 0 0,-1 0 0,1 0 0,0 0 0,0 1 0,0-1 0,-3 4 0,-7 8 0,0 0 0,1 1 0,0 1 0,2-1 0,-1 2 0,-12 30 0,5-12 0,13-28 0,1 0 0,-1 0 0,0-1 0,-1 1 0,0-1 0,0 0 0,0 0 0,0-1 0,-1 1 0,-9 5 0,13-9 0,-1 1 0,1-1 0,-1 0 0,0 1 0,1-1 0,-1-1 0,0 1 0,0 0 0,1-1 0,-1 1 0,0-1 0,0 0 0,0 0 0,0 0 0,0 0 0,1 0 0,-1-1 0,0 1 0,0-1 0,0 0 0,1 0 0,-1 0 0,0 0 0,1-1 0,-1 1 0,1-1 0,-1 1 0,-1-3 0,-3-2 0,1-1 0,0 0 0,0 0 0,0-1 0,1 1 0,0-1 0,1-1 0,0 1 0,0 0 0,1-1 0,0 0 0,0 0 0,-2-18 0,4 25 0,1 0 0,0 0 0,-1 0 0,1 1 0,0-1 0,0 0 0,1 0 0,-1 0 0,0 0 0,0 0 0,1 1 0,0-1 0,-1 0 0,1 0 0,0 1 0,0-1 0,-1 0 0,1 1 0,1-1 0,-1 1 0,0-1 0,0 1 0,0 0 0,1-1 0,2-1 0,-2 2 0,1 0 0,0 0 0,-1 0 0,1 0 0,0 0 0,-1 0 0,1 1 0,0-1 0,0 1 0,0 0 0,0 0 0,-1 0 0,1 0 0,0 1 0,0-1 0,5 2 0,9 5 0,1 0 0,-1 1 0,-1 1 0,1 1 0,26 20 0,-5-3 0,-13-11 0,101 62 0,-102-64 0,1-2 0,0-1 0,36 10 0,-59-20 0,38 7 0,-38-7 0,0-1 0,-1 0 0,1 0 0,0 1 0,-1-1 0,1 0 0,-1-1 0,1 1 0,0 0 0,-1 0 0,1-1 0,-1 1 0,1-1 0,-1 0 0,1 1 0,-1-1 0,1 0 0,-1 0 0,0 0 0,1 0 0,0-1 0,-1 1-65,-1 0 0,1 1 0,-1-1 0,0 0 0,0 0 0,1 0 0,-1 0 0,0 0 0,0 0 0,0 0 0,0 0 0,0 0 0,0 0 0,0 0 0,-1 0 0,1 0 0,0 0 0,0 1 0,-1-1 0,0-2 0,-4-8-6761</inkml:trace>
</inkml:ink>
</file>

<file path=ppt/ink/ink1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4:49.0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24575,'13'3'0,"8"2"0,3 4 0,1 3 0,-2 3 0,0 3 0,-2 0 0,-1-1 0,-2 2 0,-5 1 0,-1-2 0,-2 0 0,-4-2 0,-3 0 0,-1-2 0,-4 1 0,-4-1 0,-1-2-8191</inkml:trace>
</inkml:ink>
</file>

<file path=ppt/ink/ink1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4:56.7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 24575,'0'-1'0,"0"1"0,0 0 0,0 0 0,0 0 0,0 0 0,1-1 0,-1 1 0,0 0 0,0 0 0,0 0 0,0 0 0,0 0 0,0 0 0,1-1 0,-1 1 0,0 0 0,0 0 0,0 0 0,0 0 0,1 0 0,-1 0 0,0 0 0,0 0 0,0 0 0,0 0 0,1 0 0,-1 0 0,0 0 0,0 0 0,0 0 0,1 0 0,-1 0 0,0 0 0,0 0 0,0 0 0,0 0 0,1 0 0,-1 0 0,0 0 0,0 0 0,0 0 0,0 0 0,1 1 0,-1-1 0,0 0 0,0 0 0,0 0 0,0 0 0,0 0 0,0 1 0,1-1 0,8 7 0,12 10 0,-1 2 0,32 38 0,29 49 0,-19-22 0,10-1 0,3-3 0,113 93 0,-179-161 0,-8-7 0,-9-8 0,-15-14-1365,11 7-5461</inkml:trace>
</inkml:ink>
</file>

<file path=ppt/ink/ink1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4:57.3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202 18 24575,'6'-14'0,"-2"11"0,-1 9 0,-3-2 0,1-1 0,-1 1 0,-1-1 0,1 1 0,0-1 0,-1 0 0,0 1 0,0-1 0,0 1 0,0-1 0,-2 3 0,-21 39 0,11-22 0,-10 18 0,13-24 0,1 1 0,0-1 0,1 1 0,-6 21 0,-13 104 0,20-92 0,-18 59 0,10-68 37,9-26-504,0 1-1,-3 18 1,7-23-6359</inkml:trace>
</inkml:ink>
</file>

<file path=ppt/ink/ink1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4:57.8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25 24575,'3'-3'0,"0"1"0,1-1 0,-1 1 0,0 0 0,1 0 0,0 0 0,-1 1 0,1-1 0,0 1 0,0 0 0,0 0 0,-1 0 0,1 1 0,0-1 0,0 1 0,0 0 0,0 0 0,0 0 0,0 1 0,0-1 0,0 1 0,0 0 0,0 0 0,6 3 0,-5-2 0,-1 0 0,1 0 0,-1 0 0,1 1 0,-1 0 0,0 0 0,0 0 0,0 0 0,-1 0 0,1 1 0,-1-1 0,0 1 0,0 0 0,0 0 0,0 1 0,-1-1 0,0 0 0,0 1 0,3 8 0,-4-10 0,-1 1 0,0-1 0,0 0 0,0 1 0,0-1 0,0 1 0,-1-1 0,1 0 0,-1 1 0,0-1 0,0 0 0,0 0 0,0 0 0,-1 1 0,1-1 0,-3 2 0,-4 7 0,-1 0 0,-16 16 0,16-18 0,-15 20 0,23-29 0,1 0 0,0-1 0,-1 1 0,1 0 0,0-1 0,-1 1 0,1 0 0,0-1 0,0 1 0,-1 0 0,1 0 0,0-1 0,0 1 0,0 0 0,0 0 0,0-1 0,0 1 0,0 0 0,0 0 0,1-1 0,-1 1 0,0 0 0,0 0 0,1-1 0,-1 1 0,0 0 0,1-1 0,-1 1 0,1 0 0,-1-1 0,0 1 0,1-1 0,0 1 0,-1-1 0,1 1 0,-1-1 0,1 1 0,0-1 0,-1 1 0,1-1 0,0 0 0,-1 0 0,1 1 0,0-1 0,0 0 0,0 0 0,7 3 0,-1-1 0,1 0 0,13 0 0,-12 0 0,6 0-108,5 2 229,40 2 0,-55-6-228,0 0-1,-1 0 1,1 0 0,0-1 0,0 0 0,0 0 0,-1 0 0,1-1 0,0 1 0,-1-1 0,0 0 0,1 0 0,6-6 0,-2 0-6719</inkml:trace>
</inkml:ink>
</file>

<file path=ppt/ink/ink1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4:58.7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103 71 24575,'-3'-12'0,"-1"-1"0,2 1 0,-2-21 0,4 33 0,0 0 0,0 0 0,0 0 0,0 0 0,0 0 0,0 0 0,0 0 0,0 0 0,0 0 0,0 0 0,0 0 0,0 0 0,0 0 0,0 0 0,0 0 0,0 0 0,1 0 0,-1 0 0,0 0 0,0 0 0,0 0 0,0 0 0,0 0 0,0 0 0,0 0 0,0 0 0,0 0 0,0 0 0,0 0 0,0 0 0,0 0 0,0 0 0,0 0 0,0 0 0,0 0 0,0 0 0,0 0 0,0 0 0,0 0 0,0 0 0,0 0 0,0-1 0,0 1 0,0 0 0,0 0 0,0 0 0,0 0 0,0 0 0,0 0 0,0 0 0,3 6 0,2 10 0,-4-11 0,-1 0 0,0 0 0,0 0 0,0 1 0,0-1 0,-1 0 0,0 0 0,0 0 0,-1 0 0,1 0 0,-3 6 0,-4 5 0,-20 30 0,20-34 0,1 0 0,-1 1 0,-7 21 0,11-20 0,0 0 0,1 1 0,1-1 0,0 19 0,3 58 0,0-73 0,2 0 0,0-1 0,1 1 0,1-1 0,0 0 0,12 26 0,-1-11 0,1-1 0,29 39 0,-39-61 0,1 0 0,0 0 0,0-1 0,1-1 0,0 1 0,0-1 0,0-1 0,1 0 0,0 0 0,1-1 0,11 5 0,-19-9-124,0 0 0,0 0 0,0-1 0,1 1 0,-1-1 0,0 0-1,0 1 1,0-2 0,0 1 0,5-1 0,3-2-6702</inkml:trace>
</inkml:ink>
</file>

<file path=ppt/ink/ink1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4:59.2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75 190 24575,'50'-36'0,"-34"26"0,-1-1 0,28-24 0,-42 33 0,1 1 0,-1-1 0,1 0 0,-1 1 0,0-1 0,0 0 0,1 0 0,-1 0 0,0 0 0,-1 0 0,1 0 0,0 0 0,-1 0 0,1 0 0,-1-1 0,1 1 0,-1-4 0,0 4 0,-1 0 0,1 0 0,-1 1 0,0-1 0,1 0 0,-1 0 0,0 0 0,0 1 0,0-1 0,0 1 0,-1-1 0,1 0 0,0 1 0,-1 0 0,1-1 0,-1 1 0,1 0 0,-1 0 0,1 0 0,-3-1 0,-3-2 0,0 0 0,-1 1 0,1 0 0,-1 0 0,0 1 0,0 0 0,0 0 0,0 1 0,0 0 0,0 1 0,0-1 0,-11 2 0,15-1 0,1 1 0,-1-1 0,1 1 0,-1 0 0,1 0 0,0 0 0,-1 0 0,1 1 0,0-1 0,0 1 0,0 0 0,0 0 0,0 0 0,0 0 0,1 0 0,-1 1 0,1-1 0,-1 1 0,1 0 0,0 0 0,0 0 0,0 0 0,0 0 0,1 0 0,-1 0 0,1 0 0,0 1 0,0-1 0,0 1 0,0 4 0,0-3 0,0 0 0,1 0 0,0 0 0,0 1 0,0-1 0,1 0 0,0 0 0,0 0 0,0 1 0,1-1 0,-1 0 0,4 6 0,0-2 0,1-1 0,-1 0 0,1 0 0,1 0 0,11 10 0,-3-3 0,1-1 0,0 0 0,1-2 0,22 13 0,-28-19 0,-1-1 0,1 0 0,0-1 0,0 0 0,1-1 0,-1 0 0,1-1 0,-1 0 0,14 0 0,-9-1-119,-5 0 182,0-1 1,0 0-1,14-3 0,-23 3-131,1 0 0,-1-1-1,0 1 1,0-1 0,1 0 0,-1 0 0,0 0 0,0 0 0,0 0 0,0 0-1,0 0 1,0-1 0,-1 1 0,1-1 0,0 1 0,-1-1 0,1 0-1,-1 0 1,1 0 0,-1 0 0,1-2 0,2-7-6758</inkml:trace>
</inkml:ink>
</file>

<file path=ppt/ink/ink1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4:59.8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24575,'154'338'0,"-134"-291"0,20 35 0,-14-32 0,-25-48 0,0 1 0,0-1 0,0 1 0,0-1 0,-1 1 0,1 4 0,-1-7 0,1 1 0,-1-1 0,0 1 0,0-1 0,-1 0 0,1 1 0,0-1 0,0 1 0,0-1 0,0 1 0,0-1 0,0 0 0,-1 1 0,1-1 0,0 1 0,0-1 0,0 0 0,-1 1 0,1-1 0,0 0 0,-1 1 0,1-1 0,0 0 0,-1 0 0,1 1 0,0-1 0,-1 0 0,1 0 0,0 0 0,-1 1 0,1-1 0,-1 0 0,1 0 0,0 0 0,-1 0 0,1 0 0,-1 0 0,1 0 0,-1 0 0,1 0 0,0 0 0,-1 0 0,1 0 0,-1 0 0,1 0 0,-1 0 0,1 0 0,-1-1 0,-10-2 0,1 0 0,-1 0 0,1-1 0,0-1 0,-11-5 0,-1-4 0,-22-16 0,32 21 0,1 0 0,-17-17 0,26 24 0,0-1 0,-1 1 0,1-1 0,0 0 0,0 0 0,1 0 0,-1 0 0,0 0 0,1 0 0,0 0 0,0 0 0,0-1 0,0 1 0,0-1 0,1 1 0,-1-7 0,2 8 0,-1 0 0,1 0 0,0 0 0,-1 0 0,1 0 0,0 0 0,0 0 0,0 0 0,1 1 0,-1-1 0,0 0 0,1 1 0,-1-1 0,1 1 0,-1 0 0,1-1 0,0 1 0,0 0 0,-1 0 0,1 0 0,0 0 0,0 0 0,0 0 0,0 1 0,0-1 0,4 0 0,5-1 0,0 0 0,0 1 0,17 0 0,-27 1 0,28 1-1,-19-1-340,1 0 0,-1 0 0,13-2 0,-11-1-6485</inkml:trace>
</inkml:ink>
</file>

<file path=ppt/ink/ink1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5:00.0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24575,'5'2'0</inkml:trace>
</inkml:ink>
</file>

<file path=ppt/ink/ink1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5:00.8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0 159 24575,'18'10'0,"0"2"0,-1 0 0,20 18 0,-23-18 0,1 0 0,-1-1 0,2-1 0,27 14 0,-39-22 0,1 0 0,-1 0 0,1-1 0,0 0 0,0 0 0,0 0 0,0 0 0,0-1 0,-1 0 0,1 0 0,6-1 0,-8 0 0,-1 1 0,0-1 0,1 0 0,-1 0 0,0 0 0,0 0 0,0 0 0,0 0 0,0 0 0,0-1 0,0 1 0,0-1 0,0 0 0,-1 1 0,1-1 0,-1 0 0,1 0 0,-1 0 0,0 0 0,1 0 0,-1 0 0,0 0 0,-1-1 0,2-3 0,-1 2 0,0 0 0,0-1 0,-1 1 0,1 0 0,-1 0 0,0 0 0,-1-1 0,1 1 0,-2-6 0,-1-2 0,-9-21 0,0-2 0,12 35 0,0 0 0,0-1 0,0 1 0,-1 0 0,1 0 0,0 0 0,0 0 0,0 0 0,0 0 0,0-1 0,0 1 0,0 0 0,0 0 0,0 0 0,0 0 0,0 0 0,0-1 0,0 1 0,0 0 0,0 0 0,0 0 0,0 0 0,0 0 0,0 0 0,0-1 0,0 1 0,1 0 0,-1 0 0,0 0 0,0 0 0,0 0 0,0 0 0,0 0 0,0-1 0,0 1 0,0 0 0,0 0 0,1 0 0,-1 0 0,0 0 0,7 2 0,10 11 0,-13-10 0,6 4 0,0 0 0,1 0 0,0-1 0,0 0 0,0-1 0,1-1 0,0 0 0,0 0 0,0-1 0,0-1 0,1 0 0,-1-1 0,1 0 0,-1 0 0,16-3 0,-27 2 0,1 0 0,0 0 0,0 0 0,0-1 0,0 1 0,-1-1 0,1 1 0,0-1 0,-1 0 0,1 1 0,0-1 0,-1 0 0,1 0 0,-1 0 0,1 0 0,-1-1 0,1 1 0,-1 0 0,0-1 0,0 1 0,0 0 0,0-1 0,0 0 0,0 1 0,0-1 0,0 1 0,-1-1 0,1 0 0,0 0 0,-1 1 0,0-1 0,1 0 0,-1 0 0,0 0 0,0 0 0,0 1 0,0-4 0,-1-1 0,0 1 0,0-1 0,0 1 0,-1-1 0,1 1 0,-2-1 0,1 1 0,0 0 0,-1 0 0,0 0 0,-4-4 0,1 0-114,-2 1 1,1 0-1,-1 1 0,0 0 0,-1 0 1,1 1-1,-1 0 0,-1 0 0,1 1 1,-1 0-1,-11-3 0,7 3-6712</inkml:trace>
</inkml:ink>
</file>

<file path=ppt/ink/ink1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5:01.4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53 24575,'0'-5'0,"0"-1"0,0 1 0,1-1 0,2-9 0,-3 14 0,0 1 0,1-1 0,-1 0 0,0 0 0,0 0 0,1 1 0,-1-1 0,1 0 0,-1 1 0,0-1 0,1 0 0,-1 1 0,1-1 0,0 0 0,-1 1 0,1-1 0,0 1 0,-1-1 0,1 1 0,0-1 0,-1 1 0,1 0 0,0-1 0,0 1 0,-1 0 0,1 0 0,0-1 0,0 1 0,0 0 0,-1 0 0,1 0 0,0 0 0,0 0 0,0 0 0,-1 0 0,1 0 0,0 1 0,0-1 0,0 0 0,0 1 0,6 2 0,0 0 0,-1 0 0,0 1 0,11 8 0,12 7 0,-22-15 0,0 0 0,0 0 0,-1 1 0,1 0 0,-1 0 0,10 11 0,-14-15 0,-1 1 0,0-1 0,0 1 0,0 0 0,0-1 0,0 1 0,0 0 0,0 0 0,-1-1 0,1 1 0,-1 0 0,1 0 0,-1 0 0,0 0 0,0 0 0,0 0 0,0 0 0,0 0 0,0-1 0,0 1 0,-1 0 0,1 0 0,-1 0 0,1 0 0,-1 0 0,0-1 0,0 1 0,0 0 0,0 0 0,0-1 0,0 1 0,0-1 0,-2 3 0,0-1 0,0 0 0,0-1 0,-1 1 0,1-1 0,-5 3 0,-12 10 0,20-15 0,0 0 0,1 1 0,-1-1 0,0 0 0,0 0 0,0 0 0,0 0 0,0 0 0,0 0 0,0 0 0,0 1 0,0-1 0,0 0 0,0 0 0,1 0 0,-1 0 0,0 0 0,0 0 0,0 0 0,0 0 0,0 0 0,0 0 0,1 0 0,-1 0 0,0 0 0,0 0 0,0 0 0,0 0 0,0 1 0,1-2 0,-1 1 0,0 0 0,0 0 0,0 0 0,0 0 0,0 0 0,0 0 0,1 0 0,-1 0 0,0 0 0,0 0 0,0 0 0,0 0 0,0 0 0,0 0 0,0 0 0,1 0 0,-1-1 0,9 0 0,19-5-266,1 1 0,-1 2 0,1 1-1,44 2 1,-72 0 232,13 0-6792</inkml:trace>
</inkml:ink>
</file>

<file path=ppt/ink/ink1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5:01.8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24575,'22'7'0,"-1"2"0,0 1 0,-1 0 0,0 2 0,0 0 0,-1 1 0,-1 1 0,29 29 0,-23-17 0,0 2 0,-2 0 0,-1 1 0,31 60 0,-19-25 0,-3 2 0,-3 1 0,36 136 0,-57-179 0,-1 0 0,-2 0 0,0 0 0,-2 37 0,-1-53 0,-1 0 0,0 0 0,0-1 0,-1 1 0,0 0 0,0-1 0,-1 1 0,0-1 0,0 0 0,-1 0 0,0 0 0,0 0 0,-1-1 0,0 1 0,0-1 0,0 0 0,-10 8 0,2-6-70,0 0-1,0 0 0,-1-1 1,0-1-1,0 0 0,-17 4 1,13-4-801,-1 0-5955</inkml:trace>
</inkml:ink>
</file>

<file path=ppt/ink/ink1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5:03.1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288 1 24575,'-13'7'0,"-5"3"0,-4-1 0,1-1 0,1-3 0,1-2 0,2-1 0,1-1 0,1-1 0,0-1 0,1 1 0,0 0 0,0-1 0,0 1 0,-1 0 0,1-3 0,0 0 0,2 0-8191</inkml:trace>
</inkml:ink>
</file>

<file path=ppt/ink/ink1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5:03.3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217 46 24575,'-27'-12'0,"-11"-2"0,-2 2 0,3 5 0,6 6 0,6 6 0,7 2-8191</inkml:trace>
</inkml:ink>
</file>

<file path=ppt/ink/ink1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5:08.7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29 130 24575,'-1'-16'0,"-1"-1"0,-5-22 0,2 10 0,5 26 0,-1 0 0,1 0 0,-1 1 0,0-1 0,0 0 0,0 0 0,0 0 0,-2-3 0,3 6 0,0 0 0,0 0 0,-1 0 0,1 0 0,0 0 0,0 0 0,0 0 0,0 0 0,0 0 0,0 0 0,0 0 0,-1 0 0,1 0 0,0 0 0,0 0 0,0 0 0,0 0 0,0 0 0,0 0 0,-1 0 0,1 0 0,0 0 0,0 0 0,0 1 0,0-1 0,0 0 0,0 0 0,0 0 0,0 0 0,0 0 0,-1 0 0,1 0 0,0 0 0,0 0 0,0 0 0,0 1 0,0-1 0,0 0 0,0 0 0,0 0 0,0 0 0,0 0 0,0 0 0,0 1 0,0-1 0,0 0 0,0 0 0,0 0 0,0 0 0,0 0 0,0 0 0,0 0 0,0 1 0,0-1 0,0 0 0,0 0 0,0 0 0,0 0 0,0 0 0,-1 10 0,2-1 0,1 0 0,-1 0 0,2-1 0,-1 1 0,7 15 0,23 41 0,-29-60 0,53 87 0,-26-45 0,-16-20-1365,-10-15-5461</inkml:trace>
</inkml:ink>
</file>

<file path=ppt/ink/ink1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5:09.3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810 1 24575,'2'1'0,"1"0"0,-1 0 0,1 0 0,-1 0 0,0 0 0,1 1 0,3 2 0,-6-4 0,0 1 0,1-1 0,-1 0 0,0 0 0,0 1 0,1-1 0,-1 0 0,0 0 0,0 1 0,0-1 0,1 0 0,-1 1 0,0-1 0,0 0 0,0 1 0,0-1 0,0 0 0,0 1 0,0-1 0,0 1 0,0-1 0,0 0 0,0 1 0,0-1 0,0 1 0,-1 0 0,1-1 0,0 1 0,-1-1 0,1 0 0,-1 1 0,1-1 0,-1 1 0,0-1 0,1 0 0,-1 1 0,1-1 0,-1 0 0,0 0 0,1 0 0,-1 1 0,1-1 0,-1 0 0,-1 0 0,-15 2 0,0 0 0,-1-1 0,-34-3 0,10 1 0,-240-8 0,10 3 0,217 6 0,44 0-455,-1 1 0,-20 4 0,19-2-6371</inkml:trace>
</inkml:ink>
</file>

<file path=ppt/ink/ink1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5:10.3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69 24575,'0'11'0,"1"0"0,0 1 0,0-1 0,1 0 0,1 1 0,0-1 0,0-1 0,8 17 0,55 103 0,-55-92 0,-25-61 0,-3-23 0,-14-56 0,2 2 0,9 27 0,45 101 0,-10-10 0,1-1 0,1-1 0,1-1 0,37 26 0,-46-35 0,1-1 0,-1 0 0,1 0 0,1-1 0,-1 0 0,0-1 0,1 0 0,0-1 0,0 0 0,0-1 0,0 0 0,18-1 0,-25 0 0,-1-1 0,1 1 0,-1-1 0,1 0 0,-1 0 0,0 0 0,1 0 0,-1-1 0,0 1 0,0-1 0,0 0 0,0 0 0,0 0 0,3-4 0,-2 2 0,-1 1 0,-1-1 0,1 0 0,0 0 0,-1 0 0,0-1 0,0 1 0,0-1 0,2-6 0,-1-3 0,-1-1 0,0 0 0,-1 0 0,0 0 0,-3-24 0,4 49 0,0 1 0,1-1 0,0 0 0,0 0 0,10 18 0,-1-5 0,21 33 0,-16-33 67,35 34-1,0 2-1564</inkml:trace>
</inkml:ink>
</file>

<file path=ppt/ink/ink1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5:14.2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761 16 24575,'11'-3'0,"-9"3"0,0 0 0,0-1 0,0 1 0,0-1 0,0 1 0,-1-1 0,1 0 0,0 0 0,0 0 0,1-1 0,-26-2 0,-347 3 0,179 3 0,178-1 0,0 0 0,0 1 0,0 1 0,-20 6 0,-10 3 0,-29 4 0,62-13 0,13 1 0,15 1 0,174 20 0,-146-17 0,0 3 0,50 19 0,-88-28 0,-1 2 0,1-1 0,-1 1 0,0 1 0,9 5 0,-14-9 0,-1 1 0,0-1 0,0 0 0,1 0 0,-1 1 0,0-1 0,0 1 0,0-1 0,0 1 0,0 0 0,-1-1 0,1 1 0,0 2 0,-1-3 0,1 0 0,-1 1 0,-1-1 0,1 0 0,0 0 0,0 0 0,0 1 0,-1-1 0,1 0 0,0 0 0,-1 0 0,1 0 0,-1 1 0,1-1 0,-1 0 0,0 0 0,0 0 0,1 0 0,-1 0 0,0-1 0,-2 3 0,-5 3 0,-1 0 0,0-1 0,0 0 0,0 0 0,-1-1 0,0 0 0,-10 2 0,0 1 0,-49 16 0,-49 20 0,105-37 0,1 0 0,-1 1 0,2 0 0,-1 1 0,1 1 0,-18 17 0,21-17 0,0 1 0,2 0 0,-1 1 0,1-1 0,1 1 0,-7 17 0,7-16 0,5-11 0,0-1 0,-1 1 0,1-1 0,0 0 0,0 1 0,0-1 0,0 1 0,0-1 0,0 1 0,0-1 0,0 1 0,0-1 0,0 0 0,0 1 0,0-1 0,0 1 0,0-1 0,0 1 0,0-1 0,1 0 0,-1 1 0,0-1 0,0 1 0,0-1 0,1 0 0,-1 1 0,0-1 0,1 0 0,-1 1 0,0-1 0,1 0 0,-1 1 0,0-1 0,1 0 0,-1 0 0,1 1 0,-1-1 0,0 0 0,1 0 0,-1 0 0,1 0 0,-1 0 0,1 1 0,-1-1 0,0 0 0,1 0 0,0 0 0,27 0 0,-21 0 0,139-16 0,-43 3 0,-101 13-7,190-12 135,-150 12-623,0 1-1,66 11 1,-85-7-6331</inkml:trace>
</inkml:ink>
</file>

<file path=ppt/ink/ink1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5:14.8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1 24575,'-1'0'0,"-1"0"0,1-1 0,0 1 0,0 0 0,0 0 0,-1 1 0,1-1 0,0 0 0,0 0 0,-1 1 0,1-1 0,0 0 0,0 1 0,0-1 0,0 1 0,0 0 0,0-1 0,0 1 0,0 0 0,0 0 0,0 0 0,0-1 0,0 1 0,0 0 0,1 0 0,-1 0 0,0 0 0,1 0 0,-1 1 0,1-1 0,-1 0 0,1 0 0,-1 0 0,1 0 0,0 1 0,0-1 0,-1 0 0,1 0 0,0 1 0,0-1 0,0 0 0,0 0 0,1 3 0,0 2 0,1-1 0,-1 1 0,1-1 0,0 1 0,0-1 0,1 0 0,-1 0 0,5 6 0,2 2 0,1 0 0,12 12 0,-19-21 0,0-1 0,1-1 0,-1 1 0,0 0 0,1-1 0,-1 0 0,1 0 0,0 0 0,0 0 0,0-1 0,0 1 0,0-1 0,5 1 0,-8-2-85,1 0 0,-1 0-1,0 0 1,0 0 0,0 0-1,0 0 1,1 0 0,-1-1-1,0 1 1,0 0 0,0-1-1,0 1 1,0-1 0,0 1-1,2-2 1</inkml:trace>
</inkml:ink>
</file>

<file path=ppt/ink/ink1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5:15.0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165 21 24575,'-27'-5'0,"-11"-1"0,-2-1 0,6 5 0,9 1-8191</inkml:trace>
</inkml:ink>
</file>

<file path=ppt/ink/ink1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5:15.4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232 15 24575,'-30'-2'0,"-11"-2"0,-2 1 0,4 1 0,6 0 0,7 1 0,7 0-8191</inkml:trace>
</inkml:ink>
</file>

<file path=ppt/ink/ink1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5:15.6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265 16 24575,'-27'-3'0,"-12"0"0,-3 0 0,2 0 0,6 1 0,6 1 0,6 1 0,3-1 0,6 1-8191</inkml:trace>
</inkml:ink>
</file>

<file path=ppt/ink/ink1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5:16.1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108 60 24575,'-4'1'0,"-10"0"0,0 1 0,-15 5 0,26-7 0,0 1 0,0 0 0,1 0 0,-1 0 0,0 0 0,1 0 0,-1 1 0,1-1 0,0 1 0,-1 0 0,1 0 0,0 0 0,0 0 0,0 0 0,0 0 0,1 0 0,-3 4 0,3-5 0,1 1 0,0 0 0,-1-1 0,1 1 0,0-1 0,0 1 0,0 0 0,0-1 0,0 1 0,0 0 0,1-1 0,-1 1 0,0-1 0,1 1 0,0-1 0,-1 1 0,1-1 0,0 1 0,-1-1 0,1 1 0,0-1 0,0 0 0,0 1 0,0-1 0,3 2 0,3 4 0,0-1 0,1 0 0,9 6 0,-10-7 0,5 3 0,0-1 0,0 0 0,1-1 0,1 0 0,-1-1 0,17 4 0,-19-6 0,0-1 0,0 0 0,0-1 0,0 0 0,1 0 0,-1-2 0,0 1 0,17-4 0,-25 3 0,-1 1 0,1-1 0,0 0 0,-1 0 0,1 0 0,0 0 0,-1 0 0,1-1 0,-1 1 0,1-1 0,-1 1 0,0-1 0,0 0 0,0 0 0,0 0 0,0 0 0,0-1 0,-1 1 0,1 0 0,-1-1 0,1 1 0,-1-1 0,0 0 0,0 1 0,0-1 0,0 0 0,-1 1 0,1-1 0,-1 0 0,1 0 0,-1 0 0,0 0 0,0 1 0,-1-4 0,0-2 0,0 1 0,0 0 0,-1-1 0,-1 1 0,1 0 0,-1 0 0,0 1 0,0-1 0,-1 0 0,0 1 0,0 0 0,-6-6 0,5 6-85,-1 0 0,1 1-1,-1 0 1,-1 0 0,1 0-1,-1 1 1,0 0 0,0 0-1,0 1 1,0 0 0,-1 0-1,1 1 1,-1 0 0,1 0-1,-12-1 1,2 2-6741</inkml:trace>
</inkml:ink>
</file>

<file path=ppt/ink/ink1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5:17.4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44 169 24575,'2'6'0,"-1"-1"0,0 1 0,1 0 0,0 0 0,1-1 0,-1 1 0,1-1 0,0 1 0,0-1 0,7 8 0,1 3 0,-8-11 0,6 11 0,1-1 0,1 0 0,18 20 0,-29-35 0,0 0 0,1 0 0,-1 0 0,0 1 0,0-1 0,0 0 0,0 0 0,0 0 0,0 1 0,0-1 0,1 0 0,-1 0 0,0 0 0,0 0 0,0 1 0,1-1 0,-1 0 0,0 0 0,0 0 0,0 0 0,0 0 0,1 0 0,-1 0 0,0 0 0,0 0 0,1 0 0,-1 0 0,0 0 0,0 0 0,0 0 0,1 0 0,-1 0 0,0 0 0,0 0 0,1 0 0,-1 0 0,-2-9 0,-8-12 0,-41-62 0,-15-32 0,61 106 0,2 3 0,-1-1 0,2 1 0,-1-1 0,1 0 0,0 0 0,0 0 0,-1-10 0,3 17 0,0 0 0,0 0 0,0 0 0,0 0 0,0 0 0,0 0 0,0-1 0,0 1 0,0 0 0,0 0 0,0 0 0,0 0 0,0 0 0,0 0 0,0 0 0,0-1 0,0 1 0,0 0 0,0 0 0,0 0 0,0 0 0,0 0 0,0 0 0,0 0 0,0-1 0,0 1 0,0 0 0,0 0 0,1 0 0,-1 0 0,0 0 0,0 0 0,0 0 0,0 0 0,0 0 0,0 0 0,0 0 0,0-1 0,1 1 0,-1 0 0,0 0 0,0 0 0,0 0 0,0 0 0,0 0 0,0 0 0,0 0 0,1 0 0,-1 0 0,0 0 0,0 0 0,0 0 0,0 0 0,0 0 0,0 0 0,1 1 0,7 6 0,7 11 0,-14-18 0,7 12 0,1 0 0,1-1 0,0 0 0,20 17 0,-27-26 0,-1 0 0,1-1 0,-1 1 0,1-1 0,0 1 0,-1-1 0,1 0 0,0 0 0,0 0 0,0 0 0,0-1 0,0 1 0,0-1 0,0 1 0,0-1 0,0 0 0,0 0 0,0-1 0,0 1 0,0-1 0,0 1 0,0-1 0,0 0 0,-1 0 0,1 0 0,0-1 0,0 1 0,-1-1 0,1 1 0,2-3 0,-1 0 0,0 1 0,-1-1 0,0 1 0,1-1 0,-1 0 0,-1 0 0,1 0 0,-1 0 0,1-1 0,-1 1 0,-1-1 0,3-6 0,-1 0 0,-1 1 0,0-1 0,-1 0 0,0-16 0,-1 27 0,0 0 0,0-1 0,0 1 0,0-1 0,0 1 0,0 0 0,0-1 0,0 1 0,0-1 0,0 1 0,0 0 0,0-1 0,0 1 0,0-1 0,0 1 0,1 0 0,-1-1 0,0 1 0,0 0 0,0-1 0,1 1 0,-1 0 0,1-1 0,5 6 0,10 21 0,-11-18 0,15 23-273,3 0 0,0-2 0,2-1 0,39 35 0,-55-54-6553</inkml:trace>
</inkml:ink>
</file>

<file path=ppt/ink/ink1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5:17.7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180 20 24575,'-24'-7'0,"-12"-1"0,2 5 0,3 2 0,8 3 0,4 2 0,7 1-8191</inkml:trace>
</inkml:ink>
</file>

<file path=ppt/ink/ink1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5:18.4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8 24575,'-10'-8'0,"12"15"0,14 19 0,-14-23 0,27 39 0,-16-25 0,-1 1 0,-1 0 0,11 24 0,-35-58 0,-8-16 0,4-2 0,14 25 0,-1 1 0,0-1 0,0 1 0,-1 0 0,0 0 0,-1 1 0,-6-8 0,12 15 0,0 0 0,-1-1 0,1 1 0,0 0 0,-1-1 0,1 1 0,0 0 0,-1 0 0,1-1 0,-1 1 0,1 0 0,-1 0 0,1 0 0,0-1 0,-1 1 0,1 0 0,-1 0 0,1 0 0,-1 0 0,-2 6 0,7 12 0,4-3 66,12 19 0,1 1-1563,-14-22-5329</inkml:trace>
</inkml:ink>
</file>

<file path=ppt/ink/ink1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5:22.4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66 24575,'-13'-18'0,"1"4"0,-11-20 0,35 81 0,-9-37 0,-1 4 0,1 0 0,1-1 0,1 1 0,0-1 0,0 0 0,1-1 0,13 20 0,-7-16-120,-3-4-129,1 1 0,-2-1 0,0 2 0,12 26 0,-17-31-6577</inkml:trace>
</inkml:ink>
</file>

<file path=ppt/ink/ink1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5:22.9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676 17 24575,'-26'-6'0,"-1"2"0,-46-3 0,-56 8 0,50 0 0,-103 8 0,92-2 0,40-2-1365,31-2-5461</inkml:trace>
</inkml:ink>
</file>

<file path=ppt/ink/ink1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5:23.6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24575,'3'9'0,"1"0"0,1-1 0,7 13 0,-7-12 0,85 132 0,-88-137 24,0-1 0,0 1 0,-1 0 0,3 8 0,-4-11-81,0 0 0,0 0 0,1 0 0,-1 0-1,0 0 1,0 0 0,0 0 0,0 0 0,0 0 0,0-1 0,0 1 0,-1 0-1,1 0 1,0 0 0,0 0 0,-1 0 0,1 0 0,-1 0 0,1 0 0,-1 0 0,1 0-1,-1-1 1,1 1 0,-1 0 0,-1 1 0</inkml:trace>
</inkml:ink>
</file>

<file path=ppt/ink/ink1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5:24.0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490 22 24575,'-4'-3'0,"-1"0"0,0 1 0,1-1 0,-1 1 0,-1 0 0,1 1 0,0-1 0,0 1 0,0 0 0,-1 0 0,-9 1 0,0 0 0,0 2 0,-27 6 0,13-3 0,-11 0 0,0-2 0,-69-4 0,40 0 0,62 1-115,-1 0-302,-1 0 1,-15 2-1,11 1-6409</inkml:trace>
</inkml:ink>
</file>

<file path=ppt/ink/ink1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5:24.4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24575,'0'4'0,"0"5"0,0 3 0,0 2 0,2 1 0,1 0 0,0 1 0,2-3 0,0-1 0,2-1 0,-1 1 0,0 1 0,-3 1 0,-1-3-8191</inkml:trace>
</inkml:ink>
</file>

<file path=ppt/ink/ink1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5:30.3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713 31 24575,'20'-5'0,"36"-14"0,-56 19 0,1 0 0,-1 0 0,0 0 0,0 0 0,0 0 0,0 0 0,0 0 0,0 0 0,0 0 0,0 0 0,1 0 0,-1 0 0,0 0 0,0 0 0,0 0 0,0 0 0,0 0 0,0 0 0,0 0 0,0 0 0,0 0 0,1 0 0,-1 0 0,0 0 0,0 0 0,0-1 0,0 1 0,0 0 0,0 0 0,0 0 0,0 0 0,0 0 0,0 0 0,0 0 0,0 0 0,1 0 0,-1 0 0,0-1 0,0 1 0,0 0 0,0 0 0,0 0 0,0 0 0,0 0 0,0 0 0,0 0 0,0 0 0,0 0 0,0-1 0,0 1 0,0 0 0,0 0 0,0 0 0,0 0 0,0 0 0,0 0 0,0 0 0,-1 0 0,1-1 0,0 1 0,-8-1 0,-14 0 0,-85 0 0,-80 3 0,82 13 0,-66 14 0,135-22 0,28-5 0,1 0 0,-1-1 0,0 1 0,0-1 0,1-1 0,-1 0 0,0 0 0,0 0 0,-12-3 0,14-1 0,8 1 0,11 1 0,12 7 0,0 1 0,-1 1 0,30 12 0,-15-5 0,-8-4 0,62 24 0,-79-28 0,-1 1 0,1 0 0,-1 1 0,17 13 0,-29-20 0,1 0 0,-1 0 0,0 0 0,0 0 0,1 0 0,-1 1 0,0-1 0,0 0 0,0 1 0,-1-1 0,1 0 0,0 1 0,0-1 0,-1 1 0,1-1 0,-1 1 0,1 0 0,-1-1 0,0 1 0,0 0 0,1 2 0,-2-2 0,1 0 0,-1 0 0,0 0 0,0 0 0,1 0 0,-1 0 0,-1-1 0,1 1 0,0 0 0,0-1 0,0 1 0,-1-1 0,1 1 0,-4 2 0,-3 2 0,-1 0 0,-1-1 0,1 0 0,-1 0 0,-13 4 0,-99 28 0,77-25 0,1 2 0,-46 21 0,83-32 0,0 1 0,0 0 0,0 1 0,1-1 0,0 1 0,0 0 0,-9 10 0,13-13 0,0 0 0,1 1 0,-1-1 0,1 0 0,-1 1 0,1-1 0,0 1 0,0-1 0,0 1 0,0 0 0,0-1 0,1 1 0,-1 0 0,1 0 0,0-1 0,0 1 0,0 0 0,0 0 0,0-1 0,1 1 0,-1 0 0,1 0 0,-1-1 0,3 6 0,-2-6 0,0-1 0,0 1 0,0-1 0,0 0 0,1 1 0,-1-1 0,0 0 0,0 0 0,1 0 0,-1 0 0,1 0 0,-1 0 0,1 0 0,0 0 0,-1-1 0,1 1 0,0-1 0,-1 1 0,1-1 0,0 0 0,-1 1 0,1-1 0,0 0 0,2 0 0,6 0 0,-1-1 0,1 0 0,11-3 0,-13 3 0,91-11 0,131 0 0,-124 10 0,125 14 0,-205-8-1365,-5 1-5461</inkml:trace>
</inkml:ink>
</file>

<file path=ppt/ink/ink1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5:31.0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33 24575,'-10'-25'0,"7"18"0,11 19 0,3 6 0,-2-1 0,0 2 0,-1-1 0,8 31 0,13 82 0,-7-30 0,-20-94 0,-1-1 0,2-1 0,-1 1 0,0 0 0,1 0 0,0-1 0,6 7 0,-6-10-1365</inkml:trace>
</inkml:ink>
</file>

<file path=ppt/ink/ink1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5:31.6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136 2 24575,'-5'-1'0,"0"1"0,-1 0 0,1-1 0,0 1 0,0 1 0,-1-1 0,1 1 0,0 0 0,0 0 0,-6 3 0,10-4 0,0 1 0,-1 0 0,1-1 0,0 1 0,0 0 0,-1 0 0,1 0 0,0 0 0,0 0 0,0 0 0,0 0 0,0 0 0,1 0 0,-1 0 0,0 0 0,-1 3 0,2-2 0,0 0 0,-1 0 0,1-1 0,0 1 0,0 0 0,0 0 0,0 0 0,0-1 0,1 1 0,-1 0 0,1 0 0,-1-1 0,1 1 0,-1 0 0,1-1 0,2 4 0,-2-3 0,0 0 0,0 1 0,0-1 0,0 0 0,0 1 0,0-1 0,-1 0 0,1 1 0,-1-1 0,1 1 0,-1 3 0,-1-4 0,1 0 0,-1-1 0,1 1 0,-1 0 0,0 0 0,0 0 0,0-1 0,0 1 0,0 0 0,0-1 0,0 1 0,-1-1 0,1 0 0,-1 1 0,-1 0 0,-40 28 0,43-30 0,-1 0 0,1 0 0,-1 0 0,1 1 0,-1-1 0,1 0 0,0 1 0,-1-1 0,1 0 0,0 1 0,-1-1 0,1 0 0,0 1 0,-1-1 0,1 1 0,0-1 0,0 1 0,-1-1 0,1 1 0,0-1 0,0 1 0,0-1 0,0 1 0,0-1 0,0 1 0,0-1 0,0 1 0,0-1 0,0 1 0,0-1 0,0 1 0,0-1 0,0 1 0,0-1 0,0 1 0,1-1 0,-1 0 0,0 1 0,0-1 0,1 1 0,-1-1 0,0 1 0,1-1 0,-1 0 0,0 1 0,1-1 0,-1 0 0,0 1 0,1-1 0,-1 0 0,1 0 0,-1 1 0,1-1 0,-1 0 0,1 0 0,-1 0 0,1 1 0,5 1 0,0 1 0,0-1 0,9 2 0,-11-3 0,32 7 0,1-3 0,65 3 0,56 7-1365,-142-14-5461</inkml:trace>
</inkml:ink>
</file>

<file path=ppt/ink/ink1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5:35.1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6 24575,'0'0'0,"0"0"0,0 0 0,0-1 0,0 1 0,-1 0 0,1 0 0,0 0 0,0 0 0,0 0 0,0 0 0,0 0 0,0 0 0,0 0 0,-1 0 0,1-1 0,0 1 0,0 0 0,0 0 0,0 0 0,0 0 0,0 0 0,0 0 0,0-1 0,0 1 0,0 0 0,0 0 0,0 0 0,0 0 0,0 0 0,0-1 0,0 1 0,0 0 0,0 0 0,0 0 0,0 0 0,0 0 0,0-1 0,0 1 0,0 0 0,0 0 0,0 0 0,7 1 0,10 6 0,12 15 0,0 2 0,30 33 0,1 1 0,293 225 0,-219-195 0,-9-6 0,-123-81 11,-1 0 0,1 1 0,0-1 0,-1 0 0,0 1 0,1-1-1,-1 1 1,0-1 0,0 1 0,2 3 0,-3-4-19,0-1 0,0 0 0,0 1 0,1-1 0,-1 0 0,0 1 0,0-1 0,0 0 0,0 1 0,0-1 0,-1 0 0,1 1-1,0-1 1,0 0 0,0 1 0,0-1 0,0 0 0,0 1 0,0-1 0,-1 0 0,1 1 0,0-1 0,0 0 0,-1 1 0,0-1-91,1 1 0,-1-1 1,0 1-1,0-1 0,0 1 0,0-1 1,0 1-1,0-1 0,0 0 0,0 1 0,0-1 1,-1 0-1,-9 1-6727</inkml:trace>
</inkml:ink>
</file>

<file path=ppt/ink/ink1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5:35.6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330 0 24575,'0'6'0,"0"0"0,-1 1 0,0-1 0,-1 0 0,1 0 0,-1 0 0,0 0 0,-1-1 0,1 1 0,-6 8 0,-3 3 0,-26 29 0,25-31 0,0 0 0,-13 20 0,8 0 0,2 0 0,1 1 0,-10 44 0,-23 56 0,11-61 32,21-46-497,1 2-1,-11 32 0,21-50-6360</inkml:trace>
</inkml:ink>
</file>

<file path=ppt/ink/ink1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5:36.3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187 16 24575,'-2'0'0,"-16"-5"0,-1 1 0,-27-2 0,42 6 0,-1-1 0,0 1 0,1 0 0,-1 1 0,1-1 0,-1 1 0,1 0 0,-1 0 0,1 1 0,-1-1 0,1 1 0,0 0 0,0 0 0,0 0 0,-7 6 0,9-7 0,0 1 0,0 0 0,0 0 0,0 0 0,0 0 0,1 0 0,-1 1 0,1-1 0,0 0 0,-1 1 0,1-1 0,0 1 0,0-1 0,1 1 0,-1-1 0,1 1 0,-1 0 0,1 0 0,0-1 0,0 1 0,0 0 0,0-1 0,0 1 0,0 0 0,1-1 0,0 1 0,-1 0 0,1-1 0,0 1 0,2 2 0,0 1 0,0-1 0,0 0 0,1-1 0,0 1 0,0-1 0,0 1 0,0-1 0,1 0 0,-1-1 0,1 1 0,0-1 0,9 5 0,3-1 0,1 1 0,-1-2 0,1 0 0,0-2 0,1 0 0,-1 0 0,1-2 0,0 0 0,22-2 0,-11-5-1365,-18 2-5461</inkml:trace>
</inkml:ink>
</file>

<file path=ppt/ink/ink1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5:37.2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120 29 24575,'-1'-3'0,"1"0"0,-1 0 0,0 0 0,0 0 0,0 1 0,-1-1 0,-1-2 0,3 4 0,0 1 0,0 0 0,0 0 0,-1-1 0,1 1 0,0 0 0,0 0 0,-1 0 0,1 0 0,0-1 0,0 1 0,-1 0 0,1 0 0,0 0 0,-1 0 0,1 0 0,0 0 0,0 0 0,-1 0 0,1 0 0,0 0 0,-1 0 0,1 0 0,0 0 0,-1 0 0,1 0 0,-1 0 0,0 1 0,1-1 0,-1 1 0,0-1 0,0 1 0,0 0 0,0 0 0,0 0 0,0-1 0,1 1 0,-1 0 0,-1 2 0,-5 9 0,1 0 0,0 0 0,-7 22 0,6-17 0,-9 20 0,10-24 0,0 1 0,1 1 0,0-1 0,1 1 0,1 0 0,0-1 0,2 1 0,-1 1 0,2-1 0,2 29 0,2-9 0,1-1 0,2 0 0,18 54 0,-14-57 0,1-1 0,1-1 0,2 0 0,1 0 0,1-2 0,28 35 0,-34-50 15,0 0-1,1-1 0,1 0 1,18 11-1,57 30-521,-57-35-423,-17-9-5896</inkml:trace>
</inkml:ink>
</file>

<file path=ppt/ink/ink1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5:37.8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 4 24575,'0'-1'0,"-1"1"0,1 0 0,-1-1 0,1 1 0,-1 0 0,1 0 0,-1-1 0,1 1 0,-1 0 0,0 0 0,1 0 0,-1 0 0,1 0 0,-1 0 0,1 0 0,-1 0 0,0 0 0,1 0 0,-1 0 0,1 0 0,-1 0 0,1 0 0,-1 1 0,1-1 0,-1 0 0,1 0 0,-2 1 0,2 0 0,-1 0 0,1 0 0,-1 0 0,1 0 0,-1-1 0,1 1 0,-1 0 0,1 0 0,0 0 0,0 0 0,0 0 0,0 0 0,-1 0 0,1 2 0,1 3 0,-1 0 0,1 1 0,3 11 0,3 4 0,1 1 0,1-1 0,13 23 0,41 60 0,-37-65 0,37 79 0,-55-101 0,8 20 0,-15-35 0,0 0 0,0 0 0,0 0 0,0 1 0,-1-1 0,1 1 0,-1-1 0,0 6 0,-1-8 0,1-1 0,0 1 0,0 0 0,0 0 0,-1 0 0,1-1 0,0 1 0,-1 0 0,1-1 0,-1 1 0,1 0 0,-1-1 0,1 1 0,-1 0 0,1-1 0,-1 1 0,1-1 0,-1 1 0,0-1 0,0 1 0,0 0 0,-1-1 0,0 1 0,0 0 0,0-1 0,-1 1 0,1-1 0,0 0 0,0 0 0,-3 0 0,-3 0 0,0-1 0,0-1 0,-10-2 0,3 0 0,0-2 0,0 1 0,1-2 0,-1 0 0,2-1 0,-16-11 0,19 12 0,1 0 0,-1-1 0,1-1 0,1 0 0,0 0 0,0 0 0,1-1 0,-10-16 0,16 24 0,1 1 0,-1 0 0,0 0 0,1-1 0,-1 1 0,1 0 0,0-1 0,-1 1 0,1-1 0,0 1 0,0 0 0,0-1 0,0 1 0,0-1 0,0 1 0,0-1 0,0 1 0,1 0 0,-1-1 0,0 1 0,1-1 0,0-1 0,1 2 0,-1-1 0,1 0 0,-1 0 0,1 1 0,-1-1 0,1 1 0,0 0 0,0 0 0,0-1 0,0 1 0,0 0 0,4-1 0,4-1 0,-1 0 0,1 1 0,0 1 0,0-1 0,12 1 0,-1 0-682,28-6-1,-36 5-6143</inkml:trace>
</inkml:ink>
</file>

<file path=ppt/ink/ink1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5:38.0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1 24575,'-2'2'0,"-4"4"0,-1 3 0,-1 0 0</inkml:trace>
</inkml:ink>
</file>

<file path=ppt/ink/ink1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5:38.8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162 25 24575,'0'-3'0,"5"-16"0,-6 17 0,-3 11 0,-10 27 0,1-2 0,-2-1 0,-22 39 0,36-70 0,-51 89 0,47-80 0,1 0 0,-1 1 0,2-1 0,0 1 0,0 0 0,-1 18 0,3-15 0,0-1 0,1 0 0,1 0 0,0 1 0,1-1 0,1 0 0,0 0 0,0 0 0,2-1 0,0 1 0,0-1 0,10 17 0,1-4-105,0 0 0,2-1 0,1-1 0,0 0 0,2-2 0,1 0 0,0-2 0,2 0 0,0-1 0,1-2 0,1 0 0,31 13 0,-46-25-6721</inkml:trace>
</inkml:ink>
</file>

<file path=ppt/ink/ink1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6:19.8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9 24575,'-1'-1'0,"1"1"0,-1-1 0,1 0 0,-1 1 0,0-1 0,1 1 0,-1-1 0,0 1 0,1-1 0,-1 1 0,0-1 0,0 1 0,0 0 0,1 0 0,-1-1 0,0 1 0,0 0 0,0 0 0,0 0 0,1 0 0,-1 0 0,0 0 0,0 0 0,-2 0 0,2 1 0,0-1 0,0 1 0,0 0 0,0-1 0,0 1 0,1 0 0,-1 0 0,0 0 0,0 0 0,0 0 0,1 0 0,-1 0 0,0 0 0,1 0 0,-1 2 0,-1 2 0,0 0 0,0 0 0,1 0 0,0 1 0,0-1 0,0 11 0,1-11 0,1 0 0,0 0 0,-1 0 0,2 0 0,-1-1 0,0 1 0,1 0 0,0-1 0,0 0 0,1 1 0,-1-1 0,1 0 0,0 0 0,0 0 0,0 0 0,0-1 0,1 1 0,-1-1 0,1 0 0,0 0 0,8 4 0,-9-5 0,1 0 0,-1-1 0,1 1 0,0-1 0,0 0 0,-1 0 0,1-1 0,0 1 0,0-1 0,0 1 0,0-1 0,0 0 0,0-1 0,0 1 0,0-1 0,-1 0 0,1 0 0,0 0 0,0 0 0,-1-1 0,1 1 0,-1-1 0,1 0 0,-1 0 0,1 0 0,-1 0 0,4-4 0,-4 2 0,0 0 0,0 0 0,0 0 0,-1 0 0,1 0 0,-1-1 0,0 1 0,0-1 0,2-9 0,-2 9 0,-1 0 0,1 0 0,0 1 0,0-1 0,1 0 0,-1 1 0,6-7 0,-7 10 0,-1 1 0,0 0 0,1-1 0,-1 1 0,0 0 0,1 0 0,-1-1 0,1 1 0,-1 0 0,1 0 0,-1 0 0,1 0 0,-1-1 0,1 1 0,-1 0 0,1 0 0,-1 0 0,1 0 0,-1 0 0,1 0 0,-1 0 0,1 0 0,-1 1 0,1-1 0,-1 0 0,0 0 0,1 0 0,-1 0 0,1 1 0,-1-1 0,1 0 0,-1 0 0,0 1 0,1-1 0,0 1 0,14 15 0,-10-10 0,7 6 0,1 1 0,1-2 0,0 1 0,28 16 0,-32-23 0,1 1 0,0-2 0,0 1 0,0-2 0,1 1 0,-1-2 0,1 1 0,15 0 0,-21-2 0,0-1 0,0 0 0,0 0 0,0-1 0,0 1 0,0-1 0,0 0 0,8-3 0,-12 3 0,-1 0 0,1 0 0,0 0 0,0 0 0,-1-1 0,1 1 0,-1 0 0,1-1 0,-1 1 0,0-1 0,1 1 0,-1-1 0,0 0 0,0 1 0,0-1 0,0 0 0,-1 0 0,1 0 0,0 0 0,-1 0 0,1 0 0,-1 0 0,0 0 0,1 0 0,-1 0 0,0 0 0,0 0 0,-1-3 0,1 2 7,-1-1 0,1 0 0,-1 0 0,0 1 0,0-1 1,0 0-1,-1 1 0,1-1 0,-1 1 0,0 0 0,0-1 0,0 1 0,0 0 0,0 0 0,-1 0 0,-3-2 0,0 0-193,1 0 1,-2 1-1,1 0 0,0 0 1,-1 0-1,0 1 1,-8-3-1,2 2-6640</inkml:trace>
</inkml:ink>
</file>

<file path=ppt/ink/ink1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6:28.5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24575,'61'-1'0,"67"3"0,-127-2 0,0 0 0,0 0 0,1 0 0,-1 0 0,0 1 0,0-1 0,0 0 0,0 1 0,0-1 0,0 0 0,0 1 0,0 0 0,0-1 0,0 1 0,0-1 0,0 1 0,0 0 0,-1 0 0,1 0 0,0-1 0,0 1 0,-1 0 0,2 2 0,-2-2 0,1 1 0,-1 0 0,0-1 0,1 1 0,-1 0 0,0 0 0,0 0 0,0-1 0,0 1 0,0 0 0,-1 0 0,1-1 0,-1 4 0,-2 2 0,0 0 0,0 1 0,0-1 0,-1 0 0,-8 10 0,10-15 0,0 0 0,0 0 0,0 0 0,0 0 0,-1 0 0,-3 1 0,4-2 0,1 0 0,-1 0 0,0 0 0,1 0 0,-1 0 0,1 1 0,-1-1 0,1 1 0,-1-1 0,1 1 0,0-1 0,-2 3 0,3-3 0,0-1 0,0 0 0,0 1 0,0-1 0,0 1 0,0-1 0,0 0 0,0 1 0,0-1 0,0 1 0,0-1 0,0 0 0,1 1 0,-1-1 0,0 1 0,0-1 0,0 0 0,1 1 0,-1-1 0,0 0 0,0 1 0,1-1 0,-1 0 0,0 0 0,0 1 0,1-1 0,-1 0 0,0 0 0,1 1 0,-1-1 0,0 0 0,1 0 0,0 0 0,15 6 0,-13-5 0,150 35 0,-101-30-1365,-39-6-5461</inkml:trace>
</inkml:ink>
</file>

<file path=ppt/ink/ink1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6:29.7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1225 44 24575,'-5'3'0,"-1"-1"0,0 0 0,0 0 0,0 0 0,1-1 0,-2 0 0,1 0 0,-11-1 0,-2-1 0,-28-5 0,27 3 0,-21-1 0,-34-3 0,-9-1 0,-156 9 0,222 0 0,-32 6 0,6 0 0,1-2 0,26-2 0,0-1 0,-1-1 0,0 0 0,1-1 0,-23-3 0,-61-20 0,67 14 0,1 2 0,-1 1 0,-62-3 0,54 10-1365,29-1-5461</inkml:trace>
</inkml:ink>
</file>

<file path=ppt/ink/ink1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6:32.5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85 24575,'31'101'0,"-9"-29"0,32 71 0,-47-131 0,-7-12 0,0 0 0,0 0 0,0 0 0,0 0 0,0 0 0,0 0 0,0 0 0,0 0 0,0 0 0,0 0 0,0 0 0,0 0 0,0 0 0,0 0 0,1 0 0,-1 0 0,0 0 0,0 0 0,0 0 0,0 0 0,0 0 0,0 0 0,0 0 0,0 0 0,0 0 0,0 0 0,0 0 0,0 0 0,1 0 0,-1 0 0,0 0 0,0 0 0,0 0 0,0 0 0,0 0 0,0 0 0,0 0 0,0 0 0,0 0 0,0 0 0,0 0 0,0 0 0,0-1 0,0 1 0,0 0 0,0 0 0,0 0 0,0 0 0,0 0 0,1 0 0,-1 0 0,0 0 0,0 0 0,0 0 0,0 0 0,0 0 0,0 0 0,0-1 0,0 1 0,0 0 0,0 0 0,0-22 0,-1 11 0,0-3 0,0 1 0,-1 0 0,-1-1 0,-5-17 0,-23-52 0,8 21 0,20 53 0,-4-8 0,2 0 0,0-1 0,1 1 0,0-1 0,0-21 0,3 38 0,1 1 0,0-1 0,0 1 0,0-1 0,0 1 0,0-1 0,0 1 0,0-1 0,0 1 0,1-1 0,-1 0 0,0 1 0,0-1 0,0 1 0,1-1 0,-1 1 0,0-1 0,0 1 0,1 0 0,-1-1 0,0 1 0,1-1 0,0 0 0,-1 1 0,1 0 0,-1 0 0,1 0 0,-1 0 0,1 0 0,-1 1 0,1-1 0,-1 0 0,0 0 0,1 0 0,-1 0 0,1 0 0,-1 1 0,1-1 0,-1 0 0,0 0 0,1 1 0,-1-1 0,0 0 0,1 1 0,18 20 0,1 9 0,32 33 0,-41-51 0,0-2 0,0 1 0,1-2 0,0 0 0,23 14 0,-31-21 0,0-1 0,0 1 0,0-1 0,0 0 0,0 1 0,0-2 0,0 1 0,0 0 0,0-1 0,0 0 0,0 0 0,0 0 0,7-2 0,-8 2 0,-1-1 0,0 1 0,0-1 0,0 0 0,0 0 0,0 0 0,0 0 0,0 0 0,0 0 0,0-1 0,0 1 0,0-1 0,-1 1 0,1-1 0,-1 0 0,1 0 0,-1 0 0,0 1 0,0-1 0,1 0 0,-1-1 0,-1 1 0,1 0 0,0 0 0,0-4 0,1-6 0,-1 0 0,0 0 0,-1-1 0,0 1 0,-1 0 0,-1 0 0,0-1 0,0 1 0,-1 0 0,-9-22 0,87 169 0,-68-123 0,12 20 0,42 52 0,-33-48-1365,-21-28-5461</inkml:trace>
</inkml:ink>
</file>

<file path=ppt/ink/ink1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6:33.0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24575,'12'10'0,"4"8"0,2 3 0,-2 3 0,-2 1 0,-2-3 0,-2-2 0,-2-2 0,-2-1 0,-1-2 0,0 0 0,-1-1 0,-2 0 0,2-3 0,-2-2 0</inkml:trace>
</inkml:ink>
</file>

<file path=ppt/ink/ink1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6:33.3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452 68 24575,'-27'-15'0,"-11"-4"0,-2 3 0,3 4 0,6 7 0,6 6 0,4 4 0,4 3 0,-1 0 0,1 1 0,-2-1 0,0-1 0,-2 0 0,-2-2 0,-2 0 0,-2-2 0,2-2 0,4 0-8191</inkml:trace>
</inkml:ink>
</file>

<file path=ppt/ink/ink1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6:33.7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24575,'3'12'0,"0"7"0,2 2 0,1 1 0,1-2 0,0-2 0,1 0 0,-1-2 0,-1-1 0,-2-3-8191</inkml:trace>
</inkml:ink>
</file>

<file path=ppt/ink/ink1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6:36.4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291 14 24575,'-14'-1'0,"-1"0"0,1 0 0,-20-5 0,23 4 0,-1 1 0,0 0 0,0 0 0,0 2 0,0-1 0,1 2 0,-17 3 0,12-3 0,-8 1-36,-29 7-1293,43-8-5497</inkml:trace>
</inkml:ink>
</file>

<file path=ppt/ink/ink1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6:37.4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76 24575,'41'-18'0,"-11"3"0,62-18 0,-83 30 0,0 1 0,0 0 0,0 1 0,0 0 0,0 0 0,1 1 0,-1 0 0,0 1 0,0 0 0,0 0 0,17 6 0,-15-2 0,0 2 0,0-1 0,0 1 0,-1 1 0,0 0 0,-1 0 0,13 15 0,-19-20 0,1 1 0,-1 0 0,0 0 0,0 0 0,0 0 0,-1 0 0,0 1 0,1-1 0,-2 1 0,1-1 0,1 8 0,-2-10 0,-1 0 0,0 1 0,0-1 0,0 1 0,0-1 0,0 0 0,0 1 0,-1-1 0,1 0 0,-1 1 0,0-1 0,1 0 0,-1 0 0,0 0 0,0 0 0,-1 0 0,1 0 0,0 0 0,-1 0 0,1 0 0,-1 0 0,0-1 0,1 1 0,-1 0 0,-4 1 0,-9 7 0,-1-1 0,-24 10 0,23-12 0,0 1 0,-20 14 0,36-22 0,0 1 0,0-1 0,1 1 0,-1-1 0,0 1 0,0-1 0,1 1 0,-1 0 0,0 0 0,1-1 0,-1 1 0,1 0 0,-1 0 0,1-1 0,-1 1 0,1 0 0,0 0 0,-1 0 0,1 0 0,0 0 0,0 0 0,-1 0 0,1 0 0,0 0 0,0-1 0,0 1 0,0 0 0,0 0 0,1 0 0,-1 0 0,0 0 0,0 0 0,0 0 0,1 0 0,-1 0 0,1 0 0,-1-1 0,1 1 0,-1 0 0,1 0 0,-1-1 0,1 1 0,0 0 0,-1 0 0,1-1 0,1 1 0,1 3 0,2-1 0,-1 0 0,0 0 0,0 0 0,1-1 0,0 1 0,5 1 0,9 1 0,-1 0 0,1-1 0,0-1 0,1-1 0,-1 0 0,0-2 0,39-3 0,-56 3-68,0 0 0,0 0-1,0-1 1,0 1 0,0 0 0,0-1-1,0 0 1,0 1 0,0-1 0,0 0-1,0 0 1,-1 0 0,1 0 0,0-1-1,-1 1 1,1 0 0,-1-1-1,1 1 1,1-3 0,1-4-6758</inkml:trace>
</inkml:ink>
</file>

<file path=ppt/ink/ink1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6:37.9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 24575,'-3'2'0,"3"4"0,0 3 0,3 2 0,1 2 0,2 1 0,0 1 0,2 0 0,-1 0 0,1 0 0,2 0 0,-1 0 0,0-1 0,-1 1 0,0-3 0,-1-1 0,1-2 0</inkml:trace>
</inkml:ink>
</file>

<file path=ppt/ink/ink1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6:38.1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24575,'27'30'0,"11"11"0,2 0 0,-3-5 0,-9-7 0,-6-5 0,-7-4 0,-6-6-8191</inkml:trace>
</inkml:ink>
</file>

<file path=ppt/ink/ink1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6:38.3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403 41 24575,'-32'-7'0,"-13"-3"0,-3 1 0,1 1 0,6 3 0,5 4 0,4 2 0,3 4 0,0 1 0,4-1 0,3-1 0,6-1-8191</inkml:trace>
</inkml:ink>
</file>

<file path=ppt/ink/ink1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6:38.9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24575,'7'19'0,"5"10"0,3 2 0,2-3 0,-1-4 0,1-8 0,-1-6 0,-1-5 0,0-3 0,0-4 0,-3-5 0</inkml:trace>
</inkml:ink>
</file>

<file path=ppt/ink/ink1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6:39.1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0 24575,'-5'0'0,"-4"3"0,-1 3 0,0 2 0</inkml:trace>
</inkml:ink>
</file>

<file path=ppt/ink/ink1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6:40.3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1413 30 24575,'0'0'0,"0"0"0,1 0 0,-1-1 0,1 1 0,-1 0 0,0 0 0,1 0 0,-1-1 0,1 1 0,-1 0 0,0 0 0,1-1 0,-1 1 0,0 0 0,1-1 0,-1 1 0,0 0 0,0-1 0,1 1 0,-1 0 0,0-1 0,0 1 0,0-1 0,1 1 0,-1-1 0,-1 1 0,1-1 0,0 1 0,0 0 0,-1-1 0,1 1 0,0 0 0,-1-1 0,1 1 0,-1 0 0,1 0 0,0 0 0,-1-1 0,1 1 0,-1 0 0,1 0 0,-1 0 0,1 0 0,-1 0 0,-26-2 0,-22 9 0,33-4 0,-26 1 0,-242-15 0,126-2 0,128 10 0,0 1 0,0 2 0,0 1 0,-47 7 0,13-2 0,-10 2 0,40-3 0,0-3 0,-65-2 0,36-1 0,-195 1-1365,244 0-5461</inkml:trace>
</inkml:ink>
</file>

<file path=ppt/ink/ink1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6:43.6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84 24575,'-1'0'0,"1"0"0,0 0 0,0 0 0,0 0 0,-1 0 0,1 0 0,0 0 0,0 0 0,0 0 0,-1 0 0,1 0 0,0 0 0,0 0 0,0 0 0,0 0 0,-1 0 0,1 0 0,0 0 0,0 0 0,0 0 0,0 1 0,-1-1 0,1 0 0,0 0 0,0 0 0,0 0 0,0 0 0,0 0 0,0 1 0,-1-1 0,1 0 0,0 0 0,0 0 0,0 0 0,0 1 0,0-1 0,0 0 0,0 0 0,0 0 0,0 1 0,0-1 0,0 0 0,0 0 0,0 0 0,0 0 0,0 1 0,0-1 0,0 0 0,0 0 0,0 0 0,0 1 0,0-1 0,0 0 0,0 0 0,0 0 0,0 0 0,1 1 0,-1-1 0,0 0 0,0 0 0,0 0 0,0 0 0,0 0 0,0 1 0,1-1 0,-1 0 0,0 0 0,0 0 0,0 0 0,14 14 0,-9-10 0,0 4 0,0 0 0,0 1 0,-1 0 0,0 0 0,0 0 0,-1 0 0,0 1 0,2 15 0,4 12 0,0 1 0,-8-29 0,1 0 0,0-1 0,0 0 0,1 1 0,0-1 0,7 13 0,-10-21 0,0 0 0,0 0 0,0 1 0,0-1 0,0 0 0,0 0 0,0 0 0,0 0 0,0 0 0,0 0 0,1 0 0,-1 0 0,0 1 0,0-1 0,0 0 0,0 0 0,0 0 0,0 0 0,0 0 0,0 0 0,0 0 0,0 0 0,1 0 0,-1 0 0,0 0 0,0 0 0,0 0 0,0 0 0,0 0 0,0 0 0,0 0 0,1 0 0,-1 0 0,0 0 0,0 0 0,0 0 0,0 0 0,0 0 0,0 0 0,1 0 0,-1 0 0,0 0 0,0 0 0,0 0 0,2-6 0,0-10 0,-2 16 0,-1-9 0,1 0 0,-1-1 0,-1 1 0,0 0 0,0-1 0,-5-10 0,-25-54 0,16 39 0,-2-1 0,10 20 0,1 1 0,-9-27 0,16 41 0,0 1 0,0 0 0,0-1 0,0 1 0,0 0 0,-1-1 0,1 1 0,0 0 0,0-1 0,0 1 0,0 0 0,0-1 0,0 1 0,0 0 0,0-1 0,0 1 0,0 0 0,0-1 0,0 1 0,0 0 0,0-1 0,1 1 0,-1 0 0,0-1 0,0 1 0,0 0 0,0-1 0,1 1 0,-1 0 0,0 0 0,1-1 0,9 5 0,13 14 0,-23-17 0,46 45 0,-29-27 0,1-1 0,41 31 0,-57-48 0,-1 1 0,1-1 0,0 0 0,-1 0 0,1 0 0,0-1 0,0 1 0,0 0 0,0-1 0,0 1 0,0-1 0,0 0 0,0 0 0,0 1 0,0-1 0,0 0 0,0-1 0,0 1 0,2-1 0,-2 1 0,-1-1 0,1 0 0,-1 0 0,1 0 0,-1 0 0,1 0 0,-1-1 0,0 1 0,0 0 0,1-1 0,-1 1 0,0 0 0,0-1 0,-1 1 0,1-1 0,0 0 0,0 1 0,-1-1 0,1 0 0,-1 1 0,1-1 0,-1-2 0,1-3 0,-1-1 0,0 1 0,0 0 0,0-1 0,-1 1 0,0 0 0,-1-1 0,0 1 0,0 0 0,-3-7 0,1 4 0,1 1 0,1-1 0,0 0 0,-1-12 0,3 22 0,0 0 0,0-1 0,0 1 0,0-1 0,0 1 0,0 0 0,0-1 0,0 1 0,0-1 0,0 1 0,0 0 0,0-1 0,0 1 0,0 0 0,0-1 0,0 1 0,1-1 0,-1 1 0,0 0 0,0 0 0,0-1 0,1 1 0,-1 0 0,0-1 0,0 1 0,1 0 0,-1 0 0,1-1 0,0 1 0,-1 0 0,1 0 0,-1 0 0,1 0 0,0 0 0,-1 0 0,1 0 0,-1 0 0,1 1 0,0-1 0,-1 0 0,1 0 0,-1 1 0,1-1 0,0 1 0,20 17 0,10 17 45,-2 1-1,27 47 1,33 40-1544,-80-113-5327</inkml:trace>
</inkml:ink>
</file>

<file path=ppt/ink/ink1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6:44.0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24575,'0'5'0,"2"4"0,1 3 0,3 1 0,0 2 0,1 1 0,2-1 0,0 0 0,1 1 0,-2-2 0,0-1 0,0-2 0,0 0 0,1-1 0,-1-1 0,-1-4 0</inkml:trace>
</inkml:ink>
</file>

<file path=ppt/ink/ink1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6:44.3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491 75 24575,'-32'-8'0,"-15"-4"0,-8-1 0,2 0 0,4 2 0,6 3 0,5 2 0,4 3 0,6 2 0,4 3 0,3 2 0,1 2 0,2 3 0,2-1 0,3-1-8191</inkml:trace>
</inkml:ink>
</file>

<file path=ppt/ink/ink1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6:44.7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24575,'0'8'0,"3"4"0,0 3 0,3 1 0,2 1 0,3-3 0,-1-1 0,0-1 0,-1 1 0,0-3 0,-1 1 0</inkml:trace>
</inkml:ink>
</file>

<file path=ppt/ink/ink1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6:47.1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232 25 24575,'-20'-5'0,"-8"-2"0,-3 1 0,2 1 0,4 4 0,3 2 0,5 3 0,4 2 0,3 1 0,2 3 0,-1-1 0,-1-2 0,1 0 0</inkml:trace>
</inkml:ink>
</file>

<file path=ppt/ink/ink1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6:48.5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90 24575,'-1'-2'0,"0"0"0,0 0 0,0 0 0,1 0 0,-1 0 0,1 0 0,-1 0 0,1 0 0,0 0 0,-1 0 0,1 0 0,0 0 0,1 0 0,-1 0 0,0 0 0,1 0 0,-1 0 0,1 0 0,-1 0 0,1 0 0,0 0 0,0 0 0,0 0 0,0 1 0,0-1 0,0 0 0,0 1 0,1-1 0,-1 1 0,1-1 0,-1 1 0,1 0 0,0-1 0,-1 1 0,1 0 0,3-1 0,2-2 0,0 1 0,0 0 0,0 1 0,0-1 0,0 1 0,0 1 0,1-1 0,14 0 0,-10 2 0,0 0 0,1 1 0,12 2 0,-20-2 0,-1 0 0,1 0 0,-1 1 0,0 0 0,1 0 0,-1 0 0,0 0 0,0 0 0,-1 1 0,1 0 0,5 5 0,-4-4 0,-1 1 0,1 0 0,-1 0 0,-1 0 0,1 1 0,-1-1 0,1 1 0,-2 0 0,3 6 0,-4-9 0,0 0 0,0-1 0,-1 1 0,1 0 0,-1 0 0,0 0 0,0 0 0,0 0 0,0 0 0,-1-1 0,1 1 0,-1 0 0,0 0 0,0 0 0,0-1 0,0 1 0,0 0 0,0-1 0,-1 1 0,1-1 0,-1 1 0,-3 2 0,-32 40 0,-36 56 0,73-101 0,-1 1 0,1-1 0,0 0 0,0 1 0,-1-1 0,1 0 0,0 1 0,0-1 0,-1 1 0,1-1 0,0 1 0,0-1 0,0 0 0,0 1 0,0-1 0,0 1 0,0-1 0,0 1 0,0-1 0,0 1 0,0-1 0,0 1 0,0-1 0,0 0 0,0 1 0,1-1 0,-1 1 0,0-1 0,0 1 0,0-1 0,1 0 0,-1 1 0,0-1 0,1 0 0,-1 1 0,0-1 0,1 0 0,-1 1 0,0-1 0,1 0 0,-1 0 0,0 1 0,1-1 0,-1 0 0,1 0 0,-1 0 0,1 1 0,-1-1 0,0 0 0,1 0 0,-1 0 0,1 0 0,-1 0 0,1 0 0,-1 0 0,1 0 0,6 0 0,0 1 0,0-1 0,7-1 0,-7 0 0,66-7 0,1 0 0,-67 8-273,-1-1 0,0 0 0,1 0 0,6-2 0,-3 0-6553</inkml:trace>
</inkml:ink>
</file>

<file path=ppt/ink/ink1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6:48.9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0 24575,'-2'5'0,"-2"4"0,4 3 0,1 2 0,2 1 0,4 0 0,1 1 0,1-1 0,2 0 0,1-2 0,-2-2 0,1 0 0,0-1 0,-1-1 0,0-1 0,0 0 0,2-1 0,-2-2-8191</inkml:trace>
</inkml:ink>
</file>

<file path=ppt/ink/ink1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6:49.1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24575,'13'17'0,"6"8"0,2 3 0,-2-2 0,-2-4 0,-2-5 0,-3-1 0,-1-5 0,0-1 0,1-2 0,-2-1 0</inkml:trace>
</inkml:ink>
</file>

<file path=ppt/ink/ink1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6:49.3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361 60 24575,'-27'-8'0,"-14"-4"0,-2-1 0,3 3 0,7 2 0,6 3 0,5 2 0,1 4 0,3 2 0,1 3 0,1 0 0,1 2 0,0-1 0,1-1 0,3-2-8191</inkml:trace>
</inkml:ink>
</file>

<file path=ppt/ink/ink1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6:49.9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24575,'61'143'0,"-11"-22"0,-7-41 0,-20-38 0,-21-38-273,0 1 0,0 0 0,0-1 0,1 7 0</inkml:trace>
</inkml:ink>
</file>

<file path=ppt/ink/ink1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6:50.3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121 9 24575,'-7'-2'0,"0"0"0,-1 0 0,1 1 0,0 0 0,0 1 0,-1 0 0,1 0 0,-7 1 0,11-1 0,1 1 0,0-1 0,0 1 0,-1 0 0,1-1 0,0 1 0,0 0 0,0 0 0,0 1 0,0-1 0,0 0 0,0 1 0,1-1 0,-1 1 0,0-1 0,1 1 0,-1 0 0,1 0 0,0 0 0,0 0 0,-1 0 0,1 0 0,0 0 0,1 0 0,-1 0 0,0 0 0,1 0 0,-1 1 0,0 1 0,1 1 0,-1 1 0,1-1 0,-1 0 0,1 0 0,1 1 0,1 9 0,-2-14 0,0 1 0,1-1 0,-1 1 0,1-1 0,0 1 0,-1-1 0,1 1 0,0-1 0,0 0 0,0 1 0,0-1 0,0 0 0,0 0 0,0 0 0,1 0 0,-1 0 0,0 0 0,1 0 0,-1 0 0,0 0 0,1 0 0,-1-1 0,1 1 0,-1-1 0,1 1 0,1-1 0,12 2 0,0-1 0,0 0 0,19-2 0,-19 0 0,1 0 0,-1 2 0,18 2 0,-18-1-227,0 1-1,0 0 1,0 1-1,0 1 1,26 13-1,-32-12-6598</inkml:trace>
</inkml:ink>
</file>

<file path=ppt/ink/ink1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6:52.3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79 205 24575,'32'54'0,"51"81"0,-70-119 0,1 1 0,19 16 0,-33-33 0,-49-61 0,41 51 0,-25-38 0,-42-82 0,21 34 0,20 31 0,34 65 0,0 0 0,0 0 0,0 0 0,0 0 0,0 0 0,0 0 0,0 0 0,0 0 0,1 0 0,-1 0 0,0 0 0,0 0 0,0 0 0,0 0 0,0 0 0,0 0 0,0 0 0,0 0 0,0 0 0,0 0 0,0 0 0,1-1 0,-1 1 0,0 0 0,0 0 0,0 0 0,0 0 0,0 0 0,0 0 0,0 0 0,0 0 0,0 0 0,0 0 0,0 0 0,0-1 0,0 1 0,0 0 0,0 0 0,0 0 0,0 0 0,0 0 0,0 0 0,0 0 0,0 0 0,0 0 0,0-1 0,0 1 0,0 0 0,0 0 0,0 0 0,0 0 0,0 0 0,0 0 0,0 0 0,0 0 0,0 0 0,0 0 0,0 0 0,-1-1 0,1 1 0,0 0 0,0 0 0,0 0 0,0 0 0,0 0 0,10 7 0,11 11 0,14 18 0,-12-11 0,31 25 0,-46-44 0,1 1 0,-1-2 0,1 1 0,0-1 0,1-1 0,-1 1 0,1-2 0,12 4 0,-20-6 0,0-1 0,0 1 0,1-1 0,-1 0 0,0 1 0,0-1 0,1 0 0,-1-1 0,0 1 0,0 0 0,1-1 0,-1 1 0,0-1 0,0 0 0,0 1 0,2-2 0,-2 0 0,-1 1 0,1 0 0,-1 0 0,1-1 0,-1 1 0,0-1 0,0 1 0,0-1 0,0 1 0,0-1 0,0 0 0,0 1 0,-1-1 0,1 0 0,0 0 0,-1 0 0,0 1 0,1-1 0,-1-4 0,1-36 0,-1 26 0,4-28 0,-1 20 0,-3 16 0,1 1 0,0-1 0,1 1 0,-1 0 0,5-11 0,-5 17 0,-1 1 0,0-1 0,0 1 0,1-1 0,-1 1 0,0-1 0,0 1 0,1-1 0,-1 1 0,1 0 0,-1-1 0,0 1 0,1 0 0,-1-1 0,1 1 0,-1 0 0,1-1 0,-1 1 0,1 0 0,-1 0 0,1 0 0,-1-1 0,1 1 0,-1 0 0,2 0 0,-1 0 0,0 0 0,0 1 0,0-1 0,0 0 0,0 1 0,0-1 0,0 0 0,0 1 0,0 0 0,0-1 0,0 1 0,1 0 0,3 4 0,0-1 0,-1 1 0,6 7 0,-9-11 0,82 109 0,82 98 0,-134-171-1365,-24-28-5461</inkml:trace>
</inkml:ink>
</file>

<file path=ppt/ink/ink1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7:01.8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2190 59 24575,'1'0'0,"-1"-1"0,1 1 0,-1-1 0,1 0 0,0 1 0,-1-1 0,1 0 0,-1 1 0,0-1 0,1 0 0,-1 0 0,0 1 0,1-1 0,-1 0 0,0 0 0,0 1 0,1-1 0,-1 0 0,0-1 0,0 1 0,-1 0 0,1 1 0,0-1 0,-1 1 0,1-1 0,0 0 0,-1 1 0,1-1 0,-1 1 0,1-1 0,0 1 0,-1 0 0,1-1 0,-1 1 0,0-1 0,1 1 0,-1 0 0,1-1 0,-2 1 0,-4-2 0,-1 0 0,1 0 0,-1 1 0,-7-1 0,1 0 0,-7-1 0,1 1 0,-27 1 0,-3-1 0,0-5 0,32 4 0,-32-1 0,-326 4 0,361 1 0,-1 1 0,-16 3 0,16-2 0,-26 1 0,15-3 0,-49 7 0,47-5 0,-1 0 0,0-2 0,-34-3 0,-47 3 0,57 5 0,30-2 0,-31 0 0,36-3 0,-29 5 0,29-2 0,-29 0 0,-473-5 0,506 0 0,0 0 0,-18-4 0,17 2 0,-25-2 0,30 5 0,-81 1 0,89-1-80,0 1 0,0-1-1,0 0 1,0 1 0,0 0-1,0-1 1,1 1 0,-1 0-1,0 0 1,0 0 0,1 0 0,-1 0-1,0 1 1,1-1 0,-1 0-1,-1 3 1,-3 5-6746</inkml:trace>
</inkml:ink>
</file>

<file path=ppt/ink/ink1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7:02.9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 68 24575,'0'-1'0,"-1"1"0,1-1 0,-1 1 0,1-1 0,-1 1 0,1-1 0,-1 1 0,1-1 0,-1 1 0,0-1 0,1 1 0,-1 0 0,0-1 0,1 1 0,-1 0 0,0 0 0,1-1 0,-1 1 0,0 0 0,1 0 0,-1 0 0,0 0 0,0 0 0,1 0 0,-1 0 0,0 0 0,-1 0 0,2 1 0,-1 0 0,0 0 0,0-1 0,1 1 0,-1 0 0,1 0 0,-1 0 0,1-1 0,-1 1 0,1 0 0,-1 0 0,1 0 0,0 0 0,-1 0 0,1 0 0,0 2 0,-1 3 0,0 1 0,1-1 0,0 1 0,0-1 0,2 9 0,6 17 0,2 1 0,28 60 0,-18-46 0,-14-32 0,-5-11 0,0 0 0,0 0 0,1 1 0,0-1 0,-1 0 0,2-1 0,-1 1 0,0 0 0,6 5 0,-8-9 0,0 0 0,0 0 0,0 0 0,0 1 0,0-1 0,0 0 0,1 0 0,-1 0 0,0 0 0,0 0 0,0 0 0,0 0 0,0 0 0,1 0 0,-1 0 0,0 0 0,0 0 0,0 0 0,0 0 0,0 0 0,1 0 0,-1 0 0,0 0 0,0 0 0,0-1 0,0 1 0,0 0 0,1 0 0,-1 0 0,0 0 0,0 0 0,0 0 0,0 0 0,0 0 0,0 0 0,0-1 0,0 1 0,0 0 0,1 0 0,2-9 0,-2-9 0,-3 8 0,0-1 0,0 1 0,-1 0 0,-1 0 0,1 0 0,-7-10 0,-3-10 0,-13-36 0,-57-104 0,99 183 0,12 12 0,11 14 0,-20-18 0,42 34 0,-51-48 0,0-1 0,0-1 0,1 0 0,-1-1 0,1 0 0,0 0 0,0-1 0,1 0 0,-1-1 0,0-1 0,1 0 0,17 0 0,-28-1 0,0 0 0,0 0 0,1 0 0,-1-1 0,0 1 0,0 0 0,1-1 0,-1 1 0,0-1 0,0 1 0,0-1 0,0 0 0,1 1 0,-1-1 0,0 0 0,0 0 0,0 0 0,-1 0 0,1 1 0,0-2 0,1 0 0,-1 0 0,0 0 0,0 0 0,-1 0 0,1-1 0,0 1 0,-1 0 0,1-1 0,-1 1 0,0-1 0,0-3 0,-1-3 0,0 0 0,0 0 0,-1 0 0,0 0 0,-4-8 0,-43-91 0,63 132 0,1-1 0,21 25 0,47 49 0,-63-74 0,38 36 132,-7-9-1629,-43-41-5329</inkml:trace>
</inkml:ink>
</file>

<file path=ppt/ink/ink1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7:03.5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8 24575,'-5'-7'0,"2"7"0,2 1 0,1 0 0,0 0 0,0 0 0,0 0 0,0 0 0,0 0 0,0 0 0,0 0 0,0 0 0,0 0 0,0 0 0,0 0 0,1 1 0,6 18 0,0 0 0,2 0 0,0-1 0,2 0 0,0-1 0,1 0 0,0-1 0,23 24 0,-29-37-77,-8-10 269,-7-9-1672,4 6-5346</inkml:trace>
</inkml:ink>
</file>

<file path=ppt/ink/ink1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7:03.7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360 60 24575,'-30'-10'0,"-11"-3"0,-2 1 0,4 2 0,6 3 0,7 2 0,4 3 0,5 3 0,2 5 0,1 1 0,0 2 0,1 1 0,0 2 0,-1-1 0,0-2 0,3-4-8191</inkml:trace>
</inkml:ink>
</file>

<file path=ppt/ink/ink1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7:04.3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1 24575,'-3'0'0,"0"2"0,0 4 0,0 3 0,2 2 0,-1 2 0,2 1 0,0-1-8191</inkml:trace>
</inkml:ink>
</file>

<file path=ppt/ink/ink1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7:04.9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0 24575,'-1'0'0,"0"1"0,-1-1 0,1 0 0,0 1 0,0-1 0,0 1 0,0-1 0,0 1 0,0-1 0,0 1 0,0 0 0,0 0 0,0-1 0,1 1 0,-1 0 0,0 0 0,0 0 0,1 0 0,-1 0 0,1 0 0,-1 0 0,0 0 0,1 0 0,0 0 0,-1 1 0,1-1 0,0 0 0,0 0 0,-1 0 0,1 0 0,0 0 0,0 1 0,0-1 0,1 0 0,-1 0 0,0 0 0,0 0 0,1 1 0,-1-1 0,1 2 0,1 1 0,1 1 0,-1 0 0,1-1 0,0 0 0,0 0 0,0 0 0,8 7 0,-5-5 0,-4-3 0,1-1 0,-1 1 0,1-1 0,0 0 0,0 1 0,0-1 0,1-1 0,3 3 0,-7-4 0,0 0 0,0 0 0,1 0 0,-1 0 0,0 0 0,0 0 0,0 0 0,0 1 0,0-1 0,0 0 0,0 0 0,0 0 0,0 0 0,0 0 0,1 0 0,-1 0 0,0 0 0,0 0 0,0 0 0,0 0 0,0 0 0,0-1 0,0 1 0,0 0 0,0 0 0,0 0 0,1 0 0,-1 0 0,0 0 0,0 0 0,0 0 0,0 0 0,0 0 0,0 0 0,0 0 0,0 0 0,0 0 0,0 0 0,0 0 0,0-1 0,0 1 0,0 0 0,0 0 0,0 0 0,0 0 0,1 0 0,-1 0 0,0 0 0,0 0 0,0-1 0,-3-5 0,-5-7 0,-4-4 0,6 8 0,-1 0 0,1 1 0,-1 0 0,-1 0 0,-8-7 0,44 54 0,13 5-1365,-35-35-5461</inkml:trace>
</inkml:ink>
</file>

<file path=ppt/ink/ink1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7:06.7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 24575,'0'-1'0,"0"1"0,0-1 0,0 1 0,0-1 0,0 1 0,0-1 0,0 1 0,0-1 0,0 1 0,0-1 0,1 1 0,-1-1 0,0 1 0,0-1 0,0 1 0,1 0 0,-1-1 0,0 1 0,0-1 0,1 1 0,-1-1 0,0 1 0,1 0 0,-1-1 0,0 1 0,1 0 0,0-1 0,0 1 0,-1 0 0,1 0 0,0 0 0,-1 0 0,1 0 0,0 0 0,0 0 0,-1 1 0,1-1 0,0 0 0,-1 0 0,1 1 0,0-1 0,-1 0 0,1 1 0,0 0 0,25 20 0,-25-20 0,50 55 0,-2 1 0,-3 3 0,-2 2 0,-3 2 0,-3 1 0,37 88 0,-63-125 0,-1 0 0,-1 1 0,11 51 0,-19-68 0,-1 0 0,0 0 0,0 0 0,-1 0 0,0 0 0,-1 1 0,-1-1 0,0 0 0,0 0 0,-2-1 0,1 1 0,-7 13 0,8-20-62,-1 0 0,0 0 0,0 0 0,-1-1 0,1 1 0,-1-1 0,0 0 0,0 0 0,0 0 0,-1-1 0,0 1 0,1-1-1,-1 0 1,0 0 0,0-1 0,-1 1 0,1-1 0,0-1 0,-1 1 0,0-1 0,-9 2 0,3-2-6764</inkml:trace>
</inkml:ink>
</file>

<file path=ppt/ink/ink1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7:07.3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24575,'11'2'0,"-1"0"0,1 1 0,-1 0 0,0 1 0,0 0 0,0 0 0,0 1 0,-1 0 0,16 12 0,-9-4 0,-2 0 0,0 1 0,0 0 0,17 25 0,96 146 0,-124-181 0,125 222 0,-108-184 0,-1 2 0,-1 0 0,15 68 0,-10 10 0,-21-105 0,-1 0 0,-1-1 0,0 1 0,-1 0 0,-5 23 0,4-32 9,0-1 1,0 0-1,-1 1 0,-1-1 0,1-1 1,-1 1-1,0 0 0,-1-1 0,1 0 0,-1 0 1,0 0-1,-9 7 0,5-6-195,0 1 1,-1-2-1,0 1 0,0-1 1,-1-1-1,1 0 1,-17 5-1,14-6-6640</inkml:trace>
</inkml:ink>
</file>

<file path=ppt/ink/ink1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7:45.89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481 65 24575,'-4'-10'0,"1"1"0,0-1 0,0 1 0,-1-15 0,4 24 0,0 0 0,0-1 0,0 1 0,0 0 0,0 0 0,-1 0 0,1 0 0,0 0 0,0 0 0,0 0 0,0-1 0,0 1 0,-1 0 0,1 0 0,0 0 0,0 0 0,0 0 0,0 0 0,0 0 0,-1 0 0,1 0 0,0 0 0,0 0 0,0 0 0,0 0 0,-1 0 0,1 0 0,0 0 0,0 0 0,0 0 0,0 0 0,0 0 0,-1 0 0,1 0 0,0 0 0,0 1 0,0-1 0,0 0 0,0 0 0,-1 0 0,1 0 0,0 0 0,0 0 0,0 0 0,0 0 0,0 1 0,0-1 0,0 0 0,-14 11 0,-12 15 0,16-11 0,0 0 0,1 0 0,-13 32 0,13-27 0,-22 38 0,12-32 0,-28 32 0,34-42 0,1 0 0,-13 24 0,15-22 0,-2-1 0,-14 18 0,-74 61 0,92-88-195,0 0 0,1 0 0,1 0 0,-1 1 0,1 0 0,-7 13 0,5-6-6631</inkml:trace>
</inkml:ink>
</file>

<file path=ppt/ink/ink1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7:47.09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375 6 24575,'0'0'0,"0"0"0,0 0 0,0 0 0,0 0 0,1 0 0,-1 0 0,0-1 0,0 1 0,0 0 0,0 0 0,0 0 0,0 0 0,0 0 0,0 0 0,0 0 0,0 0 0,0 0 0,0-1 0,1 1 0,-1 0 0,0 0 0,0 0 0,0 0 0,0 0 0,0 0 0,0 0 0,0-1 0,0 1 0,0 0 0,0 0 0,0 0 0,0 0 0,0 0 0,-1 0 0,1 0 0,0-1 0,0 1 0,0 0 0,0 0 0,0 0 0,0 0 0,0 0 0,0 0 0,0 0 0,0 0 0,0 0 0,0-1 0,0 1 0,-1 0 0,1 0 0,0 0 0,0 0 0,0 0 0,0 0 0,0 0 0,0 0 0,0 0 0,-10 4 0,-16 15 0,21-15 0,-87 74 0,42-33 0,29-26 30,1 1 0,1 0 0,-20 30 0,-41 73-1515,67-103-5341</inkml:trace>
</inkml:ink>
</file>

<file path=ppt/ink/ink1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7:54.2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306 31 24575,'-2'0'0,"-4"0"0,0-3 0,-3 0 0,-1 0 0,-1 0 0,-2 1 0,-18-1 0,-9-1 0,-2 1 0,3 0 0,6 2 0,6 0 0,6 0 0,5 1-8191</inkml:trace>
</inkml:ink>
</file>

<file path=ppt/ink/ink1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7:54.6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296 16 24575,'-29'-3'0,"-13"0"0,-1 0 0,4 0 0,6 1 0,7 1 0,4 1 0,5 0 0,4 2 0,3 1 0,-1 1 0,1-2 0</inkml:trace>
</inkml:ink>
</file>

<file path=ppt/ink/ink1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7:55.6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35 24575,'-8'-35'0,"15"102"0,-5-42 0,2-6-186,0 0 0,1-1-1,1 1 1,1-1 0,13 25-1,-18-39-60,2 5-6579</inkml:trace>
</inkml:ink>
</file>

<file path=ppt/ink/ink1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7:55.9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365 0 24575,'-7'3'0,"-5"0"0,-3 0 0,-2 2 0,1 0 0,-3-1 0,-1 2 0,2-1 0,-2-1 0,0 2 0,-1-1 0,-3-1 0,-1-1 0,-2-1 0,0 1 0,-2 1 0,2-1 0,6-1-8191</inkml:trace>
</inkml:ink>
</file>

<file path=ppt/ink/ink1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7:57.0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25 24575,'-4'12'0,"0"2"0,1-1 0,0 0 0,-1 23 0,4-28 0,0-1 0,1 1 0,0 0 0,0-1 0,0 1 0,1-1 0,0 0 0,1 1 0,6 11 0,3 4 0,1-1 0,26 33 0,-57-79 0,1-1 0,1 0 0,-16-33 0,27 46 0,0 0 0,1-1 0,0 1 0,1-1 0,1 0 0,0 0 0,1 1 0,0-1 0,1-18 0,0 30 0,0 0 0,0 0 0,0 0 0,0 1 0,1-1 0,-1 0 0,0 0 0,0 1 0,1-1 0,-1 0 0,0 0 0,1 1 0,-1-1 0,0 0 0,1 1 0,-1-1 0,1 0 0,-1 1 0,1-1 0,-1 1 0,1-1 0,1 0 0,-2 1 0,1 0 0,0 0 0,0 0 0,-1 0 0,1-1 0,0 1 0,0 1 0,0-1 0,-1 0 0,1 0 0,0 0 0,0 0 0,0 1 0,-1-1 0,1 0 0,0 0 0,-1 1 0,2 0 0,4 3 0,0 0 0,-1 0 0,10 10 0,-11-10 0,16 15 0,-4-2 0,1-1 0,24 16 0,-34-28 0,-1 0 0,1 0 0,0-1 0,0 0 0,0 0 0,0 0 0,0-1 0,0 0 0,1-1 0,-1 0 0,9 1 0,-12-2 0,1 0 0,-1 0 0,1 0 0,-1 0 0,1-1 0,-1 0 0,1 0 0,-1 0 0,1 0 0,-1-1 0,0 0 0,0 0 0,0 0 0,0 0 0,0-1 0,0 1 0,-1-1 0,1 0 0,-1 0 0,1 0 0,-1-1 0,0 1 0,-1-1 0,1 0 0,-1 1 0,1-1 0,-1 0 0,0-1 0,1-4 0,1-4 0,3-23 0,-1 2 0,14 79 0,-12-27 0,0 1 0,1-1 0,2 0 0,-1-1 0,2 0 0,0-1 0,16 15 0,15 12-1365,-30-31-5461</inkml:trace>
</inkml:ink>
</file>

<file path=ppt/ink/ink1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7:59.0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825 26 24575,'0'-1'0,"0"0"0,0 0 0,0 0 0,0 0 0,0 0 0,-1 0 0,1 0 0,0 1 0,0-1 0,-1 0 0,1 0 0,-1 0 0,1 0 0,-1 0 0,1 1 0,-1-1 0,1 0 0,-1 0 0,0 1 0,1-1 0,-2-1 0,0 2 0,0-1 0,1 0 0,-1 0 0,0 1 0,1-1 0,-1 1 0,0-1 0,0 1 0,0 0 0,-3 0 0,-4 0 0,0 1 0,0 0 0,-14 4 0,18-3 0,-16 3 0,1-1 0,-1-1 0,-28 2 0,-23-5 0,-160 8 0,-24-2 0,234-6 0,17 0 0,4-1 0,-1 1 0,0 0 0,0 0 0,0 0 0,0 0 0,0 0 0,1 1 0,-1-1 0,0 0 0,0 1 0,1-1 0,-1 1 0,0 0 0,-2 1 0,4-2 0,0 1 0,0-1 0,0 0 0,0 0 0,0 1 0,0-1 0,0 0 0,0 0 0,0 1 0,1-1 0,-1 0 0,0 0 0,0 0 0,0 1 0,0-1 0,0 0 0,1 0 0,-1 0 0,0 0 0,0 1 0,0-1 0,1 0 0,-1 0 0,0 0 0,0 0 0,0 0 0,1 0 0,-1 0 0,0 0 0,0 1 0,1-1 0,-1 0 0,0 0 0,0 0 0,1 0 0,-1 0 0,0 0 0,0 0 0,1 0 0,-1-1 0,12 3 0,71 11 0,110 30 0,-193-43 0,11 3 0,4 1 0,1 0 0,24 11 0,-37-14 0,0 0 0,0 1 0,0 0 0,0-1 0,0 1 0,0 0 0,-1 1 0,1-1 0,-1 0 0,1 1 0,-1-1 0,0 1 0,0 0 0,0 0 0,0 0 0,-1 0 0,1 0 0,1 5 0,-3-5 0,0-1 0,0 0 0,0 1 0,0-1 0,0 0 0,-1 1 0,1-1 0,-1 0 0,0 1 0,0-1 0,1 0 0,-2 0 0,1 0 0,0 0 0,0 0 0,-1 0 0,1 0 0,-1 0 0,1 0 0,-1-1 0,0 1 0,1 0 0,-4 1 0,-6 5 0,0 0 0,-20 11 0,28-18 0,-48 24 0,-66 23 0,53-23 0,48-19 0,3-1 0,1 0 0,0 0 0,-21 14 0,30-17 0,0 0 0,1 0 0,-1 0 0,1 0 0,0 1 0,0-1 0,0 1 0,0-1 0,0 1 0,0 0 0,0-1 0,1 1 0,0 0 0,-1 0 0,1 1 0,0-1 0,1 0 0,-1 0 0,1 0 0,-1 7 0,1-9 0,0 0 0,0 0 0,0 1 0,0-1 0,0 0 0,1 0 0,-1 0 0,0 1 0,1-1 0,-1 0 0,1 0 0,-1 0 0,1 0 0,0 0 0,-1 0 0,1 0 0,0 0 0,0 0 0,1 1 0,0-1 0,0 0 0,0 0 0,-1 0 0,1 0 0,0 0 0,0 0 0,0-1 0,1 1 0,-1-1 0,3 1 0,6-1 0,-1 0 0,1-1 0,18-3 0,-18 3 0,505-40 0,-346 42-1365,-144-1-5461</inkml:trace>
</inkml:ink>
</file>

<file path=ppt/ink/ink1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7:59.7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1 24575,'-5'15'0,"0"2"0,-5 30 0,9-42 0,0-1 0,1 1 0,0-1 0,0 1 0,0-1 0,1 1 0,-1-1 0,1 1 0,0-1 0,1 0 0,-1 1 0,2 3 0,-1-5 0,1 0 0,-1 0 0,0 0 0,1 0 0,-1-1 0,1 1 0,0-1 0,0 1 0,0-1 0,0 0 0,0-1 0,0 1 0,0 0 0,1-1 0,5 2 0,-1 0 0,1-1 0,0-1 0,0 1 0,0-1 0,10-1 0,9-2-1365,-15-2-5461</inkml:trace>
</inkml:ink>
</file>

<file path=ppt/ink/ink1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7:59.8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 1 24575,'-12'2'0,"-7"4"0,0 0-8191</inkml:trace>
</inkml:ink>
</file>

<file path=ppt/ink/ink1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8:00.2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289 22 24575,'-32'0'0,"-13"-3"0,-4 0 0,5 0 0,6 0 0,8 2 0,6-1 0,8-1 0,6 0-8191</inkml:trace>
</inkml:ink>
</file>

<file path=ppt/ink/ink1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8:00.4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321 45 24575,'-29'-7'0,"-16"-3"0,-3 1 0,2 1 0,8 3 0,7 2 0,7 1 0,5 1 0,3 1 0,2 3 0,3 1-8191</inkml:trace>
</inkml:ink>
</file>

<file path=ppt/ink/ink1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8:00.8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157 69 24575,'-1'0'0,"-22"-2"0,-27 1 0,44 1 0,0 0 0,0 1 0,0 0 0,0 0 0,0 1 0,0-1 0,1 1 0,-1 1 0,-9 4 0,14-6 0,0-1 0,0 1 0,0-1 0,0 1 0,1-1 0,-1 1 0,0-1 0,0 1 0,1 0 0,-1-1 0,0 1 0,1 0 0,-1 0 0,1-1 0,-1 1 0,1 0 0,-1 0 0,1 0 0,0 0 0,-1 0 0,1 0 0,0 0 0,0 0 0,0 0 0,0-1 0,0 1 0,0 0 0,0 0 0,0 0 0,0 0 0,0 0 0,0 0 0,1 0 0,-1 0 0,0 0 0,0 0 0,1 0 0,-1 0 0,1-1 0,-1 1 0,1 0 0,-1 0 0,1-1 0,0 1 0,1 1 0,3 3 0,0 0 0,1-1 0,0 0 0,11 7 0,-13-9 0,10 6 0,0-1 0,0 0 0,0-1 0,1-1 0,25 6 0,-33-10 0,-1 0 0,1 0 0,0-1 0,0 0 0,-1 0 0,14-3 0,-17 3 0,1-1 0,0-1 0,-1 1 0,1 0 0,-1-1 0,1 0 0,-1 0 0,0 0 0,0 0 0,0 0 0,0 0 0,0-1 0,3-3 0,-4 3 6,0 0-1,0-1 1,0 1-1,0-1 0,0 1 1,-1-1-1,1 0 1,-1 0-1,0 1 1,0-1-1,0 0 1,-1 0-1,0 0 0,1 0 1,-1 0-1,-1 0 1,1 0-1,-1 0 1,1 0-1,-1 0 1,-2-6-1,1 5-104,0 0 0,0-1 0,0 1 0,-1 0 0,0 0 0,0 0 0,0 1 0,-1-1 0,0 1 0,1-1 0,-1 1 0,-1 1 0,1-1 0,-7-4 0,-1 1-6727</inkml:trace>
</inkml:ink>
</file>

<file path=ppt/ink/ink1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8:02.1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13 156 24575,'2'2'0,"38"35"0,-35-32 0,0-2 0,0 1 0,1-1 0,-1 1 0,1-1 0,7 2 0,-13-4 0,1-1 0,-1 0 0,0 0 0,1 0 0,-1 0 0,1 1 0,-1-1 0,0 0 0,1 0 0,-1 0 0,1 0 0,-1 0 0,0 0 0,1 0 0,-1 0 0,1 0 0,-1 0 0,0 0 0,1 0 0,-1-1 0,1 1 0,-1 0 0,0 0 0,1 0 0,-1 0 0,0-1 0,1 1 0,-1-1 0,1 1 0,-1-1 0,0 1 0,0-1 0,0 0 0,0 1 0,0-1 0,0 1 0,0-1 0,0 1 0,0-1 0,0 0 0,0 1 0,-1-1 0,1 1 0,0-2 0,-13-21 0,-31-29 0,30 38 0,2 0 0,-15-23 0,35 46 0,1 0 0,0-1 0,1 0 0,0-1 0,0 0 0,1 0 0,13 5 0,-20-11 0,1 1 0,-1-1 0,1-1 0,-1 1 0,1 0 0,0-1 0,-1 0 0,1 0 0,-1-1 0,10-1 0,-12 2 0,0-1 0,0 0 0,0 1 0,0-1 0,-1 0 0,1 0 0,0 0 0,0-1 0,-1 1 0,1 0 0,0-1 0,-1 1 0,1-1 0,-1 1 0,0-1 0,0 0 0,1 1 0,-1-1 0,0 0 0,-1 0 0,1 0 0,0 0 0,0 0 0,-1 0 0,1-4 0,0 0 0,-1-1 0,0 1 0,0-1 0,-1 1 0,0-1 0,0 1 0,-3-10 0,-3-20 0,9 33 0,2 7 0,5 5 0,74 93 120,-63-81-615,0-1 0,38 28 0,-49-42-6331</inkml:trace>
</inkml:ink>
</file>

<file path=ppt/ink/ink1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8:02.4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174 7 24575,'-22'-2'0,"-10"-1"0,1 2 0,3 2 0,3 2 0,5 5 0,4-1-8191</inkml:trace>
</inkml:ink>
</file>

<file path=ppt/ink/ink1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8:02.8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24575,'8'15'0,"4"7"0,3 3 0,1-2 0,1-1 0,-1-4 0,-2-4 0,-2-1 0,-2 0 0,-4-3-8191</inkml:trace>
</inkml:ink>
</file>

<file path=ppt/ink/ink1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8:06.2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24 24575,'3'-19'0,"2"15"0,-5 4 0,1 0 0,0 0 0,-1 0 0,1 0 0,-1 0 0,1 1 0,-1-1 0,1 0 0,-1 0 0,0 1 0,1-1 0,-1 0 0,1 1 0,-1-1 0,0 0 0,1 1 0,0 0 0,1 2 0,0 1 0,0-1 0,-1 1 0,1-1 0,-1 1 0,0 0 0,0 0 0,0-1 0,0 1 0,0 6 0,2 12 0,2-9-66,-1-1 0,2-1 0,0 1-1,0-1 1,1 1 0,16 18 0,-12-14-836,-5-7-5924</inkml:trace>
</inkml:ink>
</file>

<file path=ppt/ink/ink1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8:06.5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430 15 24575,'-27'-2'0,"-13"-1"0,-4-1 0,2 2 0,6 0 0,5 1 0,7 0 0,2 1 0,2 0 0,2 3 0,2 0 0,1 0 0,1 2 0,-2 1 0,-2 0 0,1 1 0,1-2 0,2-2-8191</inkml:trace>
</inkml:ink>
</file>

<file path=ppt/ink/ink1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8:07.1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24575,'0'17'0,"0"8"0,2 3 0,1-2 0,3-2 0,0-3 0,-1-3 0,1-1 0,-1-2 0,0-1 0,0 0 0,0 0 0,0 0 0,0 0 0,0 0 0,-1-2-8191</inkml:trace>
</inkml:ink>
</file>

<file path=ppt/ink/ink1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8:07.4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331 24 24575,'-30'-5'0,"-11"-2"0,-2 1 0,4 1 0,8 4 0,8 2 0,5 1 0,3 3 0,2 0 0,0-1 0,0 2 0,0-1 0,0 0 0,-1-2 0,3-1-8191</inkml:trace>
</inkml:ink>
</file>

<file path=ppt/ink/ink1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8:07.8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24575,'10'18'0,"5"4"0,1 3 0,0-2 0,-4-2 0,0-4 0,-2-3 0,-4-1 0,-2-3-8191</inkml:trace>
</inkml:ink>
</file>

<file path=ppt/ink/ink1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8:09.8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774 44 24575,'2'-4'0,"0"0"0,0 0 0,1 0 0,0 0 0,4-5 0,-6 8 0,1-1 0,0 1 0,-1 0 0,1 0 0,0 0 0,-1 0 0,1 0 0,0 0 0,0 0 0,0 0 0,0 1 0,0-1 0,0 1 0,0 0 0,2-1 0,-4 1 0,1 0 0,-1 0 0,0 0 0,0 0 0,0 0 0,0 0 0,0 0 0,0 0 0,0 0 0,1-1 0,-1 1 0,0 0 0,0 0 0,0 0 0,0 0 0,0 0 0,0 0 0,1 0 0,-1 0 0,0 0 0,0 0 0,0 0 0,0 0 0,0 1 0,1-1 0,-1 0 0,0 0 0,0 0 0,0 0 0,0 0 0,0 0 0,0 0 0,0 0 0,1 0 0,-1 0 0,0 0 0,0 0 0,0 1 0,0-1 0,0 0 0,0 0 0,0 0 0,0 0 0,0 0 0,0 0 0,0 1 0,0-1 0,-6 5 0,-12 3 0,5-4 0,0-1 0,0 0 0,0 0 0,-24 0 0,-58-3 0,45-2 0,-27 1 0,-116 2 0,106 8 0,36-3 0,-32 8 0,73-13 0,1 1 0,0 0 0,-16 7 0,25-9 0,0 0 0,0 0 0,-1 0 0,1 0 0,0 0 0,0 0 0,0 0 0,0 0 0,0 0 0,0 1 0,0-1 0,0 0 0,-1 0 0,1 0 0,0 0 0,0 0 0,0 0 0,0 1 0,0-1 0,0 0 0,0 0 0,0 0 0,0 0 0,0 0 0,0 1 0,0-1 0,0 0 0,0 0 0,0 0 0,0 0 0,0 0 0,0 1 0,0-1 0,0 0 0,0 0 0,0 0 0,0 0 0,0 0 0,1 0 0,-1 1 0,0-1 0,0 0 0,0 0 0,0 0 0,0 0 0,0 0 0,0 0 0,0 0 0,1 0 0,-1 0 0,0 1 0,0-1 0,0 0 0,0 0 0,0 0 0,0 0 0,1 0 0,-1 0 0,0 0 0,0 0 0,0 0 0,0 0 0,1 0 0,9 4 0,-10-4 0,201 53 0,-113-31 0,-56-14 0,6 1 0,66 25 0,-98-31 0,0 0 0,-1 0 0,1 1 0,0-1 0,8 9 0,-13-11 0,0-1 0,-1 1 0,1 0 0,0-1 0,0 1 0,-1 0 0,1 0 0,0 0 0,-1 0 0,1 0 0,-1-1 0,1 1 0,-1 0 0,1 0 0,-1 0 0,0 0 0,1 1 0,-1-1 0,0 0 0,0 0 0,0 0 0,0 0 0,0 0 0,0 0 0,0 0 0,0 0 0,-1 0 0,1 0 0,0 0 0,0 0 0,-1 0 0,1 0 0,-1 0 0,1 0 0,-1 0 0,1 0 0,-1 0 0,0 0 0,0-1 0,1 1 0,-1 0 0,0 0 0,0-1 0,0 2 0,-9 3 0,1 0 0,-1 0 0,0-1 0,0 0 0,0 0 0,-14 2 0,-10 4 0,5 1 0,-24 7 0,1 2 0,-51 28 0,59-24 0,26-16 0,0 1 0,1 1 0,1 1 0,-1 0 0,-16 17 0,30-25 0,0 0 0,0 0 0,0 0 0,1 1 0,0-1 0,0 1 0,0 0 0,0-1 0,0 1 0,1 0 0,-2 5 0,3-9 0,0 0 0,0 0 0,1 1 0,-1-1 0,0 0 0,0 0 0,0 0 0,0 1 0,0-1 0,0 0 0,0 0 0,0 0 0,1 1 0,-1-1 0,0 0 0,0 0 0,0 0 0,0 0 0,1 0 0,-1 1 0,0-1 0,0 0 0,0 0 0,1 0 0,-1 0 0,0 0 0,0 0 0,0 0 0,1 0 0,-1 0 0,0 0 0,0 0 0,1 0 0,-1 0 0,0 0 0,0 0 0,0 0 0,1 0 0,12-1 0,-9 0 0,66-5 0,92 6 0,-76 1 0,382-1-1365,-445 0-5461</inkml:trace>
</inkml:ink>
</file>

<file path=ppt/ink/ink1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8:10.7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9 24575,'-1'-1'0,"1"1"0,-1-1 0,0 0 0,1 1 0,-1-1 0,0 1 0,0-1 0,1 1 0,-1-1 0,0 1 0,0-1 0,0 1 0,0 0 0,1-1 0,-3 1 0,3 0 0,-1 0 0,1 0 0,0 0 0,-1 0 0,1 0 0,0 1 0,0-1 0,-1 0 0,1 0 0,0 0 0,0 1 0,-1-1 0,1 0 0,0 0 0,0 1 0,0-1 0,-1 0 0,1 1 0,0-1 0,0 0 0,0 0 0,0 1 0,0-1 0,0 0 0,0 1 0,-1-1 0,1 0 0,0 1 0,0 5 0,0-1 0,0 1 0,2 10 0,-1-7 0,1 54 0,3 16 0,-4-67 0,1-1 0,1 0 0,0 1 0,9 20 0,17 34 0,-26-63-1365</inkml:trace>
</inkml:ink>
</file>

<file path=ppt/ink/ink1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8:11.1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221 1 24575,'-18'5'0,"-28"11"0,-53 24 0,95-38 0,1 0 0,-1 0 0,1 0 0,-1 1 0,1-1 0,0 1 0,0 0 0,0-1 0,1 1 0,-5 6 0,4-3 0,0 0 0,0 0 0,1 0 0,0 0 0,-3 11 0,5-17 0,0 1 0,0-1 0,0 1 0,-1 0 0,1-1 0,0 1 0,0 0 0,0-1 0,0 1 0,1 0 0,-1-1 0,0 1 0,0-1 0,0 1 0,0 0 0,1-1 0,-1 1 0,0-1 0,0 1 0,1-1 0,-1 1 0,1 0 0,-1-1 0,0 1 0,1-1 0,-1 0 0,1 1 0,-1-1 0,1 1 0,-1-1 0,1 0 0,-1 1 0,1-1 0,0 0 0,-1 0 0,1 1 0,-1-1 0,1 0 0,0 0 0,0 0 0,4 1 0,0-1 0,0 1 0,0-1 0,7-1 0,-5 1 0,258 6 0,-206-2-1365,-36-2-5461</inkml:trace>
</inkml:ink>
</file>

<file path=ppt/ink/ink1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8:13.5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43 24575,'-3'-3'0,"0"1"0,0-1 0,0 0 0,1 1 0,-1-1 0,1 0 0,0-1 0,0 1 0,0 0 0,0-1 0,-2-6 0,18 23 0,112 130 0,-67-80 0,2 3 0,2-4 0,91 70 0,-1-4 0,-141-118 0,-14-11-1365</inkml:trace>
</inkml:ink>
</file>

<file path=ppt/ink/ink1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8:14.0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321 7 24575,'0'-1'0,"0"1"0,0 0 0,0-1 0,0 1 0,-1 0 0,1-1 0,0 1 0,0 0 0,0 0 0,-1-1 0,1 1 0,0 0 0,0 0 0,-1-1 0,1 1 0,0 0 0,0 0 0,-1 0 0,1 0 0,0-1 0,-1 1 0,1 0 0,0 0 0,-1 0 0,1 0 0,0 0 0,-1 0 0,1 0 0,0 0 0,-1 0 0,-9 7 0,-11 22 0,15-19 0,-28 33 0,25-33 0,0 1 0,0 0 0,1 0 0,1 1 0,-11 23 0,-21 81 0,29-79 0,-2 0 0,-2-1 0,-1 0 0,-22 35 0,-9 0-1365,38-58-5461</inkml:trace>
</inkml:ink>
</file>

<file path=ppt/ink/ink1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8:14.5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140 16 24575,'-15'-4'0,"0"0"0,-22-3 0,33 7 0,1-1 0,-1 1 0,0 0 0,0 0 0,1 1 0,-1-1 0,1 1 0,-1-1 0,0 1 0,1 0 0,-6 3 0,8-3 0,-1-1 0,1 1 0,0 1 0,-1-1 0,1 0 0,0 0 0,0 0 0,0 1 0,0-1 0,0 0 0,0 1 0,0-1 0,0 1 0,1-1 0,-1 1 0,0-1 0,1 1 0,-1 0 0,1 2 0,-1 4 0,0 0 0,1 0 0,0 9 0,0 17 0,-1-30 0,0 0 0,1 0 0,-1 0 0,1 1 0,0-1 0,0 0 0,1 0 0,0 0 0,-1 0 0,1 0 0,0 0 0,1 0 0,-1 0 0,1 0 0,0 0 0,0 0 0,0-1 0,0 1 0,1-1 0,-1 0 0,1 1 0,0-1 0,0 0 0,0-1 0,0 1 0,1-1 0,-1 1 0,1-1 0,-1 0 0,1 0 0,0 0 0,0-1 0,0 1 0,0-1 0,0 0 0,5 0 0,32 7 0,0-2 0,0-1 0,1-3 0,67-4 0,-97 0-1365,-3-2-5461</inkml:trace>
</inkml:ink>
</file>

<file path=ppt/ink/ink1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8:15.7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158 1 24575,'-1'0'0,"0"0"0,1 0 0,-1 0 0,0 1 0,1-1 0,-1 0 0,0 1 0,1-1 0,-1 0 0,0 1 0,1-1 0,-1 1 0,1-1 0,-1 1 0,1-1 0,-1 1 0,1-1 0,-1 2 0,-25 21 0,0 1 0,16-16 0,0 1 0,0 1 0,-10 12 0,16-16 0,0 0 0,0 1 0,0-1 0,1 1 0,0 0 0,1 0 0,-4 10 0,2 6 0,0 0 0,1 0 0,1 0 0,2 0 0,0 0 0,5 32 0,4 5 0,22 69 0,-22-99 0,1-1 0,1 0 0,2 0 0,30 48 0,-36-67 0,0 0 0,1 0 0,0-1 0,0 0 0,1 0 0,0-1 0,1 0 0,0 0 0,0-1 0,17 8 0,-15-9-1365,-3 0-5461</inkml:trace>
</inkml:ink>
</file>

<file path=ppt/ink/ink1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8:16.2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99 3 24575,'-1'0'0,"0"-1"0,-1 1 0,1 0 0,-1-1 0,1 1 0,-1 0 0,1 0 0,-1 0 0,1 0 0,-1 0 0,1 0 0,-1 0 0,1 1 0,-1-1 0,1 0 0,-1 1 0,1 0 0,-1-1 0,1 1 0,0 0 0,-1-1 0,-1 3 0,3-2 0,-1 0 0,0 0 0,1 1 0,-1-1 0,1 0 0,-1 1 0,1-1 0,0 0 0,0 1 0,-1-1 0,1 1 0,0-1 0,0 0 0,0 1 0,1-1 0,-1 1 0,0-1 0,0 0 0,1 1 0,-1-1 0,1 0 0,-1 1 0,1-1 0,1 2 0,15 29 0,1-2 0,25 31 0,0 1 0,28 59 0,-63-104 0,0 0 0,-1 1 0,-1 0 0,-1 0 0,4 25 0,-8-37 0,0 0 0,-1-1 0,0 1 0,0 0 0,-1-1 0,0 1 0,-2 10 0,3-15 0,-1 1 0,1 0 0,-1-1 0,0 1 0,1-1 0,-1 0 0,0 1 0,0-1 0,0 1 0,0-1 0,0 0 0,0 0 0,-1 0 0,1 0 0,0 0 0,-1 0 0,1 0 0,0 0 0,-1 0 0,1 0 0,-1-1 0,1 1 0,-1-1 0,0 1 0,1-1 0,-1 0 0,1 1 0,-1-1 0,0 0 0,-2 0 0,-6-2 0,0 0 0,1 0 0,-1-1 0,1-1 0,0 1 0,0-1 0,0-1 0,-10-7 0,-5-1 0,15 8 0,-52-29 0,53 29 0,0-1 0,0 0 0,1 0 0,0 0 0,-7-9 0,12 13 0,0 0 0,1 0 0,-1 0 0,1 0 0,0-1 0,-1 1 0,1 0 0,0-1 0,0 1 0,1 0 0,-1-1 0,0 1 0,1-1 0,0 1 0,-1-1 0,1 0 0,0 1 0,0-1 0,0 1 0,1-5 0,1 4 0,-1 1 0,0-1 0,1 0 0,-1 0 0,1 0 0,0 1 0,0-1 0,0 1 0,0 0 0,0-1 0,0 1 0,1 0 0,-1 0 0,1 1 0,0-1 0,3-1 0,10-6-273,1 2 0,0 0 0,1 1 0,22-6 0,-23 9-6553</inkml:trace>
</inkml:ink>
</file>

<file path=ppt/ink/ink1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8:16.5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4 24575,'-2'-2'0,"-2"1"0,-1 3 0,-1 5 0,-1 0 0</inkml:trace>
</inkml:ink>
</file>

<file path=ppt/ink/ink1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8:21.4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104 45 24575,'0'-3'0,"0"-1"0,0 0 0,0 0 0,1 0 0,-1 1 0,1-1 0,0 0 0,0 1 0,1-1 0,1-4 0,-8 32 0,-1-12 0,-61 131 0,60-123 0,0 1 0,1 0 0,2 0 0,0 1 0,1-1 0,1 1 0,1 0 0,2 22 0,4 19 0,20 91 0,-20-127 0,1 0 0,2 0 0,1-1 0,1 0 0,1 0 0,1-1 0,1-1 0,2 0 0,32 41 0,-39-55-91,7 8-122,0-1 1,1 0 0,1-2 0,0 0-1,28 19 1,-36-29-6614</inkml:trace>
</inkml:ink>
</file>

<file path=ppt/ink/ink1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8:23.4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74 24575,'-3'-2'0,"3"3"0,3 8 0,6 11 0,1-1 0,-4-7 0,0-1 0,1 1 0,16 20 0,-21-29 0,1 0 0,0 0 0,0-1 0,0 1 0,1-1 0,-1 1 0,1-1 0,-1 0 0,1-1 0,-1 1 0,1-1 0,0 1 0,0-1 0,0 0 0,0-1 0,0 1 0,6 0 0,0-1 0,7 1 0,33-4 0,-46 3 0,0-1 0,0 0 0,-1 0 0,1 0 0,0 0 0,0 0 0,0-1 0,-1 0 0,1 0 0,-1 0 0,1 0 0,-1 0 0,5-5 0,6-20 0,-13 29 0,-1 0 0,2 1 0,-1-1 0,0 0 0,0-1 0,0 1 0,1 0 0,-1 0 0,1 0 0,0-1 0,-1 1 0,1-1 0,0 1 0,0-1 0,0 0 0,0 0 0,0 0 0,3 1 0,3 2 0,0-1 0,1-1 0,12 4 0,-5-3 0,1-1 0,22 1 0,-33-3 0,0 0 0,0 0 0,-1-1 0,1 0 0,0 0 0,0 0 0,0-1 0,0 0 0,-1 0 0,6-3 0,-9 4 0,0 0 0,-1 0 0,1 0 0,0-1 0,-1 1 0,1 0 0,-1-1 0,0 1 0,1-1 0,-1 0 0,0 1 0,0-1 0,0 0 0,0 0 0,-1 1 0,1-1 0,0 0 0,0-3 0,-1 2 0,1-1 0,-1 1 0,0 0 0,-1 0 0,1-1 0,-1 1 0,1 0 0,-1 0 0,0 0 0,-2-5 0,-1-2 0,-1 1 0,0 0 0,-1 0 0,0 1 0,-1-1 0,-7-7 0,8 10-105,0-1 0,-1 2 0,0-1 0,0 1 0,0 0 0,-1 0 0,0 0 0,0 1 0,0 1 0,0-1 0,-1 2 0,-9-4 0,6 5-6721</inkml:trace>
</inkml:ink>
</file>

<file path=ppt/ink/ink1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8:24.2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56 24575,'81'-45'0,"-78"44"0,0-1 0,0 1 0,0 0 0,0-1 0,1 2 0,-1-1 0,0 0 0,0 1 0,1-1 0,-1 1 0,0 0 0,0 0 0,1 0 0,-1 1 0,0-1 0,1 1 0,-1 0 0,0-1 0,4 3 0,-2-1 0,0 1 0,0-1 0,0 1 0,0 0 0,-1 1 0,1-1 0,-1 1 0,0 0 0,0 0 0,6 8 0,-9-11 0,0 0 0,0 1 0,0-1 0,0 1 0,0 0 0,0-1 0,0 1 0,-1 0 0,1-1 0,-1 1 0,1 0 0,-1 0 0,0 0 0,1-1 0,-1 1 0,0 0 0,0 0 0,-1 0 0,1 0 0,0-1 0,0 1 0,-1 0 0,1 0 0,-2 2 0,-1 1 0,-1 0 0,1 0 0,-1 0 0,0 0 0,0-1 0,-5 5 0,5-6 0,0 0 0,1 1 0,-1 0 0,1 0 0,0 0 0,0 0 0,0 0 0,-2 7 0,4-10 0,1 0 0,0 0 0,-1 0 0,1 0 0,0 1 0,0-1 0,-1 0 0,1 0 0,0 0 0,0 1 0,1-1 0,-1 0 0,0 0 0,0 0 0,0 0 0,1 1 0,-1-1 0,1 0 0,-1 0 0,1 0 0,0 1 0,0 0 0,1-1 0,-1 0 0,0 0 0,1 0 0,-1 0 0,1 0 0,-1 0 0,1 0 0,-1 0 0,1-1 0,0 1 0,-1-1 0,3 1 0,6 1 0,0-1 0,0-1 0,0 1 0,12-2 0,-13 0 0,18 0-100,-15 0-81,0 0 0,0 1 1,1 1-1,-1-1 0,0 2 1,13 3-1,-16-2-6645</inkml:trace>
</inkml:ink>
</file>

<file path=ppt/ink/ink1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8:26.0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354 16 24575,'-27'0'0,"-14"0"0,-5-3 0,3 0 0,4 0 0,6 0 0,4 1 0,4 1 0,5 1 0,2 0 0,5 2 0,1 1 0,4 3 0</inkml:trace>
</inkml:ink>
</file>

<file path=ppt/ink/ink1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8:26.9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1 100 24575,'13'-13'0,"-1"0"0,28-21 0,-35 30 0,1 0 0,0 1 0,0 0 0,0 0 0,1 0 0,-1 1 0,0 0 0,11-2 0,1 0 0,-6 2 0,0 0 0,0 0 0,0 1 0,0 0 0,15 2 0,-24-1 0,-1 0 0,1 1 0,-1-1 0,1 1 0,-1 0 0,1 0 0,-1 0 0,0 0 0,1 0 0,-1 0 0,0 1 0,0-1 0,0 1 0,0-1 0,0 1 0,0 0 0,-1 0 0,1 0 0,0 0 0,-1 0 0,0 0 0,1 0 0,-1 1 0,0-1 0,0 0 0,0 1 0,-1-1 0,1 1 0,0-1 0,-1 5 0,2 0 0,-2 1 0,1-1 0,-1 0 0,0 0 0,-1 1 0,1-1 0,-1 0 0,-1 0 0,0 0 0,-4 12 0,4-14 0,0 0 0,-1-1 0,0 1 0,0-1 0,0 1 0,-1-1 0,1 0 0,-1-1 0,0 1 0,0 0 0,0-1 0,-1 0 0,1 0 0,-1 0 0,-5 2 0,-26 7 0,28-9 0,0 0 0,-1 0 0,1 0 0,-8 6 0,16-9 0,0 0 0,-1 0 0,1 0 0,0 0 0,-1 0 0,1 0 0,0 1 0,0-1 0,-1 0 0,1 0 0,0 0 0,-1 1 0,1-1 0,0 0 0,0 0 0,0 1 0,-1-1 0,1 0 0,0 0 0,0 1 0,0-1 0,0 0 0,-1 1 0,1-1 0,0 0 0,0 1 0,0-1 0,0 0 0,0 1 0,0-1 0,0 0 0,0 1 0,0-1 0,0 0 0,0 1 0,0 0 0,1-1 0,0 1 0,0-1 0,-1 1 0,1-1 0,0 1 0,0-1 0,0 0 0,0 1 0,0-1 0,0 0 0,0 0 0,1 1 0,30 1 0,-32-2 0,101 8 0,-68-4 0,0-2 0,48-2 0,-68-3-1365,-4 0-5461</inkml:trace>
</inkml:ink>
</file>

<file path=ppt/ink/ink1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8:27.3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24575,'7'2'0,"5"4"0,3 3 0,2 2 0,-1 2 0,1 2 0,-1-3 0,-1 0 0,0 0 0,-2 0 0,-2-1 0,-2-1 0,-1-2 0,2 1 0</inkml:trace>
</inkml:ink>
</file>

<file path=ppt/ink/ink1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8:27.5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24575,'24'17'0,"14"8"0,2 3 0,-3-2 0,-6-2 0,-5-3 0,-4-3 0,-5-4 0,-4-2 0,-2-3 0,-3-1 0</inkml:trace>
</inkml:ink>
</file>

<file path=ppt/ink/ink1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8:27.7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545 89 24575,'-29'-12'0,"-15"-7"0,-5 0 0,1 4 0,4 3 0,4 5 0,7 3 0,4 5 0,2 2 0,3 3 0,1 3 0,-1 0 0,2 1 0,-1 1 0,-1 1 0,1-1 0,1-1 0,6-1-8191</inkml:trace>
</inkml:ink>
</file>

<file path=ppt/ink/ink1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8:28.6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0 24575,'-1'0'0,"1"1"0,0-1 0,0 0 0,-1 0 0,1 1 0,0-1 0,-1 0 0,1 0 0,0 1 0,0-1 0,0 0 0,0 1 0,-1-1 0,1 0 0,0 1 0,0-1 0,0 0 0,0 1 0,0-1 0,0 0 0,0 1 0,0-1 0,0 1 0,0-1 0,0 0 0,0 1 0,0-1 0,0 0 0,0 1 0,0-1 0,0 0 0,0 1 0,1 0 0,3 13 0,5 1 0,1-1 0,1 0 0,0-1 0,1 0 0,25 21 0,-30-27 0,-2-2-195,0-1 0,0 0 0,1 0 0,0 0 0,-1 0 0,11 4 0,-5-5-6631</inkml:trace>
</inkml:ink>
</file>

<file path=ppt/ink/ink1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8:28.7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1 24575,'-9'7'0,"-4"6"0,0-1-8191</inkml:trace>
</inkml:ink>
</file>

<file path=ppt/ink/ink1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8:32.9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2712 1 24575,'-465'0'0,"447"1"0,-31 5 0,29-3 0,-21 1 0,22-2 0,-22 4 0,23-3 0,-25 1 0,-48 3 0,-12 1 0,44-8 0,-69-1 0,69-6 0,-27-1 0,69 8 0,0 0 0,1 2 0,-29 5 0,-26 8 0,47-9 0,-1-1 0,1-1 0,-38 2 0,-520-7 0,572 1 0,-1 2 0,-19 3 0,18-2 0,0-1 0,-13 1 0,-242-3 0,129-1 0,128 2 17,-1 0 1,-17 4-1,6-1-1434,9-2-5409</inkml:trace>
</inkml:ink>
</file>

<file path=ppt/ink/ink1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8:34.4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25 24575,'2'0'0,"0"0"0,-1 1 0,1-1 0,0 0 0,0 1 0,-1-1 0,1 1 0,0-1 0,-1 1 0,1 0 0,0-1 0,-1 1 0,1 0 0,-1 0 0,1 0 0,-1 1 0,0-1 0,0 0 0,1 0 0,-1 1 0,0-1 0,1 3 0,2 2 0,-1 1 0,0 0 0,0 0 0,2 10 0,-3-11 0,0 1 0,0-1 0,1 1 0,4 6 0,14 19 0,51 81 0,-59-95 0,-6-14 0,-6-4 0,-1-1 0,0 1 0,1 0 0,-1-1 0,0 1 0,1 0 0,-1-1 0,0 1 0,0 0 0,0-1 0,1 1 0,-1-1 0,0 1 0,0 0 0,0-1 0,0 1 0,0-1 0,0 1 0,0-1 0,0 1 0,0 0 0,0-1 0,0 0 0,0-2 0,0-1 0,-1 1 0,1 0 0,-1-1 0,0 1 0,0 0 0,0 0 0,0-1 0,-3-3 0,-18-29 0,12 22 0,-27-37 0,25 37 0,1 0 0,-13-23 0,15 22 0,-7-13 0,15 26 0,0 0 0,1 1 0,-1-1 0,0 0 0,1 0 0,0 1 0,-1-1 0,1 0 0,0 0 0,0 0 0,0 0 0,0 1 0,1-4 0,-1 4 0,0 1 0,0-1 0,0 1 0,1-1 0,-1 1 0,0-1 0,0 1 0,1-1 0,-1 1 0,0-1 0,0 1 0,1-1 0,-1 1 0,1 0 0,-1-1 0,0 1 0,1 0 0,-1-1 0,1 1 0,-1 0 0,1-1 0,-1 1 0,1 0 0,-1 0 0,1 0 0,0-1 0,0 1 0,0 0 0,1 0 0,-1 1 0,0-1 0,0 0 0,0 0 0,1 1 0,-1-1 0,0 0 0,0 1 0,2 0 0,3 3 0,0 0 0,-1 0 0,7 6 0,-10-8 0,32 30 0,17 15 0,-44-42 0,-1-1 0,1 1 0,0-1 0,0 0 0,0-1 0,12 4 0,-10-4 0,-1-1 0,0 0 0,17 2 0,-22-4 0,1 0 0,-1-1 0,1 1 0,-1-1 0,1 0 0,-1 1 0,1-1 0,-1-1 0,0 1 0,0-1 0,0 1 0,5-4 0,-3 1 0,0 0 0,0-1 0,-1 1 0,1-1 0,-1 0 0,0 0 0,-1-1 0,1 1 0,-1-1 0,0 0 0,0 0 0,-1 0 0,0 0 0,0 0 0,0 0 0,-1-1 0,0 1 0,0-1 0,-1 1 0,0-8 0,0 14 0,0-1 0,0 1 0,0-1 0,0 1 0,0-1 0,0 1 0,0 0 0,0-1 0,0 1 0,0-1 0,0 1 0,1-1 0,-1 1 0,0 0 0,0-1 0,0 1 0,0-1 0,1 1 0,-1 0 0,0-1 0,0 1 0,1 0 0,-1-1 0,1 1 0,-1 0 0,1 0 0,-1 0 0,1 0 0,-1 0 0,0 0 0,1 1 0,-1-1 0,1 0 0,-1 0 0,0 0 0,1 1 0,-1-1 0,0 0 0,1 1 0,-1-1 0,0 0 0,1 1 0,-1-1 0,0 1 0,17 27 0,-13-21 0,7 11 0,0-1 0,1 1 0,1-2 0,1 0 0,1 0 0,0-2 0,19 16 0,-29-27 0,46 39 0,-46-38 0,0 1 0,-1 0 0,1 0 0,-1 1 0,0-1 0,-1 1 0,5 8 0,-8-13-114,1 0 1,-1 1-1,0-1 0,1 0 0,-1 0 1,0 0-1,0 0 0,0 1 0,0-1 1,0 0-1,-1 2 0</inkml:trace>
</inkml:ink>
</file>

<file path=ppt/ink/ink1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8:35.8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246 15 24575,'-20'-2'0,"-8"-2"0,-3 1 0,2 1 0,4 0 0,3 1 0,3 0 0,4 3 0,4 2 0,-1-1 0,1 0 0,-1-1 0,2-1-8191</inkml:trace>
</inkml:ink>
</file>

<file path=ppt/ink/ink1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8:38.1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1 103 24575,'2'-5'0,"0"-1"0,1 0 0,0 1 0,0-1 0,0 1 0,1 0 0,-1 0 0,1 0 0,0 0 0,1 1 0,-1 0 0,1 0 0,0 0 0,7-4 0,-5 4 0,0 0 0,1 1 0,-1 0 0,1 0 0,-1 1 0,1 0 0,0 1 0,0-1 0,0 1 0,13 0 0,-8 2 0,-1-1 0,0 2 0,0 0 0,20 5 0,-27-5 0,1-1 0,-1 1 0,0 1 0,0-1 0,0 1 0,-1 0 0,1 0 0,-1 0 0,1 1 0,-1 0 0,0-1 0,6 9 0,-8-10 0,-1 1 0,0-1 0,1 0 0,-1 0 0,0 1 0,0-1 0,-1 1 0,1-1 0,0 1 0,-1-1 0,1 1 0,-1 0 0,0-1 0,0 1 0,0-1 0,0 1 0,-1 0 0,1-1 0,-1 1 0,1-1 0,-3 5 0,1-1 0,-1-1 0,0 0 0,0 0 0,0 0 0,-1 0 0,0 0 0,0-1 0,-6 6 0,2 0 0,-1-1 0,2 1 0,0 1 0,0 0 0,1 0 0,-7 16 0,-14 24 0,77-63 0,-17 5 0,-1 2 0,54-1 0,-78 6-341,0-1 0,-1 1-1,16-4 1,-12 1-6485</inkml:trace>
</inkml:ink>
</file>

<file path=ppt/ink/ink1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8:38.9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24575,'2'0'0,"2"3"0,1 0 0,1 2 0,1 4 0,3 1 0,-2 3 0,-1 0 0,1-1 0,-2 0 0,1 0 0,2 0 0,-1 1 0,1 1 0,-1 0 0,0-2 0,-1-1 0</inkml:trace>
</inkml:ink>
</file>

<file path=ppt/ink/ink1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8:39.1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24575,'19'17'0,"10"9"0,1 1 0,-1-1 0,-3-2 0,-4-3 0,-3-5 0,-3-3 0,0-1 0,-5-2-8191</inkml:trace>
</inkml:ink>
</file>

<file path=ppt/ink/ink1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8:39.3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372 68 24575,'-29'-9'0,"-15"-7"0,-5 0 0,4 3 0,4 4 0,7 5 0,4 4 0,5 4 0,4 1 0,1 3 0,1 2 0,4-1-8191</inkml:trace>
</inkml:ink>
</file>

<file path=ppt/ink/ink1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8:39.9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24575,'7'21'0,"0"-1"0,2 0 0,14 25 0,-2-3 0,35 58 0,-2-3 0,-50-89-105,13 31 343,-16-36-374,0 0 0,0 0 0,-1 0-1,1 1 1,-1-1 0,0 0 0,0 1 0,0-1-1,0 0 1,-1 5 0,-2 1-6690</inkml:trace>
</inkml:ink>
</file>

<file path=ppt/ink/ink1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8:40.2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153 11 24575,'-17'-4'0,"-32"-2"0,44 6 0,0-1 0,1 2 0,-1-1 0,0 0 0,0 1 0,1 0 0,-1 0 0,0 0 0,1 1 0,-1 0 0,-6 3 0,10-4 0,-1 0 0,0 0 0,1 1 0,-1-1 0,0 1 0,1-1 0,0 1 0,-1-1 0,1 1 0,0 0 0,0 0 0,0 0 0,0 0 0,0-1 0,0 1 0,1 0 0,-1 1 0,1-1 0,-1 0 0,1 0 0,0 0 0,0 0 0,0 0 0,0 0 0,0 0 0,0 0 0,0 1 0,1-1 0,-1 0 0,1 0 0,0 0 0,1 2 0,-1 0 0,1 0 0,0 0 0,1 0 0,-1 0 0,1 0 0,-1 0 0,1-1 0,0 0 0,0 1 0,1-1 0,-1-1 0,1 1 0,0 0 0,5 2 0,6 1 19,0-1 0,1-1 0,0 0 0,0-1-1,0-1 1,29 1 0,-23-2-518,0 1 0,36 8 0,-44-6-6327</inkml:trace>
</inkml:ink>
</file>

<file path=ppt/ink/ink1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8:44.9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 24575,'30'-12'0,"-17"10"0,1 1 0,-1 0 0,1 1 0,-1 0 0,0 1 0,1 0 0,-1 1 0,0 1 0,0 0 0,21 8 0,-19-5 0,82 35 0,-84-34 0,0 0 0,-1 1 0,0 1 0,0 0 0,11 11 0,8 6 0,-23-21 0,-1 2 0,1-1 0,12 15 0,2 9 0,28 46 0,-44-65 0,-1 0 0,0 0 0,0 0 0,-1 0 0,-1 1 0,0 0 0,0-1 0,1 20 0,3 30 0,-4-41 0,1 30 0,-4-2 0,-1-16 0,1 1 0,9 56 0,-7-83 0,-1 1 0,-1 0 0,1 0 0,-1-1 0,0 1 0,-1 0 0,0 0 0,0 0 0,0-1 0,-1 1 0,0 0 0,0-1 0,-1 0 0,1 1 0,-2-1 0,1 0 0,0-1 0,-1 1 0,0 0 0,-7 6 0,-92 102 0,100-111-32,0 0 0,-1-1-1,0 1 1,0-1 0,0 0-1,0 0 1,-8 2 0,3 0-1075,0-1-5719</inkml:trace>
</inkml:ink>
</file>

<file path=ppt/ink/ink1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8:46.7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587 7 24575,'0'0'0,"0"0"0,0-1 0,0 1 0,0 0 0,0-1 0,0 1 0,0 0 0,0 0 0,0-1 0,-1 1 0,1 0 0,0 0 0,0-1 0,0 1 0,0 0 0,0 0 0,-1-1 0,1 1 0,0 0 0,0 0 0,-1 0 0,1-1 0,0 1 0,0 0 0,0 0 0,-1 0 0,1 0 0,0 0 0,-1 0 0,1 0 0,0-1 0,0 1 0,-1 0 0,1 0 0,0 0 0,-1 0 0,1 0 0,0 0 0,0 0 0,-1 0 0,1 0 0,0 1 0,0-1 0,-1 0 0,1 0 0,0 0 0,-1 0 0,1 0 0,0 0 0,0 1 0,-1-1 0,1 0 0,0 0 0,-15 9 0,-104 95 0,105-89 0,1 1 0,1 0 0,0 1 0,-17 33 0,-11 18 0,33-59 0,0 0 0,-1 0 0,0 0 0,-15 13 0,21-21 0,-10 8 0,0 1 0,1 0 0,0 0 0,0 1 0,2 0 0,-15 22 0,15-20 0,-20 23 0,23-30 0,-1 2 0,1-1 0,1 1 0,-1-1 0,2 2 0,-1-1 0,1 0 0,-6 17 0,4-4 0,-1-2 0,-19 38 0,13-29 0,-16 49-1365,25-65-5461</inkml:trace>
</inkml:ink>
</file>

<file path=ppt/ink/ink1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8:47.4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8 24575,'-1'-1'0,"0"0"0,-1 0 0,1 1 0,0-1 0,-1 0 0,1 1 0,-1-1 0,1 1 0,-1-1 0,1 1 0,-1 0 0,1-1 0,-1 1 0,1 0 0,-3 0 0,3 1 0,1-1 0,0 0 0,-1 0 0,1 0 0,-1 0 0,1 0 0,0 1 0,0-1 0,-1 0 0,1 0 0,0 1 0,-1-1 0,1 0 0,0 1 0,0-1 0,-1 0 0,1 0 0,0 1 0,0-1 0,0 1 0,-1-1 0,1 0 0,0 1 0,0 0 0,0 1 0,0-1 0,0 0 0,0 1 0,0-1 0,0 0 0,0 0 0,0 1 0,1-1 0,0 2 0,10 29 0,-2-1 0,-1 2 0,-2-1 0,-1 1 0,2 38 0,-7-69-98,0 0 1,0 0-1,0 0 1,0 0-1,0 0 1,-1 0-1,1 0 1,0 0-1,-1 0 1,1 0-1,-1 0 1,0 0-1,-2 3 1</inkml:trace>
</inkml:ink>
</file>

<file path=ppt/ink/ink1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8:47.8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630 27 24575,'-1'-1'0,"1"-1"0,-1 1 0,1-1 0,-1 1 0,1 0 0,-1-1 0,0 1 0,1 0 0,-1 0 0,0-1 0,0 1 0,0 0 0,0 0 0,0 0 0,0 0 0,-1 0 0,1 0 0,0 0 0,0 1 0,-1-1 0,1 0 0,0 1 0,-3-1 0,0 0 0,0 1 0,0 0 0,0 0 0,0 1 0,1-1 0,-1 1 0,0 0 0,-4 1 0,-16 2 0,-1 0 0,0-2 0,0-1 0,-37-3 0,10 1 0,-267 1 0,294 2-1365,16 1-5461</inkml:trace>
</inkml:ink>
</file>

<file path=ppt/ink/ink1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8:48.5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 1 24575,'-2'1'0,"-1"1"0,1 0 0,-1 0 0,1 1 0,0-1 0,0 0 0,0 1 0,0-1 0,0 1 0,0 0 0,1 0 0,-1-1 0,1 1 0,0 0 0,0 0 0,0 0 0,0 1 0,1-1 0,-1 0 0,1 0 0,-1 0 0,1 0 0,0 1 0,1-1 0,-1 0 0,0 0 0,1 0 0,0 0 0,0 0 0,0 0 0,0 0 0,0 0 0,1 0 0,-1 0 0,1 0 0,0-1 0,-1 1 0,5 4 0,-6-7 0,1 0 0,-1 1 0,0-1 0,0 0 0,0 0 0,1 1 0,-1-1 0,0 0 0,0 0 0,1 1 0,-1-1 0,0 0 0,1 0 0,-1 0 0,0 1 0,1-1 0,-1 0 0,0 0 0,1 0 0,-1 0 0,0 0 0,1 0 0,-1 0 0,0 0 0,1 0 0,0-7 0,-7-14 0,-14-22 0,18 40 0,0-1 0,0 0 0,0 1 0,0 0 0,-1 0 0,0 0 0,0 0 0,0 0 0,-4-3 0,7 6 0,0 0 0,0 0 0,0 0 0,0 0 0,0 0 0,0 0 0,0 0 0,0 0 0,0 0 0,-1-1 0,1 1 0,0 0 0,0 0 0,0 0 0,0 0 0,0 0 0,0 0 0,0 0 0,0 0 0,0 0 0,-1 0 0,1 0 0,0 0 0,0 0 0,0 0 0,0 0 0,0 0 0,0 0 0,0 0 0,0 0 0,0 1 0,0-1 0,-1 0 0,1 0 0,0 0 0,0 0 0,0 0 0,0 0 0,0 0 0,0 0 0,0 0 0,0 0 0,0 0 0,0 0 0,0 0 0,0 1 0,0-1 0,0 0 0,0 0 0,0 0 0,0 0 0,0 0 0,0 0 0,0 0 0,-1 0 0,1 0 0,1 9 0,5 8 0,6 7 0,23 37 0,-7-16 0,-23-34-1365,-1-1-5461</inkml:trace>
</inkml:ink>
</file>

<file path=ppt/ink/ink1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8:49.5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24 24575,'0'-1'0,"1"-1"0,-1 1 0,1-1 0,-1 1 0,1-1 0,0 1 0,0 0 0,-1 0 0,1-1 0,0 1 0,0 0 0,0 0 0,1 0 0,-1 0 0,0 0 0,2-1 0,-2 1 0,0 1 0,0 0 0,0 0 0,0 0 0,0 0 0,0 0 0,0 0 0,0 0 0,0 0 0,0 0 0,0 0 0,0 0 0,0 1 0,0-1 0,0 0 0,0 1 0,0-1 0,-1 1 0,1-1 0,0 1 0,0-1 0,0 1 0,-1 0 0,1-1 0,0 1 0,1 1 0,246 274 0,-222-243 0,-2 1 0,-2 2 0,-1 0 0,-1 1 0,-2 1 0,23 73 0,-37-96 0,-1 0 0,-1-1 0,0 1 0,0 0 0,-2 0 0,0 0 0,0 0 0,-1 0 0,-6 25 0,5-34 0,1 1 0,-2-1 0,1 0 0,-1 1 0,0-1 0,0-1 0,0 1 0,-1 0 0,0-1 0,0 0 0,-1 0 0,1 0 0,-1 0 0,0-1 0,0 1 0,-1-1 0,1-1 0,-1 1 0,0-1 0,0 0 0,0 0 0,0-1 0,-12 4 0,-32 5-1365,37-8-5461</inkml:trace>
</inkml:ink>
</file>

<file path=ppt/ink/ink1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8:50.3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 24575,'4'-3'0,"-1"1"0,0 0 0,1 0 0,0 1 0,-1-1 0,1 1 0,0-1 0,0 1 0,-1 1 0,1-1 0,0 0 0,5 1 0,-4 0 0,0 1 0,0 0 0,0 0 0,1 0 0,-1 1 0,0-1 0,-1 1 0,9 4 0,-1 2 0,1-1 0,-1 1 0,-1 1 0,0 0 0,18 19 0,44 59 0,-50-58 0,5 7 0,-2 1 0,-1 1 0,-2 2 0,35 80 0,-34-56 0,21 80 0,-40-119 0,0 1 0,-1-1 0,-1 1 0,-2 0 0,-1 0 0,-3 36 0,1-55-80,1 1 0,-1-1-1,0 1 1,0-1 0,-1 0-1,0 0 1,-1-1 0,1 1-1,-1 0 1,0-1 0,-1 0 0,0 0-1,0-1 1,0 1 0,0-1-1,-7 5 1,2-1-6746</inkml:trace>
</inkml:ink>
</file>

<file path=ppt/ink/ink1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9:17.5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13123 1 24575,'0'0'0,"0"0"0,0 0 0,-1 1 0,1-1 0,0 0 0,0 0 0,0 1 0,0-1 0,0 0 0,0 0 0,0 0 0,0 1 0,0-1 0,1 0 0,-1 0 0,0 1 0,0-1 0,0 0 0,0 0 0,0 0 0,0 1 0,0-1 0,0 0 0,1 0 0,-1 0 0,0 0 0,0 1 0,0-1 0,0 0 0,1 0 0,-1 0 0,0 0 0,0 0 0,0 0 0,1 1 0,-1-1 0,0 0 0,0 0 0,0 0 0,1 0 0,-1 0 0,0 0 0,0 0 0,1 0 0,-1 0 0,0 0 0,0 0 0,0 0 0,1 0 0,-1 0 0,0 0 0,0 0 0,1 0 0,-1-1 0,0 1 0,0 0 0,0 0 0,1 0 0,-1 0 0,0 0 0,0 0 0,0-1 0,0 1 0,0 0 0,1 0 0,-1 0 0,0 0 0,0-1 0,0 1 0,-1 18 0,-3-6 0,0 0 0,-1-1 0,0 1 0,-1-1 0,0 0 0,-13 17 0,15-24 0,0 1 0,-1-1 0,1 0 0,-1 0 0,0 0 0,0-1 0,0 1 0,-1-1 0,1-1 0,-1 1 0,1-1 0,-1 0 0,0 0 0,-11 2 0,-5-2 0,1 0 0,-41-1 0,35-2 0,-24 0 0,-71 2 0,83 6 0,29-4 0,-1-1 0,-15 1 0,0-2 0,1-1 0,-1-1 0,1-2 0,0 0 0,-45-12 0,60 13 0,0 0 0,0 0 0,0 1 0,0 0 0,0 1 0,0 1 0,-1-1 0,1 1 0,-16 4 0,8-1 0,-12-1 0,0-1 0,0-1 0,-39-4 0,21-4 0,30 4 0,-32-2 0,24 6 0,-35 6 0,35-4 0,-34 2 0,55-5 0,-27 0 0,0-1 0,-43-8 0,54 6 0,0 1 0,-23 1 0,21 1 0,-32-5 0,-2-2 0,0 3 0,-73 5 0,47 0 0,-325-1 0,307-8 0,41 1 0,2 1 0,-61-2 0,118 8 0,-29 0 0,0-1 0,-43-6 0,59 4 0,1 1 0,0 1 0,-1 0 0,1 1 0,0 1 0,-1 0 0,1 1 0,-16 3 0,20-3 0,0-1 0,1-1 0,-1 0 0,0 0 0,0-1 0,0 0 0,-14-4 0,-1 1 0,-9-1 0,13 1 0,0 1 0,-23 0 0,17 2 0,-26-5 0,27 2 0,-31 0 0,-758 5 0,787 0 0,-29 5 0,-26 2 0,43-8 0,18-1 0,-1 1 0,0 1 0,0 1 0,-41 9 0,37-5 0,-48 6 0,-15 2 0,74-9 0,0 0 0,0 1 0,0 0 0,1 1 0,0 1 0,-24 17 0,-70 67 0,102-86 0,5-5 0,0 0 0,-1 0 0,1 0 0,0 0 0,0 1 0,0-1 0,0 0 0,0 0 0,1 1 0,-1-1 0,0 0 0,1 1 0,-1-1 0,0 1 0,1-1 0,0 1 0,-1-1 0,1 1 0,0-1 0,0 1 0,0 0 0,0 2 0,1-1 0,0 0 0,1 0 0,-1 0 0,1 0 0,0 0 0,-1-1 0,1 1 0,0-1 0,5 5 0,-6-6 0,0 1 0,0 0 0,1 0 0,-1 0 0,-1 0 0,1 0 0,1 3 0,-3 2 0,1-6 0,-1-1 0,1 0 0,0 0 0,-1 0 0,1 0 0,-1 1 0,1-1 0,-1 0 0,1 0 0,-1 0 0,1 0 0,0 0 0,-1 0 0,1 0 0,-1 0 0,1 0 0,-1-1 0,1 1 0,-1 0 0,1 0 0,0 0 0,-1-1 0,-1 0 0,0 0 0,0 0 0,0 0 0,0 0 0,0-1 0,0 1 0,0-1 0,1 1 0,-1-1 0,1 0 0,-3-3 0,-15-26 0,7 9 0,9 18 0,-1 0 0,1 0 0,-1 0 0,0 1 0,0-1 0,0 1 0,-1 0 0,1 0 0,-1 0 0,1 1 0,-1 0 0,0-1 0,0 2 0,0-1 0,0 1 0,-9-2 0,-6 1 0,0 0 0,0 1 0,-23 3 0,1 0 0,-1185-2 0,1138 7 0,5 0 0,-44 1 0,-19-1 0,-407-8 0,446 9 0,9-1 0,-551-6 0,315-2 0,242 8 0,-1 1 0,3-1 0,4 0 0,4-8 0,-62 2 0,36 13 0,68-8 0,14-2 0,-31 1 0,-30 2 0,-6 1 0,8-1 0,-1 0 0,-28 0 0,-4 0 0,103-7 0,-40 0 0,-71 9 0,90-4 0,-145 26 0,164-27 0,-7 3 0,0-2 0,0 0 0,0-2 0,-28 1 0,33-4 0,-1 1 0,-38 6 0,35-4 0,-25 1 0,-23 3 0,54-4 0,-1-1 0,-21-1 0,22-2 0,1 2 0,-30 5 0,18-2 0,0-1 0,0-1 0,-46-3 0,-37 2 0,64 6 0,30-4 0,-31 1 0,-427-4 0,461 1 0,1 0 0,-17 4 0,15-2 0,-24 2 0,-38-6 0,-31 2 0,61 5 0,30-2 0,-32 0 0,14-3 0,-72-3 0,69-5 0,29 5 0,-1 0 0,-15-1 0,-67-7 0,84 9 0,-92-11 0,93 10 0,0 1 0,1 0 0,0 0 0,-1-1 0,1 0 0,0-1 0,0 0 0,0 0 0,1 0 0,-12-7 0,8 3 0,0 0 0,-1 1 0,1 0 0,-24-7 0,24 9 0,0 0 0,0 0 0,1-1 0,-1 0 0,1-1 0,0 0 0,-8-8 0,9 6 0,1 0 0,0-1 0,0 0 0,1 0 0,-8-15 0,-19-52 0,13 28 0,13 36-1365,1 3-5461</inkml:trace>
</inkml:ink>
</file>

<file path=ppt/ink/ink1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9:19.2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332 16 24575,'-15'0'0,"-39"0"0,-75-9 0,94 5-682,-51 2-1,74 2-6143</inkml:trace>
</inkml:ink>
</file>

<file path=ppt/ink/ink1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9:19.6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304 16 24575,'-27'-3'0,"-14"0"0,-2 0 0,3 0 0,7 1 0,6 1 0,5 1 0,6 2 0,4 1 0,-3 8 0,0 4 0,3-1-8191</inkml:trace>
</inkml:ink>
</file>

<file path=ppt/ink/ink1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9:22.4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82 80 24575,'-24'-16'0,"17"13"0,1-1 0,1 0 0,-1 0 0,1-1 0,-1 1 0,1-1 0,0 0 0,-4-7 0,9 12 0,-1-1 0,1 0 0,-1 1 0,1-1 0,0 0 0,-1 1 0,1-1 0,0 0 0,0 1 0,0-1 0,0 0 0,-1 0 0,1 1 0,0-1 0,0 0 0,1-1 0,-1 2 0,0 0 0,0-1 0,0 1 0,0 0 0,0 0 0,1-1 0,-1 1 0,0 0 0,0 0 0,0-1 0,1 1 0,-1 0 0,0 0 0,0 0 0,1 0 0,-1-1 0,0 1 0,1 0 0,-1 0 0,0 0 0,0 0 0,1 0 0,-1 0 0,0 0 0,1 0 0,-1 0 0,2 0 0,-1 0 0,0 0 0,0 0 0,0 0 0,0 0 0,1 1 0,-1-1 0,0 0 0,0 1 0,0-1 0,0 1 0,0 0 0,0-1 0,0 1 0,0 0 0,0-1 0,0 1 0,0 0 0,1 1 0,7 12 0,-1 0 0,12 27 0,-12-23 0,16 25 0,9 2 0,2-2 0,42 39 0,-12-12 0,83 81 0,-63-68 0,-69-65 0,19 27 0,-10-13 0,-25-31-45,1 0-85</inkml:trace>
</inkml:ink>
</file>

<file path=ppt/ink/ink1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9:23.1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208 45 24575,'-1'-2'0,"0"0"0,1 0 0,-1-1 0,1 1 0,0 0 0,0 0 0,-1 0 0,2 0 0,-1 0 0,0-1 0,0 1 0,1 0 0,-1 0 0,1 0 0,-1 0 0,1 0 0,0 0 0,1-2 0,0 2 0,-3 4 0,-4 6 0,-6 3 0,2-1 0,-1 2 0,1-1 0,1 1 0,0 0 0,1 1 0,-11 26 0,9-14 0,2-1 0,0 1 0,2 1 0,-3 34 0,-16 73 0,6-50 0,14-58-273,-2 0 0,0-1 0,-2 0 0,-11 25 0,13-38-6553</inkml:trace>
</inkml:ink>
</file>

<file path=ppt/ink/ink1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9:23.7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 9 24575,'0'-1'0,"0"1"0,-1-1 0,1 1 0,-1-1 0,0 1 0,1-1 0,-1 1 0,1-1 0,-1 1 0,0-1 0,1 1 0,-1 0 0,0-1 0,1 1 0,-1 0 0,0 0 0,0-1 0,1 1 0,-1 0 0,0 0 0,0 0 0,1 0 0,-1 0 0,-1 0 0,1 1 0,0-1 0,0 1 0,1-1 0,-1 1 0,1 0 0,-1-1 0,0 1 0,1 0 0,-1 0 0,1-1 0,0 1 0,-1 0 0,1 0 0,0 0 0,-1-1 0,1 1 0,0 2 0,-2 5 0,1 1 0,0 0 0,1 11 0,0-17 0,0 8 0,1 0 0,0 1 0,3 15 0,-2-21 0,0-1 0,0 1 0,0-1 0,0 1 0,1-1 0,0 0 0,0 0 0,6 6 0,63 75-1365</inkml:trace>
</inkml:ink>
</file>

<file path=ppt/ink/ink1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9:24.5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116 0 24575,'-2'8'0,"0"0"0,0 0 0,-1 0 0,-5 10 0,-26 48 0,24-49 0,2 0 0,0 1 0,1 0 0,0 0 0,2 1 0,-4 22 0,4-4 0,1 0 0,2 47 0,2-53 0,7 48 0,-5-67 0,1 0 0,0-1 0,0 1 0,2-1 0,-1 1 0,13 20 0,-2-9 0,1 0 0,1-1 0,0-1 0,2-1 0,28 24 0,-5-11 0,81 50 0,-55-46-1365,-56-31-5461</inkml:trace>
</inkml:ink>
</file>

<file path=ppt/ink/ink1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9:27.0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1 160 24575,'28'4'0,"8"1"0,0-2 0,37-1 0,-63-2 0,-1-1 0,1 0 0,-1-1 0,0 0 0,0-1 0,0 0 0,0 0 0,0-1 0,-1 0 0,1-1 0,10-7 0,-17 10 0,0 1 0,-1-1 0,1 1 0,-1-1 0,0 0 0,1 1 0,-1-1 0,0 0 0,0 0 0,0 0 0,0 0 0,0 0 0,-1 0 0,1 0 0,0 0 0,-1 0 0,0 0 0,1 0 0,-1-1 0,0 1 0,0 0 0,0 0 0,-1 0 0,1 0 0,0 0 0,-1-1 0,1 1 0,-1 0 0,-1-2 0,0 0 0,0 0 0,-1 0 0,1 1 0,-1-1 0,0 1 0,0 0 0,0 0 0,0 0 0,-1 0 0,1 0 0,-1 1 0,0-1 0,-6-2 0,1 0 0,-1 1 0,0 1 0,0 0 0,0 0 0,0 0 0,-17-1 0,21 4 0,1 0 0,-1 0 0,0 0 0,1 1 0,-1 0 0,1 0 0,-1 0 0,1 1 0,-1 0 0,1 0 0,0 0 0,0 1 0,-8 5 0,-6 4 0,12-8 0,0 0 0,1 1 0,-10 8 0,14-11 0,0 0 0,1 1 0,-1-1 0,0 0 0,0 1 0,1 0 0,0-1 0,0 1 0,-1 0 0,1 0 0,1 0 0,-1-1 0,0 5 0,0 1 0,0-1 0,1 1 0,-1 0 0,2-1 0,-1 1 0,3 8 0,-2-11 0,0-1 0,0 0 0,1 1 0,0-1 0,0 0 0,0 0 0,0 0 0,1 0 0,-1-1 0,1 1 0,5 5 0,-2-4 0,59 54 0,-56-51 0,1-2 0,1 1 0,-1-1 0,1-1 0,15 7 0,3-1 0,0-2 0,1 0 0,0-2 0,1-1 0,-1-2 0,48 2 0,-76-6-44,39-4 214,-38 4-270,-1-1 1,0 1 0,1-1-1,-1 0 1,0 0-1,1 0 1,-1 0 0,0 0-1,0 0 1,0 0-1,0-1 1,0 1 0,0-1-1,2-3 1</inkml:trace>
</inkml:ink>
</file>

<file path=ppt/ink/ink1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9:27.7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 1 24575,'6'2'0,"0"0"0,-1 1 0,1 0 0,-1 1 0,0-1 0,0 1 0,0 0 0,-1 0 0,1 0 0,-1 1 0,0 0 0,0 0 0,4 7 0,4 9 0,0 0 0,9 27 0,-7-17 0,72 169 0,-83-192 0,0 0 0,0 0 0,-1 0 0,2 17 0,-3-24 0,-1 0 0,0 1 0,0-1 0,0 1 0,0-1 0,0 1 0,0-1 0,0 1 0,-1-1 0,1 0 0,0 1 0,-1-1 0,1 0 0,-1 1 0,0-1 0,1 0 0,-1 1 0,0-1 0,0 0 0,0 0 0,0 0 0,0 0 0,0 0 0,0 0 0,0 0 0,0 0 0,0 0 0,-1-1 0,1 1 0,0 0 0,-1-1 0,1 1 0,0-1 0,-1 1 0,1-1 0,-2 1 0,-5-1 0,0 0 0,0 0 0,0 0 0,1-1 0,-1 0 0,0 0 0,0-1 0,1 0 0,-13-5 0,8 2 0,-1-1 0,2 0 0,-1-1 0,-20-15 0,27 18 0,1-1 0,-1 0 0,0 0 0,1 0 0,0 0 0,1-1 0,-1 1 0,1-1 0,0 0 0,-3-8 0,5 12 0,0 0 0,1 0 0,-1 0 0,1-1 0,-1 1 0,1 0 0,0 0 0,0-1 0,0 1 0,0 0 0,0 0 0,0-1 0,1 1 0,-1 0 0,1 0 0,0-1 0,-1 1 0,1 0 0,0 0 0,0 0 0,0 0 0,1 0 0,-1 1 0,0-1 0,1 0 0,-1 0 0,1 1 0,0-1 0,-1 1 0,1-1 0,0 1 0,0 0 0,3-1 0,6-3 0,0 0 0,0 1 0,1 1 0,18-4 0,-12 4 0,19-8 0,6-5-1365,-34 10-5461</inkml:trace>
</inkml:ink>
</file>

<file path=ppt/ink/ink1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9:27.9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21 24575,'3'-10'0,"-2"0"0</inkml:trace>
</inkml:ink>
</file>

<file path=ppt/ink/ink1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9:29.0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115 7 24575,'0'0'0,"0"-1"0,0 1 0,-1 0 0,1-1 0,0 1 0,0 0 0,0 0 0,0-1 0,0 1 0,-1 0 0,1 0 0,0-1 0,0 1 0,0 0 0,-1 0 0,1-1 0,0 1 0,0 0 0,-1 0 0,1 0 0,0 0 0,-1-1 0,1 1 0,0 0 0,0 0 0,-1 0 0,1 0 0,0 0 0,-1 0 0,1 0 0,0 0 0,-1 0 0,1 0 0,0 0 0,-1 0 0,1 0 0,0 0 0,-1 0 0,1 0 0,0 0 0,0 0 0,-1 1 0,1-1 0,0 0 0,-1 0 0,1 0 0,0 0 0,0 1 0,-1-1 0,1 0 0,0 0 0,0 1 0,0-1 0,-1 0 0,1 0 0,0 1 0,-14 22 0,5-7 0,-12 6 0,16-16 0,-1 0 0,0 0 0,1 0 0,-8 13 0,10-12 0,0 0 0,0 0 0,0 1 0,1-1 0,0 1 0,0-1 0,0 1 0,1 0 0,0 13 0,2-8 0,0-1 0,1 0 0,0 1 0,1-1 0,6 16 0,7 14 0,1-2 0,2 0 0,2-1 0,32 44 0,-44-71 0,1 1 0,1-2 0,0 1 0,0-1 0,1-1 0,0 0 0,22 12 0,-22-16-1365,-2-2-5461</inkml:trace>
</inkml:ink>
</file>

<file path=ppt/ink/ink1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9:33.2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 31 24575,'-8'-15'0,"7"15"0,1-1 0,0 0 0,0 0 0,-1 1 0,1-1 0,0 0 0,0 1 0,0-1 0,0 0 0,0 0 0,0 1 0,0-1 0,0 0 0,0 1 0,0-1 0,1 0 0,-1 0 0,0 1 0,1-2 0,0 3 0,-1 0 0,1-1 0,-1 1 0,1 0 0,-1 0 0,1 1 0,-1-1 0,0 0 0,1 0 0,-1 0 0,0 0 0,0 2 0,4 37 0,-4-27 0,1 0 0,1-1 0,3 13 0,-4-21 0,1 1 0,-1 0 0,1-1 0,1 0 0,-1 1 0,0-1 0,1 0 0,0 0 0,0-1 0,0 1 0,6 5 0,-4-6 0,-1 1 0,1-1 0,0 0 0,0 0 0,1-1 0,-1 1 0,0-1 0,1 0 0,0-1 0,-1 1 0,1-1 0,0 0 0,-1-1 0,1 1 0,0-1 0,0 0 0,0-1 0,-1 0 0,1 1 0,0-2 0,0 1 0,-1-1 0,1 0 0,-1 0 0,0 0 0,1-1 0,-1 1 0,0-1 0,-1-1 0,1 1 0,0-1 0,-1 0 0,6-6 0,-8 7 0,0 0 0,0 0 0,0-1 0,0 1 0,-1-1 0,1 0 0,-1 1 0,1-6 0,3-7 0,-4 16 0,-1-1 0,0 0 0,1 1 0,-1-1 0,1 1 0,-1-1 0,1 0 0,0 1 0,-1-1 0,1 1 0,-1-1 0,1 1 0,0 0 0,-1-1 0,1 1 0,0-1 0,0 1 0,-1 0 0,1 0 0,0 0 0,0-1 0,-1 1 0,1 0 0,0 0 0,0 0 0,0 0 0,-1 0 0,1 0 0,0 0 0,0 1 0,0-1 0,-1 0 0,1 0 0,1 1 0,5 2 0,0-1 0,-1 1 0,7 4 0,-2-2 0,13 4 0,0-1 0,1-1 0,0-1 0,47 5 0,-69-11 0,1 0 0,-1 0 0,1 0 0,-1 0 0,1 0 0,-1-1 0,1 1 0,-1-1 0,1 0 0,2-2 0,-4 3 0,-1-1 0,0 1 0,0-1 0,0 0 0,0 1 0,0-1 0,0 0 0,0 0 0,0 0 0,0 0 0,-1 0 0,1 0 0,0 0 0,-1 0 0,1 0 0,0 0 0,-1-1 0,1 1 0,-1 0 0,0 0 0,1 0 0,-1-1 0,0 1 0,0 0 0,0-1 0,0 1 0,0 0 0,0 0 0,0-1 0,-1-1 0,0-2 8,0 1 0,-1-1 0,0 0 0,0 1 0,0-1 0,0 1 0,-1 0 0,1 0 0,-1 0 0,0 0 0,-1 0 0,1 1 0,-1-1 0,-5-4 0,-2 0-305,0 1 0,0 0 0,0 0 0,-16-5 0,14 6-6529</inkml:trace>
</inkml:ink>
</file>

<file path=ppt/ink/ink1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9:33.6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 0 24575,'-3'0'0,"0"3"0,0 2 0,3 2 0,1 1 0,4 2 0,0 1 0,2 0 0,2 0 0,3 0 0,-2 1 0,1-1 0,-3-1 0,1 1 0,1 1 0,-1 1 0,-2 0 0,-3-1-8191</inkml:trace>
</inkml:ink>
</file>

<file path=ppt/ink/ink1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9:34.2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189 1 24575,'-20'2'0,"-8"1"0,-3 3 0,2 0 0,3-2 0,4 3 0,3-2 0,5 0-8191</inkml:trace>
</inkml:ink>
</file>

<file path=ppt/ink/ink1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9:35.4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1 100 24575,'0'-6'0,"0"-1"0,1 0 0,-1 0 0,2 1 0,2-13 0,-3 17 0,0 0 0,0 0 0,0 0 0,0 0 0,0 0 0,0 0 0,1 0 0,-1 0 0,0 1 0,1-1 0,0 0 0,-1 1 0,1 0 0,0-1 0,0 1 0,0 0 0,-1 0 0,1 0 0,1 0 0,3-2 0,6 0 0,1 0 0,0 0 0,0 2 0,0-1 0,0 2 0,22 0 0,-32 1 0,0-1 0,1 1 0,-1-1 0,1 1 0,-1 0 0,0 0 0,1 1 0,-1-1 0,0 1 0,0-1 0,0 1 0,0 0 0,0 0 0,-1 1 0,1-1 0,0 0 0,-1 1 0,0 0 0,0-1 0,0 1 0,0 0 0,0 0 0,0 0 0,-1 0 0,1 1 0,-1-1 0,0 0 0,0 0 0,1 7 0,8 69 0,-8-74 0,-1 1 0,-1-1 0,1 1 0,-1-1 0,1 1 0,-2-1 0,1 1 0,-1 0 0,1-1 0,-2 0 0,1 1 0,0-1 0,-1 0 0,0 1 0,0-1 0,-1 0 0,0 0 0,0-1 0,0 1 0,0-1 0,0 1 0,-1-1 0,0 0 0,0 0 0,0 0 0,-7 4 0,9-7 0,0 1 0,0 0 0,0 0 0,0 0 0,0 0 0,0 0 0,1 0 0,-1 0 0,-1 5 0,2-7 0,1 1 0,0-1 0,0 1 0,0-1 0,0 1 0,0-1 0,0 1 0,0-1 0,0 1 0,0-1 0,0 1 0,0-1 0,0 1 0,0-1 0,0 1 0,0-1 0,0 1 0,1-1 0,-1 0 0,0 1 0,0-1 0,1 1 0,0 0 0,0 0 0,-1-1 0,1 1 0,0 0 0,0-1 0,0 1 0,0-1 0,0 1 0,0-1 0,0 0 0,0 1 0,0-1 0,0 0 0,2 0 0,20 3 0,-1-2 0,42-3 0,-11 0 0,-45 2-111,-3 0-140,0 0 0,1 0 1,-1 0-1,7-3 0,-3 0-6575</inkml:trace>
</inkml:ink>
</file>

<file path=ppt/ink/ink1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9:35.8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 1 24575,'-2'2'0,"-2"4"0,4 0 0,0 2 0,4 2 0,3 2 0,1 1 0,1-2 0,-1 1 0,1-1 0,1-1 0,-1 0 0,0 0 0,2 2 0,-2 0 0,0-1 0,-1 0 0</inkml:trace>
</inkml:ink>
</file>

<file path=ppt/ink/ink1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9:36.0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24575,'27'14'0,"14"8"0,2 3 0,-3-1 0,-7-2 0,-6-5 0,-7-2 0,-6-2 0,-4-1 0,-2 1 0,-2-3-8191</inkml:trace>
</inkml:ink>
</file>

<file path=ppt/ink/ink1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9:36.2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367 34 24575,'-27'-7'0,"-11"-3"0,-2 1 0,1 4 0,5 3 0,5 4 0,4 2 0,0 2 0,2 1 0,1 2 0,-2-2 0,1 1 0,5 0-8191</inkml:trace>
</inkml:ink>
</file>

<file path=ppt/ink/ink1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9:52.1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 24575,'0'-2'0,"0"1"0,3 1 0,0 3 0,2 1 0,1 2 0,2 1 0,-2 0 0,2 0 0,-1 1 0,1 0 0,2 0 0,1-1 0,1-2 0,2-2 0,-2-3 0</inkml:trace>
</inkml:ink>
</file>

<file path=ppt/ink/ink1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9:52.5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 0 24575,'-5'0'0,"1"2"0,1 4 0,3 1 0,2 1 0,3-1 0,1 2 0,2-2 0,-1 1 0,-4-3 0,-5-3 0,-2-4 0</inkml:trace>
</inkml:ink>
</file>

<file path=ppt/ink/ink1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9:53.5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24575,'14'12'0,"0"0"0,0-2 0,20 12 0,-15-11 0,24 22 0,-37-28 0,0 0 0,-1 1 0,0-1 0,0 1 0,0 1 0,-1-1 0,0 1 0,3 7 0,-3-5 0,0 1 0,-1 0 0,0-1 0,-1 1 0,0 0 0,-1 0 0,1 11 0,-2-15 0,0 1 0,-1-1 0,1 0 0,-1 1 0,-1-1 0,1 0 0,-1 1 0,0-1 0,0 0 0,-1 0 0,1-1 0,-5 7 0,4-7-114,0-1 1,0 1-1,-1-1 0,1 0 0,-1 0 1,0-1-1,0 1 0,0-1 0,-1 0 1,1 0-1,-8 3 0,0-1-6712</inkml:trace>
</inkml:ink>
</file>

<file path=ppt/ink/ink1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9:56.1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258 66 24575,'0'-11'0,"1"-1"0,0 1 0,4-20 0,-31 74 0,19-34 0,1 0 0,1 0 0,0 1 0,0-1 0,-4 13 0,4-3 0,-32 96 0,28-91 0,-1 0 0,-23 38 0,11-24 0,2 2 0,2 0 0,-22 72 0,36-99-1365,1 0-5461</inkml:trace>
</inkml:ink>
</file>

<file path=ppt/ink/ink1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9:56.9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98 24575,'-1'4'0,"-1"0"0,1-1 0,0 1 0,0 0 0,1 1 0,-1-1 0,1 0 0,0 0 0,0 0 0,0 0 0,1 0 0,-1 0 0,2 4 0,3 10 0,10 28 0,-7-25 0,-3-8 0,-1 1 0,-1-1 0,0 1 0,3 27 0,-6-41 0,0 0 0,0 0 0,0 0 0,-1 0 0,1 0 0,0 0 0,0 0 0,0 0 0,0 0 0,0 0 0,0 0 0,0 0 0,0 0 0,0 0 0,0 0 0,0 0 0,0 0 0,0 0 0,0 0 0,0 0 0,0 0 0,0 0 0,0 0 0,0 0 0,0 0 0,-1 0 0,1 0 0,0 0 0,0 0 0,0 0 0,0 0 0,0 0 0,0 0 0,0 0 0,0 0 0,0 0 0,0 0 0,0 0 0,0 0 0,0 0 0,0 0 0,0 0 0,0 0 0,0 0 0,0 0 0,0 0 0,0 0 0,0 0 0,0 0 0,0 0 0,0 1 0,0-1 0,0 0 0,0 0 0,0 0 0,0 0 0,-5-7 0,-3-9 0,-2-11 0,2 0 0,0-1 0,2 0 0,1 0 0,-2-34 0,6 47 0,0 1 0,1-1 0,1 0 0,0 0 0,4-16 0,-5 30 0,0 1 0,0-1 0,0 1 0,1-1 0,-1 1 0,0-1 0,0 1 0,0-1 0,0 1 0,1-1 0,-1 1 0,0-1 0,0 1 0,1 0 0,-1-1 0,0 1 0,1 0 0,-1-1 0,1 1 0,-1 0 0,0-1 0,1 1 0,-1 0 0,1-1 0,0 1 0,-1 0 0,1 0 0,0 0 0,-1 1 0,1-1 0,-1 0 0,1 0 0,0 0 0,-1 1 0,1-1 0,-1 0 0,1 1 0,-1-1 0,1 1 0,-1-1 0,0 0 0,1 1 0,-1-1 0,1 1 0,4 6 0,-1 0 0,7 12 0,-5-8 0,1-1 0,0 0 0,1 0 0,0-1 0,1-1 0,0 1 0,0-2 0,17 12 0,-21-16 0,0 1 0,1-1 0,-1-1 0,1 1 0,0-1 0,0 0 0,0 0 0,0-1 0,0 0 0,0 0 0,0 0 0,0-1 0,1 1 0,-1-2 0,0 1 0,11-3 0,-15 3 0,1-1 0,-1 0 0,0 0 0,0 1 0,0-2 0,0 1 0,0 0 0,0 0 0,0-1 0,0 1 0,-1 0 0,1-1 0,-1 0 0,1 1 0,-1-1 0,1 0 0,-1 0 0,0 0 0,0 0 0,1-2 0,1-3 0,-1-1 0,0 1 0,-1-1 0,2-12 0,-3 12 0,1 0 0,1 0 0,2-10 0,-4 18 0,0 0 0,0 0 0,0 0 0,0 0 0,0 0 0,0-1 0,0 1 0,0 0 0,1 0 0,-1 0 0,0 0 0,0 0 0,0 0 0,0-1 0,0 1 0,0 0 0,0 0 0,0 0 0,0 0 0,0 0 0,0 0 0,1 0 0,-1 0 0,0 0 0,0 0 0,0 0 0,0-1 0,0 1 0,0 0 0,0 0 0,1 0 0,-1 0 0,0 0 0,0 0 0,0 0 0,0 0 0,0 0 0,0 0 0,0 0 0,1 0 0,-1 0 0,0 0 0,0 0 0,0 0 0,0 0 0,0 0 0,0 1 0,1-1 0,-1 0 0,0 0 0,0 0 0,0 0 0,0 0 0,0 0 0,0 0 0,0 0 0,0 0 0,0 0 0,1 0 0,-1 1 0,0-1 0,0 0 0,0 0 0,0 0 0,0 0 0,0 0 0,0 1 0,5 8 0,-5-8 0,31 68 0,44 71 0,-34-65 0,-23-41-1365,-10-21-5461</inkml:trace>
</inkml:ink>
</file>

<file path=ppt/ink/ink1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9:59.8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10 24575,'0'0'0,"1"-1"0,-1 1 0,0-1 0,0 1 0,1-1 0,-1 1 0,0-1 0,1 1 0,-1-1 0,0 1 0,1-1 0,-1 1 0,1 0 0,-1-1 0,1 1 0,-1 0 0,1-1 0,-1 1 0,1 0 0,-1 0 0,1-1 0,-1 1 0,1 0 0,-1 0 0,1 0 0,0 0 0,-1 0 0,1 0 0,-1 0 0,1 0 0,-1 0 0,1 0 0,0 0 0,-1 0 0,1 0 0,0 1 0,22 2 0,-14 0 0,-1 0 0,1 0 0,-1 1 0,0 0 0,-1 0 0,8 6 0,41 34 0,-44-34 0,9 10 0,-1 1 0,-1 1 0,-1 0 0,-1 1 0,-1 1 0,13 26 0,-15-22 0,-1 0 0,-2 0 0,-1 1 0,-1 0 0,-1 1 0,4 32 0,-4 2 0,-1 118 0,-7-171 0,-1 0 0,0 1 0,-1-1 0,0 0 0,-1 0 0,0 0 0,-1 0 0,0 0 0,-8 14 0,4-12 0,-1 0 0,0 0 0,0-1 0,-1 0 0,-1-1 0,-16 14 0,9-10 0,-1 0 0,-32 19 0,43-29 0,-1 1 0,1 0 0,-9 10 0,-11 7 0,24-21-114,0 0 1,0 0-1,0 0 0,0-1 0,-1 0 1,1 0-1,0 0 0,-1-1 0,1 1 1,0-1-1,-9 0 0,1 0-6712</inkml:trace>
</inkml:ink>
</file>

<file path=ppt/ink/ink1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7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0 24575,'-1'0'0,"1"0"0,0 0 0,0 0 0,0 0 0,0 0 0,0 1 0,0-1 0,0 0 0,0 0 0,-1 0 0,1 0 0,0 0 0,0 0 0,0 0 0,0 0 0,0 0 0,0 0 0,0 0 0,0 0 0,0 0 0,0 0 0,0 1 0,0-1 0,-1 0 0,1 0 0,0 0 0,0 0 0,0 0 0,0 0 0,0 0 0,0 0 0,0 1 0,0-1 0,0 0 0,0 0 0,0 0 0,0 0 0,0 0 0,0 0 0,0 0 0,0 0 0,0 1 0,0-1 0,1 0 0,2 8 0,5 6 0,39 42 0,56 76 0,45 58 0,12-10 0,-156-176 0,111 129 0,-179-213-1365,50 65-5461</inkml:trace>
</inkml:ink>
</file>

<file path=ppt/ink/ink1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7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185 1 24575,'-17'39'0,"9"-22"0,4-8 0,-51 117 0,43-94 0,1 0 0,-6 35 0,13-40 0,2 0 0,0 1 0,4 39 0,-2 39 0,0-101 15,-1 0 0,0 0 0,0-1 0,0 1 0,-1 0 0,0-1 0,-2 7 0,3-9-98,0 0 1,-1 0-1,1-1 1,0 1-1,-1 0 1,1 0-1,-1-1 1,0 1-1,1-1 1,-1 1-1,0-1 1,0 0-1,0 0 1,0 0-1,0 0 1,0 0-1,-3 1 1,-5 0-6744</inkml:trace>
</inkml:ink>
</file>

<file path=ppt/ink/ink1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7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0 24575,'-3'7'0,"2"-1"0,-1 1 0,1 0 0,0-1 0,0 1 0,1 0 0,0 0 0,0 0 0,0 0 0,2 8 0,2-3 0,-1-1 0,1 1 0,1 0 0,10 18 0,34 50 0,-47-76 0,-1-4-47,-1 1 0,1 0 0,0-1 0,-1 1 0,0 0 0,1 0 0,-1-1 0,0 1 0,1 0-1,-1 0 1,0-1 0,0 1 0,1 0 0,-1 0 0,0 0 0,0 0 0,0-1 0,0 1 0,0 0 0,0 0 0,0 0 0,-1 0-1,1-1 1,0 1 0,0 0 0,-1 0 0,1 0 0,-1 1 0</inkml:trace>
</inkml:ink>
</file>

<file path=ppt/ink/ink1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7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176 33 24575,'-3'-4'0,"0"0"0,0 1 0,0 0 0,0 0 0,-1 0 0,1 0 0,-6-3 0,8 5 0,0 1 0,1-1 0,-1 1 0,0 0 0,0-1 0,0 1 0,0 0 0,0 0 0,0-1 0,0 1 0,0 0 0,0 0 0,0 0 0,0 0 0,0 1 0,1-1 0,-1 0 0,0 0 0,0 0 0,0 1 0,0-1 0,0 0 0,0 1 0,0-1 0,1 1 0,-1-1 0,0 1 0,0 0 0,1-1 0,-1 1 0,0 0 0,1-1 0,-1 1 0,1 0 0,-1 0 0,1-1 0,-1 1 0,1 0 0,-1 0 0,1 1 0,-44 104 0,27-72 0,-14 45 0,26-62 0,1 0 0,0-1 0,1 1 0,1 0 0,0 20 0,2-25 0,0-1 0,1 0 0,0 1 0,1-1 0,0 0 0,1 0 0,0 0 0,1 0 0,0 0 0,7 11 0,0 0 0,1-1 0,1-1 0,1 0 0,1-1 0,0-1 0,29 26 0,53 37 0,-84-73-1365,-2-1-5461</inkml:trace>
</inkml:ink>
</file>

<file path=ppt/ink/ink1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7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2 160 24575,'15'-6'0,"-1"0"0,1 1 0,25-4 0,-28 7 0,0-1 0,-1 0 0,1 0 0,-1-1 0,0 0 0,0-1 0,15-10 0,-25 14 0,0 1 0,1-1 0,-1 0 0,1 0 0,-1-1 0,0 1 0,0 0 0,0 0 0,0-1 0,0 1 0,0 0 0,0-1 0,0 1 0,0-1 0,-1 1 0,1-1 0,-1 0 0,1 1 0,-1-1 0,1 0 0,-1 1 0,0-1 0,0 0 0,0 1 0,0-1 0,-1-3 0,0 3 0,0-1 0,0 0 0,0 1 0,-1 0 0,1-1 0,-1 1 0,0 0 0,1 0 0,-1 0 0,0 0 0,0 0 0,-1 0 0,1 1 0,0-1 0,-5-2 0,3 1 0,-1 1 0,0 0 0,-1 0 0,1 0 0,0 0 0,-1 1 0,1 0 0,0 0 0,-1 0 0,1 1 0,-1-1 0,0 1 0,1 1 0,-1-1 0,1 1 0,-1 0 0,1 0 0,0 1 0,-8 2 0,9-2 0,0 0 0,0 1 0,0-1 0,0 1 0,0-1 0,1 1 0,-1 1 0,1-1 0,0 0 0,0 1 0,0-1 0,0 1 0,1 0 0,-1 0 0,1 0 0,0 0 0,0 1 0,1-1 0,-1 0 0,1 1 0,0 0 0,0-1 0,0 6 0,0-2 0,1-1 0,0 1 0,1-1 0,0 0 0,0 1 0,0-1 0,1 0 0,0 0 0,1 0 0,-1 0 0,1 0 0,1 0 0,-1-1 0,1 0 0,0 1 0,1-1 0,7 8 0,-3-5 0,1 0 0,0-1 0,0 0 0,1-1 0,-1 0 0,2 0 0,-1-1 0,1-1 0,15 6 0,-13-6 0,0-1 0,0 0 0,0-1 0,0 0 0,0-1 0,1-1 0,23 0 0,-35-2 12,1 1 0,-1-1 0,0 0 0,0 0 0,0 0 0,0-1 0,0 1 0,0-1 0,3-1 0,-4 2-83,-1 0 1,0 0-1,1 0 0,-1 0 0,0 0 1,0 0-1,0-1 0,0 1 1,0 0-1,0-1 0,0 1 0,0 0 1,-1-1-1,1 1 0,0-1 1,-1 1-1,1-1 0,-1 0 0,0 1 1,1-3-1</inkml:trace>
</inkml:ink>
</file>

<file path=ppt/ink/ink1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7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72 0 24575,'1'5'0,"0"1"0,0-1 0,0 0 0,1 1 0,0-1 0,0 0 0,0 0 0,5 6 0,2 8 0,25 61 0,63 128 0,-80-180 0,-8-15 0,-1 0 0,8 19 0,-16-32 0,0 0 0,0 1 0,0-1 0,1 1 0,-1-1 0,0 0 0,0 1 0,0-1 0,0 1 0,0-1 0,0 1 0,0-1 0,0 0 0,0 1 0,0-1 0,0 1 0,0-1 0,0 1 0,0-1 0,0 0 0,0 1 0,-1-1 0,1 1 0,0-1 0,0 0 0,0 1 0,-1-1 0,1 1 0,0-1 0,-1 0 0,1 0 0,-1 1 0,0 0 0,0-1 0,0 1 0,0-1 0,0 0 0,-1 1 0,1-1 0,0 0 0,0 0 0,-1 0 0,1 0 0,-2 0 0,-3 0 0,1-1 0,-1 0 0,0 0 0,-5-3 0,-16-7 0,1-1 0,-34-20 0,46 23 0,1-1 0,0 0 0,0-1 0,1 0 0,-17-20 0,26 28 0,1 0 0,0-1 0,0 1 0,0 0 0,0-1 0,1 1 0,-1-1 0,1 1 0,0-1 0,0 0 0,-1-4 0,2 7 0,0-1 0,0 1 0,0-1 0,1 1 0,-1-1 0,0 1 0,0-1 0,1 1 0,-1 0 0,1-1 0,-1 1 0,1-1 0,0 1 0,0 0 0,-1-1 0,1 1 0,0 0 0,0 0 0,0 0 0,0 0 0,0 0 0,1 0 0,-1 0 0,0 0 0,0 0 0,1 0 0,-1 1 0,0-1 0,1 0 0,1 0 0,6-1-41,1 0 1,-1 1-1,0-1 0,1 2 0,-1-1 0,1 1 0,9 2 0,-2-1-997,-3-1-5788</inkml:trace>
</inkml:ink>
</file>

<file path=ppt/ink/ink1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7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 24575,'2'-2'0,"2"1"0,-1 3 0,-1 5 0</inkml:trace>
</inkml:ink>
</file>

<file path=ppt/ink/ink1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7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22 24575,'0'9'0,"0"0"0,1 0 0,1 0 0,0 0 0,0 0 0,0 0 0,1 0 0,1-1 0,-1 1 0,1-1 0,1 0 0,-1 0 0,11 11 0,-11-14 0,0 0 0,1 0 0,0-1 0,0 1 0,0-1 0,1 0 0,-1-1 0,1 0 0,0 1 0,0-2 0,0 1 0,0-1 0,0 0 0,1 0 0,-1-1 0,1 1 0,-1-2 0,1 1 0,10-1 0,-14 0 0,-1 0 0,1 0 0,-1-1 0,0 1 0,1-1 0,-1 0 0,1 0 0,-1 1 0,0-2 0,0 1 0,0 0 0,0 0 0,0-1 0,0 1 0,0-1 0,0 1 0,0-1 0,0 0 0,-1 0 0,1 0 0,-1 0 0,0 0 0,1 0 0,-1 0 0,0 0 0,0-1 0,0 1 0,0-3 0,1-1 0,-1 0 0,0 0 0,0 0 0,-1-1 0,0 1 0,0 0 0,0-1 0,-1 1 0,-2-12 0,2 16 0,-2-17 0,6 14 0,5 7 0,22 18 0,-14-9 0,-1-1 0,1-1 0,32 14 0,-35-18 0,0 0 0,0-2 0,0 1 0,0-2 0,0 1 0,28-1 0,-40-2 0,1 0 0,0 0 0,-1 0 0,1-1 0,0 1 0,-1-1 0,1 1 0,-1-1 0,1 0 0,0 0 0,-1 1 0,0-1 0,1 0 0,-1 0 0,0 0 0,1-1 0,-1 1 0,0 0 0,0 0 0,0-1 0,0 1 0,0 0 0,0-1 0,-1 1 0,1-1 0,0 0 0,-1 1 0,1-1 0,-1 1 0,1-1 0,-1 0 0,0 1 0,0-1 0,0-2 0,0-2 0,0 0 0,0 0 0,-1 0 0,0 0 0,0 0 0,-1 0 0,1 0 0,-5-7 0,3 6-170,0 1-1,0 0 0,-1 0 1,0 0-1,-1 1 0,1-1 1,-11-8-1,3 4-6655</inkml:trace>
</inkml:ink>
</file>

<file path=ppt/ink/ink1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7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24575,'25'15'0,"-1"1"0,0 1 0,-1 2 0,-1 0 0,-1 1 0,0 1 0,-2 1 0,0 1 0,23 38 0,-26-34 0,-2 1 0,0 1 0,-2 1 0,-1 0 0,-1 0 0,-2 1 0,-1 0 0,-1 0 0,-2 1 0,0 55 0,-4-70 0,-1-1 0,-1 0 0,-1 0 0,0 0 0,-10 27 0,9-33 0,0 0 0,-1 0 0,0-1 0,0 1 0,-1-1 0,0-1 0,0 1 0,-1-1 0,-14 13 0,9-12-1365,1-3-5461</inkml:trace>
</inkml:ink>
</file>

<file path=ppt/ink/ink1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7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31 24575,'0'-1'0,"0"0"0,-1 0 0,1 1 0,0-1 0,0 0 0,0 0 0,0 1 0,-1-1 0,1 0 0,0 1 0,-1-1 0,1 0 0,-1 1 0,1-1 0,0 1 0,-1-1 0,1 0 0,-1 1 0,0-1 0,1 1 0,-1 0 0,1-1 0,-1 1 0,0-1 0,1 1 0,-1 0 0,0-1 0,1 1 0,-1 0 0,0 0 0,0 0 0,1 0 0,-1-1 0,0 1 0,0 0 0,1 0 0,-1 0 0,0 1 0,0-1 0,1 0 0,-1 0 0,0 0 0,1 0 0,-1 1 0,0-1 0,0 0 0,1 1 0,-1-1 0,1 0 0,-1 1 0,0-1 0,1 1 0,-1-1 0,1 1 0,-1 0 0,-2 4 0,1-1 0,0 1 0,0 0 0,1-1 0,0 1 0,-1 0 0,2 0 0,-1 0 0,0 0 0,1 0 0,0 0 0,0 0 0,1 0 0,-1 0 0,1 0 0,0-1 0,0 1 0,1 0 0,0 0 0,3 7 0,-4-11 0,-1 0 0,1 0 0,-1-1 0,1 1 0,0 0 0,-1 0 0,1-1 0,0 1 0,0 0 0,-1-1 0,1 1 0,0-1 0,0 1 0,0-1 0,1 1 0,-2-1 0,1 0 0,-1 0 0,1 0 0,-1 0 0,1 0 0,-1 0 0,1 0 0,-1 0 0,1 0 0,-1 0 0,1 0 0,-1-1 0,0 1 0,1 0 0,-1 0 0,1 0 0,-1-1 0,0 1 0,1 0 0,-1-1 0,1 1 0,-1-1 0,2 0 0,-1-1 0,0 0 0,0 0 0,0 0 0,-1 1 0,1-1 0,0 0 0,-1 0 0,1 0 0,-1 0 0,0 0 0,1 0 0,-1-3 0,-1-4 0,0 1 0,0 0 0,0-1 0,-1 1 0,-1 0 0,0-1 0,0 1 0,0 1 0,-1-1 0,-6-10 0,3 11 0,4 13 0,6 15 0,9 11 0,29 56 0,-30-59-1365,-8-17-5461</inkml:trace>
</inkml:ink>
</file>

<file path=ppt/ink/ink1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7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317 30 24575,'30'0'0,"-26"0"0,-20 0 0,-15-2 0,-32-5 0,13 1 0,-1 1-52,-75-5-1261,112 10-5513</inkml:trace>
</inkml:ink>
</file>

<file path=ppt/ink/ink1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7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273 12 24575,'-17'-3'0,"-8"0"0,-3 0 0,2 0 0,2 4 0,3 1 0,3 1 0,2-1 0,-2 2 0,0 1 0,1-2 0,1 0 0,0-1 0,4-1-8191</inkml:trace>
</inkml:ink>
</file>

<file path=ppt/ink/ink1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7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8 24575,'-5'-7'0,"2"7"0,2 1 0,1 0 0,0 0 0,0 0 0,0 0 0,0 0 0,-1 0 0,1 0 0,1 0 0,-1 0 0,0 0 0,0 0 0,0 0 0,1 1 0,3 16 0,-1 1 0,0 21 0,4 20 0,-4-42-682,0 36-1,-3-42-6143</inkml:trace>
</inkml:ink>
</file>

<file path=ppt/ink/ink1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7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691 1 24575,'-21'1'0,"0"2"0,-26 7 0,-12 2 0,-135 5 0,-2-16 0,95-2 0,64 3-1365,22 2-5461</inkml:trace>
</inkml:ink>
</file>

<file path=ppt/ink/ink1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7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24575,'48'119'0,"-41"-104"0,0 0 0,-2 1 0,0 0 0,-1 0 0,0 0 0,-1 0 0,-1 0 0,0 1 0,-2 19 0,0-33-1365</inkml:trace>
</inkml:ink>
</file>

<file path=ppt/ink/ink1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7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446 42 24575,'-25'-7'0,"-10"-3"0,0 1 0,-67-7 0,89 17 0,0-1 0,1 2 0,-1 0 0,1 0 0,0 1 0,-21 8 0,16-5 0,0-1 0,-22 3 0,-14 1-1365,39-6-5461</inkml:trace>
</inkml:ink>
</file>

<file path=ppt/ink/ink1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7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24575,'-1'7'0,"1"-1"0,1 0 0,-1 0 0,1 0 0,1 0 0,-1 1 0,1-2 0,0 1 0,0 0 0,0 0 0,1-1 0,0 1 0,6 8 0,3 2 0,18 29 0,-27-40 0,-1 0 0,0-1 0,0 1 0,0 0 0,0 0 0,-1 0 0,0 0 0,1 6 0,-2-10-85,0 0 0,0 0-1,0 1 1,0-1 0,-1 0-1,1 0 1,0 1 0,0-1-1,-1 0 1,1 0 0,-1 0-1,1 0 1,-1 0 0,1 1-1,-2 0 1</inkml:trace>
</inkml:ink>
</file>

<file path=ppt/ink/ink1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7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764 30 24575,'29'-9'0,"-27"8"0,0 0 0,0 0 0,0 1 0,0-1 0,0 0 0,0-1 0,-1 1 0,1 0 0,0-1 0,-1 1 0,2-2 0,-22 6 0,-21 2 0,0-2 0,-70-4 0,44 0 0,-38 2 0,-105-2 0,155-6 0,44 4 0,-1 1 0,1 1 0,-1 0 0,1 0 0,-1 1 0,0 1 0,1 0 0,-18 3 0,16-1 0,6-2 0,0 0 0,1 1 0,-1 0 0,-10 4 0,16-5 0,-1-1 0,0 1 0,1-1 0,-1 0 0,0 1 0,1-1 0,-1 1 0,1 0 0,-1-1 0,1 1 0,-1-1 0,1 1 0,-1 0 0,1-1 0,-1 1 0,1 0 0,0 0 0,-1-1 0,1 1 0,0 0 0,0 0 0,0-1 0,0 1 0,0 0 0,0 0 0,0 0 0,0-1 0,0 1 0,0 0 0,0 0 0,0 0 0,0-1 0,1 1 0,-1 0 0,0 0 0,0-1 0,1 1 0,-1 0 0,1-1 0,-1 1 0,1 0 0,0 0 0,1 2 0,0-1 0,1 0 0,-1 0 0,0 1 0,1-2 0,-1 1 0,1 0 0,0 0 0,5 2 0,32 9 0,-25-8 0,22 9 0,0 1 0,-2 2 0,66 42 0,-95-55 0,-1 0 0,1 0 0,-1 0 0,0 1 0,0 0 0,-1 0 0,0 0 0,1 0 0,3 9 0,-6-11 0,-1 1 0,1-1 0,-1 0 0,0 0 0,0 1 0,0-1 0,-1 1 0,1-1 0,-1 0 0,0 1 0,0-1 0,0 1 0,0-1 0,-1 1 0,1-1 0,-1 1 0,0-1 0,0 0 0,0 0 0,-3 5 0,3-6 0,0 0 0,-1 0 0,1 0 0,-1 0 0,0 0 0,0 0 0,0-1 0,0 1 0,0-1 0,0 1 0,-4 1 0,-30 13 0,17-9 0,-48 19 0,-12 6 0,69-27 0,1 0 0,-1 1 0,1 0 0,1 1 0,-16 14 0,12-10 0,9-8 0,-1 0 0,0 1 0,1-1 0,0 1 0,0 0 0,0 0 0,0 0 0,0 0 0,-2 6 0,5-10 0,0 0 0,0 0 0,0 1 0,0-1 0,0 0 0,0 0 0,0 1 0,0-1 0,0 0 0,0 0 0,0 1 0,0-1 0,0 0 0,0 0 0,0 1 0,0-1 0,0 0 0,0 0 0,0 1 0,0-1 0,1 0 0,-1 0 0,0 0 0,0 1 0,0-1 0,0 0 0,0 0 0,1 0 0,-1 1 0,0-1 0,0 0 0,1 0 0,8 1 0,17-10 0,-21 7 0,32-8 0,1 1 0,59-7 0,79 3 0,-131 11 0,-40 2 0,173-8 0,-121 8 0,63 8 0,-114-7-111,-2-1 15,-1 0-1,1 1 1,-1-1-1,1 1 1,-1 0-1,1 0 1,-1 0-1,0 0 1,0 1-1,1-1 1,-1 1-1,3 2 1</inkml:trace>
</inkml:ink>
</file>

<file path=ppt/ink/ink1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7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9 24575,'-2'-1'0,"1"0"0,0 0 0,-1 0 0,1 0 0,-1 1 0,1-1 0,-1 0 0,1 1 0,-1 0 0,1-1 0,-1 1 0,0 0 0,1 0 0,-4 0 0,4 0 0,1 0 0,-1 0 0,0 1 0,1-1 0,-1 1 0,0-1 0,1 1 0,-1-1 0,1 1 0,-1-1 0,1 1 0,-1-1 0,1 1 0,-1-1 0,1 1 0,-1 0 0,1-1 0,0 1 0,-1 0 0,1-1 0,0 1 0,0 0 0,0 0 0,-1-1 0,1 1 0,0 0 0,0 0 0,0-1 0,0 1 0,0 0 0,0 0 0,0 0 0,1 0 0,1 12 0,0-1 0,1 0 0,1 0 0,0-1 0,0 1 0,12 19 0,-4-5 0,5 11 0,-2 2 0,-1 0 0,17 81 0,-30-111-118,-1-5-6,1 0-1,-1 0 0,1 1 0,0-1 1,0 0-1,0 0 0,1 0 0,0 0 1,3 7-1</inkml:trace>
</inkml:ink>
</file>

<file path=ppt/ink/ink1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7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 4 24575,'-2'-1'0,"0"0"0,-1 1 0,1-1 0,-1 1 0,1 0 0,0 0 0,-1 0 0,1 0 0,-1 0 0,1 0 0,0 1 0,-1-1 0,1 1 0,0-1 0,-1 1 0,1 0 0,0 0 0,0 0 0,0 0 0,0 1 0,0-1 0,0 0 0,0 1 0,0 0 0,0-1 0,1 1 0,-1 0 0,1 0 0,-1 0 0,1 0 0,0 0 0,-1 0 0,1 0 0,0 0 0,1 1 0,-1-1 0,-1 4 0,0 7 0,1-10 0,0 1 0,0-1 0,1 1 0,-1-1 0,1 1 0,0 5 0,0-8 0,1 0 0,-1 0 0,0-1 0,0 1 0,1 0 0,-1 0 0,1 0 0,-1-1 0,1 1 0,-1 0 0,1 0 0,-1-1 0,1 1 0,0 0 0,-1-1 0,1 1 0,0-1 0,-1 1 0,1-1 0,0 1 0,0-1 0,0 1 0,0-1 0,-1 0 0,1 0 0,0 1 0,0-1 0,0 0 0,0 0 0,1 0 0,95 6 0,-51-2-95,107 15-1175,-134-14-5556</inkml:trace>
</inkml:ink>
</file>

<file path=ppt/ink/ink1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7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 24575,'0'0'0,"0"0"0,0 0 0,0 0 0,0 0 0,-1-1 0,1 1 0,0 0 0,0 0 0,0 0 0,0 0 0,0 0 0,1-1 0,-1 1 0,0 0 0,0 0 0,0 0 0,0 0 0,0-1 0,0 1 0,0 0 0,0 0 0,0 0 0,0 0 0,0 0 0,0 0 0,0-1 0,1 1 0,-1 0 0,0 0 0,0 0 0,0 0 0,0 0 0,0 0 0,0 0 0,1 0 0,-1 0 0,0 0 0,0-1 0,0 1 0,0 0 0,1 0 0,-1 0 0,0 0 0,0 0 0,0 0 0,0 0 0,0 0 0,1 0 0,8 6 0,7 11 0,240 272 0,-180-209 0,-40-42 0,1-3 0,2-1 0,1-1 0,2-3 0,1-1 0,54 26 0,-88-50-76,-12-6 266,-15-7-1669,6 2-5347</inkml:trace>
</inkml:ink>
</file>

<file path=ppt/ink/ink1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7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254 51 24575,'-1'-10'0,"-2"-13"0,2 21 0,1 1 0,0 0 0,0 0 0,-1 0 0,1 0 0,-1 0 0,1 0 0,-1 0 0,1 0 0,-1 0 0,1 0 0,-1 0 0,0 0 0,0 1 0,0-2 0,0 2 0,0 0 0,1 0 0,-1 0 0,1 0 0,-1 0 0,1 0 0,-1 0 0,1 1 0,-1-1 0,0 0 0,1 0 0,-1 0 0,1 1 0,-1-1 0,1 0 0,-1 1 0,1-1 0,0 0 0,-1 1 0,1-1 0,-1 1 0,1-1 0,0 0 0,-1 1 0,1-1 0,0 1 0,0-1 0,-1 2 0,-10 17 0,10-17 0,-23 52 0,3 0 0,-21 85 0,-2 5 0,32-117-224,0-1 1,-2 0-1,-21 29 0,30-46-246,-1 0-6356</inkml:trace>
</inkml:ink>
</file>

<file path=ppt/ink/ink1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7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117 0 24575,'-3'1'0,"1"0"0,-1 0 0,1 0 0,0 0 0,0 0 0,0 1 0,0-1 0,0 1 0,0 0 0,0-1 0,0 1 0,0 0 0,1 0 0,-3 3 0,-2 3 0,-19 15 0,16-15 0,0 1 0,-14 17 0,21-25 0,1 1 0,0 0 0,0 0 0,0 0 0,0-1 0,0 1 0,0 0 0,0 0 0,1 0 0,-1 0 0,1 1 0,-1-1 0,1 0 0,0 0 0,0 0 0,0 0 0,0 0 0,0 0 0,1 3 0,0-3 0,0 1 0,0-1 0,0 0 0,1 1 0,-1-1 0,1 0 0,-1 0 0,1 0 0,0 0 0,0 0 0,0 0 0,0 0 0,3 1 0,5 3 0,1 0 0,0 0 0,1-1 0,-1-1 0,14 4 0,7 2-273,-1-2 0,1 0 0,1-3 0,52 4 0,-70-9-6553</inkml:trace>
</inkml:ink>
</file>

<file path=ppt/ink/ink1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7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119 8 24575,'6'-8'0,"-3"11"0,-3-1 0,1-1 0,-1 1 0,0 0 0,0 0 0,0-1 0,-1 1 0,1 0 0,-1 2 0,-4 9 0,0-1 0,-1 0 0,0-1 0,-1 1 0,0-1 0,-11 11 0,9-9 0,0-1 0,0 1 0,1 1 0,-7 16 0,10-15 0,0 0 0,1 1 0,1-1 0,1 1 0,-2 24 0,4-17 0,1 0 0,0 0 0,7 28 0,-3-24 0,1 0 0,2 0 0,14 34 0,-18-52 0,0-1 0,1 1 0,0-1 0,0 1 0,1-2 0,0 1 0,1-1 0,-1 1 0,2-2 0,-1 1 0,1-1 0,15 9 0,9 3 0,1-2 0,1-2 0,1-1 0,53 12 0,-74-22-1365,-2-1-5461</inkml:trace>
</inkml:ink>
</file>

<file path=ppt/ink/ink1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7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12 24575,'-9'-10'0,"9"10"0,0 0 0,0 0 0,0 0 0,0 0 0,0 0 0,0 0 0,0 0 0,0 0 0,0 0 0,1 0 0,-1 0 0,0 0 0,0 0 0,0 0 0,0 0 0,0 0 0,0 0 0,0 0 0,0 0 0,0 0 0,0 0 0,0 0 0,0 0 0,0 0 0,0 0 0,0 0 0,0 0 0,0 0 0,0-1 0,0 1 0,0 0 0,0 0 0,0 0 0,0 0 0,0 0 0,0 0 0,0 0 0,0 0 0,0 0 0,0 0 0,0 0 0,0 0 0,0 0 0,0 0 0,0 0 0,0 0 0,0 0 0,0 0 0,0 0 0,0 0 0,0 0 0,0-1 0,0 1 0,0 0 0,2 2 0,0-1 0,0 0 0,0 1 0,0 0 0,-1-1 0,1 1 0,2 3 0,2 5 0,-1 0 0,0 1 0,-1-1 0,0 1 0,0 0 0,2 15 0,6 17 0,10 13 0,53 92 0,-42-86 0,-24-46 0,-3-5 0,0 0 0,-1 1 0,0-1 0,5 19 0,-10-29 0,1 1 0,-1-1 0,0 0 0,1 1 0,-1-1 0,0 0 0,0 1 0,0-1 0,0 0 0,-1 1 0,1-1 0,0 0 0,0 1 0,-1-1 0,1 0 0,-1 0 0,1 1 0,-1-1 0,0 0 0,-1 2 0,1-2 0,0 0 0,0 0 0,0-1 0,0 1 0,-1-1 0,1 1 0,0-1 0,0 1 0,-1-1 0,1 1 0,0-1 0,-1 0 0,1 0 0,0 0 0,-1 0 0,-2 0 0,-3-1 0,0 0 0,-1-1 0,1 0 0,0 0 0,0-1 0,-7-3 0,0-2 0,0-1 0,1 0 0,0 0 0,0-2 0,1 1 0,0-2 0,1 0 0,1 0 0,-13-19 0,20 27 0,0 0 0,1 0 0,0 0 0,0 0 0,0-1 0,1 1 0,-1 0 0,1-1 0,0 0 0,1 1 0,-1-1 0,1 0 0,-1 1 0,2-9 0,0 10 0,-1 0 0,1-1 0,0 1 0,0 0 0,1 0 0,-1 0 0,1 0 0,-1 0 0,1 0 0,0 0 0,0 0 0,0 1 0,1-1 0,-1 1 0,1-1 0,-1 1 0,1 0 0,0 0 0,-1 0 0,6-2 0,16-7-341,1 1 0,0 1-1,45-10 1,-57 16-6485</inkml:trace>
</inkml:ink>
</file>

<file path=ppt/ink/ink1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7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15 24575,'-7'-7'0,"-3"-1"0</inkml:trace>
</inkml:ink>
</file>

<file path=ppt/ink/ink1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7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40 24575,'0'-1'0,"-1"0"0,1 0 0,0-1 0,-1 1 0,1 0 0,0 0 0,-1 0 0,0 0 0,1 0 0,-1 0 0,0 0 0,1 0 0,-1 1 0,0-1 0,0 0 0,-1-1 0,-18-12 0,11 7 0,9 6 0,2 2 0,10 5 0,15 10 0,-22-13 0,6 4 0,-1 0 0,-1 0 0,1 1 0,-1 0 0,12 14 0,-21-22 0,0 0 0,0 0 0,0 0 0,0 0 0,-1 0 0,1 0 0,0 0 0,0 0 0,0 0 0,0 0 0,0 0 0,0 0 0,0 1 0,0-1 0,0 0 0,0 0 0,0 0 0,0 0 0,0 0 0,0 0 0,0 0 0,0 0 0,0 0 0,0 0 0,0 0 0,0 0 0,0 0 0,-1 0 0,1 0 0,0 0 0,0 0 0,0 0 0,0 0 0,0 0 0,0 1 0,0-1 0,0 0 0,0 0 0,0 0 0,0 0 0,0 0 0,0 0 0,0 0 0,0 0 0,0 0 0,1 0 0,-1 0 0,0 0 0,0 0 0,0 0 0,0 0 0,0 0 0,-9-4 0,-11-9 0,-40-32 0,53 41 11,11 9-31,0 1-1336</inkml:trace>
</inkml:ink>
</file>

<file path=ppt/ink/ink1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7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140 27 24575,'1'-1'0,"0"0"0,-1-1 0,1 1 0,0 0 0,-1-1 0,0 1 0,1 0 0,-1-1 0,0 1 0,0 0 0,0-1 0,0 1 0,0-1 0,0 1 0,0-3 0,0 4 0,0 0 0,-1 0 0,1-1 0,0 1 0,0 0 0,0 0 0,0 0 0,0 0 0,0 0 0,-1 0 0,1-1 0,0 1 0,0 0 0,0 0 0,0 0 0,0 0 0,-1 0 0,1 0 0,0 0 0,0 0 0,0 0 0,-1 0 0,1 0 0,0 0 0,0 0 0,0 0 0,0 0 0,-1 0 0,1 0 0,0 0 0,0 0 0,0 0 0,0 0 0,-1 0 0,1 0 0,0 0 0,0 0 0,-12 11 0,-3 9 0,2 2 0,0-1 0,0 1 0,2 1 0,1 0 0,1 1 0,1 0 0,1 0 0,1 0 0,2 1 0,-4 38 0,6-42 0,-2 27 0,1 0 0,7 91 0,1-101 0,19 73 0,-17-88 0,2 0 0,0-1 0,1 0 0,17 26 0,-26-46-26,9 14 76,0-1 0,16 17-1,-22-27-184,0-1 0,1 0-1,-1 0 1,1-1 0,0 1-1,0-1 1,0 0 0,1 0 0,-1-1-1,11 4 1,-1-2-6691</inkml:trace>
</inkml:ink>
</file>

<file path=ppt/ink/ink1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7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10 121 24575,'0'0'0,"-1"0"0,1 0 0,-1 0 0,1 1 0,-1-1 0,1 0 0,-1 0 0,1 1 0,-1-1 0,1 0 0,0 1 0,-1-1 0,1 1 0,0-1 0,-1 1 0,1-1 0,0 0 0,-1 1 0,1-1 0,0 1 0,0-1 0,-1 1 0,1 0 0,0-1 0,0 1 0,0-1 0,0 1 0,0-1 0,0 1 0,0-1 0,0 1 0,0 0 0,0-1 0,0 1 0,0-1 0,0 1 0,4 23 0,-4-23 0,3 7 0,-1-1 0,1 1 0,1-1 0,-1 0 0,1 0 0,0 0 0,1 0 0,0-1 0,0 1 0,0-1 0,8 6 0,-9-8 0,1 1 0,0-1 0,1-1 0,-1 1 0,1-1 0,-1 1 0,1-2 0,0 1 0,0-1 0,0 0 0,1 0 0,-1 0 0,0-1 0,9 1 0,-13-2 0,0 0 0,-1 0 0,1 0 0,0 0 0,-1-1 0,1 1 0,0 0 0,0-1 0,-1 0 0,1 1 0,-1-1 0,1 0 0,-1 1 0,1-1 0,-1 0 0,1 0 0,-1-1 0,2 0 0,-1 0 0,-1-1 0,1 1 0,-1 0 0,0 0 0,0 0 0,0-1 0,0 1 0,0-1 0,-1 1 0,1 0 0,0-5 0,0-1 0,-1-1 0,0 0 0,-1 0 0,0 0 0,0 0 0,-3-10 0,3 17 0,0 0 0,1 0 0,0 0 0,-1 0 0,1 0 0,0 0 0,0 0 0,0 0 0,1-3 0,-1 4 0,0 1 0,0 0 0,0-1 0,0 1 0,1 0 0,-1-1 0,0 1 0,0 0 0,0 0 0,1-1 0,-1 1 0,0 0 0,0 0 0,1-1 0,-1 1 0,0 0 0,1 0 0,-1 0 0,0 0 0,0-1 0,1 1 0,0 0 0,13 2 0,2 5 0,26 15 0,-30-14 0,0-2 0,1 0 0,0 0 0,16 4 0,-23-8 0,1-1 0,0 1 0,0-1 0,0-1 0,13 0 0,-18 0 0,0 0 0,0 0 0,-1 0 0,1-1 0,0 1 0,0-1 0,-1 1 0,1-1 0,0 0 0,-1 0 0,1 0 0,-1 0 0,1 0 0,-1 0 0,0 0 0,1 0 0,-1 0 0,0-1 0,0 1 0,0 0 0,0-1 0,0 1 0,0-1 0,0 0 0,0 1 0,0-1 0,0-3 0,0 0 0,0 0 0,-1 0 0,1-1 0,-1 1 0,-1 0 0,1 0 0,-1 0 0,1-1 0,-1 1 0,-1 0 0,1 0 0,-1 0 0,0 0 0,-5-8 0,-1-2 0,-1 0 0,-1 1 0,-13-15 0,0 6-1365,12 14-5461</inkml:trace>
</inkml:ink>
</file>

<file path=ppt/ink/ink1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7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0 24575,'-2'5'0,"1"4"0,1 3 0,3 2 0,4 1 0,0 0 0,1 1 0,3-1 0,1 0 0,-2 0 0,1 0 0,-2-1 0,0 1 0,-2-3-8191</inkml:trace>
</inkml:ink>
</file>

<file path=ppt/ink/ink1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7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909 30 24575,'0'0'0,"1"0"0,-1 0 0,0 0 0,0 0 0,0-1 0,0 1 0,0 0 0,1 0 0,-1 0 0,0 0 0,0-1 0,0 1 0,0 0 0,0 0 0,0 0 0,0 0 0,0-1 0,0 1 0,1 0 0,-1 0 0,0 0 0,0-1 0,0 1 0,0 0 0,0 0 0,0 0 0,0-1 0,0 1 0,-1 0 0,1 0 0,0 0 0,0-1 0,0 1 0,0 0 0,0 0 0,0 0 0,0-1 0,0 1 0,-1 0 0,-8-4 0,-16 1 0,25 3 0,-65-2 0,-39-2 0,-203-5 0,233 9 0,-23 8 0,9-1 0,-40-7-1365,115 0-5461</inkml:trace>
</inkml:ink>
</file>

<file path=ppt/ink/ink1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7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3 24575,'-1'-1'0,"1"1"0,-1 0 0,0-1 0,1 1 0,-1 0 0,1 0 0,-1 0 0,0-1 0,1 1 0,-1 0 0,0 0 0,1 0 0,-1 0 0,0 0 0,1 0 0,-1 0 0,0 0 0,1 0 0,-1 1 0,0-1 0,1 0 0,-1 0 0,1 1 0,-1-1 0,0 0 0,1 1 0,-1-1 0,0 1 0,0 1 0,0-1 0,0 0 0,0 0 0,0 1 0,1-1 0,-1 0 0,1 1 0,-1-1 0,1 1 0,-1 2 0,-1 5 0,1 0 0,1 0 0,0 11 0,0-16 0,0 9 0,1 0 0,0 0 0,2 0 0,-1-1 0,1 1 0,1-1 0,0 0 0,1 0 0,0 0 0,1-1 0,10 15 0,-3-3 0,15 34 0,-25-48-78,-6-7 272,-9-11-1675,5 1-5345</inkml:trace>
</inkml:ink>
</file>

<file path=ppt/ink/ink1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7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432 61 24575,'-23'-13'0,"0"2"0,-38-15 0,54 24 0,0 0 0,-1 0 0,1 0 0,-1 1 0,0 0 0,1 1 0,-1 0 0,0 0 0,0 0 0,1 1 0,-1 1 0,1-1 0,-9 3 0,-6 5 0,0-2 0,-1-1 0,0 0 0,0-2 0,-43 3 0,49-7-1365,3 0-5461</inkml:trace>
</inkml:ink>
</file>

<file path=ppt/ink/ink1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7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1 24575,'-5'12'0,"-2"7"0,4 2 0,1 1 0,4-2 0,4-2 0,3-3 0,3-2 0,0-1 0,-1 0 0,1 0 0,1 1 0,-2-1-8191</inkml:trace>
</inkml:ink>
</file>

<file path=ppt/ink/ink1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7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274 30 24575,'-27'-4'0,"-11"-3"0,-2 1 0,4 1 0,5 1 0,5 2 0,3 1 0,3 0 0,1 1 0,5 1-8191</inkml:trace>
</inkml:ink>
</file>

<file path=ppt/ink/ink1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7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61 24575,'9'-9'0,"22"-17"0,-27 23 0,0 0 0,1 1 0,-1-1 0,1 1 0,0 0 0,0 0 0,0 1 0,7-2 0,37-2 0,-44 5 0,1 0 0,-1 0 0,0 1 0,1 0 0,-1 0 0,10 2 0,-14-2 0,1 0 0,-1 0 0,0 0 0,1 0 0,-1 0 0,0 1 0,0-1 0,0 0 0,0 0 0,0 1 0,0-1 0,0 1 0,0-1 0,0 1 0,-1-1 0,1 1 0,-1-1 0,1 1 0,-1 0 0,1-1 0,-1 1 0,0 3 0,1 5 0,-1 1 0,-2 16 0,1-12 0,-1 9 0,0-1 0,-2 0 0,-1 0 0,-14 42 0,17-61 0,0 0 0,0 0 0,0 0 0,-1-1 0,-5 7 0,-2 4 0,9-14 0,1 1 0,0-1 0,0 0 0,-1 0 0,1 1 0,0-1 0,0 0 0,0 1 0,0-1 0,0 0 0,-1 1 0,1-1 0,0 0 0,0 1 0,0-1 0,0 0 0,0 1 0,0-1 0,0 0 0,0 1 0,0-1 0,0 1 0,0-1 0,1 0 0,-1 1 0,0-1 0,0 0 0,0 1 0,0-1 0,1 1 0,10 4 0,18-3 0,-26-2 0,25 0 0,-13 1 0,0-1 0,0 0 0,0-1 0,0-1 0,16-4 0,-28 5-195,1 0 0,-1-1 0,0 1 0,0-1 0,0 0 0,4-2 0,2-4-6631</inkml:trace>
</inkml:ink>
</file>

<file path=ppt/ink/ink1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7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3 24575,'-3'-2'0,"0"1"0,3 4 0,0 3 0,4 4 0,3 2 0,1 1 0,1 2 0,1 0 0,2 0 0,2 0 0,-1 0 0,2 0 0,0 0 0,-3-3-8191</inkml:trace>
</inkml:ink>
</file>

<file path=ppt/ink/ink1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7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24575,'2'5'0,"1"4"0,3 3 0,0 2 0,1 1 0,2 0 0,0 1 0,1-1 0,0 0 0,2 0 0,-2 0 0,1-1 0,0 1 0,-1-1 0,-1-2 0</inkml:trace>
</inkml:ink>
</file>

<file path=ppt/ink/ink1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7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404 46 24575,'-30'-7'0,"-14"-3"0,-4 1 0,2 1 0,6 3 0,6 1 0,6 3 0,6 0 0,2 1 0,2 0 0,1 1 0,1-1 0,1 0 0,1 1 0,2-1-8191</inkml:trace>
</inkml:ink>
</file>

<file path=ppt/ink/ink1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7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 24575,'1'-1'0,"0"1"0,0-1 0,0 1 0,0 0 0,0-1 0,0 1 0,0 0 0,0 0 0,0 0 0,0 0 0,0 0 0,1 0 0,-1 0 0,0 0 0,0 1 0,0-1 0,0 0 0,0 1 0,1 0 0,1 0 0,-1 0 0,0 1 0,1-1 0,-1 1 0,0 0 0,0 0 0,3 3 0,1 2 0,-1 1 0,1 0 0,5 13 0,53 122 0,-29-58 0,-30-76-195,-1 1 0,0 0 0,-1 0 0,0 0 0,-1 0 0,2 14 0</inkml:trace>
</inkml:ink>
</file>

<file path=ppt/ink/ink1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7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104 10 24575,'-7'-2'0,"0"0"0,0 0 0,0 1 0,0 0 0,-1 0 0,1 1 0,-12 0 0,17 0 0,1 1 0,-1-1 0,1 0 0,-1 0 0,1 1 0,-1-1 0,1 1 0,-1-1 0,1 1 0,0-1 0,-1 1 0,1 0 0,0 0 0,0 0 0,-1 0 0,1 0 0,0 0 0,0 0 0,0 0 0,0 0 0,0 0 0,1 1 0,-1-1 0,0 0 0,0 1 0,1-1 0,-1 1 0,1-1 0,-1 0 0,1 1 0,0-1 0,0 1 0,-1-1 0,1 1 0,0-1 0,0 1 0,0-1 0,1 1 0,-1-1 0,0 1 0,1-1 0,0 3 0,0-1 0,0 0 0,0 1 0,1-1 0,-1 0 0,1 0 0,0-1 0,-1 1 0,2 0 0,-1 0 0,0-1 0,0 0 0,1 1 0,-1-1 0,1 0 0,0 0 0,0 0 0,0-1 0,0 1 0,0 0 0,6 1 0,6 2 0,-1-1 0,1 0 0,19 1 0,-32-4 0,140 13 0,-58-8-1365</inkml:trace>
</inkml:ink>
</file>

<file path=ppt/ink/ink1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7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1226 0 24575,'-617'0'0,"595"1"0,-32 6 0,31-4 0,-28 1 0,-22-5 0,-55 2 0,114 1 0,0 1 0,0 0 0,-23 10 0,23-8 0,1 0 0,-1-1 0,-25 3 0,-46 6-1365,72-12-5461</inkml:trace>
</inkml:ink>
</file>

<file path=ppt/ink/ink1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7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27 24575,'-15'-26'0,"14"34"0,3 7 0,10 31 0,-6-18 0,1-1 0,21 49 0,-13-45 0,-1 0 0,10 37 0,-24-68-44,0 1 0,1 0 0,-1 0 0,0-1 0,0 1 0,0 0 0,1 0 0,-1 0 0,0-1 0,0 1 0,0 0 0,0 0 0,0 0 0,-1 0 0,1-1 0,0 1 0,0 0 0,0 0-1,-1-1 1,1 1 0,0 0 0,-1 0 0,1-1 0,-1 1 0,1 0 0,-1-1 0,1 1 0,-1 0 0,1-1 0,-2 1 0</inkml:trace>
</inkml:ink>
</file>

<file path=ppt/ink/ink1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7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447 5 24575,'-29'-2'0,"1"0"0,0 2 0,-1 0 0,1 3 0,-41 7 0,38-6 0,-1-1 0,1-2 0,-46-3 0,26-7-1365,37 6-5461</inkml:trace>
</inkml:ink>
</file>

<file path=ppt/ink/ink1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7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24575,'0'2'0,"0"4"0,0 3 0,0 2 0,3 0 0,0 0 0,3 1 0,2 0 0,2 1 0,3 1 0,-2 1 0,0-3 0,-1-1 0,-1-2 0,-2 0 0,-4 0 0</inkml:trace>
</inkml:ink>
</file>

<file path=ppt/ink/ink1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7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41 24575,'0'-2'0,"-1"0"0,1 0 0,-1 0 0,1 0 0,0-1 0,0 1 0,0 0 0,0 0 0,1-1 0,-1 1 0,0 0 0,2-3 0,-2 4 0,1 1 0,-1-1 0,1 0 0,-1 1 0,1-1 0,-1 1 0,1-1 0,-1 1 0,1-1 0,-1 1 0,1-1 0,0 1 0,-1 0 0,1-1 0,0 1 0,-1 0 0,1-1 0,0 1 0,0 0 0,-1 0 0,1 0 0,0 0 0,0 0 0,-1 0 0,1 0 0,0 0 0,0 0 0,-1 0 0,1 0 0,0 0 0,0 0 0,-1 1 0,1-1 0,0 0 0,-1 1 0,1-1 0,0 0 0,-1 1 0,2 0 0,9 5 0,-1 1 0,1 1 0,-1 0 0,-1 0 0,12 13 0,1 0 0,0 2 0,0 1 0,-1 0 0,-2 2 0,0 1 0,-2 0 0,-1 1 0,-1 1 0,-1 0 0,-2 1 0,-1 1 0,-2 0 0,0 0 0,-2 0 0,-2 1 0,2 38 0,-6-60 0,-1 0 0,-1-1 0,0 1 0,0 0 0,-1 0 0,0 0 0,0-1 0,-1 1 0,-1-1 0,-8 18 0,7-19 0,0-1 0,0 0 0,0 0 0,-1 0 0,0-1 0,0 0 0,-1 0 0,0-1 0,0 1 0,0-1 0,-1-1 0,-12 7 0,-10 2-1365,19-9-5461</inkml:trace>
</inkml:ink>
</file>

<file path=ppt/ink/ink1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7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 24575,'3'-1'0,"1"-1"0,0 0 0,0 1 0,-1-1 0,1 1 0,0 0 0,0 1 0,0-1 0,0 1 0,0-1 0,1 1 0,-1 1 0,0-1 0,0 0 0,0 1 0,0 0 0,0 0 0,4 2 0,0 1 0,0 0 0,-1 0 0,1 1 0,-1 0 0,0 1 0,0-1 0,7 10 0,1 1 0,-1 0 0,-1 0 0,0 2 0,-2-1 0,0 2 0,-1-1 0,0 2 0,-2-1 0,0 1 0,-1 0 0,6 36 0,36 320 0,-48-359 0,0 1 0,-2 0 0,0-1 0,-1 1 0,-1-1 0,0 0 0,-11 31 0,10-37 0,0 0 0,-2-1 0,1 0 0,-1 1 0,-1-2 0,1 1 0,-2-1 0,1 0 0,-1 0 0,-1-1 0,0 0 0,-15 11 0,-3-2-1365,18-10-5461</inkml:trace>
</inkml:ink>
</file>

<file path=ppt/ink/ink1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7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 1 24575,'-1'0'0,"0"0"0,1 0 0,-1 1 0,1-1 0,-1 0 0,0 1 0,1-1 0,-1 1 0,1-1 0,-1 0 0,1 1 0,-1-1 0,1 1 0,-1 0 0,1-1 0,0 1 0,-1-1 0,1 1 0,0-1 0,-1 1 0,1 0 0,0-1 0,0 1 0,0 0 0,0-1 0,0 1 0,-1 1 0,-1 22 0,2-22 0,-2 13 0,2 1 0,0-1 0,1 0 0,0 0 0,5 20 0,-5-30 0,1 0 0,0 0 0,0 0 0,0 0 0,0 0 0,1 0 0,0-1 0,0 1 0,0-1 0,1 0 0,-1 0 0,1 0 0,0 0 0,0-1 0,0 0 0,1 0 0,-1 0 0,9 4 0,-10-5 0,0-1 0,0 0 0,1 0 0,-1 1 0,1-2 0,-1 1 0,0 0 0,1-1 0,-1 0 0,1 0 0,-1 0 0,1 0 0,-1 0 0,1-1 0,-1 1 0,1-1 0,-1 0 0,1 0 0,-1 0 0,0-1 0,4-1 0,-1-1 0,-1 0 0,0 0 0,0-1 0,0 1 0,0-1 0,-1 0 0,1 0 0,-1-1 0,-1 1 0,5-8 0,-8 12 0,1 0 0,-1 0 0,1 0 0,0 0 0,0 0 0,-1 0 0,1 0 0,0 0 0,0 0 0,0 0 0,0 0 0,0 0 0,0 1 0,0-1 0,0 0 0,0 1 0,1-1 0,-1 1 0,0-1 0,0 1 0,0 0 0,1 0 0,-1-1 0,0 1 0,0 0 0,1 0 0,-1 0 0,0 0 0,0 0 0,3 1 0,2 1 0,-1 0 0,1 1 0,-1-1 0,0 1 0,8 6 0,11 4 0,-13-8 0,1 0 0,0-1 0,0-1 0,1 0 0,-1 0 0,22 1 0,-28-4 0,0 0 0,0 0 0,0 0 0,0-1 0,0 0 0,0 0 0,0-1 0,0 1 0,0-1 0,0 0 0,-1-1 0,1 0 0,-1 0 0,0 0 0,9-7 0,-11 8 0,-1 0 0,0-1 0,0 1 0,0-1 0,0 1 0,0-1 0,-1 0 0,1 0 0,-1 0 0,1 0 0,-1 0 0,0 0 0,-1 0 0,1 0 0,0 0 0,-1 0 0,0-1 0,1 1 0,-1 0 0,-1 0 0,1-1 0,0 1 0,-1 0 0,0 0 0,1 0 0,-1 0 0,0 0 0,-1 0 0,1 0 0,-4-5 0,2 1 0,-1 1 0,-1 0 0,1 0 0,-1 1 0,0-1 0,0 1 0,-1 0 0,1 1 0,-1-1 0,0 1 0,0 0 0,-11-5 0,2 3-1365,2 1-5461</inkml:trace>
</inkml:ink>
</file>

<file path=ppt/ink/ink1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7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4 24575,'-5'-2'0,"-1"1"0,2 1 0,5 3 0,4 4 0,4 2 0,3 0 0,-1 2 0,1-2 0,-2 0 0,-1-2 0,-1 2 0,0 0 0,-1 2 0,1 1 0,-2 2 0,-1-3-8191</inkml:trace>
</inkml:ink>
</file>

<file path=ppt/ink/ink1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7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207 6 24575,'-10'-2'0,"-6"-1"0,1 2 0,-1 2 0,1 0 0,0 1 0,0-1 0,0 0 0,1-1 0,-1 1 0,-2-1 0,0 0 0,2-3 0,4 0-8191</inkml:trace>
</inkml:ink>
</file>

<file path=ppt/ink/ink1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7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216 9 24575,'-14'-2'0,"-8"-2"0,-3 1 0,1 3 0,2 2 0,0 0 0,1 0 0,2-1 0,1 0 0,2 0 0,3-1-8191</inkml:trace>
</inkml:ink>
</file>

<file path=ppt/ink/ink1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7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0 480 24575,'248'68'0,"-246"-68"0,37 6 0,-37-6 0,0 0 0,0 0 0,0 0 0,0 0 0,0 0 0,0 0 0,0-1 0,0 1 0,0-1 0,0 1 0,-1-1 0,1 0 0,0 0 0,0 0 0,-1 0 0,4-2 0,-5 3 0,1-1 0,-1 1 0,0-1 0,0 1 0,1-1 0,-1 1 0,0-1 0,0 1 0,0-1 0,0 0 0,1 1 0,-1-1 0,0 1 0,0-1 0,0 0 0,0 1 0,0-1 0,-1 1 0,1-1 0,0 0 0,0 1 0,0-1 0,0 1 0,-1-1 0,1 1 0,0-1 0,0 1 0,-1-1 0,1 1 0,-1-1 0,1 1 0,0-1 0,-2 0 0,-16-15 0,14 13 0,-3-3 0,1-1 0,0 1 0,0-1 0,1 0 0,-1-1 0,1 1 0,-4-11 0,-26-62 0,25 55 0,4 9 0,1 1 0,1-1 0,0 0 0,0-1 0,2 1 0,0-1 0,1 1 0,1-1 0,2-18 0,-1 27 0,0-1 0,1 1 0,0 0 0,0 0 0,1 0 0,0 1 0,1-1 0,7-12 0,-7 15 0,0 0 0,0 0 0,1 0 0,-1 1 0,1-1 0,0 1 0,0 0 0,1 0 0,-1 1 0,1 0 0,0 0 0,8-3 0,-4 3 0,1 0 0,-1 0 0,1 1 0,0 1 0,0 0 0,-1 0 0,1 1 0,0 1 0,0-1 0,0 2 0,-1 0 0,16 4 0,-18-4 0,0 1 0,0 0 0,-1 0 0,1 0 0,-1 1 0,0 0 0,0 1 0,-1-1 0,1 1 0,-1 1 0,0-1 0,0 1 0,-1 0 0,1 0 0,-1 1 0,-1 0 0,5 7 0,-6-7 0,-1 0 0,0 0 0,0 0 0,0 0 0,-1 0 0,0 1 0,-1-1 0,1 0 0,-2 0 0,1 1 0,-1-1 0,0 0 0,0 1 0,-5 12 0,0-1 0,-2 0 0,0-1 0,-1 0 0,-13 20 0,21-36 0,0-1 0,1 0 0,-1 0 0,1 0 0,-1 1 0,1-1 0,-1 0 0,1 1 0,0-1 0,-1 0 0,1 1 0,0-1 0,0 0 0,0 1 0,0-1 0,0 1 0,0-1 0,1 0 0,-1 1 0,1 2 0,0-2 0,1 0 0,-1 0 0,0 0 0,1 0 0,-1 0 0,1 0 0,0 0 0,0-1 0,-1 1 0,5 2 0,2 1 0,-1-1 0,1-1 0,0 1 0,0-1 0,16 4 0,13 0-455,0-1 0,40 1 0,-63-7-6371</inkml:trace>
</inkml:ink>
</file>

<file path=ppt/ink/ink1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7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24575,'0'7'0,"3"5"0,0 3 0,2 4 0,4 1 0,-1 0 0,1-2 0,2 2 0,-2-1 0,1 0 0,-2-2 0,1-1 0,0 0 0,0-2 0,0-2 0</inkml:trace>
</inkml:ink>
</file>

<file path=ppt/ink/ink1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8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540 22 24575,'-29'-5'0,"-13"-2"0,-3 1 0,2 3 0,5 3 0,3 1 0,3 0 0,5 3 0,-1 0 0,-1 0 0,1-1 0,-1-1 0,0 0 0,0-2 0,0 0 0,2 0 0,7 0-8191</inkml:trace>
</inkml:ink>
</file>

<file path=ppt/ink/ink1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8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 1 24575,'-3'4'0,"0"5"0,0 3 0,3 2 0,4 1 0,4-2 0,0-1 0,1 0 0,3 1 0,-2 0 0,0-2 0,-2 0 0,1 0 0,-2 1 0,1-2 0</inkml:trace>
</inkml:ink>
</file>

<file path=ppt/ink/ink1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80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417 12 24575,'0'-1'0,"0"1"0,0-1 0,-1 0 0,1 1 0,0-1 0,-1 0 0,1 1 0,0-1 0,-1 1 0,1-1 0,-1 1 0,1-1 0,-1 1 0,0-1 0,1 1 0,-1 0 0,1-1 0,-1 1 0,0 0 0,1-1 0,-1 1 0,0 0 0,1 0 0,-1-1 0,0 1 0,1 0 0,-1 0 0,0 0 0,1 0 0,-2 0 0,-22 0 0,-15 8 0,1 1 0,-72 27 0,96-31 20,1 2 0,0-1 0,1 2 0,0 0 0,-21 17 0,11-5-763,-34 41 1,43-45-6084</inkml:trace>
</inkml:ink>
</file>

<file path=ppt/ink/ink1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80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149 3 24575,'-1'0'0,"0"-1"0,0 1 0,-1-1 0,1 1 0,0 0 0,0 0 0,0-1 0,0 1 0,-1 0 0,1 0 0,0 0 0,0 0 0,0 0 0,0 1 0,-1-1 0,1 0 0,0 1 0,0-1 0,0 0 0,0 1 0,0-1 0,0 1 0,0 0 0,0-1 0,0 1 0,0 0 0,0 0 0,0-1 0,0 1 0,1 0 0,-1 0 0,0 0 0,0 1 0,-2 4 0,1-1 0,0 1 0,0 0 0,1-1 0,-2 11 0,-5 15 0,2-19 0,-2 1 0,0-1 0,0-1 0,-1 1 0,0-1 0,-1-1 0,-13 12 0,19-19 0,4-3 0,-1 1 0,1-1 0,-1 0 0,1 1 0,0-1 0,-1 0 0,1 1 0,-1-1 0,1 1 0,0-1 0,-1 1 0,1-1 0,0 1 0,-1-1 0,1 1 0,0-1 0,0 1 0,0-1 0,-1 1 0,1 0 0,0-1 0,0 1 0,0-1 0,0 1 0,0 0 0,0-1 0,0 1 0,0-1 0,0 1 0,0-1 0,1 1 0,-1 0 0,1 0 0,0 0 0,0 0 0,0-1 0,0 1 0,0 0 0,0-1 0,1 1 0,-1-1 0,0 1 0,0-1 0,1 0 0,-1 0 0,3 1 0,7 0 0,0-1 0,15-1 0,-26 1 0,143-14 96,25-1-1557,-152 14-5365</inkml:trace>
</inkml:ink>
</file>

<file path=ppt/ink/ink1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80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273 129 24575,'-166'-110'0,"165"109"0,-4-2 0,0 0 0,-1 1 0,1-1 0,-8-2 0,12 5 0,0 0 0,0 0 0,0-1 0,0 1 0,0 0 0,0 0 0,0 0 0,0 0 0,0 0 0,0 0 0,0 0 0,0 0 0,0 1 0,0-1 0,0 0 0,0 1 0,0-1 0,0 0 0,0 1 0,0-1 0,0 1 0,0 0 0,0-1 0,1 1 0,-1 0 0,0-1 0,0 1 0,1 0 0,-1 0 0,1 0 0,-1-1 0,0 2 0,-4 12 0,0-1 0,1 1 0,1-1 0,0 1 0,-1 19 0,-3 8 0,3-21 0,1 0 0,1 1 0,1-1 0,1 1 0,0-1 0,1 1 0,2-1 0,7 35 0,1-24-325,1-1 0,1 0 1,32 52-1,-44-80 259,6 10-6760</inkml:trace>
</inkml:ink>
</file>

<file path=ppt/ink/ink1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80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278 45 24575,'-27'-5'0,"-13"-2"0,-4 1 0,5-2 0,5 2 0,7 0 0,5 3 0,4 0 0,3 2 0,4 3 0</inkml:trace>
</inkml:ink>
</file>

<file path=ppt/ink/ink1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80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24575,'0'3'0,"0"2"0,3 2 0,0 1 0,3 2 0,-1 2 0,3-2 0</inkml:trace>
</inkml:ink>
</file>

<file path=ppt/ink/ink1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80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 24575,'5'7'0,"2"5"0,-1 1-8191</inkml:trace>
</inkml:ink>
</file>

<file path=ppt/ink/ink1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80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138 0 24575,'-4'1'0,"-15"0"0,-29 8 0,43-8 0,1 0 0,-1 1 0,1-1 0,-1 1 0,1 0 0,0 0 0,0 1 0,0-1 0,0 1 0,0 0 0,-6 6 0,9-8 0,0 0 0,0 0 0,0 1 0,1-1 0,-1 0 0,0 0 0,1 1 0,-1-1 0,0 0 0,1 1 0,0-1 0,-1 1 0,1-1 0,0 1 0,0-1 0,0 1 0,0-1 0,0 1 0,0-1 0,0 3 0,1-2 0,0 1 0,0-1 0,1 1 0,-1-1 0,0 1 0,1-1 0,-1 0 0,1 0 0,0 0 0,3 3 0,2 2 0,1-1 0,0-1 0,0 1 0,1-1 0,10 4 0,-2-2-170,0 0-1,0-2 0,1 0 1,-1-1-1,1-1 0,0 0 1,35-1-1,-39-2-6655</inkml:trace>
</inkml:ink>
</file>

<file path=ppt/ink/ink1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80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 24575,'35'102'0,"41"136"0,-72-223 0,-3-10 0,-1 0 0,2 0 0,-1 0 0,0 0 0,1 0 0,0 0 0,0-1 0,1 1 0,3 5 0,-6-26 0,-2 3 0,-1-1 0,-7-16 0,-3-17 0,13 45 0,0 1 0,0 0 0,-1 0 0,1 0 0,0 0 0,0 0 0,0 0 0,0 0 0,1 0 0,-1 0 0,0 0 0,0 0 0,1 0 0,-1 0 0,0 0 0,1 0 0,-1 0 0,1 0 0,0 0 0,-1 0 0,1 0 0,0 0 0,-1 0 0,1 1 0,0-1 0,0 0 0,0 1 0,0-1 0,-1 0 0,1 1 0,0-1 0,0 1 0,0 0 0,0-1 0,0 1 0,0 0 0,1-1 0,-1 1 0,0 0 0,0 0 0,0 0 0,0 0 0,1 0 0,7 0 0,-1 1 0,1-1 0,-1 1 0,11 3 0,-17-4 0,26 7 0,-1-1 0,1-1 0,46 3 0,-71-8 0,-1 0 0,1 0 0,-1 0 0,0 1 0,0-1 0,1 1 0,-1-1 0,0 1 0,1 0 0,-1 0 0,0 0 0,0 0 0,2 1 0,-3-1 0,1 1 0,-1-1 0,0 0 0,0 1 0,0-1 0,0 1 0,0 0 0,-1-1 0,1 1 0,0 0 0,-1-1 0,1 1 0,-1 0 0,0 0 0,0-1 0,1 1 0,-1 3 0,0 0-227,0 1-1,0-1 1,0 0-1,-1 0 1,-2 10-1,-1-5-6598</inkml:trace>
</inkml:ink>
</file>

<file path=ppt/ink/ink1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81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 24575,'5'5'0,"2"4"0,1 2 0,1 3 0,-3 1 0,-1-2-8191</inkml:trace>
</inkml:ink>
</file>

<file path=ppt/ink/ink1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81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24575,'5'18'0,"4"9"0,3 4 0,2 1 0,1 0 0,-2-3 0,-1-4 0,0-1 0,1-3 0,0-1 0,0-3 0,-1-1 0,-1-4 0,-3-1 0,1 0 0</inkml:trace>
</inkml:ink>
</file>

<file path=ppt/ink/ink1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81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24575,'194'8'0,"-158"-5"0,49-2 0,19 2 0,-103-3-124,1 0 0,0 0 0,-1 0 0,1 1 0,-1-1 0,1 0-1,-1 1 1,1 0 0,-1-1 0,2 2 0</inkml:trace>
</inkml:ink>
</file>

<file path=ppt/ink/ink1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81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24575,'20'25'0,"8"10"0,0 1 0,-2-4 0,-6-6 0,-4-5 0,-4-6-8191</inkml:trace>
</inkml:ink>
</file>

<file path=ppt/ink/ink1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81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24 21 24575,'-5'-7'0,"-4"0"0,-1 1-8191</inkml:trace>
</inkml:ink>
</file>

<file path=ppt/ink/ink1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81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158 32 24575,'1'0'0,"-1"0"0,1 1 0,0-1 0,0 0 0,0 1 0,0-1 0,0 0 0,0 1 0,-1-1 0,1 1 0,0-1 0,0 1 0,-1 0 0,1-1 0,0 1 0,-1 0 0,1 0 0,-1-1 0,1 1 0,-1 0 0,1 1 0,-1-1 0,0 0 0,0 0 0,0 0 0,0-1 0,0 1 0,0 0 0,0 0 0,-1 0 0,1-1 0,0 1 0,-1 0 0,1 0 0,0-1 0,-1 1 0,1 0 0,-1-1 0,1 1 0,-1 0 0,0 0 0,-4 3 0,0 0 0,1 0 0,-2 0 0,1-1 0,-6 3 0,4-3 0,0 0 0,0 0 0,0-1 0,0 0 0,-1 0 0,1 0 0,-13 0 0,17-2 0,1 0 0,0 0 0,-1 0 0,1 0 0,0 0 0,-1 0 0,1-1 0,0 1 0,0-1 0,-1 1 0,1-1 0,0 0 0,0 0 0,0 0 0,0 0 0,0 0 0,0-1 0,0 1 0,0-1 0,1 1 0,-1-1 0,0 0 0,1 1 0,-1-1 0,1 0 0,0 0 0,0 0 0,-2-4 0,2 4 5,1 0-1,-1 0 1,1 0-1,-1 0 0,1 0 1,0 0-1,0 0 1,0 1-1,0-1 1,0 0-1,1 0 0,-1 0 1,0 0-1,1 0 1,-1 0-1,1 0 1,0 1-1,0-1 1,0 0-1,0 0 0,0 1 1,0-1-1,0 1 1,0-1-1,1 1 1,2-3-1,-1 2-118,0-1 0,0 1-1,1 0 1,-1 0 0,1 1 0,-1-1-1,1 1 1,0 0 0,0 0 0,0 0-1,-1 0 1,6 0 0,4 0-6712</inkml:trace>
</inkml:ink>
</file>

<file path=ppt/ink/ink1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81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21 24575,'0'0'0,"0"0"0,0-1 0,0 1 0,0 0 0,0 0 0,0-1 0,1 1 0,-1 0 0,0 0 0,0 0 0,0-1 0,1 1 0,-1 0 0,0 0 0,0 0 0,0 0 0,1 0 0,-1 0 0,0-1 0,0 1 0,1 0 0,-1 0 0,0 0 0,0 0 0,1 0 0,-1 0 0,0 0 0,0 0 0,1 0 0,-1 0 0,0 0 0,0 0 0,1 0 0,-1 0 0,0 1 0,0-1 0,1 0 0,-1 0 0,0 0 0,0 0 0,1 0 0,-1 0 0,0 1 0,0-1 0,13 6 0,4 4 0,-12-6 0,1 0 0,0 0 0,0-1 0,0 0 0,12 4 0,-17-7 0,0 0 0,1 0 0,-1 1 0,0-1 0,1 0 0,-1 0 0,0 0 0,1-1 0,-1 1 0,0 0 0,1 0 0,-1-1 0,0 1 0,0-1 0,1 1 0,-1-1 0,0 1 0,0-1 0,0 0 0,1 1 0,-1-1 0,0 0 0,0 0 0,0 0 0,-1 0 0,1 0 0,0 0 0,0 0 0,0 0 0,-1-1 0,1 1 0,-1 0 0,1 0 0,0-3 0,2-4 0,-2 4 0,0 1 0,0 0 0,0 0 0,1 0 0,3-5 0,-5 8 0,0-1 0,1 1 0,-1 0 0,0-1 0,1 1 0,-1 0 0,1-1 0,-1 1 0,1 0 0,-1-1 0,1 1 0,-1 0 0,1 0 0,-1 0 0,1 0 0,-1-1 0,1 1 0,0 0 0,-1 0 0,1 0 0,-1 0 0,1 0 0,-1 0 0,1 0 0,-1 0 0,1 1 0,-1-1 0,1 0 0,0 0 0,-1 0 0,1 1 0,-1-1 0,0 0 0,1 0 0,-1 1 0,1-1 0,-1 0 0,1 1 0,-1-1 0,1 1 0,8 8-167,0 1-1,0-1 0,7 13 1,-12-17-528,2 3-6131</inkml:trace>
</inkml:ink>
</file>

<file path=ppt/ink/ink1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81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 3 24575,'3'-3'0,"2"6"0,5 6 0,155 198 0,-162-204 0,-1 0 0,0 0 0,0 0 0,0 1 0,0-1 0,2 8 0,-3-10 0,-1-1 0,0 1 0,0 0 0,1 0 0,-1 0 0,0 0 0,0-1 0,0 1 0,0 0 0,0 0 0,0 0 0,-1 0 0,1-1 0,0 1 0,0 0 0,0 0 0,-1 0 0,1-1 0,-1 1 0,1 0 0,0 0 0,-1-1 0,1 1 0,-1 0 0,1-1 0,-1 1 0,0-1 0,1 1 0,-1 0 0,0-1 0,1 0 0,-1 1 0,0-1 0,0 1 0,1-1 0,-1 0 0,-1 1 0,-16 4 0,0-1 0,-1 0 0,-29 1 0,9-1 0,13 0-1365,4-2-5461</inkml:trace>
</inkml:ink>
</file>

<file path=ppt/ink/ink1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1.9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 24575,'0'-1'0,"0"1"0,0 0 0,0 0 0,0 0 0,0 0 0,1-1 0,-1 1 0,0 0 0,0 0 0,0 0 0,0 0 0,0 0 0,0 0 0,1-1 0,-1 1 0,0 0 0,0 0 0,0 0 0,0 0 0,1 0 0,-1 0 0,0 0 0,0 0 0,0 0 0,0 0 0,1 0 0,-1 0 0,0 0 0,0 0 0,0 0 0,1 0 0,-1 0 0,0 0 0,0 0 0,0 0 0,0 0 0,1 0 0,-1 0 0,0 0 0,0 0 0,0 0 0,0 0 0,1 1 0,-1-1 0,0 0 0,0 0 0,0 0 0,0 0 0,0 0 0,0 1 0,1-1 0,8 7 0,12 10 0,-1 2 0,32 38 0,29 49 0,-19-22 0,10-1 0,3-3 0,113 93 0,-179-161 0,-8-7 0,-9-8 0,-15-14-1365,11 7-5461</inkml:trace>
</inkml:ink>
</file>

<file path=ppt/ink/ink1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1.9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202 18 24575,'6'-14'0,"-2"11"0,-1 9 0,-3-2 0,1-1 0,-1 1 0,-1-1 0,1 1 0,0-1 0,-1 0 0,0 1 0,0-1 0,0 1 0,0-1 0,-2 3 0,-21 39 0,11-22 0,-10 18 0,13-24 0,1 1 0,0-1 0,1 1 0,-6 21 0,-13 104 0,20-92 0,-18 59 0,10-68 37,9-26-504,0 1-1,-3 18 1,7-23-6359</inkml:trace>
</inkml:ink>
</file>

<file path=ppt/ink/ink1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1.9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25 24575,'3'-3'0,"0"1"0,1-1 0,-1 1 0,0 0 0,1 0 0,0 0 0,-1 1 0,1-1 0,0 1 0,0 0 0,0 0 0,-1 0 0,1 1 0,0-1 0,0 1 0,0 0 0,0 0 0,0 0 0,0 1 0,0-1 0,0 1 0,0 0 0,0 0 0,6 3 0,-5-2 0,-1 0 0,1 0 0,-1 0 0,1 1 0,-1 0 0,0 0 0,0 0 0,0 0 0,-1 0 0,1 1 0,-1-1 0,0 1 0,0 0 0,0 0 0,0 1 0,-1-1 0,0 0 0,0 1 0,3 8 0,-4-10 0,-1 1 0,0-1 0,0 0 0,0 1 0,0-1 0,0 1 0,-1-1 0,1 0 0,-1 1 0,0-1 0,0 0 0,0 0 0,0 0 0,-1 1 0,1-1 0,-3 2 0,-4 7 0,-1 0 0,-16 16 0,16-18 0,-15 20 0,23-29 0,1 0 0,0-1 0,-1 1 0,1 0 0,0-1 0,-1 1 0,1 0 0,0-1 0,0 1 0,-1 0 0,1 0 0,0-1 0,0 1 0,0 0 0,0 0 0,0-1 0,0 1 0,0 0 0,0 0 0,1-1 0,-1 1 0,0 0 0,0 0 0,1-1 0,-1 1 0,0 0 0,1-1 0,-1 1 0,1 0 0,-1-1 0,0 1 0,1-1 0,0 1 0,-1-1 0,1 1 0,-1-1 0,1 1 0,0-1 0,-1 1 0,1-1 0,0 0 0,-1 0 0,1 1 0,0-1 0,0 0 0,0 0 0,7 3 0,-1-1 0,1 0 0,13 0 0,-12 0 0,6 0-108,5 2 229,40 2 0,-55-6-228,0 0-1,-1 0 1,1 0 0,0-1 0,0 0 0,0 0 0,-1 0 0,1-1 0,0 1 0,-1-1 0,0 0 0,1 0 0,6-6 0,-2 0-6719</inkml:trace>
</inkml:ink>
</file>

<file path=ppt/ink/ink1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1.9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103 71 24575,'-3'-12'0,"-1"-1"0,2 1 0,-2-21 0,4 33 0,0 0 0,0 0 0,0 0 0,0 0 0,0 0 0,0 0 0,0 0 0,0 0 0,0 0 0,0 0 0,0 0 0,0 0 0,0 0 0,0 0 0,0 0 0,0 0 0,1 0 0,-1 0 0,0 0 0,0 0 0,0 0 0,0 0 0,0 0 0,0 0 0,0 0 0,0 0 0,0 0 0,0 0 0,0 0 0,0 0 0,0 0 0,0 0 0,0 0 0,0 0 0,0 0 0,0 0 0,0 0 0,0 0 0,0 0 0,0 0 0,0 0 0,0-1 0,0 1 0,0 0 0,0 0 0,0 0 0,0 0 0,0 0 0,0 0 0,0 0 0,3 6 0,2 10 0,-4-11 0,-1 0 0,0 0 0,0 0 0,0 1 0,0-1 0,-1 0 0,0 0 0,0 0 0,-1 0 0,1 0 0,-3 6 0,-4 5 0,-20 30 0,20-34 0,1 0 0,-1 1 0,-7 21 0,11-20 0,0 0 0,1 1 0,1-1 0,0 19 0,3 58 0,0-73 0,2 0 0,0-1 0,1 1 0,1-1 0,0 0 0,12 26 0,-1-11 0,1-1 0,29 39 0,-39-61 0,1 0 0,0 0 0,0-1 0,1-1 0,0 1 0,0-1 0,0-1 0,1 0 0,0 0 0,1-1 0,11 5 0,-19-9-124,0 0 0,0 0 0,0-1 0,1 1 0,-1-1 0,0 0-1,0 1 1,0-2 0,0 1 0,5-1 0,3-2-6702</inkml:trace>
</inkml:ink>
</file>

<file path=ppt/ink/ink1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1.9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75 190 24575,'50'-36'0,"-34"26"0,-1-1 0,28-24 0,-42 33 0,1 1 0,-1-1 0,1 0 0,-1 1 0,0-1 0,0 0 0,1 0 0,-1 0 0,0 0 0,-1 0 0,1 0 0,0 0 0,-1 0 0,1 0 0,-1-1 0,1 1 0,-1-4 0,0 4 0,-1 0 0,1 0 0,-1 1 0,0-1 0,1 0 0,-1 0 0,0 0 0,0 1 0,0-1 0,0 1 0,-1-1 0,1 0 0,0 1 0,-1 0 0,1-1 0,-1 1 0,1 0 0,-1 0 0,1 0 0,-3-1 0,-3-2 0,0 0 0,-1 1 0,1 0 0,-1 0 0,0 1 0,0 0 0,0 0 0,0 1 0,0 0 0,0 1 0,0-1 0,-11 2 0,15-1 0,1 1 0,-1-1 0,1 1 0,-1 0 0,1 0 0,0 0 0,-1 0 0,1 1 0,0-1 0,0 1 0,0 0 0,0 0 0,0 0 0,0 0 0,1 0 0,-1 1 0,1-1 0,-1 1 0,1 0 0,0 0 0,0 0 0,0 0 0,0 0 0,1 0 0,-1 0 0,1 0 0,0 1 0,0-1 0,0 1 0,0 4 0,0-3 0,0 0 0,1 0 0,0 0 0,0 1 0,0-1 0,1 0 0,0 0 0,0 0 0,0 1 0,1-1 0,-1 0 0,4 6 0,0-2 0,1-1 0,-1 0 0,1 0 0,1 0 0,11 10 0,-3-3 0,1-1 0,0 0 0,1-2 0,22 13 0,-28-19 0,-1-1 0,1 0 0,0-1 0,0 0 0,1-1 0,-1 0 0,1-1 0,-1 0 0,14 0 0,-9-1-119,-5 0 182,0-1 1,0 0-1,14-3 0,-23 3-131,1 0 0,-1-1-1,0 1 1,0-1 0,1 0 0,-1 0 0,0 0 0,0 0 0,0 0 0,0 0-1,0 0 1,0-1 0,-1 1 0,1-1 0,0 1 0,-1-1 0,1 0-1,-1 0 1,1 0 0,-1 0 0,1-2 0,2-7-6758</inkml:trace>
</inkml:ink>
</file>

<file path=ppt/ink/ink1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1.9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24575,'154'338'0,"-134"-291"0,20 35 0,-14-32 0,-25-48 0,0 1 0,0-1 0,0 1 0,0-1 0,-1 1 0,1 4 0,-1-7 0,1 1 0,-1-1 0,0 1 0,0-1 0,-1 0 0,1 1 0,0-1 0,0 1 0,0-1 0,0 1 0,0-1 0,0 0 0,-1 1 0,1-1 0,0 1 0,0-1 0,0 0 0,-1 1 0,1-1 0,0 0 0,-1 1 0,1-1 0,0 0 0,-1 0 0,1 1 0,0-1 0,-1 0 0,1 0 0,0 0 0,-1 1 0,1-1 0,-1 0 0,1 0 0,0 0 0,-1 0 0,1 0 0,-1 0 0,1 0 0,-1 0 0,1 0 0,0 0 0,-1 0 0,1 0 0,-1 0 0,1 0 0,-1 0 0,1 0 0,-1-1 0,-10-2 0,1 0 0,-1 0 0,1-1 0,0-1 0,-11-5 0,-1-4 0,-22-16 0,32 21 0,1 0 0,-17-17 0,26 24 0,0-1 0,-1 1 0,1-1 0,0 0 0,0 0 0,1 0 0,-1 0 0,0 0 0,1 0 0,0 0 0,0 0 0,0-1 0,0 1 0,0-1 0,1 1 0,-1-7 0,2 8 0,-1 0 0,1 0 0,0 0 0,-1 0 0,1 0 0,0 0 0,0 0 0,0 0 0,1 1 0,-1-1 0,0 0 0,1 1 0,-1-1 0,1 1 0,-1 0 0,1-1 0,0 1 0,0 0 0,-1 0 0,1 0 0,0 0 0,0 0 0,0 0 0,0 1 0,0-1 0,4 0 0,5-1 0,0 0 0,0 1 0,17 0 0,-27 1 0,28 1-1,-19-1-340,1 0 0,-1 0 0,13-2 0,-11-1-6485</inkml:trace>
</inkml:ink>
</file>

<file path=ppt/ink/ink1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1.9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24575,'5'2'0</inkml:trace>
</inkml:ink>
</file>

<file path=ppt/ink/ink1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1.9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0 159 24575,'18'10'0,"0"2"0,-1 0 0,20 18 0,-23-18 0,1 0 0,-1-1 0,2-1 0,27 14 0,-39-22 0,1 0 0,-1 0 0,1-1 0,0 0 0,0 0 0,0 0 0,0 0 0,0-1 0,-1 0 0,1 0 0,6-1 0,-8 0 0,-1 1 0,0-1 0,1 0 0,-1 0 0,0 0 0,0 0 0,0 0 0,0 0 0,0 0 0,0-1 0,0 1 0,0-1 0,0 0 0,-1 1 0,1-1 0,-1 0 0,1 0 0,-1 0 0,0 0 0,1 0 0,-1 0 0,0 0 0,-1-1 0,2-3 0,-1 2 0,0 0 0,0-1 0,-1 1 0,1 0 0,-1 0 0,0 0 0,-1-1 0,1 1 0,-2-6 0,-1-2 0,-9-21 0,0-2 0,12 35 0,0 0 0,0-1 0,0 1 0,-1 0 0,1 0 0,0 0 0,0 0 0,0 0 0,0 0 0,0-1 0,0 1 0,0 0 0,0 0 0,0 0 0,0 0 0,0 0 0,0-1 0,0 1 0,0 0 0,0 0 0,0 0 0,0 0 0,0 0 0,0 0 0,0-1 0,0 1 0,1 0 0,-1 0 0,0 0 0,0 0 0,0 0 0,0 0 0,0 0 0,0-1 0,0 1 0,0 0 0,0 0 0,1 0 0,-1 0 0,0 0 0,7 2 0,10 11 0,-13-10 0,6 4 0,0 0 0,1 0 0,0-1 0,0 0 0,0-1 0,1-1 0,0 0 0,0 0 0,0-1 0,0-1 0,1 0 0,-1-1 0,1 0 0,-1 0 0,16-3 0,-27 2 0,1 0 0,0 0 0,0 0 0,0-1 0,0 1 0,-1-1 0,1 1 0,0-1 0,-1 0 0,1 1 0,0-1 0,-1 0 0,1 0 0,-1 0 0,1 0 0,-1-1 0,1 1 0,-1 0 0,0-1 0,0 1 0,0 0 0,0-1 0,0 0 0,0 1 0,0-1 0,0 1 0,-1-1 0,1 0 0,0 0 0,-1 1 0,0-1 0,1 0 0,-1 0 0,0 0 0,0 0 0,0 1 0,0-4 0,-1-1 0,0 1 0,0-1 0,0 1 0,-1-1 0,1 1 0,-2-1 0,1 1 0,0 0 0,-1 0 0,0 0 0,-4-4 0,1 0-114,-2 1 1,1 0-1,-1 1 0,0 0 0,-1 0 1,1 1-1,-1 0 0,-1 0 0,1 1 1,-1 0-1,-11-3 0,7 3-6712</inkml:trace>
</inkml:ink>
</file>

<file path=ppt/ink/ink1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1.9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53 24575,'0'-5'0,"0"-1"0,0 1 0,1-1 0,2-9 0,-3 14 0,0 1 0,1-1 0,-1 0 0,0 0 0,0 0 0,1 1 0,-1-1 0,1 0 0,-1 1 0,0-1 0,1 0 0,-1 1 0,1-1 0,0 0 0,-1 1 0,1-1 0,0 1 0,-1-1 0,1 1 0,0-1 0,-1 1 0,1 0 0,0-1 0,0 1 0,-1 0 0,1 0 0,0-1 0,0 1 0,0 0 0,-1 0 0,1 0 0,0 0 0,0 0 0,0 0 0,-1 0 0,1 0 0,0 1 0,0-1 0,0 0 0,0 1 0,6 2 0,0 0 0,-1 0 0,0 1 0,11 8 0,12 7 0,-22-15 0,0 0 0,0 0 0,-1 1 0,1 0 0,-1 0 0,10 11 0,-14-15 0,-1 1 0,0-1 0,0 1 0,0 0 0,0-1 0,0 1 0,0 0 0,0 0 0,-1-1 0,1 1 0,-1 0 0,1 0 0,-1 0 0,0 0 0,0 0 0,0 0 0,0 0 0,0 0 0,0-1 0,0 1 0,-1 0 0,1 0 0,-1 0 0,1 0 0,-1 0 0,0-1 0,0 1 0,0 0 0,0 0 0,0-1 0,0 1 0,0-1 0,-2 3 0,0-1 0,0 0 0,0-1 0,-1 1 0,1-1 0,-5 3 0,-12 10 0,20-15 0,0 0 0,1 1 0,-1-1 0,0 0 0,0 0 0,0 0 0,0 0 0,0 0 0,0 0 0,0 0 0,0 1 0,0-1 0,0 0 0,0 0 0,1 0 0,-1 0 0,0 0 0,0 0 0,0 0 0,0 0 0,0 0 0,0 0 0,1 0 0,-1 0 0,0 0 0,0 0 0,0 0 0,0 0 0,0 1 0,1-2 0,-1 1 0,0 0 0,0 0 0,0 0 0,0 0 0,0 0 0,0 0 0,1 0 0,-1 0 0,0 0 0,0 0 0,0 0 0,0 0 0,0 0 0,0 0 0,0 0 0,1 0 0,-1-1 0,9 0 0,19-5-266,1 1 0,-1 2 0,1 1-1,44 2 1,-72 0 232,13 0-6792</inkml:trace>
</inkml:ink>
</file>

<file path=ppt/ink/ink1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1.9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24575,'22'7'0,"-1"2"0,0 1 0,-1 0 0,0 2 0,0 0 0,-1 1 0,-1 1 0,29 29 0,-23-17 0,0 2 0,-2 0 0,-1 1 0,31 60 0,-19-25 0,-3 2 0,-3 1 0,36 136 0,-57-179 0,-1 0 0,-2 0 0,0 0 0,-2 37 0,-1-53 0,-1 0 0,0 0 0,0-1 0,-1 1 0,0 0 0,0-1 0,-1 1 0,0-1 0,0 0 0,-1 0 0,0 0 0,0 0 0,-1-1 0,0 1 0,0-1 0,0 0 0,-10 8 0,2-6-70,0 0-1,0 0 0,-1-1 1,0-1-1,0 0 0,-17 4 1,13-4-801,-1 0-5955</inkml:trace>
</inkml:ink>
</file>

<file path=ppt/ink/ink1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1.9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288 1 24575,'-13'7'0,"-5"3"0,-4-1 0,1-1 0,1-3 0,1-2 0,2-1 0,1-1 0,1-1 0,0-1 0,1 1 0,0 0 0,0-1 0,0 1 0,-1 0 0,1-3 0,0 0 0,2 0-8191</inkml:trace>
</inkml:ink>
</file>

<file path=ppt/ink/ink1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1.9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217 46 24575,'-27'-12'0,"-11"-2"0,-2 2 0,3 5 0,6 6 0,6 6 0,7 2-8191</inkml:trace>
</inkml:ink>
</file>

<file path=ppt/ink/ink1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1.9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29 130 24575,'-1'-16'0,"-1"-1"0,-5-22 0,2 10 0,5 26 0,-1 0 0,1 0 0,-1 1 0,0-1 0,0 0 0,0 0 0,0 0 0,-2-3 0,3 6 0,0 0 0,0 0 0,-1 0 0,1 0 0,0 0 0,0 0 0,0 0 0,0 0 0,0 0 0,0 0 0,0 0 0,-1 0 0,1 0 0,0 0 0,0 0 0,0 0 0,0 0 0,0 0 0,0 0 0,-1 0 0,1 0 0,0 0 0,0 0 0,0 1 0,0-1 0,0 0 0,0 0 0,0 0 0,0 0 0,0 0 0,-1 0 0,1 0 0,0 0 0,0 0 0,0 0 0,0 1 0,0-1 0,0 0 0,0 0 0,0 0 0,0 0 0,0 0 0,0 0 0,0 1 0,0-1 0,0 0 0,0 0 0,0 0 0,0 0 0,0 0 0,0 0 0,0 0 0,0 1 0,0-1 0,0 0 0,0 0 0,0 0 0,0 0 0,0 0 0,-1 10 0,2-1 0,1 0 0,-1 0 0,2-1 0,-1 1 0,7 15 0,23 41 0,-29-60 0,53 87 0,-26-45 0,-16-20-1365,-10-15-5461</inkml:trace>
</inkml:ink>
</file>

<file path=ppt/ink/ink1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1.9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810 1 24575,'2'1'0,"1"0"0,-1 0 0,1 0 0,-1 0 0,0 0 0,1 1 0,3 2 0,-6-4 0,0 1 0,1-1 0,-1 0 0,0 0 0,0 1 0,1-1 0,-1 0 0,0 0 0,0 1 0,0-1 0,1 0 0,-1 1 0,0-1 0,0 0 0,0 1 0,0-1 0,0 0 0,0 1 0,0-1 0,0 1 0,0-1 0,0 0 0,0 1 0,0-1 0,0 1 0,-1 0 0,1-1 0,0 1 0,-1-1 0,1 0 0,-1 1 0,1-1 0,-1 1 0,0-1 0,1 0 0,-1 1 0,1-1 0,-1 0 0,0 0 0,1 0 0,-1 1 0,1-1 0,-1 0 0,-1 0 0,-15 2 0,0 0 0,-1-1 0,-34-3 0,10 1 0,-240-8 0,10 3 0,217 6 0,44 0-455,-1 1 0,-20 4 0,19-2-6371</inkml:trace>
</inkml:ink>
</file>

<file path=ppt/ink/ink1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1.9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69 24575,'0'11'0,"1"0"0,0 1 0,0-1 0,1 0 0,1 1 0,0-1 0,0-1 0,8 17 0,55 103 0,-55-92 0,-25-61 0,-3-23 0,-14-56 0,2 2 0,9 27 0,45 101 0,-10-10 0,1-1 0,1-1 0,1-1 0,37 26 0,-46-35 0,1-1 0,-1 0 0,1 0 0,1-1 0,-1 0 0,0-1 0,1 0 0,0-1 0,0 0 0,0-1 0,0 0 0,18-1 0,-25 0 0,-1-1 0,1 1 0,-1-1 0,1 0 0,-1 0 0,0 0 0,1 0 0,-1-1 0,0 1 0,0-1 0,0 0 0,0 0 0,0 0 0,3-4 0,-2 2 0,-1 1 0,-1-1 0,1 0 0,0 0 0,-1 0 0,0-1 0,0 1 0,0-1 0,2-6 0,-1-3 0,-1-1 0,0 0 0,-1 0 0,0 0 0,-3-24 0,4 49 0,0 1 0,1-1 0,0 0 0,0 0 0,10 18 0,-1-5 0,21 33 0,-16-33 67,35 34-1,0 2-1564</inkml:trace>
</inkml:ink>
</file>

<file path=ppt/ink/ink1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1.9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761 16 24575,'11'-3'0,"-9"3"0,0 0 0,0-1 0,0 1 0,0-1 0,0 1 0,-1-1 0,1 0 0,0 0 0,0 0 0,1-1 0,-26-2 0,-347 3 0,179 3 0,178-1 0,0 0 0,0 1 0,0 1 0,-20 6 0,-10 3 0,-29 4 0,62-13 0,13 1 0,15 1 0,174 20 0,-146-17 0,0 3 0,50 19 0,-88-28 0,-1 2 0,1-1 0,-1 1 0,0 1 0,9 5 0,-14-9 0,-1 1 0,0-1 0,0 0 0,1 0 0,-1 1 0,0-1 0,0 1 0,0-1 0,0 1 0,0 0 0,-1-1 0,1 1 0,0 2 0,-1-3 0,1 0 0,-1 1 0,-1-1 0,1 0 0,0 0 0,0 0 0,0 1 0,-1-1 0,1 0 0,0 0 0,-1 0 0,1 0 0,-1 1 0,1-1 0,-1 0 0,0 0 0,0 0 0,1 0 0,-1 0 0,0-1 0,-2 3 0,-5 3 0,-1 0 0,0-1 0,0 0 0,0 0 0,-1-1 0,0 0 0,-10 2 0,0 1 0,-49 16 0,-49 20 0,105-37 0,1 0 0,-1 1 0,2 0 0,-1 1 0,1 1 0,-18 17 0,21-17 0,0 1 0,2 0 0,-1 1 0,1-1 0,1 1 0,-7 17 0,7-16 0,5-11 0,0-1 0,-1 1 0,1-1 0,0 0 0,0 1 0,0-1 0,0 1 0,0-1 0,0 1 0,0-1 0,0 1 0,0-1 0,0 0 0,0 1 0,0-1 0,0 1 0,0-1 0,0 1 0,0-1 0,1 0 0,-1 1 0,0-1 0,0 1 0,0-1 0,1 0 0,-1 1 0,0-1 0,1 0 0,-1 1 0,0-1 0,1 0 0,-1 1 0,0-1 0,1 0 0,-1 0 0,1 1 0,-1-1 0,0 0 0,1 0 0,-1 0 0,1 0 0,-1 0 0,1 1 0,-1-1 0,0 0 0,1 0 0,0 0 0,27 0 0,-21 0 0,139-16 0,-43 3 0,-101 13-7,190-12 135,-150 12-623,0 1-1,66 11 1,-85-7-6331</inkml:trace>
</inkml:ink>
</file>

<file path=ppt/ink/ink1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1.9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1 24575,'-1'0'0,"-1"0"0,1-1 0,0 1 0,0 0 0,0 0 0,-1 1 0,1-1 0,0 0 0,0 0 0,-1 1 0,1-1 0,0 0 0,0 1 0,0-1 0,0 1 0,0 0 0,0-1 0,0 1 0,0 0 0,0 0 0,0 0 0,0-1 0,0 1 0,0 0 0,1 0 0,-1 0 0,0 0 0,1 0 0,-1 1 0,1-1 0,-1 0 0,1 0 0,-1 0 0,1 0 0,0 1 0,0-1 0,-1 0 0,1 0 0,0 1 0,0-1 0,0 0 0,0 0 0,1 3 0,0 2 0,1-1 0,-1 1 0,1-1 0,0 1 0,0-1 0,1 0 0,-1 0 0,5 6 0,2 2 0,1 0 0,12 12 0,-19-21 0,0-1 0,1-1 0,-1 1 0,0 0 0,1-1 0,-1 0 0,1 0 0,0 0 0,0 0 0,0-1 0,0 1 0,0-1 0,5 1 0,-8-2-85,1 0 0,-1 0-1,0 0 1,0 0 0,0 0-1,0 0 1,1 0 0,-1-1-1,0 1 1,0 0 0,0-1-1,0 1 1,0-1 0,0 1-1,2-2 1</inkml:trace>
</inkml:ink>
</file>

<file path=ppt/ink/ink1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1.9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165 21 24575,'-27'-5'0,"-11"-1"0,-2-1 0,6 5 0,9 1-8191</inkml:trace>
</inkml:ink>
</file>

<file path=ppt/ink/ink1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1.9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232 15 24575,'-30'-2'0,"-11"-2"0,-2 1 0,4 1 0,6 0 0,7 1 0,7 0-8191</inkml:trace>
</inkml:ink>
</file>

<file path=ppt/ink/ink1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1.9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265 16 24575,'-27'-3'0,"-12"0"0,-3 0 0,2 0 0,6 1 0,6 1 0,6 1 0,3-1 0,6 1-8191</inkml:trace>
</inkml:ink>
</file>

<file path=ppt/ink/ink1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1.9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108 60 24575,'-4'1'0,"-10"0"0,0 1 0,-15 5 0,26-7 0,0 1 0,0 0 0,1 0 0,-1 0 0,0 0 0,1 0 0,-1 1 0,1-1 0,0 1 0,-1 0 0,1 0 0,0 0 0,0 0 0,0 0 0,0 0 0,1 0 0,-3 4 0,3-5 0,1 1 0,0 0 0,-1-1 0,1 1 0,0-1 0,0 1 0,0 0 0,0-1 0,0 1 0,0 0 0,1-1 0,-1 1 0,0-1 0,1 1 0,0-1 0,-1 1 0,1-1 0,0 1 0,-1-1 0,1 1 0,0-1 0,0 0 0,0 1 0,0-1 0,3 2 0,3 4 0,0-1 0,1 0 0,9 6 0,-10-7 0,5 3 0,0-1 0,0 0 0,1-1 0,1 0 0,-1-1 0,17 4 0,-19-6 0,0-1 0,0 0 0,0-1 0,0 0 0,1 0 0,-1-2 0,0 1 0,17-4 0,-25 3 0,-1 1 0,1-1 0,0 0 0,-1 0 0,1 0 0,0 0 0,-1 0 0,1-1 0,-1 1 0,1-1 0,-1 1 0,0-1 0,0 0 0,0 0 0,0 0 0,0 0 0,0-1 0,-1 1 0,1 0 0,-1-1 0,1 1 0,-1-1 0,0 0 0,0 1 0,0-1 0,0 0 0,-1 1 0,1-1 0,-1 0 0,1 0 0,-1 0 0,0 0 0,0 1 0,-1-4 0,0-2 0,0 1 0,0 0 0,-1-1 0,-1 1 0,1 0 0,-1 0 0,0 1 0,0-1 0,-1 0 0,0 1 0,0 0 0,-6-6 0,5 6-85,-1 0 0,1 1-1,-1 0 1,-1 0 0,1 0-1,-1 1 1,0 0 0,0 0-1,0 1 1,0 0 0,-1 0-1,1 1 1,-1 0 0,1 0-1,-12-1 1,2 2-6741</inkml:trace>
</inkml:ink>
</file>

<file path=ppt/ink/ink1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1.9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44 169 24575,'2'6'0,"-1"-1"0,0 1 0,1 0 0,0 0 0,1-1 0,-1 1 0,1-1 0,0 1 0,0-1 0,7 8 0,1 3 0,-8-11 0,6 11 0,1-1 0,1 0 0,18 20 0,-29-35 0,0 0 0,1 0 0,-1 0 0,0 1 0,0-1 0,0 0 0,0 0 0,0 0 0,0 1 0,0-1 0,1 0 0,-1 0 0,0 0 0,0 0 0,0 1 0,1-1 0,-1 0 0,0 0 0,0 0 0,0 0 0,0 0 0,1 0 0,-1 0 0,0 0 0,0 0 0,1 0 0,-1 0 0,0 0 0,0 0 0,0 0 0,1 0 0,-1 0 0,0 0 0,0 0 0,1 0 0,-1 0 0,-2-9 0,-8-12 0,-41-62 0,-15-32 0,61 106 0,2 3 0,-1-1 0,2 1 0,-1-1 0,1 0 0,0 0 0,0 0 0,-1-10 0,3 17 0,0 0 0,0 0 0,0 0 0,0 0 0,0 0 0,0 0 0,0-1 0,0 1 0,0 0 0,0 0 0,0 0 0,0 0 0,0 0 0,0 0 0,0 0 0,0-1 0,0 1 0,0 0 0,0 0 0,0 0 0,0 0 0,0 0 0,0 0 0,0 0 0,0-1 0,0 1 0,0 0 0,0 0 0,1 0 0,-1 0 0,0 0 0,0 0 0,0 0 0,0 0 0,0 0 0,0 0 0,0 0 0,0-1 0,1 1 0,-1 0 0,0 0 0,0 0 0,0 0 0,0 0 0,0 0 0,0 0 0,0 0 0,1 0 0,-1 0 0,0 0 0,0 0 0,0 0 0,0 0 0,0 0 0,0 0 0,1 1 0,7 6 0,7 11 0,-14-18 0,7 12 0,1 0 0,1-1 0,0 0 0,20 17 0,-27-26 0,-1 0 0,1-1 0,-1 1 0,1-1 0,0 1 0,-1-1 0,1 0 0,0 0 0,0 0 0,0 0 0,0-1 0,0 1 0,0-1 0,0 1 0,0-1 0,0 0 0,0 0 0,0-1 0,0 1 0,0-1 0,0 1 0,0-1 0,0 0 0,-1 0 0,1 0 0,0-1 0,0 1 0,-1-1 0,1 1 0,2-3 0,-1 0 0,0 1 0,-1-1 0,0 1 0,1-1 0,-1 0 0,-1 0 0,1 0 0,-1 0 0,1-1 0,-1 1 0,-1-1 0,3-6 0,-1 0 0,-1 1 0,0-1 0,-1 0 0,0-16 0,-1 27 0,0 0 0,0-1 0,0 1 0,0-1 0,0 1 0,0 0 0,0-1 0,0 1 0,0-1 0,0 1 0,0 0 0,0-1 0,0 1 0,0-1 0,0 1 0,1 0 0,-1-1 0,0 1 0,0 0 0,0-1 0,1 1 0,-1 0 0,1-1 0,5 6 0,10 21 0,-11-18 0,15 23-273,3 0 0,0-2 0,2-1 0,39 35 0,-55-54-6553</inkml:trace>
</inkml:ink>
</file>

<file path=ppt/ink/ink1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1.9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180 20 24575,'-24'-7'0,"-12"-1"0,2 5 0,3 2 0,8 3 0,4 2 0,7 1-8191</inkml:trace>
</inkml:ink>
</file>

<file path=ppt/ink/ink1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1.9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8 24575,'-10'-8'0,"12"15"0,14 19 0,-14-23 0,27 39 0,-16-25 0,-1 1 0,-1 0 0,11 24 0,-35-58 0,-8-16 0,4-2 0,14 25 0,-1 1 0,0-1 0,0 1 0,-1 0 0,0 0 0,-1 1 0,-6-8 0,12 15 0,0 0 0,-1-1 0,1 1 0,0 0 0,-1-1 0,1 1 0,0 0 0,-1 0 0,1-1 0,-1 1 0,1 0 0,-1 0 0,1 0 0,0-1 0,-1 1 0,1 0 0,-1 0 0,1 0 0,-1 0 0,-2 6 0,7 12 0,4-3 66,12 19 0,1 1-1563,-14-22-5329</inkml:trace>
</inkml:ink>
</file>

<file path=ppt/ink/ink1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1.9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66 24575,'-13'-18'0,"1"4"0,-11-20 0,35 81 0,-9-37 0,-1 4 0,1 0 0,1-1 0,1 1 0,0-1 0,0 0 0,1-1 0,13 20 0,-7-16-120,-3-4-129,1 1 0,-2-1 0,0 2 0,12 26 0,-17-31-6577</inkml:trace>
</inkml:ink>
</file>

<file path=ppt/ink/ink1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1.9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676 17 24575,'-26'-6'0,"-1"2"0,-46-3 0,-56 8 0,50 0 0,-103 8 0,92-2 0,40-2-1365,31-2-5461</inkml:trace>
</inkml:ink>
</file>

<file path=ppt/ink/ink1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1.9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24575,'3'9'0,"1"0"0,1-1 0,7 13 0,-7-12 0,85 132 0,-88-137 24,0-1 0,0 1 0,-1 0 0,3 8 0,-4-11-81,0 0 0,0 0 0,1 0 0,-1 0-1,0 0 1,0 0 0,0 0 0,0 0 0,0 0 0,0-1 0,0 1 0,-1 0-1,1 0 1,0 0 0,0 0 0,-1 0 0,1 0 0,-1 0 0,1 0 0,-1 0 0,1 0-1,-1-1 1,1 1 0,-1 0 0,-1 1 0</inkml:trace>
</inkml:ink>
</file>

<file path=ppt/ink/ink1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1.9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490 22 24575,'-4'-3'0,"-1"0"0,0 1 0,1-1 0,-1 1 0,-1 0 0,1 1 0,0-1 0,0 1 0,0 0 0,-1 0 0,-9 1 0,0 0 0,0 2 0,-27 6 0,13-3 0,-11 0 0,0-2 0,-69-4 0,40 0 0,62 1-115,-1 0-302,-1 0 1,-15 2-1,11 1-6409</inkml:trace>
</inkml:ink>
</file>

<file path=ppt/ink/ink1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1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24575,'0'4'0,"0"5"0,0 3 0,0 2 0,2 1 0,1 0 0,0 1 0,2-3 0,0-1 0,2-1 0,-1 1 0,0 1 0,-3 1 0,-1-3-8191</inkml:trace>
</inkml:ink>
</file>

<file path=ppt/ink/ink1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1.9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713 31 24575,'20'-5'0,"36"-14"0,-56 19 0,1 0 0,-1 0 0,0 0 0,0 0 0,0 0 0,0 0 0,0 0 0,0 0 0,0 0 0,0 0 0,1 0 0,-1 0 0,0 0 0,0 0 0,0 0 0,0 0 0,0 0 0,0 0 0,0 0 0,0 0 0,0 0 0,1 0 0,-1 0 0,0 0 0,0 0 0,0-1 0,0 1 0,0 0 0,0 0 0,0 0 0,0 0 0,0 0 0,0 0 0,0 0 0,0 0 0,1 0 0,-1 0 0,0-1 0,0 1 0,0 0 0,0 0 0,0 0 0,0 0 0,0 0 0,0 0 0,0 0 0,0 0 0,0 0 0,0-1 0,0 1 0,0 0 0,0 0 0,0 0 0,0 0 0,0 0 0,0 0 0,0 0 0,-1 0 0,1-1 0,0 1 0,-8-1 0,-14 0 0,-85 0 0,-80 3 0,82 13 0,-66 14 0,135-22 0,28-5 0,1 0 0,-1-1 0,0 1 0,0-1 0,1-1 0,-1 0 0,0 0 0,0 0 0,-12-3 0,14-1 0,8 1 0,11 1 0,12 7 0,0 1 0,-1 1 0,30 12 0,-15-5 0,-8-4 0,62 24 0,-79-28 0,-1 1 0,1 0 0,-1 1 0,17 13 0,-29-20 0,1 0 0,-1 0 0,0 0 0,0 0 0,1 0 0,-1 1 0,0-1 0,0 0 0,0 1 0,-1-1 0,1 0 0,0 1 0,0-1 0,-1 1 0,1-1 0,-1 1 0,1 0 0,-1-1 0,0 1 0,0 0 0,1 2 0,-2-2 0,1 0 0,-1 0 0,0 0 0,0 0 0,1 0 0,-1 0 0,-1-1 0,1 1 0,0 0 0,0-1 0,0 1 0,-1-1 0,1 1 0,-4 2 0,-3 2 0,-1 0 0,-1-1 0,1 0 0,-1 0 0,-13 4 0,-99 28 0,77-25 0,1 2 0,-46 21 0,83-32 0,0 1 0,0 0 0,0 1 0,1-1 0,0 1 0,0 0 0,-9 10 0,13-13 0,0 0 0,1 1 0,-1-1 0,1 0 0,-1 1 0,1-1 0,0 1 0,0-1 0,0 1 0,0 0 0,0-1 0,1 1 0,-1 0 0,1 0 0,0-1 0,0 1 0,0 0 0,0 0 0,0-1 0,1 1 0,-1 0 0,1 0 0,-1-1 0,3 6 0,-2-6 0,0-1 0,0 1 0,0-1 0,0 0 0,1 1 0,-1-1 0,0 0 0,0 0 0,1 0 0,-1 0 0,1 0 0,-1 0 0,1 0 0,0 0 0,-1-1 0,1 1 0,0-1 0,-1 1 0,1-1 0,0 0 0,-1 1 0,1-1 0,0 0 0,2 0 0,6 0 0,-1-1 0,1 0 0,11-3 0,-13 3 0,91-11 0,131 0 0,-124 10 0,125 14 0,-205-8-1365,-5 1-5461</inkml:trace>
</inkml:ink>
</file>

<file path=ppt/ink/ink1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1.9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33 24575,'-10'-25'0,"7"18"0,11 19 0,3 6 0,-2-1 0,0 2 0,-1-1 0,8 31 0,13 82 0,-7-30 0,-20-94 0,-1-1 0,2-1 0,-1 1 0,0 0 0,1 0 0,0-1 0,6 7 0,-6-10-1365</inkml:trace>
</inkml:ink>
</file>

<file path=ppt/ink/ink1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1.9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136 2 24575,'-5'-1'0,"0"1"0,-1 0 0,1-1 0,0 1 0,0 1 0,-1-1 0,1 1 0,0 0 0,0 0 0,-6 3 0,10-4 0,0 1 0,-1 0 0,1-1 0,0 1 0,0 0 0,-1 0 0,1 0 0,0 0 0,0 0 0,0 0 0,0 0 0,0 0 0,1 0 0,-1 0 0,0 0 0,-1 3 0,2-2 0,0 0 0,-1 0 0,1-1 0,0 1 0,0 0 0,0 0 0,0 0 0,0-1 0,1 1 0,-1 0 0,1 0 0,-1-1 0,1 1 0,-1 0 0,1-1 0,2 4 0,-2-3 0,0 0 0,0 1 0,0-1 0,0 0 0,0 1 0,0-1 0,-1 0 0,1 1 0,-1-1 0,1 1 0,-1 3 0,-1-4 0,1 0 0,-1-1 0,1 1 0,-1 0 0,0 0 0,0 0 0,0-1 0,0 1 0,0 0 0,0-1 0,0 1 0,-1-1 0,1 0 0,-1 1 0,-1 0 0,-40 28 0,43-30 0,-1 0 0,1 0 0,-1 0 0,1 1 0,-1-1 0,1 0 0,0 1 0,-1-1 0,1 0 0,0 1 0,-1-1 0,1 0 0,0 1 0,-1-1 0,1 1 0,0-1 0,0 1 0,-1-1 0,1 1 0,0-1 0,0 1 0,0-1 0,0 1 0,0-1 0,0 1 0,0-1 0,0 1 0,0-1 0,0 1 0,0-1 0,0 1 0,0-1 0,0 1 0,0-1 0,0 1 0,1-1 0,-1 0 0,0 1 0,0-1 0,1 1 0,-1-1 0,0 1 0,1-1 0,-1 0 0,0 1 0,1-1 0,-1 0 0,0 1 0,1-1 0,-1 0 0,1 0 0,-1 1 0,1-1 0,-1 0 0,1 0 0,-1 0 0,1 1 0,5 1 0,0 1 0,0-1 0,9 2 0,-11-3 0,32 7 0,1-3 0,65 3 0,56 7-1365,-142-14-5461</inkml:trace>
</inkml:ink>
</file>

<file path=ppt/ink/ink1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1.9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6 24575,'0'0'0,"0"0"0,0 0 0,0-1 0,0 1 0,-1 0 0,1 0 0,0 0 0,0 0 0,0 0 0,0 0 0,0 0 0,0 0 0,0 0 0,-1 0 0,1-1 0,0 1 0,0 0 0,0 0 0,0 0 0,0 0 0,0 0 0,0 0 0,0-1 0,0 1 0,0 0 0,0 0 0,0 0 0,0 0 0,0 0 0,0-1 0,0 1 0,0 0 0,0 0 0,0 0 0,0 0 0,0 0 0,0-1 0,0 1 0,0 0 0,0 0 0,0 0 0,7 1 0,10 6 0,12 15 0,0 2 0,30 33 0,1 1 0,293 225 0,-219-195 0,-9-6 0,-123-81 11,-1 0 0,1 1 0,0-1 0,-1 0 0,0 1 0,1-1-1,-1 1 1,0-1 0,0 1 0,2 3 0,-3-4-19,0-1 0,0 0 0,0 1 0,1-1 0,-1 0 0,0 1 0,0-1 0,0 0 0,0 1 0,0-1 0,-1 0 0,1 1-1,0-1 1,0 0 0,0 1 0,0-1 0,0 0 0,0 1 0,0-1 0,-1 0 0,1 1 0,0-1 0,0 0 0,-1 1 0,0-1-91,1 1 0,-1-1 1,0 1-1,0-1 0,0 1 0,0-1 1,0 1-1,0-1 0,0 0 0,0 1 0,0-1 1,-1 0-1,-9 1-6727</inkml:trace>
</inkml:ink>
</file>

<file path=ppt/ink/ink1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1.9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330 0 24575,'0'6'0,"0"0"0,-1 1 0,0-1 0,-1 0 0,1 0 0,-1 0 0,0 0 0,-1-1 0,1 1 0,-6 8 0,-3 3 0,-26 29 0,25-31 0,0 0 0,-13 20 0,8 0 0,2 0 0,1 1 0,-10 44 0,-23 56 0,11-61 32,21-46-497,1 2-1,-11 32 0,21-50-6360</inkml:trace>
</inkml:ink>
</file>

<file path=ppt/ink/ink1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1.9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187 16 24575,'-2'0'0,"-16"-5"0,-1 1 0,-27-2 0,42 6 0,-1-1 0,0 1 0,1 0 0,-1 1 0,1-1 0,-1 1 0,1 0 0,-1 0 0,1 1 0,-1-1 0,1 1 0,0 0 0,0 0 0,0 0 0,-7 6 0,9-7 0,0 1 0,0 0 0,0 0 0,0 0 0,0 0 0,1 0 0,-1 1 0,1-1 0,0 0 0,-1 1 0,1-1 0,0 1 0,0-1 0,1 1 0,-1-1 0,1 1 0,-1 0 0,1 0 0,0-1 0,0 1 0,0 0 0,0-1 0,0 1 0,0 0 0,1-1 0,0 1 0,-1 0 0,1-1 0,0 1 0,2 2 0,0 1 0,0-1 0,0 0 0,1-1 0,0 1 0,0-1 0,0 1 0,0-1 0,1 0 0,-1-1 0,1 1 0,0-1 0,9 5 0,3-1 0,1 1 0,-1-2 0,1 0 0,0-2 0,1 0 0,-1 0 0,1-2 0,0 0 0,22-2 0,-11-5-1365,-18 2-5461</inkml:trace>
</inkml:ink>
</file>

<file path=ppt/ink/ink1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1.9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120 29 24575,'-1'-3'0,"1"0"0,-1 0 0,0 0 0,0 0 0,0 1 0,-1-1 0,-1-2 0,3 4 0,0 1 0,0 0 0,0 0 0,-1-1 0,1 1 0,0 0 0,0 0 0,-1 0 0,1 0 0,0-1 0,0 1 0,-1 0 0,1 0 0,0 0 0,-1 0 0,1 0 0,0 0 0,0 0 0,-1 0 0,1 0 0,0 0 0,-1 0 0,1 0 0,0 0 0,-1 0 0,1 0 0,-1 0 0,0 1 0,1-1 0,-1 1 0,0-1 0,0 1 0,0 0 0,0 0 0,0 0 0,0-1 0,1 1 0,-1 0 0,-1 2 0,-5 9 0,1 0 0,0 0 0,-7 22 0,6-17 0,-9 20 0,10-24 0,0 1 0,1 1 0,0-1 0,1 1 0,1 0 0,0-1 0,2 1 0,-1 1 0,2-1 0,2 29 0,2-9 0,1-1 0,2 0 0,18 54 0,-14-57 0,1-1 0,1-1 0,2 0 0,1 0 0,1-2 0,28 35 0,-34-50 15,0 0-1,1-1 0,1 0 1,18 11-1,57 30-521,-57-35-423,-17-9-5896</inkml:trace>
</inkml:ink>
</file>

<file path=ppt/ink/ink1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1.9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 4 24575,'0'-1'0,"-1"1"0,1 0 0,-1-1 0,1 1 0,-1 0 0,1 0 0,-1-1 0,1 1 0,-1 0 0,0 0 0,1 0 0,-1 0 0,1 0 0,-1 0 0,1 0 0,-1 0 0,0 0 0,1 0 0,-1 0 0,1 0 0,-1 0 0,1 0 0,-1 1 0,1-1 0,-1 0 0,1 0 0,-2 1 0,2 0 0,-1 0 0,1 0 0,-1 0 0,1 0 0,-1-1 0,1 1 0,-1 0 0,1 0 0,0 0 0,0 0 0,0 0 0,0 0 0,-1 0 0,1 2 0,1 3 0,-1 0 0,1 1 0,3 11 0,3 4 0,1 1 0,1-1 0,13 23 0,41 60 0,-37-65 0,37 79 0,-55-101 0,8 20 0,-15-35 0,0 0 0,0 0 0,0 0 0,0 1 0,-1-1 0,1 1 0,-1-1 0,0 6 0,-1-8 0,1-1 0,0 1 0,0 0 0,0 0 0,-1 0 0,1-1 0,0 1 0,-1 0 0,1-1 0,-1 1 0,1 0 0,-1-1 0,1 1 0,-1 0 0,1-1 0,-1 1 0,1-1 0,-1 1 0,0-1 0,0 1 0,0 0 0,-1-1 0,0 1 0,0 0 0,0-1 0,-1 1 0,1-1 0,0 0 0,0 0 0,-3 0 0,-3 0 0,0-1 0,0-1 0,-10-2 0,3 0 0,0-2 0,0 1 0,1-2 0,-1 0 0,2-1 0,-16-11 0,19 12 0,1 0 0,-1-1 0,1-1 0,1 0 0,0 0 0,0 0 0,1-1 0,-10-16 0,16 24 0,1 1 0,-1 0 0,0 0 0,1-1 0,-1 1 0,1 0 0,0-1 0,-1 1 0,1-1 0,0 1 0,0 0 0,0-1 0,0 1 0,0-1 0,0 1 0,0-1 0,0 1 0,1 0 0,-1-1 0,0 1 0,1-1 0,0-1 0,1 2 0,-1-1 0,1 0 0,-1 0 0,1 1 0,-1-1 0,1 1 0,0 0 0,0 0 0,0-1 0,0 1 0,0 0 0,4-1 0,4-1 0,-1 0 0,1 1 0,0 1 0,0-1 0,12 1 0,-1 0-682,28-6-1,-36 5-6143</inkml:trace>
</inkml:ink>
</file>

<file path=ppt/ink/ink1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1.9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1 24575,'-2'2'0,"-4"4"0,-1 3 0,-1 0 0</inkml:trace>
</inkml:ink>
</file>

<file path=ppt/ink/ink1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1.9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162 25 24575,'0'-3'0,"5"-16"0,-6 17 0,-3 11 0,-10 27 0,1-2 0,-2-1 0,-22 39 0,36-70 0,-51 89 0,47-80 0,1 0 0,-1 1 0,2-1 0,0 1 0,0 0 0,-1 18 0,3-15 0,0-1 0,1 0 0,1 0 0,0 1 0,1-1 0,1 0 0,0 0 0,0 0 0,2-1 0,0 1 0,0-1 0,10 17 0,1-4-105,0 0 0,2-1 0,1-1 0,0 0 0,2-2 0,1 0 0,0-2 0,2 0 0,0-1 0,1-2 0,1 0 0,31 13 0,-46-25-6721</inkml:trace>
</inkml:ink>
</file>

<file path=ppt/ink/ink1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1.9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9 24575,'-1'-1'0,"1"1"0,-1-1 0,1 0 0,-1 1 0,0-1 0,1 1 0,-1-1 0,0 1 0,1-1 0,-1 1 0,0-1 0,0 1 0,0 0 0,1 0 0,-1-1 0,0 1 0,0 0 0,0 0 0,0 0 0,1 0 0,-1 0 0,0 0 0,0 0 0,-2 0 0,2 1 0,0-1 0,0 1 0,0 0 0,0-1 0,0 1 0,1 0 0,-1 0 0,0 0 0,0 0 0,0 0 0,1 0 0,-1 0 0,0 0 0,1 0 0,-1 2 0,-1 2 0,0 0 0,0 0 0,1 0 0,0 1 0,0-1 0,0 11 0,1-11 0,1 0 0,0 0 0,-1 0 0,2 0 0,-1-1 0,0 1 0,1 0 0,0-1 0,0 0 0,1 1 0,-1-1 0,1 0 0,0 0 0,0 0 0,0 0 0,0-1 0,1 1 0,-1-1 0,1 0 0,0 0 0,8 4 0,-9-5 0,1 0 0,-1-1 0,1 1 0,0-1 0,0 0 0,-1 0 0,1-1 0,0 1 0,0-1 0,0 1 0,0-1 0,0 0 0,0-1 0,0 1 0,0-1 0,-1 0 0,1 0 0,0 0 0,0 0 0,-1-1 0,1 1 0,-1-1 0,1 0 0,-1 0 0,1 0 0,-1 0 0,4-4 0,-4 2 0,0 0 0,0 0 0,0 0 0,-1 0 0,1 0 0,-1-1 0,0 1 0,0-1 0,2-9 0,-2 9 0,-1 0 0,1 0 0,0 1 0,0-1 0,1 0 0,-1 1 0,6-7 0,-7 10 0,-1 1 0,0 0 0,1-1 0,-1 1 0,0 0 0,1 0 0,-1-1 0,1 1 0,-1 0 0,1 0 0,-1 0 0,1 0 0,-1-1 0,1 1 0,-1 0 0,1 0 0,-1 0 0,1 0 0,-1 0 0,1 0 0,-1 0 0,1 0 0,-1 1 0,1-1 0,-1 0 0,0 0 0,1 0 0,-1 0 0,1 1 0,-1-1 0,1 0 0,-1 0 0,0 1 0,1-1 0,0 1 0,14 15 0,-10-10 0,7 6 0,1 1 0,1-2 0,0 1 0,28 16 0,-32-23 0,1 1 0,0-2 0,0 1 0,0-2 0,1 1 0,-1-2 0,1 1 0,15 0 0,-21-2 0,0-1 0,0 0 0,0 0 0,0-1 0,0 1 0,0-1 0,0 0 0,8-3 0,-12 3 0,-1 0 0,1 0 0,0 0 0,0 0 0,-1-1 0,1 1 0,-1 0 0,1-1 0,-1 1 0,0-1 0,1 1 0,-1-1 0,0 0 0,0 1 0,0-1 0,0 0 0,-1 0 0,1 0 0,0 0 0,-1 0 0,1 0 0,-1 0 0,0 0 0,1 0 0,-1 0 0,0 0 0,0 0 0,-1-3 0,1 2 7,-1-1 0,1 0 0,-1 0 0,0 1 0,0-1 1,0 0-1,-1 1 0,1-1 0,-1 1 0,0 0 0,0-1 0,0 1 0,0 0 0,0 0 0,-1 0 0,-3-2 0,0 0-193,1 0 1,-2 1-1,1 0 0,0 0 1,-1 0-1,0 1 1,-8-3-1,2 2-6640</inkml:trace>
</inkml:ink>
</file>

<file path=ppt/ink/ink1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1.9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24575,'61'-1'0,"67"3"0,-127-2 0,0 0 0,0 0 0,1 0 0,-1 0 0,0 1 0,0-1 0,0 0 0,0 1 0,0-1 0,0 0 0,0 1 0,0 0 0,0-1 0,0 1 0,0-1 0,0 1 0,0 0 0,-1 0 0,1 0 0,0-1 0,0 1 0,-1 0 0,2 2 0,-2-2 0,1 1 0,-1 0 0,0-1 0,1 1 0,-1 0 0,0 0 0,0 0 0,0-1 0,0 1 0,0 0 0,-1 0 0,1-1 0,-1 4 0,-2 2 0,0 0 0,0 1 0,0-1 0,-1 0 0,-8 10 0,10-15 0,0 0 0,0 0 0,0 0 0,0 0 0,-1 0 0,-3 1 0,4-2 0,1 0 0,-1 0 0,0 0 0,1 0 0,-1 0 0,1 1 0,-1-1 0,1 1 0,-1-1 0,1 1 0,0-1 0,-2 3 0,3-3 0,0-1 0,0 0 0,0 1 0,0-1 0,0 1 0,0-1 0,0 0 0,0 1 0,0-1 0,0 1 0,0-1 0,0 0 0,1 1 0,-1-1 0,0 1 0,0-1 0,0 0 0,1 1 0,-1-1 0,0 0 0,0 1 0,1-1 0,-1 0 0,0 0 0,0 1 0,1-1 0,-1 0 0,0 0 0,1 1 0,-1-1 0,0 0 0,1 0 0,0 0 0,15 6 0,-13-5 0,150 35 0,-101-30-1365,-39-6-5461</inkml:trace>
</inkml:ink>
</file>

<file path=ppt/ink/ink1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1.9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1225 44 24575,'-5'3'0,"-1"-1"0,0 0 0,0 0 0,0 0 0,1-1 0,-2 0 0,1 0 0,-11-1 0,-2-1 0,-28-5 0,27 3 0,-21-1 0,-34-3 0,-9-1 0,-156 9 0,222 0 0,-32 6 0,6 0 0,1-2 0,26-2 0,0-1 0,-1-1 0,0 0 0,1-1 0,-23-3 0,-61-20 0,67 14 0,1 2 0,-1 1 0,-62-3 0,54 10-1365,29-1-5461</inkml:trace>
</inkml:ink>
</file>

<file path=ppt/ink/ink1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1.9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85 24575,'31'101'0,"-9"-29"0,32 71 0,-47-131 0,-7-12 0,0 0 0,0 0 0,0 0 0,0 0 0,0 0 0,0 0 0,0 0 0,0 0 0,0 0 0,0 0 0,0 0 0,0 0 0,0 0 0,0 0 0,1 0 0,-1 0 0,0 0 0,0 0 0,0 0 0,0 0 0,0 0 0,0 0 0,0 0 0,0 0 0,0 0 0,0 0 0,0 0 0,0 0 0,1 0 0,-1 0 0,0 0 0,0 0 0,0 0 0,0 0 0,0 0 0,0 0 0,0 0 0,0 0 0,0 0 0,0 0 0,0 0 0,0 0 0,0-1 0,0 1 0,0 0 0,0 0 0,0 0 0,0 0 0,0 0 0,1 0 0,-1 0 0,0 0 0,0 0 0,0 0 0,0 0 0,0 0 0,0 0 0,0-1 0,0 1 0,0 0 0,0 0 0,0-22 0,-1 11 0,0-3 0,0 1 0,-1 0 0,-1-1 0,-5-17 0,-23-52 0,8 21 0,20 53 0,-4-8 0,2 0 0,0-1 0,1 1 0,0-1 0,0-21 0,3 38 0,1 1 0,0-1 0,0 1 0,0-1 0,0 1 0,0-1 0,0 1 0,0-1 0,0 1 0,1-1 0,-1 0 0,0 1 0,0-1 0,0 1 0,1-1 0,-1 1 0,0-1 0,0 1 0,1 0 0,-1-1 0,0 1 0,1-1 0,0 0 0,-1 1 0,1 0 0,-1 0 0,1 0 0,-1 0 0,1 0 0,-1 1 0,1-1 0,-1 0 0,0 0 0,1 0 0,-1 0 0,1 0 0,-1 1 0,1-1 0,-1 0 0,0 0 0,1 1 0,-1-1 0,0 0 0,1 1 0,18 20 0,1 9 0,32 33 0,-41-51 0,0-2 0,0 1 0,1-2 0,0 0 0,23 14 0,-31-21 0,0-1 0,0 1 0,0-1 0,0 0 0,0 1 0,0-2 0,0 1 0,0 0 0,0-1 0,0 0 0,0 0 0,0 0 0,7-2 0,-8 2 0,-1-1 0,0 1 0,0-1 0,0 0 0,0 0 0,0 0 0,0 0 0,0 0 0,0 0 0,0-1 0,0 1 0,0-1 0,-1 1 0,1-1 0,-1 0 0,1 0 0,-1 0 0,0 1 0,0-1 0,1 0 0,-1-1 0,-1 1 0,1 0 0,0 0 0,0-4 0,1-6 0,-1 0 0,0 0 0,-1-1 0,0 1 0,-1 0 0,-1 0 0,0-1 0,0 1 0,-1 0 0,-9-22 0,87 169 0,-68-123 0,12 20 0,42 52 0,-33-48-1365,-21-28-5461</inkml:trace>
</inkml:ink>
</file>

<file path=ppt/ink/ink1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1.9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24575,'12'10'0,"4"8"0,2 3 0,-2 3 0,-2 1 0,-2-3 0,-2-2 0,-2-2 0,-2-1 0,-1-2 0,0 0 0,-1-1 0,-2 0 0,2-3 0,-2-2 0</inkml:trace>
</inkml:ink>
</file>

<file path=ppt/ink/ink1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1.9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452 68 24575,'-27'-15'0,"-11"-4"0,-2 3 0,3 4 0,6 7 0,6 6 0,4 4 0,4 3 0,-1 0 0,1 1 0,-2-1 0,0-1 0,-2 0 0,-2-2 0,-2 0 0,-2-2 0,2-2 0,4 0-8191</inkml:trace>
</inkml:ink>
</file>

<file path=ppt/ink/ink1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1.9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24575,'3'12'0,"0"7"0,2 2 0,1 1 0,1-2 0,0-2 0,1 0 0,-1-2 0,-1-1 0,-2-3-8191</inkml:trace>
</inkml:ink>
</file>

<file path=ppt/ink/ink1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1.9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291 14 24575,'-14'-1'0,"-1"0"0,1 0 0,-20-5 0,23 4 0,-1 1 0,0 0 0,0 0 0,0 2 0,0-1 0,1 2 0,-17 3 0,12-3 0,-8 1-36,-29 7-1293,43-8-5497</inkml:trace>
</inkml:ink>
</file>

<file path=ppt/ink/ink1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1.9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76 24575,'41'-18'0,"-11"3"0,62-18 0,-83 30 0,0 1 0,0 0 0,0 1 0,0 0 0,0 0 0,1 1 0,-1 0 0,0 1 0,0 0 0,0 0 0,17 6 0,-15-2 0,0 2 0,0-1 0,0 1 0,-1 1 0,0 0 0,-1 0 0,13 15 0,-19-20 0,1 1 0,-1 0 0,0 0 0,0 0 0,0 0 0,-1 0 0,0 1 0,1-1 0,-2 1 0,1-1 0,1 8 0,-2-10 0,-1 0 0,0 1 0,0-1 0,0 1 0,0-1 0,0 0 0,0 1 0,-1-1 0,1 0 0,-1 1 0,0-1 0,1 0 0,-1 0 0,0 0 0,0 0 0,-1 0 0,1 0 0,0 0 0,-1 0 0,1 0 0,-1 0 0,0-1 0,1 1 0,-1 0 0,-4 1 0,-9 7 0,-1-1 0,-24 10 0,23-12 0,0 1 0,-20 14 0,36-22 0,0 1 0,0-1 0,1 1 0,-1-1 0,0 1 0,0-1 0,1 1 0,-1 0 0,0 0 0,1-1 0,-1 1 0,1 0 0,-1 0 0,1-1 0,-1 1 0,1 0 0,0 0 0,-1 0 0,1 0 0,0 0 0,0 0 0,-1 0 0,1 0 0,0 0 0,0-1 0,0 1 0,0 0 0,0 0 0,1 0 0,-1 0 0,0 0 0,0 0 0,0 0 0,1 0 0,-1 0 0,1 0 0,-1-1 0,1 1 0,-1 0 0,1 0 0,-1-1 0,1 1 0,0 0 0,-1 0 0,1-1 0,1 1 0,1 3 0,2-1 0,-1 0 0,0 0 0,0 0 0,1-1 0,0 1 0,5 1 0,9 1 0,-1 0 0,1-1 0,0-1 0,1-1 0,-1 0 0,0-2 0,39-3 0,-56 3-68,0 0 0,0 0-1,0-1 1,0 1 0,0 0 0,0-1-1,0 0 1,0 1 0,0-1 0,0 0-1,0 0 1,-1 0 0,1 0 0,0-1-1,-1 1 1,1 0 0,-1-1-1,1 1 1,1-3 0,1-4-6758</inkml:trace>
</inkml:ink>
</file>

<file path=ppt/ink/ink1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1.9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 24575,'-3'2'0,"3"4"0,0 3 0,3 2 0,1 2 0,2 1 0,0 1 0,2 0 0,-1 0 0,1 0 0,2 0 0,-1 0 0,0-1 0,-1 1 0,0-3 0,-1-1 0,1-2 0</inkml:trace>
</inkml:ink>
</file>

<file path=ppt/ink/ink1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1.9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24575,'27'30'0,"11"11"0,2 0 0,-3-5 0,-9-7 0,-6-5 0,-7-4 0,-6-6-8191</inkml:trace>
</inkml:ink>
</file>

<file path=ppt/ink/ink1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1.9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403 41 24575,'-32'-7'0,"-13"-3"0,-3 1 0,1 1 0,6 3 0,5 4 0,4 2 0,3 4 0,0 1 0,4-1 0,3-1 0,6-1-8191</inkml:trace>
</inkml:ink>
</file>

<file path=ppt/ink/ink1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1.9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24575,'7'19'0,"5"10"0,3 2 0,2-3 0,-1-4 0,1-8 0,-1-6 0,-1-5 0,0-3 0,0-4 0,-3-5 0</inkml:trace>
</inkml:ink>
</file>

<file path=ppt/ink/ink1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1.9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0 24575,'-5'0'0,"-4"3"0,-1 3 0,0 2 0</inkml:trace>
</inkml:ink>
</file>

<file path=ppt/ink/ink1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1.9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1413 30 24575,'0'0'0,"0"0"0,1 0 0,-1-1 0,1 1 0,-1 0 0,0 0 0,1 0 0,-1-1 0,1 1 0,-1 0 0,0 0 0,1-1 0,-1 1 0,0 0 0,1-1 0,-1 1 0,0 0 0,0-1 0,1 1 0,-1 0 0,0-1 0,0 1 0,0-1 0,1 1 0,-1-1 0,-1 1 0,1-1 0,0 1 0,0 0 0,-1-1 0,1 1 0,0 0 0,-1-1 0,1 1 0,-1 0 0,1 0 0,0 0 0,-1-1 0,1 1 0,-1 0 0,1 0 0,-1 0 0,1 0 0,-1 0 0,-26-2 0,-22 9 0,33-4 0,-26 1 0,-242-15 0,126-2 0,128 10 0,0 1 0,0 2 0,0 1 0,-47 7 0,13-2 0,-10 2 0,40-3 0,0-3 0,-65-2 0,36-1 0,-195 1-1365,244 0-5461</inkml:trace>
</inkml:ink>
</file>

<file path=ppt/ink/ink1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1.9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84 24575,'-1'0'0,"1"0"0,0 0 0,0 0 0,0 0 0,-1 0 0,1 0 0,0 0 0,0 0 0,0 0 0,-1 0 0,1 0 0,0 0 0,0 0 0,0 0 0,0 0 0,-1 0 0,1 0 0,0 0 0,0 0 0,0 0 0,0 1 0,-1-1 0,1 0 0,0 0 0,0 0 0,0 0 0,0 0 0,0 0 0,0 1 0,-1-1 0,1 0 0,0 0 0,0 0 0,0 0 0,0 1 0,0-1 0,0 0 0,0 0 0,0 0 0,0 1 0,0-1 0,0 0 0,0 0 0,0 0 0,0 0 0,0 1 0,0-1 0,0 0 0,0 0 0,0 0 0,0 1 0,0-1 0,0 0 0,0 0 0,0 0 0,0 0 0,1 1 0,-1-1 0,0 0 0,0 0 0,0 0 0,0 0 0,0 0 0,0 1 0,1-1 0,-1 0 0,0 0 0,0 0 0,0 0 0,14 14 0,-9-10 0,0 4 0,0 0 0,0 1 0,-1 0 0,0 0 0,0 0 0,-1 0 0,0 1 0,2 15 0,4 12 0,0 1 0,-8-29 0,1 0 0,0-1 0,0 0 0,1 1 0,0-1 0,7 13 0,-10-21 0,0 0 0,0 0 0,0 1 0,0-1 0,0 0 0,0 0 0,0 0 0,0 0 0,0 0 0,0 0 0,1 0 0,-1 0 0,0 1 0,0-1 0,0 0 0,0 0 0,0 0 0,0 0 0,0 0 0,0 0 0,0 0 0,0 0 0,1 0 0,-1 0 0,0 0 0,0 0 0,0 0 0,0 0 0,0 0 0,0 0 0,0 0 0,1 0 0,-1 0 0,0 0 0,0 0 0,0 0 0,0 0 0,0 0 0,0 0 0,1 0 0,-1 0 0,0 0 0,0 0 0,0 0 0,2-6 0,0-10 0,-2 16 0,-1-9 0,1 0 0,-1-1 0,-1 1 0,0 0 0,0-1 0,-5-10 0,-25-54 0,16 39 0,-2-1 0,10 20 0,1 1 0,-9-27 0,16 41 0,0 1 0,0 0 0,0-1 0,0 1 0,0 0 0,-1-1 0,1 1 0,0 0 0,0-1 0,0 1 0,0 0 0,0-1 0,0 1 0,0 0 0,0-1 0,0 1 0,0 0 0,0-1 0,0 1 0,0 0 0,0-1 0,1 1 0,-1 0 0,0-1 0,0 1 0,0 0 0,0-1 0,1 1 0,-1 0 0,0 0 0,1-1 0,9 5 0,13 14 0,-23-17 0,46 45 0,-29-27 0,1-1 0,41 31 0,-57-48 0,-1 1 0,1-1 0,0 0 0,-1 0 0,1 0 0,0-1 0,0 1 0,0 0 0,0-1 0,0 1 0,0-1 0,0 0 0,0 0 0,0 1 0,0-1 0,0 0 0,0-1 0,0 1 0,2-1 0,-2 1 0,-1-1 0,1 0 0,-1 0 0,1 0 0,-1 0 0,1 0 0,-1-1 0,0 1 0,0 0 0,1-1 0,-1 1 0,0 0 0,0-1 0,-1 1 0,1-1 0,0 0 0,0 1 0,-1-1 0,1 0 0,-1 1 0,1-1 0,-1-2 0,1-3 0,-1-1 0,0 1 0,0 0 0,0-1 0,-1 1 0,0 0 0,-1-1 0,0 1 0,0 0 0,-3-7 0,1 4 0,1 1 0,1-1 0,0 0 0,-1-12 0,3 22 0,0 0 0,0-1 0,0 1 0,0-1 0,0 1 0,0 0 0,0-1 0,0 1 0,0-1 0,0 1 0,0 0 0,0-1 0,0 1 0,0 0 0,0-1 0,0 1 0,1-1 0,-1 1 0,0 0 0,0 0 0,0-1 0,1 1 0,-1 0 0,0-1 0,0 1 0,1 0 0,-1 0 0,1-1 0,0 1 0,-1 0 0,1 0 0,-1 0 0,1 0 0,0 0 0,-1 0 0,1 0 0,-1 0 0,1 1 0,0-1 0,-1 0 0,1 0 0,-1 1 0,1-1 0,0 1 0,20 17 0,10 17 45,-2 1-1,27 47 1,33 40-1544,-80-113-5327</inkml:trace>
</inkml:ink>
</file>

<file path=ppt/ink/ink1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24575,'0'5'0,"2"4"0,1 3 0,3 1 0,0 2 0,1 1 0,2-1 0,0 0 0,1 1 0,-2-2 0,0-1 0,0-2 0,0 0 0,1-1 0,-1-1 0,-1-4 0</inkml:trace>
</inkml:ink>
</file>

<file path=ppt/ink/ink1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491 75 24575,'-32'-8'0,"-15"-4"0,-8-1 0,2 0 0,4 2 0,6 3 0,5 2 0,4 3 0,6 2 0,4 3 0,3 2 0,1 2 0,2 3 0,2-1 0,3-1-8191</inkml:trace>
</inkml:ink>
</file>

<file path=ppt/ink/ink1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24575,'0'8'0,"3"4"0,0 3 0,3 1 0,2 1 0,3-3 0,-1-1 0,0-1 0,-1 1 0,0-3 0,-1 1 0</inkml:trace>
</inkml:ink>
</file>

<file path=ppt/ink/ink1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232 25 24575,'-20'-5'0,"-8"-2"0,-3 1 0,2 1 0,4 4 0,3 2 0,5 3 0,4 2 0,3 1 0,2 3 0,-1-1 0,-1-2 0,1 0 0</inkml:trace>
</inkml:ink>
</file>

<file path=ppt/ink/ink1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90 24575,'-1'-2'0,"0"0"0,0 0 0,0 0 0,1 0 0,-1 0 0,1 0 0,-1 0 0,1 0 0,0 0 0,-1 0 0,1 0 0,0 0 0,1 0 0,-1 0 0,0 0 0,1 0 0,-1 0 0,1 0 0,-1 0 0,1 0 0,0 0 0,0 0 0,0 0 0,0 1 0,0-1 0,0 0 0,0 1 0,1-1 0,-1 1 0,1-1 0,-1 1 0,1 0 0,0-1 0,-1 1 0,1 0 0,3-1 0,2-2 0,0 1 0,0 0 0,0 1 0,0-1 0,0 1 0,0 1 0,1-1 0,14 0 0,-10 2 0,0 0 0,1 1 0,12 2 0,-20-2 0,-1 0 0,1 0 0,-1 1 0,0 0 0,1 0 0,-1 0 0,0 0 0,0 0 0,-1 1 0,1 0 0,5 5 0,-4-4 0,-1 1 0,1 0 0,-1 0 0,-1 0 0,1 1 0,-1-1 0,1 1 0,-2 0 0,3 6 0,-4-9 0,0 0 0,0-1 0,-1 1 0,1 0 0,-1 0 0,0 0 0,0 0 0,0 0 0,0 0 0,-1-1 0,1 1 0,-1 0 0,0 0 0,0 0 0,0-1 0,0 1 0,0 0 0,0-1 0,-1 1 0,1-1 0,-1 1 0,-3 2 0,-32 40 0,-36 56 0,73-101 0,-1 1 0,1-1 0,0 0 0,0 1 0,-1-1 0,1 0 0,0 1 0,0-1 0,-1 1 0,1-1 0,0 1 0,0-1 0,0 0 0,0 1 0,0-1 0,0 1 0,0-1 0,0 1 0,0-1 0,0 1 0,0-1 0,0 1 0,0-1 0,0 0 0,0 1 0,1-1 0,-1 1 0,0-1 0,0 1 0,0-1 0,1 0 0,-1 1 0,0-1 0,1 0 0,-1 1 0,0-1 0,1 0 0,-1 1 0,0-1 0,1 0 0,-1 0 0,0 1 0,1-1 0,-1 0 0,1 0 0,-1 0 0,1 1 0,-1-1 0,0 0 0,1 0 0,-1 0 0,1 0 0,-1 0 0,1 0 0,-1 0 0,1 0 0,6 0 0,0 1 0,0-1 0,7-1 0,-7 0 0,66-7 0,1 0 0,-67 8-273,-1-1 0,0 0 0,1 0 0,6-2 0,-3 0-6553</inkml:trace>
</inkml:ink>
</file>

<file path=ppt/ink/ink1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0 24575,'-2'5'0,"-2"4"0,4 3 0,1 2 0,2 1 0,4 0 0,1 1 0,1-1 0,2 0 0,1-2 0,-2-2 0,1 0 0,0-1 0,-1-1 0,0-1 0,0 0 0,2-1 0,-2-2-8191</inkml:trace>
</inkml:ink>
</file>

<file path=ppt/ink/ink1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24575,'13'17'0,"6"8"0,2 3 0,-2-2 0,-2-4 0,-2-5 0,-3-1 0,-1-5 0,0-1 0,1-2 0,-2-1 0</inkml:trace>
</inkml:ink>
</file>

<file path=ppt/ink/ink1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361 60 24575,'-27'-8'0,"-14"-4"0,-2-1 0,3 3 0,7 2 0,6 3 0,5 2 0,1 4 0,3 2 0,1 3 0,1 0 0,1 2 0,0-1 0,1-1 0,3-2-8191</inkml:trace>
</inkml:ink>
</file>

<file path=ppt/ink/ink1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24575,'61'143'0,"-11"-22"0,-7-41 0,-20-38 0,-21-38-273,0 1 0,0 0 0,0-1 0,1 7 0</inkml:trace>
</inkml:ink>
</file>

<file path=ppt/ink/ink1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121 9 24575,'-7'-2'0,"0"0"0,-1 0 0,1 1 0,0 0 0,0 1 0,-1 0 0,1 0 0,-7 1 0,11-1 0,1 1 0,0-1 0,0 1 0,-1 0 0,1-1 0,0 1 0,0 0 0,0 0 0,0 1 0,0-1 0,0 0 0,0 1 0,1-1 0,-1 1 0,0-1 0,1 1 0,-1 0 0,1 0 0,0 0 0,0 0 0,-1 0 0,1 0 0,0 0 0,1 0 0,-1 0 0,0 0 0,1 0 0,-1 1 0,0 1 0,1 1 0,-1 1 0,1-1 0,-1 0 0,1 0 0,1 1 0,1 9 0,-2-14 0,0 1 0,1-1 0,-1 1 0,1-1 0,0 1 0,-1-1 0,1 1 0,0-1 0,0 0 0,0 1 0,0-1 0,0 0 0,0 0 0,0 0 0,1 0 0,-1 0 0,0 0 0,1 0 0,-1 0 0,0 0 0,1 0 0,-1-1 0,1 1 0,-1-1 0,1 1 0,1-1 0,12 2 0,0-1 0,0 0 0,19-2 0,-19 0 0,1 0 0,-1 2 0,18 2 0,-18-1-227,0 1-1,0 0 1,0 1-1,0 1 1,26 13-1,-32-12-6598</inkml:trace>
</inkml:ink>
</file>

<file path=ppt/ink/ink1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79 205 24575,'32'54'0,"51"81"0,-70-119 0,1 1 0,19 16 0,-33-33 0,-49-61 0,41 51 0,-25-38 0,-42-82 0,21 34 0,20 31 0,34 65 0,0 0 0,0 0 0,0 0 0,0 0 0,0 0 0,0 0 0,0 0 0,0 0 0,1 0 0,-1 0 0,0 0 0,0 0 0,0 0 0,0 0 0,0 0 0,0 0 0,0 0 0,0 0 0,0 0 0,0 0 0,0 0 0,1-1 0,-1 1 0,0 0 0,0 0 0,0 0 0,0 0 0,0 0 0,0 0 0,0 0 0,0 0 0,0 0 0,0 0 0,0 0 0,0-1 0,0 1 0,0 0 0,0 0 0,0 0 0,0 0 0,0 0 0,0 0 0,0 0 0,0 0 0,0 0 0,0-1 0,0 1 0,0 0 0,0 0 0,0 0 0,0 0 0,0 0 0,0 0 0,0 0 0,0 0 0,0 0 0,0 0 0,0 0 0,-1-1 0,1 1 0,0 0 0,0 0 0,0 0 0,0 0 0,0 0 0,10 7 0,11 11 0,14 18 0,-12-11 0,31 25 0,-46-44 0,1 1 0,-1-2 0,1 1 0,0-1 0,1-1 0,-1 1 0,1-2 0,12 4 0,-20-6 0,0-1 0,0 1 0,1-1 0,-1 0 0,0 1 0,0-1 0,1 0 0,-1-1 0,0 1 0,0 0 0,1-1 0,-1 1 0,0-1 0,0 0 0,0 1 0,2-2 0,-2 0 0,-1 1 0,1 0 0,-1 0 0,1-1 0,-1 1 0,0-1 0,0 1 0,0-1 0,0 1 0,0-1 0,0 0 0,0 1 0,-1-1 0,1 0 0,0 0 0,-1 0 0,0 1 0,1-1 0,-1-4 0,1-36 0,-1 26 0,4-28 0,-1 20 0,-3 16 0,1 1 0,0-1 0,1 1 0,-1 0 0,5-11 0,-5 17 0,-1 1 0,0-1 0,0 1 0,1-1 0,-1 1 0,0-1 0,0 1 0,1-1 0,-1 1 0,1 0 0,-1-1 0,0 1 0,1 0 0,-1-1 0,1 1 0,-1 0 0,1-1 0,-1 1 0,1 0 0,-1 0 0,1 0 0,-1-1 0,1 1 0,-1 0 0,2 0 0,-1 0 0,0 0 0,0 1 0,0-1 0,0 0 0,0 1 0,0-1 0,0 0 0,0 1 0,0 0 0,0-1 0,0 1 0,1 0 0,3 4 0,0-1 0,-1 1 0,6 7 0,-9-11 0,82 109 0,82 98 0,-134-171-1365,-24-28-5461</inkml:trace>
</inkml:ink>
</file>

<file path=ppt/ink/ink1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2190 59 24575,'1'0'0,"-1"-1"0,1 1 0,-1-1 0,1 0 0,0 1 0,-1-1 0,1 0 0,-1 1 0,0-1 0,1 0 0,-1 0 0,0 1 0,1-1 0,-1 0 0,0 0 0,0 1 0,1-1 0,-1 0 0,0-1 0,0 1 0,-1 0 0,1 1 0,0-1 0,-1 1 0,1-1 0,0 0 0,-1 1 0,1-1 0,-1 1 0,1-1 0,0 1 0,-1 0 0,1-1 0,-1 1 0,0-1 0,1 1 0,-1 0 0,1-1 0,-2 1 0,-4-2 0,-1 0 0,1 0 0,-1 1 0,-7-1 0,1 0 0,-7-1 0,1 1 0,-27 1 0,-3-1 0,0-5 0,32 4 0,-32-1 0,-326 4 0,361 1 0,-1 1 0,-16 3 0,16-2 0,-26 1 0,15-3 0,-49 7 0,47-5 0,-1 0 0,0-2 0,-34-3 0,-47 3 0,57 5 0,30-2 0,-31 0 0,36-3 0,-29 5 0,29-2 0,-29 0 0,-473-5 0,506 0 0,0 0 0,-18-4 0,17 2 0,-25-2 0,30 5 0,-81 1 0,89-1-80,0 1 0,0-1-1,0 0 1,0 1 0,0 0-1,0-1 1,1 1 0,-1 0-1,0 0 1,0 0 0,1 0 0,-1 0-1,0 1 1,1-1 0,-1 0-1,-1 3 1,-3 5-6746</inkml:trace>
</inkml:ink>
</file>

<file path=ppt/ink/ink1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 68 24575,'0'-1'0,"-1"1"0,1-1 0,-1 1 0,1-1 0,-1 1 0,1-1 0,-1 1 0,1-1 0,-1 1 0,0-1 0,1 1 0,-1 0 0,0-1 0,1 1 0,-1 0 0,0 0 0,1-1 0,-1 1 0,0 0 0,1 0 0,-1 0 0,0 0 0,0 0 0,1 0 0,-1 0 0,0 0 0,-1 0 0,2 1 0,-1 0 0,0 0 0,0-1 0,1 1 0,-1 0 0,1 0 0,-1 0 0,1-1 0,-1 1 0,1 0 0,-1 0 0,1 0 0,0 0 0,-1 0 0,1 0 0,0 2 0,-1 3 0,0 1 0,1-1 0,0 1 0,0-1 0,2 9 0,6 17 0,2 1 0,28 60 0,-18-46 0,-14-32 0,-5-11 0,0 0 0,0 0 0,1 1 0,0-1 0,-1 0 0,2-1 0,-1 1 0,0 0 0,6 5 0,-8-9 0,0 0 0,0 0 0,0 0 0,0 1 0,0-1 0,0 0 0,1 0 0,-1 0 0,0 0 0,0 0 0,0 0 0,0 0 0,0 0 0,1 0 0,-1 0 0,0 0 0,0 0 0,0 0 0,0 0 0,0 0 0,1 0 0,-1 0 0,0 0 0,0 0 0,0-1 0,0 1 0,0 0 0,1 0 0,-1 0 0,0 0 0,0 0 0,0 0 0,0 0 0,0 0 0,0 0 0,0-1 0,0 1 0,0 0 0,1 0 0,2-9 0,-2-9 0,-3 8 0,0-1 0,0 1 0,-1 0 0,-1 0 0,1 0 0,-7-10 0,-3-10 0,-13-36 0,-57-104 0,99 183 0,12 12 0,11 14 0,-20-18 0,42 34 0,-51-48 0,0-1 0,0-1 0,1 0 0,-1-1 0,1 0 0,0 0 0,0-1 0,1 0 0,-1-1 0,0-1 0,1 0 0,17 0 0,-28-1 0,0 0 0,0 0 0,1 0 0,-1-1 0,0 1 0,0 0 0,1-1 0,-1 1 0,0-1 0,0 1 0,0-1 0,0 0 0,1 1 0,-1-1 0,0 0 0,0 0 0,0 0 0,-1 0 0,1 1 0,0-2 0,1 0 0,-1 0 0,0 0 0,0 0 0,-1 0 0,1-1 0,0 1 0,-1 0 0,1-1 0,-1 1 0,0-1 0,0-3 0,-1-3 0,0 0 0,0 0 0,-1 0 0,0 0 0,-4-8 0,-43-91 0,63 132 0,1-1 0,21 25 0,47 49 0,-63-74 0,38 36 132,-7-9-1629,-43-41-5329</inkml:trace>
</inkml:ink>
</file>

<file path=ppt/ink/ink1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8 24575,'-5'-7'0,"2"7"0,2 1 0,1 0 0,0 0 0,0 0 0,0 0 0,0 0 0,0 0 0,0 0 0,0 0 0,0 0 0,0 0 0,0 0 0,0 0 0,1 1 0,6 18 0,0 0 0,2 0 0,0-1 0,2 0 0,0-1 0,1 0 0,0-1 0,23 24 0,-29-37-77,-8-10 269,-7-9-1672,4 6-5346</inkml:trace>
</inkml:ink>
</file>

<file path=ppt/ink/ink1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360 60 24575,'-30'-10'0,"-11"-3"0,-2 1 0,4 2 0,6 3 0,7 2 0,4 3 0,5 3 0,2 5 0,1 1 0,0 2 0,1 1 0,0 2 0,-1-1 0,0-2 0,3-4-8191</inkml:trace>
</inkml:ink>
</file>

<file path=ppt/ink/ink1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1 24575,'-3'0'0,"0"2"0,0 4 0,0 3 0,2 2 0,-1 2 0,2 1 0,0-1-8191</inkml:trace>
</inkml:ink>
</file>

<file path=ppt/ink/ink1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0 24575,'-1'0'0,"0"1"0,-1-1 0,1 0 0,0 1 0,0-1 0,0 1 0,0-1 0,0 1 0,0-1 0,0 1 0,0 0 0,0 0 0,0-1 0,1 1 0,-1 0 0,0 0 0,0 0 0,1 0 0,-1 0 0,1 0 0,-1 0 0,0 0 0,1 0 0,0 0 0,-1 1 0,1-1 0,0 0 0,0 0 0,-1 0 0,1 0 0,0 0 0,0 1 0,0-1 0,1 0 0,-1 0 0,0 0 0,0 0 0,1 1 0,-1-1 0,1 2 0,1 1 0,1 1 0,-1 0 0,1-1 0,0 0 0,0 0 0,0 0 0,8 7 0,-5-5 0,-4-3 0,1-1 0,-1 1 0,1-1 0,0 0 0,0 1 0,0-1 0,1-1 0,3 3 0,-7-4 0,0 0 0,0 0 0,1 0 0,-1 0 0,0 0 0,0 0 0,0 0 0,0 1 0,0-1 0,0 0 0,0 0 0,0 0 0,0 0 0,0 0 0,1 0 0,-1 0 0,0 0 0,0 0 0,0 0 0,0 0 0,0 0 0,0-1 0,0 1 0,0 0 0,0 0 0,0 0 0,1 0 0,-1 0 0,0 0 0,0 0 0,0 0 0,0 0 0,0 0 0,0 0 0,0 0 0,0 0 0,0 0 0,0 0 0,0 0 0,0-1 0,0 1 0,0 0 0,0 0 0,0 0 0,0 0 0,1 0 0,-1 0 0,0 0 0,0 0 0,0-1 0,-3-5 0,-5-7 0,-4-4 0,6 8 0,-1 0 0,1 1 0,-1 0 0,-1 0 0,-8-7 0,44 54 0,13 5-1365,-35-35-5461</inkml:trace>
</inkml:ink>
</file>

<file path=ppt/ink/ink1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 24575,'0'-1'0,"0"1"0,0-1 0,0 1 0,0-1 0,0 1 0,0-1 0,0 1 0,0-1 0,0 1 0,0-1 0,1 1 0,-1-1 0,0 1 0,0-1 0,0 1 0,1 0 0,-1-1 0,0 1 0,0-1 0,1 1 0,-1-1 0,0 1 0,1 0 0,-1-1 0,0 1 0,1 0 0,0-1 0,0 1 0,-1 0 0,1 0 0,0 0 0,-1 0 0,1 0 0,0 0 0,0 0 0,-1 1 0,1-1 0,0 0 0,-1 0 0,1 1 0,0-1 0,-1 0 0,1 1 0,0 0 0,25 20 0,-25-20 0,50 55 0,-2 1 0,-3 3 0,-2 2 0,-3 2 0,-3 1 0,37 88 0,-63-125 0,-1 0 0,-1 1 0,11 51 0,-19-68 0,-1 0 0,0 0 0,0 0 0,-1 0 0,0 0 0,-1 1 0,-1-1 0,0 0 0,0 0 0,-2-1 0,1 1 0,-7 13 0,8-20-62,-1 0 0,0 0 0,0 0 0,-1-1 0,1 1 0,-1-1 0,0 0 0,0 0 0,0 0 0,-1-1 0,0 1 0,1-1-1,-1 0 1,0 0 0,0-1 0,-1 1 0,1-1 0,0-1 0,-1 1 0,0-1 0,-9 2 0,3-2-6764</inkml:trace>
</inkml:ink>
</file>

<file path=ppt/ink/ink1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24575,'11'2'0,"-1"0"0,1 1 0,-1 0 0,0 1 0,0 0 0,0 0 0,0 1 0,-1 0 0,16 12 0,-9-4 0,-2 0 0,0 1 0,0 0 0,17 25 0,96 146 0,-124-181 0,125 222 0,-108-184 0,-1 2 0,-1 0 0,15 68 0,-10 10 0,-21-105 0,-1 0 0,-1-1 0,0 1 0,-1 0 0,-5 23 0,4-32 9,0-1 1,0 0-1,-1 1 0,-1-1 0,1-1 1,-1 1-1,0 0 0,-1-1 0,1 0 0,-1 0 1,0 0-1,-9 7 0,5-6-195,0 1 1,-1-2-1,0 1 0,0-1 1,-1-1-1,1 0 1,-17 5-1,14-6-6640</inkml:trace>
</inkml:ink>
</file>

<file path=ppt/ink/ink1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1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481 65 24575,'-4'-10'0,"1"1"0,0-1 0,0 1 0,-1-15 0,4 24 0,0 0 0,0-1 0,0 1 0,0 0 0,0 0 0,-1 0 0,1 0 0,0 0 0,0 0 0,0 0 0,0-1 0,0 1 0,-1 0 0,1 0 0,0 0 0,0 0 0,0 0 0,0 0 0,0 0 0,-1 0 0,1 0 0,0 0 0,0 0 0,0 0 0,0 0 0,-1 0 0,1 0 0,0 0 0,0 0 0,0 0 0,0 0 0,0 0 0,-1 0 0,1 0 0,0 0 0,0 1 0,0-1 0,0 0 0,0 0 0,-1 0 0,1 0 0,0 0 0,0 0 0,0 0 0,0 0 0,0 1 0,0-1 0,0 0 0,-14 11 0,-12 15 0,16-11 0,0 0 0,1 0 0,-13 32 0,13-27 0,-22 38 0,12-32 0,-28 32 0,34-42 0,1 0 0,-13 24 0,15-22 0,-2-1 0,-14 18 0,-74 61 0,92-88-195,0 0 0,1 0 0,1 0 0,-1 1 0,1 0 0,-7 13 0,5-6-6631</inkml:trace>
</inkml:ink>
</file>

<file path=ppt/ink/ink1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2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375 6 24575,'0'0'0,"0"0"0,0 0 0,0 0 0,0 0 0,1 0 0,-1 0 0,0-1 0,0 1 0,0 0 0,0 0 0,0 0 0,0 0 0,0 0 0,0 0 0,0 0 0,0 0 0,0 0 0,0-1 0,1 1 0,-1 0 0,0 0 0,0 0 0,0 0 0,0 0 0,0 0 0,0 0 0,0-1 0,0 1 0,0 0 0,0 0 0,0 0 0,0 0 0,0 0 0,-1 0 0,1 0 0,0-1 0,0 1 0,0 0 0,0 0 0,0 0 0,0 0 0,0 0 0,0 0 0,0 0 0,0 0 0,0 0 0,0-1 0,0 1 0,-1 0 0,1 0 0,0 0 0,0 0 0,0 0 0,0 0 0,0 0 0,0 0 0,0 0 0,-10 4 0,-16 15 0,21-15 0,-87 74 0,42-33 0,29-26 30,1 1 0,1 0 0,-20 30 0,-41 73-1515,67-103-5341</inkml:trace>
</inkml:ink>
</file>

<file path=ppt/ink/ink1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306 31 24575,'-2'0'0,"-4"0"0,0-3 0,-3 0 0,-1 0 0,-1 0 0,-2 1 0,-18-1 0,-9-1 0,-2 1 0,3 0 0,6 2 0,6 0 0,6 0 0,5 1-8191</inkml:trace>
</inkml:ink>
</file>

<file path=ppt/ink/ink1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296 16 24575,'-29'-3'0,"-13"0"0,-1 0 0,4 0 0,6 1 0,7 1 0,4 1 0,5 0 0,4 2 0,3 1 0,-1 1 0,1-2 0</inkml:trace>
</inkml:ink>
</file>

<file path=ppt/ink/ink1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35 24575,'-8'-35'0,"15"102"0,-5-42 0,2-6-186,0 0 0,1-1-1,1 1 1,1-1 0,13 25-1,-18-39-60,2 5-6579</inkml:trace>
</inkml:ink>
</file>

<file path=ppt/ink/ink1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365 0 24575,'-7'3'0,"-5"0"0,-3 0 0,-2 2 0,1 0 0,-3-1 0,-1 2 0,2-1 0,-2-1 0,0 2 0,-1-1 0,-3-1 0,-1-1 0,-2-1 0,0 1 0,-2 1 0,2-1 0,6-1-8191</inkml:trace>
</inkml:ink>
</file>

<file path=ppt/ink/ink1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25 24575,'-4'12'0,"0"2"0,1-1 0,0 0 0,-1 23 0,4-28 0,0-1 0,1 1 0,0 0 0,0-1 0,0 1 0,1-1 0,0 0 0,1 1 0,6 11 0,3 4 0,1-1 0,26 33 0,-57-79 0,1-1 0,1 0 0,-16-33 0,27 46 0,0 0 0,1-1 0,0 1 0,1-1 0,1 0 0,0 0 0,1 1 0,0-1 0,1-18 0,0 30 0,0 0 0,0 0 0,0 0 0,0 1 0,1-1 0,-1 0 0,0 0 0,0 1 0,1-1 0,-1 0 0,0 0 0,1 1 0,-1-1 0,0 0 0,1 1 0,-1-1 0,1 0 0,-1 1 0,1-1 0,-1 1 0,1-1 0,1 0 0,-2 1 0,1 0 0,0 0 0,0 0 0,-1 0 0,1-1 0,0 1 0,0 1 0,0-1 0,-1 0 0,1 0 0,0 0 0,0 0 0,0 1 0,-1-1 0,1 0 0,0 0 0,-1 1 0,2 0 0,4 3 0,0 0 0,-1 0 0,10 10 0,-11-10 0,16 15 0,-4-2 0,1-1 0,24 16 0,-34-28 0,-1 0 0,1 0 0,0-1 0,0 0 0,0 0 0,0 0 0,0-1 0,0 0 0,1-1 0,-1 0 0,9 1 0,-12-2 0,1 0 0,-1 0 0,1 0 0,-1 0 0,1-1 0,-1 0 0,1 0 0,-1 0 0,1 0 0,-1-1 0,0 0 0,0 0 0,0 0 0,0 0 0,0-1 0,0 1 0,-1-1 0,1 0 0,-1 0 0,1 0 0,-1-1 0,0 1 0,-1-1 0,1 0 0,-1 1 0,1-1 0,-1 0 0,0-1 0,1-4 0,1-4 0,3-23 0,-1 2 0,14 79 0,-12-27 0,0 1 0,1-1 0,2 0 0,-1-1 0,2 0 0,0-1 0,16 15 0,15 12-1365,-30-31-5461</inkml:trace>
</inkml:ink>
</file>

<file path=ppt/ink/ink1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825 26 24575,'0'-1'0,"0"0"0,0 0 0,0 0 0,0 0 0,0 0 0,-1 0 0,1 0 0,0 1 0,0-1 0,-1 0 0,1 0 0,-1 0 0,1 0 0,-1 0 0,1 1 0,-1-1 0,1 0 0,-1 0 0,0 1 0,1-1 0,-2-1 0,0 2 0,0-1 0,1 0 0,-1 0 0,0 1 0,1-1 0,-1 1 0,0-1 0,0 1 0,0 0 0,-3 0 0,-4 0 0,0 1 0,0 0 0,-14 4 0,18-3 0,-16 3 0,1-1 0,-1-1 0,-28 2 0,-23-5 0,-160 8 0,-24-2 0,234-6 0,17 0 0,4-1 0,-1 1 0,0 0 0,0 0 0,0 0 0,0 0 0,0 0 0,1 1 0,-1-1 0,0 0 0,0 1 0,1-1 0,-1 1 0,0 0 0,-2 1 0,4-2 0,0 1 0,0-1 0,0 0 0,0 0 0,0 1 0,0-1 0,0 0 0,0 0 0,0 1 0,1-1 0,-1 0 0,0 0 0,0 0 0,0 1 0,0-1 0,0 0 0,1 0 0,-1 0 0,0 0 0,0 1 0,0-1 0,1 0 0,-1 0 0,0 0 0,0 0 0,0 0 0,1 0 0,-1 0 0,0 0 0,0 1 0,1-1 0,-1 0 0,0 0 0,0 0 0,1 0 0,-1 0 0,0 0 0,0 0 0,1 0 0,-1-1 0,12 3 0,71 11 0,110 30 0,-193-43 0,11 3 0,4 1 0,1 0 0,24 11 0,-37-14 0,0 0 0,0 1 0,0 0 0,0-1 0,0 1 0,0 0 0,-1 1 0,1-1 0,-1 0 0,1 1 0,-1-1 0,0 1 0,0 0 0,0 0 0,0 0 0,-1 0 0,1 0 0,1 5 0,-3-5 0,0-1 0,0 0 0,0 1 0,0-1 0,0 0 0,-1 1 0,1-1 0,-1 0 0,0 1 0,0-1 0,1 0 0,-2 0 0,1 0 0,0 0 0,0 0 0,-1 0 0,1 0 0,-1 0 0,1 0 0,-1-1 0,0 1 0,1 0 0,-4 1 0,-6 5 0,0 0 0,-20 11 0,28-18 0,-48 24 0,-66 23 0,53-23 0,48-19 0,3-1 0,1 0 0,0 0 0,-21 14 0,30-17 0,0 0 0,1 0 0,-1 0 0,1 0 0,0 1 0,0-1 0,0 1 0,0-1 0,0 1 0,0 0 0,0-1 0,1 1 0,0 0 0,-1 0 0,1 1 0,0-1 0,1 0 0,-1 0 0,1 0 0,-1 7 0,1-9 0,0 0 0,0 0 0,0 1 0,0-1 0,0 0 0,1 0 0,-1 0 0,0 1 0,1-1 0,-1 0 0,1 0 0,-1 0 0,1 0 0,0 0 0,-1 0 0,1 0 0,0 0 0,0 0 0,1 1 0,0-1 0,0 0 0,0 0 0,-1 0 0,1 0 0,0 0 0,0 0 0,0-1 0,1 1 0,-1-1 0,3 1 0,6-1 0,-1 0 0,1-1 0,18-3 0,-18 3 0,505-40 0,-346 42-1365,-144-1-5461</inkml:trace>
</inkml:ink>
</file>

<file path=ppt/ink/ink1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1 24575,'-5'15'0,"0"2"0,-5 30 0,9-42 0,0-1 0,1 1 0,0-1 0,0 1 0,0-1 0,1 1 0,-1-1 0,1 1 0,0-1 0,1 0 0,-1 1 0,2 3 0,-1-5 0,1 0 0,-1 0 0,0 0 0,1 0 0,-1-1 0,1 1 0,0-1 0,0 1 0,0-1 0,0 0 0,0-1 0,0 1 0,0 0 0,1-1 0,5 2 0,-1 0 0,1-1 0,0-1 0,0 1 0,0-1 0,10-1 0,9-2-1365,-15-2-5461</inkml:trace>
</inkml:ink>
</file>

<file path=ppt/ink/ink1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 1 24575,'-12'2'0,"-7"4"0,0 0-8191</inkml:trace>
</inkml:ink>
</file>

<file path=ppt/ink/ink1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289 22 24575,'-32'0'0,"-13"-3"0,-4 0 0,5 0 0,6 0 0,8 2 0,6-1 0,8-1 0,6 0-8191</inkml:trace>
</inkml:ink>
</file>

<file path=ppt/ink/ink1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321 45 24575,'-29'-7'0,"-16"-3"0,-3 1 0,2 1 0,8 3 0,7 2 0,7 1 0,5 1 0,3 1 0,2 3 0,3 1-8191</inkml:trace>
</inkml:ink>
</file>

<file path=ppt/ink/ink1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157 69 24575,'-1'0'0,"-22"-2"0,-27 1 0,44 1 0,0 0 0,0 1 0,0 0 0,0 0 0,0 1 0,0-1 0,1 1 0,-1 1 0,-9 4 0,14-6 0,0-1 0,0 1 0,0-1 0,0 1 0,1-1 0,-1 1 0,0-1 0,0 1 0,1 0 0,-1-1 0,0 1 0,1 0 0,-1 0 0,1-1 0,-1 1 0,1 0 0,-1 0 0,1 0 0,0 0 0,-1 0 0,1 0 0,0 0 0,0 0 0,0 0 0,0-1 0,0 1 0,0 0 0,0 0 0,0 0 0,0 0 0,0 0 0,0 0 0,1 0 0,-1 0 0,0 0 0,0 0 0,1 0 0,-1 0 0,1-1 0,-1 1 0,1 0 0,-1 0 0,1-1 0,0 1 0,1 1 0,3 3 0,0 0 0,1-1 0,0 0 0,11 7 0,-13-9 0,10 6 0,0-1 0,0 0 0,0-1 0,1-1 0,25 6 0,-33-10 0,-1 0 0,1 0 0,0-1 0,0 0 0,-1 0 0,14-3 0,-17 3 0,1-1 0,0-1 0,-1 1 0,1 0 0,-1-1 0,1 0 0,-1 0 0,0 0 0,0 0 0,0 0 0,0 0 0,0-1 0,3-3 0,-4 3 6,0 0-1,0-1 1,0 1-1,0-1 0,0 1 1,-1-1-1,1 0 1,-1 0-1,0 1 1,0-1-1,0 0 1,-1 0-1,0 0 0,1 0 1,-1 0-1,-1 0 1,1 0-1,-1 0 1,1 0-1,-1 0 1,-2-6-1,1 5-104,0 0 0,0-1 0,0 1 0,-1 0 0,0 0 0,0 0 0,0 1 0,-1-1 0,0 1 0,1-1 0,-1 1 0,-1 1 0,1-1 0,-7-4 0,-1 1-6727</inkml:trace>
</inkml:ink>
</file>

<file path=ppt/ink/ink1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13 156 24575,'2'2'0,"38"35"0,-35-32 0,0-2 0,0 1 0,1-1 0,-1 1 0,1-1 0,7 2 0,-13-4 0,1-1 0,-1 0 0,0 0 0,1 0 0,-1 0 0,1 1 0,-1-1 0,0 0 0,1 0 0,-1 0 0,1 0 0,-1 0 0,0 0 0,1 0 0,-1 0 0,1 0 0,-1 0 0,0 0 0,1 0 0,-1-1 0,1 1 0,-1 0 0,0 0 0,1 0 0,-1 0 0,0-1 0,1 1 0,-1-1 0,1 1 0,-1-1 0,0 1 0,0-1 0,0 0 0,0 1 0,0-1 0,0 1 0,0-1 0,0 1 0,0-1 0,0 0 0,0 1 0,-1-1 0,1 1 0,0-2 0,-13-21 0,-31-29 0,30 38 0,2 0 0,-15-23 0,35 46 0,1 0 0,0-1 0,1 0 0,0-1 0,0 0 0,1 0 0,13 5 0,-20-11 0,1 1 0,-1-1 0,1-1 0,-1 1 0,1 0 0,0-1 0,-1 0 0,1 0 0,-1-1 0,10-1 0,-12 2 0,0-1 0,0 0 0,0 1 0,0-1 0,-1 0 0,1 0 0,0 0 0,0-1 0,-1 1 0,1 0 0,0-1 0,-1 1 0,1-1 0,-1 1 0,0-1 0,0 0 0,1 1 0,-1-1 0,0 0 0,-1 0 0,1 0 0,0 0 0,0 0 0,-1 0 0,1-4 0,0 0 0,-1-1 0,0 1 0,0-1 0,-1 1 0,0-1 0,0 1 0,-3-10 0,-3-20 0,9 33 0,2 7 0,5 5 0,74 93 120,-63-81-615,0-1 0,38 28 0,-49-42-6331</inkml:trace>
</inkml:ink>
</file>

<file path=ppt/ink/ink1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174 7 24575,'-22'-2'0,"-10"-1"0,1 2 0,3 2 0,3 2 0,5 5 0,4-1-8191</inkml:trace>
</inkml:ink>
</file>

<file path=ppt/ink/ink1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24575,'8'15'0,"4"7"0,3 3 0,1-2 0,1-1 0,-1-4 0,-2-4 0,-2-1 0,-2 0 0,-4-3-8191</inkml:trace>
</inkml:ink>
</file>

<file path=ppt/ink/ink1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24 24575,'3'-19'0,"2"15"0,-5 4 0,1 0 0,0 0 0,-1 0 0,1 0 0,-1 0 0,1 1 0,-1-1 0,1 0 0,-1 0 0,0 1 0,1-1 0,-1 0 0,1 1 0,-1-1 0,0 0 0,1 1 0,0 0 0,1 2 0,0 1 0,0-1 0,-1 1 0,1-1 0,-1 1 0,0 0 0,0 0 0,0-1 0,0 1 0,0 6 0,2 12 0,2-9-66,-1-1 0,2-1 0,0 1-1,0-1 1,1 1 0,16 18 0,-12-14-836,-5-7-5924</inkml:trace>
</inkml:ink>
</file>

<file path=ppt/ink/ink1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430 15 24575,'-27'-2'0,"-13"-1"0,-4-1 0,2 2 0,6 0 0,5 1 0,7 0 0,2 1 0,2 0 0,2 3 0,2 0 0,1 0 0,1 2 0,-2 1 0,-2 0 0,1 1 0,1-2 0,2-2-8191</inkml:trace>
</inkml:ink>
</file>

<file path=ppt/ink/ink1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24575,'0'17'0,"0"8"0,2 3 0,1-2 0,3-2 0,0-3 0,-1-3 0,1-1 0,-1-2 0,0-1 0,0 0 0,0 0 0,0 0 0,0 0 0,0 0 0,-1-2-8191</inkml:trace>
</inkml:ink>
</file>

<file path=ppt/ink/ink1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331 24 24575,'-30'-5'0,"-11"-2"0,-2 1 0,4 1 0,8 4 0,8 2 0,5 1 0,3 3 0,2 0 0,0-1 0,0 2 0,0-1 0,0 0 0,-1-2 0,3-1-8191</inkml:trace>
</inkml:ink>
</file>

<file path=ppt/ink/ink1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24575,'10'18'0,"5"4"0,1 3 0,0-2 0,-4-2 0,0-4 0,-2-3 0,-4-1 0,-2-3-8191</inkml:trace>
</inkml:ink>
</file>

<file path=ppt/ink/ink1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774 44 24575,'2'-4'0,"0"0"0,0 0 0,1 0 0,0 0 0,4-5 0,-6 8 0,1-1 0,0 1 0,-1 0 0,1 0 0,0 0 0,-1 0 0,1 0 0,0 0 0,0 0 0,0 0 0,0 1 0,0-1 0,0 1 0,0 0 0,2-1 0,-4 1 0,1 0 0,-1 0 0,0 0 0,0 0 0,0 0 0,0 0 0,0 0 0,0 0 0,0 0 0,1-1 0,-1 1 0,0 0 0,0 0 0,0 0 0,0 0 0,0 0 0,0 0 0,1 0 0,-1 0 0,0 0 0,0 0 0,0 0 0,0 0 0,0 1 0,1-1 0,-1 0 0,0 0 0,0 0 0,0 0 0,0 0 0,0 0 0,0 0 0,0 0 0,1 0 0,-1 0 0,0 0 0,0 0 0,0 1 0,0-1 0,0 0 0,0 0 0,0 0 0,0 0 0,0 0 0,0 0 0,0 1 0,0-1 0,-6 5 0,-12 3 0,5-4 0,0-1 0,0 0 0,0 0 0,-24 0 0,-58-3 0,45-2 0,-27 1 0,-116 2 0,106 8 0,36-3 0,-32 8 0,73-13 0,1 1 0,0 0 0,-16 7 0,25-9 0,0 0 0,0 0 0,-1 0 0,1 0 0,0 0 0,0 0 0,0 0 0,0 0 0,0 0 0,0 1 0,0-1 0,0 0 0,-1 0 0,1 0 0,0 0 0,0 0 0,0 0 0,0 1 0,0-1 0,0 0 0,0 0 0,0 0 0,0 0 0,0 0 0,0 1 0,0-1 0,0 0 0,0 0 0,0 0 0,0 0 0,0 0 0,0 1 0,0-1 0,0 0 0,0 0 0,0 0 0,0 0 0,0 0 0,1 0 0,-1 1 0,0-1 0,0 0 0,0 0 0,0 0 0,0 0 0,0 0 0,0 0 0,0 0 0,1 0 0,-1 0 0,0 1 0,0-1 0,0 0 0,0 0 0,0 0 0,0 0 0,1 0 0,-1 0 0,0 0 0,0 0 0,0 0 0,0 0 0,1 0 0,9 4 0,-10-4 0,201 53 0,-113-31 0,-56-14 0,6 1 0,66 25 0,-98-31 0,0 0 0,-1 0 0,1 1 0,0-1 0,8 9 0,-13-11 0,0-1 0,-1 1 0,1 0 0,0-1 0,0 1 0,-1 0 0,1 0 0,0 0 0,-1 0 0,1 0 0,-1-1 0,1 1 0,-1 0 0,1 0 0,-1 0 0,0 0 0,1 1 0,-1-1 0,0 0 0,0 0 0,0 0 0,0 0 0,0 0 0,0 0 0,0 0 0,0 0 0,-1 0 0,1 0 0,0 0 0,0 0 0,-1 0 0,1 0 0,-1 0 0,1 0 0,-1 0 0,1 0 0,-1 0 0,0 0 0,0-1 0,1 1 0,-1 0 0,0 0 0,0-1 0,0 2 0,-9 3 0,1 0 0,-1 0 0,0-1 0,0 0 0,0 0 0,-14 2 0,-10 4 0,5 1 0,-24 7 0,1 2 0,-51 28 0,59-24 0,26-16 0,0 1 0,1 1 0,1 1 0,-1 0 0,-16 17 0,30-25 0,0 0 0,0 0 0,0 0 0,1 1 0,0-1 0,0 1 0,0 0 0,0-1 0,0 1 0,1 0 0,-2 5 0,3-9 0,0 0 0,0 0 0,1 1 0,-1-1 0,0 0 0,0 0 0,0 0 0,0 1 0,0-1 0,0 0 0,0 0 0,0 0 0,1 1 0,-1-1 0,0 0 0,0 0 0,0 0 0,0 0 0,1 0 0,-1 1 0,0-1 0,0 0 0,0 0 0,1 0 0,-1 0 0,0 0 0,0 0 0,0 0 0,1 0 0,-1 0 0,0 0 0,0 0 0,1 0 0,-1 0 0,0 0 0,0 0 0,0 0 0,1 0 0,12-1 0,-9 0 0,66-5 0,92 6 0,-76 1 0,382-1-1365,-445 0-5461</inkml:trace>
</inkml:ink>
</file>

<file path=ppt/ink/ink1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9 24575,'-1'-1'0,"1"1"0,-1-1 0,0 0 0,1 1 0,-1-1 0,0 1 0,0-1 0,1 1 0,-1-1 0,0 1 0,0-1 0,0 1 0,0 0 0,1-1 0,-3 1 0,3 0 0,-1 0 0,1 0 0,0 0 0,-1 0 0,1 0 0,0 1 0,0-1 0,-1 0 0,1 0 0,0 0 0,0 1 0,-1-1 0,1 0 0,0 0 0,0 1 0,0-1 0,-1 0 0,1 1 0,0-1 0,0 0 0,0 0 0,0 1 0,0-1 0,0 0 0,0 1 0,-1-1 0,1 0 0,0 1 0,0 5 0,0-1 0,0 1 0,2 10 0,-1-7 0,1 54 0,3 16 0,-4-67 0,1-1 0,1 0 0,0 1 0,9 20 0,17 34 0,-26-63-1365</inkml:trace>
</inkml:ink>
</file>

<file path=ppt/ink/ink1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221 1 24575,'-18'5'0,"-28"11"0,-53 24 0,95-38 0,1 0 0,-1 0 0,1 0 0,-1 1 0,1-1 0,0 1 0,0 0 0,0-1 0,1 1 0,-5 6 0,4-3 0,0 0 0,0 0 0,1 0 0,0 0 0,-3 11 0,5-17 0,0 1 0,0-1 0,0 1 0,-1 0 0,1-1 0,0 1 0,0 0 0,0-1 0,0 1 0,1 0 0,-1-1 0,0 1 0,0-1 0,0 1 0,0 0 0,1-1 0,-1 1 0,0-1 0,0 1 0,1-1 0,-1 1 0,1 0 0,-1-1 0,0 1 0,1-1 0,-1 0 0,1 1 0,-1-1 0,1 1 0,-1-1 0,1 0 0,-1 1 0,1-1 0,0 0 0,-1 0 0,1 1 0,-1-1 0,1 0 0,0 0 0,0 0 0,4 1 0,0-1 0,0 1 0,0-1 0,7-1 0,-5 1 0,258 6 0,-206-2-1365,-36-2-5461</inkml:trace>
</inkml:ink>
</file>

<file path=ppt/ink/ink1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43 24575,'-3'-3'0,"0"1"0,0-1 0,0 0 0,1 1 0,-1-1 0,1 0 0,0-1 0,0 1 0,0 0 0,0-1 0,-2-6 0,18 23 0,112 130 0,-67-80 0,2 3 0,2-4 0,91 70 0,-1-4 0,-141-118 0,-14-11-1365</inkml:trace>
</inkml:ink>
</file>

<file path=ppt/ink/ink1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321 7 24575,'0'-1'0,"0"1"0,0 0 0,0-1 0,0 1 0,-1 0 0,1-1 0,0 1 0,0 0 0,0 0 0,-1-1 0,1 1 0,0 0 0,0 0 0,-1-1 0,1 1 0,0 0 0,0 0 0,-1 0 0,1 0 0,0-1 0,-1 1 0,1 0 0,0 0 0,-1 0 0,1 0 0,0 0 0,-1 0 0,1 0 0,0 0 0,-1 0 0,-9 7 0,-11 22 0,15-19 0,-28 33 0,25-33 0,0 1 0,0 0 0,1 0 0,1 1 0,-11 23 0,-21 81 0,29-79 0,-2 0 0,-2-1 0,-1 0 0,-22 35 0,-9 0-1365,38-58-5461</inkml:trace>
</inkml:ink>
</file>

<file path=ppt/ink/ink1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140 16 24575,'-15'-4'0,"0"0"0,-22-3 0,33 7 0,1-1 0,-1 1 0,0 0 0,0 0 0,1 1 0,-1-1 0,1 1 0,-1-1 0,0 1 0,1 0 0,-6 3 0,8-3 0,-1-1 0,1 1 0,0 1 0,-1-1 0,1 0 0,0 0 0,0 0 0,0 1 0,0-1 0,0 0 0,0 1 0,0-1 0,0 1 0,1-1 0,-1 1 0,0-1 0,1 1 0,-1 0 0,1 2 0,-1 4 0,0 0 0,1 0 0,0 9 0,0 17 0,-1-30 0,0 0 0,1 0 0,-1 0 0,1 1 0,0-1 0,0 0 0,1 0 0,0 0 0,-1 0 0,1 0 0,0 0 0,1 0 0,-1 0 0,1 0 0,0 0 0,0 0 0,0-1 0,0 1 0,1-1 0,-1 0 0,1 1 0,0-1 0,0 0 0,0-1 0,0 1 0,1-1 0,-1 1 0,1-1 0,-1 0 0,1 0 0,0 0 0,0-1 0,0 1 0,0-1 0,0 0 0,5 0 0,32 7 0,0-2 0,0-1 0,1-3 0,67-4 0,-97 0-1365,-3-2-5461</inkml:trace>
</inkml:ink>
</file>

<file path=ppt/ink/ink1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158 1 24575,'-1'0'0,"0"0"0,1 0 0,-1 0 0,0 1 0,1-1 0,-1 0 0,0 1 0,1-1 0,-1 0 0,0 1 0,1-1 0,-1 1 0,1-1 0,-1 1 0,1-1 0,-1 1 0,1-1 0,-1 2 0,-25 21 0,0 1 0,16-16 0,0 1 0,0 1 0,-10 12 0,16-16 0,0 0 0,0 1 0,0-1 0,1 1 0,0 0 0,1 0 0,-4 10 0,2 6 0,0 0 0,1 0 0,1 0 0,2 0 0,0 0 0,5 32 0,4 5 0,22 69 0,-22-99 0,1-1 0,1 0 0,2 0 0,30 48 0,-36-67 0,0 0 0,1 0 0,0-1 0,0 0 0,1 0 0,0-1 0,1 0 0,0 0 0,0-1 0,17 8 0,-15-9-1365,-3 0-5461</inkml:trace>
</inkml:ink>
</file>

<file path=ppt/ink/ink1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99 3 24575,'-1'0'0,"0"-1"0,-1 1 0,1 0 0,-1-1 0,1 1 0,-1 0 0,1 0 0,-1 0 0,1 0 0,-1 0 0,1 0 0,-1 0 0,1 1 0,-1-1 0,1 0 0,-1 1 0,1 0 0,-1-1 0,1 1 0,0 0 0,-1-1 0,-1 3 0,3-2 0,-1 0 0,0 0 0,1 1 0,-1-1 0,1 0 0,-1 1 0,1-1 0,0 0 0,0 1 0,-1-1 0,1 1 0,0-1 0,0 0 0,0 1 0,1-1 0,-1 1 0,0-1 0,0 0 0,1 1 0,-1-1 0,1 0 0,-1 1 0,1-1 0,1 2 0,15 29 0,1-2 0,25 31 0,0 1 0,28 59 0,-63-104 0,0 0 0,-1 1 0,-1 0 0,-1 0 0,4 25 0,-8-37 0,0 0 0,-1-1 0,0 1 0,0 0 0,-1-1 0,0 1 0,-2 10 0,3-15 0,-1 1 0,1 0 0,-1-1 0,0 1 0,1-1 0,-1 0 0,0 1 0,0-1 0,0 1 0,0-1 0,0 0 0,0 0 0,-1 0 0,1 0 0,0 0 0,-1 0 0,1 0 0,0 0 0,-1 0 0,1 0 0,-1-1 0,1 1 0,-1-1 0,0 1 0,1-1 0,-1 0 0,1 1 0,-1-1 0,0 0 0,-2 0 0,-6-2 0,0 0 0,1 0 0,-1-1 0,1-1 0,0 1 0,0-1 0,0-1 0,-10-7 0,-5-1 0,15 8 0,-52-29 0,53 29 0,0-1 0,0 0 0,1 0 0,0 0 0,-7-9 0,12 13 0,0 0 0,1 0 0,-1 0 0,1 0 0,0-1 0,-1 1 0,1 0 0,0-1 0,0 1 0,1 0 0,-1-1 0,0 1 0,1-1 0,0 1 0,-1-1 0,1 0 0,0 1 0,0-1 0,0 1 0,1-5 0,1 4 0,-1 1 0,0-1 0,1 0 0,-1 0 0,1 0 0,0 1 0,0-1 0,0 1 0,0 0 0,0-1 0,0 1 0,1 0 0,-1 0 0,1 1 0,0-1 0,3-1 0,10-6-273,1 2 0,0 0 0,1 1 0,22-6 0,-23 9-6553</inkml:trace>
</inkml:ink>
</file>

<file path=ppt/ink/ink1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4 24575,'-2'-2'0,"-2"1"0,-1 3 0,-1 5 0,-1 0 0</inkml:trace>
</inkml:ink>
</file>

<file path=ppt/ink/ink1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104 45 24575,'0'-3'0,"0"-1"0,0 0 0,0 0 0,1 0 0,-1 1 0,1-1 0,0 0 0,0 1 0,1-1 0,1-4 0,-8 32 0,-1-12 0,-61 131 0,60-123 0,0 1 0,1 0 0,2 0 0,0 1 0,1-1 0,1 1 0,1 0 0,2 22 0,4 19 0,20 91 0,-20-127 0,1 0 0,2 0 0,1-1 0,1 0 0,1 0 0,1-1 0,1-1 0,2 0 0,32 41 0,-39-55-91,7 8-122,0-1 1,1 0 0,1-2 0,0 0-1,28 19 1,-36-29-6614</inkml:trace>
</inkml:ink>
</file>

<file path=ppt/ink/ink1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74 24575,'-3'-2'0,"3"3"0,3 8 0,6 11 0,1-1 0,-4-7 0,0-1 0,1 1 0,16 20 0,-21-29 0,1 0 0,0 0 0,0-1 0,0 1 0,1-1 0,-1 1 0,1-1 0,-1 0 0,1-1 0,-1 1 0,1-1 0,0 1 0,0-1 0,0 0 0,0-1 0,0 1 0,6 0 0,0-1 0,7 1 0,33-4 0,-46 3 0,0-1 0,0 0 0,-1 0 0,1 0 0,0 0 0,0 0 0,0-1 0,-1 0 0,1 0 0,-1 0 0,1 0 0,-1 0 0,5-5 0,6-20 0,-13 29 0,-1 0 0,2 1 0,-1-1 0,0 0 0,0-1 0,0 1 0,1 0 0,-1 0 0,1 0 0,0-1 0,-1 1 0,1-1 0,0 1 0,0-1 0,0 0 0,0 0 0,0 0 0,3 1 0,3 2 0,0-1 0,1-1 0,12 4 0,-5-3 0,1-1 0,22 1 0,-33-3 0,0 0 0,0 0 0,-1-1 0,1 0 0,0 0 0,0 0 0,0-1 0,0 0 0,-1 0 0,6-3 0,-9 4 0,0 0 0,-1 0 0,1 0 0,0-1 0,-1 1 0,1 0 0,-1-1 0,0 1 0,1-1 0,-1 0 0,0 1 0,0-1 0,0 0 0,0 0 0,-1 1 0,1-1 0,0 0 0,0-3 0,-1 2 0,1-1 0,-1 1 0,0 0 0,-1 0 0,1-1 0,-1 1 0,1 0 0,-1 0 0,0 0 0,-2-5 0,-1-2 0,-1 1 0,0 0 0,-1 0 0,0 1 0,-1-1 0,-7-7 0,8 10-105,0-1 0,-1 2 0,0-1 0,0 1 0,0 0 0,-1 0 0,0 0 0,0 1 0,0 1 0,0-1 0,-1 2 0,-9-4 0,6 5-6721</inkml:trace>
</inkml:ink>
</file>

<file path=ppt/ink/ink1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56 24575,'81'-45'0,"-78"44"0,0-1 0,0 1 0,0 0 0,0-1 0,1 2 0,-1-1 0,0 0 0,0 1 0,1-1 0,-1 1 0,0 0 0,0 0 0,1 0 0,-1 1 0,0-1 0,1 1 0,-1 0 0,0-1 0,4 3 0,-2-1 0,0 1 0,0-1 0,0 1 0,0 0 0,-1 1 0,1-1 0,-1 1 0,0 0 0,0 0 0,6 8 0,-9-11 0,0 0 0,0 1 0,0-1 0,0 1 0,0 0 0,0-1 0,0 1 0,-1 0 0,1-1 0,-1 1 0,1 0 0,-1 0 0,0 0 0,1-1 0,-1 1 0,0 0 0,0 0 0,-1 0 0,1 0 0,0-1 0,0 1 0,-1 0 0,1 0 0,-2 2 0,-1 1 0,-1 0 0,1 0 0,-1 0 0,0 0 0,0-1 0,-5 5 0,5-6 0,0 0 0,1 1 0,-1 0 0,1 0 0,0 0 0,0 0 0,0 0 0,-2 7 0,4-10 0,1 0 0,0 0 0,-1 0 0,1 0 0,0 1 0,0-1 0,-1 0 0,1 0 0,0 0 0,0 1 0,1-1 0,-1 0 0,0 0 0,0 0 0,0 0 0,1 1 0,-1-1 0,1 0 0,-1 0 0,1 0 0,0 1 0,0 0 0,1-1 0,-1 0 0,0 0 0,1 0 0,-1 0 0,1 0 0,-1 0 0,1 0 0,-1 0 0,1-1 0,0 1 0,-1-1 0,3 1 0,6 1 0,0-1 0,0-1 0,0 1 0,12-2 0,-13 0 0,18 0-100,-15 0-81,0 0 0,0 1 1,1 1-1,-1-1 0,0 2 1,13 3-1,-16-2-6645</inkml:trace>
</inkml:ink>
</file>

<file path=ppt/ink/ink1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354 16 24575,'-27'0'0,"-14"0"0,-5-3 0,3 0 0,4 0 0,6 0 0,4 1 0,4 1 0,5 1 0,2 0 0,5 2 0,1 1 0,4 3 0</inkml:trace>
</inkml:ink>
</file>

<file path=ppt/ink/ink1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1 100 24575,'13'-13'0,"-1"0"0,28-21 0,-35 30 0,1 0 0,0 1 0,0 0 0,0 0 0,1 0 0,-1 1 0,0 0 0,11-2 0,1 0 0,-6 2 0,0 0 0,0 0 0,0 1 0,0 0 0,15 2 0,-24-1 0,-1 0 0,1 1 0,-1-1 0,1 1 0,-1 0 0,1 0 0,-1 0 0,0 0 0,1 0 0,-1 0 0,0 1 0,0-1 0,0 1 0,0-1 0,0 1 0,0 0 0,-1 0 0,1 0 0,0 0 0,-1 0 0,0 0 0,1 0 0,-1 1 0,0-1 0,0 0 0,0 1 0,-1-1 0,1 1 0,0-1 0,-1 5 0,2 0 0,-2 1 0,1-1 0,-1 0 0,0 0 0,-1 1 0,1-1 0,-1 0 0,-1 0 0,0 0 0,-4 12 0,4-14 0,0 0 0,-1-1 0,0 1 0,0-1 0,0 1 0,-1-1 0,1 0 0,-1-1 0,0 1 0,0 0 0,0-1 0,-1 0 0,1 0 0,-1 0 0,-5 2 0,-26 7 0,28-9 0,0 0 0,-1 0 0,1 0 0,-8 6 0,16-9 0,0 0 0,-1 0 0,1 0 0,0 0 0,-1 0 0,1 0 0,0 1 0,0-1 0,-1 0 0,1 0 0,0 0 0,-1 1 0,1-1 0,0 0 0,0 0 0,0 1 0,-1-1 0,1 0 0,0 0 0,0 1 0,0-1 0,0 0 0,-1 1 0,1-1 0,0 0 0,0 1 0,0-1 0,0 0 0,0 1 0,0-1 0,0 0 0,0 1 0,0-1 0,0 0 0,0 1 0,0 0 0,1-1 0,0 1 0,0-1 0,-1 1 0,1-1 0,0 1 0,0-1 0,0 0 0,0 1 0,0-1 0,0 0 0,0 0 0,1 1 0,30 1 0,-32-2 0,101 8 0,-68-4 0,0-2 0,48-2 0,-68-3-1365,-4 0-5461</inkml:trace>
</inkml:ink>
</file>

<file path=ppt/ink/ink1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24575,'7'2'0,"5"4"0,3 3 0,2 2 0,-1 2 0,1 2 0,-1-3 0,-1 0 0,0 0 0,-2 0 0,-2-1 0,-2-1 0,-1-2 0,2 1 0</inkml:trace>
</inkml:ink>
</file>

<file path=ppt/ink/ink1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24575,'24'17'0,"14"8"0,2 3 0,-3-2 0,-6-2 0,-5-3 0,-4-3 0,-5-4 0,-4-2 0,-2-3 0,-3-1 0</inkml:trace>
</inkml:ink>
</file>

<file path=ppt/ink/ink1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545 89 24575,'-29'-12'0,"-15"-7"0,-5 0 0,1 4 0,4 3 0,4 5 0,7 3 0,4 5 0,2 2 0,3 3 0,1 3 0,-1 0 0,2 1 0,-1 1 0,-1 1 0,1-1 0,1-1 0,6-1-8191</inkml:trace>
</inkml:ink>
</file>

<file path=ppt/ink/ink1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0 24575,'-1'0'0,"1"1"0,0-1 0,0 0 0,-1 0 0,1 1 0,0-1 0,-1 0 0,1 0 0,0 1 0,0-1 0,0 0 0,0 1 0,-1-1 0,1 0 0,0 1 0,0-1 0,0 0 0,0 1 0,0-1 0,0 0 0,0 1 0,0-1 0,0 1 0,0-1 0,0 0 0,0 1 0,0-1 0,0 0 0,0 1 0,0-1 0,0 0 0,0 1 0,1 0 0,3 13 0,5 1 0,1-1 0,1 0 0,0-1 0,1 0 0,25 21 0,-30-27 0,-2-2-195,0-1 0,0 0 0,1 0 0,0 0 0,-1 0 0,11 4 0,-5-5-6631</inkml:trace>
</inkml:ink>
</file>

<file path=ppt/ink/ink1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1 24575,'-9'7'0,"-4"6"0,0-1-8191</inkml:trace>
</inkml:ink>
</file>

<file path=ppt/ink/ink1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2712 1 24575,'-465'0'0,"447"1"0,-31 5 0,29-3 0,-21 1 0,22-2 0,-22 4 0,23-3 0,-25 1 0,-48 3 0,-12 1 0,44-8 0,-69-1 0,69-6 0,-27-1 0,69 8 0,0 0 0,1 2 0,-29 5 0,-26 8 0,47-9 0,-1-1 0,1-1 0,-38 2 0,-520-7 0,572 1 0,-1 2 0,-19 3 0,18-2 0,0-1 0,-13 1 0,-242-3 0,129-1 0,128 2 17,-1 0 1,-17 4-1,6-1-1434,9-2-5409</inkml:trace>
</inkml:ink>
</file>

<file path=ppt/ink/ink1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25 24575,'2'0'0,"0"0"0,-1 1 0,1-1 0,0 0 0,0 1 0,-1-1 0,1 1 0,0-1 0,-1 1 0,1 0 0,0-1 0,-1 1 0,1 0 0,-1 0 0,1 0 0,-1 1 0,0-1 0,0 0 0,1 0 0,-1 1 0,0-1 0,1 3 0,2 2 0,-1 1 0,0 0 0,0 0 0,2 10 0,-3-11 0,0 1 0,0-1 0,1 1 0,4 6 0,14 19 0,51 81 0,-59-95 0,-6-14 0,-6-4 0,-1-1 0,0 1 0,1 0 0,-1-1 0,0 1 0,1 0 0,-1-1 0,0 1 0,0 0 0,0-1 0,1 1 0,-1-1 0,0 1 0,0 0 0,0-1 0,0 1 0,0-1 0,0 1 0,0-1 0,0 1 0,0 0 0,0-1 0,0 0 0,0-2 0,0-1 0,-1 1 0,1 0 0,-1-1 0,0 1 0,0 0 0,0 0 0,0-1 0,-3-3 0,-18-29 0,12 22 0,-27-37 0,25 37 0,1 0 0,-13-23 0,15 22 0,-7-13 0,15 26 0,0 0 0,1 1 0,-1-1 0,0 0 0,1 0 0,0 1 0,-1-1 0,1 0 0,0 0 0,0 0 0,0 0 0,0 1 0,1-4 0,-1 4 0,0 1 0,0-1 0,0 1 0,1-1 0,-1 1 0,0-1 0,0 1 0,1-1 0,-1 1 0,0-1 0,0 1 0,1-1 0,-1 1 0,1 0 0,-1-1 0,0 1 0,1 0 0,-1-1 0,1 1 0,-1 0 0,1-1 0,-1 1 0,1 0 0,-1 0 0,1 0 0,0-1 0,0 1 0,0 0 0,1 0 0,-1 1 0,0-1 0,0 0 0,0 0 0,1 1 0,-1-1 0,0 0 0,0 1 0,2 0 0,3 3 0,0 0 0,-1 0 0,7 6 0,-10-8 0,32 30 0,17 15 0,-44-42 0,-1-1 0,1 1 0,0-1 0,0 0 0,0-1 0,12 4 0,-10-4 0,-1-1 0,0 0 0,17 2 0,-22-4 0,1 0 0,-1-1 0,1 1 0,-1-1 0,1 0 0,-1 1 0,1-1 0,-1-1 0,0 1 0,0-1 0,0 1 0,5-4 0,-3 1 0,0 0 0,0-1 0,-1 1 0,1-1 0,-1 0 0,0 0 0,-1-1 0,1 1 0,-1-1 0,0 0 0,0 0 0,-1 0 0,0 0 0,0 0 0,0 0 0,-1-1 0,0 1 0,0-1 0,-1 1 0,0-8 0,0 14 0,0-1 0,0 1 0,0-1 0,0 1 0,0-1 0,0 1 0,0 0 0,0-1 0,0 1 0,0-1 0,0 1 0,1-1 0,-1 1 0,0 0 0,0-1 0,0 1 0,0-1 0,1 1 0,-1 0 0,0-1 0,0 1 0,1 0 0,-1-1 0,1 1 0,-1 0 0,1 0 0,-1 0 0,1 0 0,-1 0 0,0 0 0,1 1 0,-1-1 0,1 0 0,-1 0 0,0 0 0,1 1 0,-1-1 0,0 0 0,1 1 0,-1-1 0,0 0 0,1 1 0,-1-1 0,0 1 0,17 27 0,-13-21 0,7 11 0,0-1 0,1 1 0,1-2 0,1 0 0,1 0 0,0-2 0,19 16 0,-29-27 0,46 39 0,-46-38 0,0 1 0,-1 0 0,1 0 0,-1 1 0,0-1 0,-1 1 0,5 8 0,-8-13-114,1 0 1,-1 1-1,0-1 0,1 0 0,-1 0 1,0 0-1,0 0 0,0 1 0,0-1 1,0 0-1,-1 2 0</inkml:trace>
</inkml:ink>
</file>

<file path=ppt/ink/ink1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246 15 24575,'-20'-2'0,"-8"-2"0,-3 1 0,2 1 0,4 0 0,3 1 0,3 0 0,4 3 0,4 2 0,-1-1 0,1 0 0,-1-1 0,2-1-8191</inkml:trace>
</inkml:ink>
</file>

<file path=ppt/ink/ink1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1 103 24575,'2'-5'0,"0"-1"0,1 0 0,0 1 0,0-1 0,0 1 0,1 0 0,-1 0 0,1 0 0,0 0 0,1 1 0,-1 0 0,1 0 0,0 0 0,7-4 0,-5 4 0,0 0 0,1 1 0,-1 0 0,1 0 0,-1 1 0,1 0 0,0 1 0,0-1 0,0 1 0,13 0 0,-8 2 0,-1-1 0,0 2 0,0 0 0,20 5 0,-27-5 0,1-1 0,-1 1 0,0 1 0,0-1 0,0 1 0,-1 0 0,1 0 0,-1 0 0,1 1 0,-1 0 0,0-1 0,6 9 0,-8-10 0,-1 1 0,0-1 0,1 0 0,-1 0 0,0 1 0,0-1 0,-1 1 0,1-1 0,0 1 0,-1-1 0,1 1 0,-1 0 0,0-1 0,0 1 0,0-1 0,0 1 0,-1 0 0,1-1 0,-1 1 0,1-1 0,-3 5 0,1-1 0,-1-1 0,0 0 0,0 0 0,0 0 0,-1 0 0,0 0 0,0-1 0,-6 6 0,2 0 0,-1-1 0,2 1 0,0 1 0,0 0 0,1 0 0,-7 16 0,-14 24 0,77-63 0,-17 5 0,-1 2 0,54-1 0,-78 6-341,0-1 0,-1 1-1,16-4 1,-12 1-6485</inkml:trace>
</inkml:ink>
</file>

<file path=ppt/ink/ink1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24575,'2'0'0,"2"3"0,1 0 0,1 2 0,1 4 0,3 1 0,-2 3 0,-1 0 0,1-1 0,-2 0 0,1 0 0,2 0 0,-1 1 0,1 1 0,-1 0 0,0-2 0,-1-1 0</inkml:trace>
</inkml:ink>
</file>

<file path=ppt/ink/ink1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24575,'19'17'0,"10"9"0,1 1 0,-1-1 0,-3-2 0,-4-3 0,-3-5 0,-3-3 0,0-1 0,-5-2-8191</inkml:trace>
</inkml:ink>
</file>

<file path=ppt/ink/ink1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372 68 24575,'-29'-9'0,"-15"-7"0,-5 0 0,4 3 0,4 4 0,7 5 0,4 4 0,5 4 0,4 1 0,1 3 0,1 2 0,4-1-8191</inkml:trace>
</inkml:ink>
</file>

<file path=ppt/ink/ink1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24575,'7'21'0,"0"-1"0,2 0 0,14 25 0,-2-3 0,35 58 0,-2-3 0,-50-89-105,13 31 343,-16-36-374,0 0 0,0 0 0,-1 0-1,1 1 1,-1-1 0,0 0 0,0 1 0,0-1-1,0 0 1,-1 5 0,-2 1-6690</inkml:trace>
</inkml:ink>
</file>

<file path=ppt/ink/ink1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153 11 24575,'-17'-4'0,"-32"-2"0,44 6 0,0-1 0,1 2 0,-1-1 0,0 0 0,0 1 0,1 0 0,-1 0 0,0 0 0,1 1 0,-1 0 0,-6 3 0,10-4 0,-1 0 0,0 0 0,1 1 0,-1-1 0,0 1 0,1-1 0,0 1 0,-1-1 0,1 1 0,0 0 0,0 0 0,0 0 0,0 0 0,0-1 0,0 1 0,1 0 0,-1 1 0,1-1 0,-1 0 0,1 0 0,0 0 0,0 0 0,0 0 0,0 0 0,0 0 0,0 0 0,0 1 0,1-1 0,-1 0 0,1 0 0,0 0 0,1 2 0,-1 0 0,1 0 0,0 0 0,1 0 0,-1 0 0,1 0 0,-1 0 0,1-1 0,0 0 0,0 1 0,1-1 0,-1-1 0,1 1 0,0 0 0,5 2 0,6 1 19,0-1 0,1-1 0,0 0 0,0-1-1,0-1 1,29 1 0,-23-2-518,0 1 0,36 8 0,-44-6-6327</inkml:trace>
</inkml:ink>
</file>

<file path=ppt/ink/ink1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 24575,'30'-12'0,"-17"10"0,1 1 0,-1 0 0,1 1 0,-1 0 0,0 1 0,1 0 0,-1 1 0,0 1 0,0 0 0,21 8 0,-19-5 0,82 35 0,-84-34 0,0 0 0,-1 1 0,0 1 0,0 0 0,11 11 0,8 6 0,-23-21 0,-1 2 0,1-1 0,12 15 0,2 9 0,28 46 0,-44-65 0,-1 0 0,0 0 0,0 0 0,-1 0 0,-1 1 0,0 0 0,0-1 0,1 20 0,3 30 0,-4-41 0,1 30 0,-4-2 0,-1-16 0,1 1 0,9 56 0,-7-83 0,-1 1 0,-1 0 0,1 0 0,-1-1 0,0 1 0,-1 0 0,0 0 0,0 0 0,0-1 0,-1 1 0,0 0 0,0-1 0,-1 0 0,1 1 0,-2-1 0,1 0 0,0-1 0,-1 1 0,0 0 0,-7 6 0,-92 102 0,100-111-32,0 0 0,-1-1-1,0 1 1,0-1 0,0 0-1,0 0 1,-8 2 0,3 0-1075,0-1-5719</inkml:trace>
</inkml:ink>
</file>

<file path=ppt/ink/ink1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587 7 24575,'0'0'0,"0"0"0,0-1 0,0 1 0,0 0 0,0-1 0,0 1 0,0 0 0,0 0 0,0-1 0,-1 1 0,1 0 0,0 0 0,0-1 0,0 1 0,0 0 0,0 0 0,-1-1 0,1 1 0,0 0 0,0 0 0,-1 0 0,1-1 0,0 1 0,0 0 0,0 0 0,-1 0 0,1 0 0,0 0 0,-1 0 0,1 0 0,0-1 0,0 1 0,-1 0 0,1 0 0,0 0 0,-1 0 0,1 0 0,0 0 0,0 0 0,-1 0 0,1 0 0,0 1 0,0-1 0,-1 0 0,1 0 0,0 0 0,-1 0 0,1 0 0,0 0 0,0 1 0,-1-1 0,1 0 0,0 0 0,-15 9 0,-104 95 0,105-89 0,1 1 0,1 0 0,0 1 0,-17 33 0,-11 18 0,33-59 0,0 0 0,-1 0 0,0 0 0,-15 13 0,21-21 0,-10 8 0,0 1 0,1 0 0,0 0 0,0 1 0,2 0 0,-15 22 0,15-20 0,-20 23 0,23-30 0,-1 2 0,1-1 0,1 1 0,-1-1 0,2 2 0,-1-1 0,1 0 0,-6 17 0,4-4 0,-1-2 0,-19 38 0,13-29 0,-16 49-1365,25-65-5461</inkml:trace>
</inkml:ink>
</file>

<file path=ppt/ink/ink1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8 24575,'-1'-1'0,"0"0"0,-1 0 0,1 1 0,0-1 0,-1 0 0,1 1 0,-1-1 0,1 1 0,-1-1 0,1 1 0,-1 0 0,1-1 0,-1 1 0,1 0 0,-3 0 0,3 1 0,1-1 0,0 0 0,-1 0 0,1 0 0,-1 0 0,1 0 0,0 1 0,0-1 0,-1 0 0,1 0 0,0 1 0,-1-1 0,1 0 0,0 1 0,0-1 0,-1 0 0,1 0 0,0 1 0,0-1 0,0 1 0,-1-1 0,1 0 0,0 1 0,0 0 0,0 1 0,0-1 0,0 0 0,0 1 0,0-1 0,0 0 0,0 0 0,0 1 0,1-1 0,0 2 0,10 29 0,-2-1 0,-1 2 0,-2-1 0,-1 1 0,2 38 0,-7-69-98,0 0 1,0 0-1,0 0 1,0 0-1,0 0 1,-1 0-1,1 0 1,0 0-1,-1 0 1,1 0-1,-1 0 1,0 0-1,-2 3 1</inkml:trace>
</inkml:ink>
</file>

<file path=ppt/ink/ink1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630 27 24575,'-1'-1'0,"1"-1"0,-1 1 0,1-1 0,-1 1 0,1 0 0,-1-1 0,0 1 0,1 0 0,-1 0 0,0-1 0,0 1 0,0 0 0,0 0 0,0 0 0,0 0 0,-1 0 0,1 0 0,0 0 0,0 1 0,-1-1 0,1 0 0,0 1 0,-3-1 0,0 0 0,0 1 0,0 0 0,0 0 0,0 1 0,1-1 0,-1 1 0,0 0 0,-4 1 0,-16 2 0,-1 0 0,0-2 0,0-1 0,-37-3 0,10 1 0,-267 1 0,294 2-1365,16 1-5461</inkml:trace>
</inkml:ink>
</file>

<file path=ppt/ink/ink1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 1 24575,'-2'1'0,"-1"1"0,1 0 0,-1 0 0,1 1 0,0-1 0,0 0 0,0 1 0,0-1 0,0 1 0,0 0 0,1 0 0,-1-1 0,1 1 0,0 0 0,0 0 0,0 0 0,0 1 0,1-1 0,-1 0 0,1 0 0,-1 0 0,1 0 0,0 1 0,1-1 0,-1 0 0,0 0 0,1 0 0,0 0 0,0 0 0,0 0 0,0 0 0,0 0 0,1 0 0,-1 0 0,1 0 0,0-1 0,-1 1 0,5 4 0,-6-7 0,1 0 0,-1 1 0,0-1 0,0 0 0,0 0 0,1 1 0,-1-1 0,0 0 0,0 0 0,1 1 0,-1-1 0,0 0 0,1 0 0,-1 0 0,0 1 0,1-1 0,-1 0 0,0 0 0,1 0 0,-1 0 0,0 0 0,1 0 0,-1 0 0,0 0 0,1 0 0,0-7 0,-7-14 0,-14-22 0,18 40 0,0-1 0,0 0 0,0 1 0,0 0 0,-1 0 0,0 0 0,0 0 0,0 0 0,-4-3 0,7 6 0,0 0 0,0 0 0,0 0 0,0 0 0,0 0 0,0 0 0,0 0 0,0 0 0,0 0 0,-1-1 0,1 1 0,0 0 0,0 0 0,0 0 0,0 0 0,0 0 0,0 0 0,0 0 0,0 0 0,0 0 0,-1 0 0,1 0 0,0 0 0,0 0 0,0 0 0,0 0 0,0 0 0,0 0 0,0 0 0,0 0 0,0 1 0,0-1 0,-1 0 0,1 0 0,0 0 0,0 0 0,0 0 0,0 0 0,0 0 0,0 0 0,0 0 0,0 0 0,0 0 0,0 0 0,0 0 0,0 1 0,0-1 0,0 0 0,0 0 0,0 0 0,0 0 0,0 0 0,0 0 0,0 0 0,-1 0 0,1 0 0,1 9 0,5 8 0,6 7 0,23 37 0,-7-16 0,-23-34-1365,-1-1-5461</inkml:trace>
</inkml:ink>
</file>

<file path=ppt/ink/ink1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24 24575,'0'-1'0,"1"-1"0,-1 1 0,1-1 0,-1 1 0,1-1 0,0 1 0,0 0 0,-1 0 0,1-1 0,0 1 0,0 0 0,0 0 0,1 0 0,-1 0 0,0 0 0,2-1 0,-2 1 0,0 1 0,0 0 0,0 0 0,0 0 0,0 0 0,0 0 0,0 0 0,0 0 0,0 0 0,0 0 0,0 0 0,0 0 0,0 1 0,0-1 0,0 0 0,0 1 0,0-1 0,-1 1 0,1-1 0,0 1 0,0-1 0,0 1 0,-1 0 0,1-1 0,0 1 0,1 1 0,246 274 0,-222-243 0,-2 1 0,-2 2 0,-1 0 0,-1 1 0,-2 1 0,23 73 0,-37-96 0,-1 0 0,-1-1 0,0 1 0,0 0 0,-2 0 0,0 0 0,0 0 0,-1 0 0,-6 25 0,5-34 0,1 1 0,-2-1 0,1 0 0,-1 1 0,0-1 0,0-1 0,0 1 0,-1 0 0,0-1 0,0 0 0,-1 0 0,1 0 0,-1 0 0,0-1 0,0 1 0,-1-1 0,1-1 0,-1 1 0,0-1 0,0 0 0,0 0 0,0-1 0,-12 4 0,-32 5-1365,37-8-5461</inkml:trace>
</inkml:ink>
</file>

<file path=ppt/ink/ink1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 24575,'4'-3'0,"-1"1"0,0 0 0,1 0 0,0 1 0,-1-1 0,1 1 0,0-1 0,0 1 0,-1 1 0,1-1 0,0 0 0,5 1 0,-4 0 0,0 1 0,0 0 0,0 0 0,1 0 0,-1 1 0,0-1 0,-1 1 0,9 4 0,-1 2 0,1-1 0,-1 1 0,-1 1 0,0 0 0,18 19 0,44 59 0,-50-58 0,5 7 0,-2 1 0,-1 1 0,-2 2 0,35 80 0,-34-56 0,21 80 0,-40-119 0,0 1 0,-1-1 0,-1 1 0,-2 0 0,-1 0 0,-3 36 0,1-55-80,1 1 0,-1-1-1,0 1 1,0-1 0,-1 0-1,0 0 1,-1-1 0,1 1-1,-1 0 1,0-1 0,-1 0 0,0 0-1,0-1 1,0 1 0,0-1-1,-7 5 1,2-1-6746</inkml:trace>
</inkml:ink>
</file>

<file path=ppt/ink/ink1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13123 1 24575,'0'0'0,"0"0"0,0 0 0,-1 1 0,1-1 0,0 0 0,0 0 0,0 1 0,0-1 0,0 0 0,0 0 0,0 0 0,0 1 0,0-1 0,1 0 0,-1 0 0,0 1 0,0-1 0,0 0 0,0 0 0,0 0 0,0 1 0,0-1 0,0 0 0,1 0 0,-1 0 0,0 0 0,0 1 0,0-1 0,0 0 0,1 0 0,-1 0 0,0 0 0,0 0 0,0 0 0,1 1 0,-1-1 0,0 0 0,0 0 0,0 0 0,1 0 0,-1 0 0,0 0 0,0 0 0,1 0 0,-1 0 0,0 0 0,0 0 0,0 0 0,1 0 0,-1 0 0,0 0 0,0 0 0,1 0 0,-1-1 0,0 1 0,0 0 0,0 0 0,1 0 0,-1 0 0,0 0 0,0 0 0,0-1 0,0 1 0,0 0 0,1 0 0,-1 0 0,0 0 0,0-1 0,0 1 0,-1 18 0,-3-6 0,0 0 0,-1-1 0,0 1 0,-1-1 0,0 0 0,-13 17 0,15-24 0,0 1 0,-1-1 0,1 0 0,-1 0 0,0 0 0,0-1 0,0 1 0,-1-1 0,1-1 0,-1 1 0,1-1 0,-1 0 0,0 0 0,-11 2 0,-5-2 0,1 0 0,-41-1 0,35-2 0,-24 0 0,-71 2 0,83 6 0,29-4 0,-1-1 0,-15 1 0,0-2 0,1-1 0,-1-1 0,1-2 0,0 0 0,-45-12 0,60 13 0,0 0 0,0 0 0,0 1 0,0 0 0,0 1 0,0 1 0,-1-1 0,1 1 0,-16 4 0,8-1 0,-12-1 0,0-1 0,0-1 0,-39-4 0,21-4 0,30 4 0,-32-2 0,24 6 0,-35 6 0,35-4 0,-34 2 0,55-5 0,-27 0 0,0-1 0,-43-8 0,54 6 0,0 1 0,-23 1 0,21 1 0,-32-5 0,-2-2 0,0 3 0,-73 5 0,47 0 0,-325-1 0,307-8 0,41 1 0,2 1 0,-61-2 0,118 8 0,-29 0 0,0-1 0,-43-6 0,59 4 0,1 1 0,0 1 0,-1 0 0,1 1 0,0 1 0,-1 0 0,1 1 0,-16 3 0,20-3 0,0-1 0,1-1 0,-1 0 0,0 0 0,0-1 0,0 0 0,-14-4 0,-1 1 0,-9-1 0,13 1 0,0 1 0,-23 0 0,17 2 0,-26-5 0,27 2 0,-31 0 0,-758 5 0,787 0 0,-29 5 0,-26 2 0,43-8 0,18-1 0,-1 1 0,0 1 0,0 1 0,-41 9 0,37-5 0,-48 6 0,-15 2 0,74-9 0,0 0 0,0 1 0,0 0 0,1 1 0,0 1 0,-24 17 0,-70 67 0,102-86 0,5-5 0,0 0 0,-1 0 0,1 0 0,0 0 0,0 1 0,0-1 0,0 0 0,0 0 0,1 1 0,-1-1 0,0 0 0,1 1 0,-1-1 0,0 1 0,1-1 0,0 1 0,-1-1 0,1 1 0,0-1 0,0 1 0,0 0 0,0 2 0,1-1 0,0 0 0,1 0 0,-1 0 0,1 0 0,0 0 0,-1-1 0,1 1 0,0-1 0,5 5 0,-6-6 0,0 1 0,0 0 0,1 0 0,-1 0 0,-1 0 0,1 0 0,1 3 0,-3 2 0,1-6 0,-1-1 0,1 0 0,0 0 0,-1 0 0,1 0 0,-1 1 0,1-1 0,-1 0 0,1 0 0,-1 0 0,1 0 0,0 0 0,-1 0 0,1 0 0,-1 0 0,1 0 0,-1-1 0,1 1 0,-1 0 0,1 0 0,0 0 0,-1-1 0,-1 0 0,0 0 0,0 0 0,0 0 0,0 0 0,0-1 0,0 1 0,0-1 0,1 1 0,-1-1 0,1 0 0,-3-3 0,-15-26 0,7 9 0,9 18 0,-1 0 0,1 0 0,-1 0 0,0 1 0,0-1 0,0 1 0,-1 0 0,1 0 0,-1 0 0,1 1 0,-1 0 0,0-1 0,0 2 0,0-1 0,0 1 0,-9-2 0,-6 1 0,0 0 0,0 1 0,-23 3 0,1 0 0,-1185-2 0,1138 7 0,5 0 0,-44 1 0,-19-1 0,-407-8 0,446 9 0,9-1 0,-551-6 0,315-2 0,242 8 0,-1 1 0,3-1 0,4 0 0,4-8 0,-62 2 0,36 13 0,68-8 0,14-2 0,-31 1 0,-30 2 0,-6 1 0,8-1 0,-1 0 0,-28 0 0,-4 0 0,103-7 0,-40 0 0,-71 9 0,90-4 0,-145 26 0,164-27 0,-7 3 0,0-2 0,0 0 0,0-2 0,-28 1 0,33-4 0,-1 1 0,-38 6 0,35-4 0,-25 1 0,-23 3 0,54-4 0,-1-1 0,-21-1 0,22-2 0,1 2 0,-30 5 0,18-2 0,0-1 0,0-1 0,-46-3 0,-37 2 0,64 6 0,30-4 0,-31 1 0,-427-4 0,461 1 0,1 0 0,-17 4 0,15-2 0,-24 2 0,-38-6 0,-31 2 0,61 5 0,30-2 0,-32 0 0,14-3 0,-72-3 0,69-5 0,29 5 0,-1 0 0,-15-1 0,-67-7 0,84 9 0,-92-11 0,93 10 0,0 1 0,1 0 0,0 0 0,-1-1 0,1 0 0,0-1 0,0 0 0,0 0 0,1 0 0,-12-7 0,8 3 0,0 0 0,-1 1 0,1 0 0,-24-7 0,24 9 0,0 0 0,0 0 0,1-1 0,-1 0 0,1-1 0,0 0 0,-8-8 0,9 6 0,1 0 0,0-1 0,0 0 0,1 0 0,-8-15 0,-19-52 0,13 28 0,13 36-1365,1 3-5461</inkml:trace>
</inkml:ink>
</file>

<file path=ppt/ink/ink1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332 16 24575,'-15'0'0,"-39"0"0,-75-9 0,94 5-682,-51 2-1,74 2-6143</inkml:trace>
</inkml:ink>
</file>

<file path=ppt/ink/ink1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304 16 24575,'-27'-3'0,"-14"0"0,-2 0 0,3 0 0,7 1 0,6 1 0,5 1 0,6 2 0,4 1 0,-3 8 0,0 4 0,3-1-8191</inkml:trace>
</inkml:ink>
</file>

<file path=ppt/ink/ink1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82 80 24575,'-24'-16'0,"17"13"0,1-1 0,1 0 0,-1 0 0,1-1 0,-1 1 0,1-1 0,0 0 0,-4-7 0,9 12 0,-1-1 0,1 0 0,-1 1 0,1-1 0,0 0 0,-1 1 0,1-1 0,0 0 0,0 1 0,0-1 0,0 0 0,-1 0 0,1 1 0,0-1 0,0 0 0,1-1 0,-1 2 0,0 0 0,0-1 0,0 1 0,0 0 0,0 0 0,1-1 0,-1 1 0,0 0 0,0 0 0,0-1 0,1 1 0,-1 0 0,0 0 0,0 0 0,1 0 0,-1-1 0,0 1 0,1 0 0,-1 0 0,0 0 0,0 0 0,1 0 0,-1 0 0,0 0 0,1 0 0,-1 0 0,2 0 0,-1 0 0,0 0 0,0 0 0,0 0 0,0 0 0,1 1 0,-1-1 0,0 0 0,0 1 0,0-1 0,0 1 0,0 0 0,0-1 0,0 1 0,0 0 0,0-1 0,0 1 0,0 0 0,1 1 0,7 12 0,-1 0 0,12 27 0,-12-23 0,16 25 0,9 2 0,2-2 0,42 39 0,-12-12 0,83 81 0,-63-68 0,-69-65 0,19 27 0,-10-13 0,-25-31-45,1 0-85</inkml:trace>
</inkml:ink>
</file>

<file path=ppt/ink/ink1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208 45 24575,'-1'-2'0,"0"0"0,1 0 0,-1-1 0,1 1 0,0 0 0,0 0 0,-1 0 0,2 0 0,-1 0 0,0-1 0,0 1 0,1 0 0,-1 0 0,1 0 0,-1 0 0,1 0 0,0 0 0,1-2 0,0 2 0,-3 4 0,-4 6 0,-6 3 0,2-1 0,-1 2 0,1-1 0,1 1 0,0 0 0,1 1 0,-11 26 0,9-14 0,2-1 0,0 1 0,2 1 0,-3 34 0,-16 73 0,6-50 0,14-58-273,-2 0 0,0-1 0,-2 0 0,-11 25 0,13-38-6553</inkml:trace>
</inkml:ink>
</file>

<file path=ppt/ink/ink1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 9 24575,'0'-1'0,"0"1"0,-1-1 0,1 1 0,-1-1 0,0 1 0,1-1 0,-1 1 0,1-1 0,-1 1 0,0-1 0,1 1 0,-1 0 0,0-1 0,1 1 0,-1 0 0,0 0 0,0-1 0,1 1 0,-1 0 0,0 0 0,0 0 0,1 0 0,-1 0 0,-1 0 0,1 1 0,0-1 0,0 1 0,1-1 0,-1 1 0,1 0 0,-1-1 0,0 1 0,1 0 0,-1 0 0,1-1 0,0 1 0,-1 0 0,1 0 0,0 0 0,-1-1 0,1 1 0,0 2 0,-2 5 0,1 1 0,0 0 0,1 11 0,0-17 0,0 8 0,1 0 0,0 1 0,3 15 0,-2-21 0,0-1 0,0 1 0,0-1 0,0 1 0,1-1 0,0 0 0,0 0 0,6 6 0,63 75-1365</inkml:trace>
</inkml:ink>
</file>

<file path=ppt/ink/ink1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116 0 24575,'-2'8'0,"0"0"0,0 0 0,-1 0 0,-5 10 0,-26 48 0,24-49 0,2 0 0,0 1 0,1 0 0,0 0 0,2 1 0,-4 22 0,4-4 0,1 0 0,2 47 0,2-53 0,7 48 0,-5-67 0,1 0 0,0-1 0,0 1 0,2-1 0,-1 1 0,13 20 0,-2-9 0,1 0 0,1-1 0,0-1 0,2-1 0,28 24 0,-5-11 0,81 50 0,-55-46-1365,-56-31-5461</inkml:trace>
</inkml:ink>
</file>

<file path=ppt/ink/ink1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1 160 24575,'28'4'0,"8"1"0,0-2 0,37-1 0,-63-2 0,-1-1 0,1 0 0,-1-1 0,0 0 0,0-1 0,0 0 0,0 0 0,0-1 0,-1 0 0,1-1 0,10-7 0,-17 10 0,0 1 0,-1-1 0,1 1 0,-1-1 0,0 0 0,1 1 0,-1-1 0,0 0 0,0 0 0,0 0 0,0 0 0,0 0 0,-1 0 0,1 0 0,0 0 0,-1 0 0,0 0 0,1 0 0,-1-1 0,0 1 0,0 0 0,0 0 0,-1 0 0,1 0 0,0 0 0,-1-1 0,1 1 0,-1 0 0,-1-2 0,0 0 0,0 0 0,-1 0 0,1 1 0,-1-1 0,0 1 0,0 0 0,0 0 0,0 0 0,-1 0 0,1 0 0,-1 1 0,0-1 0,-6-2 0,1 0 0,-1 1 0,0 1 0,0 0 0,0 0 0,0 0 0,-17-1 0,21 4 0,1 0 0,-1 0 0,0 0 0,1 1 0,-1 0 0,1 0 0,-1 0 0,1 1 0,-1 0 0,1 0 0,0 0 0,0 1 0,-8 5 0,-6 4 0,12-8 0,0 0 0,1 1 0,-10 8 0,14-11 0,0 0 0,1 1 0,-1-1 0,0 0 0,0 1 0,1 0 0,0-1 0,0 1 0,-1 0 0,1 0 0,1 0 0,-1-1 0,0 5 0,0 1 0,0-1 0,1 1 0,-1 0 0,2-1 0,-1 1 0,3 8 0,-2-11 0,0-1 0,0 0 0,1 1 0,0-1 0,0 0 0,0 0 0,0 0 0,1 0 0,-1-1 0,1 1 0,5 5 0,-2-4 0,59 54 0,-56-51 0,1-2 0,1 1 0,-1-1 0,1-1 0,15 7 0,3-1 0,0-2 0,1 0 0,0-2 0,1-1 0,-1-2 0,48 2 0,-76-6-44,39-4 214,-38 4-270,-1-1 1,0 1 0,1-1-1,-1 0 1,0 0-1,1 0 1,-1 0 0,0 0-1,0 0 1,0 0-1,0-1 1,0 1 0,0-1-1,2-3 1</inkml:trace>
</inkml:ink>
</file>

<file path=ppt/ink/ink1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 1 24575,'6'2'0,"0"0"0,-1 1 0,1 0 0,-1 1 0,0-1 0,0 1 0,0 0 0,-1 0 0,1 0 0,-1 1 0,0 0 0,0 0 0,4 7 0,4 9 0,0 0 0,9 27 0,-7-17 0,72 169 0,-83-192 0,0 0 0,0 0 0,-1 0 0,2 17 0,-3-24 0,-1 0 0,0 1 0,0-1 0,0 1 0,0-1 0,0 1 0,0-1 0,0 1 0,-1-1 0,1 0 0,0 1 0,-1-1 0,1 0 0,-1 1 0,0-1 0,1 0 0,-1 1 0,0-1 0,0 0 0,0 0 0,0 0 0,0 0 0,0 0 0,0 0 0,0 0 0,0 0 0,0 0 0,-1-1 0,1 1 0,0 0 0,-1-1 0,1 1 0,0-1 0,-1 1 0,1-1 0,-2 1 0,-5-1 0,0 0 0,0 0 0,0 0 0,1-1 0,-1 0 0,0 0 0,0-1 0,1 0 0,-13-5 0,8 2 0,-1-1 0,2 0 0,-1-1 0,-20-15 0,27 18 0,1-1 0,-1 0 0,0 0 0,1 0 0,0 0 0,1-1 0,-1 1 0,1-1 0,0 0 0,-3-8 0,5 12 0,0 0 0,1 0 0,-1 0 0,1-1 0,-1 1 0,1 0 0,0 0 0,0-1 0,0 1 0,0 0 0,0 0 0,0-1 0,1 1 0,-1 0 0,1 0 0,0-1 0,-1 1 0,1 0 0,0 0 0,0 0 0,0 0 0,1 0 0,-1 1 0,0-1 0,1 0 0,-1 0 0,1 1 0,0-1 0,-1 1 0,1-1 0,0 1 0,0 0 0,3-1 0,6-3 0,0 0 0,0 1 0,1 1 0,18-4 0,-12 4 0,19-8 0,6-5-1365,-34 10-5461</inkml:trace>
</inkml:ink>
</file>

<file path=ppt/ink/ink1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21 24575,'3'-10'0,"-2"0"0</inkml:trace>
</inkml:ink>
</file>

<file path=ppt/ink/ink1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115 7 24575,'0'0'0,"0"-1"0,0 1 0,-1 0 0,1-1 0,0 1 0,0 0 0,0 0 0,0-1 0,0 1 0,-1 0 0,1 0 0,0-1 0,0 1 0,0 0 0,-1 0 0,1-1 0,0 1 0,0 0 0,-1 0 0,1 0 0,0 0 0,-1-1 0,1 1 0,0 0 0,0 0 0,-1 0 0,1 0 0,0 0 0,-1 0 0,1 0 0,0 0 0,-1 0 0,1 0 0,0 0 0,-1 0 0,1 0 0,0 0 0,-1 0 0,1 0 0,0 0 0,0 0 0,-1 1 0,1-1 0,0 0 0,-1 0 0,1 0 0,0 0 0,0 1 0,-1-1 0,1 0 0,0 0 0,0 1 0,0-1 0,-1 0 0,1 0 0,0 1 0,-14 22 0,5-7 0,-12 6 0,16-16 0,-1 0 0,0 0 0,1 0 0,-8 13 0,10-12 0,0 0 0,0 0 0,0 1 0,1-1 0,0 1 0,0-1 0,0 1 0,1 0 0,0 13 0,2-8 0,0-1 0,1 0 0,0 1 0,1-1 0,6 16 0,7 14 0,1-2 0,2 0 0,2-1 0,32 44 0,-44-71 0,1 1 0,1-2 0,0 1 0,0-1 0,1-1 0,0 0 0,22 12 0,-22-16-1365,-2-2-5461</inkml:trace>
</inkml:ink>
</file>

<file path=ppt/ink/ink1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 31 24575,'-8'-15'0,"7"15"0,1-1 0,0 0 0,0 0 0,-1 1 0,1-1 0,0 0 0,0 1 0,0-1 0,0 0 0,0 0 0,0 1 0,0-1 0,0 0 0,0 1 0,0-1 0,1 0 0,-1 0 0,0 1 0,1-2 0,0 3 0,-1 0 0,1-1 0,-1 1 0,1 0 0,-1 0 0,1 1 0,-1-1 0,0 0 0,1 0 0,-1 0 0,0 0 0,0 2 0,4 37 0,-4-27 0,1 0 0,1-1 0,3 13 0,-4-21 0,1 1 0,-1 0 0,1-1 0,1 0 0,-1 1 0,0-1 0,1 0 0,0 0 0,0-1 0,0 1 0,6 5 0,-4-6 0,-1 1 0,1-1 0,0 0 0,0 0 0,1-1 0,-1 1 0,0-1 0,1 0 0,0-1 0,-1 1 0,1-1 0,0 0 0,-1-1 0,1 1 0,0-1 0,0 0 0,0-1 0,-1 0 0,1 1 0,0-2 0,0 1 0,-1-1 0,1 0 0,-1 0 0,0 0 0,1-1 0,-1 1 0,0-1 0,-1-1 0,1 1 0,0-1 0,-1 0 0,6-6 0,-8 7 0,0 0 0,0 0 0,0-1 0,0 1 0,-1-1 0,1 0 0,-1 1 0,1-6 0,3-7 0,-4 16 0,-1-1 0,0 0 0,1 1 0,-1-1 0,1 1 0,-1-1 0,1 0 0,0 1 0,-1-1 0,1 1 0,-1-1 0,1 1 0,0 0 0,-1-1 0,1 1 0,0-1 0,0 1 0,-1 0 0,1 0 0,0 0 0,0-1 0,-1 1 0,1 0 0,0 0 0,0 0 0,0 0 0,-1 0 0,1 0 0,0 0 0,0 1 0,0-1 0,-1 0 0,1 0 0,1 1 0,5 2 0,0-1 0,-1 1 0,7 4 0,-2-2 0,13 4 0,0-1 0,1-1 0,0-1 0,47 5 0,-69-11 0,1 0 0,-1 0 0,1 0 0,-1 0 0,1 0 0,-1-1 0,1 1 0,-1-1 0,1 0 0,2-2 0,-4 3 0,-1-1 0,0 1 0,0-1 0,0 0 0,0 1 0,0-1 0,0 0 0,0 0 0,0 0 0,0 0 0,-1 0 0,1 0 0,0 0 0,-1 0 0,1 0 0,0 0 0,-1-1 0,1 1 0,-1 0 0,0 0 0,1 0 0,-1-1 0,0 1 0,0 0 0,0-1 0,0 1 0,0 0 0,0 0 0,0-1 0,-1-1 0,0-2 8,0 1 0,-1-1 0,0 0 0,0 1 0,0-1 0,0 1 0,-1 0 0,1 0 0,-1 0 0,0 0 0,-1 0 0,1 1 0,-1-1 0,-5-4 0,-2 0-305,0 1 0,0 0 0,0 0 0,-16-5 0,14 6-6529</inkml:trace>
</inkml:ink>
</file>

<file path=ppt/ink/ink1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 0 24575,'-3'0'0,"0"3"0,0 2 0,3 2 0,1 1 0,4 2 0,0 1 0,2 0 0,2 0 0,3 0 0,-2 1 0,1-1 0,-3-1 0,1 1 0,1 1 0,-1 1 0,-2 0 0,-3-1-8191</inkml:trace>
</inkml:ink>
</file>

<file path=ppt/ink/ink1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189 1 24575,'-20'2'0,"-8"1"0,-3 3 0,2 0 0,3-2 0,4 3 0,3-2 0,5 0-8191</inkml:trace>
</inkml:ink>
</file>

<file path=ppt/ink/ink1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1 100 24575,'0'-6'0,"0"-1"0,1 0 0,-1 0 0,2 1 0,2-13 0,-3 17 0,0 0 0,0 0 0,0 0 0,0 0 0,0 0 0,0 0 0,1 0 0,-1 0 0,0 1 0,1-1 0,0 0 0,-1 1 0,1 0 0,0-1 0,0 1 0,0 0 0,-1 0 0,1 0 0,1 0 0,3-2 0,6 0 0,1 0 0,0 0 0,0 2 0,0-1 0,0 2 0,22 0 0,-32 1 0,0-1 0,1 1 0,-1-1 0,1 1 0,-1 0 0,0 0 0,1 1 0,-1-1 0,0 1 0,0-1 0,0 1 0,0 0 0,0 0 0,-1 1 0,1-1 0,0 0 0,-1 1 0,0 0 0,0-1 0,0 1 0,0 0 0,0 0 0,0 0 0,-1 0 0,1 1 0,-1-1 0,0 0 0,0 0 0,1 7 0,8 69 0,-8-74 0,-1 1 0,-1-1 0,1 1 0,-1-1 0,1 1 0,-2-1 0,1 1 0,-1 0 0,1-1 0,-2 0 0,1 1 0,0-1 0,-1 0 0,0 1 0,0-1 0,-1 0 0,0 0 0,0-1 0,0 1 0,0-1 0,0 1 0,-1-1 0,0 0 0,0 0 0,0 0 0,-7 4 0,9-7 0,0 1 0,0 0 0,0 0 0,0 0 0,0 0 0,0 0 0,1 0 0,-1 0 0,-1 5 0,2-7 0,1 1 0,0-1 0,0 1 0,0-1 0,0 1 0,0-1 0,0 1 0,0-1 0,0 1 0,0-1 0,0 1 0,0-1 0,0 1 0,0-1 0,0 1 0,0-1 0,0 1 0,1-1 0,-1 0 0,0 1 0,0-1 0,1 1 0,0 0 0,0 0 0,-1-1 0,1 1 0,0 0 0,0-1 0,0 1 0,0-1 0,0 1 0,0-1 0,0 0 0,0 1 0,0-1 0,0 0 0,2 0 0,20 3 0,-1-2 0,42-3 0,-11 0 0,-45 2-111,-3 0-140,0 0 0,1 0 1,-1 0-1,7-3 0,-3 0-6575</inkml:trace>
</inkml:ink>
</file>

<file path=ppt/ink/ink1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 1 24575,'-2'2'0,"-2"4"0,4 0 0,0 2 0,4 2 0,3 2 0,1 1 0,1-2 0,-1 1 0,1-1 0,1-1 0,-1 0 0,0 0 0,2 2 0,-2 0 0,0-1 0,-1 0 0</inkml:trace>
</inkml:ink>
</file>

<file path=ppt/ink/ink1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24575,'27'14'0,"14"8"0,2 3 0,-3-1 0,-7-2 0,-6-5 0,-7-2 0,-6-2 0,-4-1 0,-2 1 0,-2-3-8191</inkml:trace>
</inkml:ink>
</file>

<file path=ppt/ink/ink1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367 34 24575,'-27'-7'0,"-11"-3"0,-2 1 0,1 4 0,5 3 0,5 4 0,4 2 0,0 2 0,2 1 0,1 2 0,-2-2 0,1 1 0,5 0-8191</inkml:trace>
</inkml:ink>
</file>

<file path=ppt/ink/ink1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 24575,'0'-2'0,"0"1"0,3 1 0,0 3 0,2 1 0,1 2 0,2 1 0,-2 0 0,2 0 0,-1 1 0,1 0 0,2 0 0,1-1 0,1-2 0,2-2 0,-2-3 0</inkml:trace>
</inkml:ink>
</file>

<file path=ppt/ink/ink1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 0 24575,'-5'0'0,"1"2"0,1 4 0,3 1 0,2 1 0,3-1 0,1 2 0,2-2 0,-1 1 0,-4-3 0,-5-3 0,-2-4 0</inkml:trace>
</inkml:ink>
</file>

<file path=ppt/ink/ink1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24575,'14'12'0,"0"0"0,0-2 0,20 12 0,-15-11 0,24 22 0,-37-28 0,0 0 0,-1 1 0,0-1 0,0 1 0,0 1 0,-1-1 0,0 1 0,3 7 0,-3-5 0,0 1 0,-1 0 0,0-1 0,-1 1 0,0 0 0,-1 0 0,1 11 0,-2-15 0,0 1 0,-1-1 0,1 0 0,-1 1 0,-1-1 0,1 0 0,-1 1 0,0-1 0,0 0 0,-1 0 0,1-1 0,-5 7 0,4-7-114,0-1 1,0 1-1,-1-1 0,1 0 0,-1 0 1,0-1-1,0 1 0,0-1 0,-1 0 1,1 0-1,-8 3 0,0-1-6712</inkml:trace>
</inkml:ink>
</file>

<file path=ppt/ink/ink1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258 66 24575,'0'-11'0,"1"-1"0,0 1 0,4-20 0,-31 74 0,19-34 0,1 0 0,1 0 0,0 1 0,0-1 0,-4 13 0,4-3 0,-32 96 0,28-91 0,-1 0 0,-23 38 0,11-24 0,2 2 0,2 0 0,-22 72 0,36-99-1365,1 0-5461</inkml:trace>
</inkml:ink>
</file>

<file path=ppt/ink/ink1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98 24575,'-1'4'0,"-1"0"0,1-1 0,0 1 0,0 0 0,1 1 0,-1-1 0,1 0 0,0 0 0,0 0 0,0 0 0,1 0 0,-1 0 0,2 4 0,3 10 0,10 28 0,-7-25 0,-3-8 0,-1 1 0,-1-1 0,0 1 0,3 27 0,-6-41 0,0 0 0,0 0 0,0 0 0,-1 0 0,1 0 0,0 0 0,0 0 0,0 0 0,0 0 0,0 0 0,0 0 0,0 0 0,0 0 0,0 0 0,0 0 0,0 0 0,0 0 0,0 0 0,0 0 0,0 0 0,0 0 0,0 0 0,0 0 0,0 0 0,0 0 0,-1 0 0,1 0 0,0 0 0,0 0 0,0 0 0,0 0 0,0 0 0,0 0 0,0 0 0,0 0 0,0 0 0,0 0 0,0 0 0,0 0 0,0 0 0,0 0 0,0 0 0,0 0 0,0 0 0,0 0 0,0 0 0,0 0 0,0 0 0,0 0 0,0 0 0,0 1 0,0-1 0,0 0 0,0 0 0,0 0 0,0 0 0,-5-7 0,-3-9 0,-2-11 0,2 0 0,0-1 0,2 0 0,1 0 0,-2-34 0,6 47 0,0 1 0,1-1 0,1 0 0,0 0 0,4-16 0,-5 30 0,0 1 0,0-1 0,0 1 0,1-1 0,-1 1 0,0-1 0,0 1 0,0-1 0,0 1 0,1-1 0,-1 1 0,0-1 0,0 1 0,1 0 0,-1-1 0,0 1 0,1 0 0,-1-1 0,1 1 0,-1 0 0,0-1 0,1 1 0,-1 0 0,1-1 0,0 1 0,-1 0 0,1 0 0,0 0 0,-1 1 0,1-1 0,-1 0 0,1 0 0,0 0 0,-1 1 0,1-1 0,-1 0 0,1 1 0,-1-1 0,1 1 0,-1-1 0,0 0 0,1 1 0,-1-1 0,1 1 0,4 6 0,-1 0 0,7 12 0,-5-8 0,1-1 0,0 0 0,1 0 0,0-1 0,1-1 0,0 1 0,0-2 0,17 12 0,-21-16 0,0 1 0,1-1 0,-1-1 0,1 1 0,0-1 0,0 0 0,0 0 0,0-1 0,0 0 0,0 0 0,0 0 0,0-1 0,1 1 0,-1-2 0,0 1 0,11-3 0,-15 3 0,1-1 0,-1 0 0,0 0 0,0 1 0,0-2 0,0 1 0,0 0 0,0 0 0,0-1 0,0 1 0,-1 0 0,1-1 0,-1 0 0,1 1 0,-1-1 0,1 0 0,-1 0 0,0 0 0,0 0 0,1-2 0,1-3 0,-1-1 0,0 1 0,-1-1 0,2-12 0,-3 12 0,1 0 0,1 0 0,2-10 0,-4 18 0,0 0 0,0 0 0,0 0 0,0 0 0,0 0 0,0-1 0,0 1 0,0 0 0,1 0 0,-1 0 0,0 0 0,0 0 0,0 0 0,0-1 0,0 1 0,0 0 0,0 0 0,0 0 0,0 0 0,0 0 0,0 0 0,1 0 0,-1 0 0,0 0 0,0 0 0,0 0 0,0-1 0,0 1 0,0 0 0,0 0 0,1 0 0,-1 0 0,0 0 0,0 0 0,0 0 0,0 0 0,0 0 0,0 0 0,0 0 0,1 0 0,-1 0 0,0 0 0,0 0 0,0 0 0,0 0 0,0 0 0,0 1 0,1-1 0,-1 0 0,0 0 0,0 0 0,0 0 0,0 0 0,0 0 0,0 0 0,0 0 0,0 0 0,0 0 0,1 0 0,-1 1 0,0-1 0,0 0 0,0 0 0,0 0 0,0 0 0,0 0 0,0 1 0,5 8 0,-5-8 0,31 68 0,44 71 0,-34-65 0,-23-41-1365,-10-21-5461</inkml:trace>
</inkml:ink>
</file>

<file path=ppt/ink/ink1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10 24575,'0'0'0,"1"-1"0,-1 1 0,0-1 0,0 1 0,1-1 0,-1 1 0,0-1 0,1 1 0,-1-1 0,0 1 0,1-1 0,-1 1 0,1 0 0,-1-1 0,1 1 0,-1 0 0,1-1 0,-1 1 0,1 0 0,-1 0 0,1-1 0,-1 1 0,1 0 0,-1 0 0,1 0 0,0 0 0,-1 0 0,1 0 0,-1 0 0,1 0 0,-1 0 0,1 0 0,0 0 0,-1 0 0,1 0 0,0 1 0,22 2 0,-14 0 0,-1 0 0,1 0 0,-1 1 0,0 0 0,-1 0 0,8 6 0,41 34 0,-44-34 0,9 10 0,-1 1 0,-1 1 0,-1 0 0,-1 1 0,-1 1 0,13 26 0,-15-22 0,-1 0 0,-2 0 0,-1 1 0,-1 0 0,-1 1 0,4 32 0,-4 2 0,-1 118 0,-7-171 0,-1 0 0,0 1 0,-1-1 0,0 0 0,-1 0 0,0 0 0,-1 0 0,0 0 0,-8 14 0,4-12 0,-1 0 0,0 0 0,0-1 0,-1 0 0,-1-1 0,-16 14 0,9-10 0,-1 0 0,-32 19 0,43-29 0,-1 1 0,1 0 0,-9 10 0,-11 7 0,24-21-114,0 0 1,0 0-1,0 0 0,0-1 0,-1 0 1,1 0-1,0 0 0,-1-1 0,1 1 1,0-1-1,-9 0 0,1 0-6712</inkml:trace>
</inkml:ink>
</file>

<file path=ppt/ink/ink1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38.7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215 54 24575,'3'-1'0,"1"0"0,-1 0 0,0 0 0,0 0 0,5-3 0,3-1 0,8-3 0,-19 7 0,0 1 0,1 0 0,-1 0 0,0 0 0,0 0 0,0 0 0,0 0 0,0 0 0,0 0 0,1 0 0,-1 0 0,0 0 0,0-1 0,0 1 0,0 0 0,0 0 0,0 0 0,0 0 0,0 0 0,0 0 0,0 0 0,1-1 0,-1 1 0,0 0 0,0 0 0,0 0 0,0 0 0,0 0 0,0-1 0,0 1 0,0 0 0,0 0 0,0 0 0,0 0 0,0 0 0,0-1 0,-11-2 0,-54 3 0,48 1 0,-1-1 0,0-1 0,-27-4 0,-40-10-1365,72 12-5461</inkml:trace>
</inkml:ink>
</file>

<file path=ppt/ink/ink1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39.3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288 47 24575,'-11'-5'0,"4"3"0,1 0 0,0-1 0,-1 0 0,1 0 0,1 0 0,-1-1 0,1 0 0,-8-6 0,12 9 0,-1 0 0,1 0 0,0 0 0,0 1 0,-1-1 0,1 1 0,0-1 0,-1 1 0,1 0 0,0-1 0,-1 1 0,1 0 0,0 0 0,-2 0 0,-24 1 0,16 0 0,-133 0-1365,132-1-5461</inkml:trace>
</inkml:ink>
</file>

<file path=ppt/ink/ink1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40.9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 24575,'0'-1'0,"0"0"0,0 0 0,0 0 0,0 0 0,0 0 0,0 0 0,0 0 0,1 0 0,-1 0 0,1 0 0,0-2 0,-1 3 0,0 0 0,0-1 0,1 1 0,-1 0 0,0 0 0,0 0 0,0-1 0,1 1 0,-1 0 0,0 0 0,0 0 0,1 0 0,-1 0 0,0-1 0,1 1 0,-1 0 0,0 0 0,0 0 0,1 0 0,-1 0 0,0 0 0,1 0 0,-1 0 0,0 0 0,0 0 0,1 0 0,-1 0 0,2 1 0,-1 0 0,0-1 0,0 1 0,1 0 0,-1 0 0,0 0 0,0 0 0,0 0 0,0 0 0,0 0 0,0 0 0,0 0 0,0 0 0,-1 1 0,2 0 0,2 8 0,-1 0 0,1-1 0,-2 1 0,4 20 0,5 17 0,35 95 0,-41-127-273,1 0 0,-2 0 0,0 1 0,3 27 0,-6-31-6553</inkml:trace>
</inkml:ink>
</file>

<file path=ppt/ink/ink1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41.8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690 1 24575,'6'0'0,"-4"0"0,-1 0 0,1 0 0,-1 0 0,1 0 0,-1 0 0,1 0 0,-1 0 0,1 0 0,-1 1 0,0-1 0,1 1 0,1 0 0,-3 2 0,-5 0 0,-8 0 0,-28 0 0,-78-2 0,59-2 0,-77-6 0,89 2 0,0 3 0,-84 7 0,118-4-119,-68 12-1127,65-9-5580</inkml:trace>
</inkml:ink>
</file>

<file path=ppt/ink/ink2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42.9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22 24575,'-1'10'0,"-3"23"0,-1 41 0,6-63 0,-1 1 0,2-1 0,-1 0 0,1 0 0,1-1 0,0 1 0,8 16 0,13 17 0,-19-37 0,-1 1 0,1-1 0,-1 1 0,-1 0 0,1 1 0,-1-1 0,-1 1 0,1-1 0,1 17 0,-4-21 0,1 13 0,-2-15 0,-1-11 0,-4-17 0,-1-1 0,-20-48 0,7 21 0,14 37 0,0 0 0,2 0 0,0-1 0,1 0 0,0 0 0,2 1 0,0-1 0,2-24 0,-1 41 0,0 0 0,0 0 0,0 0 0,0 0 0,0 0 0,1 0 0,-1 0 0,0 0 0,1 0 0,-1 0 0,0 0 0,1 0 0,-1 0 0,1 1 0,0-1 0,-1 0 0,1 0 0,0 0 0,-1 1 0,1-1 0,0 0 0,1 0 0,-1 1 0,0-1 0,0 1 0,0 0 0,1 0 0,-1 0 0,0 0 0,0 0 0,0 0 0,0 0 0,0 1 0,0-1 0,0 0 0,0 1 0,0-1 0,0 0 0,0 1 0,1 0 0,5 3 0,0 1 0,0 0 0,-1 0 0,7 8 0,-12-12 0,35 35 0,-19-17 0,1-1 0,28 23 0,-40-37 0,-1 0 0,1-1 0,0 1 0,0-1 0,0 0 0,0-1 0,1 0 0,-1 0 0,1 0 0,-1 0 0,1-1 0,0 0 0,0-1 0,6 0 0,-10 0 0,0 0 0,0 0 0,-1-1 0,1 0 0,0 1 0,0-1 0,-1 0 0,1 0 0,0-1 0,-1 1 0,1 0 0,-1-1 0,1 0 0,-1 1 0,4-5 0,-4 3 0,1 0 0,-1-1 0,1 1 0,-1-1 0,0 1 0,-1-1 0,1 0 0,0 0 0,1-8 0,-1 1 0,-1 0 0,0 0 0,0 0 0,-1 0 0,-1 0 0,0 0 0,-3-14 0,-2-4 0,10 62 0,3-8 0,1-2 0,1 1 0,22 39 0,-8-24 0,36 45 0,-41-62-682,22 20-1,-28-29-6143</inkml:trace>
</inkml:ink>
</file>

<file path=ppt/ink/ink2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49.1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723 2 24575,'74'0'0,"-182"-1"0,-116 2 0,188 3 0,-67 15 0,34-4 0,22-6 0,-105 15 0,138-23 0,4-1 0,19 0 0,15 1 0,-1 1 0,0 1 0,0 0 0,0 2 0,35 12 0,109 50 0,-127-49 0,-31-14 0,0 0 0,0 0 0,0 1 0,0 1 0,-1 0 0,15 12 0,-21-15 0,0-1 0,0 1 0,0 0 0,0 0 0,0-1 0,0 1 0,-1 0 0,0 0 0,1 0 0,-1 1 0,0-1 0,-1 0 0,1 0 0,0 1 0,-1-1 0,0 0 0,0 1 0,0-1 0,0 0 0,0 1 0,-1-1 0,1 0 0,-1 1 0,-2 3 0,1-1 0,-1 0 0,1 0 0,-1 0 0,-1 0 0,1-1 0,-1 0 0,0 0 0,0 0 0,-1 0 0,1 0 0,-1-1 0,-8 6 0,-5 2 0,-2 0 0,-26 11 0,25-13 0,-32 21 0,-126 87 0,60-45 0,119-73 0,0 0 0,0 0 0,-1 0 0,1 0 0,0 0 0,0 1 0,-1-1 0,1 0 0,0 0 0,0 0 0,0 0 0,-1 1 0,1-1 0,0 0 0,0 0 0,0 0 0,0 1 0,-1-1 0,1 0 0,0 0 0,0 1 0,0-1 0,0 0 0,0 0 0,0 1 0,0-1 0,0 0 0,0 0 0,0 1 0,7 1 0,12-3 0,546-75 0,-552 75 0,48-5 0,99 3 0,-144 5-1365,-5 2-5461</inkml:trace>
</inkml:ink>
</file>

<file path=ppt/ink/ink2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49.8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0 24575,'-4'9'0,"0"1"0,0-1 0,1 1 0,0-1 0,1 1 0,0 0 0,1 0 0,0 0 0,1 13 0,0-18 0,0 1 0,1-1 0,-1 0 0,1 0 0,1 0 0,-1 0 0,1 0 0,0 0 0,0 0 0,0-1 0,1 1 0,-1 0 0,1-1 0,0 0 0,1 0 0,-1 0 0,1 0 0,-1 0 0,8 5 0,-10-9-40,0 1 0,0-1 0,0 1 0,0-1-1,0 1 1,0-1 0,-1 0 0,1 0 0,0 1 0,0-1 0,0 0-1,0 0 1,0 0 0,0 0 0,0 0 0,0 0 0,0 0-1,0 0 1,0 0 0,0-1 0,0 1 0,0 0 0,0 0 0,0-1-1,0 1 1,0-1 0,0 1 0,-1-1 0,1 1 0,0-1-1,0 0 1,0 1 0,0-2 0</inkml:trace>
</inkml:ink>
</file>

<file path=ppt/ink/ink2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50.0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10 24575,'-7'-5'0,"-3"1"0,1 3 0</inkml:trace>
</inkml:ink>
</file>

<file path=ppt/ink/ink2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50.3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306 3 24575,'-27'0'0,"-14"0"0,-4 0 0,2 0 0,6 0 0,8 0 0,5 0 0,5 0 0,3 0 0,2 0 0,3-2 0</inkml:trace>
</inkml:ink>
</file>

<file path=ppt/ink/ink2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50.5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270 43 24575,'-29'-7'0,"-13"-3"0,-3 0 0,3 3 0,6 2 0,7 1 0,8 5 0,6 1 0,5 2-8191</inkml:trace>
</inkml:ink>
</file>

<file path=ppt/ink/ink2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51.0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281 58 24575,'-73'-1'0,"-79"2"0,149 0 0,0-1 0,0 0 0,-1 1 0,1-1 0,0 1 0,0 0 0,0 0 0,0 0 0,0 0 0,0 1 0,0-1 0,-3 3 0,5-3 0,0 0 0,0 1 0,0-1 0,0 0 0,0 0 0,0 1 0,0-1 0,1 0 0,-1 1 0,0-1 0,1 1 0,-1-1 0,1 1 0,0-1 0,-1 1 0,1-1 0,0 1 0,0-1 0,0 1 0,0-1 0,0 1 0,0 0 0,0-1 0,1 1 0,-1-1 0,1 1 0,0 1 0,1 2 0,1 0 0,-1 1 0,1-1 0,0 0 0,1-1 0,-1 1 0,1-1 0,0 1 0,0-1 0,1 0 0,-1-1 0,1 1 0,0-1 0,0 0 0,8 5 0,10 2 0,-1-1 0,32 10 0,-48-18 0,4 3 0,79 20 0,-80-22 0,1-1 0,0 0 0,0 0 0,0-1 0,0 0 0,20-4 0,-28 4 0,1 0 0,-1-1 0,0 1 0,0-1 0,0 0 0,0 0 0,0 0 0,0 0 0,0 0 0,0 0 0,0-1 0,0 1 0,-1 0 0,1-1 0,0 0 0,-1 1 0,1-1 0,-1 0 0,0 0 0,0 0 0,0 0 0,0 0 0,0 0 0,0 0 0,0 0 0,0-3 0,0 1 0,-1 1 0,0-1 0,0 1 0,0-1 0,0 1 0,-1 0 0,0-1 0,1 1 0,-1 0 0,0-1 0,-1 1 0,1 0 0,-1 0 0,1 0 0,-1 0 0,-4-5 0,-5-7-105,-1 1 0,-1 1 0,0 0 0,-1 1 0,-1 0 0,1 1 0,-2 1 0,1 0 0,-2 2 0,1-1 0,-1 2 0,-27-9 0,25 12-6721</inkml:trace>
</inkml:ink>
</file>

<file path=ppt/ink/ink2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52.9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76 24575,'3'15'0,"0"0"0,1 0 0,1-1 0,0 1 0,1-1 0,1-1 0,12 21 0,34 57 0,-52-89 0,0 0 0,0-1 0,-1 1 0,1 0 0,-1 0 0,1-1 0,-1 1 0,1 3 0,-1-5 0,0 0 0,0 0 0,0 0 0,0 1 0,0-1 0,0 0 0,0 0 0,0 0 0,0 1 0,-1-1 0,1 0 0,0 0 0,0 0 0,0 0 0,0 1 0,0-1 0,0 0 0,0 0 0,0 0 0,-1 0 0,1 0 0,0 1 0,0-1 0,0 0 0,0 0 0,0 0 0,-1 0 0,1 0 0,0 0 0,0 0 0,-11-3 0,5-1 0,-1-1 0,1 0 0,0-1 0,0 1 0,1-1 0,-1 0 0,1 0 0,1-1 0,-1 1 0,-4-12 0,-4-8 0,-14-42 0,23 57 0,-12-42 0,15 48 0,0 0 0,0-1 0,1 1 0,-1-1 0,1 1 0,1 0 0,0-11 0,-1 16 0,0 0 0,0 0 0,0 0 0,1 0 0,-1 0 0,0 0 0,0 0 0,0-1 0,0 1 0,0 0 0,0 0 0,0 0 0,0 0 0,0 0 0,0 0 0,0 0 0,0 0 0,0 0 0,0 0 0,0 0 0,0 0 0,0-1 0,1 1 0,-1 0 0,0 0 0,0 0 0,0 0 0,0 0 0,0 0 0,0 0 0,0 0 0,0 0 0,0 0 0,0 0 0,1 0 0,-1 0 0,0 0 0,0 0 0,0 0 0,0 0 0,0 0 0,0 0 0,0 0 0,0 0 0,0 0 0,1 0 0,-1 1 0,5 3 0,4 8 0,0 0 0,-1 1 0,1 0 0,1-1 0,12 12 0,-18-20 0,0 0 0,1-1 0,-1 1 0,1-1 0,0 0 0,0-1 0,0 1 0,1-1 0,-1 0 0,0-1 0,1 1 0,7 1 0,-2-2 0,-1 1 0,1-1 0,0-1 0,-1 0 0,1-1 0,11-1 0,-19 1 0,0 1 0,0-1 0,-1 0 0,1 0 0,0 0 0,-1 0 0,1-1 0,-1 1 0,1 0 0,-1-1 0,0 0 0,0 0 0,1 0 0,-1 0 0,0 0 0,-1 0 0,1 0 0,0-1 0,-1 1 0,1 0 0,-1-1 0,0 0 0,0 1 0,0-1 0,0 0 0,0 1 0,0-5 0,1-4 0,-1 1 0,-1 0 0,0-11 0,0 17 0,0-1 0,-1 1 0,0-1 0,0 1 0,0 0 0,0-1 0,-1 1 0,1 0 0,-4-5 0,5 8 0,0 1 0,0 0 0,0-1 0,-1 1 0,1 0 0,0-1 0,0 1 0,-1 0 0,1-1 0,0 1 0,0 0 0,-1-1 0,1 1 0,0 0 0,-1 0 0,1-1 0,0 1 0,-1 0 0,1 0 0,-1 0 0,0-1 0,0 8 0,5 15 0,3-9 0,0 0 0,1 0 0,1 0 0,0-1 0,0 0 0,19 17 0,-6-5 0,39 40-1365,-48-51-5461</inkml:trace>
</inkml:ink>
</file>

<file path=ppt/ink/ink2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53.2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217 25 24575,'-27'-5'0,"-12"-2"0,-1 1 0,4 1 0,5 4 0,6 2 0,6 1-8191</inkml:trace>
</inkml:ink>
</file>

<file path=ppt/ink/ink2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53.6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24575,'12'10'0,"7"8"0,2 3 0,1 4 0,-2 2 0,-1-2 0,-2 1 0,-1-2 0,-1 0 0,-3-2 0,-1-2 0,-2-2 0,-1-2 0,-1-1 0,-2 0 0,-2-3-8191</inkml:trace>
</inkml:ink>
</file>

<file path=ppt/ink/ink2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55.9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24575,'248'246'0,"-93"-99"0,-65-62 0,72 70 0,-159-153-118,-3-4 156,-4-8 162,-9-14-1685,6 14-5341</inkml:trace>
</inkml:ink>
</file>

<file path=ppt/ink/ink2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56.4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345 39 24575,'-4'-6'0,"-9"-15"0,12 20 0,1 0 0,-1 0 0,0 0 0,0 0 0,0 1 0,0-1 0,0 0 0,0 0 0,0 1 0,0-1 0,0 0 0,0 1 0,0-1 0,0 1 0,-2-1 0,2 1 0,0 0 0,1 0 0,-1 1 0,0-1 0,0 0 0,1 0 0,-1 1 0,0-1 0,1 0 0,-1 1 0,0-1 0,1 1 0,-1-1 0,1 1 0,-1-1 0,1 1 0,-1-1 0,1 1 0,-1 0 0,-10 16 0,6-10 0,-31 37 0,24-29 0,0 0 0,1 0 0,-19 33 0,-12 45 0,-51 160 0,50-132-1365,40-111-5461</inkml:trace>
</inkml:ink>
</file>

<file path=ppt/ink/ink2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57.1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 24575,'0'0'0,"0"0"0,1 0 0,-1 0 0,0 1 0,0-1 0,0 0 0,0 0 0,0 1 0,0-1 0,0 0 0,0 0 0,0 0 0,0 1 0,0-1 0,-1 0 0,1 0 0,0 0 0,0 1 0,0-1 0,0 0 0,0 0 0,0 0 0,0 1 0,-1-1 0,1 0 0,0 0 0,0 0 0,0 0 0,0 1 0,-1-1 0,1 0 0,0 0 0,0 0 0,0 0 0,0 0 0,-1 0 0,1 0 0,0 0 0,0 1 0,-1-1 0,1 0 0,0 0 0,0 0 0,0 0 0,-1 0 0,1 0 0,0 0 0,0 0 0,-1 0 0,1-1 0,0 1 0,0 0 0,0 0 0,-1 0 0,1 0 0,0 0 0,0 0 0,0 0 0,-1 0 0,1-1 0,0 1 0,0 0 0,0 0 0,0 0 0,-1 0 0,1-1 0,0 1 0,0 0 0,0 0 0,1 17 0,26 75 0,-4-18 0,-15-50-1365,-5-15-5461</inkml:trace>
</inkml:ink>
</file>

<file path=ppt/ink/ink2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58.4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186 56 24575,'-5'-6'0,"-25"-27"0,29 32 0,-1-1 0,0 0 0,0 1 0,0-1 0,0 1 0,0 0 0,0 0 0,0 0 0,-1 0 0,1 0 0,0 0 0,-1 1 0,1-1 0,-5 0 0,6 2 0,0-1 0,0 0 0,0 0 0,0 1 0,0-1 0,1 1 0,-1-1 0,0 0 0,0 1 0,0 0 0,0-1 0,1 1 0,-1 0 0,0-1 0,1 1 0,-1 0 0,0 0 0,1-1 0,-1 1 0,1 0 0,-1 0 0,1 0 0,0 0 0,-1 1 0,-7 26 0,6-21 0,-33 97 0,18-59 0,9-21 0,1 1 0,1-1 0,1 2 0,1-1 0,1 0 0,2 29 0,2-18 0,2 0 0,1-1 0,17 63 0,-10-56 0,26 67 0,-30-95 0,0 0 0,0 0 0,1-1 0,1 0 0,0 0 0,1-1 0,1 0 0,12 11 0,-1-8-1365,-12-11-5461</inkml:trace>
</inkml:ink>
</file>

<file path=ppt/ink/ink2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59.0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1 174 24575,'70'-7'0,"20"-4"0,-76 9 0,0-1 0,0-1 0,0 0 0,15-8 0,-27 11 0,-1 0 0,1 1 0,-1-1 0,1 0 0,-1 0 0,1 0 0,-1 0 0,1 0 0,-1-1 0,0 1 0,0 0 0,0-1 0,0 1 0,0 0 0,0-1 0,0 1 0,0-1 0,0 0 0,-1 1 0,1-1 0,-1 0 0,1 1 0,-1-1 0,0 0 0,1 0 0,-1-3 0,-1 3 0,1-1 0,-1 1 0,1 0 0,-1-1 0,0 1 0,0-1 0,0 1 0,-1 0 0,1 0 0,0 0 0,-1 0 0,1 0 0,-1 0 0,0 0 0,0 0 0,0 1 0,0-1 0,-3-2 0,-8-3 0,-1 0 0,0 1 0,-1 0 0,1 1 0,-1 0 0,0 2 0,-28-4 0,40 6 0,-1 0 0,1 1 0,0 0 0,0 0 0,0 0 0,0 0 0,0 0 0,0 1 0,-1-1 0,1 1 0,0 0 0,0 0 0,0 0 0,1 1 0,-1-1 0,0 0 0,0 1 0,1 0 0,-1 0 0,1 0 0,-1 0 0,1 0 0,0 0 0,0 1 0,0-1 0,0 0 0,0 1 0,1 0 0,-1 0 0,1-1 0,-1 1 0,1 0 0,0 0 0,0 0 0,1 0 0,-1 0 0,1 0 0,-1 1 0,1 2 0,-1 10 0,2-1 0,-1 0 0,2 0 0,0 0 0,1 0 0,0 0 0,1-1 0,1 1 0,0-1 0,12 23 0,-14-33 0,0 0 0,0 0 0,1 0 0,-1 0 0,1 0 0,0-1 0,0 0 0,0 0 0,0 0 0,0 0 0,1 0 0,-1-1 0,1 0 0,0 0 0,5 1 0,10 3 0,1-2 0,29 4 0,-26-5 0,37 5 0,98 1 0,-126-10-1365,-20 1-5461</inkml:trace>
</inkml:ink>
</file>

<file path=ppt/ink/ink2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59.8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24575,'26'28'0,"-2"1"0,38 59 0,24 59 0,-66-110 0,-15-29 0,-1 0 0,0 1 0,-1-1 0,0 1 0,0 0 0,-1 0 0,0 0 0,0 0 0,-1 0 0,0 0 0,-1 14 0,0-21 0,0-1 0,0 0 0,0 0 0,-1 0 0,1 1 0,0-1 0,-1 0 0,1 0 0,0 0 0,-1 0 0,0 0 0,1 0 0,-1 0 0,0 0 0,1 0 0,-1 0 0,0 0 0,0 0 0,0 0 0,0-1 0,-1 2 0,0-1 0,0 0 0,0-1 0,0 1 0,0-1 0,0 1 0,0-1 0,0 0 0,0 0 0,0 0 0,0 0 0,-4-1 0,-5-1 0,0 0 0,1-2 0,-20-7 0,21 7 0,-8-3 0,0-1 0,-18-11 0,28 14 0,0 0 0,1 0 0,-1 0 0,1-1 0,0 0 0,0 0 0,-5-8 0,10 13 0,0 0 0,0 0 0,0-1 0,0 1 0,0-1 0,0 1 0,1-1 0,-1 1 0,0-1 0,1 1 0,0-1 0,-1 1 0,1-1 0,0 0 0,0 1 0,-1-1 0,1 0 0,1 1 0,-1-1 0,0 0 0,0 1 0,1-1 0,-1 0 0,0 1 0,1-1 0,0 1 0,-1-1 0,1 1 0,0-1 0,0 1 0,0-1 0,0 1 0,0 0 0,0 0 0,0-1 0,0 1 0,1 0 0,-1 0 0,0 0 0,3-1 0,3-2 0,1 0 0,0 1 0,0-1 0,0 2 0,0-1 0,13-1 0,3 0 32,40-1 0,-46 4-270,-1 0 0,1 0-1,-1-2 1,1 0 0,16-7 0,-24 7-6588</inkml:trace>
</inkml:ink>
</file>

<file path=ppt/ink/ink2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2:00.0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24575,'5'0'0,"-1"3"0</inkml:trace>
</inkml:ink>
</file>

<file path=ppt/ink/ink2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2:01.1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101 45 24575,'-2'-5'0,"0"0"0,0 0 0,-1 0 0,0 1 0,0-1 0,-4-4 0,6 8 0,1 1 0,-1-1 0,1 1 0,-1-1 0,0 1 0,1-1 0,-1 1 0,1-1 0,-1 1 0,0 0 0,0 0 0,1-1 0,-1 1 0,0 0 0,1 0 0,-1 0 0,0-1 0,0 1 0,1 0 0,-3 0 0,2 1 0,0-1 0,0 1 0,0 0 0,0-1 0,0 1 0,0 0 0,0-1 0,1 1 0,-1 0 0,0 0 0,0 0 0,1 0 0,-1 0 0,0 0 0,1 0 0,-1 0 0,1 0 0,-1 1 0,-8 17 0,1 0 0,1 0 0,0 1 0,-4 30 0,9-37 0,0 1 0,1 0 0,1 0 0,0-1 0,1 1 0,1 0 0,5 23 0,-2-16 0,2 1 0,0-1 0,2 0 0,0-1 0,1 0 0,24 35 0,-15-29 0,2-1 0,0-1 0,2-1 0,0-1 0,2-1 0,41 27 0,-37-33-1365,-17-11-5461</inkml:trace>
</inkml:ink>
</file>

<file path=ppt/ink/ink2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2:01.6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14 101 24575,'-1'0'0,"0"0"0,1 0 0,-1 1 0,0-1 0,0 0 0,1 1 0,-1-1 0,0 1 0,1-1 0,-1 1 0,1-1 0,-1 1 0,0-1 0,1 1 0,0 0 0,-1-1 0,1 1 0,-1 0 0,1-1 0,0 1 0,-1 0 0,1 0 0,0-1 0,0 1 0,-1 0 0,1 0 0,0 0 0,0-1 0,0 1 0,0 0 0,0 0 0,0 0 0,0-1 0,0 1 0,1 0 0,-1 0 0,0-1 0,0 1 0,1 0 0,-1 0 0,0-1 0,1 1 0,-1 0 0,1-1 0,-1 1 0,1 0 0,-1-1 0,1 1 0,0 0 0,4 4 0,0 0 0,1-1 0,-1 0 0,9 5 0,-14-9 0,17 11 0,0-2 0,0 0 0,1-1 0,-1-1 0,2-1 0,-1 0 0,1-1 0,0-1 0,0-1 0,0-1 0,35 0 0,-52-2 0,1 0 0,-1 0 0,1-1 0,-1 1 0,0-1 0,1 1 0,-1-1 0,0 0 0,0 0 0,1 0 0,-1 0 0,0 0 0,0-1 0,0 1 0,0-1 0,2-2 0,-3 3 0,0 0 0,-1 0 0,1-1 0,-1 1 0,1 0 0,-1-1 0,1 1 0,-1 0 0,0-1 0,0 1 0,1-1 0,-1 1 0,0-1 0,0 1 0,0 0 0,-1-1 0,1 1 0,0-1 0,-1 1 0,1 0 0,0-1 0,-1 1 0,0 0 0,1-1 0,-1 1 0,0 0 0,1 0 0,-3-2 0,-4-6 0,-1 1 0,-12-11 0,12 12 0,8 7 0,0 0 0,0 0 0,0 0 0,0 0 0,0 0 0,0-1 0,0 1 0,0 0 0,0 0 0,0 0 0,0 0 0,0 0 0,0 0 0,0 0 0,0 0 0,0 0 0,0 0 0,0 0 0,0 0 0,0 0 0,15 7 0,-1 0 0,1-1 0,0-1 0,1 0 0,-1-1 0,1-1 0,0 0 0,0-1 0,0-1 0,0 0 0,21-2 0,-33 0 0,-1 1 0,1 0 0,-1-1 0,0 0 0,1 0 0,-1 0 0,0 0 0,0 0 0,1-1 0,-1 0 0,0 1 0,0-1 0,-1 0 0,4-3 0,-5 4 0,0-1 0,1 1 0,-1-1 0,0 1 0,0-1 0,0 0 0,-1 1 0,1-1 0,0 0 0,-1 0 0,1 0 0,-1 1 0,1-1 0,-1 0 0,0 0 0,0 0 0,0 0 0,0 0 0,0 0 0,0 0 0,-1 1 0,1-1 0,0 0 0,-1 0 0,0 0 0,-1-3 0,-1-1 10,0 1 0,-1-1 0,1 1 0,-1 0 0,0 0 0,-1 0 0,1 0 0,-1 1 0,0-1 0,0 1 0,-6-3 0,1 0-307,-1 1 0,0 1 0,-1-1 0,-21-6 0,19 9-6529</inkml:trace>
</inkml:ink>
</file>

<file path=ppt/ink/ink2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2:02.0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7 24575,'-1'0'0,"0"-1"0,0 0 0,0 1 0,0-1 0,0 0 0,0 1 0,0-1 0,0 1 0,0 0 0,-1-1 0,1 1 0,0 0 0,0 0 0,0 0 0,0-1 0,-1 1 0,-1 1 0,3-1 0,0 0 0,0 0 0,-1 0 0,1 0 0,0 1 0,0-1 0,0 0 0,0 0 0,-1 0 0,1 1 0,0-1 0,0 0 0,0 0 0,0 0 0,0 1 0,-1-1 0,1 0 0,0 0 0,0 1 0,0-1 0,0 0 0,0 0 0,0 1 0,0-1 0,0 0 0,0 0 0,0 1 0,5 13 0,3-2 0,1 1 0,0-1 0,1-1 0,1 0 0,21 18 0,19 20 0,-49-46-227,1 1-1,-1-1 1,0 0-1,0 1 1,2 4-1,0 3-6598</inkml:trace>
</inkml:ink>
</file>

<file path=ppt/ink/ink2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2:03.5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232 41 24575,'-20'-8'0,"-8"-2"0,-3 1 0,2 1 0,4 3 0,5 4 0,5 3 0,3 3 0,3 0 0,0 1 0,1 0 0,0 0 0,-1-1 0,0 1 0</inkml:trace>
</inkml:ink>
</file>

<file path=ppt/ink/ink2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2:04.3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1 107 24575,'2'-8'0,"1"0"0,0 0 0,0 0 0,0 1 0,1 0 0,1 0 0,-1 0 0,1 0 0,6-7 0,-8 12 0,-1-1 0,1 1 0,0 0 0,-1 0 0,1 0 0,0 0 0,0 0 0,0 1 0,1-1 0,-1 1 0,0 0 0,0 0 0,1 0 0,-1 1 0,1-1 0,-1 1 0,0-1 0,1 1 0,-1 0 0,1 1 0,-1-1 0,1 0 0,-1 1 0,6 2 0,-1-1 0,1 1 0,0 1 0,-1 0 0,0 0 0,0 0 0,0 1 0,11 9 0,-17-12 0,0-1 0,0 1 0,0 0 0,-1 0 0,1 0 0,-1 0 0,1 0 0,-1 0 0,0 0 0,0 1 0,0-1 0,0 0 0,0 1 0,0-1 0,-1 1 0,1-1 0,-1 1 0,0-1 0,1 1 0,-1-1 0,0 1 0,-1-1 0,1 1 0,0-1 0,-1 1 0,1-1 0,-1 1 0,0-1 0,0 0 0,0 1 0,-2 3 0,-2 1 0,1 0 0,0 1 0,0 0 0,1 0 0,0 0 0,1 1 0,-1-1 0,2 1 0,-1-1 0,0 12 0,2-14 0,-1 1 0,0-1 0,0 1 0,-3 6 0,-2 12 0,6-24 0,0-1 0,0 0 0,0 1 0,0-1 0,0 1 0,0-1 0,1 0 0,-1 1 0,0-1 0,0 1 0,0-1 0,0 0 0,0 1 0,1-1 0,-1 0 0,0 1 0,0-1 0,1 0 0,-1 1 0,0-1 0,1 0 0,-1 0 0,0 1 0,1-1 0,-1 0 0,0 0 0,1 0 0,-1 1 0,1-1 0,-1 0 0,0 0 0,1 0 0,-1 0 0,1 0 0,-1 0 0,1 0 0,18 1 0,-15-1 0,38-2 0,53-9 0,-90 10 0,35-5-1365,-31 2-5461</inkml:trace>
</inkml:ink>
</file>

<file path=ppt/ink/ink2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2:04.6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18 24575,'-6'-14'0,"2"11"0,2 10 0,2-3 0,1 1 0,-1-1 0,1 1 0,0-1 0,1 1 0,-1-1 0,1 1 0,0-1 0,0 0 0,4 7 0,5 6 0,15 16 0,-21-27 0,20 22 61,-16-19-536,-1-1-1,10 15 1,-13-15-6351</inkml:trace>
</inkml:ink>
</file>

<file path=ppt/ink/ink2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2:04.8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24575,'5'3'0,"1"3"0,1 2 0,0 6 0,2 3 0,0 0 0,0 0 0,-1 0 0,-2-1 0,1 0 0,-2-1 0,0-3-8191</inkml:trace>
</inkml:ink>
</file>

<file path=ppt/ink/ink2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2:05.1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431 68 24575,'-27'-14'0,"-11"-6"0,-5 4 0,3 4 0,4 7 0,2 6 0,3 4 0,1 3 0,1 0 0,1 1 0,0 0 0,2-3 0,3 1 0,6-1-8191</inkml:trace>
</inkml:ink>
</file>

<file path=ppt/ink/ink2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2:05.7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 24575,'1'-1'0,"0"1"0,0-1 0,-1 0 0,1 0 0,0 1 0,0-1 0,0 0 0,0 1 0,0-1 0,0 1 0,0-1 0,0 1 0,0 0 0,0-1 0,0 1 0,1 0 0,-1 0 0,1-1 0,-1 2 0,0-1 0,0 0 0,-1 0 0,1 1 0,0-1 0,0 0 0,-1 1 0,1-1 0,0 1 0,0-1 0,-1 1 0,1-1 0,-1 1 0,1-1 0,0 1 0,-1 0 0,1-1 0,0 2 0,1 2 0,-1-1 0,1 1 0,-1 0 0,0-1 0,0 1 0,0 0 0,0 0 0,0 7 0,-1-4 0,1 0 0,-1 1 0,1-1 0,2 12 0,-2-16 0,0 0 0,0-1 0,1 1 0,-1-1 0,0 1 0,1-1 0,0 1 0,-1-1 0,1 0 0,0 0 0,0 0 0,4 3 0,2 2-124,1-1 0,-1-1 0,1 0 0,0 0 0,0 0 0,1-1-1,-1-1 1,1 0 0,0 0 0,13 2 0,-10-4-6702</inkml:trace>
</inkml:ink>
</file>

<file path=ppt/ink/ink2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2:05.9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 10 24575,'-8'-5'0,"-4"1"0,-3 3 0,1 3-8191</inkml:trace>
</inkml:ink>
</file>

<file path=ppt/ink/ink2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2:06.6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 24575,'7'-4'0,"0"2"0,0-1 0,1 1 0,-1 0 0,1 1 0,-1 0 0,1 0 0,0 1 0,-1-1 0,1 2 0,0-1 0,12 3 0,-11 0 0,-1-1 0,0 1 0,0 1 0,-1-1 0,1 1 0,-1 1 0,0-1 0,0 1 0,0 0 0,-1 1 0,9 8 0,25 29 0,46 62 0,-71-83 0,0 0 0,-2 1 0,0 0 0,-2 1 0,12 34 0,-20-48 0,0 0 0,-1 1 0,0-1 0,-1 1 0,0-1 0,-1 13 0,0-18 0,0 0 0,-1-1 0,0 1 0,0 0 0,0 0 0,-1-1 0,1 1 0,-1-1 0,0 1 0,-1-1 0,1 0 0,-1 0 0,0 0 0,1 0 0,-7 5 0,-1 0-115,-1-1-1,0-1 1,0 1 0,-1-2-1,-14 7 1,17-9-558,-3 2-6153</inkml:trace>
</inkml:ink>
</file>

<file path=ppt/ink/ink2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2:08.2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220 30 24575,'5'-19'0,"-5"10"0,0 9 0,0 0 0,0 0 0,-1 0 0,1 0 0,0-1 0,0 1 0,0 0 0,0 0 0,0 0 0,0 0 0,-1 0 0,1 0 0,0 0 0,0-1 0,0 1 0,0 0 0,0 0 0,-1 0 0,1 0 0,0 0 0,0 0 0,0 0 0,0 0 0,0 0 0,-1 0 0,1 0 0,0 0 0,0 0 0,0 0 0,0 0 0,-1 0 0,1 0 0,0 0 0,0 0 0,0 0 0,0 0 0,-1 1 0,1-1 0,0 0 0,0 0 0,0 0 0,-3 3 0,0 0 0,0 0 0,1 0 0,0 0 0,-1 1 0,1-1 0,0 1 0,1-1 0,-1 1 0,-2 7 0,0 0 0,-59 166 0,40-105 0,3-6-82,-13 33 277,27-84-491,-1 1 1,-1-1-1,0 0 1,-12 15-1</inkml:trace>
</inkml:ink>
</file>

<file path=ppt/ink/ink2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2:09.0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104 144 24575,'-1'4'0,"-1"0"0,1 0 0,0 1 0,0-1 0,0 0 0,1 1 0,0-1 0,-1 0 0,2 1 0,-1-1 0,0 1 0,1-1 0,1 5 0,3 9 0,12 31 0,-12-36 0,19 39 0,-2-9 0,-30-55 0,1-1 0,-11-11 0,-1-2 0,11 14 0,-18-27 0,-23-44 0,43 71 0,0-1 0,1 0 0,0 0 0,1-1 0,1 1 0,0-1 0,1 0 0,-1-15 0,3 27 0,0 0 0,0 0 0,0 0 0,0 0 0,0 1 0,1-1 0,-1 0 0,1 0 0,-1 0 0,1 0 0,0 0 0,0 1 0,-1-1 0,1 0 0,0 1 0,2-3 0,-2 3 0,0 0 0,1 1 0,-1-1 0,0 1 0,0-1 0,0 1 0,0-1 0,0 1 0,1-1 0,-1 1 0,0 0 0,0 0 0,1 0 0,-1 0 0,0 0 0,1 0 0,-1 0 0,0 0 0,0 0 0,1 1 0,-1-1 0,0 0 0,0 1 0,0-1 0,0 1 0,2 0 0,15 9 0,-2 1 0,1 0 0,-1 1 0,-1 1 0,24 25 0,-2-3 0,-28-27 0,11 10 0,31 22 0,-45-36 0,0-1 0,0 1 0,0-1 0,0 0 0,1 0 0,-1-1 0,1 0 0,0 0 0,-1 0 0,13 0 0,-18-2 0,1 0 0,-1 0 0,0 0 0,0 0 0,1-1 0,-1 1 0,0 0 0,0-1 0,0 1 0,1-1 0,-1 1 0,0-1 0,0 1 0,0-1 0,0 0 0,0 0 0,0 0 0,0 1 0,1-2 0,-1-1 0,1 1 0,0-1 0,-1 1 0,0-1 0,1 1 0,-1-1 0,0 0 0,0-3 0,1-3 0,0 0 0,-1 0 0,0-1 0,-1-11 0,-1-1 0,-5-24 0,-1-4 0,35 106 0,-6-9 0,58 87 0,-46-72-333,-27-49-699,1 1-5794</inkml:trace>
</inkml:ink>
</file>

<file path=ppt/ink/ink2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2:11.9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73 24575,'-2'-5'0,"1"-1"0,1 1 0,-1 0 0,1 0 0,0 0 0,0 0 0,1-10 0,-1 14 0,1 0 0,-1 0 0,0 0 0,0 0 0,1 0 0,-1 0 0,1 0 0,-1 0 0,1 0 0,-1 1 0,1-1 0,-1 0 0,1 0 0,0 0 0,-1 0 0,1 1 0,0-1 0,0 0 0,0 1 0,0-1 0,0 1 0,-1-1 0,1 1 0,0-1 0,0 1 0,0-1 0,0 1 0,0 0 0,1 0 0,-1 0 0,0-1 0,0 1 0,0 0 0,0 0 0,0 0 0,0 1 0,0-1 0,0 0 0,0 0 0,0 1 0,0-1 0,0 0 0,0 1 0,1 0 0,3 1 0,-1 0 0,0 1 0,0 0 0,0 0 0,0 0 0,-1 0 0,1 1 0,-1-1 0,0 1 0,0 0 0,0 0 0,0 0 0,-1 0 0,3 5 0,-1-2 0,0 0 0,1-1 0,-1 1 0,9 7 0,43 32 0,-36-30 0,0 0 0,26 29 0,-10-3 0,41 49 0,-64-73 0,-1 1 0,0 0 0,12 29 0,-14-23 0,-2 2 0,-1-1 0,-1 1 0,-1 0 0,-2 0 0,1 28 0,2 13 0,2 53 0,-8-105 0,-3 86 0,1-89 0,0 0 0,-1 0 0,0 0 0,-1-1 0,-9 22 0,1-8 0,-2-1 0,-1-1 0,-1 0 0,-32 37 0,46-59-91,0-1 0,0 1 0,0 0 0,0-1 0,-1 1 0,1-1 0,0 0 0,-1 0 0,1 0 0,-1 0 0,1 0 0,-1-1 0,1 1 0,-5-1 0,-5 1-6735</inkml:trace>
</inkml:ink>
</file>

<file path=ppt/ink/ink2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2:27.99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14208 60 24575,'0'-1'0,"0"1"0,0 0 0,1 0 0,-1 0 0,0 0 0,0 0 0,0-1 0,0 1 0,0 0 0,1 0 0,-1 0 0,0-1 0,0 1 0,0 0 0,0 0 0,0 0 0,0-1 0,0 1 0,0 0 0,0 0 0,0 0 0,0-1 0,0 1 0,0 0 0,0 0 0,0 0 0,0-1 0,0 1 0,0 0 0,0 0 0,0-1 0,0 1 0,0 0 0,0 0 0,0-1 0,-9-3 0,-11 1 0,19 3 0,-204-1 0,105 2 0,-294-1 0,301-7 0,8-1 0,7 1 0,50 3 0,-31 1 0,-344 3 0,389-1 0,-1 0 0,-16-4 0,16 2 0,-26-2 0,12 5 0,-1 1 0,-43 8 0,-74 5 0,87-8 0,-105-5 0,78-2 0,-832 1 0,894 1 0,-29 5 0,-20 1 0,-56 1 0,-29-1 0,124-7 0,-51 8 0,27-2 0,-106-5 0,81-2 0,47 1 0,-61-9 0,-34-6 0,89 11 0,-75 3 0,76 2 0,-76-8 0,52 1 0,-123 4 0,19 1 0,95-6 0,-24 0 0,-666 7 0,679-7 0,6-1 0,48 8 0,-180 1 0,151 6 0,-18 1 0,-1-1 0,-2 0 0,-4 0 0,-7 1 0,45-9 0,20 0 0,1 1 0,-46 7 0,30-2 0,-1-1 0,-60-3 0,-49 3 0,-43 3 0,56-5 0,3 12 0,31-6 0,26 0 0,9-2 0,-55 2 0,78-8 0,-59 8 0,74-5 0,-54-2 0,-8 1 0,50 5 0,30-4 0,-26 1 0,-37 5 0,29-3 0,-81 8 0,77-8 0,-70 3 0,77-9 0,-182 8 0,-75-1 0,186-8 0,-165 10 0,73 5 0,163-9 0,-196 11 0,139-9 0,0 0 0,-496-7 0,508-8 0,6 1 0,-26 6 0,-138-7 0,-73 1 0,198 9 0,-68 6 0,23-1 0,-9 1 0,75-1 0,-8 0 0,28 0 0,-4 1 0,31-3 0,-109-3 0,80-4 0,-523 2-1365,590 0-5461</inkml:trace>
</inkml:ink>
</file>

<file path=ppt/ink/ink2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2:30.13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2709 31 24575,'-280'-8'0,"-197"-14"0,-1 22 0,196 1 0,-892-1-1365,1157 0-5461</inkml:trace>
</inkml:ink>
</file>

<file path=ppt/ink/ink2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2:33.85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10996 275 24575,'-5'-3'0,"1"0"0,-1 0 0,0 1 0,0-1 0,0 1 0,-1 0 0,1 1 0,0-1 0,-9 0 0,2-1 0,-14-4 0,-43-4 0,22 6 0,-55-4 0,-69-8 0,83 5 0,-63-11 0,23 3 0,90 14 0,18 2 0,-37-1 0,36 5 0,-6 0 0,-1 0 0,-40-8 0,39 4 0,-43-1 0,-4 0 0,2-4 0,-106-17 0,19 0 0,146 24 0,1 0 0,0 1 0,0 1 0,-1 1 0,1 0 0,0 1 0,0 0 0,0 1 0,-26 9 0,34-10 0,0-1 0,-1 1 0,0-1 0,1-1 0,-1 1 0,0-1 0,1 0 0,-1-1 0,0 0 0,1 0 0,-9-2 0,-32-3 0,4 6 0,-3 0 0,-58-8 0,70 5 0,-40 0 0,39 3 0,-37-6 0,-40-4 0,24 3 0,-75-8 0,-56 9 0,144 7 0,55 0 0,-35 7 0,16-3 0,-69 10 0,63-10 0,-73 5 0,-10-3 0,-4 0 0,-270-7 0,307 7 0,2 1 0,2-1 0,4 0 0,-12 2 0,50-4 0,-1 1 0,-71 3 0,-619-10 0,613 10 0,66-3 0,-3 0 0,-46 3 0,16-2 0,-5 0 0,10 0 0,2 0 0,-382-6 0,225-2 0,220 2 0,-29 6 0,29-4 0,-28 1 0,31-4 0,0 2 0,-29 4 0,-65 9 0,14 0 0,67-11 0,-1-1 0,-65-4 0,36 0 0,49 1 0,-32 0 0,-74 9 0,43-2 0,-3 0 0,-16 2 0,15-3 0,9-1 0,-104-4 0,81-2 0,74 1 0,-29 0 0,-76 9 0,20 0 0,22-3 0,35-3 0,1-2 0,-87-10 0,123 8 0,-259-4 0,159 7 0,-147 6 0,-100-1 0,223-8 0,81 1 0,-69-9 0,66 4 0,-100 3 0,77 4 0,71-2 0,0 1 0,-19 5 0,19-4 0,-1 1 0,-13-1 0,7-1-682,-36 7-1,41-6-6143</inkml:trace>
</inkml:ink>
</file>

<file path=ppt/ink/ink2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2:42.15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403 62 24575,'0'-12'0,"0"-1"0,5-24 0,-44 114 0,-49 105 0,66-130 0,-121 287 0,132-309 0,3-6 0,-1 0 0,-1-1 0,-2 0 0,-16 25 0,28-47 5,0-1-1,-1 1 1,1 0-1,-1-1 0,1 1 1,-1 0-1,1-1 1,-1 1-1,0-1 1,1 1-1,-1-1 0,0 1 1,1-1-1,-1 0 1,0 1-1,0-1 1,1 0-1,-1 0 0,0 1 1,0-1-1,1 0 1,-1 0-1,0 0 1,0 0-1,0 0 1,-1 0-1,1-1-82,0 1 0,0-1 0,0 1-1,0-1 1,1 1 0,-1-1 0,0 0 0,0 0 0,0 0-1,1 1 1,-1-1 0,0 0 0,1 0 0,-1 0 0,0 0-1,1 0 1,-1 0 0,1-2 0,-4-7-6748</inkml:trace>
</inkml:ink>
</file>

<file path=ppt/ink/ink2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2:42.79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202 59 24575,'2'-2'0,"0"-1"0,0 0 0,0 1 0,1-1 0,-1 1 0,1 0 0,4-4 0,-6 6 0,0-1 0,0 1 0,0 0 0,0-1 0,0 1 0,0 0 0,1 0 0,-1 0 0,0-1 0,0 1 0,0 0 0,0 1 0,0-1 0,0 0 0,0 0 0,0 0 0,0 1 0,0-1 0,0 0 0,0 1 0,0-1 0,0 1 0,0-1 0,0 1 0,0-1 0,-1 1 0,1 0 0,0-1 0,0 2 0,3 2 0,0 1 0,0-1 0,-1 1 0,1 0 0,-1 0 0,-1 0 0,3 7 0,14 40 0,-13-34 0,55 191 0,-60-206 0,0-1 0,-1-1 0,1 1 0,-1-1 0,1 1 0,-1-1 0,0 1 0,0-1 0,0 1 0,0-1 0,0 1 0,0-1 0,0 1 0,0-1 0,-1 2 0,0-3 0,1 0 0,-1 0 0,1-1 0,-1 1 0,1 0 0,-1 0 0,1-1 0,-1 1 0,1 0 0,0-1 0,-1 1 0,1-1 0,-1 1 0,1 0 0,0-1 0,-1 1 0,1-1 0,0 1 0,0-1 0,-1 0 0,-7-12 0,-12-29 0,1 0 0,-24-86 0,38 108 0,1 0 0,0-1 0,2 1 0,1-1 0,1-24 0,0 45 0,0-1 0,0 1 0,0-1 0,0 1 0,0-1 0,0 1 0,0 0 0,0-1 0,0 1 0,0-1 0,0 1 0,0-1 0,-1 1 0,1-1 0,0 1 0,0 0 0,0-1 0,-1 1 0,1-1 0,0 1 0,0 0 0,-1-1 0,1 1 0,0 0 0,-1-1 0,1 1 0,0 0 0,-1 0 0,1-1 0,-1 1 0,1 0 0,0 0 0,-1 0 0,1 0 0,-1-1 0,1 1 0,-1 0 0,1 0 0,-1 0 0,1 0 0,0 0 0,-1 0 0,1 0 0,-1 0 0,1 0 0,-1 0 0,1 0 0,-1 1 0,1-1 0,0 0 0,-1 0 0,1 0 0,-1 1 0,0-1 0,-5 3 0,0 0 0,0 0 0,-6 5 0,2-3 0,-32 17 0,15-9 0,-35 23 0,54-29 0,1 0 0,-1 0 0,1 0 0,0 1 0,1 0 0,0 0 0,-7 12 0,12-17 0,-5 5-1365</inkml:trace>
</inkml:ink>
</file>

<file path=ppt/ink/ink2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2:44.42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7 1 24575,'-2'22'0,"-2"10"0,4 2 0,0-1 0,2-2 0,-1-5 0,0-4 0,3-3 0,-1-3 0,1-1 0,-1-1 0,-2 0 0,3-1 0,0 1 0,-1 0 0,-1-3-8191</inkml:trace>
</inkml:ink>
</file>

<file path=ppt/ink/ink2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2:44.79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3 24575,'26'-2'0,"0"1"0,1 2 0,-1 0 0,0 2 0,0 1 0,39 11 0,-47-9 0,0 0 0,-1 1 0,0 1 0,-1 0 0,0 2 0,0 0 0,-1 0 0,0 1 0,-1 1 0,14 15 0,-22-21 0,-1 0 0,1 1 0,-2 0 0,1 0 0,-1 0 0,0 1 0,0-1 0,-1 1 0,0 0 0,3 12 0,-5-16 0,-1 0 0,1 0 0,-1 0 0,0 0 0,0 0 0,0-1 0,0 1 0,-1 0 0,0 0 0,0 0 0,0-1 0,0 1 0,0 0 0,-1-1 0,0 1 0,1-1 0,-1 0 0,0 1 0,-1-1 0,1 0 0,-1 0 0,1-1 0,-1 1 0,-5 4 0,-5 1 0,1 0 0,-2 0 0,1-1 0,-1-1 0,0-1 0,0 1 0,0-2 0,-27 5 0,4-4 0,-1-1 0,-50-2 0,73-2-341,-1-2 0,1 0-1,-16-4 1,19 3-6485</inkml:trace>
</inkml:ink>
</file>

<file path=ppt/ink/ink2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2:45.15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24575,'4'22'0,"5"9"0,3 6 0,0-3 0,-1-3 0,2-8 0,-3-5 0,0-3 0,-1-2 0,-1-3 0</inkml:trace>
</inkml:ink>
</file>

<file path=ppt/ink/ink2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2:45.38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418 43 24575,'-29'-5'0,"-13"-2"0,-3-1 0,0-1 0,6 3 0,4 1 0,6 2 0,6 4 0,1 2 0,2 0 0,0 2 0,1 0 0,0 0 0,2 1 0,4-1-8191</inkml:trace>
</inkml:ink>
</file>

<file path=ppt/ink/ink2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2:45.73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24575,'0'23'0,"3"8"0,2 3 0,2-3 0,-2-3 0,2-7 0,-1-5 0,2-5 0</inkml:trace>
</inkml:ink>
</file>

<file path=ppt/ink/ink2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2:46.00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46 24575,'30'-8'0,"14"-1"0,2-1 0,-1 3 0,-7 1 0,-4 3 0,-6 1 0,-5 2 0,-9 0 0,-9 0 0</inkml:trace>
</inkml:ink>
</file>

<file path=ppt/ink/ink2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2:46.23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22 24575,'27'3'0,"12"0"0,1-2 0,-4-2 0,-5 0 0,-8-3 0,-6-1 0,-5-1 0,-2 0 0,-1 0 0</inkml:trace>
</inkml:ink>
</file>

<file path=ppt/ink/ink2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2:46.64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24575,'9'17'0,"4"11"0,0 3 0,-1-2 0,-1-3 0,-1-3 0,-2-3 0,-2-3 0,0-2 0,-1-1 0,-1 0 0,1-3 0</inkml:trace>
</inkml:ink>
</file>

<file path=ppt/ink/ink2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2:46.86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506 40 24575,'-27'-5'0,"-14"-4"0,-5-1 0,1 2 0,3 2 0,3 5 0,7 2 0,3 1 0,2 2 0,3 2 0,0 1 0,-2 2 0,-3 0 0,3-2 0,-1 0 0,5-1-8191</inkml:trace>
</inkml:ink>
</file>

<file path=ppt/ink/ink2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2:47.56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273 4 24575,'1'15'0,"0"0"0,1-1 0,7 23 0,1 12 0,-10-47 0,1-1 0,-1 1 0,0-1 0,0 1 0,0-1 0,0 1 0,0 0 0,0-1 0,-1 1 0,1-1 0,0 1 0,-1-1 0,1 1 0,-1-1 0,0 1 0,1-1 0,-1 0 0,0 1 0,0-1 0,0 0 0,0 1 0,-1 0 0,0-1 0,0 1 0,0-1 0,0 0 0,0 0 0,-1 0 0,1 0 0,0 0 0,-1-1 0,1 1 0,0-1 0,-1 0 0,1 1 0,-3-1 0,-6-1 0,0 1 0,0-2 0,0 1 0,0-2 0,-13-3 0,2-2 0,-42-19 0,55 22 0,1 1 0,-1-2 0,1 1 0,0-1 0,1 0 0,-1-1 0,-8-10 0,14 15 0,1 1 0,0 0 0,0-1 0,0 0 0,0 1 0,0-1 0,0 1 0,0-1 0,1 0 0,-1 0 0,0 0 0,1 1 0,0-1 0,-1 0 0,1 0 0,0 0 0,0 0 0,0 0 0,0 0 0,0 1 0,1-1 0,0-4 0,0 4 0,0 1 0,0-1 0,1 0 0,-1 1 0,1-1 0,-1 0 0,1 1 0,-1 0 0,1-1 0,0 1 0,0 0 0,0 0 0,-1 0 0,1 0 0,0 0 0,0 1 0,1-1 0,-1 0 0,4 0 0,18-2-3,0 1-1,1 0 0,40 4 0,-13 0-1346,-39-2-5476</inkml:trace>
</inkml:ink>
</file>

<file path=ppt/ink/ink2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2:47.94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226 96 24575,'-15'-10'0,"-11"-8"0,0 1 0,-1 2 0,-29-12 0,52 25 0,0 1 0,0-1 0,0 1 0,0 0 0,-1 0 0,-5 0 0,9 1 0,-1 0 0,1 0 0,0 1 0,-1-1 0,1 0 0,0 0 0,0 1 0,-1-1 0,1 1 0,0-1 0,0 1 0,0-1 0,0 1 0,0 0 0,0-1 0,0 1 0,0 0 0,0 0 0,0 0 0,0 0 0,0 0 0,0 0 0,1 0 0,-1 0 0,0 2 0,-2 3 0,1 0 0,0 0 0,1 0 0,-1 0 0,1 1 0,0-1 0,1 1 0,0 10 0,7 56 0,-4-51 0,40 207-367,14-4-71,-49-193 428,-2-8-68,1 1-1,1-1 0,1 0 1,2-1-1,0 0 1,18 27-1,-23-41-6747</inkml:trace>
</inkml:ink>
</file>

<file path=ppt/ink/ink2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2:48.09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281 41 24575,'-25'-7'0,"-12"-3"0,-6 0 0,1 3 0,1 2 0,4 4 0,5 2 0,8 2-8191</inkml:trace>
</inkml:ink>
</file>

<file path=ppt/ink/ink2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2:49.13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222 402 24575,'-179'-94'0,"175"91"0,0 2 0,0-1 0,0 0 0,-7-1 0,10 3 0,1 0 0,-1 0 0,1 0 0,-1-1 0,1 1 0,-1 0 0,1 0 0,-1 0 0,1 0 0,-1 0 0,1 0 0,-1 1 0,1-1 0,-1 0 0,1 0 0,-1 0 0,1 0 0,-1 1 0,1-1 0,0 0 0,-1 0 0,1 1 0,-1-1 0,1 0 0,0 0 0,-1 1 0,1-1 0,0 1 0,-1-1 0,1 0 0,0 1 0,0-1 0,-1 1 0,1-1 0,0 1 0,0-1 0,0 1 0,-1-1 0,1 0 0,0 1 0,0-1 0,0 1 0,0-1 0,0 1 0,0-1 0,0 1 0,0-1 0,0 1 0,0-1 0,1 2 0,0 6 0,1-1 0,0 1 0,0 0 0,1-1 0,0 0 0,7 14 0,30 41 0,-19-32 0,-13-18 0,1-1 0,-1 0 0,1-1 0,15 13 0,-19-18 0,0-2 0,0 1 0,0 0 0,0-1 0,1 0 0,-1 0 0,1-1 0,0 0 0,0 0 0,0 0 0,0 0 0,7 0 0,-12-2 0,1 0 0,-1 0 0,1 0 0,-1 0 0,1 0 0,-1 0 0,1 0 0,-1-1 0,0 1 0,1-1 0,-1 1 0,1-1 0,-1 1 0,0-1 0,0 0 0,1 0 0,-1 1 0,0-1 0,1-1 0,0 0 0,-1 0 0,1 0 0,-1-1 0,1 1 0,-1 0 0,0 0 0,0-1 0,0 1 0,-1 0 0,2-4 0,-1-4 0,1-1 0,-2 1 0,1 0 0,-2-13 0,-2-9 0,-2 1 0,0 0 0,-2 1 0,-2-1 0,-15-38 0,2 20 0,-1 1 0,-39-59 0,57 99 0,-9-15 0,13 22 0,0 0 0,0-1 0,0 1 0,0 0 0,0 0 0,0 0 0,0 0 0,-1 0 0,1 0 0,0 1 0,0-1 0,-1 0 0,-1 0 0,3 1 0,0 0 0,0 0 0,0 0 0,-1 0 0,1 0 0,0 0 0,0 1 0,0-1 0,-1 0 0,1 0 0,0 0 0,0 0 0,0 0 0,0 0 0,0 1 0,-1-1 0,1 0 0,0 0 0,0 0 0,0 0 0,0 1 0,0-1 0,0 0 0,0 0 0,-1 0 0,1 1 0,0-1 0,0 0 0,0 0 0,0 0 0,0 1 0,0-1 0,0 0 0,0 0 0,0 0 0,0 1 0,0-1 0,1 0 0,-1 11 0,0-11 0,3 16 0,1 0 0,0-1 0,1 0 0,8 17 0,32 59 0,-29-60 0,8 18 0,-9-17 0,2-1 0,1 0 0,40 53 0,-47-72-1365,-1-3-5461</inkml:trace>
</inkml:ink>
</file>

<file path=ppt/ink/ink2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2:49.59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195 144 24575,'-14'-11'0,"-7"-8"0,-2 1 0,0 1 0,-39-21 0,59 36 0,0 1 0,1 0 0,-1 0 0,0 0 0,1 0 0,-1 0 0,0 1 0,0-1 0,0 1 0,-4 0 0,7 0 0,-1 0 0,0 0 0,0 1 0,0-1 0,0 0 0,0 1 0,1-1 0,-1 1 0,0-1 0,0 1 0,1-1 0,-1 1 0,0-1 0,1 1 0,-1 0 0,1-1 0,-1 1 0,0 0 0,1-1 0,0 1 0,-1 0 0,1 0 0,-1 0 0,1 0 0,0-1 0,0 1 0,-1 0 0,1 0 0,0 0 0,0 0 0,0 0 0,0 0 0,0-1 0,0 3 0,1 2 0,-1-1 0,1 1 0,0 0 0,0 0 0,0 0 0,1 0 0,-1-1 0,1 1 0,0-1 0,1 1 0,3 5 0,4 5 0,21 23 0,-22-28 0,1 0 0,0 0 0,1-1 0,0 0 0,17 10 0,-22-16 0,0 1 0,1-1 0,-1 0 0,1-1 0,0 0 0,0 0 0,0 0 0,0-1 0,0 0 0,1 0 0,-1-1 0,9-1 0,-14 1 0,0 0 0,0 0 0,0 0 0,0-1 0,0 1 0,0-1 0,0 1 0,-1-1 0,1 0 0,0 0 0,-1 0 0,1 0 0,0 0 0,-1 0 0,1 0 0,1-2 0,-2 2 0,0-1 0,-1 1 0,1 0 0,0-1 0,0 1 0,-1-1 0,1 1 0,-1-1 0,1 0 0,-1 1 0,0-1 0,0 1 0,1-1 0,-1 0 0,-1-2 0,0-2 0,0 0 0,0 0 0,-1 0 0,0 1 0,0-1 0,0 0 0,-1 1 0,-6-10 0,-2-2 30,-1 1 0,0 0 0,-29-26 0,31 33-242,0 0 0,-1 1 0,0 0-1,-1 1 1,1 0 0,-23-9 0,20 12-6614</inkml:trace>
</inkml:ink>
</file>

<file path=ppt/ink/ink2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2:50.14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1 155 24575,'0'0'0,"0"0"0,1 0 0,-1 0 0,0-1 0,1 1 0,-1 0 0,0 0 0,1 0 0,-1 0 0,1 0 0,-1 0 0,0 0 0,1 0 0,-1 0 0,1 0 0,-1 0 0,0 0 0,1 0 0,-1 0 0,1 0 0,-1 0 0,0 0 0,1 0 0,-1 0 0,1 1 0,-1-1 0,0 0 0,1 0 0,-1 1 0,0-1 0,0 0 0,1 1 0,15 7 0,17 15 0,-17-12 0,0 0 0,27 12 0,-39-21 0,1 0 0,-1 0 0,1-1 0,-1 1 0,1-1 0,0 0 0,0-1 0,-1 1 0,1-1 0,0 0 0,0 0 0,0 0 0,-1-1 0,1 0 0,6-1 0,-10 1 0,1 1 0,-1-1 0,1 0 0,-1 1 0,1-1 0,-1 0 0,0 0 0,1 0 0,-1 0 0,0 0 0,0 0 0,0 0 0,0-1 0,0 1 0,0 0 0,0-1 0,0 1 0,0 0 0,1-4 0,-1 2 0,-1 0 0,1 0 0,-1 0 0,0 1 0,0-1 0,0 0 0,0 0 0,0 0 0,0 0 0,-2-4 0,-1-3 0,0 0 0,-1 0 0,0 0 0,0 1 0,-7-11 0,-3-4 0,14 24 0,0 0 0,0-1 0,0 1 0,0 0 0,0 0 0,0 0 0,0 0 0,0 0 0,0-1 0,0 1 0,0 0 0,0 0 0,0 0 0,0 0 0,0 0 0,0 0 0,0-1 0,0 1 0,0 0 0,1 0 0,-1 0 0,0 0 0,0 0 0,0 0 0,0 0 0,0-1 0,0 1 0,0 0 0,0 0 0,1 0 0,-1 0 0,0 0 0,0 0 0,0 0 0,0 0 0,0 0 0,0 0 0,1 0 0,-1 0 0,0 0 0,0 0 0,0 0 0,0 0 0,0 0 0,1 0 0,-1 0 0,0 0 0,0 0 0,0 0 0,0 0 0,0 0 0,0 0 0,1 0 0,-1 0 0,0 0 0,0 0 0,0 0 0,0 0 0,0 1 0,0-1 0,0 0 0,1 0 0,-1 0 0,0 0 0,0 0 0,10 5 0,32 23 0,-23-15 0,0 0 0,0-2 0,1 0 0,41 15 0,-48-22 0,-1 0 0,1-1 0,0-1 0,0 0 0,15 0 0,-25-2 0,0-1 0,0 1 0,1 0 0,-1-1 0,0 0 0,0 1 0,0-1 0,-1-1 0,1 1 0,0 0 0,0-1 0,2-1 0,-3 2 0,0-1 0,-1 0 0,1 0 0,0 1 0,-1-1 0,0 0 0,1 0 0,-1 0 0,0-1 0,0 1 0,0 0 0,-1 0 0,1-1 0,0 1 0,-1 0 0,1-1 0,-1-3 0,0 0 8,0 1 0,0-1 0,-1 0 0,0 1 0,0-1 0,0 1 0,-1 0 0,1-1 0,-1 1 0,-1 0 0,1 0 0,-1 0 0,0 0 0,-6-7 0,3 4-194,-1 1 1,1 0-1,-1 0 0,-1 0 1,0 1-1,1 0 1,-15-7-1,9 7-6640</inkml:trace>
</inkml:ink>
</file>

<file path=ppt/ink/ink2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2:50.61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63 24575,'10'10'0,"27"25"0,-35-33 0,1 0 0,0 0 0,0 0 0,0 0 0,1 0 0,-1 0 0,0-1 0,1 0 0,-1 0 0,6 2 0,-6-3 0,-1 0 0,1 0 0,-1-1 0,1 1 0,-1-1 0,1 1 0,-1-1 0,0 0 0,1 0 0,-1 1 0,0-2 0,0 1 0,0 0 0,0 0 0,0-1 0,0 1 0,0-1 0,0 0 0,0 0 0,-1 1 0,3-4 0,3-5 0,0-1 0,-1 1 0,6-14 0,0 2 0,-11 20 0,0 0 0,1 0 0,0 0 0,0 0 0,-1 1 0,1-1 0,0 1 0,0-1 0,0 1 0,1 0 0,-1 0 0,0-1 0,0 2 0,1-1 0,-1 0 0,0 0 0,1 1 0,-1-1 0,1 1 0,-1 0 0,1 0 0,-1 0 0,1 0 0,-1 0 0,3 1 0,7 1 0,0 0 0,0 1 0,19 7 0,-13-3 40,-1 0 0,31 19 0,-41-21-226,1 0 1,-1 0-1,0 1 0,0 0 1,-1 0-1,1 1 1,9 14-1,-8-8-6640</inkml:trace>
</inkml:ink>
</file>

<file path=ppt/ink/ink2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2:52.11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347 3 24575,'-60'-1'0,"12"0"0,-87 9 0,131-8 0,0 1 0,1 0 0,-1 0 0,0 0 0,0 0 0,0 1 0,0-1 0,1 1 0,-1 0 0,-5 5 0,7-5 0,0-1 0,0 1 0,1 0 0,-1 0 0,1 0 0,0 1 0,-1-1 0,1 0 0,0 0 0,0 1 0,1-1 0,-1 0 0,0 1 0,1-1 0,-1 1 0,1-1 0,0 1 0,0 2 0,0 3 0,1-1 0,0-1 0,0 1 0,1 0 0,0 0 0,0 0 0,1-1 0,-1 1 0,1-1 0,1 0 0,-1 0 0,1 0 0,0 0 0,1-1 0,-1 1 0,8 6 0,9 6 0,0 0 0,44 26 0,-50-34 0,9 5 0,-13-9 0,-2 0 0,1 0 0,9 9 0,-18-14 0,-1-1 0,1 1 0,-1-1 0,0 0 0,1 1 0,-1-1 0,1 1 0,-1-1 0,0 1 0,1-1 0,-1 1 0,0-1 0,0 1 0,1-1 0,-1 1 0,0-1 0,0 1 0,0 0 0,0-1 0,1 1 0,-1-1 0,0 1 0,0-1 0,-1 2 0,1-2 0,0 1 0,-1-1 0,1 1 0,0-1 0,-1 1 0,1-1 0,-1 1 0,1-1 0,-1 0 0,1 1 0,-1-1 0,1 1 0,-1-1 0,0 0 0,1 0 0,-1 1 0,1-1 0,-2 0 0,-4 1 0,0 0 0,0 0 0,-9 0 0,14-1 0,-14 0 0,0-1 0,0 0 0,0-1 0,-16-5 0,-58-19 0,34 8 0,51 17-68,-5-3-1229</inkml:trace>
</inkml:ink>
</file>

<file path=ppt/ink/ink2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2:52.92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176 30 24575,'-14'-5'0,"-8"-2"0,-28-6 0,44 11 0,1 1 0,-1 1 0,0-1 0,0 1 0,1 0 0,-1 0 0,0 1 0,0-1 0,0 1 0,-6 3 0,11-4 0,-1 0 0,1 1 0,0-1 0,0 1 0,0-1 0,0 1 0,0-1 0,0 1 0,0 0 0,0-1 0,1 1 0,-1 0 0,0 0 0,0 0 0,0 0 0,1 0 0,-1 0 0,1 0 0,-1 0 0,1 0 0,-2 2 0,2-2 0,0 1 0,0-1 0,0 1 0,0 0 0,0-1 0,1 1 0,-1-1 0,0 1 0,1-1 0,-1 1 0,1-1 0,-1 1 0,1-1 0,1 2 0,2 3 0,0-1 0,0 1 0,1-1 0,-1 0 0,11 9 0,-2-4 0,0 0 0,1-1 0,0-1 0,1 0 0,0-1 0,0 0 0,0-2 0,1 1 0,-1-2 0,31 5 0,-44-9 0,0 1 0,0-1 0,0 0 0,0 0 0,0 0 0,0 0 0,0 0 0,0-1 0,0 1 0,0-1 0,0 1 0,0-1 0,0 0 0,-1 1 0,1-1 0,2-2 0,-3 2 0,0 0 0,0 0 0,0 0 0,0-1 0,0 1 0,0 0 0,0-1 0,-1 1 0,1-1 0,0 1 0,-1-1 0,1 0 0,-1 1 0,0-1 0,1 1 0,-1-1 0,0 0 0,0 1 0,0-1 0,-1-2 0,1-2 0,-2 0 0,1 1 0,-1-1 0,1 0 0,-1 0 0,-1 1 0,1 0 0,-1-1 0,0 1 0,-1 0 0,-3-5 0,1 1 0,0 0 0,-5-11 0,11 20 0,0 0 0,0 0 0,0 0 0,0 0 0,0 0 0,-1-1 0,1 1 0,0 0 0,0 0 0,0 0 0,0 0 0,0 0 0,0-1 0,0 1 0,0 0 0,0 0 0,0 0 0,0 0 0,0-1 0,0 1 0,0 0 0,0 0 0,0 0 0,0 0 0,0 0 0,0-1 0,0 1 0,0 0 0,0 0 0,0 0 0,0 0 0,1 0 0,-1-1 0,0 1 0,0 0 0,0 0 0,0 0 0,0 0 0,0 0 0,8 2 0,12 10 0,-14-8 0,22 13 0,50 28 0,-67-40 0,1 0 0,-1-1 0,1 0 0,0 0 0,15 1 0,-26-4 0,0-1 0,1 0 0,-1 0 0,1 1 0,-1-1 0,0 0 0,1 0 0,-1 0 0,1-1 0,-1 1 0,0 0 0,1-1 0,-1 1 0,0 0 0,1-1 0,-1 1 0,0-1 0,0 0 0,1 0 0,-1 1 0,0-1 0,0 0 0,0 0 0,0 0 0,0 0 0,0 0 0,0 0 0,0 0 0,-1-1 0,1 1 0,0 0 0,-1 0 0,2-2 0,-1-3 0,0-1 0,1 1 0,-2-1 0,1 1 0,-1-1 0,-1-6 0,3-22 0,-2 35 0,0-1 0,0 1 0,0-1 0,0 1 0,0 0 0,1-1 0,-1 1 0,0 0 0,0-1 0,0 1 0,0-1 0,1 1 0,-1 0 0,0-1 0,0 1 0,1 0 0,-1 0 0,0-1 0,0 1 0,1 0 0,-1 0 0,0-1 0,1 1 0,-1 0 0,0 0 0,1 0 0,-1 0 0,1-1 0,-1 1 0,0 0 0,1 0 0,-1 0 0,1 0 0,-1 0 0,0 0 0,1 0 0,-1 0 0,0 0 0,1 0 0,-1 0 0,1 0 0,-1 1 0,0-1 0,1 0 0,-1 0 0,0 0 0,1 0 0,-1 1 0,1-1 0,20 16 0,-12-8 0,-3-5 0,-1 1 0,1-1 0,0-1 0,0 1 0,0-1 0,0 0 0,8 1 0,-11-3 0,0 1 0,1-1 0,-1 0 0,0 0 0,0 0 0,0 0 0,0-1 0,1 0 0,-1 1 0,0-1 0,0 0 0,0 0 0,0-1 0,0 1 0,-1-1 0,5-2 0,-4 2 0,1 0 0,0 0 0,0 0 0,1 0 0,-1 0 0,0 1 0,1 0 0,-1 0 0,0 0 0,1 0 0,-1 1 0,1 0 0,0 0 0,5 1 0,9 1 0,-1 1 0,23 7 0,11 2 0,-36-10-1365,-3-1-5461</inkml:trace>
</inkml:ink>
</file>

<file path=ppt/ink/ink2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2:53.36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191 293 24575,'28'50'0,"38"97"0,-65-143 0,0-1 0,0 1 0,0 0 0,-1 0 0,1 0 0,-1 7 0,0-10 0,0 0 0,0-1 0,0 1 0,0-1 0,0 1 0,0 0 0,-1-1 0,1 1 0,0-1 0,0 1 0,-1-1 0,1 1 0,0-1 0,-1 1 0,1-1 0,-1 1 0,1-1 0,0 1 0,-1-1 0,0 1 0,0-1 0,0 1 0,0-1 0,1 0 0,-1 0 0,0 0 0,0 0 0,0 0 0,0 0 0,0 0 0,0 0 0,1 0 0,-1 0 0,0-1 0,0 1 0,0 0 0,0 0 0,1-1 0,-1 1 0,-1-1 0,-5-3 0,1 0 0,-1 0 0,1-1 0,0 1 0,0-1 0,-5-7 0,-31-38 0,24 28 0,-6-7 0,1 0 0,2-2 0,-22-43 0,35 58 0,1 1 0,1-1 0,0 0 0,1-1 0,1 1 0,1-1 0,0 0 0,1 0 0,0-26 0,2 40 0,0 0 0,1-1 0,-1 1 0,0 0 0,1 0 0,0 0 0,0 0 0,0 0 0,0 0 0,0 1 0,1-1 0,-1 0 0,1 0 0,-1 1 0,1-1 0,0 1 0,0 0 0,5-5 0,-4 5 0,0 1 0,0-1 0,0 1 0,0 0 0,1-1 0,-1 1 0,0 0 0,1 1 0,-1-1 0,0 1 0,1-1 0,-1 1 0,1 0 0,-1 1 0,1-1 0,-1 0 0,4 2 0,4 0 0,1 1 0,-1 1 0,0 0 0,0 0 0,0 1 0,17 11 0,-22-13 0,-1 0 0,0 1 0,0 0 0,0 0 0,-1 1 0,0-1 0,1 1 0,-2 0 0,1 0 0,0 0 0,-1 0 0,0 1 0,0 0 0,2 8 0,-4-12 0,0 0 0,-1 1 0,1-1 0,-1 1 0,0-1 0,0 0 0,0 1 0,0-1 0,0 0 0,0 1 0,-1-1 0,1 1 0,-1-1 0,1 0 0,-1 1 0,0-1 0,0 0 0,-1 2 0,0-1 0,0-1 0,-1 1 0,1-1 0,0 0 0,-1 1 0,1-1 0,-1 0 0,0-1 0,1 1 0,-1 0 0,-6 1 0,-2 1 0,0-1 0,-1 0 0,0-1 0,0 0 0,1-1 0,-15 0 0,-16-1-1365,24-1-5461</inkml:trace>
</inkml:ink>
</file>

<file path=ppt/ink/ink2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2:53.77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0 493 24575,'85'1'0,"113"-5"0,-191 4 0,0-1 0,-1 0 0,1 0 0,0-1 0,-1 0 0,12-5 0,-16 6 0,1-1 0,-1 1 0,0-1 0,0 0 0,1 1 0,-1-1 0,0 0 0,-1-1 0,1 1 0,0 0 0,-1 0 0,1-1 0,-1 1 0,1-1 0,-1 1 0,0-1 0,0 1 0,-1-1 0,2-3 0,0-5 0,-1 0 0,0-1 0,-1 1 0,0-1 0,0 1 0,-2-1 0,1 1 0,-1-1 0,-6-18 0,-1 5 0,-1 0 0,-1 0 0,-14-22 0,-81-111 0,100 149 0,5 9 0,1-1 0,0 0 0,-1 1 0,1-1 0,-1 1 0,1-1 0,-1 1 0,1-1 0,-1 1 0,0-1 0,1 1 0,-1-1 0,1 1 0,-2-1 0,1 1 0,1 0 0,0 0 0,0 0 0,0 0 0,-1 1 0,1-1 0,0 0 0,0 0 0,0 0 0,-1 0 0,1 0 0,0 0 0,0 1 0,0-1 0,0 0 0,-1 0 0,1 0 0,0 0 0,0 1 0,0-1 0,0 0 0,0 0 0,0 0 0,0 1 0,0-1 0,0 0 0,-1 0 0,1 0 0,0 1 0,0-1 0,0 0 0,0 26 0,0-19 0,3 32 0,11 57 0,-2-19 0,-10-60 0,14 87 0,-13-92 0,0 1 0,1-1 0,0 0 0,1 0 0,1 0 0,6 10 0,-9-18 0,-1-1 0,1 1 0,0-1 0,0 0 0,1 0 0,-1 0 0,0 0 0,1-1 0,0 0 0,-1 1 0,1-1 0,0-1 0,0 1 0,1 0 0,-1-1 0,0 0 0,0 0 0,1 0 0,-1-1 0,0 1 0,8-1 0,-5-1 0,1 1 0,0-1 0,-1-1 0,1 1 0,-1-1 0,0 0 0,0-1 0,0 0 0,0 0 0,0-1 0,10-6 0,-8 3-341,0 0 0,0 0-1,11-14 1,-9 8-6485</inkml:trace>
</inkml:ink>
</file>

<file path=ppt/ink/ink2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2:53.96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22 1 24575,'-3'16'0,"-14"97"0,16-98 0,1 1 0,0-1 0,1 0 0,0 0 0,6 22 0,-6-32 0,1-1 0,-1 1 0,1-1 0,0 1 0,0-1 0,1 0 0,-1 0 0,1 0 0,0 0 0,0-1 0,0 1 0,1-1 0,-1 0 0,1 1 0,0-2 0,5 4 0,-7-4 0,0-1 0,1 0 0,0 0 0,-1 0 0,1 0 0,0-1 0,-1 1 0,1-1 0,0 1 0,0-1 0,0 0 0,-1 0 0,1 0 0,0-1 0,0 1 0,-1 0 0,1-1 0,0 0 0,-1 0 0,1 0 0,0 0 0,-1 0 0,1 0 0,-1-1 0,0 1 0,1-1 0,-1 0 0,3-3 0,4-3-1365,-1 0-5461</inkml:trace>
</inkml:ink>
</file>

<file path=ppt/ink/ink2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2:54.64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216 533 24575,'-16'2'0,"0"0"0,1 2 0,-1 0 0,1 0 0,-15 7 0,30-11 0,-1 0 0,1 0 0,0 0 0,0 0 0,0-1 0,-1 1 0,1 0 0,0 0 0,0 0 0,0-1 0,0 1 0,0 0 0,-1 0 0,1-1 0,0 1 0,0 0 0,0 0 0,0-1 0,0 1 0,0 0 0,0 0 0,0-1 0,0 1 0,0 0 0,0 0 0,0-1 0,0 1 0,0 0 0,0 0 0,0-1 0,0 1 0,0 0 0,1 0 0,-1-1 0,0 1 0,4-22 0,-1-1 0,-3 20 0,0 1 0,0-1 0,-1 0 0,1 0 0,-1 1 0,0-1 0,0 0 0,0 1 0,0-1 0,0 1 0,0-1 0,0 1 0,-1-1 0,0 1 0,1 0 0,-1 0 0,-3-3 0,4 4 0,0 0 0,0 0 0,0 1 0,0-1 0,-1 0 0,1 1 0,0-1 0,-1 1 0,1-1 0,0 1 0,-1 0 0,1 0 0,0-1 0,-1 1 0,1 0 0,0 0 0,-1 0 0,1 1 0,-1-1 0,1 0 0,0 0 0,-1 1 0,1-1 0,0 1 0,0-1 0,-1 1 0,1-1 0,0 1 0,0 0 0,0 0 0,0 0 0,0-1 0,0 1 0,0 0 0,0 0 0,-1 2 0,-3 2 0,-1 1 0,2 0 0,-1 0 0,1 0 0,0 0 0,0 1 0,-5 12 0,8-17 0,0 1 0,0 0 0,1 0 0,-1 0 0,1-1 0,0 1 0,0 0 0,0 0 0,0 0 0,0 0 0,0-1 0,1 1 0,-1 0 0,1 0 0,0 0 0,0-1 0,0 1 0,0-1 0,1 1 0,-1-1 0,1 1 0,-1-1 0,4 4 0,1 0 0,1 1 0,0-2 0,0 1 0,1-1 0,-1 0 0,1-1 0,0 1 0,15 4 0,-13-5 0,1-1 0,-1 0 0,1 0 0,0-1 0,0-1 0,20 1 0,-27-2 0,-1-1 0,1 1 0,0-1 0,-1 0 0,1 0 0,-1 0 0,1 0 0,-1-1 0,1 0 0,-1 1 0,0-1 0,0 0 0,0-1 0,0 1 0,0 0 0,0-1 0,-1 0 0,1 1 0,-1-1 0,0 0 0,0 0 0,0 0 0,0-1 0,0 1 0,2-6 0,0-3 0,-1 0 0,1 0 0,-2 0 0,0-1 0,0 1 0,-1-18 0,-2-2 0,-1 0 0,-1 0 0,-2 1 0,-1-1 0,-2 1 0,-11-31 0,-1 10 0,-2 2 0,-46-80 0,67 128 0,0 0 0,-1 0 0,1 0 0,-1 0 0,1 1 0,-1-1 0,-3-3 0,5 5 0,0 0 0,0 0 0,0 0 0,-1 0 0,1 0 0,0 0 0,0 0 0,0 0 0,0 0 0,-1 0 0,1 0 0,0 0 0,0 0 0,0 0 0,0 0 0,-1 0 0,1 0 0,0 0 0,0 0 0,0 0 0,0 0 0,-1 0 0,1 0 0,0 0 0,0 0 0,0 0 0,0 0 0,-1 0 0,1 0 0,0 0 0,0 0 0,0 1 0,0-1 0,0 0 0,-1 0 0,-1 13 0,3 3 0,0 1 0,1-1 0,8 30 0,20 49 0,-4-13 0,22 105-1365,-42-163-5461</inkml:trace>
</inkml:ink>
</file>

<file path=ppt/ink/ink2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2:54.95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10 0 24575,'-3'15'0,"0"7"0,0 0-8191</inkml:trace>
</inkml:ink>
</file>

<file path=ppt/ink/ink2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2:55.84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211 1 24575,'-13'5'0,"1"0"0,0 1 0,1 0 0,-1 1 0,1 0 0,-11 9 0,20-14 0,0 0 0,0 0 0,0 0 0,0 0 0,1 0 0,-1 0 0,0 1 0,1-1 0,0 0 0,-1 1 0,1-1 0,0 1 0,0 0 0,1-1 0,-1 1 0,0 0 0,1-1 0,0 1 0,0 0 0,-1-1 0,2 1 0,-1 0 0,0 0 0,0-1 0,1 1 0,0 0 0,-1-1 0,1 1 0,0 0 0,0-1 0,1 1 0,-1-1 0,0 0 0,1 1 0,3 3 0,4 5 0,1 0 0,1-1 0,0 0 0,0-1 0,25 16 0,-14-10 0,-21-14 0,0 0 0,0 0 0,1 0 0,-1 0 0,0 0 0,0 0 0,0 0 0,0 0 0,-1 1 0,1-1 0,0 0 0,0 2 0,0-2 0,-1 0 0,0 0 0,0-1 0,0 1 0,0 0 0,0 0 0,0-1 0,0 1 0,0 0 0,0 0 0,0-1 0,0 1 0,0 0 0,0 0 0,-1-1 0,1 1 0,0 0 0,-1 0 0,0 1 0,-1 0 0,1-1 0,-1 1 0,1-1 0,-1 0 0,0 1 0,0-1 0,1 0 0,-1 0 0,0 0 0,0 0 0,0 0 0,0 0 0,0-1 0,-4 1 0,-2 1 0,0-1 0,1-1 0,-1 0 0,0 0 0,0 0 0,-13-4 0,-47-13 0,56 14 0,5 1-273,0-1 0,0 1 0,0-1 0,-7-4 0,5 1-6553</inkml:trace>
</inkml:ink>
</file>

<file path=ppt/ink/ink2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2:56.10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24575,'0'5'0,"0"4"0,0 3 0,2-1 0</inkml:trace>
</inkml:ink>
</file>

<file path=ppt/ink/ink2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2:56.32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24575,'2'7'0,"2"6"0,-1 4 0,-1 3 0,3 0 0,-1-1 0,0 1 0,1 0 0,0-2 0,-1-3-8191</inkml:trace>
</inkml:ink>
</file>

<file path=ppt/ink/ink2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2:56.69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247 130 24575,'-19'-15'0,"-66"-46"0,68 50 0,0 1 0,-1 1 0,-19-8 0,34 16 0,-1-1 0,1 1 0,-1 0 0,0 1 0,0-1 0,1 1 0,-8-1 0,10 1 0,0 0 0,1 0 0,-1 1 0,0-1 0,0 0 0,1 0 0,-1 0 0,0 1 0,0-1 0,1 1 0,-1-1 0,0 0 0,1 1 0,-1-1 0,0 1 0,1-1 0,-1 1 0,1 0 0,-1-1 0,1 1 0,-1 0 0,1-1 0,-1 1 0,1 0 0,0-1 0,-1 1 0,1 0 0,0 0 0,0-1 0,0 1 0,-1 0 0,1 0 0,0 0 0,0-1 0,0 1 0,0 0 0,0 0 0,1 0 0,-1-1 0,0 2 0,1 4 0,0-1 0,1 1 0,0-1 0,0 1 0,0-1 0,1 0 0,-1 0 0,7 8 0,31 38 0,-33-43 0,12 12 0,1 0 0,1-2 0,34 23 0,33 29 0,-86-68 0,-1 0 0,1 0 0,-1 0 0,0 0 0,1 1 0,-1-1 0,0 0 0,0 0 0,-1 1 0,1-1 0,0 0 0,-1 1 0,1-1 0,-1 1 0,0-1 0,0 1 0,0-1 0,0 1 0,0-1 0,-1 1 0,1-1 0,-1 1 0,0 2 0,-3 7 0,-1 1 0,0-1 0,-8 14 0,4-8 0,-2 11 0,9-22 0,-1 1 0,0 0 0,0-1 0,-8 11 0,10-16 0,-1 0 0,1 0 0,-1 0 0,0-1 0,0 1 0,0 0 0,0-1 0,0 0 0,0 1 0,0-1 0,0 0 0,0 0 0,-1 0 0,1 0 0,-1 0 0,1-1 0,0 1 0,-1-1 0,-3 1 0,0-1-341,0-1 0,0 1-1,-11-3 1,2-1-6485</inkml:trace>
</inkml:ink>
</file>

<file path=ppt/ink/ink2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2:57.12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47 15 24575,'-47'-13'0,"76"11"0,13 2 0,54 2 0,-81 0 0,1 0 0,0 0 0,30 11 0,-13-2-1365</inkml:trace>
</inkml:ink>
</file>

<file path=ppt/ink/ink2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2:57.82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205 591 24575,'-25'-10'0,"-47"-15"0,63 23 0,0 0 0,-1 0 0,0 1 0,1 0 0,-15 0 0,22 1 0,1 0 0,-1 0 0,1 0 0,-1 0 0,1 0 0,-1 1 0,1-1 0,0 0 0,-1 1 0,1-1 0,-1 1 0,1 0 0,0-1 0,-1 1 0,1 0 0,0 0 0,0 0 0,0 0 0,0 0 0,0 0 0,0 0 0,0 0 0,0 0 0,0 0 0,0 1 0,0-1 0,1 0 0,-1 1 0,1-1 0,-2 2 0,2 0 0,0-1 0,0 1 0,0-1 0,1 1 0,-1-1 0,0 1 0,1-1 0,-1 0 0,1 1 0,0-1 0,0 0 0,0 1 0,0-1 0,1 0 0,-1 0 0,0 0 0,3 2 0,0 1 0,1 0 0,0 0 0,0-1 0,1 0 0,-1 0 0,1-1 0,0 1 0,0-1 0,0 0 0,0-1 0,12 4 0,-15-5 0,1 0 0,-1-1 0,1 1 0,-1 0 0,1-1 0,-1 0 0,1 0 0,-1 0 0,1 0 0,-1-1 0,1 1 0,-1-1 0,0 0 0,1 0 0,-1 0 0,0 0 0,0-1 0,1 1 0,-1-1 0,0 0 0,-1 0 0,1 0 0,0 0 0,3-4 0,-4 3 0,0 0 0,0-1 0,0 1 0,-1-1 0,1 1 0,-1-1 0,0 0 0,0 0 0,0 1 0,0-1 0,-1-8 0,1 7 0,-1 0 0,0 0 0,-1 0 0,1 0 0,-1 0 0,0 0 0,-1 0 0,-2-9 0,4 15 0,1 0 0,-1 0 0,0 0 0,0 0 0,0 0 0,0 1 0,0-1 0,0 0 0,0 0 0,0 0 0,0 0 0,0 0 0,-1 0 0,1 0 0,0 0 0,-1-1 0,1 1 0,-1 0 0,1 0 0,-1 0 0,1 0 0,-1 0 0,1 0 0,-1-1 0,0 1 0,0 0 0,1-1 0,-1 1 0,0 0 0,0-1 0,0 1 0,0-1 0,0 1 0,1-1 0,-1 0 0,0 1 0,0-1 0,0 0 0,0 0 0,0 1 0,0-1 0,0 0 0,0 0 0,-1 0 0,1 0 0,0-1 0,0 1 0,0 0 0,0 0 0,0 0 0,1-1 0,-1 1 0,0-1 0,0 1 0,0-1 0,0 1 0,0-1 0,0 1 0,1-1 0,-1 0 0,0 1 0,0-1 0,1 0 0,-1 0 0,0 0 0,1 1 0,-1-1 0,0-1 0,3 5 0,-1 1 0,1-1 0,0 0 0,0 1 0,0-1 0,1 0 0,-1 0 0,1 0 0,-1 0 0,1-1 0,0 1 0,0-1 0,1 0 0,-1 0 0,0 0 0,1 0 0,-1 0 0,1-1 0,-1 1 0,6 0 0,1 1 0,1 0 0,-1-1 0,1-1 0,0 0 0,0 0 0,12-1 0,-13-1 0,-1 0 0,1-1 0,-1 0 0,0 0 0,0 0 0,0-2 0,0 1 0,0-1 0,-1 0 0,0-1 0,0 0 0,0 0 0,13-11 0,-14 8 0,0 1 0,0-1 0,0-1 0,-1 1 0,0-1 0,-1 0 0,0 0 0,-1-1 0,1 1 0,-2-1 0,0 0 0,3-13 0,-3 4 0,0 1 0,-2-1 0,0 0 0,-1 0 0,-1 1 0,-1-1 0,0 0 0,-2 1 0,-8-29 0,5 25 0,-1 1 0,-2-1 0,0 1 0,-1 1 0,-1 0 0,0 1 0,-22-25 0,30 40 0,0-1 0,0 1 0,0 0 0,-10-6 0,13 9 0,1 1 0,-1-1 0,0 1 0,1 0 0,-1-1 0,0 1 0,1 0 0,-1-1 0,0 1 0,0 0 0,0 0 0,1-1 0,-1 1 0,0 0 0,0 0 0,0 0 0,1 0 0,-1 0 0,0 0 0,0 0 0,0 1 0,1-1 0,-1 0 0,0 0 0,0 0 0,1 1 0,-1-1 0,0 0 0,1 1 0,-1-1 0,0 1 0,1-1 0,-1 1 0,0-1 0,1 1 0,-1 0 0,1-1 0,-1 1 0,1 0 0,-1-1 0,1 1 0,0 0 0,-1-1 0,1 2 0,-4 8 0,1 0 0,1 0 0,0 0 0,0 0 0,1 1 0,0-1 0,1 0 0,1 15 0,3 9 0,9 40 0,4-1-455,4-2 0,47 112 0,-59-162-6371</inkml:trace>
</inkml:ink>
</file>

<file path=ppt/ink/ink2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2:58.45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44 24575,'1'4'0,"-1"-1"0,1 1 0,1 0 0,-1 0 0,1-1 0,-1 1 0,1-1 0,0 1 0,0-1 0,0 0 0,1 0 0,-1 0 0,1 0 0,0 0 0,0-1 0,6 6 0,-8-8 0,-1 0 0,1 0 0,-1 1 0,1-1 0,0 0 0,-1 0 0,1 1 0,-1-1 0,1 0 0,0 0 0,-1 0 0,1 0 0,0 0 0,-1 0 0,1 0 0,0 0 0,-1 0 0,1-1 0,0 1 0,-1 0 0,1 0 0,0-1 0,-1 1 0,1 0 0,-1 0 0,1-1 0,-1 1 0,1-1 0,-1 1 0,1-1 0,-1 1 0,1-1 0,-1 1 0,1-1 0,-1 1 0,0-1 0,1 1 0,-1-2 0,14-27 0,-11 21 0,-1 3 0,0 1 0,0-1 0,1 1 0,0 0 0,0 0 0,0 0 0,0 0 0,0 0 0,1 1 0,4-5 0,-5 7 0,-1-1 0,1 1 0,-1 0 0,1 0 0,-1 0 0,1 0 0,0 0 0,-1 1 0,1-1 0,0 1 0,-1 0 0,1 0 0,0 0 0,0 0 0,0 0 0,-1 0 0,1 1 0,0-1 0,4 3 0,6 2-151,-1 0-1,1 1 0,-2 1 0,1 0 1,-1 1-1,0 0 0,0 0 1,15 17-1</inkml:trace>
</inkml:ink>
</file>

<file path=ppt/ink/ink2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3:00.77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32 24575,'0'-4'0,"0"1"0,1-1 0,-1 0 0,2-7 0,-2 11 0,0 0 0,0-1 0,0 1 0,0 0 0,0 0 0,1-1 0,-1 1 0,0 0 0,0 0 0,0-1 0,0 1 0,1 0 0,-1 0 0,0-1 0,0 1 0,0 0 0,1 0 0,-1 0 0,0 0 0,0-1 0,1 1 0,-1 0 0,0 0 0,1 0 0,-1 0 0,0 0 0,1 0 0,0 0 0,-1 0 0,1 0 0,0 1 0,0-1 0,0 0 0,-1 1 0,1-1 0,0 1 0,-1-1 0,1 1 0,-1-1 0,1 1 0,0 0 0,-1-1 0,1 2 0,9 11 0,-1 1 0,-1 0 0,0 0 0,6 16 0,-2-5 0,28 57 0,4-2 0,4-2 0,63 78 0,270 277 0,-367-419 0,17 23 0,-27-32 0,0 0 0,-1 0 0,0 0 0,0 1 0,-1 0 0,1-1 0,-1 1 0,2 11 0,-3-16-72,-1 0 1,0 1-1,0-1 0,0 0 0,0 0 0,0 0 0,0 0 0,0 0 1,-1 0-1,1 0 0,0 0 0,-1 0 0,1 0 0,0 0 0,-1 0 1,1 0-1,-1 0 0,0 1 0</inkml:trace>
</inkml:ink>
</file>

<file path=ppt/ink/ink2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3:01.83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24575,'36'113'0,"-27"-90"0,1 0 0,22 37 0,-26-50 0,0-1 0,-1 1 0,0 0 0,-1 0 0,0 1 0,5 19 0,-9-29-68,0 0 0,0 0-1,0 0 1,0-1 0,0 1 0,0 0-1,0 0 1,0 0 0,0-1 0,0 1-1,-1 0 1,1 0 0,0 0 0,-1-1-1,1 1 1,0 0 0,-1-1-1,1 1 1,-1 0 0</inkml:trace>
</inkml:ink>
</file>

<file path=ppt/ink/ink2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3:02.21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2 24575,'22'-1'0,"1"0"0,-1 2 0,0 0 0,1 1 0,-1 2 0,30 8 0,-36-7 0,0 0 0,-1 2 0,0 0 0,0 1 0,0 0 0,-1 1 0,-1 0 0,1 2 0,14 14 0,-14-11 0,-1 1 0,0 0 0,0 1 0,-2 1 0,14 23 0,-21-32 0,0 1 0,-1-1 0,1 1 0,-1 0 0,-1-1 0,0 1 0,0 0 0,-1 1 0,0-1 0,-1 0 0,1 0 0,-2 0 0,-2 18 0,1-19 0,-1 0 0,0 0 0,-1-1 0,1 0 0,-2 1 0,1-2 0,-1 1 0,0 0 0,0-1 0,0 0 0,-1 0 0,-11 9 0,1-2 0,-2-1 0,1-1 0,-35 17 0,36-21-151,0 1-1,0-2 0,-1 0 0,0-1 1,0-1-1,0-1 0,0 0 1,-25 0-1,29-3-6674</inkml:trace>
</inkml:ink>
</file>

<file path=ppt/ink/ink2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3:02.63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24575,'3'20'0,"2"11"0,2 3 0,1-2 0,-1-4 0,-1-4 0,1-4 0,-1-3 0,1-2 0,-1-3-8191</inkml:trace>
</inkml:ink>
</file>

<file path=ppt/ink/ink2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3:02.85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500 45 24575,'-30'-8'0,"-14"-2"0,-4 1 0,-3 2 0,4 1 0,4 3 0,8 1 0,4 4 0,3 1 0,1 3 0,0 0 0,3 2 0,-1 2 0,3-1 0,5-2-8191</inkml:trace>
</inkml:ink>
</file>

<file path=ppt/ink/ink2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3:03.46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 24575,'3'19'0,"3"10"0,2 2 0,4-3 0,1-2 0,1-4 0,-2-3 0,0-2 0,0-2 0,-2-3-8191</inkml:trace>
</inkml:ink>
</file>

<file path=ppt/ink/ink2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3:03.71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69 24575,'22'-3'0,"10"0"0,2 0 0,0 1 0,-4 0 0,-4 1 0,-3-2 0,-5-1 0,-2-1 0,-1-4 0,-3-1 0,-7 0 0,-6 2 0,-5 3 0</inkml:trace>
</inkml:ink>
</file>

<file path=ppt/ink/ink2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3:03.94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24575,'26'3'0,"13"0"0,1 0 0,-1-1 0,-5-2 0,-6-2 0,-4-1 0,-5 1 0,-5 0-8191</inkml:trace>
</inkml:ink>
</file>

<file path=ppt/ink/ink2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3:04.27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10 0 24575,'-3'17'0,"0"9"0,0 4 0,3-1 0,1-2 0,4-3 0,0-4 0,2-3 0,2-3 0,0-3 0,1 0 0,1-2 0,-2-3-8191</inkml:trace>
</inkml:ink>
</file>

<file path=ppt/ink/ink2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3:04.50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534 121 24575,'-27'-19'0,"-12"-7"0,-1 1 0,1 5 0,5 5 0,3 6 0,5 5 0,1 2 0,1 4 0,-2 2 0,0 3 0,-1 2 0,-1 3 0,0-2 0,-3 1 0,1 1 0,1-2 0,6-3-8191</inkml:trace>
</inkml:ink>
</file>

<file path=ppt/ink/ink2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3:05.28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187 48 24575,'7'5'0,"1"0"0,-1 1 0,0 0 0,0 0 0,0 1 0,10 14 0,-16-19 0,1 0 0,-1 1 0,1-1 0,-1 0 0,0 1 0,0-1 0,0 1 0,-1 0 0,1-1 0,-1 1 0,1 0 0,-1-1 0,0 1 0,0 0 0,0 0 0,0-1 0,-1 1 0,1 0 0,-1-1 0,1 1 0,-1-1 0,0 1 0,0 0 0,0-1 0,0 0 0,-1 1 0,-2 3 0,1-2 0,-1 1 0,1 0 0,-1-1 0,-1 0 0,1 0 0,0 0 0,-1 0 0,0-1 0,0 0 0,0 0 0,-6 3 0,7-5 0,0 0 0,0 0 0,0 0 0,0 0 0,0 0 0,0-1 0,0 0 0,0 1 0,0-2 0,0 1 0,0 0 0,0-1 0,0 0 0,0 0 0,0 0 0,-6-3 0,3 1 0,0-1 0,0 0 0,0-1 0,1 0 0,0 0 0,0 0 0,0 0 0,1-1 0,-7-8 0,6 6 0,0-1 0,0 0 0,1 0 0,0-1 0,1 1 0,-5-16 0,8 22 4,0 1 0,1-1-1,-1 0 1,1 1 0,0-1 0,0 0-1,0 0 1,0 1 0,0-1 0,1 0-1,-1 1 1,1-1 0,0 0 0,-1 1-1,1-1 1,0 1 0,1-1 0,-1 1-1,0 0 1,1-1 0,-1 1 0,1 0-1,0 0 1,0 0 0,0 0 0,0 0-1,0 1 1,0-1 0,0 0 0,1 1-1,2-2 1,0 1-97,-1 0 0,1 0 1,0 0-1,0 0 0,0 1 0,0 0 0,0 0 0,0 0 1,1 1-1,-1 0 0,0 0 0,0 0 0,0 1 1,0-1-1,9 3 0,-4 1-6733</inkml:trace>
</inkml:ink>
</file>

<file path=ppt/ink/ink2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3:05.70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166 50 24575,'-5'-3'0,"-13"-8"0,-21-11 0,34 20 0,0 0 0,0 0 0,-1 0 0,1 1 0,0-1 0,-1 1 0,1 1 0,0-1 0,-10 1 0,13 0 0,1 0 0,-1 1 0,0-1 0,1 1 0,-1-1 0,0 1 0,1 0 0,-1 0 0,1-1 0,-1 1 0,1 0 0,-1 0 0,1 1 0,0-1 0,-1 0 0,1 0 0,0 1 0,0-1 0,0 1 0,0-1 0,0 1 0,0-1 0,1 1 0,-1-1 0,0 1 0,1 0 0,-1 1 0,-1 5 0,0 0 0,1 0 0,0 0 0,1 13 0,1 5 0,1 0 0,2 0 0,0 0 0,2-1 0,17 49 0,63 120 0,-57-133 0,37 66-1365,-56-110-5461</inkml:trace>
</inkml:ink>
</file>

<file path=ppt/ink/ink2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3:05.89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342 41 24575,'-27'-7'0,"-11"-3"0,-5 1 0,4 1 0,2 3 0,6 4 0,6 2 0,1 2 0,3 2 0,0 0 0,2 2 0,3 0-8191</inkml:trace>
</inkml:ink>
</file>

<file path=ppt/ink/ink2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3:06.70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234 147 24575,'-20'-23'0,"-42"-43"0,54 58 0,-1 0 0,0 1 0,-1 0 0,0 1 0,-17-9 0,25 14 0,0 0 0,0 0 0,0 0 0,0 1 0,0-1 0,-1 1 0,1-1 0,0 1 0,0 0 0,-1 0 0,1 0 0,0 0 0,0 0 0,-1 0 0,1 1 0,0-1 0,0 1 0,0-1 0,-1 1 0,1 0 0,0 0 0,0 0 0,-2 2 0,2-1 0,0 0 0,0 0 0,0 0 0,0 0 0,0 1 0,1-1 0,-1 0 0,1 1 0,-1 0 0,1-1 0,0 1 0,0 0 0,0-1 0,1 1 0,-1 0 0,1 0 0,-1 5 0,1-4 0,0 1 0,0 0 0,0-1 0,0 1 0,1 0 0,0-1 0,0 1 0,0-1 0,2 5 0,-2-6 0,0-1 0,1 0 0,-1 0 0,1 0 0,-1 0 0,1 0 0,0 0 0,-1 0 0,1 0 0,0-1 0,0 1 0,0-1 0,1 1 0,-1-1 0,0 0 0,0 0 0,1 0 0,2 1 0,-4-2 0,14 5 0,0 0 0,0-2 0,22 3 0,-32-6 0,-1 1 0,0-2 0,1 1 0,-1 0 0,0-1 0,0 0 0,7-2 0,-9 2 0,0 1 0,0-1 0,0 0 0,0-1 0,0 1 0,0 0 0,0 0 0,-1-1 0,1 1 0,-1-1 0,1 0 0,-1 1 0,1-1 0,-1 0 0,2-3 0,-2 3 5,-1 0-1,1 0 0,-1 0 1,1-1-1,-1 1 1,0 0-1,1 0 0,-1 0 1,0 0-1,-1 0 0,1 0 1,0 0-1,0 0 1,-1 0-1,0 0 0,1 0 1,-1 0-1,0 0 0,0 0 1,0 0-1,0 0 0,0 0 1,0 1-1,0-1 1,-1 1-1,-2-3 0,-3-4-360,-1 1-1,-1 0 1,-15-10 0,23 17 298,-13-10-6768</inkml:trace>
</inkml:ink>
</file>

<file path=ppt/ink/ink2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3:07.04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86 304 24575,'36'-2'0,"-33"1"0,-1 1 0,0-1 0,1 1 0,-1-1 0,0 0 0,0 0 0,0 0 0,0 0 0,0 0 0,0 0 0,0-1 0,3-2 0,-4 3 0,-1 0 0,1 1 0,-1-1 0,0 0 0,1 0 0,-1 0 0,0 1 0,0-1 0,1 0 0,-1 0 0,0 0 0,0 0 0,0 0 0,0 1 0,0-1 0,0 0 0,0 0 0,0 0 0,0 0 0,-1 0 0,1 1 0,0-1 0,-1 0 0,1 0 0,0 0 0,-1 1 0,1-1 0,-1 0 0,1 0 0,-1 1 0,0-2 0,-24-22 0,20 19 0,-15-12 0,2-1 0,-22-28 0,35 40 0,0-1 0,0 0 0,1 0 0,1 0 0,-1-1 0,1 1 0,0-1 0,1 0 0,0 1 0,0-1 0,-1-15 0,2 21 0,1 0 0,0 1 0,0-1 0,0 0 0,0 1 0,0-1 0,0 0 0,1 1 0,-1-1 0,1 0 0,-1 1 0,1-1 0,-1 1 0,1-1 0,0 1 0,0-1 0,0 1 0,0-1 0,0 1 0,0 0 0,0-1 0,0 1 0,0 0 0,1 0 0,-1 0 0,0 0 0,1 0 0,-1 0 0,1 1 0,-1-1 0,1 0 0,-1 1 0,1-1 0,0 1 0,-1-1 0,1 1 0,0 0 0,-1 0 0,1 0 0,2 0 0,2 0 0,-1 1 0,0-1 0,1 1 0,-1 0 0,0 1 0,0 0 0,1-1 0,-1 1 0,0 1 0,-1-1 0,9 6 0,-1 1-455,0 1 0,22 22 0,-25-21-6371</inkml:trace>
</inkml:ink>
</file>

<file path=ppt/ink/ink2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3:07.25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55 1 24575,'-5'5'0,"-2"3"0,-1 2 0,-3 1 0,-1-2 0,0-2-8191</inkml:trace>
</inkml:ink>
</file>

<file path=ppt/ink/ink2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3:07.43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24575,'10'17'0,"5"8"0,1 5 0,-3-2-8191</inkml:trace>
</inkml:ink>
</file>

<file path=ppt/ink/ink2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3:08.01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252 151 24575,'-30'-30'0,"10"8"0,-1 1 0,-2 2 0,-24-19 0,43 36 0,-1-1 0,1 0 0,-1 1 0,0 0 0,0 0 0,0 0 0,0 1 0,0-1 0,-5 0 0,8 2 0,0 0 0,0 0 0,0 0 0,0 0 0,0 0 0,0 1 0,0-1 0,1 1 0,-1-1 0,0 1 0,0-1 0,1 1 0,-1 0 0,0 0 0,1 0 0,-1 0 0,0 0 0,1 0 0,0 1 0,-1-1 0,1 0 0,0 1 0,-1-1 0,1 1 0,0-1 0,0 1 0,-1 2 0,0 1 0,0 0 0,0 1 0,1-1 0,0 0 0,0 1 0,0-1 0,0 1 0,1 0 0,0-1 0,0 1 0,0-1 0,1 1 0,0-1 0,0 1 0,2 5 0,-2-8 0,-1-1 0,1 1 0,0-1 0,0 0 0,1 1 0,-1-1 0,0 0 0,1 0 0,-1 1 0,1-1 0,0-1 0,0 1 0,-1 0 0,1 0 0,0-1 0,1 1 0,-1-1 0,0 1 0,0-1 0,1 0 0,-1 0 0,1 0 0,-1 0 0,1 0 0,-1-1 0,1 1 0,-1-1 0,1 0 0,-1 0 0,1 0 0,0 0 0,-1 0 0,5-1 0,-1-1 0,0 1 0,0-2 0,0 1 0,0-1 0,0 1 0,-1-2 0,0 1 0,7-5 0,24-14 0,-35 22 0,0-1 0,0 0 0,1 1 0,-1 0 0,0-1 0,0 1 0,1 0 0,-1-1 0,1 1 0,-1 0 0,0 0 0,1 0 0,-1 0 0,0 1 0,1-1 0,-1 0 0,0 0 0,1 1 0,-1-1 0,1 1 0,0 1 0,0-1 0,0 0 0,-1 0 0,1 1 0,-1-1 0,0 1 0,1 0 0,-1-1 0,0 1 0,0 0 0,0-1 0,1 3 0,2 7 0,0 0 0,-1-1 0,0 1 0,1 12 0,-2-11 0,5 26 0,20 117 0,-23-117 0,-1 0 0,-2 43 0,-1-79 0,0 1 0,0-1 0,-1 1 0,1-1 0,-1 1 0,1-1 0,-1 1 0,0-1 0,0 0 0,0 1 0,0-1 0,0 0 0,-1 0 0,1 0 0,-1 0 0,1 0 0,-1 0 0,-3 3 0,3-4 0,0 0 0,0 0 0,1 0 0,-1-1 0,0 1 0,0-1 0,0 1 0,0-1 0,0 1 0,0-1 0,0 0 0,0 0 0,0 0 0,0 0 0,0-1 0,0 1 0,0 0 0,0-1 0,0 0 0,0 1 0,0-1 0,1 0 0,-1 0 0,-2-1 0,-14-10 0,1 0 0,0-1 0,1-1 0,-16-16 0,21 19 0,0-1 0,-17-26 0,25 33 0,0 0 0,0 0 0,0 0 0,1 0 0,-1-1 0,1 0 0,1 1 0,-1-1 0,1 0 0,0 0 0,0-6 0,1 10-54,1-1-1,-1 1 0,1-1 1,-1 1-1,1 0 1,0 0-1,0-1 0,0 1 1,0 0-1,0 0 1,1 0-1,-1 0 0,1 0 1,-1 0-1,1 0 0,0 1 1,-1-1-1,1 0 1,0 1-1,0 0 0,0-1 1,0 1-1,1 0 1,2-1-1,3-2-6771</inkml:trace>
</inkml:ink>
</file>

<file path=ppt/ink/ink2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3:08.43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3 24575,'2'-2'0,"4"5"0,4 5 0,103 123 0,-112-130 0,0 0 0,0 0 0,0 0 0,0 0 0,0 0 0,0 0 0,0 0 0,1 0 0,-1-1 0,0 1 0,0 0 0,1-1 0,-1 1 0,0-1 0,1 1 0,-1-1 0,1 0 0,-1 0 0,0 1 0,1-1 0,-1 0 0,1 0 0,-1 0 0,1 0 0,-1-1 0,2 1 0,-1-1 0,-1 0 0,1 0 0,-1 0 0,0-1 0,1 1 0,-1 0 0,0 0 0,0-1 0,0 1 0,0 0 0,0-1 0,0 0 0,0 1 0,0-1 0,-1 1 0,1-1 0,-1 0 0,1 1 0,-1-1 0,0 0 0,1-2 0,0-13 0,0 0 0,-2-29 0,0 42 0,0 2 18,0 7-248,0-1-923,-2 5-5673</inkml:trace>
</inkml:ink>
</file>

<file path=ppt/ink/ink2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3:08.77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24575,'24'14'0,"9"8"0,-2 3 0,-6-1 0,-7-5-8191</inkml:trace>
</inkml:ink>
</file>

<file path=ppt/ink/ink2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3:09.41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 24575,'36'22'0,"-2"3"0,59 53 0,-88-73 0,1 0 0,1 1 0,0-1 0,1 0 0,-1-1 0,13 6 0,-18-9 0,0-1 0,0 1 0,0 0 0,0-1 0,0 0 0,0 1 0,0-1 0,1 0 0,-1 0 0,0 0 0,0 0 0,3-1 0,-4 1 0,0-1 0,0 1 0,0-1 0,0 1 0,1-1 0,-1 0 0,-1 1 0,1-1 0,0 0 0,0 0 0,0 0 0,0 0 0,0 0 0,-1 0 0,1 0 0,0 0 0,-1 0 0,1 0 0,-1 0 0,0 0 0,1 0 0,-1 0 0,1-3 0,-1 1 0,1-1 0,-1 0 0,0 0 0,0 0 0,0 0 0,0 0 0,-1 1 0,1-1 0,-2-4 0,-14-36 0,4 13 0,12 30 0,0 0 0,-1 1 0,1-1 0,0 0 0,0 0 0,-1 0 0,1 0 0,0 0 0,0 0 0,0 0 0,0 1 0,0-1 0,0 0 0,1 0 0,-1 0 0,0 0 0,1-1 0,-1 1 0,0 1 0,1 0 0,-1 0 0,1-1 0,-1 1 0,0 0 0,1 0 0,-1 0 0,0 0 0,1-1 0,-1 1 0,1 0 0,-1 0 0,0 0 0,1 0 0,-1 0 0,1 0 0,-1 0 0,0 0 0,1 0 0,-1 0 0,1 0 0,-1 1 0,0-1 0,1 0 0,0 0 0,2 1 0,0 1 0,0-1 0,0 1 0,0 0 0,0 0 0,-1 0 0,5 4 0,3 5-336,-1 1 0,0 0 0,12 25 0,-20-37 315,6 14-6805</inkml:trace>
</inkml:ink>
</file>

<file path=ppt/ink/ink2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3:10.18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180 760 24575,'-66'-53'0,"60"49"0,0 0 0,0 0 0,-1 0 0,1 1 0,-1 0 0,0 1 0,0 0 0,-15-3 0,21 4 0,-1 1 0,1 0 0,0 0 0,-1 0 0,1 0 0,-1 0 0,1 0 0,0 1 0,-1-1 0,1 0 0,0 1 0,-1-1 0,1 1 0,0-1 0,-1 1 0,1 0 0,0-1 0,0 1 0,0 0 0,0 0 0,0 0 0,-2 2 0,2-1 0,0 0 0,0 0 0,0 0 0,0 0 0,0 0 0,0 0 0,1 1 0,-1-1 0,1 0 0,0 1 0,-1-1 0,1 4 0,1 1 0,-1 1 0,1-1 0,0 0 0,1 1 0,0-1 0,0 0 0,6 12 0,-5-13 0,1 0 0,0-1 0,1 1 0,-1-1 0,1 0 0,0 0 0,1 0 0,-1-1 0,1 1 0,0-1 0,0-1 0,0 1 0,0-1 0,1 0 0,-1-1 0,1 1 0,13 2 0,-16-4 0,-1-1 0,1 1 0,0-1 0,0 0 0,-1 0 0,1 0 0,0 0 0,-1-1 0,1 1 0,0-1 0,-1 0 0,1 0 0,-1 0 0,1-1 0,-1 1 0,1-1 0,-1 0 0,0 0 0,0 0 0,0 0 0,0-1 0,0 1 0,-1-1 0,1 1 0,-1-1 0,1 0 0,-1 0 0,0 0 0,0-1 0,0 1 0,-1 0 0,1-1 0,-1 1 0,2-8 0,-1 4 0,-1 0 0,1 0 0,-1-1 0,0 1 0,-1 0 0,0-1 0,0 1 0,-1 0 0,0-1 0,0 1 0,-2-8 0,8 28 0,2 1 0,-1-2 0,2 1 0,0-1 0,0 0 0,20 20 0,-22-25 0,1 0 0,0 0 0,0-1 0,0 0 0,1-1 0,0 0 0,0 0 0,1 0 0,0-1 0,-1-1 0,1 1 0,14 2 0,-21-5 0,1-1 0,-1 0 0,0 1 0,0-1 0,0 0 0,0 0 0,0 0 0,0-1 0,0 1 0,0 0 0,0-1 0,0 0 0,0 1 0,0-1 0,0 0 0,0 0 0,-1 0 0,1 0 0,0 0 0,0 0 0,-1-1 0,1 1 0,-1-1 0,1 1 0,-1-1 0,0 1 0,0-1 0,1 0 0,-1 1 0,0-1 0,0 0 0,-1 0 0,1 0 0,1-4 0,0-5 0,0-1 0,0 1 0,-1-1 0,-1 1 0,0-13 0,0 16 0,-2-36 0,-2 0 0,-2 1 0,-2-1 0,-1 2 0,-31-83 0,-108-192 0,142 305 0,-2-4 0,0 1 0,-1 0 0,-17-21 0,26 36 0,-1-1 0,1 1 0,0-1 0,-1 1 0,1-1 0,0 1 0,-1 0 0,1-1 0,-1 1 0,1-1 0,-1 1 0,1 0 0,-1 0 0,1-1 0,-1 1 0,1 0 0,-1 0 0,1 0 0,-1-1 0,1 1 0,-1 0 0,1 0 0,-1 0 0,1 0 0,-2 0 0,2 1 0,-1-1 0,1 0 0,-1 1 0,1-1 0,0 1 0,-1-1 0,1 1 0,0-1 0,-1 1 0,1-1 0,0 1 0,0 0 0,-1-1 0,1 1 0,0-1 0,0 1 0,0 0 0,0 0 0,0 31 0,4-5 0,2 0 0,0-1 0,1 0 0,2-1 0,16 36 0,3-6 0,44 65 0,-30-58-118,4-1-1,73 76 1,-78-96 29,2-2 0,1-2 1,86 54-1,-104-74-1158,-7-4-4987</inkml:trace>
</inkml:ink>
</file>

<file path=ppt/ink/ink2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3:11.18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210 4 24575,'-20'-2'0,"1"1"0,-1 0 0,1 2 0,-1 0 0,1 1 0,-33 8 0,50-9 0,0-1 0,-1 1 0,1 0 0,0-1 0,0 1 0,0 0 0,0 1 0,1-1 0,-1 0 0,0 0 0,0 1 0,1-1 0,-1 1 0,1 0 0,-1-1 0,1 1 0,0 0 0,-1 0 0,1 0 0,0 0 0,0 0 0,1 0 0,-1 0 0,0 0 0,1 0 0,-1 0 0,1 1 0,-1-1 0,1 0 0,0 0 0,0 0 0,0 1 0,1-1 0,-1 0 0,1 3 0,1 2 0,0 0 0,0-1 0,1 1 0,0-1 0,0 0 0,0 0 0,1 0 0,0 0 0,0 0 0,6 5 0,31 28 0,1-2 0,55 37 0,-27-23 0,-64-46 0,-4-4 0,0 0 0,0 1 0,0-1 0,0 1 0,0-1 0,0 1 0,0 0 0,-1 0 0,1 0 0,-1 0 0,1 0 0,-1 0 0,0 0 0,2 4 0,-3-6 0,0 1 0,0-1 0,-1 1 0,1-1 0,0 0 0,0 1 0,0-1 0,0 1 0,-1-1 0,1 0 0,0 1 0,-1-1 0,1 0 0,0 1 0,0-1 0,-1 0 0,1 0 0,0 1 0,-1-1 0,1 0 0,-1 0 0,1 0 0,0 1 0,-1-1 0,1 0 0,-1 0 0,1 0 0,0 0 0,-1 0 0,0 0 0,-16 2 0,15-2 0,-27-2 0,1 0 0,-1-1 0,1-2 0,-34-11 0,-23-3 0,73 16-1365,2 0-5461</inkml:trace>
</inkml:ink>
</file>

<file path=ppt/ink/ink2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3:11.44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18 1 24575,'-5'12'0,"-2"7"0,4 2 0,1 0 0,2 0 0,2-3 0,2-1 0,2-1 0,1-3-8191</inkml:trace>
</inkml:ink>
</file>

<file path=ppt/ink/ink2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3:11.61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24575,'7'9'0,"3"9"0,-1 4 0,-1 0 0,-3-1 0,1-2 0,-1-4-8191</inkml:trace>
</inkml:ink>
</file>

<file path=ppt/ink/ink2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3:12.07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237 203 24575,'-18'-21'0,"-15"-20"0,-75-70 0,103 107 0,0 0 0,0 0 0,-1 1 0,1-1 0,-12-3 0,16 6 0,0 1 0,1-1 0,-1 1 0,0 0 0,0-1 0,0 1 0,0 0 0,0 0 0,0 0 0,1 0 0,-1 0 0,0 0 0,0 0 0,0 0 0,0 0 0,0 0 0,0 0 0,0 1 0,0-1 0,1 0 0,-1 1 0,0-1 0,0 1 0,0-1 0,1 0 0,-1 1 0,0 0 0,0-1 0,1 1 0,-1-1 0,1 1 0,-1 0 0,0 0 0,1-1 0,-1 1 0,1 0 0,0 0 0,-1 0 0,1-1 0,0 1 0,-1 0 0,1 0 0,0 0 0,0 0 0,0 0 0,0 0 0,0 0 0,0 0 0,0-1 0,0 3 0,0 3 0,1 1 0,-1 0 0,1 0 0,1-1 0,-1 1 0,1-1 0,1 1 0,-1-1 0,1 0 0,0 0 0,0 0 0,5 7 0,2 0 0,0 0 0,0-1 0,1 0 0,12 11 0,-12-15 0,-1 0 0,1 0 0,1-1 0,21 10 0,52 15 0,-49-19 0,-33-12 0,-1 0 0,1 0 0,-1 0 0,1 0 0,-1 0 0,0 1 0,0-1 0,0 1 0,0 0 0,0-1 0,0 1 0,0 0 0,0 0 0,-1 0 0,1 1 0,-1-1 0,1 0 0,0 3 0,-1-1 0,0 0 0,0-1 0,0 1 0,-1 0 0,1 0 0,-1 0 0,0-1 0,0 1 0,-1 0 0,1 0 0,-1 0 0,-1 4 0,-5 13 0,-1-1 0,-1 0 0,-1 0 0,-23 36 0,5-10 0,24-39 0,1-1 0,-1 0 0,0-1 0,-1 1 0,1-1 0,-1 1 0,-9 6 0,12-10 0,-1-1 0,1 1 0,0-1 0,-1 0 0,1 0 0,-1 0 0,0 0 0,1 0 0,-1-1 0,0 1 0,0-1 0,1 0 0,-1 1 0,0-1 0,0-1 0,1 1 0,-1 0 0,0-1 0,1 1 0,-1-1 0,0 0 0,-3-1 0,-1-2 11,0 1 0,0-1 0,0 0 0,1 0 0,0-1 0,0 0-1,0 0 1,0 0 0,1-1 0,-8-11 0,0-1-506,2-1 0,-15-30 0,19 35-6331</inkml:trace>
</inkml:ink>
</file>

<file path=ppt/ink/ink2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3:12.53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24575,'33'42'0,"-17"-26"0,-1-1 0,1 0 0,0-1 0,1-1 0,0 0 0,22 11 0,-37-23 0,1 0 0,0 0 0,0 0 0,0 0 0,1 0 0,-1 0 0,0-1 0,0 1 0,0-1 0,0 0 0,0 0 0,1 0 0,-1-1 0,0 1 0,0-1 0,0 0 0,0 0 0,0 0 0,0 0 0,0 0 0,0-1 0,0 1 0,0-1 0,-1 0 0,1 1 0,-1-1 0,1 0 0,-1-1 0,0 1 0,0 0 0,0-1 0,0 1 0,0-1 0,-1 0 0,1 0 0,-1 0 0,1 1 0,-1-1 0,0 0 0,0 0 0,-1-1 0,1 1 0,0 0 0,-1-5 0,1-45 0,-1 53 0,0 0 0,0 0 0,0 0 0,0 0 0,0 0 0,0 0 0,0 0 0,0 0 0,0 0 0,0 0 0,0 0 0,0 0 0,0 0 0,0 0 0,0 0 0,0 0 0,1 0 0,-1 0 0,0 0 0,0 0 0,0 0 0,0 0 0,0 0 0,0 0 0,0 0 0,0 0 0,0 0 0,0 0 0,0 0 0,0 0 0,0 0 0,0 0 0,0 0 0,0 0 0,0 0 0,0 0 0,1 0 0,-1 0 0,0 0 0,0 0 0,0 0 0,0 0 0,0 0 0,0 0 0,0 0 0,0 0 0,0 0 0,0 0 0,0 0 0,0 0 0,0 0 0,0-1 0,0 1 0,0 0 0,0 0 0,0 0 0,0 0 0,0 0 0,0 0 0,0 0 0,0 0 0,0 0 0,0 0 0,0 0 0,0 0 0,0 0 0,0 0 0,0 0 0,0 0 0,4 6 0,2 8 0,-1-1-1365,-1 0-5461</inkml:trace>
</inkml:ink>
</file>

<file path=ppt/ink/ink2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3:13.27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189 815 24575,'-16'-11'0,"-56"-31"0,66 39 0,-1-1 0,-1 2 0,1-1 0,0 1 0,-1 0 0,1 0 0,-1 1 0,-9 0 0,16 0 0,0 1 0,0 0 0,0 0 0,0 0 0,0 0 0,0 1 0,0-1 0,0 0 0,0 0 0,0 0 0,0 1 0,1-1 0,-1 1 0,0-1 0,0 1 0,0-1 0,0 1 0,0-1 0,1 1 0,-1 0 0,0-1 0,0 1 0,1 0 0,-1 0 0,0 1 0,0-1 0,1 1 0,0-1 0,-1 1 0,1-1 0,0 1 0,0 0 0,0-1 0,0 1 0,0 0 0,0-1 0,0 1 0,1-1 0,-1 1 0,1 1 0,2 5 0,0-1 0,0 0 0,0 0 0,1 0 0,6 8 0,4 1 0,0 0 0,1 0 0,0-2 0,1 0 0,0 0 0,2-2 0,-1 0 0,31 14 0,-39-22 0,0 0 0,0-1 0,0-1 0,1 1 0,-1-2 0,1 1 0,-1-1 0,1-1 0,0 1 0,9-2 0,-15 0 0,-1 1 0,0-1 0,1 0 0,-1 0 0,0 0 0,0 0 0,0 0 0,0-1 0,0 0 0,0 1 0,-1-1 0,1 0 0,4-4 0,-5 4 0,0-1 0,-1 1 0,1-1 0,-1 1 0,1-1 0,-1 0 0,0 0 0,0 1 0,0-1 0,-1 0 0,1 0 0,-1 0 0,1 0 0,-1 0 0,0 0 0,0 0 0,-1-5 0,-1-4 0,0 0 0,-1 1 0,0-1 0,-1 1 0,0 0 0,-1 0 0,0 1 0,-1-1 0,0 1 0,0 0 0,-10-10 0,15 19 0,1 0 0,-1 0 0,1 1 0,-1-1 0,0 0 0,1 1 0,-1-1 0,0 1 0,1-1 0,-1 1 0,0-1 0,0 1 0,0-1 0,1 1 0,-1 0 0,0-1 0,0 1 0,0 0 0,0 0 0,0 0 0,-1-1 0,1 2 0,0-1 0,1 0 0,-1 1 0,0-1 0,1 0 0,-1 1 0,0-1 0,1 1 0,-1-1 0,0 1 0,1-1 0,-1 1 0,1 0 0,-1-1 0,1 1 0,0 0 0,-1-1 0,1 1 0,-1 1 0,0 1 0,-1 1 0,1 0 0,0 0 0,1-1 0,-1 1 0,1 0 0,-1 0 0,1 0 0,1 4 0,0-2 0,0 0 0,0 0 0,1 0 0,0 0 0,1 0 0,-1-1 0,1 1 0,0-1 0,0 1 0,1-1 0,0 0 0,0-1 0,0 1 0,0 0 0,7 4 0,-5-4 0,0-1 0,0 0 0,0 0 0,1-1 0,-1 0 0,1 0 0,0 0 0,0-1 0,0 0 0,0 0 0,1 0 0,11 0 0,-15-2 0,0 0 0,0-1 0,0 1 0,0-1 0,0 0 0,0 0 0,0 0 0,-1 0 0,1-1 0,0 0 0,-1 0 0,1 0 0,-1 0 0,1 0 0,-1 0 0,0-1 0,0 0 0,0 0 0,0 0 0,-1 0 0,1 0 0,2-4 0,0-1 0,-1 0 0,1-1 0,-1 1 0,-1-1 0,1 0 0,-2 0 0,1-1 0,1-12 0,-1-11 0,-1 0 0,-2 0 0,-1 1 0,-2-1 0,-1 0 0,-1 0 0,-2 1 0,-14-41 0,-5 3 0,-2 1 0,-59-101 0,83 161 0,-12-20 0,-1 0 0,-1 1 0,-28-32 0,46 59 0,-1 1 0,1-1 0,-1 0 0,0 1 0,1-1 0,-1 1 0,0-1 0,0 1 0,1-1 0,-1 1 0,0-1 0,0 1 0,0 0 0,-1-1 0,2 1 0,-1 0 0,1 0 0,0 0 0,0 0 0,-1 0 0,1 1 0,0-1 0,-1 0 0,1 0 0,0 0 0,-1 0 0,1 0 0,0 1 0,0-1 0,-1 0 0,1 0 0,0 0 0,0 1 0,0-1 0,-1 0 0,1 0 0,0 1 0,0-1 0,0 0 0,0 0 0,-1 1 0,1-1 0,0 3 0,-1-1 0,0 1 0,1-1 0,0 1 0,0-1 0,-1 1 0,1-1 0,1 6 0,4 18 2,0 0 0,2-1 0,1 1 0,20 43 0,58 91-127,-34-74-179,5-2 0,3-2-1,3-4 1,4-2 0,81 71 0,-122-124-5947</inkml:trace>
</inkml:ink>
</file>

<file path=ppt/ink/ink2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3:14.72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24575,'12'8'0,"7"2"0,0-1-8191</inkml:trace>
</inkml:ink>
</file>

<file path=ppt/ink/ink2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3:19.07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8 31 24575,'-6'-17'0,"6"17"0,0 0 0,-1-1 0,1 1 0,0-1 0,0 1 0,0 0 0,0-1 0,0 1 0,0-1 0,0 1 0,0-1 0,0 1 0,0-1 0,0 1 0,0 0 0,0-1 0,0 1 0,0-1 0,0 1 0,0 0 0,1-1 0,-1 1 0,0-1 0,0 1 0,0 0 0,1-1 0,-1 1 0,0 0 0,1-1 0,-1 1 0,0 0 0,1-1 0,-1 1 0,0 0 0,1-1 0,0 2 0,0-1 0,-1 0 0,1 0 0,0 0 0,-1 1 0,1-1 0,0 1 0,-1-1 0,1 0 0,-1 1 0,1-1 0,-1 1 0,1-1 0,-1 1 0,1-1 0,-1 1 0,1 0 0,-1-1 0,0 1 0,1-1 0,-1 2 0,8 16 0,-8-18 0,13 40 0,-1 0 0,5 42 0,-1-8 0,21 142 0,-37-212 0,1 0 0,-1 0 0,-1 0 0,1 0 0,0 0 0,-2 5 0,2-8 0,0 0 0,0 0 0,-1 0 0,1 0 0,0 0 0,0-1 0,-1 1 0,1 0 0,0 0 0,-1-1 0,1 1 0,-1 0 0,1 0 0,-1-1 0,0 1 0,1 0 0,-1-1 0,1 1 0,-1-1 0,0 1 0,0-1 0,1 1 0,-1-1 0,0 1 0,0-1 0,0 0 0,1 0 0,-1 1 0,0-1 0,0 0 0,0 0 0,0 0 0,0 0 0,0 0 0,-1 0 0,1 0 0,0-1 0,-1 0 0,1 1 0,-1-1 0,1 0 0,0 0 0,0 0 0,-1 0 0,1 0 0,0 0 0,0 0 0,0-1 0,0 1 0,0 0 0,0 0 0,1-1 0,-1 1 0,0-1 0,1 1 0,-1 0 0,1-1 0,-1-2 0,-1 0 0,1-1 0,0 1 0,1-1 0,-1 0 0,1 1 0,0-7 0,1 6 0,-1 0 0,1 0 0,0 0 0,1 0 0,-1 0 0,1 0 0,0 0 0,0 1 0,0-1 0,1 1 0,0 0 0,0-1 0,0 1 0,0 1 0,5-6 0,-5 7 0,1-1 0,0 0 0,0 1 0,-1 0 0,2-1 0,-1 2 0,0-1 0,0 0 0,1 1 0,-1 0 0,0 0 0,1 0 0,0 1 0,-1-1 0,1 1 0,-1 0 0,7 1 0,0 0 0,0 1 0,0 0 0,0 1 0,-1 0 0,1 1 0,-1 0 0,12 7 0,-16-8 0,-1 0 0,0 1 0,0-1 0,0 1 0,-1 0 0,1 0 0,-1 1 0,0-1 0,0 1 0,-1 0 0,1 0 0,-1 0 0,0 0 0,4 11 0,-6-14 0,-1 0 0,1 0 0,-1 0 0,1 0 0,-1 0 0,0 0 0,0 0 0,0 0 0,0 0 0,0 0 0,-1 0 0,1 0 0,0 0 0,-1 0 0,0 0 0,1 0 0,-3 3 0,2-2 0,-1-1 0,0 1 0,-1 0 0,1-1 0,0 1 0,-1-1 0,1 0 0,-1 1 0,-5 2 0,-1 0 0,0-1 0,-1 0 0,1 0 0,-1-1 0,0 0 0,-11 2 0,-2-1-119,-1 1 245,-31 2 1,48-7-294,0 0 1,0 0-1,0 0 1,0-1-1,0 0 1,0-1-1,0 1 0,-13-6 1,8 1-6660</inkml:trace>
</inkml:ink>
</file>

<file path=ppt/ink/ink2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3:19.74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10 55 24575,'-9'-3'0,"9"5"0,12 10 0,-6-6 0,-4-4 0,5 5 0,0 0 0,0-1 0,0 0 0,1 0 0,10 5 0,-17-10 0,1 0 0,-1 0 0,1-1 0,-1 1 0,1-1 0,0 1 0,-1-1 0,1 1 0,0-1 0,-1 0 0,1 0 0,0 0 0,-1 0 0,1 0 0,0 0 0,0-1 0,-1 1 0,1 0 0,0-1 0,-1 1 0,1-1 0,-1 0 0,1 1 0,-1-1 0,1 0 0,-1 0 0,1 0 0,-1 0 0,0 0 0,0-1 0,1 1 0,-1 0 0,0 0 0,0-1 0,0 1 0,1-4 0,0 1 0,0-1 0,0 1 0,-1-1 0,0 0 0,1 0 0,-2 1 0,1-1 0,0 0 0,-1 0 0,0 0 0,-1-9 0,1-17 0,0 31 0,0 0 0,0 0 0,0 0 0,0-1 0,0 1 0,0 0 0,0 0 0,0 0 0,0 0 0,0 0 0,0-1 0,1 1 0,-1 0 0,0 0 0,0 0 0,0 0 0,0 0 0,0 0 0,0 0 0,0-1 0,1 1 0,-1 0 0,0 0 0,0 0 0,0 0 0,0 0 0,1 0 0,-1 0 0,0 0 0,0 0 0,0 0 0,0 0 0,1 0 0,-1 0 0,0 0 0,0 0 0,0 0 0,0 0 0,0 0 0,1 0 0,-1 0 0,0 0 0,0 0 0,0 1 0,0-1 0,0 0 0,1 0 0,-1 0 0,0 0 0,0 0 0,0 0 0,0 0 0,0 0 0,0 1 0,0-1 0,1 0 0,-1 0 0,0 0 0,0 1 0,8 7 0,3 6 0,0-1 0,-1 2 0,9 19 0,22 51 0,-14-26 0,11 16 0,27 55 0,-53-101 0,-1 0 0,12 47 0,-22-74 0,-1 1 0,1 0 0,-1-1 0,0 1 0,1 0 0,-1-1 0,0 1 0,-1 0 0,1-1 0,0 1 0,-2 3 0,2-4 0,-1-1 0,0 0 0,0 0 0,1 0 0,-1 0 0,0 0 0,0 0 0,0 0 0,0 0 0,0-1 0,-1 1 0,1 0 0,0 0 0,0-1 0,0 1 0,-1-1 0,1 1 0,0-1 0,-1 0 0,1 1 0,0-1 0,-1 0 0,1 0 0,-2 0 0,-6 0 0,0 0 0,1 0 0,-1-1 0,0 0 0,1-1 0,-12-3 0,-50-21 0,61 22 0,-6-2 0,0-1 0,0-1 0,1 0 0,-16-13 0,25 17 0,0 1 0,0-2 0,1 1 0,0 0 0,0-1 0,0 0 0,0 0 0,1 0 0,0 0 0,0-1 0,0 1 0,1-1 0,-1 0 0,-1-8 0,4 11-50,-1 1-1,1-1 1,0 1-1,0 0 0,0-1 1,1 1-1,-1-1 1,0 1-1,1-1 1,0 1-1,-1 0 0,1-1 1,0 1-1,0 0 1,0 0-1,1 0 1,-1 0-1,0 0 0,1 0 1,-1 0-1,1 0 1,0 0-1,0 1 1,-1-1-1,1 1 1,3-2-1,5-2-6775</inkml:trace>
</inkml:ink>
</file>

<file path=ppt/ink/ink2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3:20.38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 24575,'0'9'0,"0"7"0,3 2 0,3 1 0,2-1 0,1 0 0,1-4 0,1-1 0,2-1 0,0-3 0,-2-2-8191</inkml:trace>
</inkml:ink>
</file>

<file path=ppt/ink/ink2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3:20.59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24575,'0'0'-8191</inkml:trace>
</inkml:ink>
</file>

<file path=ppt/ink/ink2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3:20.99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24575,'7'17'0,"1"0"0,17 27 0,-21-38 0,0 0 0,1 0 0,0 0 0,0 0 0,0-1 0,1 0 0,0 0 0,0 0 0,9 4 0,-13-8 0,0 1 0,0-2 0,0 1 0,0 0 0,0 0 0,0-1 0,1 1 0,-1-1 0,0 1 0,1-1 0,-1 0 0,0 0 0,0 0 0,1-1 0,-1 1 0,0 0 0,0-1 0,4-1 0,-4 1 0,0 0 0,0 0 0,0 0 0,-1 0 0,1-1 0,-1 1 0,1-1 0,-1 1 0,1-1 0,-1 0 0,0 0 0,0 1 0,0-1 0,0 0 0,0 0 0,0 0 0,-1 0 0,1 0 0,0 0 0,-1-3 0,2-17 0,-2 17 0,0 0 0,1 1 0,-1-1 0,1 1 0,2-9 0,-3 12 0,1 0 0,-1 1 0,1-1 0,-1 0 0,1 0 0,0 0 0,-1 0 0,1 0 0,0 0 0,-1 1 0,1-1 0,0 0 0,0 1 0,0-1 0,0 1 0,0-1 0,0 1 0,0-1 0,0 1 0,0-1 0,0 1 0,0 0 0,0 0 0,0 0 0,0-1 0,0 1 0,0 0 0,0 0 0,2 1 0,2-1 2,1 1-1,-1 0 0,1 0 1,-1 0-1,1 1 1,-1 0-1,0 0 0,7 3 1,3 5-13,19 12 0,3 3-1345,-24-18-5470</inkml:trace>
</inkml:ink>
</file>

<file path=ppt/ink/ink2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3:21.29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24575,'22'27'0,"10"14"0,2 4 0,-3 1 0,-3-4 0,-5-4 0,-4-3 0,-2-2 0,-2-6 0,-3-1 0,-2-3 0,-2-3 0,-2-3 0,-3-1 0,-4-4 0,-4-3 0,-4-4 0</inkml:trace>
</inkml:ink>
</file>

<file path=ppt/ink/ink2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3:21.63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1 144 24575,'108'12'0,"67"4"0,-153-15 0,0-2 0,0-1 0,-1 0 0,1-2 0,41-12 0,-54 13 0,0-1 0,0 0 0,0 0 0,0-1 0,9-8 0,-15 12 0,-1 0 0,0-1 0,-1 1 0,1-1 0,0 0 0,0 1 0,-1-1 0,1 0 0,-1 0 0,0 0 0,1 0 0,-1 0 0,0-1 0,0 1 0,0 0 0,0 0 0,-1-1 0,1 1 0,-1-1 0,1 1 0,-1 0 0,0-1 0,0 1 0,0-1 0,0 1 0,-1-4 0,-1 3 0,1 0 0,0 1 0,-1-1 0,0 1 0,0-1 0,0 1 0,0-1 0,0 1 0,0 0 0,-1 0 0,1 0 0,-1 0 0,1 1 0,-1-1 0,0 1 0,0-1 0,1 1 0,-5-1 0,-4-2 0,1 1 0,-1 0 0,-19-2 0,24 4 0,1 1 0,-1 0 0,0 0 0,1 1 0,-1 0 0,0 0 0,1 0 0,-1 0 0,1 1 0,-1 0 0,1 0 0,0 1 0,0 0 0,0-1 0,-7 7 0,8-6 0,1 0 0,-1 0 0,1 0 0,0 0 0,0 1 0,0-1 0,1 1 0,-1 0 0,1 0 0,0 0 0,0 0 0,0 0 0,1 0 0,-1 1 0,1-1 0,0 0 0,0 1 0,1-1 0,-1 1 0,1 5 0,1-5 0,0-1 0,0 0 0,0 1 0,0-1 0,1 0 0,0 1 0,0-1 0,0 0 0,0 0 0,0-1 0,1 1 0,0 0 0,0-1 0,0 0 0,0 1 0,1-1 0,4 3 0,3 2 0,0 0 0,0-2 0,0 1 0,21 8 0,-18-10 0,0 0 0,0 0 0,0-1 0,19 3 0,-29-7 0,1 0 0,-1 1 0,0-1 0,1-1 0,-1 1 0,1-1 0,-1 1 0,0-1 0,0-1 0,1 1 0,-1 0 0,0-1 0,0 0 0,0 0 0,0 0 0,-1-1 0,1 1 0,4-5 0,-3 2-151,-1 0-1,1 1 0,-2-1 0,1 0 1,0-1-1,-1 1 0,0-1 1,4-11-1,-3 4-6674</inkml:trace>
</inkml:ink>
</file>

<file path=ppt/ink/ink2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3:22.57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148 65 24575,'-9'0'0,"0"-1"0,-13-4 0,16 4 0,0 0 0,0-1 0,0 2 0,0-1 0,0 1 0,0 0 0,-8 1 0,13-1 0,0 1 0,-1-1 0,1 1 0,0-1 0,0 1 0,0-1 0,0 1 0,0-1 0,0 1 0,0 0 0,0 0 0,0 0 0,0 0 0,0-1 0,0 1 0,1 0 0,-1 0 0,0 1 0,1-1 0,-1 0 0,1 0 0,-1 0 0,1 0 0,-1 0 0,1 1 0,0-1 0,0 0 0,-1 0 0,1 1 0,0-1 0,0 0 0,0 0 0,0 1 0,1-1 0,-1 2 0,1 2 0,0 0 0,1-1 0,-1 1 0,1-1 0,-1 1 0,2-1 0,-1 0 0,3 5 0,3 1 0,0-1 0,1 0 0,0-1 0,1 0 0,0 0 0,0-1 0,0 0 0,1-1 0,0 0 0,0 0 0,1-2 0,0 1 0,16 3 0,-25-8 0,0 1 0,0-1 0,0 0 0,0 0 0,0-1 0,-1 1 0,1 0 0,0-1 0,0 0 0,4-1 0,-14 21 0,0 1 0,2 0 0,0 1 0,-3 36 0,3-18 0,-1 4 0,4-24 0,0 1 0,-2-1 0,0 0 0,-1 0 0,-10 24 0,14-41 0,0 0 0,-1 1 0,1-1 0,0 0 0,-1 1 0,0-1 0,1 0 0,-1 0 0,0 0 0,0-1 0,0 1 0,0 0 0,0-1 0,-1 1 0,1-1 0,0 0 0,-1 0 0,-3 2 0,3-3 0,-1 1 0,1-1 0,0 0 0,0 0 0,0 0 0,0-1 0,-1 1 0,1-1 0,0 1 0,0-1 0,0 0 0,0 0 0,0-1 0,0 1 0,-3-2 0,1-1 0,-1 1 0,1-1 0,0 0 0,0-1 0,0 1 0,1-1 0,-1 0 0,1 0 0,0-1 0,1 1 0,-1-1 0,1 1 0,0-1 0,1 0 0,-1 0 0,1-1 0,1 1 0,-1 0 0,1-1 0,-1-6 0,1 6 0,1 0 0,0 0 0,0 1 0,0-1 0,1 0 0,0 1 0,1-1 0,-1 1 0,1-1 0,0 1 0,1 0 0,0-1 0,0 1 0,0 1 0,0-1 0,1 0 0,0 1 0,0 0 0,8-8 0,-2 6 0,-1 0 0,1 0 0,0 1 0,0 0 0,1 1 0,0 0 0,0 1 0,17-4 0,12-2 0,45-4 0,-32 7 0,55-15 0,-86 17 0,-1-2 0,39-16 0,-56 21 0,-1 0 0,0 0 0,0 0 0,1 0 0,-1 0 0,-1-1 0,1 1 0,0-1 0,-1 0 0,1 0 0,-1 0 0,0 0 0,0 0 0,0-1 0,0 1 0,-1 0 0,0-1 0,1 0 0,-1 1 0,1-5 0,-2 3 0,1 0 0,-1-1 0,0 1 0,0 0 0,-1 0 0,1-1 0,-1 1 0,0 0 0,-1 0 0,1 0 0,-1 0 0,0 0 0,-5-9 0,6 12 0,0 1 0,0-1 0,-1 0 0,1 1 0,0-1 0,0 1 0,-1-1 0,1 1 0,-1-1 0,0 1 0,1 0 0,-1 0 0,0 0 0,0 0 0,0 0 0,0 0 0,1 0 0,-1 1 0,0-1 0,0 1 0,-3-1 0,4 1 0,-1 0 0,0 1 0,0-1 0,1 0 0,-1 1 0,1-1 0,-1 1 0,0-1 0,1 1 0,-1 0 0,1 0 0,-1 0 0,1 0 0,0 0 0,-1 0 0,1 0 0,0 0 0,0 0 0,0 1 0,0-1 0,0 0 0,0 1 0,0-1 0,0 1 0,0-1 0,0 3 0,-2 6 0,-1 0 0,1 1 0,1-1 0,0 1 0,1-1 0,0 1 0,0 0 0,1 0 0,1 0 0,0-1 0,0 1 0,1 0 0,0-1 0,1 1 0,8 18 0,-10-26 0,0-1 0,1 1 0,-1-1 0,0 1 0,1-1 0,0 0 0,0 0 0,-1 0 0,1 0 0,1 0 0,-1 0 0,0-1 0,0 1 0,1-1 0,-1 1 0,0-1 0,1 0 0,0 0 0,-1 0 0,1 0 0,-1-1 0,1 1 0,0-1 0,0 1 0,3-1 0,-1 0 0,0-1 0,0 0 0,1 0 0,-1 0 0,0-1 0,0 0 0,0 0 0,0 0 0,-1 0 0,1-1 0,-1 0 0,5-3 0,26-19 0,-19 15 0,0-1 0,-1-1 0,0 0 0,-1-1 0,17-21 0,-29 32 0,-1 1 0,1-2 0,-1 1 0,0 0 0,0 0 0,0 0 0,0-1 0,0 1 0,0 0 0,-1-1 0,1 1 0,-1 0 0,0-1 0,0 1 0,1-1 0,-2 1 0,1-1 0,0 1 0,0-1 0,-1 1 0,0-3 0,-1 1 0,0-1 0,-1 1 0,1 0 0,-1 0 0,0 0 0,0 0 0,0 0 0,0 1 0,-7-6 0,-47-49-1365,49 50-5461</inkml:trace>
</inkml:ink>
</file>

<file path=ppt/ink/ink2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3:23.95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7 108 24575,'1'27'0,"2"1"0,0-1 0,2 0 0,1 0 0,1 0 0,2-1 0,15 34 0,-5-9 0,-39-92 0,11 23 0,0 0 0,1 0 0,-7-29 0,9 23 0,2 0 0,1 0 0,-1-49 0,4 58 0,1-4 0,-1 0 0,-5-37 0,4 56 0,1-1 0,0 1 0,0-1 0,0 1 0,0 0 0,-1-1 0,1 1 0,0-1 0,0 1 0,0-1 0,0 1 0,0-1 0,0 1 0,0-1 0,1 1 0,-1 0 0,0-1 0,0 1 0,0-1 0,0 1 0,0-1 0,1 1 0,-1 0 0,1-1 0,-1 1 0,1 0 0,-1 0 0,0 0 0,1 0 0,-1 0 0,1 0 0,-1 0 0,1 1 0,-1-1 0,1 0 0,-1 0 0,0 0 0,1 1 0,-1-1 0,1 0 0,-1 1 0,0-1 0,1 1 0,21 23 0,-18-20 0,20 24 0,43 45 0,-59-65 0,1-1 0,0 0 0,0-1 0,0 0 0,0 0 0,19 8 0,-23-13 0,0 1 0,-1-1 0,1 1 0,0-1 0,0-1 0,0 1 0,0-1 0,0 0 0,0 0 0,-1 0 0,1-1 0,0 1 0,0-1 0,9-3 0,-8 1 0,-1 1 0,1-1 0,-1 0 0,0-1 0,0 1 0,0-1 0,0 0 0,-1-1 0,0 1 0,0-1 0,6-7 0,3-5 0,-6 8 0,0-1 0,0 0 0,-1 0 0,6-13 0,-12 23 0,0-1 0,0 1 0,0 0 0,0-1 0,0 1 0,0 0 0,0-1 0,1 1 0,-1 0 0,0-1 0,0 1 0,0 0 0,1-1 0,-1 1 0,0 0 0,0 0 0,1-1 0,-1 1 0,0 0 0,1 0 0,-1-1 0,0 1 0,1 0 0,-1 0 0,0 0 0,1 0 0,4 6 0,0 17 0,-2-3 0,0 0 0,1 0 0,1 0 0,0-1 0,2 0 0,0 0 0,2 0 0,19 32 0,-10-14-1365,-12-25-5461</inkml:trace>
</inkml:ink>
</file>

<file path=ppt/ink/ink2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3:25.25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35 140 24575,'3'0'0,"0"3"0,0-3 0,0-2 0,-4-5 0,-1-2 0,-3-3 0,-1-2 0,2 0 0,-3-1 0,2-1 0,0 1 0,2 0 0,-2 3 0,1 1 0</inkml:trace>
</inkml:ink>
</file>

<file path=ppt/ink/ink2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6:45.9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8 24575,'-5'-8'0,"2"9"0,3 0 0,-1 0 0,1 0 0,0 0 0,0 0 0,0 0 0,0 0 0,0-1 0,0 1 0,0 0 0,0 0 0,0 0 0,0 0 0,1 1 0,2 13 0,-1 0 0,-1 0 0,0 0 0,-1 0 0,0 0 0,-1-1 0,-5 23 0,1 3 0,5-26 0,0-1 0,1 0 0,0 0 0,4 16 0,-2-12 0,1 29 0,-5 242 0,2-274 0,0 1 0,5 16 0,-3-16 0,1 26 0,-3-10 0,-1 0 0,-2 0 0,-6 34 0,4-37 0,1 1 0,2-1 0,0 0 0,5 33 0,2-10 0,-2-28 0,0 33 0,-3-11 0,-3 95 0,-4-81 0,-2 17 0,20 183 0,-9-213 0,-4 88 0,-5-75 0,2-32 0,0 29 0,4 241 0,-1-279 0,-6 35 0,2-21 0,-1 6 0,2-11 0,-2 45 0,5-14 0,3 86 0,5-80 0,0 26 0,-6-74 0,-2 14 0,2-1 0,7 36 0,-4-29 0,-1 1 0,-3 68 0,-2-38 0,2 265 0,0-318 0,-2 0 0,-3 17 0,2-15 0,-1 24 0,-4 27 0,5-45 0,-1 33 0,5-27-52,0-18-210,-1 0-1,0 0 0,0 1 1,-4 18-1,1-19-6563</inkml:trace>
</inkml:ink>
</file>

<file path=ppt/ink/ink2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6:50.8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26482 175 24575,'2'-3'0,"-2"3"0,0 0 0,0 0 0,0 0 0,0 0 0,0 0 0,0 0 0,0 0 0,0 0 0,0 0 0,0 0 0,0 0 0,0 0 0,0 0 0,0 0 0,0 0 0,0 0 0,0 0 0,0 0 0,0 0 0,0 0 0,0 0 0,0 0 0,0 0 0,-7 2 0,4-2 0,-72 14 0,65-13 0,0 0 0,0-1 0,-1-1 0,1 1 0,-16-5 0,-7 0 0,0 1 0,-1 2 0,-60 3 0,28 0 0,6 0 0,-68-2 0,80-6 0,30 4 0,-31-2 0,11 5 0,9 1 0,0-2 0,-48-7 0,11 0 0,2 1 0,40 4 0,-1 1 0,-37 1 0,37 2 0,0-1 0,-33-6 0,5 0 0,-1 2 0,-78 4 0,51 1 0,-263-1 0,314 2 0,1 1 0,-32 7 0,-39 3 0,5-6 0,-64 2 0,-280-9 0,332-8 0,6 1 0,-71-2 0,82 3 0,-164-19 0,102 8 0,101 11 0,-56-3 0,-6 2 0,-20-1 0,6 1 0,8 0 0,-18 0 0,-2-1 0,-46 1 0,-25 0 0,90 6 0,-135 3 0,138 5 0,-46 0 0,-80 2 0,-76-3 0,218-7 0,-24-6 0,10-1 0,-96 9 0,-75-2 0,163-5 0,-50-2 0,-474 8 0,477 8 0,13-1 0,-59-8 0,-88 2 0,169 6 0,-126-2 0,-223-29 0,173 12 0,-273 6 0,355 7 0,159-1 0,-318 9 0,187-3 0,-17 2 0,-173-1 0,241-8 0,-7 2 0,-175-3 0,184-4 0,-57-2 0,118 7 0,-183 3 0,27 14 0,84-4 0,-89 3 0,-46 0 0,172-9 0,-93 2 0,-89 0 0,63 0 0,19-1 0,-322 0 0,338-9 0,-27-6 0,-183 1 0,260 8 0,-900-1 0,857-7 0,13-1 0,95 8 0,-267-8 0,-219 1 0,357 8 0,-514-1 0,561-7 0,13-1 0,27 8 0,-226-8 0,111-7 0,-177 8 0,258 9 0,-63 5 0,-3 1 0,-39-17 0,44 3 0,-11 0 0,36-4 0,38 2 0,-316 2 0,293 7 0,-568-1 0,640 7 0,4 1 0,20-1 0,1 0 0,70-6 0,-28 6 0,28-4 0,-27 1 0,34-4 0,-1 1 0,1 0 0,-21 5 0,16-2 0,-23 1 0,-6 1 0,24-3 0,0-1 0,-45-2 0,-16 0 0,39 7 0,31-4 0,-28 2 0,-211-5-1365,239 0-5461</inkml:trace>
</inkml:ink>
</file>

<file path=ppt/ink/ink2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6:56.6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1 24575,'0'0'0,"-1"0"0,1 0 0,-1 0 0,1 0 0,-1 1 0,1-1 0,-1 0 0,1 0 0,-1 1 0,1-1 0,0 0 0,-1 1 0,1-1 0,0 0 0,-1 1 0,1-1 0,0 1 0,-1-1 0,1 0 0,0 1 0,0-1 0,0 1 0,-1 0 0,-4 14 0,3-10 0,-1 9 0,0 0 0,0 0 0,2 0 0,-1 23 0,-1 6 0,1-21-116,-9 141-1133,11-152-5577</inkml:trace>
</inkml:ink>
</file>

<file path=ppt/ink/ink2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6:57.4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41 24575,'3'-4'0,"0"1"0,0 0 0,0 0 0,0 0 0,0 0 0,1 0 0,0 1 0,-1 0 0,1-1 0,0 1 0,0 1 0,0-1 0,0 0 0,0 1 0,0 0 0,1 0 0,-1 0 0,0 1 0,1-1 0,-1 1 0,0 0 0,6 1 0,-7-1 0,0 1 0,0-1 0,0 1 0,0-1 0,0 1 0,0 0 0,-1 0 0,1 0 0,0 1 0,0-1 0,-1 1 0,1-1 0,-1 1 0,1 0 0,-1 0 0,0 0 0,0 0 0,0 1 0,0-1 0,0 0 0,0 1 0,-1 0 0,1-1 0,-1 1 0,0 0 0,1 0 0,-1 0 0,-1-1 0,1 1 0,0 0 0,-1 0 0,1 4 0,-1-2 0,0-1 0,0 0 0,-1 1 0,1-1 0,-1 1 0,0-1 0,-1 0 0,1 0 0,-1 1 0,-2 4 0,-3 3 0,-16 22 0,17-27 0,1 0 0,0 0 0,1 0 0,0 0 0,0 1 0,0 0 0,1-1 0,-3 12 0,6-17 0,-1 0 0,1 0 0,0 0 0,0 0 0,0 0 0,0 0 0,0 0 0,0 0 0,1 0 0,-1 1 0,1-1 0,-1 0 0,1-1 0,0 1 0,0 0 0,0 0 0,2 3 0,-1-2 0,1-1 0,-1 0 0,0 1 0,1-1 0,0-1 0,-1 1 0,1 0 0,0 0 0,0-1 0,5 2 0,0 0 0,0-1 0,1 0 0,-1 0 0,1-1 0,0-1 0,-1 1 0,17-2 0,-21 1-170,1-1-1,-1 0 0,1 0 1,-1 0-1,1-1 0,-1 0 1,5-2-1,1-2-6655</inkml:trace>
</inkml:ink>
</file>

<file path=ppt/ink/ink2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6:57.8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0 24575,'-2'5'0,"1"4"0,4 3 0,1 2 0,2 1 0,3-2 0,-1-1 0,2 0 0,1 1 0,1 0 0,1 0 0,1 1 0,0 0 0,1-2 0,-3-3-8191</inkml:trace>
</inkml:ink>
</file>

<file path=ppt/ink/ink2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6:57.9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24575,'10'22'0,"3"10"0,2-1 0,-2-2 0,0-8 0,-3-3 0,-2-6-8191</inkml:trace>
</inkml:ink>
</file>

<file path=ppt/ink/ink2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6:58.1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260 4 24575,'-29'-2'0,"-10"1"0,-1 1 0,4 3 0,6 1 0,3 2 0,3 1 0,4 0 0,5 0-8191</inkml:trace>
</inkml:ink>
</file>

<file path=ppt/ink/ink2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6:59.2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161 1 24575,'17'13'0,"26"26"0,-39-34 0,0-1 0,0 1 0,0-1 0,-1 1 0,0 0 0,0 0 0,0 1 0,-1-1 0,0 1 0,0-1 0,2 7 0,-4-10 0,0 0 0,0 0 0,0 1 0,0-1 0,0 0 0,0 0 0,-1 1 0,1-1 0,-1 0 0,1 0 0,-1 0 0,0 0 0,0 0 0,0 0 0,-1 2 0,-1 0 0,0 0 0,0-1 0,0 0 0,0 1 0,0-1 0,-1 0 0,-4 2 0,1 0 0,-1-1 0,1 1 0,-1-2 0,-1 1 0,1-1 0,0 0 0,-11 1 0,11-2 0,0-1 0,-1-1 0,1 1 0,0-1 0,0 0 0,0-1 0,-1 0 0,1-1 0,-9-2 0,14 3 0,0 0 0,-1-1 0,1 1 0,0-1 0,0 1 0,1-1 0,-1 0 0,0 0 0,1-1 0,-1 1 0,1 0 0,0-1 0,-1 1 0,1-1 0,1 0 0,-1 0 0,0 0 0,1 0 0,-1 0 0,1 0 0,0 0 0,0-1 0,0 1 0,0-6 0,0 3-170,1 0-1,-1 0 0,1 0 1,1 0-1,0 0 0,-1 0 1,4-11-1,0 4-6655</inkml:trace>
</inkml:ink>
</file>

<file path=ppt/ink/ink2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7:01.4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91 24575,'-13'-28'0,"7"14"0,-1 0 0,-9-14 0,16 28 0,0-1 0,0 1 0,0 0 0,0-1 0,-1 1 0,1 0 0,0-1 0,0 1 0,-1 0 0,1-1 0,0 1 0,-1 0 0,1 0 0,0-1 0,0 1 0,-1 0 0,1 0 0,-1 0 0,1-1 0,0 1 0,-1 0 0,1 0 0,0 0 0,-1 0 0,1 0 0,-1 0 0,1 0 0,0 0 0,-2 0 0,2 0 0,-1 1 0,1-1 0,0 1 0,-1-1 0,1 1 0,0-1 0,-1 1 0,1-1 0,0 1 0,-1 0 0,1-1 0,0 1 0,0-1 0,0 1 0,-1 1 0,-1 29 0,2-30 0,1 18 0,1-1 0,1 1 0,1-1 0,11 34 0,0 1 0,-14-50-97,-1 1-1,1 0 1,0-1-1,-1 1 1,0 0-1,0 0 1,0-1-1,0 1 1,0 0-1,-1-1 1,0 1-1,1 0 0,-3 5 1,-4 3-6729</inkml:trace>
</inkml:ink>
</file>

<file path=ppt/ink/ink2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7:02.1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225 1 24575,'-12'2'0,"-7"1"0,-2 3 0,-1 0 0,2-1 0,1 1 0,2-1 0,1 0 0,1 0 0,1 1 0,-3-2 0,0-2 0,2 0-8191</inkml:trace>
</inkml:ink>
</file>

<file path=ppt/ink/ink2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7:02.7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26 24575,'0'-1'0,"0"-1"0,0 1 0,1 0 0,-1 0 0,0 0 0,0 0 0,1 0 0,-1 0 0,1 0 0,-1 0 0,1 0 0,-1 0 0,1 0 0,-1 0 0,1 0 0,0 0 0,0 1 0,0-1 0,-1 0 0,1 0 0,0 1 0,0-1 0,0 0 0,0 1 0,0-1 0,0 1 0,0 0 0,0-1 0,0 1 0,0 0 0,0-1 0,1 1 0,-1 0 0,0 0 0,0 0 0,0 0 0,2 0 0,1 0 0,1 1 0,-1-1 0,1 1 0,-1 0 0,1 0 0,-1 0 0,1 0 0,3 3 0,-1-1 0,0 0 0,-1 1 0,1 0 0,-1 0 0,0 1 0,5 5 0,-8-7 0,-1 0 0,0-1 0,0 1 0,0 0 0,0 0 0,-1 0 0,1 0 0,-1 0 0,0 1 0,0-1 0,0 0 0,0 1 0,0-1 0,-1 1 0,1 4 0,-1 1 0,0 0 0,0 0 0,-1 0 0,0 0 0,-1 0 0,0 0 0,0 0 0,-1 0 0,0-1 0,0 1 0,-7 11 0,-14 13 0,20-28 0,-1 1 0,1 0 0,0 0 0,1 0 0,-1 0 0,1 0 0,-3 10 0,6-16 0,-1 1 0,1 0 0,0-1 0,0 1 0,0 0 0,0-1 0,0 1 0,0 0 0,0-1 0,0 1 0,0 0 0,1-1 0,-1 1 0,0 0 0,0-1 0,0 1 0,1 0 0,-1-1 0,0 1 0,1-1 0,-1 1 0,1-1 0,-1 1 0,1-1 0,0 1 0,0 0 0,0 0 0,1 0 0,-1 0 0,1-1 0,-1 1 0,1 0 0,-1-1 0,1 1 0,0-1 0,1 0 0,3 1 0,0-1 0,0 0 0,0 0 0,12-2 0,0-2-455,0-2 0,29-12 0,-32 12-6371</inkml:trace>
</inkml:ink>
</file>

<file path=ppt/ink/ink2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7:03.0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24575,'0'7'0,"0"6"0,0 2 0,0 1 0,3-2 0,0-1 0,2-2 0,1-1 0,1-3 0,0 1 0,1-1 0,2-2 0,1-2 0,-1-1-8191</inkml:trace>
</inkml:ink>
</file>

<file path=ppt/ink/ink2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7:03.2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24575,'10'17'0,"5"9"0,3 1 0,1 0 0,0-6 0,-2-3 0,0-6 0,-4-3-8191</inkml:trace>
</inkml:ink>
</file>

<file path=ppt/ink/ink2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7:03.4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283 10 24575,'-27'-3'0,"-11"0"0,-2 0 0,4 3 0,5 1 0,5 4 0,3 2 0,0 1 0,1 1 0,5 0-8191</inkml:trace>
</inkml:ink>
</file>

<file path=ppt/ink/ink2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7:04.7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 24575,'0'-1'0,"0"1"0,0 0 0,0 0 0,0 0 0,0 0 0,0-1 0,0 1 0,0 0 0,0 0 0,0 0 0,0-1 0,0 1 0,0 0 0,0 0 0,0 0 0,0-1 0,0 1 0,0 0 0,0 0 0,0 0 0,0 0 0,1-1 0,-1 1 0,0 0 0,0 0 0,0 0 0,0 0 0,0 0 0,0-1 0,1 1 0,-1 0 0,0 0 0,0 0 0,0 0 0,0 0 0,1 0 0,-1 0 0,0 0 0,0 0 0,1 0 0,6 5 0,7 10 0,13 18 0,1-2 0,41 35 0,-54-52 0,32 30 0,84 76 0,-125-114 0,-8-5 0,-11-8 0,-14-20 0,1-2 0,2-1 0,1 0 0,-26-46 0,32 49 0,-32-36 0,46 59 0,0 1 0,0-1 0,0 1 0,0 0 0,-1 1 0,0-1 0,1 1 0,-5-3 0,7 5 0,0-1 0,0 1 0,0 0 0,0-1 0,0 1 0,0 0 0,0 0 0,0 0 0,0 0 0,0 0 0,-1 0 0,1 0 0,0 0 0,0 0 0,0 0 0,0 0 0,0 1 0,0-1 0,0 1 0,0-1 0,0 0 0,0 1 0,1 0 0,-1-1 0,0 1 0,0-1 0,0 1 0,1 0 0,-1 0 0,0-1 0,1 1 0,-1 0 0,0 0 0,1 0 0,-1 0 0,1 0 0,-1 0 0,1 0 0,-1 1 0,-3 11 0,0-1 0,1 1 0,0 0 0,1 1 0,0-1 0,1 0 0,1 22 0,-2 15 0,2-47-227,-1 1-1,1 0 1,-1-1-1,0 1 1,-3 6-1,-3 2-6598</inkml:trace>
</inkml:ink>
</file>

<file path=ppt/ink/ink2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7:08.0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 24575,'0'0'0,"0"-1"0,0 1 0,0 0 0,0 0 0,0 0 0,0 0 0,0 0 0,0-1 0,0 1 0,0 0 0,0 0 0,0 0 0,0 0 0,0 0 0,0 0 0,0-1 0,1 1 0,-1 0 0,0 0 0,0 0 0,0 0 0,0 0 0,0 0 0,0 0 0,0-1 0,0 1 0,0 0 0,1 0 0,-1 0 0,0 0 0,0 0 0,0 0 0,0 0 0,0 0 0,0 0 0,1 0 0,-1 0 0,0 0 0,0 0 0,0 0 0,0 0 0,0 0 0,0 0 0,1 0 0,-1 0 0,0 0 0,0 0 0,0 0 0,0 0 0,0 0 0,1 0 0,-1 0 0,0 0 0,0 0 0,0 0 0,0 0 0,0 0 0,0 0 0,0 0 0,1 1 0,-1-1 0,0 0 0,0 0 0,0 0 0,0 0 0,13 13 0,13 20 0,219 284 0,-233-305 0,1 0 0,14 10 0,16 15 0,-40-32-1365</inkml:trace>
</inkml:ink>
</file>

<file path=ppt/ink/ink2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7:08.5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277 16 24575,'0'-1'0,"-6"-12"0,6 13 0,0 0 0,-1-1 0,1 1 0,0 0 0,0 0 0,0 0 0,-1 0 0,1 0 0,0 0 0,0 0 0,-1-1 0,1 1 0,0 0 0,0 0 0,0 0 0,-1 0 0,1 0 0,0 0 0,0 0 0,-1 0 0,1 0 0,0 0 0,0 0 0,-1 0 0,1 0 0,0 1 0,0-1 0,0 0 0,-1 0 0,1 0 0,0 0 0,0 0 0,0 0 0,-1 1 0,1-1 0,0 0 0,0 0 0,0 0 0,0 0 0,-1 1 0,1-1 0,0 0 0,0 0 0,0 0 0,0 1 0,0-1 0,0 0 0,0 0 0,0 0 0,0 1 0,0-1 0,0 0 0,-1 0 0,1 1 0,-17 36 0,11-23 0,0-1 0,-10 15 0,1-7 0,2 1 0,0 0 0,1 1 0,-14 38 0,-22 90 0,37-117 0,-2-1 0,-1 0 0,-21 35 0,27-54-1365,0-2-5461</inkml:trace>
</inkml:ink>
</file>

<file path=ppt/ink/ink2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7:09.2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118 28 24575,'-3'-4'0,"0"0"0,-1 1 0,1-1 0,-6-4 0,9 8 0,0-1 0,-1 1 0,1 0 0,-1-1 0,1 1 0,0 0 0,-1 0 0,1-1 0,-1 1 0,1 0 0,-1 0 0,1-1 0,-1 1 0,1 0 0,-1 0 0,1 0 0,-1 0 0,1 0 0,-1 0 0,1 0 0,-1 0 0,1 0 0,-1 0 0,1 0 0,-1 0 0,1 0 0,-1 1 0,1-1 0,-1 0 0,1 0 0,-1 0 0,1 1 0,0-1 0,-1 0 0,1 1 0,-1-1 0,1 0 0,0 1 0,-1-1 0,1 0 0,0 1 0,-1-1 0,1 1 0,0-1 0,0 1 0,-1-1 0,1 1 0,0-1 0,0 1 0,0-1 0,0 1 0,0-1 0,-1 1 0,1-1 0,0 2 0,-8 43 0,-4 11 0,-7 3 0,12-39 0,0 1 0,1 0 0,1 0 0,1 0 0,-2 32 0,6-46 0,0-1 0,0 1 0,0-1 0,0 0 0,1 1 0,0-1 0,1 0 0,-1 1 0,1-1 0,1 0 0,-1 0 0,4 6 0,2-1 0,0 0 0,1-1 0,0 0 0,1-1 0,0 0 0,0 0 0,1-1 0,0 0 0,1-1 0,0 0 0,0-1 0,0-1 0,26 9 0,-24-11-1365,-2-1-5461</inkml:trace>
</inkml:ink>
</file>

<file path=ppt/ink/ink2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7:09.7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104 147 24575,'31'-27'0,"8"-8"0,-36 32 0,0-1 0,0 0 0,0 1 0,0-1 0,-1 0 0,0 0 0,1-1 0,1-5 0,-4 9 0,0 0 0,1 0 0,-1 0 0,0 0 0,0 0 0,1 0 0,-1 0 0,0 0 0,0 0 0,0 0 0,-1 0 0,1-1 0,0 1 0,0 0 0,-1 0 0,1 0 0,0 0 0,-1 0 0,1 0 0,-1 0 0,1 0 0,-2-1 0,1 1 0,-1 0 0,1-1 0,-1 1 0,1 0 0,-1 0 0,0 0 0,1 0 0,-1 0 0,0 0 0,0 1 0,-2-2 0,-5 1 0,0-1 0,0 1 0,0 0 0,-10 1 0,11 0 0,0 0 0,1 1 0,-1 0 0,0 0 0,1 1 0,-1 0 0,-13 5 0,18-5 0,1-1 0,-1 1 0,0-1 0,0 1 0,1 0 0,0 0 0,-1 1 0,1-1 0,0 0 0,0 1 0,0-1 0,0 1 0,0 0 0,1-1 0,-1 1 0,1 0 0,0 0 0,0 0 0,0 0 0,0 0 0,-1 5 0,2-2 0,-1 0 0,1 0 0,0-1 0,0 1 0,1 0 0,0-1 0,0 1 0,0 0 0,1-1 0,-1 1 0,1-1 0,1 0 0,-1 1 0,1-1 0,0 0 0,0-1 0,0 1 0,1 0 0,-1-1 0,1 0 0,0 0 0,1 0 0,-1 0 0,1-1 0,8 6 0,-9-7 0,0 0 0,0 0 0,0 0 0,1-1 0,-1 0 0,1 1 0,-1-2 0,1 1 0,6 0 0,45-2 0,-28 0 0,-21 0-114,0 1 1,0-1-1,0 0 0,0 0 0,0-1 1,0 0-1,-1 0 0,1 0 0,-1-1 1,1 0-1,6-4 0,-4 0-6712</inkml:trace>
</inkml:ink>
</file>

<file path=ppt/ink/ink2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7:10.2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89 0 24575,'-3'12'0,"1"-1"0,0 1 0,0 0 0,1-1 0,1 1 0,0 0 0,0 0 0,1 0 0,1 0 0,0-1 0,0 1 0,1-1 0,1 1 0,6 13 0,9 13 0,1 0 0,2-2 0,31 41 0,-48-71 0,-3-4 0,0 1 0,0-1 0,0 1 0,0 0 0,0 0 0,-1 0 0,1 0 0,-1 0 0,2 6 0,-3-9 0,0 1 0,0-1 0,0 1 0,0-1 0,-1 0 0,1 1 0,0-1 0,0 0 0,0 1 0,0-1 0,0 0 0,0 1 0,-1-1 0,1 0 0,0 1 0,0-1 0,-1 0 0,1 1 0,0-1 0,0 0 0,-1 0 0,1 1 0,0-1 0,-1 0 0,1 0 0,0 0 0,-1 0 0,1 1 0,0-1 0,-1 0 0,1 0 0,0 0 0,-1 0 0,1 0 0,-1 0 0,1 0 0,0 0 0,-1 0 0,1 0 0,0 0 0,-1 0 0,1 0 0,-1 0 0,-19-5 0,19 5 0,-18-7 0,0-1 0,1-1 0,-1-1 0,2-1 0,-1 0 0,-18-17 0,28 21-183,0-1-1,0 0 0,1-1 1,-11-16-1,15 21-263,-7-10-6379</inkml:trace>
</inkml:ink>
</file>

<file path=ppt/ink/ink2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7:10.4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29 24575,'-2'-12'0,"-2"-4"-8191</inkml:trace>
</inkml:ink>
</file>

<file path=ppt/ink/ink2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7:11.0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4 137 24575,'0'0'0,"0"0"0,0 1 0,0-1 0,0 0 0,0 0 0,0 0 0,0 0 0,0 0 0,0 0 0,0 0 0,0 0 0,0 0 0,0 0 0,0 0 0,0 0 0,-1 0 0,1 0 0,0 0 0,0 0 0,0 1 0,0-1 0,0 0 0,0 0 0,0 0 0,0 0 0,0 0 0,0 0 0,0 0 0,-1 0 0,1 0 0,0 0 0,0 0 0,0 0 0,0 0 0,0 0 0,0 0 0,0 0 0,0-1 0,0 1 0,0 0 0,0 0 0,-1 0 0,1 0 0,0 0 0,0 0 0,0 0 0,0 0 0,0 0 0,0 0 0,0 0 0,0 0 0,0 0 0,0 0 0,0 0 0,0 0 0,0-1 0,0 1 0,0 0 0,0 0 0,0 0 0,0 0 0,0 0 0,0 0 0,0 0 0,0 0 0,0 0 0,0 0 0,0-1 0,2 10 0,8 10 0,-5-12 0,0-1 0,1 0 0,0 0 0,0 0 0,0-1 0,1 0 0,-1 0 0,1-1 0,1 0 0,-1 0 0,0-1 0,1 1 0,0-2 0,-1 1 0,1-1 0,0 0 0,1-1 0,-1 0 0,0 0 0,0-1 0,0 0 0,16-2 0,-22 2 0,1 0 0,0-1 0,-1 0 0,1 1 0,0-1 0,-1 0 0,1 0 0,-1 0 0,0 0 0,1-1 0,-1 1 0,0-1 0,0 0 0,0 1 0,0-1 0,0 0 0,2-3 0,-2 2 0,0 0 0,0 0 0,-1 0 0,1-1 0,-1 1 0,0 0 0,0-1 0,0 1 0,0-1 0,-1 0 0,0 1 0,1-5 0,-1 5 0,0 1 0,0 0 0,0-1 0,0 1 0,1-1 0,-1 1 0,1 0 0,0-1 0,0 1 0,-1 0 0,2-1 0,0-1 0,-1 2 0,1 1 0,-1 0 0,0 0 0,1 0 0,-1 0 0,1 0 0,-1 0 0,1 0 0,-1 1 0,1-1 0,-1 0 0,1 1 0,0 0 0,0-1 0,-1 1 0,1 0 0,0 0 0,1 0 0,39 1 0,4 0 0,-42-2 0,0 1 0,0-1 0,0 1 0,0-1 0,0 0 0,-1-1 0,1 1 0,6-4 0,-8 5 0,-1-1 0,0 0 0,0 0 0,0 1 0,0-1 0,1 0 0,-1 0 0,0 0 0,-1 0 0,1 0 0,0 0 0,0 0 0,0-1 0,-1 1 0,1 0 0,0 0 0,-1 0 0,1-1 0,-1 1 0,0 0 0,1-1 0,-1 1 0,0-1 0,0 1 0,0 0 0,0-1 0,0 1 0,0-1 0,0 1 0,0 0 0,-1-1 0,1 1 0,0 0 0,-1-1 0,1 1 0,-1 0 0,-1-2 0,0-1 0,-1 0 0,1 1 0,-1-1 0,0 1 0,0 0 0,0 0 0,-1 0 0,1 0 0,-1 1 0,-6-4 0,1 1-84,-1 1-1,-18-4 1,16 4-1028,-6-1-5714</inkml:trace>
</inkml:ink>
</file>

<file path=ppt/ink/ink2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7:11.4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4 24575,'-4'-3'0,"-3"2"0,3 4 0,2 3 0,2 4 0,3 2 0,1 1 0,-1 2 0,3 0 0,-1 0 0,2 0 0,0 0 0,-2 0 0,1-3 0,0 0 0,-2-1 0,-1 1 0,-1-2-8191</inkml:trace>
</inkml:ink>
</file>

<file path=ppt/ink/ink2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7:12.4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24575,'27'24'0,"0"1"0,-2 1 0,0 0 0,-2 2 0,-2 1 0,24 40 0,-32-45 0,-1 0 0,-1 1 0,-1 0 0,-2 1 0,0 0 0,-2 1 0,0-1 0,3 55 0,-9-69 0,0-1 0,0 1 0,-1 0 0,-1-1 0,0 1 0,0-1 0,-7 18 0,7-23 0,0-1 0,-1 0 0,0 0 0,0 0 0,0 0 0,-1-1 0,1 1 0,-1-1 0,0 0 0,0 0 0,-1 0 0,1-1 0,-1 0 0,0 1 0,0-2 0,0 1 0,-9 3 0,6-3-341,0-1 0,0 0-1,-8 1 1,-2-1-6485</inkml:trace>
</inkml:ink>
</file>

<file path=ppt/ink/ink2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7:13.9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478 197 24575,'0'-1'0,"-1"-1"0,1 1 0,-1 0 0,0-1 0,1 1 0,-1 0 0,0-1 0,0 1 0,1 0 0,-1 0 0,0 0 0,0 0 0,0 0 0,-1 0 0,1 0 0,0 0 0,0 0 0,-3-1 0,-25-13 0,9 7 0,-1 1 0,-34-6 0,34 8 0,0 0 0,1-1 0,-20-9 0,-162-71 0,173 73 0,48 24 0,24 17 0,-4-2 0,0-2 0,-20-14 0,-1 1 0,0 2 0,32 27 0,-48-38 0,0 0 0,0 0 0,0 1 0,-1-1 0,1 0 0,-1 1 0,1-1 0,-1 1 0,0 0 0,0-1 0,0 1 0,-1 0 0,1 0 0,-1-1 0,1 1 0,-1 0 0,0 0 0,0 0 0,0 0 0,-1-1 0,1 1 0,-2 6 0,1-6 0,-1 1 0,1-1 0,-1 1 0,0-1 0,1 0 0,-1 0 0,-1 0 0,1 0 0,0 0 0,-1 0 0,0 0 0,0-1 0,1 0 0,-2 1 0,1-1 0,-6 3 0,-6 1-341,-1 0 0,0-2-1,-30 6 1,29-7-6485</inkml:trace>
</inkml:ink>
</file>

<file path=ppt/ink/ink2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7:14.7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0 24575,'-4'8'0,"0"-1"0,1 1 0,0 0 0,1 0 0,0 0 0,0 1 0,0-1 0,1 0 0,0 16 0,2-18 0,-1-1 0,1 1 0,1-1 0,-1 0 0,1 1 0,-1-1 0,2 0 0,-1 0 0,0 0 0,1 0 0,0 0 0,0-1 0,1 1 0,-1-1 0,8 8 0,-6-8 0,0 0 0,1-1 0,-1 1 0,1-1 0,-1 0 0,1 0 0,0-1 0,0 1 0,0-1 0,1-1 0,-1 1 0,0-1 0,1 0 0,-1-1 0,1 1 0,-1-1 0,1 0 0,-1-1 0,1 0 0,-1 0 0,8-2 0,-11 2 0,-1 0 0,1 0 0,-1-1 0,0 1 0,1 0 0,-1-1 0,0 1 0,0-1 0,0 0 0,0 0 0,0 0 0,-1 0 0,1 0 0,0 0 0,-1 0 0,0 0 0,1-1 0,-1 1 0,0 0 0,0-1 0,0 1 0,0-6 0,6-10 0,-6 16 0,1 1 0,-1-1 0,0 1 0,0-1 0,0 1 0,1-1 0,-1 1 0,1 0 0,-1 0 0,1 0 0,-1 0 0,1 0 0,0 0 0,0 0 0,-1 0 0,1 1 0,0-1 0,0 1 0,0-1 0,0 1 0,0 0 0,2 0 0,7-1 0,0 1 0,19 1 0,-12 1 0,-12-2 0,1 0 0,0 0 0,0 0 0,0-1 0,0 0 0,13-4 0,-18 4 0,0 1 0,0-1 0,-1 0 0,1 0 0,0 0 0,-1 0 0,1-1 0,-1 1 0,1 0 0,-1-1 0,0 1 0,0-1 0,1 1 0,-1-1 0,0 1 0,0-1 0,-1 0 0,1 0 0,0 0 0,0 1 0,-1-1 0,1 0 0,-1 0 0,0 0 0,0 0 0,1 0 0,-1 0 0,0 0 0,-1-2 0,1 0-80,-1 0 0,0 0-1,0 0 1,-1 0 0,1 1-1,-1-1 1,1 0 0,-1 1-1,0-1 1,-1 1 0,1 0 0,0 0-1,-1 0 1,0 0 0,0 0-1,-5-4 1,-1 1-6746</inkml:trace>
</inkml:ink>
</file>

<file path=ppt/ink/ink2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7:15.1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24575,'0'10'0,"3"5"0,0 3 0,3 1 0,-1 2 0,3 0 0,1-1 0,2-2 0,-1 1 0,1 0 0,-2-1 0,0-1 0,-2-1 0,-1 0 0,-3-2 0,-1-2-8191</inkml:trace>
</inkml:ink>
</file>

<file path=ppt/ink/ink2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7:23.6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16 24575,'-1'0'0,"1"0"0,0 0 0,0 1 0,0-1 0,-1 0 0,1 0 0,0 0 0,0 0 0,0 0 0,-1 0 0,1 0 0,0 0 0,0 0 0,0 0 0,-1 0 0,1 0 0,0 0 0,0 0 0,0-1 0,-1 1 0,1 0 0,0 0 0,0 0 0,0 0 0,0 0 0,-1 0 0,1 0 0,0-1 0,0 1 0,0 0 0,0 0 0,0 0 0,-1 0 0,1 0 0,0-1 0,0 1 0,0 0 0,0 0 0,0 0 0,0-1 0,0 1 0,0 0 0,0 0 0,0 0 0,0-1 0,0 1 0,-1 2 0,0 0 0,0 0 0,0 1 0,0-1 0,0 0 0,1 1 0,-1-1 0,1 0 0,0 1 0,0-1 0,0 1 0,0-1 0,0 0 0,0 1 0,1-1 0,-1 0 0,1 1 0,1 3 0,-2-6 0,0 0 0,1 0 0,-1 0 0,0 0 0,0 1 0,0-1 0,0 0 0,1 0 0,-1 0 0,0 0 0,0 0 0,0 0 0,0 0 0,0 0 0,1 0 0,-1 0 0,0 0 0,0-1 0,0 1 0,0 0 0,1 0 0,-1 0 0,0 0 0,0 0 0,0 0 0,0 0 0,0 0 0,0 0 0,1 0 0,-1 0 0,0-1 0,0 1 0,0 0 0,0 0 0,0 0 0,0 0 0,0 0 0,0-1 0,0 1 0,0 0 0,0 0 0,1 0 0,-1 0 0,0 0 0,0-1 0,4-8 0,-4 8 0,2-2 0,-1 0 0,0 1 0,0-1 0,0 0 0,0 0 0,-1 0 0,1 0 0,-1 0 0,0 0 0,1 0 0,-1 0 0,-1 0 0,0-5 0,1 8 0,0 0 0,0 0 0,0 0 0,0 0 0,0 0 0,-1 0 0,1 0 0,0 0 0,0 0 0,0 0 0,0 0 0,-1 0 0,1 0 0,0 0 0,0 0 0,0 0 0,-1 0 0,1 0 0,0 0 0,0 0 0,0 0 0,0 0 0,-1 0 0,1 0 0,0 1 0,0-1 0,0 0 0,0 0 0,0 0 0,0 0 0,-1 0 0,1 0 0,0 0 0,0 1 0,0-1 0,0 0 0,0 0 0,0 0 0,0 0 0,0 1 0,0-1 0,-1 0 0,1 0 0,0 0 0,0 0 0,0 1 0,0-1 0,-5 9 0,2-1 0,1 1 0,0-1 0,0 0 0,1 1 0,0 0 0,1-1 0,0 1 0,0-1 0,0 1 0,1 0 0,1-1 0,-1 1 0,2-1 0,-1 0 0,6 13 0,10 30-1365,-14-42-5461</inkml:trace>
</inkml:ink>
</file>

<file path=ppt/ink/ink2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7:26.5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42 24575,'4'0'0,"0"0"0,1 0 0,-1 0 0,1 0 0,-1-1 0,6-1 0,-10 2 0,1 0 0,0 0 0,-1-1 0,1 1 0,-1 0 0,1 0 0,-1-1 0,1 1 0,0-1 0,-1 1 0,1 0 0,-1-1 0,0 1 0,1-1 0,-1 1 0,1-1 0,-1 1 0,0-1 0,1 1 0,-1-1 0,0 0 0,1 1 0,-1-1 0,0 1 0,0-1 0,0 0 0,0 1 0,0-1 0,1 0 0,-1 1 0,0-1 0,0 0 0,-1 1 0,1-1 0,0 1 0,0-1 0,0 0 0,0 1 0,0-1 0,-1 0 0,1 1 0,0-1 0,-1 0 0,0 0 0,1 0 0,0 0 0,-1 0 0,1 0 0,-1 0 0,1 0 0,-1 1 0,1-1 0,-1 0 0,0 0 0,0 0 0,1 1 0,-1-1 0,0 0 0,0 1 0,0-1 0,-1 0 0,2 1 0,-1 0 0,0 0 0,1 0 0,-1 0 0,1 0 0,-1 0 0,0 0 0,1 0 0,-1 0 0,1 0 0,-1 0 0,0 1 0,1-1 0,-1 0 0,1 0 0,-1 1 0,1-1 0,-1 0 0,1 1 0,-1-1 0,0 1 0,-1 1 0,0 1 0,1-1 0,-1 0 0,0 1 0,1-1 0,0 1 0,-1-1 0,1 1 0,0 0 0,0-1 0,0 4 0,-2 13-10,2-1 0,0 0 0,2 26 0,0-9-1315,0-22-5501</inkml:trace>
</inkml:ink>
</file>

<file path=ppt/ink/ink2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7:27.1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211 0 24575,'-27'0'0,"-9"3"0,-1 0 0,4 0 0,4 0 0,8 1 0,5 0 0,5 2 0</inkml:trace>
</inkml:ink>
</file>

<file path=ppt/ink/ink2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7:27.5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1 24575,'-1'0'0,"-1"0"0,1 0 0,0 0 0,-1 0 0,1 0 0,0 0 0,-1 0 0,1 0 0,0 1 0,-1-1 0,1 0 0,0 1 0,0-1 0,-1 1 0,1 0 0,0-1 0,0 1 0,0 0 0,0 0 0,0 0 0,0 0 0,0 0 0,0 0 0,0 0 0,0 0 0,1 0 0,-1 0 0,0 0 0,1 0 0,-1 1 0,1-1 0,-1 0 0,1 0 0,-1 1 0,1-1 0,0 0 0,0 1 0,0-1 0,0 0 0,0 1 0,0-1 0,0 3 0,1 2 0,1 0 0,-1 0 0,1 0 0,0-1 0,0 1 0,1 0 0,-1-1 0,6 7 0,43 58 0,-50-69-62,0 0 0,0 0 0,0 0 0,0 0 0,-1 0 0,1 0 0,0 0 0,-1 1 0,1-1 0,-1 0 0,1 1 0,-1-1-1,0 0 1,1 0 0,-1 1 0,0-1 0,0 0 0,0 1 0,0-1 0,0 1 0,0 1 0</inkml:trace>
</inkml:ink>
</file>

<file path=ppt/ink/ink2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7:27.8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24575,'2'10'0,"2"5"0,1 4 0,1-1 0,1 1 0,0-2 0,1 0 0,2-1 0,-2-1 0,2-3 0,0-1 0,2 0 0,1-1 0,-2-4-8191</inkml:trace>
</inkml:ink>
</file>

<file path=ppt/ink/ink2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7:28.0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329 42 24575,'-27'-5'0,"-11"-4"0,-2 0 0,3 1 0,6 1 0,4 3 0,3 5 0,1 1 0,-1 1 0,2-1 0,2 3 0,4 0-8191</inkml:trace>
</inkml:ink>
</file>

<file path=ppt/ink/ink2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7:47.2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2 24575,'-11'30'0,"10"-23"0,0 0 0,0 0 0,1 0 0,0-1 0,0 1 0,0 0 0,1 0 0,0-1 0,1 1 0,0 0 0,4 12 0,-2-12 0,0 1 0,1-1 0,-1 0 0,2 0 0,-1 0 0,0-1 0,1 0 0,1 0 0,7 7 0,-7-8 0,0 0 0,0-1 0,1 0 0,-1 0 0,1 0 0,9 2 0,-14-5 0,0 0 0,0 0 0,1 0 0,-1-1 0,0 1 0,0-1 0,0 0 0,0 0 0,1 0 0,-1 0 0,0-1 0,0 1 0,0-1 0,0 0 0,0 0 0,0 0 0,0 0 0,0 0 0,4-3 0,-5 2 0,-1 1 0,0 0 0,0-1 0,0 1 0,0-1 0,0 1 0,0-1 0,0 1 0,-1-1 0,1 0 0,0 1 0,-1-1 0,0 0 0,1 0 0,-1 0 0,0 1 0,0-1 0,0 0 0,0 0 0,0 0 0,0 1 0,-1-1 0,0-3 0,9 13 0,0 0 0,0 0 0,16 10 0,-17-13 0,2 0 0,-1-1 0,0 0 0,1 0 0,13 3 0,-19-6 0,1 0 0,0 0 0,-1 0 0,1-1 0,0 1 0,0-1 0,0 0 0,-1 0 0,1 0 0,0-1 0,0 1 0,0-1 0,-1 0 0,1 0 0,6-3 0,-8 2 0,0 1 0,-1-1 0,1 0 0,0 0 0,-1 0 0,0 0 0,1 0 0,-1 0 0,0 0 0,0 0 0,0 0 0,0-1 0,0 1 0,-1 0 0,1-1 0,-1 1 0,0 0 0,1-1 0,-1 1 0,-1-5 0,1-3 0,-1 0 0,0 0 0,-5-16 0,2 13 0,-1 1 0,-1 1 0,0-1 0,0 1 0,-1 0 0,-1 0 0,0 0 0,-14-13 0,19 21-136,0 0-1,0 0 1,0 1-1,0-1 1,0 1-1,-1 0 1,1 0-1,-1 0 0,-6-2 1,-2 0-6690</inkml:trace>
</inkml:ink>
</file>

<file path=ppt/ink/ink2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7:47.9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94 24575,'1'16'0,"-1"-1"0,2 1 0,0-1 0,6 20 0,-16-56 0,4 13 0,1 0 0,0-1 0,-3-11 0,5 13 0,0 0 0,0 1 0,1-1 0,0 0 0,1-10 0,-1 16 0,0 0 0,0 0 0,0 0 0,0 0 0,1 0 0,-1 0 0,0 1 0,1-1 0,-1 0 0,0 0 0,1 0 0,-1 0 0,1 0 0,0 0 0,-1 1 0,1-1 0,0 0 0,-1 0 0,1 1 0,0-1 0,0 0 0,0 1 0,-1-1 0,1 1 0,0-1 0,0 1 0,0 0 0,0-1 0,0 1 0,0 0 0,0 0 0,0-1 0,0 1 0,0 0 0,0 0 0,0 0 0,0 0 0,0 0 0,0 1 0,0-1 0,0 0 0,0 0 0,0 1 0,0-1 0,1 1 0,5 3 0,0-1 0,0 2 0,-1-1 0,1 1 0,-1 0 0,0 0 0,-1 0 0,0 1 0,6 7 0,18 18 0,-9-15 0,0-1 0,1-1 0,27 15 0,-47-29 0,0 1 0,0-1 0,0 1 0,0-1 0,0 1 0,0-1 0,0 0 0,0 1 0,0-1 0,0 0 0,0 0 0,0 0 0,1 0 0,-1 0 0,0 0 0,0 0 0,0 0 0,0 0 0,2-1 0,-2 0 0,0 1 0,0-1 0,0 1 0,-1-1 0,1 0 0,0 0 0,-1 1 0,1-1 0,0 0 0,-1 0 0,1 0 0,-1 0 0,1 0 0,-1 0 0,0 0 0,1 0 0,-1-1 0,1-6 0,0 0 0,0 0 0,-1 0 0,-1-12 0,0 10 0,2-20-95,-1 15 202,-1-24 0,0 36-230,1-1-1,-1 0 0,0 1 1,0-1-1,0 0 0,0 1 0,-1 0 1,1-1-1,-1 1 0,0 0 1,-3-5-1,-4-1-6702</inkml:trace>
</inkml:ink>
</file>

<file path=ppt/ink/ink2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7:48.9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218 16 24575,'-17'-3'0,"-9"0"0,-1 0 0,0 0 0,4 1 0,2 1 0,2 1 0,3-1 0,1 1 0,1 1 0,2-1-8191</inkml:trace>
</inkml:ink>
</file>

<file path=ppt/ink/ink2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7:49.5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5 118 24575,'0'0'0,"0"0"0,0 0 0,0 0 0,0 0 0,0 0 0,0-1 0,0 1 0,0 0 0,0 0 0,0 0 0,0 0 0,-1 0 0,1 0 0,0 0 0,0-1 0,0 1 0,0 0 0,0 0 0,0 0 0,-1 0 0,1 0 0,0 0 0,0 0 0,0 0 0,0 0 0,0 0 0,-1 0 0,1 0 0,0 0 0,0 0 0,0 0 0,0 0 0,0 0 0,-1 0 0,1 0 0,0 0 0,0 0 0,0 0 0,0 0 0,-1 0 0,2 7 0,6 10 0,2-4 0,0 0 0,1 0 0,0-1 0,1-1 0,0 0 0,1 0 0,0-1 0,1-1 0,0 0 0,1-1 0,19 10 0,-32-17 0,0-1 0,1 1 0,-1 0 0,0-1 0,1 1 0,-1-1 0,1 0 0,-1 1 0,1-1 0,-1 0 0,0 0 0,1 0 0,-1 0 0,1 0 0,-1 0 0,1 0 0,-1 0 0,1-1 0,-1 1 0,0-1 0,1 1 0,1-2 0,-2 1 0,0 0 0,0-1 0,0 1 0,0-1 0,0 1 0,0-1 0,0 1 0,-1-1 0,1 1 0,-1-1 0,1 0 0,-1 1 0,1-1 0,-1 0 0,0 1 0,0-1 0,0 0 0,0 1 0,-1-3 0,1-5 0,-1 1 0,-1 0 0,0 0 0,0 0 0,-5-10 0,-3-14 0,10 32 0,0 0 0,0-1 0,-1 1 0,1-1 0,0 1 0,0-1 0,0 1 0,0 0 0,0-1 0,0 1 0,0-1 0,0 1 0,0-1 0,0 1 0,0 0 0,0-1 0,0 1 0,0-1 0,0 1 0,1-1 0,-1 1 0,0 0 0,0-1 0,0 1 0,1-1 0,-1 1 0,0 0 0,0-1 0,1 1 0,-1 0 0,0 0 0,1-1 0,-1 1 0,0 0 0,1-1 0,1 1 0,-1 0 0,0 0 0,1 0 0,-1 0 0,0 0 0,1 0 0,-1 0 0,0 0 0,1 1 0,-1-1 0,2 1 0,34 17 0,-36-18 0,25 15 0,52 28 0,-66-37 0,0-1 0,1 0 0,-1-1 0,22 4 0,-32-7 0,0-1 0,0 0 0,1 0 0,-1 1 0,0-1 0,1 0 0,-1-1 0,0 1 0,0 0 0,1-1 0,-1 1 0,0-1 0,0 0 0,0 0 0,3-1 0,-4 1 0,0 0 0,1 0 0,-1-1 0,0 1 0,0-1 0,0 1 0,0-1 0,0 1 0,0-1 0,0 1 0,-1-1 0,1 0 0,-1 0 0,1 1 0,-1-1 0,1 0 0,-1 0 0,0 1 0,0-5 0,0-2 7,0 0 0,-1 0-1,0 0 1,-1 0 0,0 0-1,0 0 1,0 0-1,-1 0 1,0 0 0,-1 1-1,0 0 1,0-1 0,0 2-1,-1-1 1,0 0 0,0 1-1,-10-9 1,8 9-106,0-1 0,-1 1 0,0 0 0,0 1 0,0 0 0,-1 1 0,1-1 0,-1 2 0,0-1 0,-1 1 0,1 0 0,0 1 0,-1 0 0,-14 0 0,10 2-6727</inkml:trace>
</inkml:ink>
</file>

<file path=ppt/ink/ink2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7:50.1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68 142 24575,'-11'30'0,"10"-23"0,0-1 0,1 0 0,0 0 0,0 9 0,0-13 0,1 0 0,-1 0 0,0 0 0,1 1 0,-1-1 0,1 0 0,0 0 0,0 0 0,0 0 0,0 0 0,0 0 0,0 0 0,0 0 0,1-1 0,1 3 0,-1-4 0,-2-5 0,-2-5 0,-7-7 0,-11-18 0,13 24 0,0 0 0,1-1 0,0 0 0,-7-23 0,13 34 0,-1 0 0,1 0 0,0 1 0,0-1 0,0 0 0,-1 0 0,1 0 0,0 0 0,0 0 0,1 0 0,-1 0 0,0 0 0,0 0 0,0 0 0,1 0 0,-1 1 0,0-1 0,1-1 0,0 1 0,-1 1 0,1-1 0,-1 1 0,1-1 0,-1 1 0,1 0 0,0-1 0,-1 1 0,1 0 0,0 0 0,-1-1 0,1 1 0,-1 0 0,1 0 0,0 0 0,-1 0 0,1 0 0,0 0 0,1 0 0,1 0 0,1 1 0,0 0 0,-1 0 0,1 0 0,-1 0 0,1 1 0,5 3 0,21 13 0,16 10 0,98 43 0,-140-69 0,0-1 0,0 0 0,-1 0 0,1 0 0,0 0 0,0-1 0,6 1 0,-9-1 0,0 0 0,-1 0 0,1-1 0,0 1 0,0 0 0,0 0 0,0 0 0,-1-1 0,1 1 0,0 0 0,0-1 0,-1 1 0,1-1 0,0 1 0,0-1 0,-1 1 0,1-1 0,-1 0 0,1 1 0,-1-1 0,1 0 0,-1 1 0,1-1 0,-1 0 0,1 1 0,-1-1 0,0 0 0,1 0 0,-1 0 0,0 0 0,0 1 0,0-1 0,1 0 0,-1 0 0,0 0 0,0 0 0,0 0 0,-1 1 0,1-1 0,0-1 0,-1-8 15,-1 0 0,0 0 0,-1 0 0,0 0 0,-1 1 0,0-1 0,-7-12 0,-2 0-758,-28-36 1,28 42-6084</inkml:trace>
</inkml:ink>
</file>

<file path=ppt/ink/ink2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8:01.6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24575,'3'7'0,"1"1"0,0-2 0,1 1 0,6 8 0,-1-1 0,60 75 0,-3-6 0,-35-41 0,54 51 0,-73-80 0,5 7 0,-12-12 0,1-1 0,0 0 0,0 0 0,9 6 0,-7-10 0,-8-8 0,-7-10 0,-12-7-1365,10 12-5461</inkml:trace>
</inkml:ink>
</file>

<file path=ppt/ink/ink2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8:02.1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257 16 24575,'0'-1'0,"-1"0"0,1 0 0,-1 0 0,1 0 0,-1 0 0,0 0 0,1 0 0,-1 1 0,0-1 0,0 0 0,0 1 0,1-1 0,-1 0 0,0 1 0,0-1 0,0 1 0,0-1 0,0 1 0,0 0 0,0-1 0,0 1 0,0 0 0,0 0 0,0 0 0,-3 0 0,3 0 0,-1 1 0,1 0 0,-1 0 0,1 0 0,-1-1 0,1 2 0,-1-1 0,1 0 0,0 0 0,0 0 0,0 0 0,-1 1 0,1-1 0,0 1 0,1-1 0,-2 2 0,-12 23 0,-13 33 0,2-4 0,17-36 0,-13 42 0,15-40 0,-16 36 0,18-48 30,-1 0 0,0-1 0,-12 15 0,14-20-165,0 1 0,0-1 0,-1 0 0,0 0 0,1 0 0,-1 0 0,0-1 0,0 0 0,0 0 0,-5 2 0,-3 0-6691</inkml:trace>
</inkml:ink>
</file>

<file path=ppt/ink/ink2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8:02.7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27 24575,'1'-2'0,"0"0"0,0 0 0,1 1 0,-1-1 0,1 0 0,-1 1 0,1-1 0,-1 1 0,1-1 0,0 1 0,0 0 0,0 0 0,0 0 0,0 0 0,0 0 0,0 0 0,0 1 0,0-1 0,0 0 0,0 1 0,0 0 0,1 0 0,-1-1 0,0 1 0,3 1 0,-3-1 0,1 0 0,0 0 0,0 1 0,0 0 0,-1-1 0,1 1 0,0 0 0,-1 0 0,1 1 0,-1-1 0,1 0 0,-1 1 0,1-1 0,-1 1 0,0 0 0,0 0 0,0 0 0,4 4 0,-4-2 0,-1-1 0,1 0 0,0 0 0,-1 1 0,0-1 0,1 1 0,-1-1 0,-1 1 0,1-1 0,0 1 0,-1 0 0,0-1 0,0 1 0,0 0 0,0-1 0,-1 1 0,0 4 0,-2 2 0,-1 1 0,0-1 0,-1 1 0,-7 11 0,5-9 0,-8 22 0,14-34 0,0 1 0,1 0 0,-1 0 0,1-1 0,-1 1 0,1 0 0,0 0 0,0 0 0,-1 0 0,1-1 0,1 1 0,-1 0 0,0 0 0,0 0 0,1-1 0,-1 1 0,1 0 0,-1 0 0,2 2 0,0-3 0,-1 1 0,0-1 0,1 0 0,-1 0 0,1 0 0,-1 0 0,1 0 0,0 0 0,-1 0 0,1 0 0,0-1 0,0 1 0,0 0 0,-1-1 0,1 0 0,0 1 0,0-1 0,3 0 0,25 1 0,48-3 0,-62 0 0,-1 0 0,0-1 0,0-1 0,28-10 0,-41 13-124,-1 1 0,0-1 0,1 0 0,-1 0 0,1 0 0,-1 0-1,0 0 1,0 0 0,0 0 0,2-3 0</inkml:trace>
</inkml:ink>
</file>

<file path=ppt/ink/ink2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8:03.3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116 24 24575,'0'-2'0,"0"0"0,0 1 0,0-1 0,-1 1 0,1-1 0,0 1 0,-1-1 0,1 1 0,0-1 0,-1 1 0,-1-3 0,2 4 0,0 0 0,0 0 0,0-1 0,-1 1 0,1 0 0,0 0 0,0 0 0,0 0 0,-1 0 0,1 0 0,0-1 0,0 1 0,0 0 0,-1 0 0,1 0 0,0 0 0,0 0 0,0 0 0,-1 0 0,1 0 0,0 0 0,0 0 0,-1 0 0,1 0 0,0 0 0,0 0 0,0 0 0,-1 0 0,-7 8 0,-2 7 0,1 0 0,1 1 0,-8 21 0,-14 52 0,30-87 0,-6 17 0,1 0 0,1 0 0,1 0 0,0 0 0,1 1 0,2 23 0,1-33 0,0 1 0,0-1 0,1 0 0,1 0 0,-1 0 0,2 0 0,-1-1 0,2 1 0,-1-1 0,1 0 0,0 0 0,1 0 0,9 10 0,-4-6 60,24 20 0,-31-30-195,-1 0 0,2 0 0,-1 0 0,0-1 0,0 1 0,1-1 0,-1 0 0,1-1 0,0 1 0,9 1 0,-3-2-6691</inkml:trace>
</inkml:ink>
</file>

<file path=ppt/ink/ink2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8:03.9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1 161 24575,'33'-15'0,"56"-17"0,-51 20 0,-32 10 0,-1 0 0,0 0 0,0 0 0,0-1 0,0 0 0,6-5 0,-10 8 0,0-1 0,0 0 0,-1 1 0,1-1 0,0 0 0,-1 0 0,1 1 0,-1-1 0,1 0 0,-1 0 0,1 0 0,-1 0 0,1 0 0,-1 0 0,0 0 0,0 0 0,1 0 0,-1 1 0,0-1 0,0 0 0,0 0 0,0 0 0,0 0 0,0 0 0,0 0 0,-1 0 0,1 0 0,0 0 0,0 0 0,-1 0 0,1 0 0,-1 0 0,1 0 0,-1 0 0,1 0 0,-1 1 0,1-1 0,-1 0 0,0 0 0,1 1 0,-1-1 0,-1-1 0,-4-2 0,0-1 0,0 1 0,0 0 0,0 0 0,-1 1 0,1 0 0,-1 0 0,0 1 0,0-1 0,0 1 0,0 1 0,0-1 0,-1 1 0,1 1 0,0-1 0,-1 1 0,1 1 0,-13 1 0,17-1 0,1 0 0,0-1 0,-1 1 0,1 0 0,0 0 0,0 1 0,0-1 0,0 0 0,0 1 0,0-1 0,0 1 0,0 0 0,1 0 0,-1-1 0,0 1 0,-1 3 0,1-1 0,1-1 0,-1 1 0,1 0 0,0-1 0,-1 1 0,2 0 0,-1 0 0,0 0 0,1 6 0,0-3 0,0 1 0,0 0 0,1-1 0,1 1 0,-1-1 0,1 1 0,0-1 0,1 0 0,0 0 0,3 7 0,4 3 0,0-2 0,1 1 0,13 14 0,-16-23 0,-1 1 0,1-1 0,0-1 0,1 0 0,-1 0 0,1 0 0,11 4 0,-9-5 0,1 0 0,0-1 0,0 0 0,25 4 0,-33-7 0,1-1 0,-1 0 0,0 0 0,1 0 0,-1-1 0,0 1 0,0-1 0,5-1 0,-6 1 0,-1 0 0,0 0 0,0 0 0,1 0 0,-1-1 0,0 1 0,0-1 0,0 1 0,-1-1 0,1 0 0,0 0 0,-1 1 0,1-1 0,-1 0 0,2-3 0,-2 3-114,0 0 1,0 0-1,0 0 0,-1 0 0,1 0 1,-1 0-1,1 0 0,-1 0 0,0 0 1,0-1-1,0-1 0,-1-9-6712</inkml:trace>
</inkml:ink>
</file>

<file path=ppt/ink/ink2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8:04.5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0 24575,'-1'6'0,"-1"0"0,1 0 0,1 0 0,-1 0 0,1 0 0,0 0 0,1 0 0,0 7 0,3 6 0,6 21 0,-3-16 0,2 0 0,0-1 0,19 31 0,43 60 0,-48-81 0,-23-32 0,1-1 0,-1 1 0,1 0 0,-1-1 0,0 1 0,1 0 0,-1-1 0,0 1 0,1 0 0,-1-1 0,0 1 0,0 0 0,0 0 0,0-1 0,1 2 0,-2-2 0,1 1 0,0-1 0,0 0 0,0 0 0,-1 0 0,1 0 0,0 0 0,0 0 0,-1 0 0,1 0 0,0 0 0,0 0 0,-1 1 0,1-1 0,0 0 0,0 0 0,-1-1 0,1 1 0,0 0 0,0 0 0,-1 0 0,1 0 0,0 0 0,0 0 0,0 0 0,-1 0 0,1 0 0,0 0 0,0-1 0,-22-12 0,6 1 0,2 1 0,-16-15 0,28 24 0,-1-1 0,0 0 0,0-1 0,1 1 0,0 0 0,0-1 0,0 1 0,0-1 0,0 0 0,-2-7 0,4 9-151,0 0-1,0 0 0,0 1 0,0-1 1,0 0-1,0 0 0,0 1 1,1-4-1,2-3-6674</inkml:trace>
</inkml:ink>
</file>

<file path=ppt/ink/ink2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8:04.8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29 24575,'0'-10'0,"0"0"0,0 3 0,2 6 0,1 5 0,1 5 0,-2 0-8191</inkml:trace>
</inkml:ink>
</file>

<file path=ppt/ink/ink2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8:05.4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80 24575,'0'0'0,"-1"0"0,1 0 0,-1 0 0,1 0 0,-1 0 0,1 1 0,-1-1 0,1 0 0,-1 1 0,1-1 0,0 0 0,-1 1 0,1-1 0,-1 0 0,1 1 0,0-1 0,0 1 0,-1-1 0,1 0 0,0 1 0,-1-1 0,1 1 0,0-1 0,0 1 0,0-1 0,0 1 0,0-1 0,-1 1 0,1-1 0,0 1 0,0-1 0,0 1 0,0-1 0,0 1 0,1 0 0,-1-1 0,0 1 0,0-1 0,0 1 0,7 22 0,-4-18 0,1-1 0,-1 1 0,1 0 0,0-1 0,1 0 0,-1 0 0,1 0 0,0-1 0,0 1 0,0-1 0,0 0 0,0 0 0,1-1 0,7 3 0,2-1 0,0 0 0,0 0 0,0-2 0,22 2 0,-34-3 0,0-1 0,0 0 0,0 0 0,0 0 0,0-1 0,0 1 0,0-1 0,0 0 0,0 1 0,0-1 0,-1 0 0,1-1 0,0 1 0,4-3 0,-6 3 0,0-1 0,1 1 0,-1-1 0,0 1 0,0-1 0,0 1 0,0-1 0,0 0 0,0 1 0,-1-1 0,1 0 0,-1 0 0,1 0 0,-1 1 0,1-1 0,-1 0 0,0 0 0,0 0 0,0 0 0,0 0 0,0 0 0,-1 0 0,1 1 0,-1-3 0,-1-5 0,-1 1 0,-1-1 0,1 1 0,-1 0 0,-1 0 0,1 0 0,-1 1 0,-1 0 0,-8-10 0,29 28 0,32 19 0,-34-24 0,0 0 0,0-1 0,0-1 0,0 0 0,1-1 0,0-1 0,-1 0 0,1 0 0,0-2 0,0 0 0,14-1 0,-25 0 0,0 1 0,0 0 0,-1-1 0,1 0 0,0 0 0,-1 0 0,1 0 0,0 0 0,-1 0 0,0-1 0,1 1 0,-1-1 0,0 0 0,0 0 0,1 1 0,-1-1 0,-1-1 0,1 1 0,0 0 0,2-4 0,-3 4 0,0-1 0,0 1 0,0 0 0,-1 0 0,1-1 0,-1 1 0,1 0 0,-1-1 0,0 1 0,0 0 0,0-1 0,0 1 0,0-1 0,-1 1 0,1 0 0,-1-1 0,1 1 0,-1 0 0,0 0 0,0 0 0,0-1 0,0 1 0,0 0 0,-3-3 0,-16-18-1365,10 15-5461</inkml:trace>
</inkml:ink>
</file>

<file path=ppt/ink/ink2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8:09.1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 24575,'0'-1'0,"1"0"0,-1 1 0,0-1 0,1 0 0,-1 1 0,1-1 0,-1 0 0,1 1 0,-1-1 0,1 1 0,-1-1 0,1 1 0,-1-1 0,1 1 0,0-1 0,-1 1 0,1 0 0,0-1 0,-1 1 0,1 0 0,0 0 0,0-1 0,-1 1 0,1 0 0,0 0 0,0 0 0,1 0 0,22-2 0,-23 2 0,0 0 0,1 0 0,-1 0 0,0 0 0,0 0 0,1 0 0,-1 0 0,0 1 0,1-1 0,-1 0 0,0 1 0,0-1 0,0 1 0,1 0 0,-1-1 0,0 1 0,0 0 0,0-1 0,0 1 0,0 0 0,0 0 0,0 0 0,-1 0 0,2 1 0,-2 0 0,0-1 0,1 0 0,-1 1 0,0-1 0,0 0 0,-1 1 0,1-1 0,0 0 0,0 1 0,-1-1 0,1 0 0,0 1 0,-1-1 0,1 0 0,-1 0 0,0 0 0,1 1 0,-1-1 0,0 0 0,0 0 0,0 0 0,0 0 0,-1 1 0,-1 1 0,-4 5 0,0 0 0,1 0 0,-9 15 0,14-21 0,0 0 0,0-1 0,0 1 0,0 0 0,0 0 0,1-1 0,-1 1 0,1 0 0,-1 0 0,1 0 0,0 0 0,0 0 0,0 0 0,0-1 0,0 1 0,0 0 0,0 0 0,1 0 0,-1 0 0,1 0 0,-1-1 0,1 1 0,0 0 0,0 0 0,0-1 0,0 1 0,2 2 0,-1-2 0,-1-1 0,1 0 0,0 1 0,0-1 0,0 0 0,0 0 0,0 0 0,0 0 0,1 0 0,-1-1 0,0 1 0,0-1 0,1 1 0,2-1 0,37-1 0,-27 1 0,-3-1-341,-1 0 0,1-1-1,17-5 1,-19 5-6485</inkml:trace>
</inkml:ink>
</file>

<file path=ppt/ink/ink2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8:10.3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24575,'6'7'0,"3"8"0,41 78 0,-16-30 0,-16-30 0,87 184 0,-94-188 0,-1 1 0,-1 0 0,-1 1 0,-2 0 0,4 51 0,-9-65 0,-1 1 0,-1-1 0,0 1 0,-1-1 0,-1 1 0,-6 21 0,6-32 0,1 1 0,-2-1 0,1 0 0,-1 0 0,0 0 0,0-1 0,-1 1 0,0-1 0,0 0 0,0 0 0,-1-1 0,0 1 0,0-1 0,0-1 0,-1 1 0,-8 4 0,-70 29-1365,72-32-5461</inkml:trace>
</inkml:ink>
</file>

<file path=ppt/ink/ink2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8:12.3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258 0 24575,'-9'0'0,"-7"0"0,-5 0 0,-1 0 0,1 0 0,1 0 0,1 0 0,2 0 0,2 0 0,0 0 0,1 3 0,-1 0 0,1 0 0,0 0 0,0-2 0,2 1-8191</inkml:trace>
</inkml:ink>
</file>

<file path=ppt/ink/ink2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8:12.5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390 46 24575,'-29'-7'0,"-13"-3"0,-3 1 0,0 1 0,6 3 0,5 1 0,5 3 0,5 0 0,2 1 0,3 0 0,1 1 0,2 1 0,1 2 0,3-1-8191</inkml:trace>
</inkml:ink>
</file>

<file path=ppt/ink/ink2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8:13.6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15 171 24575,'0'0'0,"0"0"0,0 0 0,0-1 0,0 1 0,0 0 0,0 0 0,0 0 0,0 0 0,0 0 0,0-1 0,0 1 0,0 0 0,0 0 0,0 0 0,0 0 0,0-1 0,0 1 0,0 0 0,0 0 0,0 0 0,0 0 0,0 0 0,0-1 0,0 1 0,0 0 0,0 0 0,0 0 0,1 0 0,-1 0 0,0 0 0,0-1 0,0 1 0,0 0 0,0 0 0,0 0 0,1 0 0,-1 0 0,0 0 0,5 6 0,8 20 0,-7-15 0,-5-9 0,1 2 0,-1 0 0,1-1 0,1 0 0,-1 1 0,0-1 0,1 0 0,0 0 0,3 3 0,-5-6 0,-1 1 0,0-1 0,0 0 0,0 0 0,0 0 0,0 0 0,0 0 0,1 0 0,-1 0 0,0 0 0,0 0 0,0 0 0,0 0 0,0 0 0,0 0 0,1 0 0,-1 0 0,0 0 0,0 0 0,0 0 0,0 0 0,0 0 0,0 0 0,1 0 0,-1 0 0,0 0 0,0 0 0,0 0 0,0-1 0,0 1 0,0 0 0,0 0 0,1 0 0,-1 0 0,0 0 0,0 0 0,0 0 0,0 0 0,0-1 0,0 1 0,0 0 0,0 0 0,2-9 0,-3-7 0,-5-4 0,-14-38 0,-2-4 0,-1-15 0,25 128 0,4-25 0,17 42 0,-2-7 0,-19-54-341,-1 0 0,1 0-1,-1 9 1,-1-4-6485</inkml:trace>
</inkml:ink>
</file>

<file path=ppt/ink/ink2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8:13.9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635 15 24575,'-17'0'0,"-27"-6"0,-4-1 0,-141 5 0,111 3 0,-50 6 134,25 0-1633,76-6-5327</inkml:trace>
</inkml:ink>
</file>

<file path=ppt/ink/ink2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8:14.9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101 80 24575,'-5'7'0,"0"1"0,0-1 0,1 1 0,0-1 0,0 1 0,1 0 0,-4 16 0,5-18 0,2-1 0,-1 1 0,1-1 0,-1 1 0,2-1 0,-1 1 0,1 0 0,-1-1 0,2 1 0,-1-1 0,0 0 0,1 1 0,3 6 0,-2-7 0,3 8 0,0 0 0,1-1 0,0 0 0,15 18 0,-32-55 0,-26-41 0,24 47 0,1-1 0,1 0 0,1-1 0,-12-38 0,17 43 0,1 7 0,1 0 0,-2-13 0,3 20 0,1 0 0,0 0 0,0 0 0,0 0 0,0 0 0,0 0 0,1 0 0,-1 0 0,1 1 0,-1-1 0,1 0 0,-1 0 0,1 0 0,0 0 0,0 1 0,0-1 0,1-1 0,-1 2 0,0 1 0,-1-1 0,1 1 0,-1 0 0,1-1 0,0 1 0,-1 0 0,1-1 0,0 1 0,-1 0 0,1 0 0,0 0 0,0 0 0,-1 0 0,1-1 0,0 1 0,0 1 0,-1-1 0,1 0 0,0 0 0,-1 0 0,1 0 0,0 0 0,0 1 0,-1-1 0,1 0 0,0 1 0,-1-1 0,1 0 0,-1 1 0,1-1 0,0 1 0,22 19 0,-19-16 0,38 43 0,-31-33 0,1-1 0,26 23 0,-33-32 0,0-1 0,0 0 0,0 0 0,1 0 0,-1 0 0,1-1 0,-1 0 0,1 0 0,0-1 0,0 1 0,0-1 0,11 0 0,-12-1 0,0 0 0,-1 0 0,1 0 0,0-1 0,0 0 0,-1 0 0,1 0 0,-1-1 0,1 1 0,-1-1 0,1 0 0,-1 0 0,0-1 0,0 1 0,0-1 0,0 0 0,-1 0 0,1 0 0,-1-1 0,0 1 0,0-1 0,0 0 0,0 0 0,0 0 0,-1 0 0,0 0 0,0 0 0,2-6 0,4-18 0,-7 22 0,1 0 0,-1 1 0,1-1 0,5-9 0,-7 15 0,0 0 0,0 0 0,0 0 0,0-1 0,0 1 0,1 0 0,-1 0 0,0 0 0,0 0 0,0 0 0,0-1 0,1 1 0,-1 0 0,0 0 0,0 0 0,0 0 0,1 0 0,-1 0 0,0 0 0,0 0 0,0 0 0,1 0 0,-1 0 0,0 0 0,0 0 0,1 0 0,-1 0 0,0 0 0,0 0 0,0 0 0,1 0 0,-1 0 0,0 0 0,0 0 0,0 0 0,1 0 0,-1 1 0,0-1 0,0 0 0,0 0 0,0 0 0,1 0 0,-1 0 0,0 1 0,0-1 0,0 0 0,0 0 0,0 0 0,0 0 0,0 1 0,1-1 0,-1 0 0,0 0 0,0 0 0,0 1 0,7 14 0,-6-13 0,15 33 0,2-2 0,1 0 0,1-1 0,29 34 0,-22-31-1365,-19-27-5461</inkml:trace>
</inkml:ink>
</file>

<file path=ppt/ink/ink2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8:17.8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751 13 24575,'14'-3'0,"4"-1"0,26-2 0,-71 15 0,-16-5 0,0-1 0,-49-5 0,21 1 0,51 1 0,-213 9 0,38-4 0,178-5 0,35 2 0,0 0 0,0 1 0,-1 1 0,24 7 0,-8-1 0,-10-5 0,-1 2 0,0 0 0,0 2 0,-1 0 0,30 19 0,-49-27 0,0 0 0,0 1 0,0-1 0,0 1 0,0 0 0,0 0 0,-1 0 0,1 0 0,-1 0 0,1 0 0,-1 0 0,0 0 0,0 0 0,0 1 0,0-1 0,0 0 0,-1 1 0,1-1 0,-1 1 0,1-1 0,-1 5 0,0-4 0,-1 0 0,1 0 0,-1 0 0,0 0 0,1 0 0,-2 0 0,1-1 0,0 1 0,0 0 0,-1-1 0,0 1 0,1-1 0,-1 1 0,0-1 0,0 0 0,0 0 0,-5 4 0,-3 1 0,-1 1 0,0-2 0,-1 1 0,1-2 0,-26 9 0,-64 13 0,82-23 0,-12 3 0,-33 8 0,56-13 0,1 1 0,-1 0 0,1 0 0,0 1 0,-13 8 0,18-10 0,-1 0 0,1 1 0,0-1 0,0 0 0,0 1 0,0 0 0,0-1 0,0 1 0,1 0 0,-1 0 0,1 0 0,0 0 0,0 0 0,-1 5 0,2-7 0,-1 0 0,1 0 0,0 1 0,0-1 0,0 0 0,0 0 0,0 1 0,0-1 0,1 0 0,-1 1 0,0-1 0,1 0 0,-1 0 0,1 0 0,-1 1 0,1-1 0,-1 0 0,1 0 0,0 0 0,0 0 0,0 0 0,-1 0 0,1 0 0,0 0 0,0 0 0,0-1 0,0 1 0,0 0 0,1-1 0,-1 1 0,0 0 0,0-1 0,0 0 0,0 1 0,1-1 0,-1 0 0,3 1 0,8 0 0,1 0 0,0-1 0,-1 0 0,1-1 0,0 0 0,16-5 0,30-2 0,203-6 0,-52 12 0,-177 2 0,-28 0-120,-4 0 37,1 0 0,0 0 0,0 0 0,0 0 0,-1 0 0,1 0 0,0 1 0,0-1 0,-1 1 0,1-1 0,0 1 0,0-1 0,-1 1 0,3 1 0</inkml:trace>
</inkml:ink>
</file>

<file path=ppt/ink/ink2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8:18.3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0 24575,'-1'1'0,"-7"17"0,1 1 0,-7 30 0,12-44 0,1-1 0,0 2 0,1-1 0,0 0 0,-1 0 0,1 0 0,1 0 0,-1 0 0,1 0 0,0 0 0,0 0 0,1 0 0,-1 0 0,1-1 0,4 8 0,-3-8 0,0 0 0,0 0 0,1 0 0,0-1 0,0 1 0,0-1 0,0 0 0,1 0 0,-1-1 0,1 1 0,-1-1 0,10 3 0,-4-1 0,1-1 0,-1-1 0,1 0 0,0 0 0,11 0 0,-8-2-1365,-1 0-5461</inkml:trace>
</inkml:ink>
</file>

<file path=ppt/ink/ink2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8:18.6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 1 24575,'-10'0'0,"-6"2"0,-2 1 0,2 0-8191</inkml:trace>
</inkml:ink>
</file>

<file path=ppt/ink/ink2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8:18.9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258 52 24575,'-29'-7'0,"-13"-3"0,-1 0 0,4 3 0,6 2 0,7 1 0,5 2 0,5-1 0,7 0-8191</inkml:trace>
</inkml:ink>
</file>

<file path=ppt/ink/ink2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8:19.1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170 40 24575,'-27'-7'0,"-11"-3"0,-2 0 0,4 3 0,7 2-8191</inkml:trace>
</inkml:ink>
</file>

<file path=ppt/ink/ink2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8:19.7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179 32 24575,'-24'-5'0,"-30"-1"0,47 6 0,0 0 0,1 0 0,-1 0 0,1 1 0,-1 0 0,0 0 0,1 1 0,0 0 0,-11 4 0,15-5 0,1 0 0,-1-1 0,1 1 0,0 0 0,-1 0 0,1 0 0,0 1 0,-1-1 0,1 0 0,0 0 0,0 1 0,0-1 0,0 1 0,0-1 0,0 1 0,1-1 0,-1 1 0,0-1 0,1 1 0,-1 0 0,1-1 0,-1 1 0,1 0 0,0-1 0,0 1 0,0 0 0,0-1 0,0 1 0,0 0 0,1 0 0,-1-1 0,0 1 0,1 0 0,-1-1 0,1 1 0,1 2 0,1 1 0,-1 0 0,1 0 0,1 0 0,-1-1 0,0 1 0,1-1 0,0 0 0,0 0 0,1 0 0,4 3 0,10 5 0,0 0 0,1-1 0,36 14 0,-43-21 0,0 0 0,0-1 0,0 0 0,0-1 0,0 0 0,0-1 0,23-1 0,-34 0 0,0 0 0,0 0 0,0-1 0,0 1 0,0-1 0,0 1 0,0-1 0,0 1 0,-1-1 0,1 0 0,0 0 0,0 0 0,-1 0 0,1 0 0,0 0 0,-1-1 0,1 1 0,-1 0 0,0-1 0,1 1 0,-1-1 0,0 1 0,0-1 0,0 0 0,0 0 0,0 1 0,0-1 0,-1 0 0,1 0 0,-1 0 0,1 0 0,-1 0 0,0 0 0,0 0 0,1 0 0,-1 0 0,-1-3 0,1-1 0,-1 0 0,0-1 0,-1 1 0,1 0 0,-1 0 0,0 0 0,-1 0 0,1 0 0,-1 0 0,-5-7 0,2 5-97,-1 0-1,1 0 1,-1 1-1,-1 0 1,1 0-1,-1 1 1,0 0-1,-1 0 1,0 1-1,1 0 1,-2 0-1,1 1 0,-16-5 1,9 6-6729</inkml:trace>
</inkml:ink>
</file>

<file path=ppt/ink/ink2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8:21.1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97 24575,'-3'-3'0,"7"7"0,8 9 0,-3 4 0,18 27 0,-24-40 0,0 1 0,1-1 0,-1 0 0,1 0 0,0 0 0,9 6 0,-13-10 0,0 0 0,1 0 0,-1 1 0,0-1 0,0 0 0,1 0 0,-1 0 0,0 1 0,1-1 0,-1 0 0,0 0 0,1 0 0,-1 0 0,0 1 0,1-1 0,-1 0 0,1 0 0,-1 0 0,0 0 0,1 0 0,-1 0 0,0 0 0,1 0 0,-1 0 0,1 0 0,-1-1 0,0 1 0,1 0 0,-1 0 0,0 0 0,1 0 0,-1 0 0,0-1 0,1 1 0,-1 0 0,1-1 0,-1 0 0,0 0 0,1 0 0,-1 0 0,0 0 0,0 0 0,0 0 0,1 0 0,-1 0 0,0 0 0,0 0 0,-1-1 0,1 0 0,-8-32 0,1 18 0,-1-1 0,-15-24 0,-2-4 0,23 36 0,7 10 0,16 16 0,-9-6 0,-4-6 0,0 0 0,1 0 0,0-1 0,0 0 0,0 0 0,12 2 0,-19-6 0,-1 0 0,1 1 0,-1-1 0,1 0 0,-1 0 0,1 0 0,-1 0 0,1 0 0,0 0 0,-1-1 0,1 1 0,-1-1 0,1 1 0,-1-1 0,1 1 0,-1-1 0,0 0 0,1 1 0,-1-1 0,0 0 0,0 0 0,1 0 0,-1 0 0,0 0 0,0-1 0,0 1 0,0 0 0,0 0 0,0-1 0,-1 1 0,1 0 0,0-2 0,2-4 0,-1-1 0,0 1 0,-1 0 0,0 0 0,1-11 0,-1 4 0,-1 14 0,0 0 0,0 0 0,0 0 0,0 0 0,0 0 0,0 0 0,0 0 0,0 0 0,0 0 0,0 0 0,0-1 0,0 1 0,0 0 0,0 0 0,0 0 0,0 0 0,0 0 0,0 0 0,0 0 0,0 0 0,0 0 0,0 0 0,0 0 0,0 0 0,0 0 0,0 0 0,0 0 0,1 0 0,-1 0 0,0 0 0,0 0 0,0-1 0,0 1 0,0 0 0,0 0 0,0 0 0,0 0 0,0 0 0,0 0 0,0 0 0,0 0 0,0 0 0,1 0 0,-1 0 0,0 0 0,0 0 0,0 0 0,0 0 0,0 0 0,0 1 0,0-1 0,0 0 0,0 0 0,0 0 0,0 0 0,0 0 0,0 0 0,0 0 0,0 0 0,1 0 0,4 6 0,4 7 0,5 11 0,1 0 0,1-2 0,1 0 0,37 37 0,-35-42-1365,-11-11-5461</inkml:trace>
</inkml:ink>
</file>

<file path=ppt/ink/ink2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8:21.3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276 45 24575,'-27'-7'0,"-11"-3"0,-2 1 0,4 1 0,5 3 0,5 2 0,6 1 0,2 1 0,3 1 0,1 1 0,3-1-8191</inkml:trace>
</inkml:ink>
</file>

<file path=ppt/ink/ink2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8:21.6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24575,'7'19'0,"5"10"0,3 4 0,-1-1 0,0-3 0,-3-2 0,-1-3 0,-2-6-8191</inkml:trace>
</inkml:ink>
</file>

<file path=ppt/ink/ink2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7:24.3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4 24575,'-3'-3'0,"0"3"0,0 2 0,3 4 0,1 4 0,1 2 0,3 2 0,-1 3 0,1 1 0,0 0 0,1 0 0,1-1 0,-1-1 0,-1-1 0,-1 0 0,-2-1 0,-1 0 0,-1-2-8191</inkml:trace>
</inkml:ink>
</file>

<file path=ppt/ink/ink2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7:24.6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1 24575,'-7'7'0,"-3"5"0,1 3 0,1 2 0,5-1 0,3 1 0,1-1 0,4-1 0,2-2 0,1-2 0,-1 1 0,0-3 0,2 0 0,2-1 0,-2-2-8191</inkml:trace>
</inkml:ink>
</file>

<file path=ppt/ink/ink2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7:24.8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408 74 24575,'-29'-10'0,"-13"-6"0,-1 1 0,4 1 0,6 5 0,7 3 0,5 2 0,3 5 0,3 2 0,1 3 0,1 0 0,-3 0 0,0 1 0,-4-1 0,-2-1 0,0-2 0,3-1-8191</inkml:trace>
</inkml:ink>
</file>

<file path=ppt/ink/ink2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8:22.7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4 24575,'-8'-3'0,"6"5"0,9 13 0,58 78 0,119 129 0,-139-175 0,65 53 0,-106-97 0,0 1 0,1 0 0,-1-1 0,1 0 0,0 0 0,0-1 0,8 4 0,-13-7 0,0 0 0,-1 0 0,1 0 0,0 1 0,0-1 0,-1 0 0,1 0 0,0 1 0,-1-1 0,1 0 0,-1 1 0,1-1 0,-1 0 0,1 1 0,-1-2 0,-32-28-1365,21 19-5461</inkml:trace>
</inkml:ink>
</file>

<file path=ppt/ink/ink2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8:23.2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128 24 24575,'0'-10'0,"0"-4"0,-2 14 0,-2 9 0,-19 48 0,-26 104 0,40-115 0,-6 66 0,1-25 0,5-53-1365,7-24-5461</inkml:trace>
</inkml:ink>
</file>

<file path=ppt/ink/ink2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8:23.8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1 24575,'-1'0'0,"0"0"0,1 0 0,-1 1 0,1-1 0,-1 0 0,0 1 0,1-1 0,-1 0 0,1 1 0,-1-1 0,1 1 0,-1-1 0,1 1 0,-1-1 0,1 1 0,0 0 0,-1-1 0,1 1 0,0-1 0,0 1 0,-1 0 0,1-1 0,0 1 0,0 0 0,0-1 0,0 1 0,-1 1 0,-1 22 0,2-22 0,0 4 7,0 0-1,0 0 1,1 0 0,0 0-1,0 0 1,0-1-1,1 1 1,0 0 0,0-1-1,5 9 1,3 3-266,22 29 0,-17-26-661,-9-11-5906</inkml:trace>
</inkml:ink>
</file>

<file path=ppt/ink/ink2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8:26.7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158 16 24575,'0'0'0,"0"-1"0,0 1 0,0-1 0,0 0 0,0 1 0,0-1 0,0 0 0,0 1 0,0-1 0,0 0 0,-1 1 0,1-1 0,0 1 0,0-1 0,-1 0 0,1 1 0,0-1 0,-1 1 0,1-1 0,0 1 0,-1-1 0,1 1 0,-1-1 0,1 1 0,-1-1 0,0 0 0,0 1 0,0 0 0,0 0 0,1 0 0,-1 0 0,0 0 0,0 0 0,0 1 0,0-1 0,0 0 0,1 0 0,-1 0 0,0 1 0,0-1 0,0 0 0,1 1 0,-2 0 0,-3 2 0,0 1 0,1 0 0,-1 0 0,-5 6 0,-2 5 0,0 0 0,1 1 0,1 0 0,1 1 0,0 0 0,1 1 0,1-1 0,0 1 0,2 1 0,0-1 0,1 1 0,1 0 0,0 0 0,2 0 0,0 0 0,1 0 0,1 1 0,1-1 0,1 0 0,0-1 0,2 1 0,0 0 0,1-1 0,12 27 0,-2-15 0,0-2 0,40 52 0,53 43 0,-106-120-170,1 0-1,-1 0 0,1 0 1,0 0-1,-1-1 0,1 1 1,6 2-1,1-1-6655</inkml:trace>
</inkml:ink>
</file>

<file path=ppt/ink/ink2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8:27.9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119 203 24575,'3'-5'0,"0"-1"0,0 1 0,1 0 0,0 0 0,0 0 0,0 0 0,8-6 0,1 1 0,23-12 0,-3 1 0,-32 20 0,1 0 0,-1 0 0,0 0 0,1 0 0,-1 0 0,0 0 0,0 0 0,0 0 0,0-1 0,0 1 0,0 0 0,0-1 0,0 1 0,-1-1 0,1 1 0,0-1 0,-1 1 0,1-1 0,-1 1 0,0-1 0,1 0 0,-1-1 0,-1 1 0,1 1 0,0-1 0,-1 0 0,1 1 0,-1-1 0,0 1 0,0-1 0,1 1 0,-1-1 0,0 1 0,0 0 0,0-1 0,-1 1 0,1 0 0,0 0 0,0 0 0,-1 0 0,1 0 0,-1 0 0,1 0 0,-3-1 0,-9-5 0,1 1 0,-1 1 0,-1 0 0,1 1 0,-1 0 0,0 1 0,1 0 0,-1 1 0,-1 1 0,-24 0 0,36 2 0,1-1 0,-1 0 0,1 1 0,-1 0 0,1-1 0,0 1 0,-1 0 0,1 0 0,0 0 0,0 1 0,0-1 0,0 1 0,0-1 0,0 1 0,0-1 0,0 1 0,-3 4 0,3-3 0,0 1 0,0 0 0,0-1 0,1 1 0,-1 0 0,1 0 0,0 0 0,0 1 0,-1 7 0,1-3 0,1 1 0,1-1 0,-1 1 0,1-1 0,1 1 0,0-1 0,0 0 0,7 18 0,-7-22 0,1 0 0,0-1 0,0 1 0,1 0 0,-1-1 0,1 0 0,0 0 0,0 0 0,0 0 0,0-1 0,1 1 0,0-1 0,0-1 0,-1 1 0,2 0 0,-1-1 0,7 2 0,9 2 0,0-1 0,0-1 0,26 2 0,-2 0 0,-31-4-195,0 1 0,0-2 0,1 0 0,-1-1 0,0 0 0,29-5 0,-31 2-6631</inkml:trace>
</inkml:ink>
</file>

<file path=ppt/ink/ink2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8:28.6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3 24575,'-1'0'0,"0"-1"0,0 1 0,0-1 0,0 1 0,0 0 0,0 0 0,0-1 0,0 1 0,0 0 0,-1 0 0,1 0 0,0 0 0,0 0 0,0 1 0,0-1 0,0 0 0,0 0 0,0 1 0,0-1 0,0 0 0,0 1 0,0-1 0,0 1 0,-1 0 0,1 0 0,1 0 0,-1 0 0,1 0 0,-1 1 0,1-1 0,0 0 0,-1 0 0,1 0 0,0 0 0,0 0 0,0 0 0,0 0 0,0 0 0,0 1 0,0-1 0,0 0 0,1 0 0,-1 0 0,0 0 0,1 0 0,-1 0 0,1 0 0,0 2 0,62 112 0,-41-78 0,25 57 0,-45-91 0,-1 1 0,1 0 0,-1-1 0,-1 1 0,1 0 0,0 0 0,-1 6 0,0-10 0,0 1 0,0 0 0,0 0 0,0-1 0,0 1 0,0 0 0,-1 0 0,1-1 0,0 1 0,-1 0 0,1-1 0,0 1 0,-1 0 0,1-1 0,-1 1 0,1-1 0,-1 1 0,1-1 0,-1 1 0,1-1 0,-1 1 0,0-1 0,1 1 0,-1-1 0,0 0 0,1 1 0,-1-1 0,0 0 0,1 0 0,-1 1 0,0-1 0,0 0 0,1 0 0,-1 0 0,0 0 0,0 0 0,1 0 0,-1 0 0,0 0 0,0 0 0,1 0 0,-1-1 0,0 1 0,-1-1 0,-5 0 0,-1-2 0,0 1 0,1-1 0,-1 0 0,1-1 0,0 0 0,0 0 0,0 0 0,-11-11 0,13 12 0,1-1 0,0 0 0,1 0 0,-1-1 0,1 1 0,0-1 0,0 1 0,0-1 0,1 0 0,-1 0 0,1 0 0,0 0 0,1-1 0,-1 1 0,0-8 0,2 11 5,0 0-1,0-1 1,0 1-1,1 0 0,-1-1 1,0 1-1,1 0 1,0 0-1,-1-1 1,1 1-1,0 0 0,0 0 1,1 0-1,-1 0 1,0 0-1,1 0 1,-1 0-1,1 1 0,-1-1 1,1 0-1,0 1 1,0-1-1,-1 1 1,1 0-1,0 0 1,4-2-1,2-1-216,0 1 0,0 0 0,0 1-1,0 0 1,0 0 0,10 0 0,-5 0-6614</inkml:trace>
</inkml:ink>
</file>

<file path=ppt/ink/ink2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8:28.9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 24575,'0'-7'0,"0"-1"0,0 5 0,0 4 0,0 5 0</inkml:trace>
</inkml:ink>
</file>

<file path=ppt/ink/ink2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8:29.6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112 42 24575,'0'-2'0,"-2"-3"0,-1 0 0,1-1 0,-1 1 0,-5-7 0,8 12 0,0-1 0,-1 1 0,1-1 0,-1 1 0,1-1 0,-1 1 0,1-1 0,-1 1 0,1 0 0,-1-1 0,1 1 0,-1 0 0,0-1 0,1 1 0,-1 0 0,1 0 0,-1 0 0,0 0 0,-1-1 0,2 2 0,-1-1 0,0 0 0,0 1 0,0-1 0,1 0 0,-1 1 0,0-1 0,0 1 0,1-1 0,-1 1 0,0-1 0,1 1 0,-1 0 0,1-1 0,-1 1 0,1 0 0,-1 0 0,1-1 0,-1 3 0,-9 16 0,0 1 0,2 1 0,1 0 0,0 0 0,1 0 0,-4 36 0,6-31 0,2-14 0,0 0 0,0 0 0,1 1 0,1-1 0,0 0 0,1 0 0,0 1 0,4 16 0,0-15-72,0-1 1,0 0-1,2 0 0,-1 0 0,2-1 0,-1 0 0,2-1 0,-1 1 1,2-1-1,0-1 0,0 0 0,0 0 0,1-1 0,1-1 0,0 0 1,0 0-1,0-1 0,27 11 0,-29-16-6754</inkml:trace>
</inkml:ink>
</file>

<file path=ppt/ink/ink2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8:30.1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0 110 24575,'0'4'0,"0"0"0,1 0 0,-1 0 0,1-1 0,0 1 0,0 0 0,0 0 0,1 0 0,-1-1 0,1 1 0,0-1 0,0 1 0,3 3 0,-1-2 0,0-1 0,0 0 0,0 0 0,1 0 0,0 0 0,-1-1 0,1 0 0,8 4 0,-4-3 0,1 0 0,0-1 0,0 0 0,0 0 0,0-1 0,1 0 0,-1-1 0,0 0 0,1-1 0,10-1 0,-20 1 0,1 0 0,-1 0 0,1 0 0,0 0 0,-1-1 0,1 1 0,-1 0 0,1-1 0,-1 1 0,0-1 0,1 0 0,-1 1 0,0-1 0,1 0 0,-1 0 0,0 0 0,0 0 0,1 0 0,-1 0 0,0 0 0,0-1 0,0 1 0,-1 0 0,1 0 0,0-1 0,0 1 0,-1 0 0,1-1 0,-1 1 0,1-1 0,-1 1 0,1-1 0,-1 1 0,0-1 0,0 1 0,0-3 0,0-1 0,-1 0 0,0 0 0,0 0 0,0 0 0,0 0 0,-1 0 0,0 0 0,0 1 0,-4-7 0,5 10 0,1 0 0,-1 1 0,1-1 0,0 0 0,-1 0 0,1 1 0,0-1 0,-1 0 0,1 0 0,0 0 0,0 0 0,0 1 0,-1-1 0,1 0 0,0 0 0,0 0 0,1-1 0,-1 2 0,0 0 0,0-1 0,1 1 0,-1 0 0,0 0 0,0 0 0,1-1 0,-1 1 0,0 0 0,1 0 0,-1 0 0,0 0 0,1-1 0,-1 1 0,0 0 0,1 0 0,-1 0 0,0 0 0,1 0 0,-1 0 0,0 0 0,1 0 0,-1 0 0,0 0 0,1 0 0,-1 0 0,1 1 0,3 0 0,1 0 0,0 1 0,-1 0 0,7 3 0,6 4 0,37 14 0,-47-20 0,1-1 0,-1 0 0,1-1 0,0 0 0,0 0 0,0-1 0,15 0 0,-22 0 0,1 0 0,-1-1 0,0 1 0,1 0 0,-1-1 0,0 1 0,0-1 0,1 1 0,-1-1 0,0 1 0,0-1 0,0 0 0,0 0 0,1 1 0,-1-1 0,0 0 0,-1 0 0,1 0 0,0 0 0,1-2 0,-1 1 0,0 0 0,0 0 0,-1 0 0,1 0 0,-1 0 0,1 0 0,-1 0 0,0 0 0,0 0 0,0-1 0,0-3 0,-1 0 0,0 0 0,-1 0 0,1 0 0,-1 0 0,0 1 0,-1-1 0,1 0 0,-5-5 0,1 3-170,0 1-1,0 0 0,0 1 1,-1 0-1,0 0 0,-1 0 1,-13-7-1,8 5-6655</inkml:trace>
</inkml:ink>
</file>

<file path=ppt/ink/ink2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8:33.3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332 1 24575,'-11'0'0,"1"2"0,0-1 0,0 2 0,-18 5 0,-19 4 0,17-9 0,-1-1 0,-56-5 0,33-5-1365,41 5-5461</inkml:trace>
</inkml:ink>
</file>

<file path=ppt/ink/ink2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8:33.9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0 104 24575,'0'-8'0,"0"1"0,1 0 0,-1-1 0,2 1 0,-1 0 0,4-12 0,-4 17 0,0-1 0,1 1 0,-1-1 0,0 1 0,1 0 0,0 0 0,-1 0 0,1 0 0,0 0 0,0 0 0,0 0 0,0 1 0,0-1 0,0 1 0,1 0 0,-1-1 0,1 1 0,-1 0 0,1 0 0,-1 0 0,5 0 0,-1 0 0,0 0 0,-1 1 0,1 0 0,0 0 0,0 0 0,0 1 0,-1-1 0,1 2 0,0-1 0,-1 1 0,1-1 0,-1 1 0,0 1 0,1-1 0,-1 1 0,0 0 0,0 0 0,-1 1 0,6 3 0,-7-4 0,-1 0 0,1-1 0,0 1 0,-1 0 0,1 0 0,-1 0 0,0 1 0,0-1 0,-1 0 0,1 1 0,0 0 0,-1-1 0,0 1 0,0 0 0,0-1 0,-1 1 0,1 0 0,-1 0 0,0 0 0,0 0 0,0 0 0,0-1 0,-1 1 0,0 0 0,1 0 0,-2 0 0,1-1 0,0 1 0,-3 4 0,0-1 0,-1 1 0,0-1 0,-1 1 0,-8 8 0,-10 12 0,24-27 0,-1 0 0,0 0 0,1-1 0,-1 1 0,0 0 0,1 0 0,0 0 0,-1-1 0,1 1 0,-1 0 0,1 0 0,0 0 0,-1 0 0,1 0 0,0 0 0,0 0 0,0 0 0,0 0 0,0 0 0,0 0 0,0 0 0,0 0 0,0 0 0,1 0 0,-1 0 0,0 0 0,0-1 0,1 1 0,-1 0 0,1 0 0,-1 0 0,1 0 0,-1 0 0,1-1 0,0 1 0,-1 0 0,1-1 0,0 1 0,-1 0 0,1-1 0,0 1 0,0-1 0,0 1 0,0-1 0,-1 1 0,1-1 0,0 0 0,0 1 0,0-1 0,2 0 0,4 2 0,0 0 0,1-1 0,-1 0 0,1 0 0,8-1 0,30-2-1365,-34 2-5461</inkml:trace>
</inkml:ink>
</file>

<file path=ppt/ink/ink2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8:34.3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8 24575,'-1'-1'0,"1"1"0,-1-1 0,1 1 0,-1-1 0,0 1 0,1-1 0,-1 1 0,0-1 0,1 1 0,-1-1 0,0 1 0,0 0 0,1-1 0,-1 1 0,0 0 0,0 0 0,0 0 0,1 0 0,-3 0 0,1 4 0,6 7 0,3-1 0,1 0 0,0-1 0,0 0 0,1 0 0,16 12 0,-6-7 0,41 23 0,-31-24-1365,-16-10-5461</inkml:trace>
</inkml:ink>
</file>

<file path=ppt/ink/ink2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8:34.5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24575,'15'15'0,"7"7"0,2 3 0,0-2 0,-2-3 0,-2-3 0,-5-3 0,-2-3 0,-3 0 0,-1-4 0</inkml:trace>
</inkml:ink>
</file>

<file path=ppt/ink/ink2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8:34.7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315 13 24575,'-29'-2'0,"-13"-1"0,-3 0 0,3 0 0,6 1 0,7 4 0,6 0 0,4 1 0,1 0 0,0 1 0,4 1-8191</inkml:trace>
</inkml:ink>
</file>

<file path=ppt/ink/ink2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8:35.1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24575,'0'2'0,"0"4"0,2 3 0,4 2 0,3 2 0,2 1 0,2 1 0,2-2 0,-1-2 0,2-1 0,-1-4 0,0-1 0,-1-3 0,-1-2-8191</inkml:trace>
</inkml:ink>
</file>

<file path=ppt/ink/ink2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8:35.3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24575,'0'0'-8191</inkml:trace>
</inkml:ink>
</file>

<file path=ppt/ink/ink2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8:37.9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41 24575,'-1'-2'0,"1"-1"0,-1 1 0,1 0 0,0 0 0,0 0 0,0 0 0,0-1 0,0 1 0,0 0 0,0 0 0,1 0 0,1-4 0,-2 6 0,0-1 0,1 0 0,-1 1 0,1-1 0,-1 0 0,1 1 0,0-1 0,-1 1 0,1-1 0,-1 1 0,1 0 0,0-1 0,0 1 0,-1-1 0,1 1 0,0 0 0,0 0 0,-1-1 0,1 1 0,0 0 0,0 0 0,0 0 0,-1 0 0,1 0 0,0 0 0,0 0 0,-1 0 0,1 0 0,0 1 0,0-1 0,0 0 0,-1 0 0,1 1 0,0-1 0,-1 0 0,1 1 0,1 0 0,12 6 0,0 0 0,-1 1 0,0 1 0,14 11 0,45 46 0,-52-46 0,0 2 0,-1 1 0,-2 0 0,0 1 0,-1 1 0,-2 0 0,13 31 0,-22-45 0,-2 1 0,0-1 0,0 1 0,-1 0 0,0 0 0,-1-1 0,0 1 0,-1 0 0,-3 20 0,2-23 0,-1 1 0,0 0 0,-1-1 0,0 0 0,0 1 0,-1-1 0,0-1 0,-1 1 0,0 0 0,0-1 0,-1 0 0,-7 7 0,7-8-195,-1-1 0,0 1 0,0-1 0,0 0 0,-1-1 0,-12 6 0,8-4-6631</inkml:trace>
</inkml:ink>
</file>

<file path=ppt/ink/ink2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8:38.7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336 26 24575,'-1'-1'0,"1"-1"0,-1 0 0,1 1 0,-1-1 0,0 1 0,0 0 0,1-1 0,-1 1 0,0 0 0,0-1 0,0 1 0,-1 0 0,1 0 0,0 0 0,0 0 0,-1 0 0,1 0 0,-2-1 0,2 2 0,-1 0 0,1 0 0,0-1 0,0 1 0,0 0 0,0 0 0,-1 1 0,1-1 0,0 0 0,0 0 0,0 0 0,0 1 0,0-1 0,0 1 0,-1-1 0,1 1 0,0-1 0,0 1 0,0 0 0,1-1 0,-1 1 0,0 0 0,0 0 0,0 0 0,-1 1 0,-21 26 0,-36 58 0,57-82 0,-92 176 0,64-117 0,17-36-455,-1-1 0,-31 43 0,38-61-6371</inkml:trace>
</inkml:ink>
</file>

<file path=ppt/ink/ink2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8:39.6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77 24575,'-5'19'0,"2"0"0,0 0 0,-1 33 0,4-43 0,1 1 0,-1-1 0,2 0 0,-1 0 0,1 0 0,1 0 0,0 0 0,0 0 0,8 15 0,-6-15 0,-5-7 0,1 0 0,0 0 0,0 0 0,0 0 0,0 0 0,0 0 0,0-1 0,0 1 0,1 0 0,-1-1 0,1 1 0,-1-1 0,3 2 0,-4-3 0,1 0 0,-1 0 0,0 0 0,1 0 0,-1 0 0,0 0 0,1 0 0,-1 0 0,0-1 0,0 1 0,1 0 0,-1 0 0,0 0 0,1 0 0,-1 0 0,0-1 0,0 1 0,1 0 0,-1 0 0,0-1 0,0 1 0,0 0 0,1 0 0,-1-1 0,0 1 0,0 0 0,0 0 0,0-1 0,0 1 0,0 0 0,1-1 0,-1 1 0,0 0 0,0-1 0,0 1 0,0 0 0,0-1 0,0 1 0,0 0 0,0-1 0,0 1 0,-1 0 0,1 0 0,0-1 0,0 1 0,0-1 0,-2-17 0,1 17 0,-7-35 0,-26-65 0,0 2 0,33 95 0,0-1 0,0 1 0,0-1 0,0 1 0,0-1 0,1 0 0,0 0 0,0 1 0,2-10 0,-2 14 0,0-1 0,0 1 0,0 0 0,0 0 0,0-1 0,0 1 0,1 0 0,-1 0 0,0-1 0,0 1 0,0 0 0,0 0 0,1 0 0,-1-1 0,0 1 0,0 0 0,0 0 0,1 0 0,-1-1 0,0 1 0,0 0 0,1 0 0,-1 0 0,0 0 0,0 0 0,1 0 0,-1 0 0,0 0 0,0 0 0,1 0 0,-1 0 0,1 0 0,10 5 0,9 15 0,-17-17 0,32 38 0,-26-30 0,-1 0 0,1-1 0,1 0 0,0-1 0,0 0 0,17 11 0,-25-19 0,0 0 0,-1 0 0,1 0 0,0 0 0,-1-1 0,1 1 0,0-1 0,0 1 0,0-1 0,0 0 0,0 0 0,-1 1 0,1-1 0,0-1 0,0 1 0,0 0 0,0 0 0,0-1 0,-1 1 0,1-1 0,0 0 0,0 1 0,-1-1 0,4-2 0,-3 2 0,0-1 0,0 0 0,0 0 0,0 0 0,-1 0 0,1 0 0,-1 0 0,1 0 0,-1 0 0,0-1 0,0 1 0,0-1 0,0 1 0,0-1 0,-1 1 0,1-1 0,0-3 0,12-82 0,-13 88 0,0-1 0,0 1 0,0-1 0,0 0 0,0 1 0,0-1 0,0 1 0,0-1 0,1 1 0,-1-1 0,0 1 0,0-1 0,1 1 0,-1-1 0,0 1 0,1-1 0,-1 1 0,1 0 0,-1-1 0,0 1 0,2-1 0,-2 1 0,0 0 0,1 0 0,-1 0 0,1 0 0,-1 0 0,1 0 0,-1 0 0,0 1 0,1-1 0,-1 0 0,1 0 0,-1 0 0,0 0 0,1 1 0,-1-1 0,0 0 0,1 1 0,-1-1 0,0 0 0,1 0 0,-1 1 0,17 25 0,-14-21 0,82 146 0,-80-141-455,1 0 0,3 12 0,-5-9-6371</inkml:trace>
</inkml:ink>
</file>

<file path=ppt/ink/ink2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8:41.1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22 24575,'4'-4'0,"-3"3"0,0-1 0,0 1 0,0 0 0,0 0 0,0 0 0,0-1 0,0 1 0,1 1 0,-1-1 0,0 0 0,1 0 0,-1 0 0,1 1 0,-1-1 0,1 0 0,-1 1 0,1 0 0,-1-1 0,1 1 0,0 0 0,-1 0 0,1 0 0,-1 0 0,1 0 0,0 0 0,-1 0 0,1 0 0,2 2 0,5 1 0,0 1 0,0 1 0,-1 0 0,0 0 0,0 1 0,13 11 0,-11-9 0,5 4 0,-2 1 0,1 1 0,-2 0 0,0 0 0,-1 2 0,19 31 0,-11-10 0,-2 0 0,13 43 0,-15-35 0,-3 0 0,-1 1 0,-3 0 0,-2 0 0,1 83 0,-7-115 0,-1 0 0,-1 0 0,0 0 0,-1 0 0,-1-1 0,0 1 0,0-1 0,-1 0 0,-1-1 0,-1 1 0,1-1 0,-2 0 0,0 0 0,-17 19 0,21-28-76,1-1 1,0 0-1,-1 1 0,0-1 0,1-1 0,-1 1 0,0 0 0,0-1 1,0 0-1,0 0 0,0 0 0,0 0 0,0-1 0,0 0 1,0 1-1,-1-2 0,-3 1 0,-4-1-6750</inkml:trace>
</inkml:ink>
</file>

<file path=ppt/ink/ink2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8:51.6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26073 203 24575,'14'-1'0,"0"0"0,0-2 0,0 1 0,-1-2 0,1 1 0,-1-2 0,23-10 0,-35 14 0,0 1 0,0 0 0,0-1 0,0 1 0,-1-1 0,1 1 0,0-1 0,0 0 0,0 1 0,0-1 0,-1 0 0,1 0 0,0 0 0,-1 1 0,1-1 0,0-2 0,-1 2 0,0 1 0,0-1 0,0 1 0,-1-1 0,1 1 0,0-1 0,0 1 0,-1-1 0,1 1 0,0-1 0,-1 1 0,1-1 0,0 1 0,-1 0 0,1-1 0,-1 1 0,1 0 0,-1-1 0,1 1 0,-1 0 0,1-1 0,-1 1 0,1 0 0,-1 0 0,1 0 0,-1 0 0,1-1 0,-1 1 0,0 0 0,1 0 0,-2 0 0,-23-5 0,0 0 0,-46-1 0,-53 7 0,49 0 0,19 0 0,-61-3 0,78-5 0,28 5 0,1 0 0,-17-1 0,-143 3 0,80 0 0,82 0 0,1-1 0,-1 0 0,1-1 0,-1 0 0,1 0 0,-12-6 0,-18-4 0,18 7 0,0 1 0,0 1 0,-39-1 0,30 4 0,6 0 0,0 0 0,0 2 0,-34 6 0,39-5 0,-25 2 0,29-4 0,0 0 0,0 1 0,0 0 0,-12 5 0,7-1 0,0-2 0,0 0 0,-19 1 0,8-1 0,10-2 0,0-1 0,0 0 0,0-1 0,1-1 0,-29-6 0,24 4 0,0 1 0,0 0 0,0 2 0,0 1 0,-1 1 0,-27 5 0,20-3 0,-1-1 0,1-2 0,-49-3 0,9-5 0,-86-20 0,59 9 0,-6-2 0,-57-8 0,88 18 0,11 1 0,-101-3 0,55 21 0,48-2 0,5-1 0,-42 2 0,-584-8 0,567 7 0,2 1 0,-65 0 0,-34-2 0,3-1 0,-44 13 0,129-9 0,-315 16 0,397-24 0,-157 7 0,-4-3 0,38-4 0,92 6 0,-25 1 0,78-8 0,-307-1 0,221-6 0,-41-1 0,4 1 0,7 0 0,-56 0 0,-28-1 0,-110 18 0,82 5 0,-94-9 0,225-7 0,-52-7 0,3 1 0,22 0 0,8 0 0,-549 6 0,328 2 0,201 6 0,12 1 0,101-8 0,-222 8 0,-78 7 0,4-1 0,-113-7 0,276-8 0,139 1 0,-605 19 0,609-15 0,-387 28 0,56-29 0,215-4 0,-12-6 0,12 0 0,-91-2 0,-219 2 0,283 9 0,49-2 0,-144-1 0,135-6 0,-52 0 0,11-1 0,0 1 0,-584 8 0,552-10 0,84 2 0,5 2 0,-103-4 0,104 9 0,-210 1 0,185 6 0,-36 1 0,-29-1 0,-16 0 0,-955-7 0,982-9 0,90 3 0,-232-9 0,-38-5 0,-153-3 0,379 22 0,-156 3 0,167 5 0,-34 0 0,107-6 0,-336-3 0,269-4 0,-49-2 0,144 8 0,-310-8 0,-88 2 0,311 13 0,-47 1 0,-331-9 0,369 10 0,68-3 0,0 0 0,-97 3 0,-598-10 0,649 9 0,10-1 0,71-5-273,1 0 0,-1 3 0,1 0 0,-37 12 0,50-11-6553</inkml:trace>
</inkml:ink>
</file>

<file path=ppt/ink/ink2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8:53.0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571 287 24575,'-43'-21'0,"-46"-25"0,77 39 0,0-1 0,1 0 0,0-1 0,0 0 0,-9-12 0,16 18 0,-1 0 0,1 0 0,-1 1 0,1-1 0,-1 1 0,0 0 0,0 0 0,1 0 0,-1 1 0,-1 0 0,-9-1 0,-6-3 0,-17-4 0,-1-3 0,2-1 0,0-1 0,-63-35 0,82 34 0,17 15 0,1-1 0,0 1 0,-1 0 0,1 0 0,0 0 0,0-1 0,-1 1 0,1 0 0,0 0 0,0-1 0,0 1 0,-1 0 0,1-1 0,0 1 0,0 0 0,0 0 0,0-1 0,0 1 0,0 0 0,-1-1 0,1 1 0,0 0 0,0-1 0,0 1 0,0 0 0,0-1 0,0 1 0,0 0 0,1-1 0,-1 1 0,0 0 0,0-1 0,0 1 0,0 0 0,0-1 0,0 1 0,1 0 0,-1-1 0,0 1 0,0 0 0,0 0 0,1-1 0,-1 1 0,0 0 0,0 0 0,1-1 0,-1 1 0,0 0 0,1 0 0,-1 0 0,0 0 0,0 0 0,1-1 0,-1 1 0,0 0 0,1 0 0,-1 0 0,0 0 0,1 0 0,-1 0 0,0 0 0,1 0 0,-1 0 0,0 0 0,1 0 0,5 1 0,1-1 0,-1 1 0,0 0 0,1 0 0,-1 1 0,0 0 0,0 0 0,0 0 0,10 6 0,-6-3 0,288 155 0,-281-151 0,54 36 0,-63-39 0,-1 0 0,1 0 0,-1 0 0,-1 1 0,0 0 0,10 13 0,-15-18 0,-1-1 0,1 0 0,0 0 0,-1 1 0,1-1 0,-1 0 0,1 1 0,-1-1 0,0 0 0,1 1 0,-1-1 0,0 1 0,0-1 0,0 1 0,0-1 0,0 0 0,0 1 0,-1-1 0,1 1 0,-1 1 0,0-1 0,0 0 0,0 0 0,-1 0 0,1 0 0,-1 0 0,1-1 0,-1 1 0,1 0 0,-1-1 0,0 1 0,-3 1 0,-2 1 0,1 0 0,-1-1 0,0 0 0,-1-1 0,1 1 0,-13 1 0,-20 2 0,-79 2 0,83-6-1365,20 1-5461</inkml:trace>
</inkml:ink>
</file>

<file path=ppt/ink/ink2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8:53.7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58 24575,'-2'1'0,"-1"0"0,1 0 0,-1 0 0,1 0 0,0 0 0,-1 1 0,1-1 0,0 1 0,0 0 0,0-1 0,0 1 0,1 0 0,-1 0 0,0 0 0,1 0 0,-1 1 0,1-1 0,0 0 0,-1 1 0,1-1 0,1 1 0,-1-1 0,0 1 0,0-1 0,1 1 0,0 0 0,-1-1 0,1 1 0,0 0 0,0-1 0,1 1 0,0 4 0,0 0 0,0-1 0,1 0 0,0 0 0,0 0 0,1 0 0,0-1 0,-1 1 0,2-1 0,-1 1 0,1-1 0,0 0 0,8 8 0,-5-7 0,1-1 0,-1 1 0,1-2 0,0 1 0,0-1 0,1 0 0,-1-1 0,1 0 0,0 0 0,0-1 0,0 0 0,0-1 0,0 0 0,0 0 0,1-1 0,13-1 0,-21 1 0,0 0 0,0-1 0,0 1 0,0-1 0,-1 1 0,1-1 0,0 0 0,0 0 0,-1 1 0,1-1 0,0-1 0,-1 1 0,1 0 0,-1 0 0,1 0 0,-1-1 0,0 1 0,0-1 0,0 1 0,1-1 0,-1 0 0,-1 1 0,1-1 0,0 0 0,0 0 0,-1 1 0,2-5 0,-1-1 0,0 1 0,0-1 0,-1 0 0,0 0 0,0 0 0,-2-8 0,21 32 0,-8-5 0,0-3 0,0 0 0,0 0 0,1-1 0,0-1 0,1 0 0,16 7 0,-21-11 0,0 0 0,0-1 0,0 1 0,0-2 0,0 1 0,0-1 0,1 0 0,-1-1 0,0 0 0,1 0 0,-1-1 0,9-1 0,-14 1 0,0 0 0,-1 0 0,0 0 0,1-1 0,-1 1 0,0-1 0,1 1 0,-1-1 0,0 0 0,0 1 0,0-1 0,-1 0 0,1-1 0,0 1 0,-1 0 0,1 0 0,-1-1 0,0 1 0,0-1 0,0 1 0,0-1 0,0 1 0,0-1 0,-1 1 0,1-1 0,-1 0 0,0-3 0,1-4 0,-1 0 0,0 0 0,-1 1 0,0-1 0,-1 0 0,-3-12 0,2 12 17,-1 0 0,0 0 1,0 0-1,-1 1 0,0 0 0,-8-11 0,10 15-141,-1 0 0,-1 1 1,1-1-1,0 1 0,-1 0 0,0 0 1,0 0-1,-1 1 0,1 0 0,0 0 1,-11-4-1,3 3-6702</inkml:trace>
</inkml:ink>
</file>

<file path=ppt/ink/ink2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8:54.2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39 24575,'1'-2'0,"-1"0"0,1 0 0,0 0 0,0 0 0,0 0 0,0 0 0,0 0 0,0 0 0,0 1 0,0-1 0,1 0 0,-1 1 0,1-1 0,-1 1 0,1 0 0,0-1 0,-1 1 0,1 0 0,0 0 0,0 0 0,0 0 0,0 0 0,0 1 0,0-1 0,0 0 0,0 1 0,0 0 0,0-1 0,0 1 0,0 0 0,0 0 0,1 0 0,3 1 0,-1 1 0,1-1 0,0 1 0,-1 0 0,0 0 0,1 1 0,-1 0 0,0-1 0,0 2 0,-1-1 0,1 1 0,4 4 0,-3-3 0,-1 0 0,0 0 0,1 1 0,-2-1 0,8 11 0,-11-14 0,0 0 0,0-1 0,-1 1 0,1 0 0,0 0 0,-1 0 0,1 0 0,-1 0 0,0 0 0,0 0 0,1 0 0,-1 0 0,-1 0 0,1 0 0,0 0 0,0 0 0,-1 0 0,1 0 0,-1-1 0,1 1 0,-1 0 0,-1 2 0,-1 1 0,-1 1 0,1-1 0,-1 0 0,0 0 0,0 0 0,-1 0 0,-8 6 0,-4 1 0,-18 11 0,19-14 0,15-8 0,0 0 0,0-1 0,0 1 0,0 0 0,0 0 0,0 0 0,0-1 0,1 1 0,-1 0 0,0 0 0,0 0 0,1 0 0,-1 1 0,1-1 0,-1 0 0,1 0 0,-1 2 0,1-2 0,0 0 0,0 0 0,0-1 0,0 1 0,0 0 0,0-1 0,1 1 0,-1 0 0,0-1 0,1 1 0,-1 0 0,0-1 0,1 1 0,-1 0 0,1-1 0,-1 1 0,1-1 0,-1 1 0,1-1 0,-1 1 0,1-1 0,0 0 0,-1 1 0,1-1 0,-1 0 0,1 1 0,0-1 0,0 0 0,-1 0 0,1 1 0,0-1 0,0 0 0,20 5 25,0-1 1,0 0-1,24 0 0,66-3-991,-95-1 466,-4 0-6326</inkml:trace>
</inkml:ink>
</file>

<file path=ppt/ink/ink2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9:06.67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16 24575,'0'-1'0,"0"0"0,0 1 0,0-1 0,0 1 0,0-1 0,0 1 0,0-1 0,0 1 0,0-1 0,0 1 0,0-1 0,0 1 0,0-1 0,0 0 0,1 1 0,-1-1 0,0 1 0,0-1 0,1 1 0,-1 0 0,0-1 0,1 1 0,-1-1 0,0 1 0,1-1 0,-1 1 0,1 0 0,-1-1 0,1 1 0,0 0 0,-1 0 0,1 1 0,-1-1 0,1 1 0,-1-1 0,1 1 0,-1-1 0,0 1 0,1-1 0,-1 1 0,0-1 0,1 1 0,-1-1 0,0 1 0,1 0 0,-1-1 0,0 1 0,0-1 0,0 1 0,0 0 0,0-1 0,0 1 0,1 0 0,-2 0 0,4 18 0,0-1 0,1 0 0,7 21 0,-9-33 0,0 0 0,1-1 0,0 1 0,0-1 0,0 0 0,0 1 0,1-2 0,0 1 0,0 0 0,0-1 0,1 0 0,0 0 0,8 6 0,-10-8 0,0 0 0,1 0 0,-1-1 0,1 1 0,-1-1 0,1 0 0,0 1 0,-1-2 0,1 1 0,0 0 0,5-1 0,-6 0 0,0 0 0,0-1 0,0 0 0,-1 1 0,1-1 0,0 0 0,-1-1 0,1 1 0,-1 0 0,1-1 0,-1 1 0,1-1 0,-1 0 0,0 0 0,0 0 0,2-2 0,9-15 0,-11 16 0,0 0 0,-1 1 0,1-1 0,0 0 0,0 1 0,1-1 0,-1 1 0,0 0 0,4-3 0,-5 5 0,0 0 0,-1 0 0,1 0 0,0 0 0,-1 0 0,1 0 0,0 0 0,0 0 0,-1 0 0,1 0 0,0 1 0,0-1 0,-1 0 0,1 0 0,0 1 0,-1-1 0,1 0 0,0 1 0,-1-1 0,1 0 0,-1 1 0,2 0 0,14 14 0,-10-9 0,-2-3 0,0 0 0,1 0 0,-1 0 0,1-1 0,0 0 0,0 0 0,0 0 0,5 1 0,1-1 0,-1 1 0,22 0 0,-29-3 0,1 0 0,0 0 0,0 0 0,-1-1 0,1 0 0,-1 0 0,1 0 0,0 0 0,-1 0 0,0-1 0,1 1 0,-1-1 0,0 0 0,0 0 0,0 0 0,0-1 0,0 1 0,3-4 0,-4 3 0,0 1 0,0 0 0,-1-1 0,1 1 0,-1-1 0,0 0 0,1 1 0,-1-1 0,0 0 0,-1 0 0,1 1 0,0-1 0,-1 0 0,0 0 0,1 0 0,-1 0 0,0 0 0,-1 0 0,1 0 0,0 0 0,-1 0 0,0 1 0,-1-5 0,0 1 20,-1 0 0,0 1 0,0-1 0,0 0 0,-9-9 0,10 12-144,0 1 0,-1-1 1,0 0-1,0 1 0,1 0 0,-1 0 1,-1 0-1,1 0 0,0 0 0,0 1 1,-7-3-1,-1 2-6702</inkml:trace>
</inkml:ink>
</file>

<file path=ppt/ink/ink2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9:07.26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 0 24575,'0'0'0,"0"0"0,-1 0 0,1 0 0,0 0 0,0 0 0,-1 0 0,1 1 0,0-1 0,0 0 0,-1 0 0,1 0 0,0 0 0,0 0 0,0 0 0,-1 1 0,1-1 0,0 0 0,0 0 0,0 0 0,0 0 0,0 1 0,-1-1 0,1 0 0,0 0 0,0 1 0,0-1 0,0 0 0,0 0 0,0 0 0,0 1 0,0-1 0,0 0 0,0 13 0,6 11 0,-6-23 0,7 18 0,1 1 0,1-1 0,11 17 0,-13-22 0,-6-13-85,0 1 0,0-1-1,0 1 1,0-1 0,0 1-1,1-1 1,-1 1 0,1-1-1,-1 0 1,1 0 0,-1 0-1,1 0 1,-1 0 0,1 0-1,2 1 1,5 0-6741</inkml:trace>
</inkml:ink>
</file>

<file path=ppt/ink/ink2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9:07.80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181 12 24575,'-3'0'0,"-2"0"0,-4 0 0,-3 0 0,-1 0 0,-1 0 0,-1 0 0,0 0 0,0 0 0,0 0 0,0-3 0,-2 0 0,-1 0 0,3 1-8191</inkml:trace>
</inkml:ink>
</file>

<file path=ppt/ink/ink2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9:08.08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258 61 24575,'-20'-10'0,"-8"-3"0,-3 1 0,2 2 0,1 3 0,3 2 0,3 3 0,0 1 0,2 1 0,2 0 0,3 1-8191</inkml:trace>
</inkml:ink>
</file>

<file path=ppt/ink/ink2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9:11.15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14 22 24575,'-3'-18'0,"-1"15"0,0 12 0,3-2 0,0 0 0,1 0 0,-1 0 0,2 0 0,-1 0 0,1 0 0,0 0 0,0 0 0,1 0 0,0 0 0,0 0 0,0-1 0,1 1 0,0-1 0,0 0 0,1 0 0,0 0 0,0 0 0,1 0 0,-1-1 0,1 0 0,0 0 0,0 0 0,1-1 0,0 1 0,-1-1 0,11 4 0,-15-7 0,1 0 0,-1 0 0,1 0 0,0-1 0,-1 1 0,1-1 0,0 1 0,0-1 0,-1 0 0,1 0 0,0 0 0,0 0 0,-1 0 0,1 0 0,0 0 0,0 0 0,-1-1 0,1 1 0,0-1 0,0 1 0,-1-1 0,1 0 0,-1 1 0,1-1 0,2-2 0,-2 1 0,1-1 0,-1 1 0,0-1 0,0 1 0,0-1 0,-1 0 0,1 0 0,-1 0 0,1 0 0,-1 0 0,0 0 0,0 0 0,1-4 0,0-5 0,-1 7 0,-1 0 0,1 0 0,1 1 0,-1-1 0,4-8 0,-4 12 0,-1 1 0,1-1 0,-1 0 0,1 1 0,-1-1 0,1 0 0,0 1 0,-1-1 0,1 1 0,0-1 0,0 1 0,-1-1 0,1 1 0,0-1 0,0 1 0,0 0 0,-1-1 0,1 1 0,0 0 0,0 0 0,0 0 0,0 0 0,0 0 0,0-1 0,0 2 0,-1-1 0,1 0 0,0 0 0,0 0 0,0 0 0,0 1 0,0-1 0,-1 0 0,1 1 0,0-1 0,0 0 0,0 1 0,50 27 0,-31-17 0,35 15 0,-35-18 0,28 10 0,-43-17 0,-1 0 0,1 0 0,-1 0 0,1-1 0,0 1 0,-1-1 0,1 0 0,6-1 0,-10 1 0,1-1 0,-1 1 0,1 0 0,-1-1 0,0 1 0,1-1 0,-1 1 0,0-1 0,1 0 0,-1 1 0,0-1 0,0 0 0,0 0 0,1 0 0,-1 0 0,0 0 0,0 0 0,0 0 0,-1 0 0,1 0 0,1-3 0,-1 2 0,-1 0 0,1 0 0,-1 0 0,0 0 0,0 0 0,0 0 0,0-1 0,0 1 0,0 0 0,0 0 0,-1 0 0,1 0 0,-2-3 0,0-2 0,-1 1 0,0 0 0,-1 0 0,1 0 0,-1 0 0,0 0 0,-1 1 0,-5-7 0,3 6-227,-1 0-1,1 1 1,-1 0-1,-1 0 1,-8-4-1,4 4-6598</inkml:trace>
</inkml:ink>
</file>

<file path=ppt/ink/ink2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9:11.72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24575,'13'0'0,"-1"0"0,18 4 0,-26-3 0,0 0 0,0 0 0,0 0 0,0 0 0,0 1 0,0 0 0,0 0 0,0 0 0,-1 0 0,7 5 0,-9-6 0,0 1 0,0-1 0,-1 1 0,1-1 0,0 1 0,0-1 0,-1 1 0,1-1 0,-1 1 0,0 0 0,1-1 0,-1 1 0,0 0 0,0-1 0,0 1 0,0 0 0,0-1 0,0 1 0,-1 0 0,1-1 0,0 1 0,-1-1 0,0 1 0,1 0 0,-1-1 0,0 1 0,0-1 0,-1 3 0,-2 3 0,-1 0 0,0 0 0,0-1 0,-9 9 0,-4 0 0,14-12 0,1 0 0,-1 0 0,0 0 0,1 1 0,0-1 0,-1 1 0,-4 7 0,8-10 0,0-1 0,0 1 0,-1-1 0,1 1 0,0-1 0,0 1 0,0-1 0,0 1 0,0-1 0,0 1 0,-1-1 0,1 1 0,0-1 0,1 1 0,-1 0 0,0-1 0,0 1 0,0-1 0,0 1 0,0-1 0,0 1 0,1-1 0,-1 1 0,0-1 0,0 0 0,1 1 0,0 0 0,0 0 0,0 0 0,0-1 0,0 1 0,0 0 0,0-1 0,0 1 0,0-1 0,0 0 0,0 1 0,2 0 0,2-1 0,1 1 0,-1 0 0,0-1 0,8 0 0,35-8 0,-33 5 0,27-3 0,1 6-1365,-31 0-5461</inkml:trace>
</inkml:ink>
</file>

<file path=ppt/ink/ink2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9:12.16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142 7 24575,'-5'-2'0,"-4"-2"0,-3 4 0,-2 1 0,-1 0 0,-3 3 0,-1 0 0,1 0 0,0-1 0,4-1-8191</inkml:trace>
</inkml:ink>
</file>

<file path=ppt/ink/ink2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9:13.04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90 24575,'14'-14'0,"0"0"0,30-20 0,-39 31 0,1-1 0,0 1 0,0 0 0,0 0 0,0 1 0,1 0 0,-1 0 0,1 0 0,0 1 0,-1 0 0,14 0 0,-15 1 0,0 0 0,0 0 0,0 0 0,0 1 0,0 0 0,0 0 0,0 0 0,0 1 0,0-1 0,0 1 0,-1 0 0,1 1 0,-1-1 0,1 1 0,-1 0 0,0 0 0,0 0 0,0 0 0,-1 1 0,6 6 0,-6-6 0,0 0 0,0 0 0,0 0 0,0 1 0,-1-1 0,0 1 0,0-1 0,0 1 0,-1 0 0,1 0 0,-1 0 0,0 0 0,-1 0 0,1 0 0,-1 0 0,0 0 0,0 0 0,-1 0 0,1 0 0,-1 0 0,0 0 0,-1 0 0,1 0 0,-1 0 0,0-1 0,0 1 0,0-1 0,-1 1 0,0-1 0,0 0 0,0 0 0,-4 4 0,1-1 0,1-3 0,1 0 0,0 1 0,0 0 0,0-1 0,-4 11 0,7-15 0,1 1 0,0 0 0,-1 0 0,1-1 0,0 1 0,0 0 0,0 0 0,0-1 0,-1 1 0,1 0 0,0 0 0,0 0 0,1 0 0,-1-1 0,0 1 0,0 0 0,0 0 0,1-1 0,-1 3 0,1-2 0,0 0 0,0 0 0,0 0 0,0 0 0,0 0 0,0-1 0,1 1 0,-1 0 0,0 0 0,0-1 0,0 1 0,1-1 0,-1 1 0,0-1 0,3 1 0,10 1 0,0 0 0,0-1 0,0-1 0,0 0 0,20-3 0,-21 0-1365,-4 0-5461</inkml:trace>
</inkml:ink>
</file>

<file path=ppt/ink/ink2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9:13.34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3 24575,'0'-2'0,"2"1"0,2 4 0,-1 3 0,2 1 0,0 2 0,-1 1 0,2 2 0,1 2 0,1 0 0,0 0 0,0 1 0,0-3 0,0 0 0</inkml:trace>
</inkml:ink>
</file>

<file path=ppt/ink/ink2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9:13.56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24575,'10'9'0,"3"7"0,2 2 0,0 1 0,1-1 0,0 0 0,-3-1 0,-1-2 0,-3 0 0,0-2 0</inkml:trace>
</inkml:ink>
</file>

<file path=ppt/ink/ink2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9:13.76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328 41 24575,'-30'-7'0,"-11"-3"0,-2 0 0,4 3 0,4 2 0,5 4 0,3 2 0,4 2 0,0-1 0,2 3 0,5-1-8191</inkml:trace>
</inkml:ink>
</file>

<file path=ppt/ink/ink2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9:14.16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24575,'0'2'0,"0"4"0,2 0 0,2 3 0,1-2 0,1 2 0,1 0 0,3 3 0,1 1 0,1 0 0,2-1 0,-2-1 0,-1-2 0,1-2 0,-2-1 0,0 0 0,0-5 0</inkml:trace>
</inkml:ink>
</file>

<file path=ppt/ink/ink2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9:14.35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 0 24575,'-3'0'0,"0"3"0</inkml:trace>
</inkml:ink>
</file>

<file path=ppt/ink/ink2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9:17.86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2655 88 24575,'0'-3'0,"0"-3"0,0 1 0,0-1 0,-1 1 0,0-1 0,1 1 0,-4-8 0,4 11 0,-1 1 0,0-1 0,0 1 0,0-1 0,0 1 0,0 0 0,0-1 0,0 1 0,-1 0 0,1 0 0,0 0 0,-1-1 0,1 2 0,-1-1 0,1 0 0,-1 0 0,1 0 0,-1 1 0,0-1 0,1 1 0,-1-1 0,0 1 0,1 0 0,-4-1 0,-15 0 0,-26 1 0,28 1 0,0-1 0,-21-4 0,-28-2 0,-131 3 0,108 4 0,-331-1 0,319 7 0,8 1 0,-281-8 0,179-1 0,170 2 0,-29 6 0,-21 0 0,-374-6 0,219-2 0,218 1 1,0 2-1,-17 3 1,7-1-1368,11-2-5459</inkml:trace>
</inkml:ink>
</file>

<file path=ppt/ink/ink2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9:18.89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6 133 24575,'-5'-16'0,"5"12"0,4 12 0,9 24 0,12 47 0,-17-51 0,1 1 0,19 38 0,-28-67 0,0 0 0,0 1 0,0-1 0,0 1 0,0-1 0,0 0 0,1 1 0,-1-1 0,0 1 0,0-1 0,1 0 0,-1 1 0,0-1 0,0 0 0,1 0 0,-1 1 0,0-1 0,1 0 0,-1 0 0,0 1 0,1-1 0,-1 0 0,1 0 0,-1 0 0,0 0 0,1 1 0,-1-1 0,1 0 0,0 0 0,-1-1 0,1 1 0,-1 0 0,1-1 0,-1 1 0,1-1 0,-1 1 0,0-1 0,1 1 0,-1-1 0,0 0 0,1 1 0,-1-1 0,0 1 0,0-1 0,0 0 0,1 0 0,3-28 0,-3-3 0,-2 0 0,-1 0 0,-2 1 0,-1-1 0,-1 1 0,-20-59 0,24 86 0,1 3 0,1-1 0,-1 0 0,0 1 0,0-1 0,1 0 0,0 0 0,-1 0 0,1 0 0,0 1 0,0-1 0,-1 0 0,2 0 0,-1-3 0,1 4 0,-1 1 0,0 0 0,1 0 0,-1 1 0,1-1 0,-1 0 0,0 0 0,1 0 0,-1 0 0,1 0 0,-1 0 0,0 0 0,1 1 0,-1-1 0,0 0 0,1 0 0,-1 0 0,0 1 0,1-1 0,-1 0 0,0 1 0,0-1 0,1 0 0,-1 1 0,0-1 0,0 0 0,1 1 0,8 10 0,18 26 0,55 58 0,-77-90 0,1-1 0,-1 1 0,1-1 0,0 0 0,1 0 0,-1-1 0,1 0 0,-1 0 0,14 3 0,-18-5 0,1 0 0,-1-1 0,1 1 0,0-1 0,-1 0 0,1 1 0,0-1 0,0-1 0,-1 1 0,1 0 0,0-1 0,-1 1 0,1-1 0,-1 0 0,1 0 0,-1 0 0,1 0 0,-1 0 0,1-1 0,-1 1 0,0-1 0,0 1 0,0-1 0,0 0 0,0 0 0,0 0 0,0 0 0,2-4 0,4-10 0,0 0 0,-1-1 0,-1 0 0,4-18 0,7-19 0,-17 52 0,0 1 0,1 0 0,-1 0 0,1 0 0,-1 0 0,1 0 0,0 0 0,-1 0 0,1 0 0,0 0 0,0 0 0,-1 0 0,1 0 0,0 0 0,0 0 0,0 1 0,0-1 0,2-1 0,-2 2 0,0 0 0,-1 0 0,1 0 0,0 0 0,0 0 0,0 0 0,-1 0 0,1 0 0,0 0 0,0 1 0,0-1 0,-1 0 0,1 0 0,0 1 0,0-1 0,-1 1 0,1-1 0,0 0 0,0 1 0,0 0 0,3 4 0,1-1 0,-1 1 0,-1-1 0,1 1 0,5 11 0,101 155 0,-94-150-53,-10-14-134,-1-1-1,-1 1 1,1 0-1,-1 0 1,0 0-1,3 8 1,-3-2-6639</inkml:trace>
</inkml:ink>
</file>

<file path=ppt/ink/ink2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9:20.62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566 42 24575,'-11'6'0,"0"-2"0,-1 1 0,0-2 0,1 1 0,-1-1 0,-1-1 0,1-1 0,0 1 0,-13-2 0,2 1 0,-26 5 0,-14 0 0,26-5 0,-61-6 0,82 3 0,0-1 0,0 0 0,0-1 0,0-1 0,1-1 0,-19-9 0,31 14-97,1-1-1,-1 1 1,1-1-1,0 0 1,-1 1-1,1-1 1,0 0-1,0 0 1,0 0-1,1-1 1,-1 1-1,0 0 0,-2-5 1,1-4-6729</inkml:trace>
</inkml:ink>
</file>

<file path=ppt/ink/ink2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9:20.98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549 13 24575,'-21'-3'0,"-4"-1"0,1 1 0,-1 2 0,0 0 0,0 1 0,-36 6 0,36-3 0,-38 1 0,-4 1 0,46-2 0,0-1 0,-1-1 0,1 0 0,0-2 0,-34-5 0,41 3-1365,1 1-5461</inkml:trace>
</inkml:ink>
</file>

<file path=ppt/ink/ink2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9:21.41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107 0 24575,'0'0'0,"-1"1"0,0-1 0,0 1 0,1-1 0,-1 1 0,0-1 0,1 1 0,-1-1 0,0 1 0,1 0 0,-1-1 0,1 1 0,-1 0 0,1 0 0,-1-1 0,1 1 0,0 0 0,-1 0 0,1 0 0,0-1 0,0 1 0,0 0 0,-1 1 0,1 1 0,1-1 0,-1 0 0,0 0 0,1 0 0,-1 0 0,1 0 0,0 0 0,-1 0 0,3 3 0,1 3 0,1 0 0,0 0 0,9 9 0,14 11 0,1-1 0,1-1 0,46 30 0,-45-35 0,0-3 0,52 24 0,-76-39 0,16 8 0,-22-11 0,0 1 0,0-1 0,0 1 0,0 0 0,0 0 0,0 0 0,0-1 0,-1 1 0,1 0 0,0 0 0,0 0 0,-1 0 0,1 0 0,0 0 0,0 2 0,-1-2 0,0-1 0,0 1 0,0-1 0,0 1 0,-1 0 0,1-1 0,0 1 0,0-1 0,0 1 0,0-1 0,-1 1 0,1-1 0,0 1 0,-1-1 0,1 1 0,0-1 0,-1 1 0,1-1 0,-1 1 0,1-1 0,0 1 0,-1-1 0,1 0 0,-1 1 0,1-1 0,-1 0 0,0 0 0,1 1 0,-1-1 0,1 0 0,-1 0 0,1 0 0,-1 0 0,0 0 0,0 0 0,-27 4 0,23-3 0,-76 5-114,-97 15 357,157-17-457,1 1 1,-1 1-1,1 1 1,0 0 0,0 2-1,-24 14 1,35-17-6613</inkml:trace>
</inkml:ink>
</file>

<file path=ppt/ink/ink2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9:22.65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70 24575,'1'2'0,"0"1"0,0 0 0,-1 0 0,2 0 0,-1 0 0,0 0 0,1-1 0,-1 1 0,1-1 0,0 1 0,-1-1 0,1 1 0,0-1 0,1 0 0,2 2 0,7 10 0,0-2 0,-1-1 0,2 0 0,-1 0 0,26 15 0,-9-7 0,-24-15 0,0-1 0,0 0 0,0-1 0,0 1 0,1-1 0,-1 0 0,7 1 0,-11-2 0,0-1 0,0 0 0,0 0 0,0 0 0,0 0 0,1 0 0,-1 0 0,0 0 0,0 0 0,0 0 0,0-1 0,0 1 0,0 0 0,0-1 0,0 1 0,0-1 0,0 1 0,1-1 0,-1 0 0,-1 0 0,1 0 0,0 0 0,-1-1 0,1 1 0,-1 0 0,1 0 0,-1 0 0,1 0 0,-1 0 0,0-1 0,1 1 0,-1 0 0,0 0 0,0-1 0,0 1 0,0 0 0,0 0 0,0 0 0,-1-2 0,0-2 0,0 0 0,-1 0 0,1 0 0,-1 0 0,0 1 0,-1-1 0,1 1 0,-6-8 0,4 6 0,1 1 0,0-1 0,-5-11 0,8 17 0,0 0 0,0 0 0,0-1 0,0 1 0,0 0 0,-1 0 0,1 0 0,0-1 0,0 1 0,0 0 0,0 0 0,0-1 0,0 1 0,0 0 0,0 0 0,0-1 0,0 1 0,0 0 0,0 0 0,0-1 0,1 1 0,-1 0 0,0 0 0,0-1 0,0 1 0,0 0 0,0 0 0,0 0 0,0-1 0,1 1 0,-1 0 0,0 0 0,0 0 0,0 0 0,1-1 0,-1 1 0,0 0 0,0 0 0,0 0 0,1 0 0,-1 0 0,14 1 0,14 10 0,0 4 0,82 36 0,-99-47 0,0 0 0,1-1 0,-1 0 0,1-1 0,0 0 0,0-1 0,23-1 0,-33 0 0,0 0 0,0 0 0,0 0 0,0-1 0,0 1 0,0-1 0,0 1 0,0-1 0,0 0 0,0 0 0,0 0 0,-1 0 0,1 0 0,0 0 0,-1 0 0,1-1 0,0 1 0,-1 0 0,0-1 0,1 0 0,-1 1 0,0-1 0,2-2 0,-2 0 0,1-1 0,-1 1 0,0 0 0,0-1 0,-1 1 0,0-1 0,1 1 0,-1 0 0,-1-10 0,0 7 0,-1-1 0,1 1 0,-1 0 0,-1-1 0,1 1 0,-1 0 0,0 1 0,-1-1 0,0 0 0,-5-7 0,5 10 0,1-1 0,-1 1 0,1 0 0,-1 0 0,0 1 0,-1-1 0,1 1 0,-1 0 0,1 0 0,-1 0 0,0 1 0,0 0 0,0 0 0,-11-3 0,15 5-76,0 0 1,-1 0-1,1 0 0,-1 0 0,1 0 0,-1 0 0,1 0 0,0 0 1,-1 1-1,1-1 0,0 0 0,-1 1 0,1 0 0,0-1 1,-1 1-1,1 0 0,-2 1 0</inkml:trace>
</inkml:ink>
</file>

<file path=ppt/ink/ink2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9:23.27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47 24575,'0'-2'0,"0"0"0,0 1 0,0-1 0,0 0 0,1 1 0,-1-1 0,0 0 0,1 1 0,0-1 0,-1 1 0,1-1 0,0 1 0,0-1 0,0 1 0,0 0 0,0-1 0,0 1 0,0 0 0,3-2 0,-1 1 0,-1 0 0,1 0 0,0 1 0,0 0 0,0 0 0,1-1 0,-1 2 0,0-1 0,6-1 0,-1 2 0,0-1 0,1 1 0,-1 0 0,0 1 0,0 0 0,1 1 0,11 3 0,-16-4 0,-1 0 0,1 1 0,-1 0 0,1-1 0,-1 1 0,0 0 0,0 0 0,0 1 0,0-1 0,-1 1 0,1 0 0,-1-1 0,1 1 0,-1 0 0,0 0 0,0 1 0,0-1 0,0 0 0,-1 1 0,0-1 0,1 1 0,-1-1 0,0 1 0,-1-1 0,1 1 0,-1 0 0,1 0 0,-1-1 0,0 1 0,0 0 0,-1 0 0,1-1 0,-1 1 0,0 0 0,0-1 0,0 1 0,-1-1 0,1 1 0,-1-1 0,-1 4 0,-42 50 0,45-57 0,-1 1 0,1-1 0,-1 1 0,1 0 0,0-1 0,-1 1 0,1-1 0,0 1 0,-1 0 0,1-1 0,0 1 0,0 0 0,0-1 0,-1 1 0,1 0 0,0-1 0,0 1 0,0 0 0,0 0 0,0-1 0,1 1 0,-1 0 0,0-1 0,0 1 0,1 1 0,0-1 0,-1 0 0,1-1 0,0 1 0,0 0 0,0-1 0,0 1 0,0-1 0,0 1 0,0-1 0,0 1 0,0-1 0,0 1 0,0-1 0,0 0 0,1 0 0,7 2 0,0-2 0,0 1 0,12-2 0,-15 0 0,69 0-1365,-62 1-5461</inkml:trace>
</inkml:ink>
</file>

<file path=ppt/ink/ink2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9:23.97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215 22 24575,'-10'-2'0,"-5"-2"0,-1 4 0,1 0 0,-1 2 0,1-1 0,0 0 0,1 0 0,-1 0 0,1-1 0,-1-2 0,1-1 0,0-3 0,-1 0 0,3 1-8191</inkml:trace>
</inkml:ink>
</file>

<file path=ppt/ink/ink2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9:24.21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303 29 24575,'-27'-7'0,"-11"-3"0,-4 3 0,2 3 0,4 4 0,4 2 0,4 4 0,4 0 0,3 0 0,6-2-8191</inkml:trace>
</inkml:ink>
</file>

<file path=ppt/ink/ink2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9:25.76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87 130 24575,'1'14'0,"-1"-1"0,2 0 0,0 0 0,0 0 0,7 18 0,-7-25 0,0 0 0,0 0 0,1 0 0,0-1 0,0 1 0,1-1 0,-1 0 0,1 1 0,0-2 0,1 1 0,-1-1 0,1 1 0,6 4 0,-10-9 0,-1 0 0,0 0 0,0 0 0,0 1 0,0-1 0,0 0 0,0 0 0,0 0 0,0 0 0,1 0 0,-1 0 0,0 0 0,0 0 0,0 0 0,0 0 0,0 0 0,1 1 0,-1-1 0,0 0 0,0 0 0,0 0 0,0 0 0,1 0 0,-1 0 0,0 0 0,0 0 0,0 0 0,0 0 0,1-1 0,-1 1 0,0 0 0,0 0 0,0 0 0,0 0 0,0 0 0,0 0 0,1 0 0,-1 0 0,0 0 0,0 0 0,0 0 0,0-1 0,0 1 0,0-8 0,-7-12 0,-5-2 0,0 1 0,-1-1 0,-21-24 0,-16-27 0,44 63 0,0 0 0,1-1 0,0 0 0,1 0 0,-4-15 0,7 13 0,1 13 0,0 0 0,0 0 0,0 0 0,0 0 0,1 0 0,-1 0 0,0 0 0,0 0 0,0 0 0,0 0 0,0 0 0,0-1 0,1 1 0,-1 0 0,0 0 0,0 0 0,0 0 0,0 1 0,0-1 0,0 0 0,1 0 0,-1 0 0,0 0 0,0 0 0,0 0 0,0 0 0,0 0 0,0 0 0,1 0 0,-1 0 0,0 0 0,0 0 0,0 0 0,0 1 0,0-1 0,0 0 0,0 0 0,0 0 0,0 0 0,1 0 0,-1 0 0,0 1 0,16 20 0,-12-14 0,2 0 0,1 0 0,-1 0 0,1 0 0,1-1 0,-1 0 0,1 0 0,0-1 0,15 7 0,-8-5 0,1 0 0,1-2 0,33 8 0,-47-12 0,0-1 0,0 1 0,1-1 0,-1 0 0,1 0 0,-1 0 0,0 0 0,1 0 0,-1-1 0,0 0 0,1 0 0,-1 1 0,0-2 0,0 1 0,0 0 0,0-1 0,0 1 0,0-1 0,0 0 0,0 0 0,-1 0 0,3-3 0,-2 1 0,0 0 0,0 0 0,0 0 0,-1 0 0,1-1 0,-1 1 0,-1-1 0,1 1 0,0-1 0,-1 0 0,0 0 0,0 1 0,-1-1 0,1-8 0,-1 6 0,1-9 0,-1 15 0,0 1 0,0 0 0,0 0 0,0 0 0,0 0 0,0 0 0,0 0 0,0 0 0,0 0 0,0 0 0,0 0 0,0 0 0,0 0 0,0-1 0,0 1 0,0 0 0,0 0 0,0 0 0,0 0 0,1 0 0,-1 0 0,0 0 0,0 0 0,0 0 0,0 0 0,0 0 0,0 0 0,0 0 0,0 0 0,0 0 0,0 0 0,0 0 0,0 0 0,1 0 0,-1 0 0,0 0 0,0 0 0,0 0 0,0 0 0,0 0 0,0 0 0,0 0 0,0 0 0,0 0 0,0 0 0,0 0 0,0 0 0,1 0 0,-1 0 0,6 9 0,55 96 0,-50-89 0,0-1 0,1 0 0,1-1 0,20 18 0,-8-9-14,-19-17-212,0 1 1,1-1 0,0-1 0,0 1 0,13 6 0,-12-9-6601</inkml:trace>
</inkml:ink>
</file>

<file path=ppt/ink/ink2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9:26.61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56 24575,'0'3'0,"1"1"0,-1 0 0,1-1 0,-1 1 0,1-1 0,0 1 0,0 0 0,1-1 0,-1 0 0,1 1 0,-1-1 0,1 0 0,5 6 0,-4-5 0,1 0 0,0 0 0,0-1 0,0 1 0,1-1 0,-1 0 0,1 0 0,9 4 0,-6-4 0,0-1 0,0 1 0,0-1 0,0 0 0,0-1 0,1 0 0,-1 0 0,0-1 0,1 0 0,-1-1 0,0 0 0,13-2 0,-19 2 0,0 1 0,-1-1 0,1 1 0,-1-1 0,1 0 0,-1 1 0,1-1 0,-1 0 0,0 0 0,1 0 0,-1 0 0,0 0 0,0 0 0,0-1 0,0 1 0,0 0 0,0-1 0,0 1 0,0 0 0,0-1 0,1-2 0,-1-1 0,0 0 0,0 0 0,-1 0 0,1 0 0,-1-8 0,2-20 0,-2 33 0,0 0 0,0-1 0,0 1 0,0 0 0,0 0 0,0-1 0,0 1 0,0 0 0,1 0 0,-1-1 0,0 1 0,0 0 0,0-1 0,0 1 0,1 0 0,-1 0 0,0 0 0,0-1 0,1 1 0,-1 0 0,0 0 0,0 0 0,1 0 0,-1-1 0,0 1 0,0 0 0,1 0 0,-1 0 0,0 0 0,1 0 0,-1 0 0,0 0 0,0 0 0,1 0 0,-1 0 0,0 0 0,1 0 0,-1 0 0,0 0 0,1 0 0,-1 0 0,0 0 0,0 0 0,1 0 0,-1 1 0,0-1 0,0 0 0,1 0 0,-1 0 0,0 0 0,0 1 0,1-1 0,-1 0 0,0 0 0,0 1 0,0-1 0,1 0 0,-1 1 0,17 18 0,-12-12 0,1-1 0,-1 0 0,1-1 0,1 0 0,-1 0 0,1 0 0,-1-1 0,1 0 0,1 0 0,-1 0 0,10 2 0,-15-5 0,0-1 0,-1 0 0,1 0 0,0 0 0,-1 0 0,1 0 0,0 0 0,-1-1 0,1 1 0,-1 0 0,1-1 0,0 1 0,-1-1 0,1 0 0,-1 0 0,0 1 0,2-2 0,0 0 0,-1 0 0,1 0 0,-1-1 0,0 1 0,0-1 0,0 1 0,0-1 0,2-4 0,-2 2 0,1 0 0,-1-1 0,0 1 0,-1-1 0,1 1 0,-1-1 0,0 1 0,0-1 0,-1-9 0,0 13-72,-1 0 1,1 0-1,-1 0 0,1 0 0,-1 0 0,0 0 0,0 0 0,0 0 1,0 0-1,0 1 0,0-1 0,-1 0 0,1 0 0,-1 1 0,1-1 1,-1 1-1,0 0 0,-1-2 0,-5-2-6754</inkml:trace>
</inkml:ink>
</file>

<file path=ppt/ink/ink2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9:27.00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24575,'0'5'0,"0"4"0,0 3 0,3-1 0,0 1 0,0 0 0,2 1 0,0 0 0,2 1 0,2 1 0,-1-1 0,-1 1 0,-2-3-8191</inkml:trace>
</inkml:ink>
</file>

<file path=ppt/ink/ink2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9:32.31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 8 24575,'-6'-8'0,"6"12"0,5 15 0,38 77 0,-17-42 0,-22-44 0,0 0 0,0 0 0,2 13 0,-5-21-151,-1-1-1,0 1 0,1-1 0,-1 1 1,1 0-1,0-1 0,-1 1 1,3 1-1</inkml:trace>
</inkml:ink>
</file>

<file path=ppt/ink/ink2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9:32.50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405 30 24575,'-27'-4'0,"-14"-3"0,-5 1 0,1 1 0,5 1 0,5 2 0,6 1 0,5 0 0,2 1 0,2 1 0,2 1 0,2 2 0,1 2 0,0 0 0,4-1-8191</inkml:trace>
</inkml:ink>
</file>

<file path=ppt/ink/ink2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9:33.17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91 24575,'3'-7'0,"0"1"0,0 0 0,0 0 0,1 0 0,0 0 0,0 1 0,0-1 0,1 1 0,6-6 0,-7 8 0,0 0 0,0 0 0,0 1 0,0-1 0,1 1 0,-1 0 0,1 1 0,-1-1 0,1 1 0,0 0 0,-1 0 0,1 0 0,0 0 0,5 1 0,-2 0 0,1-1 0,-1 1 0,1 1 0,-1-1 0,1 1 0,8 3 0,-15-4 0,0 1 0,0-1 0,-1 1 0,1 0 0,0 0 0,0 0 0,-1 0 0,1 0 0,-1 0 0,1 1 0,-1-1 0,1 0 0,-1 1 0,0-1 0,1 1 0,-1-1 0,0 1 0,0 0 0,0 0 0,-1-1 0,1 1 0,0 0 0,-1 0 0,1 0 0,-1 0 0,1 0 0,-1 2 0,1 3 0,-1-1 0,0 0 0,0 1 0,-1-1 0,0 0 0,0 0 0,0 1 0,-5 10 0,0-2 0,-2 0 0,-9 15 0,10-18 0,6-10 0,-1 0 0,1 0 0,0 1 0,0-1 0,0 0 0,1 0 0,-1 1 0,0-1 0,1 0 0,0 1 0,-1-1 0,1 1 0,0-1 0,0 0 0,0 1 0,1-1 0,0 3 0,-1-3 0,1-1 0,0 0 0,-1 1 0,1-1 0,0 0 0,0 0 0,0 0 0,0 0 0,0 0 0,0 0 0,1 0 0,-1 0 0,0 0 0,0 0 0,1-1 0,-1 1 0,0-1 0,1 1 0,-1-1 0,1 1 0,-1-1 0,0 0 0,1 1 0,-1-1 0,1 0 0,-1 0 0,1 0 0,2-1 0,11 0 0,-1-2 0,1 1 0,-1-2 0,16-5 0,0 0 0,-6 1-1365,-15 4-5461</inkml:trace>
</inkml:ink>
</file>

<file path=ppt/ink/ink2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9:33.50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24575,'5'10'0,"2"5"0,1 3 0,1 1 0,0 0 0,1-2 0,2-3 0,1-1 0,-2-1 0,0-2 0,1-1 0,0-2 0,-2 1 0,1-1 0</inkml:trace>
</inkml:ink>
</file>

<file path=ppt/ink/ink2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9:33.72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24575,'17'15'0,"11"7"0,3 2 0,-2 0 0,-2-2 0,-2-2 0,-2-2 0,-6-2 0,-2-4 0,-2 0 0,-1-1 0,-2-2-8191</inkml:trace>
</inkml:ink>
</file>

<file path=ppt/ink/ink2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9:33.94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419 44 24575,'-29'-8'0,"-15"-2"0,-5 1 0,4 2 0,4 1 0,5 3 0,5 4 0,4 1 0,3 1 0,4 2 0,3 1 0,1 1 0,2 0 0,0-2 0,3-1-8191</inkml:trace>
</inkml:ink>
</file>

<file path=ppt/ink/ink2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9:34.39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24575,'0'2'0,"0"4"0,0 3 0,3 0 0,0 1 0,2-2 0,1 2 0,2 0 0,1-1 0,0 0 0,0-1 0,2-2 0,1-2 0,-2-5 0,0-1 0,-1-3 0,-3-4 0</inkml:trace>
</inkml:ink>
</file>

<file path=ppt/ink/ink2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9:34.83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84 41 24575,'-7'-10'0,"-1"-3"0,2 3 0,-1 4 0,1 4 0,2 6 0,-2 2 0,-2-1 0,-1-2 0,-3-5 0,2-2-8191</inkml:trace>
</inkml:ink>
</file>

<file path=ppt/ink/ink2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0:07.8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45 24575,'6'-5'0,"-1"1"0,1 0 0,-1 0 0,1 0 0,0 0 0,1 1 0,-1 0 0,1 0 0,-1 1 0,1 0 0,0 0 0,0 1 0,10-2 0,-13 3 0,1 0 0,-1-1 0,0 1 0,1 1 0,-1-1 0,1 1 0,-1 0 0,0 0 0,0 0 0,1 0 0,-1 1 0,0 0 0,0-1 0,0 2 0,-1-1 0,1 0 0,0 1 0,-1 0 0,1-1 0,-1 1 0,0 1 0,4 4 0,-5-4 0,0-1 0,-1 0 0,1 1 0,-1 0 0,0-1 0,0 1 0,0 0 0,0 0 0,-1 0 0,1-1 0,-1 1 0,0 0 0,0 0 0,-1 0 0,1 0 0,-1 0 0,0-1 0,0 1 0,0 0 0,-2 4 0,0-2 0,1-1 0,-1 1 0,0-1 0,0 0 0,0 0 0,-1 0 0,1-1 0,-1 1 0,-1-1 0,1 0 0,0 0 0,-8 5 0,-21 7 0,62-17 0,120-2-156,-106 4-1053,-30-1-5617</inkml:trace>
</inkml:ink>
</file>

<file path=ppt/ink/ink2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0:43.6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1 103 24575,'0'-5'0,"3"4"0,4 11 0,6 18 0,50 143 0,-53-137 0,-8-26 0,-1-1 0,2 1 0,-1-1 0,7 13 0,-9-19 0,0-1 0,0 0 0,1 0 0,-1 0 0,0 1 0,0-1 0,0 0 0,0 0 0,0 0 0,0 0 0,0 1 0,1-1 0,-1 0 0,0 0 0,0 0 0,0 0 0,0 0 0,0 0 0,1 1 0,-1-1 0,0 0 0,0 0 0,0 0 0,1 0 0,-1 0 0,0 0 0,0 0 0,0 0 0,1 0 0,-1 0 0,0 0 0,0 0 0,0 0 0,1 0 0,-1 0 0,0 0 0,0 0 0,1 0 0,3-8 0,1-13 0,-5 7 0,0 0 0,-1-1 0,0 1 0,-1 0 0,-1 0 0,0 0 0,-1 0 0,-7-16 0,-8-15 0,-27-44 0,36 72 0,7 13 0,0-1 0,0 0 0,0 1 0,1-1 0,0 0 0,0 0 0,0 0 0,1 0 0,-1-1 0,1 1 0,0-7 0,1 12 0,0 0 0,0 0 0,0 0 0,0-1 0,0 1 0,0 0 0,0 0 0,0 0 0,0 0 0,0 0 0,0-1 0,0 1 0,0 0 0,0 0 0,0 0 0,0 0 0,0 0 0,0 0 0,0-1 0,0 1 0,0 0 0,0 0 0,0 0 0,0 0 0,0 0 0,0 0 0,0-1 0,1 1 0,-1 0 0,0 0 0,0 0 0,0 0 0,0 0 0,0 0 0,0 0 0,0 0 0,1 0 0,-1 0 0,0 0 0,0 0 0,0 0 0,0-1 0,0 1 0,0 0 0,1 0 0,-1 0 0,0 0 0,6 7 0,5 12 0,-11-18 0,7 13 0,0 1 0,1-2 0,0 1 0,1-1 0,1-1 0,0 1 0,22 19 0,7 4 0,-23-21 0,0 0 0,26 17 0,-37-28 0,1-1 0,0 0 0,0 0 0,-1 0 0,2-1 0,-1 0 0,0 0 0,0-1 0,1 0 0,-1 0 0,0 0 0,11-1 0,-15 0 0,0 0 0,0-1 0,0 1 0,0-1 0,0 0 0,0 0 0,-1 1 0,1-1 0,0 0 0,0-1 0,-1 1 0,1 0 0,-1 0 0,1-1 0,-1 1 0,0-1 0,1 1 0,-1-1 0,0 1 0,0-1 0,0 0 0,0 0 0,-1 1 0,2-5 0,2-5 0,-1 0 0,0 0 0,1-13 0,-2 13 0,1-20 0,-3 25 0,0-1 0,1 1 0,0-1 0,0 1 0,0 0 0,1 0 0,0 0 0,0 0 0,4-6 0,-6 11 0,0 1 0,1-1 0,-1 1 0,0-1 0,1 1 0,-1 0 0,1-1 0,-1 1 0,1-1 0,-1 1 0,1 0 0,-1 0 0,1-1 0,-1 1 0,1 0 0,0 0 0,-1-1 0,1 1 0,-1 0 0,1 0 0,0 0 0,-1 0 0,1 0 0,-1 0 0,1 0 0,0 0 0,-1 0 0,1 0 0,-1 1 0,1-1 0,0 0 0,-1 0 0,1 0 0,-1 1 0,1-1 0,-1 0 0,1 1 0,-1-1 0,1 1 0,-1-1 0,1 0 0,-1 1 0,1-1 0,-1 1 0,1 0 0,2 2 0,0 0 0,-1 1 0,1 0 0,4 7 0,6 14 0,183 314 0,-185-317-1365</inkml:trace>
</inkml:ink>
</file>

<file path=ppt/ink/ink2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0:44.0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330 29 24575,'-3'0'0,"0"1"0,0-1 0,0 1 0,-1 0 0,-3 2 0,-11 2 0,7-4 0,-1-1 0,1 0 0,0-1 0,0 0 0,-14-4 0,1 1 0,-91-13 0,58 7-1365,45 8-5461</inkml:trace>
</inkml:ink>
</file>

<file path=ppt/ink/ink2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0:44.4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375 30 24575,'-25'0'0,"-34"1"0,1-3 0,-78-13 0,54 3-1365,67 11-5461</inkml:trace>
</inkml:ink>
</file>

<file path=ppt/ink/ink2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0:45.3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 24575,'40'-3'0,"0"2"0,0 2 0,0 1 0,0 2 0,-1 2 0,0 2 0,57 18 0,-83-23 0,-10-2 0,-1-1 0,1 1 0,0 0 0,-1-1 0,1 1 0,0 0 0,-1 1 0,1-1 0,-1 0 0,0 1 0,3 1 0,-5-2 0,0-1 0,1 0 0,-1 1 0,0-1 0,0 1 0,0-1 0,0 1 0,0-1 0,0 0 0,0 1 0,0-1 0,0 1 0,-1-1 0,1 0 0,0 1 0,0-1 0,0 1 0,0-1 0,-1 0 0,1 1 0,0-1 0,0 0 0,-1 1 0,1-1 0,0 0 0,0 1 0,-1-1 0,1 1 0,-12 8 0,9-7 0,-11 8 0,1 1 0,1 0 0,-1 1 0,2 0 0,-17 22 0,20-23 0,5-8 0,1-1 0,0 1 0,0 0 0,0 0 0,0 1 0,0-1 0,1 0 0,-1 1 0,-1 4 0,4-8 0,-1 1 0,0-1 0,0 1 0,0-1 0,0 1 0,0 0 0,0-1 0,1 1 0,-1-1 0,0 1 0,1-1 0,-1 0 0,0 1 0,1-1 0,-1 1 0,0-1 0,1 1 0,-1-1 0,1 0 0,-1 1 0,0-1 0,1 0 0,-1 0 0,1 1 0,0-1 0,16 6 0,-11-4 0,7 3 0,-1 1 0,0 0 0,0 1 0,0 0 0,-1 1 0,0 0 0,0 1 0,-1 0 0,0 1 0,-1 0 0,14 18 0,-21-25 0,0 0 0,-1 0 0,1 0 0,0 0 0,-1 0 0,0 1 0,0-1 0,0 1 0,0-1 0,-1 0 0,1 1 0,-1-1 0,0 1 0,0-1 0,-1 6 0,1-7 0,-1 0 0,1 0 0,-1 0 0,0 0 0,0-1 0,0 1 0,0 0 0,0 0 0,0-1 0,0 1 0,-1-1 0,1 1 0,0-1 0,-1 1 0,0-1 0,1 0 0,-1 0 0,0 0 0,1 0 0,-1 0 0,0 0 0,0 0 0,0 0 0,0-1 0,0 1 0,0-1 0,-3 1 0,-15 1 0,1-1 0,-36-2 0,17 0 0,-7-2-164,-69-13-1,82 11-871,14 2-5790</inkml:trace>
</inkml:ink>
</file>

<file path=ppt/ink/ink2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0:53.0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24575,'3'10'0,"0"6"0,0 2 0,0 1 0,-1-1 0,-1 0 0,-1-2 0,0-2-8191</inkml:trace>
</inkml:ink>
</file>

<file path=ppt/ink/ink2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0:54.8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 24575,'0'0'0,"0"0"0,0-1 0,0 1 0,0 0 0,0-1 0,0 1 0,0 0 0,0 0 0,0-1 0,0 1 0,0 0 0,1-1 0,-1 1 0,0 0 0,0 0 0,0-1 0,1 1 0,-1 0 0,0 0 0,0 0 0,0-1 0,1 1 0,-1 0 0,0 0 0,1 0 0,-1 0 0,0-1 0,0 1 0,1 0 0,-1 0 0,0 0 0,1 0 0,-1 0 0,0 0 0,1 0 0,-1 0 0,0 0 0,0 0 0,1 0 0,4 13 0,-3 22 0,-2-35 0,1 30 0,7 36 0,-7-57 0,2 19 0,-1 0 0,-1 0 0,-4 32 0,-3-23 0,12-85 0,-5-53 0,-1 127 0,-1 8 0,2-1 0,7 44 0,-5-62 0,-3-11 0,1 1 0,-1-1 0,1 0 0,0 1 0,1-1 0,2 6 0,-4-10 0,0 0 0,0 1 0,0-1 0,0 0 0,0 0 0,0 0 0,0 0 0,0 0 0,0 0 0,0 0 0,0 0 0,0 0 0,0 0 0,0 1 0,0-1 0,0 0 0,0 0 0,0 0 0,0 0 0,0 0 0,0 0 0,0 0 0,0 0 0,0 0 0,1 0 0,-1 0 0,0 0 0,0 0 0,0 0 0,0 1 0,0-1 0,0 0 0,0 0 0,0 0 0,0 0 0,0 0 0,0 0 0,1 0 0,-1 0 0,0 0 0,0 0 0,0 0 0,0 0 0,0 0 0,0 0 0,0 0 0,0 0 0,0 0 0,0 0 0,1 0 0,-1 0 0,0 0 0,0-1 0,0 1 0,0 0 0,0 0 0,0 0 0,0 0 0,0 0 0,1-7 0,-2-10 0,-2 1-1365,1-1-5461</inkml:trace>
</inkml:ink>
</file>

<file path=ppt/ink/ink2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0:57.0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160 20 24575,'-3'-3'0,"-1"1"0,0-1 0,0 1 0,-1 0 0,1 1 0,0-1 0,-1 1 0,1-1 0,-6 1 0,8 0 0,0 1 0,0 0 0,0 0 0,0 1 0,-1-1 0,1 0 0,0 1 0,0-1 0,0 1 0,0 0 0,0-1 0,0 1 0,1 0 0,-1 0 0,0 1 0,0-1 0,1 0 0,-1 0 0,0 1 0,1-1 0,-3 4 0,-3 4 0,0 1 0,1 0 0,0 1 0,1 0 0,0-1 0,0 2 0,1-1 0,-4 22 0,5-18 0,-1 2 0,1-1 0,0 1 0,1 17 0,2-18 0,0-1 0,1 0 0,0 0 0,1 1 0,1-1 0,8 24 0,-8-31 0,0 1 0,1-1 0,1 0 0,-1 0 0,10 10 0,-11-13 0,1-1 0,0 0 0,0-1 0,0 1 0,0-1 0,0 0 0,1 0 0,0 0 0,0 0 0,6 2 0,3-1 0,1 0 0,-1-1 0,0 0 0,27 1 0,59-7 0,-97 3 0,0 0 0,0-1 0,0 0 0,0 1 0,0-1 0,0 0 0,0-1 0,0 1 0,-1 0 0,1-1 0,0 0 0,-1 1 0,1-1 0,-1 0 0,4-5 0,-5 6 0,0 0 0,0 0 0,0 0 0,-1-1 0,1 1 0,-1 0 0,1-1 0,-1 1 0,1 0 0,-1-1 0,0 1 0,1-1 0,-1 1 0,0-1 0,0 1 0,0-1 0,0 1 0,-1 0 0,1-1 0,0 1 0,-1-1 0,1 1 0,-1 0 0,1-1 0,-1 1 0,1 0 0,-1-1 0,0 1 0,0 0 0,0 0 0,1 0 0,-1 0 0,-1 0 0,1 0 0,-1-1 0,-9-7 0,0 0 0,0 1 0,-1 1 0,0 0 0,-1 0 0,0 1 0,-17-5 0,28 10 6,0 1 0,0-1-1,0 0 1,0 1 0,0 0-1,0-1 1,-1 1 0,1 0 0,0 0-1,0 0 1,0 1 0,0-1-1,-1 0 1,1 1 0,0-1-1,0 1 1,0 0 0,0 0 0,0 0-1,-3 1 1,3 0-99,0 0 0,0 0 1,0 0-1,0 0 0,0 1 0,1-1 0,-1 0 0,1 1 1,-1-1-1,1 1 0,0 0 0,0-1 0,0 1 1,0 0-1,0 3 0,-1 7-6733</inkml:trace>
</inkml:ink>
</file>

<file path=ppt/ink/ink2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0:57.5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4 24575,'-4'-4'0,"5"10"0,7 9 0,-7-14 0,45 74 0,-29-49 0,0 1 0,12 30 0,-29-56-83,5 10 297,-5-11-261,0 0 0,0 0 0,0 1 1,0-1-1,0 0 0,0 1 1,0-1-1,0 0 0,0 0 0,0 1 1,1-1-1,-1 0 0,-1 0 0,1 1 1,0-1-1,0 0 0,0 1 0,0-1 1,0 0-1,0 0 0,0 1 0,0-1 1,0 0-1,0 0 0,-1 1 0,1-1 1,0 0-1,0 0 0,0 0 0,0 1 1,-1-1-1</inkml:trace>
</inkml:ink>
</file>

<file path=ppt/ink/ink2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0:57.8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 24575,'-1'1'0,"1"0"0,-1 0 0,1 0 0,0 0 0,-1 1 0,1-1 0,0 0 0,-1 0 0,1 0 0,0 0 0,0 1 0,0-1 0,0 0 0,0 0 0,1 0 0,-1 1 0,0-1 0,0 0 0,1 0 0,-1 0 0,1 1 0,11 24 0,-4-13 0,1 0 0,11 12 0,-3-3 0,0-2-455,0-1 0,26 23 0</inkml:trace>
</inkml:ink>
</file>

<file path=ppt/ink/ink2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0:58.0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457 91 24575,'-29'-14'0,"-13"-6"0,-4 1 0,4 4 0,6 5 0,7 3 0,6 3 0,2 3 0,2 1 0,2 0 0,-1 1 0,-3 0 0,-2 0 0,-2 2 0,0 0 0,2 1 0,6-2-8191</inkml:trace>
</inkml:ink>
</file>

<file path=ppt/ink/ink2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1:02.1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53 24575,'0'-1'0,"0"0"0,0 0 0,0 0 0,0 0 0,0 0 0,-1 0 0,1 0 0,0 0 0,0 0 0,-1 0 0,0-2 0,1 3 0,0 0 0,-1-1 0,1 1 0,0 0 0,0 0 0,-1 0 0,1-1 0,0 1 0,0 0 0,-1 0 0,1 0 0,0-1 0,-1 1 0,1 0 0,0 0 0,-1 0 0,1 0 0,0 0 0,-1 0 0,1 0 0,0 0 0,-1 0 0,0 0 0,1 0 0,-1 1 0,0-1 0,0 0 0,0 1 0,0-1 0,1 1 0,-1-1 0,0 1 0,0 0 0,1-1 0,-1 1 0,0 0 0,1-1 0,-1 1 0,1 0 0,-1 0 0,1 0 0,-1 0 0,1-1 0,0 1 0,-1 0 0,1 0 0,0 1 0,-2 4 0,1 0 0,0 0 0,1 0 0,-1 7 0,1-11 0,0 1 0,0 0 0,1-1 0,-1 1 0,0-1 0,1 1 0,0-1 0,0 1 0,0-1 0,0 1 0,2 3 0,-3-6 0,0 0 0,0 0 0,0 0 0,0 0 0,0 0 0,0 0 0,1 1 0,-1-1 0,0 0 0,0 0 0,0 0 0,0 0 0,0 0 0,0 0 0,0 0 0,0 0 0,0 0 0,0 0 0,0 0 0,0 0 0,0 0 0,0 0 0,1 0 0,-1 0 0,0 0 0,0 0 0,0 0 0,0 0 0,0 0 0,0 0 0,0 0 0,0 0 0,0 0 0,0 0 0,0 0 0,0 0 0,0 0 0,0-1 0,0 1 0,1 0 0,-1 0 0,0 0 0,0 0 0,0 0 0,0 0 0,0 0 0,0 0 0,0 0 0,0 0 0,0 0 0,0 0 0,0 0 0,0 0 0,0 0 0,0 0 0,0-1 0,0 1 0,0 0 0,0 0 0,2-8 0,0-7 0,-3-2 0,0 0 0,-1 0 0,-7-32 0,9 82 0,25 77-1365,-24-100-5461</inkml:trace>
</inkml:ink>
</file>

<file path=ppt/ink/ink2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1:04.5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22 24575,'-1'0'0,"0"-1"0,1 1 0,-1-1 0,0 1 0,1-1 0,-1 1 0,1-1 0,-1 0 0,1 1 0,-1-1 0,1 0 0,0 1 0,-1-1 0,1 0 0,0 0 0,-1 1 0,1-1 0,0 0 0,0 0 0,0 0 0,0 1 0,0-2 0,0 1 0,0 1 0,1-1 0,-1 1 0,1 0 0,-1-1 0,1 1 0,-1 0 0,1-1 0,-1 1 0,1 0 0,-1-1 0,1 1 0,0 0 0,-1 0 0,1 0 0,-1 0 0,1 0 0,0 0 0,-1 0 0,1 0 0,1 0 0,4 0 0,1 0 0,0 1 0,12 3 0,86 29 0,-86-25 0,-1 0 0,-1 0 0,28 19 0,-44-26 0,1 0 0,0 0 0,-1 0 0,1 1 0,-1-1 0,1 1 0,-1-1 0,0 1 0,0-1 0,0 1 0,0 0 0,0 0 0,0-1 0,0 1 0,0 0 0,0 3 0,-1-4 0,0 1 0,0-1 0,0 0 0,0 0 0,0 1 0,-1-1 0,1 0 0,-1 0 0,1 0 0,-1 0 0,1 0 0,-1 1 0,1-1 0,-1 0 0,0 0 0,0 0 0,0 0 0,1-1 0,-1 1 0,0 0 0,0 0 0,0-1 0,0 1 0,0 0 0,-1-1 0,1 1 0,-2 0 0,-15 7 0,-1-1 0,-28 7 0,-3 1 0,49-15 0,-1 1 0,1-1 0,-1 1 0,1 0 0,-1 0 0,1 0 0,-1 0 0,1 0 0,-1 0 0,1 0 0,0 0 0,-1 2 0,1-3 0,1 1 0,0-1 0,0 1 0,-1 0 0,1-1 0,0 1 0,0 0 0,0-1 0,0 1 0,0-1 0,0 1 0,0 0 0,0-1 0,0 1 0,0 0 0,0-1 0,0 1 0,1-1 0,-1 1 0,0-1 0,0 1 0,1 0 0,-1-1 0,0 1 0,1-1 0,-1 1 0,0-1 0,1 1 0,-1-1 0,1 1 0,-1-1 0,1 0 0,-1 1 0,1-1 0,0 1 0,18 13 0,1-1 0,28 14 0,-29-18 0,-1 1 0,0 1 0,28 24 0,-43-33 0,-1 1 0,0-1 0,1 0 0,-1 1 0,-1-1 0,1 1 0,0 0 0,-1 0 0,1 0 0,-1 0 0,0 0 0,2 5 0,-3-7 0,0 1 0,0-1 0,0 0 0,0 1 0,0-1 0,0 1 0,-1-1 0,1 0 0,0 1 0,-1-1 0,1 0 0,-1 1 0,1-1 0,-1 0 0,0 0 0,1 1 0,-1-1 0,0 0 0,0 0 0,0 0 0,0 0 0,0 0 0,0 0 0,0-1 0,0 1 0,0 0 0,-1 0 0,1-1 0,0 1 0,-3 0 0,-3 2 0,0-1 0,1 0 0,-1 0 0,0-1 0,0 0 0,-10 0 0,-47-3 0,23 0 0,31 2-341,-1 0 0,0-1-1,-14-3 1,13 1-6485</inkml:trace>
</inkml:ink>
</file>

<file path=ppt/ink/ink2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1:04.9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 24575,'-2'15'0,"-1"7"0,2 0 0,2-2 0,2-1 0,2-2 0,2-1 0,2 0 0,0-2 0,-2 0 0,-2-2-8191</inkml:trace>
</inkml:ink>
</file>

<file path=ppt/ink/ink2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1:05.3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1 24575,'-8'5'0,"1"4"0,1 2 0,4 3 0,5 1 0,4 3 0,1 1 0,2-1 0,1 0 0,2-2 0,1 0 0,0-1 0,-2 0 0,-1-3 0,-1-1 0</inkml:trace>
</inkml:ink>
</file>

<file path=ppt/ink/ink2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1:05.5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331 104 24575,'-30'-17'0,"-11"-6"0,-2 1 0,4 5 0,6 4 0,4 5 0,5 4 0,3 5 0,1 2 0,1 1 0,1 0 0,5-2-8191</inkml:trace>
</inkml:ink>
</file>

<file path=ppt/ink/ink2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1:07.8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1 24575,'-1'0'0,"0"0"0,0 0 0,0 0 0,0 0 0,0 0 0,0 0 0,0 0 0,1 1 0,-1-1 0,0 0 0,0 1 0,0-1 0,0 0 0,1 1 0,-1-1 0,0 1 0,0 0 0,1-1 0,-1 1 0,0-1 0,1 1 0,-2 1 0,1 0 0,1 0 0,-1-1 0,1 1 0,-1 0 0,1-1 0,-1 1 0,1 0 0,0 0 0,0-1 0,0 1 0,0 2 0,1 5 0,1 0 0,-1 0 0,6 14 0,-6-20 0,9 24 0,-7-18 0,0 0 0,0 1 0,0-1 0,-1 1 0,-1-1 0,1 11 0,-3 61 0,1-207 0,0 315-1365,0-176-5461</inkml:trace>
</inkml:ink>
</file>

<file path=ppt/ink/ink2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1:08.6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19 24575,'35'-7'0,"2"2"0,40-1 0,-63 5 0,-1 2 0,1-1 0,-1 2 0,1 0 0,-1 0 0,0 2 0,0-1 0,0 2 0,13 5 0,-19-6 0,0 1 0,0 0 0,0 0 0,0 1 0,-1-1 0,0 1 0,7 9 0,-9-10 0,0-1 0,-1 2 0,0-1 0,0 0 0,0 1 0,0-1 0,-1 1 0,0 0 0,0 0 0,2 10 0,-4-12 0,0 0 0,-1 0 0,1 0 0,-1 0 0,0 0 0,0-1 0,0 1 0,-1 0 0,1 0 0,-1-1 0,0 1 0,0-1 0,0 1 0,0-1 0,-1 0 0,1 0 0,-1 0 0,0 0 0,-4 3 0,0 1 0,-1-2 0,0 1 0,0-1 0,0 0 0,-1 0 0,1-1 0,-10 3 0,6-3 0,1-1 0,-1 0 0,0-1 0,0-1 0,1 0 0,-1 0 0,0-1 0,0-1 0,0 0 0,0 0 0,0-1 0,1-1 0,-1 0 0,1-1 0,0 0 0,0 0 0,0-1 0,-10-7 0,14 7 0,0 0 0,1-1 0,0 0 0,0 0 0,1 0 0,-1-1 0,1 0 0,1 0 0,0 0 0,0-1 0,0 1 0,1-1 0,0 0 0,0 0 0,-2-13 0,4 16-59,1 0 0,-1 0-1,1 0 1,1 0-1,-1 0 1,1 0 0,0 0-1,0 0 1,0 1 0,1-1-1,-1 0 1,1 1 0,0-1-1,1 1 1,-1-1-1,1 1 1,0 0 0,0 0-1,0 0 1,0 0 0,1 1-1,5-5 1,3-2-6767</inkml:trace>
</inkml:ink>
</file>

<file path=ppt/ink/ink2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1:10.5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 24575,'1'-1'0,"-1"1"0,1-1 0,-1 0 0,1 1 0,-1-1 0,1 0 0,0 1 0,0-1 0,-1 1 0,1-1 0,0 1 0,0 0 0,-1-1 0,1 1 0,0 0 0,0-1 0,0 1 0,0 0 0,-1 0 0,1 0 0,0 0 0,0 0 0,0 0 0,0 0 0,0 0 0,0 0 0,0 0 0,-1 1 0,1-1 0,0 0 0,0 0 0,0 1 0,-1-1 0,1 1 0,0-1 0,1 2 0,0-1 0,-1 1 0,0 0 0,1-1 0,-1 1 0,0 0 0,0 0 0,0 0 0,0 0 0,-1 0 0,1 0 0,0 0 0,-1 0 0,1 5 0,33 182 0,-31-173 0,-1-8 24,0 0 0,-1 0 0,-1 0 0,1 16 0,-2-21-111,1 0-1,-1 0 1,1 0 0,-1 0-1,0 0 1,0 0 0,0 0-1,0-1 1,-1 1-1,1 0 1,-1-1 0,1 1-1,-1-1 1,0 1 0,0-1-1,-3 3 1</inkml:trace>
</inkml:ink>
</file>

<file path=ppt/ink/ink2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1:11.3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234 11 24575,'-25'-2'0,"-10"-1"0,-2 0 0,3 0 0,5 4 0,5 1 0,4 0 0,3 1 0,4-2-8191</inkml:trace>
</inkml:ink>
</file>

<file path=ppt/ink/ink2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1:12.0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 24575,'11'-3'0,"0"0"0,0 1 0,0 1 0,1 0 0,-1 0 0,1 1 0,-1 1 0,1-1 0,-1 2 0,0 0 0,1 0 0,-1 1 0,0 1 0,-1-1 0,19 10 0,-27-12 0,0 0 0,0 0 0,-1 1 0,1-1 0,0 0 0,-1 0 0,1 1 0,-1-1 0,0 1 0,1-1 0,-1 1 0,0 0 0,0 0 0,0-1 0,0 1 0,0 0 0,0 0 0,-1 0 0,1 0 0,-1 0 0,1 3 0,-1-4 0,0 1 0,0 0 0,-1 0 0,1 0 0,0 0 0,-1 0 0,0-1 0,1 1 0,-1 0 0,0 0 0,0-1 0,0 1 0,0-1 0,0 1 0,0-1 0,0 1 0,-1-1 0,1 0 0,0 1 0,-1-1 0,1 0 0,-1 0 0,-3 2 0,2-2 0,-1 2 0,1-1 0,0 0 0,0 1 0,0 0 0,0-1 0,0 1 0,-4 5 0,7-6 0,-1-1 0,0 0 0,0 1 0,1-1 0,-1 1 0,1-1 0,-1 1 0,1 0 0,0-1 0,0 1 0,0-1 0,-1 1 0,2 0 0,-1-1 0,0 1 0,0-1 0,0 1 0,1-1 0,-1 1 0,1 0 0,-1-1 0,1 1 0,0-1 0,1 3 0,4 4 0,0 1 0,1-1 0,0-1 0,0 1 0,1-1 0,0-1 0,0 1 0,18 9 0,-16-10 0,0 1 0,0 0 0,-1 0 0,0 1 0,-1 0 0,13 15 0,-20-21 0,0-1 0,0 0 0,0 0 0,0 1 0,-1-1 0,1 0 0,-1 1 0,1-1 0,-1 0 0,1 1 0,-1-1 0,0 1 0,1-1 0,-1 1 0,0-1 0,0 1 0,0-1 0,0 1 0,-1-1 0,1 1 0,-1 2 0,0-3 0,0 1 0,0-1 0,0 0 0,0 1 0,0-1 0,0 0 0,0 0 0,-1 0 0,1 0 0,0 0 0,-1 0 0,1 0 0,-1 0 0,1 0 0,-1-1 0,1 1 0,-1-1 0,0 1 0,-2-1 0,-7 2 0,0 0 0,-1-2 0,-15 0 0,15 0 0,0 0 0,-23 4 0,-22 4-1365,45-8-5461</inkml:trace>
</inkml:ink>
</file>

<file path=ppt/ink/ink2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1:12.4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24575,'3'12'0,"2"9"0,2 4 0,1-1 0,-1 1 0,2-1 0,-2-2 0,1-3 0,2-2 0,-1-2 0,-3 0 0,-1-3-8191</inkml:trace>
</inkml:ink>
</file>

<file path=ppt/ink/ink2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1:12.7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24575,'0'7'0,"0"5"0,2 3 0,1 2 0,3-1 0,0 1 0,1-1 0,2-1 0,0 0 0,0 0 0,0 0 0,-1-3 0,0-1 0,-1-2 0</inkml:trace>
</inkml:ink>
</file>

<file path=ppt/ink/ink2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1:12.9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440 102 24575,'-29'-17'0,"-13"-6"0,-1 1 0,4 5 0,4 4 0,5 6 0,6 5 0,1 4 0,3 3 0,-1 2 0,-1 1 0,-2 2 0,1 0 0,-1 0 0,1-2 0,5-1-8191</inkml:trace>
</inkml:ink>
</file>

<file path=ppt/ink/ink2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1:14.7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 24575,'-1'38'0,"2"68"0,1-97 32,-1 0 0,1 0-1,7 17 1,-5-18-405,-1 1 0,-1 1 0,3 11 0,-4-9-6453</inkml:trace>
</inkml:ink>
</file>

<file path=ppt/ink/ink2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1:15.6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241 12 24575,'-15'-5'0,"-4"1"0,-2 1 0,0 4 0,1 1 0,2 0 0,2 1 0,-2-1 0,-1-1 0,-1 0 0,0-1 0,1 0 0,4 0-8191</inkml:trace>
</inkml:ink>
</file>

<file path=ppt/ink/ink2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1:16.7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175 71 24575,'2'-1'0,"-1"0"0,0-1 0,-1 1 0,1-1 0,0 1 0,0-1 0,-1 1 0,1-1 0,0 0 0,-1 1 0,0-1 0,1 0 0,-1 1 0,0-1 0,0 0 0,0 0 0,0 1 0,0-1 0,0 0 0,-1 0 0,1 1 0,-1-1 0,1 0 0,-1 1 0,1-1 0,-1 1 0,0-1 0,0 1 0,0-1 0,0 1 0,0-1 0,0 1 0,0 0 0,-2-2 0,0 1 0,1 0 0,-1 1 0,1-1 0,-1 1 0,0 0 0,1 0 0,-1 0 0,0 0 0,0 0 0,0 1 0,0-1 0,0 1 0,0 0 0,0-1 0,0 1 0,0 1 0,0-1 0,0 0 0,-4 2 0,3-1 0,0 1 0,1 0 0,-1 0 0,1 0 0,-1 0 0,1 0 0,0 1 0,0-1 0,0 1 0,-4 4 0,-24 35 0,27-37 0,0 3 0,-1-1 0,1 1 0,0 0 0,1 1 0,0-1 0,0 1 0,1-1 0,0 1 0,1 0 0,0 0 0,0-1 0,1 1 0,0 0 0,0 0 0,1 0 0,0 0 0,1 0 0,0-1 0,4 12 0,23 68 0,-21-57 0,17 38 0,-23-65 0,1 0 0,-1 0 0,1 0 0,0-1 0,0 1 0,0 0 0,1-1 0,-1 0 0,1 0 0,0 0 0,0 0 0,0-1 0,0 0 0,0 1 0,1-1 0,-1-1 0,1 1 0,-1-1 0,1 0 0,-1 0 0,1 0 0,0 0 0,0-1 0,-1 0 0,6 0 0,-5 0 0,0 0 0,0-1 0,0 0 0,0 1 0,0-2 0,0 1 0,0 0 0,-1-1 0,1 0 0,-1 0 0,1 0 0,-1-1 0,0 0 0,0 1 0,0-2 0,0 1 0,0 0 0,-1-1 0,1 1 0,-1-1 0,0 0 0,0 0 0,-1 0 0,3-6 0,-4 8 0,0 0 0,-1 0 0,1 0 0,-1 0 0,1 0 0,-1 0 0,0 0 0,0 0 0,0 0 0,0 0 0,0 0 0,0 0 0,-1 0 0,1 0 0,-1 0 0,1 0 0,-1 0 0,0 0 0,0 0 0,0 1 0,0-1 0,0 0 0,0 0 0,0 1 0,-1-1 0,1 1 0,0-1 0,-1 1 0,0-1 0,1 1 0,-1 0 0,0 0 0,-3-2 0,-1 0 0,0 0 0,0 0 0,-1 0 0,1 1 0,-1 0 0,0 1 0,0-1 0,-13 0 0,16 1 0,0 1 0,0 0 0,-1 0 0,1 1 0,0-1 0,0 1 0,0-1 0,0 1 0,0 1 0,0-1 0,0 1 0,0-1 0,0 1 0,0 0 0,1 0 0,-1 1 0,-4 3 0,-10 8-1365,9-9-5461</inkml:trace>
</inkml:ink>
</file>

<file path=ppt/ink/ink2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1:17.1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1 24575,'-7'0'0,"0"5"0,1 4 0,1 3 0,5 1 0,4 2 0,2 1 0,2-1 0,2 0 0,2 0 0,-1 0 0,0 0 0,0-3 0,2-1 0,-3 1 0,1-3 0,0-2 0,-2-3-8191</inkml:trace>
</inkml:ink>
</file>

<file path=ppt/ink/ink2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1:17.3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24575,'0'8'0,"2"6"0,2 5 0,-1 0 0,2-2 0,0-2 0,1 1 0,3 1 0,0 0 0,0-1 0,1 0 0,2-1 0,-1 0 0,-1-3 0,-1-1 0,0-2 0</inkml:trace>
</inkml:ink>
</file>

<file path=ppt/ink/ink2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1:17.6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430 75 24575,'-27'-12'0,"-16"-5"0,-6 2 0,0 2 0,7 4 0,5 4 0,7 2 0,5 4 0,3 5 0,2 1 0,2 2 0,0 1 0,0 3 0,0 0 0,4-1-8191</inkml:trace>
</inkml:ink>
</file>

<file path=ppt/ink/ink2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1:35.1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24575,'0'0'0,"0"1"0,1-1 0,-1 1 0,0 0 0,0-1 0,1 1 0,-1-1 0,1 1 0,-1-1 0,1 1 0,-1-1 0,1 1 0,-1-1 0,1 1 0,-1-1 0,1 0 0,-1 1 0,1-1 0,0 0 0,-1 0 0,2 1 0,19 6 0,-12-4 0,-1 1 0,0 1 0,0 0 0,0 0 0,0 1 0,-1 0 0,11 12 0,-8-8 0,21 16 0,-8-9 0,-1 2 0,20 23 0,14 11 0,66 38 0,-25-20 0,32 28 0,-37-30 0,88 87 0,-83-59 0,68 66 0,-91-92 0,64 56 0,-42-50-682,123 75-1,-202-142-6143</inkml:trace>
</inkml:ink>
</file>

<file path=ppt/ink/ink2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1:36.2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24575,'249'202'0,"-119"-95"0,-52-40 0,-40-33 0,63 74 0,-84-88 0,118 116 0,-114-116 0,123 98 0,-118-99 0,40 32 0,-104-83 0,-67-59 0,105 90 0,-1 0 0,0 0 0,0 0 0,1 0 0,-1 0 0,0 0 0,1 0 0,-1 0 0,1 0 0,-1-1 0,1 1 0,0-1 0,2-1 0,6 8 0,7 9 0,-1 0 0,22 31 0,-24-29 0,1 0 0,30 28 0,158 127 0,-199-169 0,0-1 0,0 1 0,-1-1 0,1 0 0,0 1 0,-1-1 0,1 1 0,-1 0 0,0-1 0,1 1 0,-1 0 0,0 0 0,0 0 0,0 0 0,0 2 0,-1-4 0,0 0 0,0 1 0,0-1 0,0 0 0,0 0 0,0 0 0,0 0 0,0 0 0,0 0 0,0 0 0,0 1 0,0-1 0,0 0 0,0 0 0,0 0 0,0 0 0,0 0 0,0 0 0,0 0 0,0 0 0,0 1 0,0-1 0,0 0 0,0 0 0,0 0 0,-1 0 0,1 0 0,0 0 0,0 0 0,0 0 0,0 0 0,0 0 0,0 0 0,0 0 0,0 0 0,-1 0 0,1 0 0,0 0 0,0 0 0,0 0 0,0 0 0,0 0 0,0 0 0,0 0 0,-1 0 0,-6-3 0,-8-9 0,14 12 0,-157-116 0,81 64 0,-96-70-237,-177-128-2876,292 207-1728</inkml:trace>
</inkml:ink>
</file>

<file path=ppt/ink/ink2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1:45.1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 4 24575,'-9'-3'0,"9"5"0,12 10 0,-6-6 0,42 38 0,-30-29 0,-1 1 0,31 37 0,-20-18 0,15 23 0,150 213 0,-46-112 0,-48-55 0,-12-20 0,-29-29 0,11 7 0,-47-45 0,-1 2 0,-2 0 0,0 1 0,24 33 0,-31-37 0,0-1 0,1 0 0,17 16 0,49 37 0,-32-28 0,-6-5 0,57 52 0,-79-68 0,-1 1 0,-1 1 0,14 22 0,-10-11 0,2-1 0,38 42 0,46 46 0,-98-109 0,9 11 0,30 43 0,-32-36 0,6 8 0,0-1 0,2-1 0,47 51 0,-18-35 0,25 27 0,-20-16-1365,-46-48-5461</inkml:trace>
</inkml:ink>
</file>

<file path=ppt/ink/ink2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1:47.1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1904 30 24575,'0'-1'0,"1"0"0,0 0 0,0 1 0,-1-1 0,1 0 0,-1 0 0,1 0 0,-1 0 0,1 0 0,-1 0 0,0 0 0,1 0 0,-1 0 0,0 0 0,0 0 0,1 0 0,-1 0 0,0 0 0,0 0 0,0 0 0,0 0 0,-1 0 0,1-1 0,0 2 0,0-1 0,-1 1 0,1 0 0,0-1 0,0 1 0,0 0 0,-1-1 0,1 1 0,0 0 0,0 0 0,-1-1 0,1 1 0,0 0 0,0 0 0,-1-1 0,1 1 0,0 0 0,-1 0 0,1 0 0,0 0 0,-1 0 0,1 0 0,-1-1 0,0 1 0,0 0 0,0 1 0,0-1 0,0 0 0,0 0 0,1 0 0,-1 1 0,0-1 0,0 0 0,0 1 0,0-1 0,1 1 0,-1-1 0,-1 1 0,-13 12 0,1 0 0,0 1 0,0 0 0,2 1 0,-12 18 0,-3 3 0,11-18 0,-22 20 0,6-8 0,23-19 0,1 0 0,-1 1 0,2 0 0,-11 22 0,11-20 0,0-1 0,-1-1 0,0 1 0,-13 14 0,-26 19 0,32-32 0,0 0 0,2 1 0,-1 0 0,-21 34 0,22-24 0,-2 0 0,-1-1 0,-1 0 0,-21 21 0,27-33 0,-13 19 0,16-19 0,0-1 0,-15 13 0,-21 13 0,28-26 0,-16 17 0,27-23 0,1 0 0,-1 0 0,1 1 0,0-1 0,1 1 0,-1 0 0,-2 7 0,-17 35 0,-2-1 0,-43 61 0,10-7 0,47-82 0,-14 38 0,19-42 0,0 0 0,-1 0 0,-1-1 0,0 0 0,-11 13 0,-50 47 0,48-53 0,0 0 0,-32 45 0,29-29 0,-56 81 0,-61 70 0,51-57 0,81-119 0,-14 25 0,-37 43 0,-29 40 0,20-24 0,40-58-72,14-18-251,0 0 0,-1-1-1,-27 23 1,32-33-6503</inkml:trace>
</inkml:ink>
</file>

<file path=ppt/ink/ink2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1:50.1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2126 12 24575,'1'-1'0,"16"-9"0,-15 10 0,-10 9 0,-3 1 0,-1 0 0,-1-1 0,0-1 0,-18 10 0,19-12 0,1 0 0,0 0 0,0 2 0,1-1 0,0 1 0,1 1 0,-12 12 0,-17 31 0,-15 17 0,44-58 0,-1-1 0,0 0 0,-1-1 0,-13 10 0,14-12 0,-11 6 0,1 1 0,1 1 0,1 0 0,-33 36 0,21-17 0,20-24 0,1 0 0,0 1 0,1 0 0,-8 14 0,1 4 0,2-3 0,-24 35 0,31-53 0,0 0 0,0-1 0,-1 0 0,0 0 0,-1 0 0,1-1 0,-1 0 0,-11 6 0,-18 8 0,22-13 0,-1 1 0,1 1 0,0 0 0,1 1 0,0 1 0,-18 18 0,22-16 0,1 0 0,1 0 0,0 1 0,-9 19 0,8-15 0,-20 32 0,-42 37 0,47-60 0,1 1 0,-24 39 0,-1 10 0,-26 47 0,-38 84 0,74-146 0,-57 71 0,26-30 0,31-45 0,27-40 0,-1-2 0,-1 1 0,-1-2 0,0 0 0,-1 0 0,-1-2 0,0 0 0,-34 21 0,27-21 0,0 2 0,1 0 0,0 2 0,-26 26 0,-6 8 0,31-31 0,1 1 0,-25 32 0,29-27 0,2 0 0,-26 56 0,17-29 0,17-41-1365,2-2-5461</inkml:trace>
</inkml:ink>
</file>

<file path=ppt/ink/ink2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1:51.8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1761 1983 24575,'106'113'0,"3"4"0,-79-88 0,60 46 0,-55-54 0,-24-15 0,0 1 0,12 9 0,-60-39 0,-135-127 0,12-13 0,136 139 0,-41-44 0,-310-346 0,155 108 0,47 61 0,122 179 0,-4 3 0,-2 3 0,-80-67 0,-209-194 0,287 258 0,-61-84 0,81 97 0,28 37-273,0 2 0,-1-1 0,0 2 0,-16-12 0,16 13-6553</inkml:trace>
</inkml:ink>
</file>

<file path=ppt/ink/ink2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1:53.9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5 24575,'-3'-4'0,"8"7"0,9 7 0,20 22 0,4 4 0,38 45 0,-62-65 0,24 20 0,4 5 0,50 61 0,139 157 0,55 55 0,-115-121 0,-123-136 0,163 188 0,-157-181 0,64 68 0,117 115 0,-190-197 0,54 57 0,-73-80 0,0 1 0,26 38 0,211 265 0,-256-323 0,6 9-1365,-3-4-5461</inkml:trace>
</inkml:ink>
</file>

<file path=ppt/ink/ink2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1:55.5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1713 1 24575,'-3'0'0,"1"1"0,0 0 0,-1 1 0,1-1 0,0 0 0,0 1 0,0-1 0,0 1 0,0 0 0,-3 3 0,-2 1 0,-83 78 0,12-10 0,16-12 0,25-23 0,-115 120 0,140-145 0,0 0 0,1 0 0,-16 30 0,-20 52 0,35-70 0,-9 18 0,-212 446 0,151-345 0,22-41 0,13-21 0,34-65 0,-1 1 0,0-2 0,-30 28 0,22-24 0,-24 31 0,32-34 0,7-9 0,-1 1 0,1 0 0,1 1 0,-10 18 0,6-4 0,-1-1 0,-2-1 0,0 0 0,-1 0 0,-1-2 0,-1 1 0,-21 19 0,24-29 0,-1-1 0,-19 11 0,-9 6 0,14-6 0,-5 3 0,-42 42 0,66-58 0,0 1 0,0 1 0,2-1 0,-1 1 0,1 0 0,1 1 0,0 0 0,-8 21 0,4 5 49,-6 44 0,4-15-1512,8-48-5363</inkml:trace>
</inkml:ink>
</file>

<file path=ppt/ink/ink2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1:56.0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24575,'0'0'-8191</inkml:trace>
</inkml:ink>
</file>

<file path=ppt/ink/ink2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1:58.2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24575,'16'4'0,"0"1"0,-1 0 0,1 1 0,-1 1 0,-1 0 0,1 1 0,-1 1 0,15 12 0,3 5 0,-1 1 0,30 36 0,95 107 0,18 21 0,219 246 0,-221-290 0,-27-25 0,-116-94 0,49 61 0,5 11 0,43 59 0,-111-139 0,1-1 0,2 0 0,0-2 0,0 0 0,33 22 0,9 10 0,66 69 0,-95-88 0,-14-14 0,12 12 0,-1 1 0,46 62 0,-59-62-1365,-11-17-5461</inkml:trace>
</inkml:ink>
</file>

<file path=ppt/ink/ink2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1:59.9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2347 16 24575,'-2'-2'0,"1"0"0,-1 1 0,0 0 0,0 0 0,1-1 0,-1 1 0,0 0 0,0 0 0,0 1 0,-1-1 0,1 0 0,0 1 0,0-1 0,0 1 0,0 0 0,0-1 0,-1 1 0,1 0 0,0 0 0,0 1 0,0-1 0,-1 0 0,-2 2 0,-5 1 0,1 1 0,-1 0 0,1 1 0,-9 6 0,-20 9 0,22-14 0,0 0 0,0 2 0,0 0 0,1 0 0,1 2 0,-19 14 0,-54 43 0,13-10 0,43-28 0,0 0 0,3 2 0,-33 45 0,51-62 0,1 0 0,0 0 0,1 1 0,1 0 0,0 0 0,-7 27 0,10-31 0,0 0 0,0 0 0,-1-1 0,-1 0 0,0 0 0,0 0 0,-1 0 0,0-1 0,0 0 0,-1-1 0,0 0 0,-10 8 0,14-13 0,-12 11 0,1 0 0,-18 22 0,-76 93 0,99-118 0,-1-2 0,-1 0 0,-14 10 0,-9 6 0,13-8 0,-18 16 0,-46 27 0,67-47 0,1 0 0,0 2 0,-16 17 0,-1 1 0,-152 158 0,124-123 0,26-31 0,-65 48 0,97-81 0,-20 18 0,1 1 0,2 2 0,0 0 0,-27 42 0,-13 15 0,44-62 0,-24 20 0,23-23 0,-27 33 0,-57 62 0,11-15 0,75-75 0,8-11 0,0 0 0,-1 0 0,-13 11 0,10-12-118,-3 4-505,-27 25-1,36-30-6202</inkml:trace>
</inkml:ink>
</file>

<file path=ppt/ink/ink2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7:35.3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 14 24575,'0'0'0,"-1"-1"0,0 1 0,1-1 0,-1 1 0,1-1 0,-1 0 0,1 1 0,-1-1 0,1 1 0,-1-1 0,1 0 0,0 0 0,-1 1 0,1-1 0,0 0 0,0 0 0,0 1 0,0-1 0,0 1 0,0 0 0,1 0 0,-1 0 0,0 0 0,1-1 0,-1 1 0,0 0 0,0 0 0,1 0 0,-1 0 0,0 0 0,1 0 0,-1 0 0,0 0 0,0 0 0,1 0 0,-1 0 0,0 0 0,1 0 0,-1 0 0,0 0 0,0 0 0,1 1 0,-1-1 0,27 11 0,-15-4 0,-1 1 0,0 1 0,-1 0 0,16 17 0,10 9 0,12 10 0,63 77 0,-104-114 0,40 48 0,2-2 0,77 65 0,-90-87 0,42 48 0,15 14 0,191 171 0,-180-147 0,-71-78 0,28 33 0,32 41 0,-79-99 0,9 13 0,1-1 0,2-2 0,28 23 0,47 26 0,-39-32 0,-39-28 0,36 31 0,-4 2 0,-28-26 0,40 42 0,71 79 0,-64-69 0,88 69 0,-122-109 0,16 9 0,-35-27 0,-1 0 0,-1 1 0,0 2 0,16 19 0,72 102 0,-48-65-1365</inkml:trace>
</inkml:ink>
</file>

<file path=ppt/ink/ink2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7:37.6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2215 73 24575,'12'-12'0,"-1"0"0,0 0 0,16-25 0,-58 88 0,-32 73 0,49-86 0,9-22 0,-1-1 0,-14 26 0,7-20 0,0-1 0,-2 0 0,0-2 0,-24 24 0,5-6 0,2 1 0,2 1 0,-25 43 0,42-62 0,-1-1 0,-1 0 0,-25 25 0,23-28 0,2 1 0,0 1 0,-12 19 0,-20 32 0,-70 79 0,-28 14 0,128-141 0,-16 22 0,22-27 0,0 0 0,-1-1 0,-24 23 0,-15 7 0,-28 23 0,-131 84 0,179-125 0,-34 35 0,-12 10 0,50-47 0,-48 54 0,-15 35 0,-43 47 0,61-95 0,49-47 0,1 2 0,-29 33 0,-89 93 0,84-91 0,46-47 0,0 0 0,-1 0 0,-13 7 0,7-5 0,1-1-1365,1-1-5461</inkml:trace>
</inkml:ink>
</file>

<file path=ppt/ink/ink2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7:40.4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2334 113 24575,'-10'-28'0,"-8"-28"0,18 55 0,0-1 0,0 1 0,-1 0 0,1-1 0,0 1 0,-1-1 0,0 1 0,1 0 0,-1 0 0,0-1 0,1 1 0,-1 0 0,0 0 0,0 0 0,0 0 0,0 0 0,0 0 0,0 0 0,-1 0 0,1 0 0,0 0 0,0 1 0,-1-1 0,0 0 0,0 1 0,0 0 0,1 0 0,-1 0 0,0 0 0,1 0 0,-1 1 0,0-1 0,1 0 0,-1 1 0,0-1 0,1 1 0,-1 0 0,1 0 0,-1-1 0,1 1 0,0 0 0,-1 0 0,1 0 0,0 1 0,-2 0 0,-48 42 0,-67 44 0,46-37 0,56-37 0,0 1 0,-22 25 0,2-1 0,12-16 0,3-3 0,1 0 0,1 2 0,-27 38 0,26-30 0,-29 31 0,31-41 0,2 1 0,0 0 0,-22 43 0,22-35 0,-31 44 0,13-22 0,12-17 0,0-1 0,-44 47 0,25-35 0,-48 47 0,-30 15 0,72-63 0,17-17 0,2 1 0,-36 45 0,-6 20 0,17-31 0,23-29 0,-97 98 0,93-98 0,-3 4 0,-75 79 0,-33 47 0,67-74 0,-7 9 0,-10-15 0,-14 15-1365,93-83-5461</inkml:trace>
</inkml:ink>
</file>

<file path=ppt/ink/ink2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7:40.8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314 31 24575,'-37'-7'0,"-11"-2"0,0 3 0,-65-2 0,112 8 0,0 0 0,0 0 0,0 0 0,0 0 0,0 0 0,0 0 0,0 0 0,0 0 0,0 1 0,0-1 0,0 0 0,0 0 0,0 1 0,0-1 0,0 1 0,0-1 0,0 1 0,0-1 0,0 1 0,1 0 0,-1-1 0,0 1 0,0 0 0,1 0 0,-1 0 0,0-1 0,1 1 0,-1 0 0,1 0 0,-1 0 0,1 0 0,-1 2 0,1 1 0,0 0 0,0 0 0,0 0 0,1 0 0,-1 0 0,1-1 0,2 6 0,1 8 0,-3-12 14,0 0-1,-1 0 0,1 1 0,-1-1 1,0 0-1,0 0 0,-1 0 1,-2 10-1,2-12-91,0-1 0,0 1 0,0-1-1,0 0 1,-1 1 0,1-1 0,-1 0 0,1 0 0,-1 0-1,0 0 1,0 0 0,0 0 0,0 0 0,0-1 0,-1 1-1,1-1 1,0 1 0,-4 0 0,-6 3-6748</inkml:trace>
</inkml:ink>
</file>

<file path=ppt/ink/ink2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2:09.1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367 115 24575,'-24'-10'0,"-14"-5"0,-2-1 0,1 3 0,4 1 0,3 2 0,3 1 0,0 2 0,2-1 0,-1 2 0,2 1 0,6 2-8191</inkml:trace>
</inkml:ink>
</file>

<file path=ppt/ink/ink2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2:09.9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24575,'1'27'0,"7"47"0,0-41 0,-6-23 0,1-1 0,-1 0 0,0 1 0,-1-1 0,0 1 0,-1 0 0,0-1 0,-1 10 0,0-16-151,1-1-1,-1 0 0,1 0 0,-1 0 1,0 0-1,0 0 0,0 0 1,-2 1-1</inkml:trace>
</inkml:ink>
</file>

<file path=ppt/ink/ink2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2:10.4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571 0 24575,'0'1'0,"0"1"0,-1-1 0,1 0 0,-1 1 0,1-1 0,-1 0 0,1 0 0,-1 1 0,0-1 0,0 0 0,0 0 0,0 0 0,0 0 0,0 0 0,0 0 0,0 0 0,-1 1 0,-23 13 0,22-13 0,-4 2 0,0-1 0,0 0 0,-1-1 0,1 0 0,0 0 0,-1 0 0,-15 1 0,-56-3 0,44-1 0,-107-7 0,-18 0 0,139 8-1365,4 0-5461</inkml:trace>
</inkml:ink>
</file>

<file path=ppt/ink/ink2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2:10.8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 0 24575,'-4'4'0,"2"-2"0,0-1 0,0 1 0,0 0 0,1 0 0,-1 1 0,0-1 0,1 0 0,-1 0 0,1 1 0,0-1 0,0 1 0,0-1 0,0 1 0,-1 5 0,1 5 0,1 0 0,0 0 0,0-1 0,2 1 0,-1 0 0,2 0 0,5 18 0,5 36 0,-12-65-96,-1-1 6,0-1-1,0 1 0,0 0 1,0 0-1,0 0 0,0 0 1,0 0-1,0-1 0,0 1 1,0 0-1,-1 0 0,1 0 1,-1 1-1</inkml:trace>
</inkml:ink>
</file>

<file path=ppt/ink/ink2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2:11.3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476 45 24575,'-5'-3'0,"0"0"0,-1 0 0,1 1 0,0 0 0,-1 0 0,0 0 0,1 1 0,-1 0 0,0 0 0,-6 0 0,-8 1 0,-32 3 0,2 0 0,12-4 65,-69-13 0,66 8-813,-47-2 1,75 8-6079</inkml:trace>
</inkml:ink>
</file>

<file path=ppt/ink/ink2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2:11.7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 1 24575,'-2'4'0,"0"0"0,1 0 0,-1 0 0,1 0 0,0 0 0,0 1 0,1-1 0,-1 0 0,1 0 0,0 1 0,0-1 0,0 0 0,2 8 0,1 0 0,1 0 0,0-1 0,8 16 0,7 18 0,-19-44-47,1 1 0,-1-1 0,1 0 0,-1 1 0,0-1 0,1 0 0,-1 1 0,0-1 0,0 1-1,0-1 1,0 0 0,0 1 0,0-1 0,-1 1 0,1-1 0,0 0 0,-1 1 0,1-1 0,-1 0 0,1 0 0,-1 1 0,0-1-1,1 0 1,-1 0 0,0 0 0,0 0 0,0 0 0,-2 2 0</inkml:trace>
</inkml:ink>
</file>

<file path=ppt/ink/ink2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1:38.2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2200 39 24575,'-2'-3'0,"0"0"0,0 0 0,0 0 0,0 1 0,0-1 0,-1 1 0,1-1 0,-1 1 0,0 0 0,1 0 0,-1 0 0,0 0 0,0 1 0,-4-2 0,5 2 0,0 1 0,-1-1 0,1 1 0,0 0 0,0 0 0,0 0 0,0 0 0,0 0 0,0 0 0,0 1 0,-1-1 0,1 1 0,0-1 0,0 1 0,0 0 0,0 0 0,0 0 0,1 0 0,-1 0 0,0 0 0,0 0 0,1 1 0,-4 2 0,-36 38 0,28-27 0,-1 0 0,0-1 0,-30 20 0,-60 41 0,41-28 0,45-34 0,-96 76 0,73-46 0,31-31 0,0-1 0,-1-1 0,0 1 0,-1-2 0,-15 11 0,-5-2 0,14-8 0,-18 13 0,30-18 0,0 0 0,0 0 0,0 1 0,1-1 0,0 1 0,-6 9 0,5-6 0,-1 1 0,0-2 0,-1 1 0,0-1 0,0 0 0,-1-1 0,1 1 0,-2-2 0,-15 10 0,16-10 0,1 0 0,-1 1 0,1 0 0,1 1 0,-1 0 0,1 0 0,1 0 0,-7 11 0,5-7 0,0-1 0,-1-1 0,0 1 0,-14 11 0,15-16 0,-2 1 0,0 0 0,1 1 0,0 0 0,1 1 0,0-1 0,0 2 0,1-1 0,-10 17 0,9-8 0,-2 4 0,0-1 0,-1 0 0,-2-1 0,-27 37 0,21-36 0,2-2 0,-21 19 0,-8 10 0,30-31 0,-21 19 0,-13 10 0,3 2 0,-47 61 0,38-43 0,40-47 0,-79 86 0,76-86 0,-1-2 0,0 0 0,-31 19 0,39-28 0,1 0 0,0 1 0,1 0 0,-1 1 0,2 0 0,-1 0 0,2 1 0,-1 1 0,-10 18 0,-81 118 0,76-117 0,-2-1 0,-45 40 0,48-50-1365,3-4-5461</inkml:trace>
</inkml:ink>
</file>

<file path=ppt/ink/ink2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1:38.6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119 1 24575,'-15'7'0,"-5"5"0,2 3 0,3 2 0,4-1 0,2 1 0,2-1 0,2-1 0,0 0 0,-1 0 0,-1-3-8191</inkml:trace>
</inkml:ink>
</file>

<file path=ppt/ink/ink2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1:40.5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2206 1 24575,'-12'29'0,"-1"-1"0,-20 32 0,24-46 0,-1-1 0,0 0 0,-1 0 0,0-1 0,-24 20 0,-53 46 0,32-14 0,27-30 0,-6 5 0,-61 67 0,74-86 0,-38 26 0,-3 2 0,45-32 0,-7 4 0,2 2 0,-32 36 0,27-26 0,-2 0 0,-2-2 0,0-2 0,-71 48 0,84-63 0,-14 8 0,2 2 0,-33 31 0,50-39 0,1 0 0,-12 20 0,12-16 0,-20 21 0,20-26 0,-129 130 0,114-119 0,-1-1 0,-1-2 0,-46 26 0,67-42 0,1-1 0,-1 1 0,1 1 0,0-1 0,0 1 0,-8 11 0,2 0 0,-22 36 0,20-30 0,-34 39 0,31-40 0,-4 2 0,-31 26 0,30-29 0,-32 37 0,-48 58 0,50-53 0,38-42-114,-5 6 238,-28 30 0,42-51-291,0 0 1,0-1-1,-1 0 1,0 0-1,0-1 1,-1 0-1,1 0 1,-19 7-1,15-8-6659</inkml:trace>
</inkml:ink>
</file>

<file path=ppt/ink/ink2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2:13.1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464 100 24575,'-4'0'0,"0"-1"0,0 0 0,0 0 0,-7-2 0,-6-3 0,-109-23 0,-25-6 0,37 16-1365,85 15-5461</inkml:trace>
</inkml:ink>
</file>

<file path=ppt/ink/ink2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2:14.5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24575,'1'12'0,"0"-1"0,6 23 0,-1-5 0,-2-9 61,8 23 0,-6-25-804,4 24-1</inkml:trace>
</inkml:ink>
</file>

<file path=ppt/ink/ink2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2:14.9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644 1 24575,'-26'1'0,"0"2"0,1 1 0,-29 8 0,26-7 0,0-2 0,-1 0 0,1-2 0,-36-3 0,11 1 0,-33-3-682,-91-16-1,158 17-6143</inkml:trace>
</inkml:ink>
</file>

<file path=ppt/ink/ink2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2:15.6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24575,'1'11'0,"0"0"0,0 0 0,1-1 0,0 1 0,7 19 0,25 48 0,-8-23 0,-5 8-1365,-18-53-5461</inkml:trace>
</inkml:ink>
</file>

<file path=ppt/ink/ink2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2:16.0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534 70 24575,'-5'-3'0,"-14"-10"0,-1 2 0,-30-13 0,44 22 0,0-1 0,0 1 0,0 1 0,0-1 0,-1 1 0,1 1 0,-1-1 0,1 1 0,0 0 0,-1 0 0,1 1 0,-1 0 0,-7 2 0,-15 6 0,15-4 0,0-1 0,0 0 0,0-1 0,-24 2 0,13-6-73,0-1-1,1-1 1,-1-1-1,0-1 1,-29-10-1,24 6-850,18 6-5902</inkml:trace>
</inkml:ink>
</file>

<file path=ppt/ink/ink2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2:16.9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7 24575,'6'-2'0,"0"1"0,-1-1 0,1 2 0,0-1 0,0 1 0,0-1 0,0 2 0,0-1 0,7 2 0,-2 0 0,1 1 0,-1 0 0,18 8 0,-25-9 0,0 1 0,0-1 0,0 0 0,0 1 0,-1 0 0,1 0 0,-1 0 0,0 0 0,0 1 0,0-1 0,0 1 0,-1 0 0,1 0 0,-1 0 0,0 0 0,0 0 0,0 0 0,1 9 0,-2-10 0,0 0 0,-1 0 0,1 1 0,-1-1 0,0 0 0,0 0 0,0 0 0,-1 0 0,1 0 0,-1 0 0,1 0 0,-1 1 0,0-1 0,0-1 0,-1 1 0,1 0 0,0 0 0,-1 0 0,0-1 0,0 1 0,0-1 0,0 1 0,0-1 0,0 0 0,0 0 0,-1 0 0,1 0 0,-4 2 0,-8 2 0,11-5 0,1 0 0,-1 0 0,1 0 0,-1 1 0,1-1 0,0 1 0,-1-1 0,1 1 0,0 0 0,-3 2 0,5-3 0,0-1 0,0 0 0,-1 1 0,1-1 0,0 0 0,0 1 0,0-1 0,0 1 0,0-1 0,0 0 0,0 1 0,0-1 0,-1 1 0,1-1 0,1 0 0,-1 1 0,0-1 0,0 1 0,0-1 0,0 0 0,0 1 0,0-1 0,0 1 0,0-1 0,1 0 0,-1 1 0,0-1 0,0 0 0,0 1 0,1-1 0,12 7 0,18-2 0,32 2 0,-43-4 0,0-1 0,40 0 0,-57-3-151,-1 1-1,1 0 0,-1-1 0,1 0 1,-1 1-1,0-1 0,1 0 1,3-2-1,3-4-6674</inkml:trace>
</inkml:ink>
</file>

<file path=ppt/ink/ink2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2:32.0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 10 24575,'5'-5'0,"1"0"0,-6 6 0,1-1 0,-1 1 0,1-1 0,-1 1 0,0-1 0,0 1 0,1-1 0,-1 1 0,0-1 0,0 1 0,0-1 0,0 1 0,0-1 0,1 1 0,-1 0 0,0-1 0,0 1 0,0-1 0,-1 2 0,1 4 0,0 1 0,-1-1 0,0 1 0,0-1 0,-3 9 0,1-6 0,1 0 0,1 0 0,-2 9 0,3-16 0,0 0 0,0 1 0,0-1 0,1 0 0,-1 1 0,1-1 0,-1 0 0,1 0 0,0 0 0,-1 1 0,1-1 0,0 0 0,0 0 0,1 0 0,-1 0 0,2 2 0,-2-3 0,0 0 0,0 0 0,0 0 0,0 0 0,0-1 0,0 1 0,0 0 0,0 0 0,0-1 0,0 1 0,0-1 0,0 1 0,0-1 0,0 0 0,1 1 0,-1-1 0,0 0 0,0 0 0,0 1 0,1-1 0,-1 0 0,0-1 0,0 1 0,1 0 0,-1 0 0,0 0 0,0-1 0,0 1 0,1 0 0,-1-1 0,0 1 0,0-1 0,2-1 0,-2 1 0,1-1 0,0 1 0,0-1 0,-1 0 0,1 1 0,-1-1 0,1 0 0,-1 0 0,0 0 0,1 0 0,-1 0 0,0-1 0,-1 1 0,1 0 0,0 0 0,0-5 0,0-6-1365,0 0-5461</inkml:trace>
</inkml:ink>
</file>

<file path=ppt/ink/ink2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2:32.5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54 75 24575,'0'5'0,"0"1"0,-1-1 0,1 0 0,-1 1 0,0-1 0,-1 0 0,-2 7 0,4-12 0,0 0 0,0 0 0,0 0 0,0 0 0,0 0 0,0 0 0,0 0 0,0 0 0,0 0 0,0 0 0,0 0 0,0 0 0,0 0 0,0 0 0,0 0 0,0 0 0,0 0 0,0 0 0,0-1 0,-1 1 0,1 0 0,0 0 0,0 0 0,0 0 0,0 0 0,0 0 0,0 0 0,0 0 0,0 0 0,0 0 0,0 0 0,0 0 0,0 0 0,0 0 0,0 0 0,0 0 0,0 0 0,-1 0 0,1 0 0,0 0 0,0 0 0,0 0 0,0 0 0,0 0 0,0 0 0,0 0 0,0 0 0,0 1 0,0-1 0,0 0 0,0 0 0,0 0 0,0 0 0,0 0 0,0 0 0,0 0 0,0 0 0,0 0 0,0 0 0,0 0 0,-1 0 0,0-9 0,-1-13 0,2 7-120,0 8 171,1 0-1,-2 0 1,1 0-1,-2-8 1,1 14-123,1-1 1,-1 0 0,1 0-1,-1 1 1,0-1 0,0 0-1,0 1 1,0-1 0,0 1-1,0-1 1,0 1 0,0-1-1,-1 1 1,1 0 0,0 0 0,-1 0-1,1 0 1,-1 0 0,1 0-1,-4-1 1,-6-2-6755</inkml:trace>
</inkml:ink>
</file>

<file path=ppt/ink/ink2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2:32.9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324 38 24575,'-12'-7'0,"-7"-3"0,-2 1 0,-1 4 0,2 3 0,2 2 0,0 0 0,2 1 0,1 1 0,-2-2 0,0 1 0,-1-1 0,2 1 0,-3-1 0,1 0 0,-3-3 0,1 0 0,3 0-8191</inkml:trace>
</inkml:ink>
</file>

<file path=ppt/ink/ink2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2:33.4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477 56 24575,'-39'-6'0,"0"2"0,-44 1 0,14 1 0,6-5-449,-93-21-1,142 25-16,0 0-6360</inkml:trace>
</inkml:ink>
</file>

<file path=ppt/ink/ink2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2:34.2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218 148 24575,'0'-4'0,"0"0"0,0 0 0,-1 0 0,1 0 0,-1 1 0,0-1 0,0 0 0,0 0 0,-1 1 0,1-1 0,-4-4 0,4 6 0,-1 0 0,1 0 0,-1 0 0,0 1 0,0-1 0,0 0 0,1 1 0,-2 0 0,1-1 0,0 1 0,0 0 0,0 0 0,0 0 0,-1 0 0,1 1 0,0-1 0,-1 1 0,1-1 0,-3 1 0,-9-2 0,0 2 0,0 0 0,0 0 0,1 1 0,-19 4 0,29-4 0,-1 0 0,1 0 0,0 1 0,0-1 0,-1 1 0,1 0 0,0 0 0,1 0 0,-1 0 0,0 0 0,1 0 0,-1 1 0,1 0 0,0-1 0,-1 1 0,1 0 0,1 0 0,-1 0 0,0 0 0,1 0 0,-1 1 0,1-1 0,0 0 0,0 1 0,1-1 0,-1 1 0,1-1 0,-1 1 0,1 3 0,0 1 0,0 0 0,1 0 0,0 0 0,1 0 0,-1 0 0,1 0 0,1 0 0,-1-1 0,1 1 0,1-1 0,6 12 0,-4-12 0,-1 0 0,1 0 0,1 0 0,-1-1 0,1 0 0,0 0 0,1-1 0,-1 0 0,1 0 0,0-1 0,0 0 0,0 0 0,1-1 0,0 0 0,-1 0 0,1-1 0,0 0 0,0-1 0,0 0 0,0 0 0,0-1 0,0 0 0,1-1 0,-1 0 0,0 0 0,13-5 0,-20 6 0,0-1 0,1 0 0,-1 0 0,0 0 0,1-1 0,-1 1 0,0 0 0,0-1 0,0 0 0,0 1 0,0-1 0,0 0 0,-1 0 0,1 0 0,-1 0 0,3-4 0,-3 2 0,1 0 0,0 0 0,-1 0 0,0 0 0,0-1 0,0 1 0,-1 0 0,1-9 0,-2 0 0,0 1 0,0-1 0,-2 1 0,1 0 0,-9-22 0,6 22 12,0 1 0,0 0 0,-2 0 0,1 0 0,-1 1 0,-1 0 0,0 0 0,0 1 0,-12-11 0,12 14-126,0 0 0,1 0-1,-2 1 1,1 0 0,-1 0 0,1 1-1,-1 0 1,-1 0 0,1 1 0,0 1-1,-1-1 1,-11 0 0,3 1-6712</inkml:trace>
</inkml:ink>
</file>

<file path=ppt/ink/ink2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3:15.6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 24575,'0'0'0,"0"-1"0,-1 1 0,1-1 0,0 1 0,0-1 0,0 1 0,0-1 0,0 0 0,0 1 0,0-1 0,0 1 0,1-1 0,-1 1 0,0-1 0,0 1 0,0-1 0,1 1 0,-1-1 0,0 1 0,0-1 0,1 1 0,-1-1 0,0 1 0,1 0 0,-1-1 0,1 1 0,-1 0 0,0-1 0,1 1 0,0 0 0,0 0 0,-1 1 0,1-1 0,-1 0 0,1 1 0,-1-1 0,0 1 0,1-1 0,-1 1 0,1-1 0,-1 1 0,0 0 0,1-1 0,-1 1 0,0-1 0,0 1 0,0 0 0,1-1 0,-1 1 0,0 0 0,0-1 0,0 1 0,0-1 0,0 2 0,10 85 0,-7-72-124,-1 0 0,0 0 0,-1 0 0,-1 1 0,0-1 0,-1 0-1,-1 0 1,-1 0 0,0 0 0,-7 22 0,5-25-6702</inkml:trace>
</inkml:ink>
</file>

<file path=ppt/ink/ink2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3:16.4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 24575,'29'-1'0,"-8"1"0,1 0 0,-1 1 0,28 5 0,-43-4 0,0-1 0,0 1 0,0 0 0,0 0 0,0 1 0,0 0 0,-1 0 0,1 0 0,-1 1 0,0 0 0,0 0 0,0 0 0,-1 0 0,0 1 0,7 9 0,-9-12 0,0 0 0,-1 0 0,0 1 0,1-1 0,-1 1 0,0-1 0,-1 1 0,1-1 0,0 1 0,-1 0 0,1 0 0,-1-1 0,0 1 0,0 0 0,0-1 0,0 1 0,0 0 0,-1 0 0,1-1 0,-1 1 0,1 0 0,-1-1 0,0 1 0,-2 3 0,-3 2 0,1 1 0,-2 0 0,1-1 0,-1 0 0,-8 7 0,-12 14 0,26-29 0,1 1 0,-1 0 0,0 0 0,0 0 0,1 0 0,-1 0 0,0 0 0,1 1 0,-1-1 0,1 0 0,0 0 0,-1 0 0,1 0 0,0 1 0,-1-1 0,1 0 0,0 0 0,0 1 0,0-1 0,1 2 0,-1-2 0,1-1 0,-1 1 0,1 0 0,-1 0 0,1 0 0,-1-1 0,1 1 0,0 0 0,0-1 0,-1 1 0,1-1 0,0 1 0,0 0 0,0-1 0,0 0 0,-1 1 0,1-1 0,0 0 0,2 1 0,5 1 0,0-1 0,0 0 0,0-1 0,13 0 0,-20 0 0,12 0-97,-6 0-156,0 0-1,0 0 0,0-1 1,9-2-1,-6 0-6572</inkml:trace>
</inkml:ink>
</file>

<file path=ppt/ink/ink2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3:16.8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24575,'40'35'0,"65"70"0,-91-91 0,-10-11 0,-1 0 0,0 0 0,0 0 0,0 1 0,0-1 0,0 1 0,-1 0 0,1-1 0,-1 1 0,0 0 0,0 0 0,1 5 0,-3-9 2,0 0-1,0 0 0,0 1 1,0-1-1,0 0 0,1 0 1,-1 0-1,0 0 0,0 0 1,0 0-1,0 1 1,0-1-1,0 0 0,0 0 1,0 0-1,0 0 0,-1 0 1,1 0-1,0 0 0,0 1 1,0-1-1,0 0 1,0 0-1,0 0 0,0 0 1,0 0-1,0 0 0,0 0 1,0 0-1,0 1 0,0-1 1,-1 0-1,1 0 0,0 0 1,0 0-1,0 0 1,0 0-1,0 0 0,0 0 1,0 0-1,0 0 0,-1 0 1,1 0-1,0 0 0,0 0 1,0 0-1,0 0 0,0 0 1,0 0-1,-1 0 1,1 0-1,0 0 0,0 0 1,0 0-1,-6-3-1441</inkml:trace>
</inkml:ink>
</file>

<file path=ppt/ink/ink2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3:17.1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24575,'7'19'0,"6"7"0,2 2 0,1-5 0,1-6 0,-3-5-8191</inkml:trace>
</inkml:ink>
</file>

<file path=ppt/ink/ink2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3:17.3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309 14 24575,'-27'-3'0,"-14"0"0,-2 0 0,3 1 0,7 0 0,8 3 0,7 2 0,3 0 0,2 2 0,1 0 0,0-1 0,-3-1 0,1 0-8191</inkml:trace>
</inkml:ink>
</file>

<file path=ppt/ink/ink2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3:19.5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53 24575,'-2'-20'0,"0"13"0,2 7 0,-1 0 0,1 0 0,0 0 0,0 0 0,0 0 0,-1 0 0,1 0 0,0 0 0,0 1 0,0-1 0,-1 0 0,1 0 0,0 0 0,0 0 0,0 0 0,0 0 0,-1 1 0,1-1 0,0 0 0,0 0 0,0 0 0,0 0 0,0 1 0,0-1 0,0 0 0,-1 0 0,1 0 0,0 1 0,0-1 0,0 0 0,0 0 0,0 0 0,0 1 0,0-1 0,-1 4 0,0 0 0,0 1 0,1-1 0,-1 0 0,1 0 0,0 1 0,0-1 0,0 0 0,1 0 0,-1 1 0,1-1 0,0 0 0,2 4 0,2 9 0,14 26 0,-19-42 0,0 0 0,1-1 0,-1 1 0,0 0 0,1 0 0,-1 0 0,1-1 0,-1 1 0,1 0 0,-1-1 0,1 1 0,0 0 0,-1-1 0,2 1 0,-2-1 0,0 0 0,1 0 0,-1 0 0,0-1 0,0 1 0,0 0 0,1 0 0,-1 0 0,0-1 0,0 1 0,0 0 0,0-1 0,0 1 0,0 0 0,0 0 0,0-1 0,1 1 0,-1 0 0,0-1 0,0 1 0,0 0 0,0 0 0,0-1 0,0 1 0,-1-1 0,-2-27 0,-3 5 0,-14-33 0,1 6 0,49 145 0,-21-60-108,-2-11-207,-1 0 1,-1 1 0,3 41 0,-8-53-6512</inkml:trace>
</inkml:ink>
</file>

<file path=ppt/ink/ink2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3:20.2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24575,'0'23'0,"1"32"0,-1-50 0,1 0 0,0 0 0,0 0 0,0 0 0,1 0 0,-1 0 0,6 9 0,-6-12 0,0-1 0,0 1 0,0-1 0,0 0 0,1 1 0,-1-1 0,0 0 0,1 0 0,-1 0 0,1 0 0,-1 0 0,1 0 0,0-1 0,-1 1 0,1 0 0,0-1 0,0 1 0,-1-1 0,1 0 0,0 0 0,0 1 0,0-1 0,2-1 0,5 1 0,0-1 0,-1-1 0,15-3 0,-8 1 0,27-4 0,62-4 0,-66 7-1365,-24 2-5461</inkml:trace>
</inkml:ink>
</file>

<file path=ppt/ink/ink2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3:20.4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 24575,'-2'24'0,"1"11"0,1 2 0,3-3 0,1-5 0,2-5 0,1-3 0,0-7 0,0-2 0,1-1 0,0 0 0,-3 1 0,-1-2-8191</inkml:trace>
</inkml:ink>
</file>

<file path=ppt/ink/ink2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3:20.8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24575,'2'14'0,"4"8"0,3 3 0,0-1 0,0-5 0,0-2 0,0-3 0,1 0 0,-1-1 0,1-2 0,-2-1 0</inkml:trace>
</inkml:ink>
</file>

<file path=ppt/ink/ink2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3:21.1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 24575,'-2'20'0,"1"8"0,1 3 0,3-5 0,1-3 0,2-5 0,3-4 0,-1-2 0,2-4 0,-2 0 0,1-1 0,-2-1 0</inkml:trace>
</inkml:ink>
</file>

<file path=ppt/ink/ink2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3:21.4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346 106 24575,'-27'-17'0,"-14"-6"0,-2 1 0,3 5 0,7 4 0,6 6 0,5 2 0,4 4 0,3 3 0,1 2 0,0 3 0,1 2 0,0 0 0,-1-2 0,3-2-8191</inkml:trace>
</inkml:ink>
</file>

<file path=ppt/ink/ink2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3:23.8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8 24575,'-6'-8'0,"2"11"0,4-1 0,-1-1 0,1 1 0,0 0 0,0-1 0,-1 1 0,1 0 0,0-1 0,1 1 0,-1 1 0,11 50-72,3 22 252,-13-66-390,-1 1-1,1-1 1,-2 0-1,1 0 1,-1 1-1,-3 10 1,0-8-6616</inkml:trace>
</inkml:ink>
</file>

<file path=ppt/ink/ink2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3:24.5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219 15 24575,'-24'-2'0,"-11"-2"0,-2 1 0,3 1 0,5 0 0,5 1 0,4 0 0,5 1-8191</inkml:trace>
</inkml:ink>
</file>

<file path=ppt/ink/ink2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3:25.0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 24575,'2'-1'0,"0"-1"0,0 0 0,0 0 0,0 1 0,1-1 0,-1 1 0,0-1 0,1 1 0,-1 0 0,1 0 0,0 0 0,-1 1 0,1-1 0,-1 0 0,1 1 0,4 0 0,-3 0 0,0 0 0,1 1 0,-1 0 0,0 0 0,0 0 0,0 0 0,0 1 0,0-1 0,6 5 0,3 2 0,0 1 0,-1 1 0,0 1 0,17 17 0,-28-26 0,1-1 0,-1 1 0,0-1 0,0 1 0,1 0 0,-1-1 0,0 1 0,0 0 0,-1 0 0,1 0 0,0 0 0,-1-1 0,1 1 0,-1 0 0,0 0 0,1 0 0,-1 0 0,0 0 0,0 0 0,0 1 0,-1-1 0,1 0 0,0-1 0,-1 1 0,1 0 0,-1 0 0,0 0 0,0 0 0,1 0 0,-1 0 0,0-1 0,-1 1 0,1 0 0,0-1 0,-2 3 0,-6 5 0,0 0 0,-1-1 0,1 0 0,-19 11 0,14-10 0,11-7 0,-19 15 0,21-16 0,0 0 0,-1 0 0,1 0 0,0 1 0,0-1 0,0 0 0,1 0 0,-1 1 0,0-1 0,0 0 0,1 1 0,-1-1 0,1 1 0,-1 1 0,1-2 0,0 0 0,0 0 0,1 0 0,-1 0 0,1 0 0,-1-1 0,1 1 0,-1 0 0,1 0 0,0 0 0,-1-1 0,1 1 0,0 0 0,0-1 0,-1 1 0,1 0 0,0-1 0,0 1 0,0-1 0,0 0 0,0 1 0,-1-1 0,3 1 0,23 7 0,-14-6 0,0 0 0,0 0 0,0-1 0,0-1 0,0 0 0,0-1 0,21-3 0,-31 3-170,1 1-1,-1-1 0,0 0 1,0 0-1,0 0 0,0 0 1,3-2-1</inkml:trace>
</inkml:ink>
</file>

<file path=ppt/ink/ink2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3:25.3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1 24575,'-5'2'0,"-2"4"0,3 3 0,3 2 0,3 2 0,4 1 0,3 1 0,3 0 0,2 0 0,0 0 0,2-2 0,-1-2 0,0-2 0,-3-3-8191</inkml:trace>
</inkml:ink>
</file>

<file path=ppt/ink/ink2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3:25.5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24575,'12'22'0,"7"10"0,2 1 0,1-1 0,-5-5 0,-4-6-8191</inkml:trace>
</inkml:ink>
</file>

<file path=ppt/ink/ink2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3:25.7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499 75 24575,'-29'-9'0,"-15"-5"0,-5 0 0,3 0 0,6 4 0,3 3 0,7 3 0,5 2 0,2 1 0,3 4 0,-1 1 0,-1-1 0,1 3 0,-4 0 0,0-2 0,2-1 0,5-1-8191</inkml:trace>
</inkml:ink>
</file>

<file path=ppt/ink/ink2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3:27.0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106 9 24575,'-8'-2'0,"1"0"0,-1 0 0,0 1 0,0 0 0,-14 0 0,20 1 0,0 1 0,1-1 0,-1 0 0,0 0 0,0 1 0,0-1 0,1 1 0,-1-1 0,0 1 0,0 0 0,1 0 0,-1 0 0,1 0 0,-1 0 0,1 0 0,-1 0 0,1 0 0,0 1 0,-1-1 0,1 0 0,0 1 0,0-1 0,0 1 0,0 0 0,0-1 0,0 1 0,1 0 0,-1-1 0,1 1 0,-1 2 0,0 2 0,0-1 0,0 1 0,1 0 0,0-1 0,0 1 0,1-1 0,0 1 0,0-1 0,0 1 0,2 5 0,3 3 0,0 0 0,11 19 0,-15-29-195,0 0 0,0 1 0,-1-1 0,1 0 0,-1 1 0,1 5 0,-1 1-6631</inkml:trace>
</inkml:ink>
</file>

<file path=ppt/ink/ink2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3:27.7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360 1 24575,'-27'2'0,"-14"1"0,-2 0 0,1 0 0,5-1 0,7-1 0,5-1 0,6 1 0,2-1 0,3-1 0,0 1 0,1 0 0,0 0 0,-1 0 0,3 0-8191</inkml:trace>
</inkml:ink>
</file>

<file path=ppt/ink/ink2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3:28.3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2 24575,'0'0'0,"0"0"0,0 0 0,0 0 0,0 0 0,-1-1 0,1 1 0,0 0 0,0 0 0,0 0 0,0 0 0,-1 0 0,1 0 0,0-1 0,0 1 0,0 0 0,-1 0 0,1 0 0,0 0 0,0 0 0,0 0 0,-1 0 0,1 0 0,0 0 0,0 0 0,-1 0 0,1 0 0,0 0 0,0 0 0,0 0 0,-1 0 0,1 0 0,0 0 0,0 0 0,0 1 0,-1-1 0,-3 8 0,1 13 0,3-21 0,-2 19 0,0 0 0,-1 0 0,-9 27 0,11-44 0,1-1 0,-1 1 0,1 0 0,-1 0 0,1-1 0,0 1 0,0 0 0,0 0 0,0 0 0,0-1 0,0 1 0,0 0 0,0 0 0,1 0 0,-1-1 0,1 1 0,-1 0 0,1-1 0,0 1 0,1 2 0,0-2 0,0-1 0,-1 1 0,1-1 0,0 1 0,0-1 0,0 0 0,0 0 0,1 1 0,-1-2 0,0 1 0,0 0 0,1 0 0,-1-1 0,0 1 0,4-1 0,24 3 0,0-1 0,1-2 0,30-4 0,-50 3 40,0 0 0,19-5 0,-27 5-154,1 0 0,-1 0-1,0 0 1,1-1 0,-1 1 0,0-1-1,0 0 1,0 0 0,0 0 0,0 0-1,-1-1 1,4-3 0,0-2-6712</inkml:trace>
</inkml:ink>
</file>

<file path=ppt/ink/ink2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3:28.5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1 24575,'-7'24'0,"-3"11"0,0 2 0,3-3 0,2-5 0,1-4 0,5-5 0,1-3 0,2-2 0,-2-1 0,1 0 0,1-3 0,0-1 0,-1 1 0</inkml:trace>
</inkml:ink>
</file>

<file path=ppt/ink/ink2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3:28.9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0 24575,'-2'15'0,"-1"7"0,2 0 0,2-1 0,3-3 0,3 0 0,0-2 0,2-4 0,-1 0 0,1-4 0,-1 1 0,0-3 0,-1 2 0,1-2 0</inkml:trace>
</inkml:ink>
</file>

<file path=ppt/ink/ink2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3:29.1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24575,'5'25'0,"4"7"0,0 2 0,2-3 0,1-5 0,1-6 0,-2-6-8191</inkml:trace>
</inkml:ink>
</file>

<file path=ppt/ink/ink2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3:29.4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358 75 24575,'-29'-9'0,"-15"-5"0,-5 0 0,4 0 0,6 4 0,6 3 0,6 3 0,4 2 0,5 1 0,0 1 0,0 1 0,4 0-8191</inkml:trace>
</inkml:ink>
</file>

<file path=ppt/ink/ink2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3:41.66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14 0 24575,'0'1'0,"-1"-1"0,0 0 0,1 1 0,-1-1 0,0 0 0,1 1 0,-1-1 0,0 1 0,1-1 0,-1 1 0,1 0 0,-1-1 0,1 1 0,-1-1 0,1 1 0,0 0 0,-1-1 0,1 1 0,0 0 0,-1 0 0,1-1 0,0 1 0,0 0 0,0 0 0,0-1 0,0 1 0,0 1 0,-2 22 0,3-15 0,1-1 0,0 1 0,0-1 0,1 1 0,0-1 0,1 0 0,0 0 0,9 15 0,5 10 0,-16-30 0,0-1 0,0 1 0,-1 0 0,2-1 0,-1 1 0,0-1 0,1 0 0,-1 0 0,1 0 0,-1 0 0,1 0 0,0 0 0,0-1 0,0 1 0,0-1 0,0 0 0,0 0 0,0 0 0,0 0 0,1-1 0,-1 1 0,0-1 0,0 0 0,1 0 0,-1 0 0,0 0 0,0-1 0,1 1 0,3-2 0,-6 2-62,0-1 0,0 0 0,1 0 0,-1 0 0,0 1 0,0-1 0,0 0 0,0 0 0,0-1 0,0 1 0,0 0 0,0 0-1,-1 0 1,1-1 0,0 1 0,-1 0 0,1-1 0,-1 1 0,1 0 0,-1-1 0,0-1 0,2-8-6764</inkml:trace>
</inkml:ink>
</file>

<file path=ppt/ink/ink2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3:42.08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20 10 24575,'0'-5'0,"0"1"0,0 3 0,-2 5 0,-2 4 0,-1 0 0,-3-1 0</inkml:trace>
</inkml:ink>
</file>

<file path=ppt/ink/ink2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3:42.66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259 1 24575,'-10'2'0,"-5"1"0,-3 0 0,-1 0 0,0-1 0,2-1 0,0-1 0,1 1 0,1-1 0,1-1 0,-1 1 0,1 0 0,0 0 0,-1 0 0,1-3 0,0 0 0,2 0-8191</inkml:trace>
</inkml:ink>
</file>

<file path=ppt/ink/ink2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3:43.10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259 16 24575,'0'-1'0,"0"1"0,0 0 0,0 0 0,-1 0 0,1-1 0,0 1 0,0 0 0,-1 0 0,1 0 0,0-1 0,-1 1 0,1 0 0,0 0 0,0 0 0,-1 0 0,1 0 0,0 0 0,-1 0 0,1 0 0,0 0 0,-1 0 0,1 0 0,0 0 0,-1 0 0,1 0 0,-1 0 0,-14 1 0,10 0 0,-40-1 0,0-1 0,-51-8 0,64 6-1365,19 2-5461</inkml:trace>
</inkml:ink>
</file>

<file path=ppt/ink/ink2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3:43.77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25 26 24575,'-1'1'0,"0"-1"0,1 0 0,-1 0 0,1 0 0,-1 1 0,1-1 0,-1 0 0,1 1 0,-1-1 0,1 0 0,-1 1 0,1-1 0,-1 1 0,1-1 0,-1 0 0,1 1 0,0-1 0,-1 1 0,1-1 0,0 1 0,0 0 0,-1-1 0,1 1 0,0-1 0,0 1 0,0-1 0,0 1 0,-1 0 0,1-1 0,0 1 0,0-1 0,0 1 0,0 0 0,1 0 0,1 23 0,-2-23 0,5 17 0,0-1 0,1 0 0,1 0 0,0 0 0,2-1 0,18 28 0,-19-34 0,-8-10 0,0 0 0,0 0 0,0 0 0,0 0 0,0 0 0,0 0 0,0 0 0,0 0 0,0 0 0,1 0 0,-1 0 0,0 0 0,0 0 0,0 0 0,0 0 0,0 0 0,0-1 0,0 1 0,0 0 0,0 0 0,0 0 0,0 0 0,0 0 0,0 0 0,0 0 0,0 0 0,0 0 0,1 0 0,-1 0 0,0 0 0,0 0 0,0-1 0,0 1 0,0 0 0,0 0 0,0 0 0,0 0 0,0 0 0,0 0 0,0 0 0,0 0 0,0 0 0,0 0 0,0-1 0,-1 1 0,1 0 0,0 0 0,0 0 0,0 0 0,0 0 0,0 0 0,0 0 0,0 0 0,0 0 0,0 0 0,-6-22 0,-69-166 0,67 177 0,7 19 0,5 25 0,-3-27 0,5 27-2,1-1 1,16 45-1,-5-22-1358,-15-43-5466</inkml:trace>
</inkml:ink>
</file>

<file path=ppt/ink/ink2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3:54.50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 32 24575,'-2'-3'0,"1"0"0,4-3 0,3 1 0,3 0 0,1-1 0,-2 2 0</inkml:trace>
</inkml:ink>
</file>

<file path=ppt/ink/ink2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3:55.09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52 24575,'24'-21'0,"-23"20"0,0 0 0,-1 0 0,1 1 0,0-1 0,0 0 0,-1 0 0,1 0 0,-1 0 0,1 0 0,-1 0 0,1 0 0,-1-1 0,1 1 0,-1 0 0,0 0 0,0 0 0,0 0 0,0-1 0,0 1 0,0 0 0,0 0 0,0 0 0,0-2 0,-3-1 0,2 9 0,2 10 0,1-9 0,1-1 0,0 1 0,1-1 0,-1 1 0,1-1 0,8 9 0,31 26 0,-13-12 0,-5-4 0,39 43 0,-37-37 0,2-2 0,43 33 0,-14-11 0,-3-3 0,-6-5 0,-1 1 0,69 84 0,-111-118-341,1 1 0,-2 0-1,9 19 1,-8-14-6485</inkml:trace>
</inkml:ink>
</file>

<file path=ppt/ink/ink2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3:55.91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24575,'31'14'0,"0"0"0,-1 2 0,-1 1 0,0 1 0,-1 2 0,-1 1 0,-1 1 0,31 34 0,143 140 0,-55-76 0,37 33 0,107 103 0,-177-151 0,-66-61 0,41 38 0,37 35 0,-82-78 0,57 39 0,-81-64 0,24 16 0,-22-17 0,33 29 0,57 74 0,-47-44 0,-51-58 0,0-1 0,0-1 0,29 21 0,-25-20 0,1 0 0,14 18 0,0 3 0,80 97 0,-109-129-170,-1 0-1,1 1 0,-1-1 1,0 0-1,0 0 0,0 1 1,1 3-1,-1 2-6655</inkml:trace>
</inkml:ink>
</file>

<file path=ppt/ink/ink2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3:57.92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2639 20 24575,'10'-5'0,"1"1"0,17-4 0,-24 7 0,-1 1 0,0-1 0,0 1 0,1 0 0,-1 0 0,0 0 0,1 0 0,-1 0 0,0 1 0,0-1 0,1 1 0,-1 0 0,4 2 0,-6-2 0,0-1 0,0 1 0,0 0 0,0 0 0,-1 0 0,1 0 0,0 0 0,-1 0 0,1 0 0,-1 0 0,1 0 0,-1 0 0,1 0 0,-1 0 0,0 0 0,0 0 0,1 0 0,-1 0 0,0 1 0,0-1 0,0 0 0,0 0 0,0 0 0,0 0 0,-1 0 0,1 1 0,0-1 0,-1 0 0,1 0 0,0 0 0,-2 1 0,-1 6 0,0-1 0,0 0 0,-6 7 0,2 0 0,-2-1 0,0 0 0,-1-1 0,0 0 0,0 0 0,-15 11 0,15-15 0,-18 14 0,1 2 0,1 1 0,-25 30 0,42-43 0,0-1 0,0 0 0,-1-1 0,0 0 0,-1-1 0,-14 11 0,-65 30 0,21-14 0,60-31 0,2 0 0,-1 0 0,1 0 0,-1 1 0,1 0 0,1 1 0,0 0 0,0 0 0,0 0 0,0 1 0,1-1 0,1 1 0,-1 1 0,-2 8 0,-4 8 0,-26 46 0,30-62 0,1 0 0,-1 0 0,0 0 0,-1-1 0,0 0 0,0-1 0,-14 10 0,-5 1 0,-9 6 0,0 1 0,-37 35 0,54-43 0,0-2 0,-42 27 0,-47 17 0,59-34 0,-48 33 0,74-40 0,1 1 0,1 1 0,-27 33 0,5-6 0,-185 208 0,127-110 0,69-104 0,-37 53 0,49-67 0,-1-2 0,0 0 0,-35 30 0,37-37 0,-21 19 0,-35 37 0,-40 54 0,46-55 0,-51 48 0,103-104 0,-7 8 0,-41 34 0,10-26 0,9-4 0,45-29-10,-93 71 141,86-63-296,-1 0 0,2 0 0,-1 1 0,1 0 0,0 0-1,1 1 1,0 0 0,-5 11 0,6-9-6661</inkml:trace>
</inkml:ink>
</file>

<file path=ppt/ink/ink2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4:05.96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24575,'0'3'0,"1"-1"0,-1 1 0,1-1 0,-1 0 0,1 1 0,0-1 0,0 1 0,1-1 0,-1 0 0,0 0 0,1 0 0,-1 0 0,1 0 0,-1 0 0,4 2 0,31 27 0,-27-25 0,166 143 0,-10 13 0,-156-153 0,271 261 0,61 32 0,-263-237 0,187 150 0,-198-161 0,16 20 0,-39-33 0,3 5 0,-2 2 0,53 71 0,-44-54 0,95 86 0,-75-79 0,49 39 0,11 11 0,-21-16 0,-59-58 0,-17-17 0,-25-23 0,-1 2 0,0-1 0,-1 1 0,0 1 0,9 12 0,-15-15-1365</inkml:trace>
</inkml:ink>
</file>

<file path=ppt/ink/ink2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4:07.43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1949 66 24575,'-2'-15'0,"-3"-14"0,5 28 0,-1-1 0,1 1 0,-1-1 0,1 1 0,-1-1 0,1 1 0,-1 0 0,0-1 0,0 1 0,0 0 0,1 0 0,-1 0 0,-1 0 0,0-2 0,1 3 0,0 0 0,1-1 0,-1 1 0,0 0 0,0 0 0,0 0 0,0 0 0,1 0 0,-1 0 0,0 0 0,0 0 0,0 0 0,1 1 0,-1-1 0,0 0 0,0 0 0,1 1 0,-1-1 0,0 0 0,1 1 0,-1-1 0,0 1 0,1-1 0,-1 1 0,0-1 0,1 1 0,-1 0 0,1-1 0,-1 1 0,0 0 0,-16 24 0,15-22 0,-11 17 0,-8 13 0,0-2 0,-37 41 0,50-64 0,-21 22 0,2 1 0,-34 48 0,52-61 0,0 1 0,1 0 0,-8 29 0,2-8 0,-53 119 0,63-152 0,0 0 0,-1 0 0,1-1 0,-1 0 0,-1 1 0,-9 8 0,-42 30 0,1-1 0,38-25 0,1 1 0,1 1 0,1 0 0,0 1 0,-12 26 0,-1-1 0,-66 86 0,-9-25 0,34-38 0,45-44 0,0 1 0,2 2 0,-36 58 0,39-52 0,-47 63 0,53-81 0,-1-2 0,0 0 0,-1 0 0,-1-2 0,-27 19 0,-93 66 0,123-86 0,0 0 0,1 1 0,1 0 0,-15 21 0,5-5 0,14-20 0,-10 13 0,-22 22 0,14-19 0,-22 22 0,23-27 0,12-12 0,1 1 0,1 0 0,-1 1 0,1 1 0,1 0 0,0 0 0,-15 24 0,-47 93 0,45-81 25,19-32-373,0-1 1,-1-1-1,-18 23 1,17-26-6479</inkml:trace>
</inkml:ink>
</file>

<file path=ppt/ink/ink2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4:15.42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16 1 24575,'-1'0'0,"0"0"0,1 0 0,-1 1 0,0-1 0,1 0 0,-1 1 0,1-1 0,-1 1 0,1-1 0,-1 0 0,1 1 0,-1-1 0,1 1 0,-1-1 0,1 1 0,0 0 0,-1-1 0,1 1 0,0-1 0,-1 1 0,1 0 0,0-1 0,0 1 0,0 0 0,-1-1 0,1 1 0,0 1 0,-2 22 0,1-22 0,1 6 0,0 0 0,0 0 0,0 1 0,1-1 0,0 0 0,1-1 0,-1 1 0,5 9 0,-5-14 0,0 1 0,1-1 0,0 0 0,-1-1 0,1 1 0,0 0 0,1 0 0,-1-1 0,0 0 0,1 1 0,-1-1 0,1 0 0,0 0 0,0 0 0,0 0 0,0-1 0,0 1 0,0-1 0,0 0 0,0 0 0,1 0 0,3 0 0,-4 0-80,0 0 0,1-1-1,-1 1 1,0-1 0,1 0-1,-1 0 1,0 0 0,1 0-1,-1-1 1,0 0 0,1 1 0,-1-1-1,0 0 1,0 0 0,1-1-1,4-2 1</inkml:trace>
</inkml:ink>
</file>

<file path=ppt/ink/ink2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4:15.64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10 21 24575,'-5'-10'0,"1"-1"0</inkml:trace>
</inkml:ink>
</file>

<file path=ppt/ink/ink2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4:16.00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248 36 24575,'-24'-5'0,"-11"-1"0,-2-1 0,3 2 0,5 2 0,5 1 0,3 0 0,4 2 0,2-2 0,4-2-8191</inkml:trace>
</inkml:ink>
</file>

<file path=ppt/ink/ink2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4:16.28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211 43 24575,'-30'-8'0,"-11"-1"0,-3-1 0,6 3 0,5 1 0,9 3-8191</inkml:trace>
</inkml:ink>
</file>

<file path=ppt/ink/ink2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4:16.91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10 24575,'43'-4'0,"-9"0"0,-1 2 0,63 4 0,-94-2 0,0 0 0,0 0 0,1 1 0,-1-1 0,0 1 0,0-1 0,1 1 0,-1 0 0,0 0 0,0 0 0,0 0 0,0 0 0,0 1 0,-1-1 0,1 1 0,3 2 0,-4-2 0,0-1 0,-1 1 0,1 0 0,-1-1 0,1 1 0,-1 0 0,1-1 0,-1 1 0,0 0 0,0-1 0,0 1 0,0 0 0,0 0 0,0-1 0,0 1 0,-1 0 0,1-1 0,-1 1 0,1 0 0,-1-1 0,1 1 0,-1-1 0,-1 3 0,-3 3 0,0 1 0,0-1 0,-1 0 0,0 0 0,0-1 0,-1 0 0,-8 7 0,-4 4 0,8-8 0,6-4 0,0 0 0,0-1 0,0 2 0,0-1 0,-6 10 0,11-14 0,-1 1 0,0-1 0,1 1 0,-1-1 0,1 1 0,-1-1 0,1 1 0,0-1 0,0 1 0,0-1 0,-1 1 0,1-1 0,1 1 0,-1 0 0,0-1 0,0 1 0,1-1 0,-1 1 0,0-1 0,1 1 0,0-1 0,-1 0 0,1 1 0,0-1 0,0 0 0,0 1 0,0-1 0,0 0 0,0 0 0,0 0 0,1 1 0,1 1 0,1 0 0,-1-1 0,1 0 0,0 0 0,-1 0 0,1 0 0,0 0 0,0-1 0,0 0 0,0 0 0,0 0 0,0 0 0,6 0 0,8 0 0,33-3 0,-22 1 0,59 0-1365,-76 1-5461</inkml:trace>
</inkml:ink>
</file>

<file path=ppt/ink/ink2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4:21.90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14 24575,'0'0'0,"0"-1"0,1 0 0,-1 1 0,0-1 0,1 0 0,-1 1 0,1-1 0,-1 0 0,1 1 0,-1-1 0,1 1 0,0-1 0,-1 1 0,1-1 0,-1 1 0,1 0 0,0-1 0,0 1 0,-1 0 0,1-1 0,0 1 0,0 0 0,-1 0 0,1 0 0,0 0 0,0 0 0,0 0 0,23-2 0,-19 2 0,0 1 0,-1-1 0,1 1 0,0 1 0,-1-1 0,1 1 0,-1-1 0,1 1 0,-1 1 0,0-1 0,0 1 0,0-1 0,7 7 0,2 3 0,-1 1 0,16 21 0,-2-2 0,51 49 0,35 40 0,-112-120-8,90 120-1349,-76-99-5469</inkml:trace>
</inkml:ink>
</file>

<file path=ppt/ink/ink2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4:22.88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 24575,'15'8'0,"0"0"0,0 1 0,-1 0 0,0 1 0,-1 1 0,20 20 0,50 52 0,7 8 0,221 271 0,-97-141 0,-77-88 0,-45-35 0,119 163 0,-85-107 0,-8-11 0,-76-88 0,63 64 0,-51-65 0,69 78 0,-103-107 0,30 51 0,-42-63 0,1 0 0,0 0 0,1-1 0,13 13 0,50 39 0,-36-32 0,4 2 0,-27-23 0,0 1 0,0 0 0,-1 1 0,-1 0 0,13 17 0,-19-19-1365,-1-1-5461</inkml:trace>
</inkml:ink>
</file>

<file path=ppt/ink/ink2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4:24.57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2339 8 24575,'6'-8'0,"-3"11"0,-3-2 0,0 1 0,0-1 0,0 1 0,0-1 0,0 0 0,0 1 0,-1-1 0,1 0 0,0 1 0,-1-1 0,0 2 0,-8 10 0,0 0 0,0-1 0,-1-1 0,-1 0 0,0 0 0,-15 11 0,-23 23 0,-54 55 0,75-71 0,-82 93 0,-5 7 0,27-36 0,8-8 0,3 12 0,36-44 0,-55 56 0,-43 24 0,-127 124 0,221-210 0,-41 38 0,19-36 0,46-34 0,0 0 0,-22 21 0,30-23 0,-1 0 0,2 2 0,-1-1 0,-16 29 0,-13 25 0,-59 76 0,51-66 0,2-1 0,-56 70 0,53-77 0,-104 109 0,115-141 0,11-12 0,-29 36 0,41-44-1365,8-11-5461</inkml:trace>
</inkml:ink>
</file>

<file path=ppt/ink/ink2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4:27.80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 24575,'3'0'0,"0"2"0,0 4 0,0 3 0</inkml:trace>
</inkml:ink>
</file>

<file path=ppt/ink/ink2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4:28.97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35 48 24575,'-23'-20'0,"22"19"0,0 0 0,0 0 0,0 0 0,0 0 0,0 0 0,1 0 0,-1-1 0,0 1 0,1 0 0,-1-1 0,0 1 0,1 0 0,0-1 0,-1 1 0,1 0 0,0-1 0,0 1 0,-1-2 0,2 2 0,-1 1 0,0 0 0,0 0 0,0 0 0,1-1 0,-1 1 0,0 0 0,0 0 0,0 0 0,1 0 0,-1 0 0,0 0 0,0-1 0,1 1 0,-1 0 0,0 0 0,0 0 0,1 0 0,-1 0 0,0 0 0,0 0 0,1 0 0,-1 0 0,0 0 0,0 0 0,1 0 0,-1 0 0,0 1 0,0-1 0,1 0 0,-1 0 0,0 0 0,0 0 0,0 0 0,1 0 0,-1 0 0,0 1 0,0-1 0,0 0 0,1 0 0,-1 0 0,0 1 0,0-1 0,0 0 0,11 9 0,-11-9 0,10 8 0,141 136 0,-130-124 0,24 19 0,-26-23 0,0 1 0,20 23 0,-1 2 0,83 68 0,-52-50 0,269 231 0,-71-62 0,45 2 0,-222-169 0,-3 4 0,-4 4 0,115 121 0,-167-157 0,-11-13 0,0 2 0,17 26 0,47 57 0,-26-42 0,-25-29 0,39 54 0,-50-60 0,32 32 0,-11-12 0,-8-15-31,4 6 147,-36-35-297,0-1 0,1 0-1,-1 1 1,-1 0 0,1 0 0,-1 0-1,3 8 1,-2-1-6645</inkml:trace>
</inkml:ink>
</file>

<file path=ppt/ink/ink2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4:30.57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2059 35 24575,'0'-11'0,"1"9"0,-1-1 0,0 1 0,0-1 0,0 1 0,0-1 0,-1 1 0,0-4 0,1 6 0,0 0 0,-1 0 0,1 0 0,0 0 0,-1 0 0,1 0 0,0 0 0,0 0 0,-1 0 0,1 0 0,0 0 0,-1 0 0,1 0 0,0 0 0,0 1 0,-1-1 0,1 0 0,0 0 0,0 0 0,-1 0 0,1 1 0,0-1 0,0 0 0,0 0 0,-1 0 0,1 1 0,0-1 0,0 0 0,0 0 0,0 1 0,-1-1 0,1 0 0,0 1 0,0-1 0,0 1 0,-8 11 0,7-12 0,-15 26 0,-8 14 0,-57 70 0,16-45 0,37-37 0,-42 52 0,30-30 0,-20 30 0,11-10 0,-108 119 0,-44 13 0,170-177 0,-63 40 0,1-3 0,78-50 0,1 0 0,1 0 0,0 1 0,-13 17 0,5 2 0,1 0 0,-15 34 0,-26 41 0,51-90 0,-1-1 0,-1-1 0,-1 0 0,-25 24 0,-20 16 0,15-13 0,-16 22 0,47-49 0,0-1 0,-1-1 0,0 0 0,-1 0 0,-24 15 0,25-19 0,1-1 0,0 2 0,0 0 0,-15 16 0,-35 50 0,55-67 0,-4 4 0,-107 153 0,52-66 0,56-87-62,-1-1 0,0 0 0,0-1-1,-1 0 1,-25 18 0,17-14-930,4-4-5834</inkml:trace>
</inkml:ink>
</file>

<file path=ppt/ink/ink2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6:04.68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680 571 24575,'11'8'0,"-8"-5"0,-9-7 0,-388-317 0,299 233 1,44 39-684,-82-60 0,118 99-6143</inkml:trace>
</inkml:ink>
</file>

<file path=ppt/ink/ink2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6:06.51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26 18 24575,'-1'-2'0,"-1"0"0,0 1 0,1-1 0,-1 0 0,0 1 0,0-1 0,0 1 0,0 0 0,0 0 0,-3-2 0,5 3 0,0 1 0,0-1 0,-1 0 0,1 0 0,0 0 0,0 0 0,0 0 0,0 0 0,0 1 0,0-1 0,-1 0 0,1 0 0,0 0 0,0 0 0,0 0 0,0 1 0,0-1 0,0 0 0,0 0 0,0 0 0,0 0 0,0 1 0,0-1 0,0 0 0,0 0 0,0 0 0,0 1 0,0-1 0,0 0 0,0 0 0,0 0 0,0 0 0,0 1 0,0-1 0,0 0 0,0 0 0,0 0 0,1 0 0,-1 1 0,0-1 0,0 0 0,0 0 0,0 0 0,0 0 0,5 11 0,7 9 0,1 0 0,0 0 0,2-2 0,26 28 0,77 58 0,199 118 0,-307-217 0,-5-2 0,1 0 0,-1 1 0,0 0 0,9 8 0,-26-17 0,-10-9 0,8 3 34,0-1-1,-15-15 0,-1-3-1498,16 18-5361</inkml:trace>
</inkml:ink>
</file>

<file path=ppt/ink/ink2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6:07.06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367 56 24575,'-6'-6'0,"2"-1"0,-1 0 0,1 0 0,0 0 0,-4-12 0,8 19 0,0 0 0,0 0 0,0 0 0,0 0 0,0 0 0,0 0 0,0 0 0,0 0 0,0-1 0,0 1 0,0 0 0,0 0 0,0 0 0,0 0 0,0 0 0,0 0 0,-1 0 0,1 0 0,0 0 0,0 0 0,0-1 0,0 1 0,0 0 0,0 0 0,0 0 0,0 0 0,0 0 0,0 0 0,0 0 0,-1 0 0,1 0 0,0 0 0,0 0 0,0 0 0,0 0 0,0 0 0,0 0 0,0 0 0,0 0 0,-1 0 0,1 0 0,0 0 0,0 0 0,0 0 0,0 0 0,0 0 0,-4 6 0,-2 10 0,5-13 0,-22 60 0,-4-2 0,-37 65 0,24-46 0,-35 101 0,59-140 0,11-28-119,4-7 155,-1 0 0,0-1 0,-1 0 1,1 1-1,-1-1 0,-5 6 0,8-10-82,-1 0 1,0-1 0,0 1-1,0 0 1,0 0-1,-1 0 1,1-1-1,0 1 1,0 0 0,0-1-1,-1 1 1,1-1-1,0 0 1,0 1-1,-1-1 1,1 0 0,0 0-1,-1 0 1,1 0-1,0 0 1,-1 0 0,1 0-1,0 0 1,-1 0-1,1-1 1,0 1-1,-1-1 1,1 1 0,0-1-1,0 1 1,0-1-1,-3-1 1,-5-4-6781</inkml:trace>
</inkml:ink>
</file>

<file path=ppt/ink/ink2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6:07.78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24575,'0'0'-8191</inkml:trace>
</inkml:ink>
</file>

<file path=ppt/ink/ink2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6:08.63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8 45 24575,'0'-1'0,"-1"0"0,0 0 0,0 0 0,1-1 0,-1 1 0,1 0 0,-1 0 0,1 0 0,-1 0 0,1-1 0,0 1 0,-1 0 0,1 0 0,0-1 0,0 1 0,0 0 0,0-1 0,0 1 0,0 0 0,0 0 0,1-2 0,0 1 0,0 1 0,0 0 0,0 0 0,-1 0 0,2 0 0,-1 0 0,0 1 0,0-1 0,0 0 0,0 0 0,0 1 0,1-1 0,-1 0 0,0 1 0,0 0 0,1-1 0,-1 1 0,0 0 0,3-1 0,8 0 0,-1 1 0,0 0 0,0 0 0,1 1 0,-1 1 0,0 0 0,0 0 0,0 1 0,0 0 0,-1 1 0,1 1 0,-1-1 0,0 2 0,0-1 0,-1 1 0,13 11 0,-19-15 0,-1 0 0,1 1 0,-1-1 0,0 1 0,0-1 0,0 1 0,0 0 0,0 0 0,-1 0 0,1 0 0,-1 0 0,0 0 0,0 0 0,0 1 0,1 3 0,-2-4 0,0-1 0,-1 1 0,1-1 0,0 1 0,-1-1 0,1 1 0,-1-1 0,0 0 0,0 1 0,0-1 0,0 0 0,0 1 0,-1-1 0,1 0 0,0 0 0,-1 0 0,0 0 0,0 0 0,1-1 0,-5 4 0,-4 2 0,-1 1 0,0-2 0,-21 11 0,-12 6 0,43-23 0,1 1 0,-1-1 0,0 0 0,1 1 0,-1-1 0,0 1 0,1-1 0,-1 1 0,1-1 0,-1 1 0,1-1 0,-1 1 0,1-1 0,0 1 0,-1 0 0,1-1 0,0 1 0,-1 0 0,1 0 0,0-1 0,-1 2 0,2-1 0,-1-1 0,0 1 0,0-1 0,0 1 0,1 0 0,-1-1 0,0 1 0,0-1 0,1 1 0,-1-1 0,1 1 0,-1-1 0,0 1 0,1-1 0,-1 0 0,1 1 0,-1-1 0,1 0 0,0 1 0,4 1 0,-1 0 0,0 0 0,1 0 0,-1-1 0,7 2 0,22 1 0,1-1 0,0-1 0,60-6 0,-90 4-65,0 0 0,0-1 0,0 0 0,0 1 0,0-1 0,0-1 0,0 1 0,-1 0 0,1-1 0,0 0 0,-1 0 0,0 0 0,1 0 0,-1-1 0,0 1 0,0-1 0,0 0 0,0 0 0,-1 0 0,3-4 0,2-5-6761</inkml:trace>
</inkml:ink>
</file>

<file path=ppt/ink/ink2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6:09.30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29 4 24575,'0'-3'0,"0"4"0,-2 11 0,-2 19 0,-4 4 0,4-23 0,1 0 0,0 0 0,1 1 0,1 0 0,0-1 0,0 1 0,3 21 0,3-10 0,1-1 0,1 0 0,1 0 0,0 0 0,2-1 0,1-1 0,1 1 0,1-2 0,0 0 0,1 0 0,2-2 0,0 0 0,1 0 0,0-2 0,1 0 0,1-1 0,1-1 0,0 0 0,33 15 0,-25-20-1365,-16-7-5461</inkml:trace>
</inkml:ink>
</file>

<file path=ppt/ink/ink2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6:09.76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100 289 24575,'8'-6'0,"59"-49"0,-61 50 0,0-1 0,-1 0 0,0 0 0,0-1 0,0 1 0,-1-1 0,0 0 0,5-11 0,-8 14 0,0-1 0,0 0 0,-1 1 0,1-1 0,-1 1 0,0-1 0,0 0 0,-1 1 0,1-1 0,-1 1 0,0-1 0,0 1 0,0-1 0,-1 1 0,0-1 0,0 1 0,0 0 0,0 0 0,-1 0 0,1 0 0,-1 1 0,0-1 0,-7-6 0,5 5 0,0 1 0,0-1 0,0 1 0,-1 0 0,0 0 0,0 0 0,0 1 0,0 0 0,-1 0 0,1 1 0,-1 0 0,0 0 0,1 0 0,-1 1 0,-10-1 0,14 2 0,0 0 0,0 1 0,0-1 0,0 1 0,0-1 0,0 1 0,1 0 0,-1 0 0,0 0 0,0 0 0,1 1 0,-1-1 0,1 1 0,0 0 0,-4 2 0,3-1 0,0 1 0,0-1 0,0 1 0,0 0 0,1 0 0,-1 0 0,1 0 0,0 0 0,-1 5 0,0-1 0,1-1 0,0 1 0,1 0 0,0-1 0,0 1 0,0 0 0,1 0 0,1 0 0,-1 0 0,1 0 0,2 8 0,2-2 0,0-1 0,0 1 0,2-1 0,0-1 0,0 1 0,1-1 0,0-1 0,1 1 0,1-2 0,-1 1 0,20 15 0,-17-16 0,0-1 0,1-1 0,0 0 0,1 0 0,-1-1 0,1-1 0,1 0 0,-1-1 0,1-1 0,26 5 0,-36-8 0,0-1 0,0 1 0,0-1 0,0-1 0,0 1 0,0-1 0,0 1 0,0-1 0,0-1 0,8-2 0,-11 3 0,1-1 0,-1 1 0,0-1 0,0 1 0,1-1 0,-1 0 0,0 0 0,0 0 0,-1 0 0,1 0 0,0 0 0,-1 0 0,1-1 0,-1 1 0,0 0 0,0-1 0,0 0 0,0 1 0,0-1 0,0-5 0,1-6-1365,-1 1-5461</inkml:trace>
</inkml:ink>
</file>

<file path=ppt/ink/ink2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6:10.26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54 0 24575,'162'371'0,"-137"-310"0,-8-26 0,-11-25 0,9 23 0,-15-32 0,0 0 0,0-1 0,1 1 0,-1 0 0,0-1 0,0 1 0,0 0 0,0-1 0,0 1 0,0 0 0,0 0 0,0-1 0,0 1 0,0 0 0,0-1 0,0 1 0,0 0 0,-1 0 0,1-1 0,0 1 0,-1-1 0,1 0 0,0 0 0,-1 0 0,1 1 0,0-1 0,-1 0 0,1 0 0,0 0 0,-1 0 0,1 0 0,0 0 0,-1 0 0,1 0 0,0 0 0,-1 0 0,1 0 0,0 0 0,-1 0 0,1 0 0,-1 0 0,1 0 0,-1 0 0,-25-12 0,22 10 0,-14-9 0,0 0 0,1 0 0,1-2 0,-18-16 0,-52-65 0,50 54-1365,21 25-5461</inkml:trace>
</inkml:ink>
</file>

<file path=ppt/ink/ink2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6:10.46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11 13 24575,'2'-5'0,"-1"-1"0,-1 5 0,-3 5 0,-1 4 0,-3 1 0</inkml:trace>
</inkml:ink>
</file>

<file path=ppt/ink/ink2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6:1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4 104 24575,'0'0'0,"-1"0"0,1 0 0,0 0 0,0 0 0,0 0 0,0 0 0,-1 0 0,1 0 0,0 0 0,0 1 0,0-1 0,0 0 0,0 0 0,0 0 0,-1 0 0,1 0 0,0 1 0,0-1 0,0 0 0,0 0 0,0 0 0,0 0 0,0 1 0,0-1 0,0 0 0,0 0 0,0 0 0,0 0 0,0 1 0,0-1 0,0 0 0,0 0 0,0 0 0,0 0 0,0 1 0,0-1 0,0 0 0,0 0 0,0 0 0,0 0 0,0 1 0,1-1 0,-1 0 0,0 0 0,0 0 0,0 0 0,0 0 0,0 1 0,0-1 0,1 0 0,-1 0 0,0 0 0,7 10 0,6 3 0,1-1 0,0 0 0,1-1 0,0-1 0,1 0 0,0-2 0,0 1 0,1-2 0,20 7 0,-26-11 0,0 0 0,14 1 0,-21-4 0,0 1 0,1-1 0,-1 0 0,0-1 0,0 1 0,0 0 0,0-1 0,0 0 0,6-2 0,-9 2 0,0 1 0,0-1 0,1 1 0,-1-1 0,0 0 0,0 0 0,0 1 0,0-1 0,-1 0 0,1 0 0,0 0 0,0 0 0,0 0 0,-1 0 0,1-1 0,-1 1 0,1 0 0,-1 0 0,1-2 0,0 1 0,-1-1 0,0 1 0,1 0 0,-1-1 0,0 1 0,-1-1 0,1 1 0,0-1 0,-2-3 0,0-1 0,0 1 0,-1-1 0,0 0 0,0 1 0,-8-12 0,0 6 0,6 9 0,4 7 0,3-1 0,-1 1 0,1-1 0,0 0 0,0 0 0,0 0 0,0-1 0,1 1 0,-1 0 0,1-1 0,-1 0 0,6 4 0,1 0 0,1 1 0,13 5 0,-11-7 0,0-1 0,0 0 0,1-1 0,-1 0 0,1-1 0,-1-1 0,1 0 0,0 0 0,24-3 0,-34 2 0,0-1 0,0 1 0,-1-1 0,1 1 0,0-1 0,0 0 0,-1 0 0,1 0 0,-1 0 0,1-1 0,-1 1 0,0-1 0,1 1 0,-1-1 0,0 0 0,0 0 0,0 0 0,0 0 0,0 0 0,-1 0 0,1-1 0,-1 1 0,1-1 0,-1 1 0,0-1 0,0 1 0,0-1 0,0-3 0,0 2 0,0-1 0,0 1 0,-1-1 0,0 1 0,0-1 0,0 1 0,-1-1 0,0 1 0,1-1 0,-2 1 0,1-1 0,0 1 0,-1 0 0,0-1 0,0 1 0,-4-6 0,2 4-85,-1 0 0,0 1-1,0-1 1,0 1 0,-1 0-1,0 0 1,0 1 0,0-1-1,-1 2 1,1-1 0,-1 1-1,0-1 1,0 2 0,0-1-1,-13-2 1,6 3-6741</inkml:trace>
</inkml:ink>
</file>

<file path=ppt/ink/ink2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6:11.43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 24575,'36'27'0,"-2"1"0,-1 2 0,-1 1 0,-2 2 0,33 45 0,-42-48 0,-2 1 0,0 0 0,-3 2 0,0 0 0,-2 0 0,17 66 0,-29-89 0,0 0 0,0 0 0,-1 0 0,-1 0 0,1 1 0,-2-1 0,1 0 0,-1 0 0,-1 0 0,-4 16 0,3-18 0,0 1 0,-1-1 0,0 0 0,-1 0 0,0 0 0,0 0 0,0-1 0,-1 0 0,0 0 0,-1-1 0,1 0 0,-9 6 0,-5 3-455,0-2 0,-29 15 0,24-16-6371</inkml:trace>
</inkml:ink>
</file>

<file path=ppt/ink/ink2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6:13.11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 24575,'15'0'0,"-1"0"0,-1 0 0,17 3 0,-27-3 0,0 1 0,1-1 0,-1 1 0,0 0 0,1 1 0,-1-1 0,0 0 0,0 1 0,0 0 0,0 0 0,0 0 0,0 0 0,3 4 0,-5-5 0,0 1 0,0-1 0,0 0 0,-1 1 0,1-1 0,-1 0 0,1 1 0,-1-1 0,0 1 0,1-1 0,-1 1 0,0-1 0,0 1 0,0-1 0,0 1 0,0-1 0,0 1 0,-1-1 0,1 1 0,0-1 0,-1 1 0,1-1 0,-1 0 0,1 1 0,-1-1 0,0 0 0,0 1 0,0-1 0,1 0 0,-3 2 0,-3 5 0,-1-1 0,1 0 0,-11 8 0,15-14 0,-8 7 0,-14 12 0,23-19 0,0 0 0,0 0 0,0 0 0,0 0 0,1 0 0,-1 0 0,0 0 0,1 0 0,-1 0 0,1 0 0,-1 0 0,1 0 0,-1 0 0,1 0 0,0 1 0,-1-1 0,1 0 0,0 0 0,0 2 0,1-2 0,-1 0 0,0-1 0,1 1 0,-1 0 0,1 0 0,-1-1 0,1 1 0,-1 0 0,1-1 0,0 1 0,-1 0 0,1-1 0,0 1 0,0-1 0,-1 1 0,1-1 0,0 0 0,0 1 0,0-1 0,0 0 0,0 1 0,-1-1 0,1 0 0,0 0 0,1 0 0,26 2 0,-24-2 0,86-1-1365,-78 0-5461</inkml:trace>
</inkml:ink>
</file>

<file path=ppt/ink/ink2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5:36.34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15 17 24575,'-2'-1'0,"1"0"0,-1 0 0,0 0 0,1 0 0,0-1 0,-1 1 0,1 0 0,-2-3 0,3 4 0,0 0 0,0 0 0,0 0 0,0 0 0,0 0 0,0 0 0,0 0 0,0-1 0,0 1 0,0 0 0,0 0 0,0 0 0,0 0 0,0 0 0,0 0 0,0 0 0,0-1 0,0 1 0,0 0 0,0 0 0,0 0 0,0 0 0,0 0 0,0 0 0,0 0 0,1 0 0,-1-1 0,0 1 0,0 0 0,0 0 0,0 0 0,0 0 0,0 0 0,0 0 0,0 0 0,0 0 0,0 0 0,1 0 0,-1 0 0,0 0 0,0 0 0,0 0 0,0 0 0,12 0 0,-6 1 0,1 1 0,-1 0 0,1 0 0,-1 0 0,0 1 0,10 6 0,34 26 0,-26-18 0,119 97 0,-37-28 0,-70-57 0,114 77 0,-59-43 0,-43-29 0,-47-33 0,0 0 0,0-1 0,0 1 0,0 0 0,0-1 0,1 1 0,-1-1 0,0 1 0,0-1 0,0 0 0,1 1 0,-1-1 0,0 0 0,1 0 0,0 0 0,-1 0 0,-1 0 0,0 0 0,0 0 0,0 0 0,0 0 0,1-1 0,-1 1 0,0 0 0,0 0 0,0 0 0,0 0 0,0 0 0,1 0 0,-1-1 0,0 1 0,0 0 0,0 0 0,0 0 0,0 0 0,0-1 0,0 1 0,0 0 0,1 0 0,-1 0 0,0-1 0,0 1 0,0 0 0,0 0 0,0 0 0,0 0 0,0-1 0,0 1 0,-6-13 0,-3 2 0,-1 1 0,0 0 0,-1 0 0,0 1 0,-1 1 0,-18-12 0,-2-1 0,8 4 0,-81-62 0,87 64 0,2-1 0,-1 0 0,-23-33 0,10 3 0,-10-12 0,34 50 0,-2-3 0,19 18 0,8 9 0,-1 1 0,0 1 0,17 24 0,147 154 0,15-15 0,-51-56 0,-166-141-1365,9 10-5461</inkml:trace>
</inkml:ink>
</file>

<file path=ppt/ink/ink2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5:37.72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17 74 24575,'-1'1'0,"-1"0"0,1 1 0,0-1 0,-1 1 0,1-1 0,0 1 0,0 0 0,0 0 0,0-1 0,0 1 0,0 0 0,1 0 0,-1 0 0,0 3 0,1-4 0,1-1 0,-1 0 0,0 1 0,1-1 0,-1 0 0,0 1 0,1-1 0,-1 0 0,0 0 0,1 1 0,-1-1 0,1 0 0,-1 0 0,1 0 0,-1 1 0,1-1 0,-1 0 0,1 0 0,-1 0 0,1 0 0,-1 0 0,1 0 0,-1 0 0,1 0 0,-1 0 0,1 0 0,0-1 0,15 0 0,19-6 0,-22 3 0,28-2 0,77-9 0,-33 3 0,463-32 0,-533 43 0,150-14 0,-208 18 0,0 2 0,-82 19 0,83-15 0,1-3 0,-45 2 0,-84-5 0,133-3 0,32 0 0,0 0 0,0-1 0,0 0 0,-9-2 0,14 3 0,-1 0 0,0 0 0,0 0 0,0-1 0,0 1 0,0 0 0,0-1 0,1 1 0,-1-1 0,0 1 0,0-1 0,0 1 0,1-1 0,-1 0 0,0 1 0,1-1 0,-1 0 0,1 0 0,-1 1 0,1-1 0,-1 0 0,1 0 0,-1 0 0,1 1 0,0-1 0,-1 0 0,1 0 0,0 0 0,0 0 0,0 0 0,0 0 0,0-1 0,0 1 0,0 0 0,1 0 0,-1 0 0,1 0 0,-1 1 0,1-1 0,-1 0 0,1 0 0,0 1 0,-1-1 0,1 0 0,0 1 0,-1-1 0,1 1 0,0-1 0,0 1 0,0-1 0,-1 1 0,1-1 0,0 1 0,0 0 0,0 0 0,0-1 0,0 1 0,1 0 0,27-3 0,-26 3 0,286 16 0,-41-1 0,-218-14 0,268-11 0,-280 9 0,-12 1 0,-1 0 0,0-1 0,0 1 0,0-1 0,0 0 0,0 0 0,0-1 0,-1 1 0,1-1 0,6-3 0,-12 3 0,-4 0 0,-7 1 0,-234 0 0,122 2 0,114-1 0,1 0 0,-1 0 0,1 1 0,-1 0 0,-17 6 0,27-7 0,1 0 0,-1 0 0,0 0 0,0 0 0,0 0 0,0 0 0,0 0 0,0 0 0,0 0 0,0 0 0,0 0 0,0 0 0,0 0 0,0 0 0,0 0 0,0 0 0,0 0 0,0 0 0,0 0 0,0 0 0,0 0 0,0 0 0,0 0 0,0 0 0,0 0 0,0 0 0,0 1 0,0-1 0,0 0 0,0 0 0,0 0 0,0 0 0,0 0 0,0 0 0,0 0 0,0 0 0,0 0 0,0 0 0,0 0 0,0 0 0,0 0 0,0 0 0,0 0 0,0 0 0,0 0 0,0 0 0,0 0 0,0 0 0,0 0 0,0 1 0,0-1 0,0 0 0,0 0 0,0 0 0,0 0 0,0 0 0,0 0 0,0 0 0,-1 0 0,1 0 0,0 0 0,8 2 0,11 0 0,45-2 0,79 5 0,233 18 0,-368-22-118,-6-1 14,1 0 0,0 0 0,0 0 0,0 0 0,0 0 0,0 0 0,0-1 1,0 1-1,0-1 0,0 0 0,4-2 0</inkml:trace>
</inkml:ink>
</file>

<file path=ppt/ink/ink2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5:38.66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616 144 24575,'38'-19'0,"52"-27"0,-74 36 0,0 0 0,-1-1 0,19-17 0,-32 25 0,1 1 0,-1 0 0,1 1 0,-1-1 0,1 0 0,0 1 0,-1-1 0,1 1 0,0 0 0,4-1 0,-7 2 0,1 0 0,-1 0 0,1 0 0,-1 0 0,1 0 0,-1 0 0,1 0 0,-1 0 0,1 0 0,-1 0 0,0 0 0,1 0 0,-1 0 0,1 1 0,-1-1 0,1 0 0,-1 0 0,1 1 0,-1-1 0,0 0 0,1 0 0,-1 1 0,1-1 0,-1 0 0,1 1 0,-1 0 0,1 0 0,-1 1 0,0-1 0,1 0 0,-1 0 0,0 0 0,0 1 0,0-1 0,0 0 0,0 0 0,0 0 0,0 1 0,0-1 0,-1 0 0,1 2 0,-2 2 0,0 0 0,0 0 0,0 0 0,0 0 0,-1-1 0,1 1 0,-1 0 0,-1-1 0,1 0 0,-1 0 0,1 0 0,-8 6 0,-6 3 0,-34 20 0,39-25 0,-68 38 0,38-23 0,-67 49 0,53-23 0,-63 69 0,1 1 0,-106 76 0,246-204 0,61-38 0,-35 22 0,-19 9 0,82-51 0,-96 56 0,0 0 0,0-2 0,-1 0 0,22-27 0,-35 40 0,10-14 0,-1 0 0,13-23 0,-21 33 0,-1 1 0,1-1 0,0 1 0,-1-1 0,0 0 0,0 0 0,0 0 0,0 0 0,0 0 0,-1 0 0,0 0 0,0 0 0,0 0 0,0 0 0,-1 0 0,0 0 0,-1-4 0,2 6 0,-1 0 0,1 1 0,-1-1 0,0 1 0,0-1 0,0 1 0,0-1 0,0 1 0,0-1 0,0 1 0,0 0 0,-1 0 0,1-1 0,0 1 0,-1 0 0,1 0 0,-1 0 0,0 1 0,1-1 0,-1 0 0,1 1 0,-1-1 0,0 1 0,0-1 0,1 1 0,-1 0 0,0-1 0,0 1 0,1 0 0,-1 0 0,0 1 0,0-1 0,1 0 0,-1 0 0,-2 1 0,0 1 0,1-1 0,-1 0 0,1 1 0,0 0 0,-1 0 0,1 0 0,0 0 0,0 0 0,0 1 0,0-1 0,0 1 0,1 0 0,-1 0 0,1 0 0,-3 5 0,-1 6 0,0 1 0,1 0 0,1 0 0,0 1 0,1-1 0,-1 30 0,-8 35 0,9-69 0,0 0 0,-1-1 0,0 1 0,0-1 0,-1 0 0,-1 0 0,0 0 0,-10 12 0,11-15 0,-1-1 0,0 0 0,-1 0 0,1-1 0,-1 0 0,0 0 0,-1 0 0,1-1 0,-1 0 0,0-1 0,-13 5 0,-30 6-1365,30-10-5461</inkml:trace>
</inkml:ink>
</file>

<file path=ppt/ink/ink2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5:39.74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12 15 24575,'-6'-7'0,"1"-1"0,10 13 0,81 70 0,99 84 0,11-11 0,-71-56 0,13 8 0,-137-99 0,1 0 0,0 1 0,0 0 0,1 0 0,-1-1 0,0 1 0,-1 0 0,4 4 0,-5-6 0,0 0 0,0 1 0,0-1 0,0 0 0,0 0 0,0 0 0,0 0 0,0 0 0,0 0 0,0 0 0,0 0 0,0 0 0,0 0 0,0 0 0,0 0 0,0 0 0,0 0 0,0 1 0,0-1 0,0 0 0,0 0 0,0 0 0,0 0 0,0 0 0,0 0 0,0 0 0,-1 0 0,1 0 0,0 0 0,0 0 0,0 0 0,0 0 0,0 0 0,0 0 0,0 0 0,0 0 0,0 0 0,0 0 0,0 0 0,0 0 0,0 0 0,0 0 0,0 0 0,-1 0 0,1 0 0,0 0 0,0 0 0,0 0 0,0 0 0,0 0 0,0 0 0,0 0 0,0 0 0,0 0 0,0 0 0,0 0 0,0 0 0,0 0 0,0 0 0,0 0 0,-9-2 0,-7-5 0,-24-17 0,0-3 0,-37-32 0,30 23 0,-23-17 0,-151-122 0,141 96 0,68 66 0,10 11 0,1 0 0,-1 0 0,0 0 0,1 0 0,-1-1 0,-1-3 0,3 6 0,1 0 0,-1 0 0,0 0 0,0 0 0,0 0 0,0 0 0,0 0 0,0 0 0,0 0 0,0 0 0,0 0 0,0 0 0,0 0 0,0 0 0,0 0 0,0 0 0,0 0 0,0 0 0,0 0 0,0 0 0,0 0 0,0 0 0,0 0 0,1 0 0,-1 0 0,0 0 0,0 0 0,0 0 0,0 0 0,0 0 0,0 0 0,0 0 0,0 0 0,0 0 0,0 0 0,0 0 0,0 0 0,0 0 0,0 0 0,0 0 0,0 0 0,0 0 0,0 0 0,0 0 0,0 0 0,0 0 0,0-1 0,0 1 0,0 0 0,0 0 0,0 0 0,9 11 0,13 16 0,1-1 0,1-1 0,42 34 0,91 56 0,-125-92 0,178 115 0,112 83 0,-320-219 0,0-1 0,0 1 0,-1 0 0,1-1 0,0 1 0,-1 0 0,0 0 0,1 0 0,-1 0 0,0 1 0,2 2 0,-3-5 0,0 1 0,0-1 0,0 1 0,0-1 0,0 1 0,0-1 0,0 1 0,0-1 0,0 1 0,0 0 0,0-1 0,0 1 0,0-1 0,-1 1 0,1-1 0,0 0 0,0 1 0,0-1 0,-1 1 0,1-1 0,-1 1 0,0 0 0,0 0 0,0 0 0,0-1 0,0 1 0,0-1 0,0 1 0,0-1 0,0 1 0,0-1 0,0 0 0,0 0 0,-1 1 0,-1-1 0,-5 0 0,0 0 0,0 0 0,0-1 0,0 0 0,1-1 0,-1 0 0,0 0 0,1 0 0,-1-1 0,-8-5 0,-6-3 0,0-2 0,-19-15 0,-94-86 0,59 45 0,60 56 0,-11-10 0,-34-36 0,57 54 0,5 3 0,11 6 0,19 14 0,-29-17 0,169 121 0,-91-62 0,-26-21 0,88 67 0,-133-98-1365</inkml:trace>
</inkml:ink>
</file>

<file path=ppt/ink/ink2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5:40.73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40 6 24575,'-3'-1'0,"-1"0"0,1 0 0,0 0 0,0 1 0,-1-1 0,1 1 0,0-1 0,-1 1 0,-6 1 0,34 9 0,29 0 0,104 7 0,-112-14 0,513 7 0,-364-11 0,-159 2 0,-24 0 0,1-1 0,0 1 0,-1-2 0,1 0 0,0 0 0,16-5 0,-28 6 0,0 0 0,-1 0 0,1 0 0,0 0 0,0 0 0,0 0 0,0 0 0,0 0 0,0 0 0,0 0 0,0 0 0,0-1 0,0 1 0,0 0 0,0 0 0,0 0 0,0 0 0,0 0 0,0 0 0,0 0 0,0 0 0,0 0 0,0 0 0,0 0 0,0 0 0,0 0 0,0 0 0,0-1 0,0 1 0,0 0 0,0 0 0,0 0 0,0 0 0,0 0 0,0 0 0,0 0 0,0 0 0,0 0 0,0 0 0,0 0 0,0 0 0,0 0 0,0 0 0,0 0 0,0-1 0,0 1 0,0 0 0,0 0 0,0 0 0,0 0 0,0 0 0,1 0 0,-1 0 0,0 0 0,0 0 0,0 0 0,0 0 0,0 0 0,0 0 0,0 0 0,0 0 0,0 0 0,0 0 0,-9-3 0,-14 1 0,-48 2 0,-141 18 0,36 1 0,125-16 0,-74-5 0,59-3 0,-113-24 0,170 26 0,13 1 0,20 0 0,-12 1 0,43-5 0,95 2 0,57 16 0,-107-5 0,450 2 0,-534-10 0,0 0 0,26-6 0,-37 4-63,-13 1 221,-12 1-1618,4 1-5366</inkml:trace>
</inkml:ink>
</file>

<file path=ppt/ink/ink2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5:41.94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771 144 24575,'8'-33'0,"-5"22"0,-1 0 0,2 0 0,8-21 0,-10 28 0,0 1 0,0 0 0,0 0 0,0 0 0,0 1 0,1-1 0,-1 0 0,1 1 0,0 0 0,0 0 0,0-1 0,0 2 0,0-1 0,0 0 0,0 1 0,1-1 0,3 0 0,-6 1 0,0 1 0,0 0 0,1-1 0,-1 1 0,0 0 0,1 0 0,-1-1 0,1 1 0,-1 0 0,0 0 0,3 1 0,-4-1 0,0 0 0,1 0 0,-1 0 0,0 0 0,0 1 0,0-1 0,0 0 0,0 0 0,0 0 0,0 0 0,0 0 0,1 0 0,-1 1 0,0-1 0,0 0 0,0 0 0,0 0 0,0 0 0,0 0 0,0 1 0,0-1 0,0 0 0,0 0 0,0 0 0,0 0 0,0 0 0,0 1 0,0-1 0,0 0 0,0 0 0,0 0 0,0 0 0,0 0 0,-1 1 0,-6 9 0,-1-1 0,-42 45 0,-58 79 0,-109 163 0,63-82 0,143-200 0,-1-1 0,0 0 0,-1-1 0,-1 0 0,-14 10 0,22-19 0,1 0 0,-1 0 0,0-1 0,-6 3 0,6-3 0,0 0 0,0 0 0,0 1 0,-7 5 0,5-2 0,-1 1 0,1 0 0,1 0 0,-1 1 0,1 0 0,0 0 0,1 1 0,0 0 0,-7 14 0,9-14 0,-1 0 0,0-1 0,0 0 0,-1 0 0,0 0 0,0-1 0,-1 0 0,-11 10 0,18-17 0,-1 1 0,1-1 0,-1 1 0,1-1 0,-1 1 0,1-1 0,-1 0 0,0 1 0,1-1 0,-1 0 0,1 1 0,-1-1 0,0 0 0,1 0 0,-1 0 0,0 0 0,1 0 0,-1 1 0,0-1 0,1 0 0,-1-1 0,0 1 0,1 0 0,-1 0 0,0 0 0,1 0 0,-1 0 0,0-1 0,1 1 0,-1 0 0,0-1 0,1 1 0,-1 0 0,0-1 0,1 0 0,-1 0 0,1 0 0,0 0 0,0 1 0,0-1 0,0 0 0,0 0 0,0 0 0,0 0 0,0 1 0,0-1 0,0 0 0,0 0 0,0 0 0,0 0 0,1 1 0,-1-1 0,0 0 0,1 0 0,-1 1 0,1-1 0,-1 0 0,1 0 0,-1 1 0,1-1 0,-1 1 0,2-2 0,3-3-227,0 1-1,0 0 1,1 0-1,-1 0 1,7-3-1,1 0-6598</inkml:trace>
</inkml:ink>
</file>

<file path=ppt/ink/ink2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5:42.75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8 98 24575,'-2'-7'0,"1"0"0,-1 1 0,1-1 0,0 0 0,1 0 0,0 0 0,1-13 0,-1 19 0,0-1 0,1 0 0,-1 1 0,0-1 0,1 1 0,0-1 0,-1 1 0,1-1 0,0 1 0,0-1 0,0 1 0,-1 0 0,2-1 0,-1 1 0,0 0 0,1-1 0,0 1 0,-1 0 0,0 1 0,1-1 0,-1 1 0,1-1 0,-1 1 0,1 0 0,-1 0 0,1-1 0,-1 1 0,1 0 0,-1 0 0,1 1 0,-1-1 0,1 0 0,-1 0 0,1 1 0,-1-1 0,1 1 0,2 1 0,5 2 0,0 2 0,-1-1 0,1 1 0,-1 0 0,0 1 0,12 13 0,5 3 0,147 152 0,-17-15 0,76 36 0,-262-235 0,-140-112 0,-4-5 0,164 145 0,3 3 0,0 0 0,0-1 0,1 0 0,1 0 0,-12-19 0,18 28 0,0 0 0,0 0 0,0 0 0,0 0 0,0 0 0,0 0 0,0 0 0,-1 0 0,1 0 0,0-1 0,0 1 0,0 0 0,0 0 0,0 0 0,0 0 0,0 0 0,0 0 0,0-1 0,0 1 0,0 0 0,0 0 0,0 0 0,0 0 0,0 0 0,0-1 0,0 1 0,0 0 0,0 0 0,0 0 0,0 0 0,0 0 0,0-1 0,0 1 0,0 0 0,0 0 0,0 0 0,0 0 0,0 0 0,0 0 0,1 0 0,-1-1 0,0 1 0,0 0 0,0 0 0,0 0 0,0 0 0,0 0 0,8 4 0,10 12 0,120 144 0,-7-6 0,-52-78 0,4-3 0,115 79 0,-176-137-87,-9-7-233,0 1 1,-1 0-1,18 18 1</inkml:trace>
</inkml:ink>
</file>

<file path=ppt/ink/ink2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5:43.61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25 27 24575,'-15'2'0,"15"-2"0,-1 0 0,1 0 0,0 0 0,-1 0 0,1 0 0,-1 0 0,1 0 0,0 0 0,-1 0 0,1 0 0,-1 0 0,1 1 0,0-1 0,-1 0 0,1 0 0,0 0 0,-1 1 0,1-1 0,0 0 0,-1 1 0,1-1 0,0 0 0,0 1 0,-1-1 0,1 0 0,0 1 0,0-1 0,0 0 0,-1 1 0,2 0 0,0-1 0,1 1 0,-1-1 0,0 0 0,0 0 0,0 1 0,0-1 0,1 0 0,-1 0 0,0 0 0,0 0 0,0 0 0,0-1 0,1 1 0,-1 0 0,2-1 0,0 0 0,67-6 0,134 4 0,-114 4 0,370-12 0,-432 11 0,-17 0 0,-1 0 0,1-1 0,-1 0 0,1 0 0,-1-1 0,14-5 0,-23 5 0,-6 1 0,-8 1 0,-25 8 0,-74 23 0,1 0 0,63-20 0,0-3 0,-97 3 0,112-11 0,-1-1 0,1-1 0,0-2 0,-51-14 0,83 18 0,-1 0 0,1 0 0,0-1 0,0 1 0,-1-1 0,1 1 0,0-1 0,0 1 0,0-1 0,0 0 0,0 1 0,0-1 0,0 0 0,0 0 0,0 0 0,0 0 0,0 0 0,0 0 0,1 0 0,-1 0 0,0 0 0,1-1 0,-1 1 0,1 0 0,-1-2 0,1 1 0,0 1 0,0 0 0,1-1 0,-1 1 0,0 0 0,1-1 0,-1 1 0,1 0 0,0-1 0,-1 1 0,1 0 0,0 0 0,0 0 0,0 0 0,0 0 0,-1 0 0,2 0 0,-1 0 0,0 0 0,0 0 0,0 1 0,0-1 0,0 0 0,3 0 0,1-1 12,1-1 0,0 1 0,0 0 0,-1 1 0,1 0 0,0 0 0,1 0 0,-1 1 0,10 0 0,-6 0-309,1 1 0,-1 1 0,0 0 0,18 6 0,-14-3-6529</inkml:trace>
</inkml:ink>
</file>

<file path=ppt/ink/ink2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5:44.65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0 715 24575,'6'-11'0,"1"0"0,0 0 0,1 1 0,0 0 0,1 1 0,18-17 0,101-78 0,-36 33 0,-40 24 0,-1-3 0,-2-1 0,71-99 0,-97 121 0,44-43 0,-16 19 0,-92 73 0,4-4 0,24-10 0,1-1 0,-1 1 0,1 1 0,0 1 0,-14 10 0,-71 80 0,39-37 0,-125 144 0,166-183 0,7-8 0,0-1 0,-19 17 0,39-56 0,12-34-1365,-18 46-5461</inkml:trace>
</inkml:ink>
</file>

<file path=ppt/ink/ink2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5:45.14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1 392 24575,'26'-36'0,"142"-179"0,-158 203 0,1 0 0,1 1 0,-1 0 0,2 0 0,0 2 0,0 0 0,0 0 0,28-12 0,-27 15 0,2-1 0,1 0 0,22-5 0,-34 11 0,0 0 0,0 1 0,1-1 0,-1 1 0,0 0 0,0 0 0,0 0 0,1 1 0,-1 0 0,0 0 0,0 0 0,7 3 0,7 6 0,0 0 0,0 1 0,-2 0 0,26 22 0,61 64 0,-80-73 0,111 124 0,11 11 0,144 77 0,-275-225 0,-6-5 0,1 1 0,-1 0 0,0 1 0,0 0 0,-1 1 0,7 8 0,-14-16-27,-1-1 1,0 0-1,1 1 0,-1-1 0,0 0 1,0 1-1,1-1 0,-1 1 0,0-1 1,0 0-1,0 1 0,0-1 0,0 1 0,1-1 1,-1 1-1,0-1 0,0 0 0,0 1 1,0-1-1,0 1 0,0-1 0,-1 1 1,1-1-1,0 1 0,0-1 0,0 0 0,0 1 1,0-1-1,-1 1 0,1-1 0,0 0 1,0 1-1,0-1 0,-1 0 0,1 1 1,0-1-1,-1 0 0,1 1 0,0-1 0,-1 0 1,1 0-1,-1 1 0,1-1 0,0 0 1,-1 0-1,1 0 0,-1 0 0,1 1 0,0-1 1,-2 0-1,-6 2-6799</inkml:trace>
</inkml:ink>
</file>

<file path=ppt/ink/ink2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5:45.65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24575,'20'32'0,"2"-2"0,0 0 0,29 28 0,-33-42 0,0-1 0,0-1 0,1 0 0,1-2 0,0 0 0,27 11 0,-33-16 0,-22-8 0,-27-9 0,32 9 0,-193-61 0,208 61 0,11 3 0,182 26 0,2-18 0,-201-9 0,710 35-860,-570-24-362,-115-8-4887</inkml:trace>
</inkml:ink>
</file>

<file path=ppt/ink/ink2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5:47.24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719 82 24575,'5'-6'0,"0"0"0,0 0 0,0 1 0,1-1 0,0 1 0,0 0 0,8-5 0,3 0 0,30-13 0,-46 24 0,-3 4 0,-6 8 0,6-9 0,-8 13 0,-7 14 0,-1-1 0,-2-2 0,-35 42 0,-5-10 0,-88 67 0,84-71 0,-94 104 0,150-150 0,-10 10 0,2 2 0,-19 32 0,5-6 0,1 2 0,24-40 0,-1 1 0,0-1 0,0 0 0,-1 0 0,0 0 0,-16 15 0,11-16-341,0 1 0,0-2-1,-17 10 1,16-12-6485</inkml:trace>
</inkml:ink>
</file>

<file path=ppt/ink/ink2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5:48.15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1454 14 24575,'-2'-2'0,"0"1"0,0-1 0,-1 1 0,1 0 0,-1 0 0,1 0 0,-1 0 0,1 0 0,-1 0 0,1 1 0,-1-1 0,0 1 0,1 0 0,-1-1 0,0 1 0,1 0 0,-4 1 0,-1 0 0,0 0 0,0 0 0,0 1 0,0 0 0,-8 3 0,-10 6 0,12-5 0,0-1 0,0 0 0,0 0 0,-1-2 0,-22 4 0,-108-3 0,-5 0 0,-7 7 0,-37 4 0,-154 12 0,255-20 0,-56 0 0,182-5-1365,-21 1-5461</inkml:trace>
</inkml:ink>
</file>

<file path=ppt/ink/ink2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5:48.28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598 46 24575,'-32'-7'0,"-16"-3"0,-6 0 0,-2 3 0,1 2 0,3 1 0,3 2 0,5 2 0,2 0 0,4 0 0,0 0 0,3 3 0,4 1 0,7-1-8191</inkml:trace>
</inkml:ink>
</file>

<file path=ppt/ink/ink2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5:49.34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64 1 24575,'1'2'0,"0"0"0,1 0 0,-1-1 0,0 1 0,1 0 0,-1 0 0,1 0 0,-1-1 0,1 1 0,0-1 0,0 0 0,0 1 0,3 1 0,-1-1 0,141 96 0,21 16 0,-10 14 0,-95-70 0,-3 2 0,-2 3 0,47 72 0,-18-9 0,-83-124 0,16 21 0,-17-22 0,-1 0 0,1-1 0,0 1 0,-1 0 0,1-1 0,0 1 0,-1-1 0,1 1 0,0-1 0,0 1 0,-1-1 0,1 1 0,0-1 0,0 0 0,0 0 0,0 1 0,0-1 0,-1 0 0,1 0 0,0 0 0,0 0 0,0 0 0,0 0 0,0 0 0,0 0 0,1-1 0,-1 1 0,-1-1 0,1 1 0,0-1 0,-1 0 0,1 0 0,-1 1 0,0-1 0,1 0 0,-1 0 0,0 0 0,1 1 0,-1-1 0,0 0 0,0 0 0,0 0 0,1 0 0,-1 0 0,0 0 0,0 1 0,0-1 0,-1 0 0,1 0 0,0 0 0,0 0 0,0 0 0,-1 0 0,1 1 0,-1-2 0,-11-26 0,12 27 0,-10-16 0,0 0 0,-2 0 0,-20-24 0,-48-41 0,21 29 0,-129-88 0,-57-4 0,-14-10 0,249 148 0,3 3 0,1 0 0,-1-1 0,1 0 0,0 0 0,0-1 0,-9-11 0,15 17 0,0 0 0,0 0 0,1 0 0,-1 0 0,0 0 0,0 1 0,0-1 0,0 0 0,0 0 0,0 0 0,0 0 0,0 0 0,1 0 0,-1 0 0,0 0 0,0 0 0,0 0 0,0 0 0,0 0 0,0 0 0,1 0 0,-1 0 0,0 0 0,0 0 0,0 0 0,0 0 0,0 0 0,0 0 0,0 0 0,1-1 0,-1 1 0,0 0 0,0 0 0,0 0 0,0 0 0,0 0 0,0 0 0,0 0 0,0 0 0,0 0 0,1 0 0,-1-1 0,0 1 0,0 0 0,0 0 0,0 0 0,0 0 0,0 0 0,0 0 0,0 0 0,0-1 0,0 1 0,0 0 0,0 0 0,0 0 0,0 0 0,0 0 0,0 0 0,0-1 0,0 1 0,0 0 0,0 0 0,0 0 0,0 0 0,0 0 0,0 0 0,-1-1 0,12 5 0,24 16 0,49 37 0,-14-8 0,176 102-472,-73-48 198,-152-90 272,27 16-22,87 70 0,-131-95 79,1 0-1,-1 0 0,6 9 1,-10-13-48,1 0 0,-1 1 0,0-1 0,1 0 0,-1 1 0,0-1 0,1 1 0,-1-1 0,0 1 0,0-1 0,1 0 1,-1 1-1,0-1 0,0 1 0,0-1 0,0 1 0,0-1 0,0 1 0,1-1 0,-1 1 0,0 0 0,-1-1 0,1 1 0,0-1 0,0 1 1,0-1-1,0 1 0,0-1 0,0 1 0,-1-1 0,1 0 0,0 1 0,0-1 0,-1 1 0,1-1 0,0 1 0,-1-1 0,1 0 1,0 1-1,-1-1 0,1 0 0,-1 1 0,1-1 0,0 0 0,-1 1 0,1-1 0,-1 0 0,1 0 0,-1 0 0,1 0 0,-1 1 1,1-1-1,-1 0 0,1 0 0,-1 0 0,0 0 0,-4 0-254,-1 0 1,1 0-1,-1 0 1,-9-2-1,-4-2-6536</inkml:trace>
</inkml:ink>
</file>

<file path=ppt/ink/ink2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5:50.38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1119 194 24575,'-20'-31'0,"15"26"0,1-1 0,-1 0 0,2-1 0,-1 1 0,1-1 0,0 1 0,0-1 0,1 0 0,-1 0 0,-1-14 0,4 20 0,0-1 0,0 1 0,-1-1 0,1 1 0,0 0 0,-1-1 0,0 1 0,1-1 0,-1 1 0,0 0 0,1 0 0,-1-1 0,0 1 0,0 0 0,0 0 0,0 0 0,0 0 0,0 0 0,0 0 0,-1 0 0,1 0 0,0 1 0,-2-2 0,-4-1 0,0 0 0,0 1 0,-13-3 0,-3-1 0,-3-7 0,21 10 0,0 0 0,0 1 0,0 0 0,-1 0 0,-5-2 0,9 4 0,0 0 0,1 0 0,-1 0 0,0 0 0,0 1 0,1-1 0,-1 0 0,0 1 0,1-1 0,-1 1 0,1 0 0,-1 0 0,1-1 0,-1 1 0,1 0 0,-1 0 0,1 0 0,0 0 0,-2 3 0,-4 3 0,0 1 0,-7 10 0,0 1 0,-15 9 0,-1-1 0,-44 30 0,17-13 0,39-29 0,2 1 0,0 0 0,0 1 0,2 0 0,0 1 0,1 1 0,1 0 0,1 1 0,0 1 0,-8 24 0,12-28 0,-2 9 0,-19 34 0,23-52 0,0-1 0,0 1 0,0-1 0,-1 0 0,0 0 0,-1 0 0,1-1 0,-10 7 0,-8 4 0,-4 2 0,2 1 0,-46 45 0,27-22 0,29-29 0,-27 32 0,2 7-682,-39 68-1,73-109-6143</inkml:trace>
</inkml:ink>
</file>

<file path=ppt/ink/ink2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5:51.41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1390 15 24575,'-60'1'0,"-67"-2"0,80-6 0,32 4 0,-28-2 0,-144 13 0,47-1 0,-248 5 0,289-9 0,2 4 0,-39 0 0,168-6 0,100 4 0,387 5 0,-342-12 0,-160 2 0,-14 0 0,-7 0 0,-378 15 0,279-4 0,-171 40 0,132-15-1365,116-29-5461</inkml:trace>
</inkml:ink>
</file>

<file path=ppt/ink/ink2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5:52.30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23 24575,'0'-1'0,"0"0"0,0 0 0,0 0 0,0 1 0,0-1 0,0 0 0,1 0 0,-1 0 0,0 0 0,0 0 0,1 1 0,-1-1 0,0 0 0,1 0 0,-1 1 0,1-1 0,-1 0 0,1 0 0,-1 1 0,1-1 0,-1 0 0,1 1 0,0-1 0,0 1 0,-1-1 0,1 1 0,0-1 0,0 1 0,-1 0 0,1-1 0,0 1 0,0 0 0,0 0 0,0 0 0,-1-1 0,1 1 0,0 0 0,0 0 0,0 0 0,0 0 0,0 0 0,1 1 0,1-1 0,0 1 0,1 0 0,-1 0 0,0 0 0,0 0 0,0 0 0,0 1 0,0-1 0,0 1 0,3 2 0,13 14 0,-1 1 0,-1 0 0,22 34 0,-23-31 0,44 56 0,4-2 0,3-4 0,3-2 0,80 61 0,-53-56 0,56 46 0,-150-118 0,32 30 0,-33-31 0,0 0 0,0 0 0,0 1 0,-1-1 0,1 1 0,-1-1 0,1 1 0,-1 0 0,0 0 0,0-1 0,0 1 0,1 5 0,-2-7 0,0-1 0,0 1 0,0-1 0,0 0 0,0 1 0,0-1 0,-1 0 0,1 1 0,0-1 0,0 1 0,0-1 0,0 0 0,-1 1 0,1-1 0,0 0 0,0 0 0,-1 1 0,1-1 0,0 0 0,0 1 0,-1-1 0,1 0 0,0 0 0,-1 0 0,1 1 0,0-1 0,-1 0 0,1 0 0,-1 0 0,1 0 0,0 0 0,-1 0 0,1 0 0,-1 0 0,1 0 0,0 0 0,-1 0 0,1 0 0,0 0 0,-1 0 0,1 0 0,-1 0 0,1 0 0,0 0 0,-1 0 0,1 0 0,0-1 0,-1 1 0,1 0 0,-20-9 0,-10-12 0,-51-47 0,32 26 0,-479-434-1365,501 450-5461</inkml:trace>
</inkml:ink>
</file>

<file path=ppt/ink/ink2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5:52.96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705 35 24575,'-1'-2'0,"0"-1"0,0 1 0,0 0 0,0 0 0,-1 0 0,1 0 0,-1 1 0,1-1 0,-1 0 0,0 1 0,0-1 0,0 1 0,0-1 0,0 1 0,0 0 0,0 0 0,0 0 0,0 0 0,-1 0 0,1 0 0,0 1 0,-1-1 0,1 1 0,0 0 0,-1 0 0,1-1 0,-1 1 0,1 1 0,0-1 0,-1 0 0,1 1 0,0-1 0,-1 1 0,1 0 0,0-1 0,0 1 0,-1 0 0,1 1 0,0-1 0,0 0 0,0 1 0,0-1 0,1 1 0,-1-1 0,0 1 0,1 0 0,-3 2 0,-39 71 0,33-55 0,-1 1 0,-2-2 0,-16 22 0,4-11 0,-27 30 0,-49 76 0,94-125 0,-141 232 0,130-214 0,-1 0 0,-1-2 0,-46 47 0,28-32 0,30-33-1365</inkml:trace>
</inkml:ink>
</file>

<file path=ppt/ink/ink2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5:53.78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1190 60 24575,'-6'-5'0,"0"0"0,-1 0 0,1 1 0,-1-1 0,0 1 0,0 1 0,-1-1 0,1 2 0,-13-4 0,2 1 0,0 1 0,-37-2 0,-172 5 0,109 3 0,67 0 0,-61 11 0,6 0 0,-216 2 0,302-14 0,12-1 0,0 0 0,-1 0 0,1-1 0,-14-2 0,22 3 0,0 0 0,0 0 0,-1 0 0,1 0 0,0 0 0,-1 0 0,1 0 0,0 0 0,0 0 0,-1 0 0,1 0 0,0 0 0,0 0 0,0 0 0,-1-1 0,1 1 0,0 0 0,0 0 0,-1 0 0,1 0 0,0-1 0,0 1 0,0 0 0,0 0 0,-1 0 0,1-1 0,0 1 0,0 0 0,0 0 0,0-1 0,0 1 0,0 0 0,7-4 0,15 1 0,-7 3 0,0 1 0,-1 1 0,1 0 0,27 8 0,-4 0 0,56 8 0,0-5 0,186 4 0,-275-17 0,16-1 0,-20 1 0,0 0 0,0 0 0,0 0 0,0 0 0,0 0 0,0 0 0,-1-1 0,1 1 0,0 0 0,0-1 0,0 1 0,-1-1 0,1 1 0,0 0 0,0-1 0,-1 0 0,2 0 0,-3 1 3,1-1 0,0 1 0,-1-1 0,1 1 0,0-1 0,-1 1 0,1-1 0,-1 1 0,1-1 0,-1 1 0,1 0 0,-1-1 0,1 1 0,-1 0 0,1-1 0,-1 1 0,0 0 0,1 0 0,-1 0 0,0-1 0,-14-4-1421,15 5 1408,-14-5-6816</inkml:trace>
</inkml:ink>
</file>

<file path=ppt/ink/ink2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5:54.81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154 47 24575,'-2'-4'0,"1"0"0,-1-1 0,0 1 0,0 0 0,-3-6 0,4 9 0,0 0 0,1 0 0,-1 0 0,0 0 0,0 0 0,1 0 0,-1 0 0,0 0 0,0 0 0,0 1 0,0-1 0,0 0 0,0 1 0,-1-1 0,1 0 0,0 1 0,0 0 0,0-1 0,-1 1 0,1 0 0,0-1 0,0 1 0,0 0 0,-2 0 0,3 0 0,-1 0 0,1 1 0,0-1 0,0 0 0,0 0 0,0 0 0,0 1 0,0-1 0,0 0 0,0 0 0,0 0 0,0 1 0,1-1 0,-1 0 0,0 0 0,0 0 0,0 1 0,0-1 0,0 0 0,0 0 0,0 0 0,0 0 0,0 1 0,1-1 0,-1 0 0,0 0 0,0 0 0,0 0 0,0 0 0,1 0 0,-1 1 0,0-1 0,0 0 0,0 0 0,0 0 0,1 0 0,8 7 0,-9-6 0,52 39 0,104 90 0,45 53 0,-38-35 0,-134-121 0,-1 2 0,-2 0 0,-1 2 0,-2 1 0,23 40 0,-33-50 0,-14-32 0,-5-7 0,-14-20 0,-1 1 0,-36-48 0,-61-61 0,96 119 0,-11-12 0,-2 3 0,-1 1 0,-50-37 0,69 59 0,-1 1 0,-1 0 0,-30-12 0,-64-17 0,33 13 0,50 16-108,10 5-144,1-1 1,0-2 0,1 1-1,-22-15 1,31 16-6575</inkml:trace>
</inkml:ink>
</file>

<file path=ppt/ink/ink2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5:55.52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873 41 24575,'-3'-10'0,"2"7"0,1 1 0,-1-1 0,0 0 0,0 1 0,0-1 0,0 1 0,-1 0 0,1-1 0,-1 1 0,-1-2 0,3 4 0,-1-1 0,1 1 0,-1 0 0,1 0 0,0 0 0,-1 0 0,1-1 0,-1 1 0,1 0 0,0 0 0,-1 0 0,1 0 0,-1 0 0,1 0 0,-1 0 0,1 0 0,-1 0 0,1 1 0,0-1 0,-1 0 0,1 0 0,-1 0 0,1 0 0,0 0 0,-1 1 0,1-1 0,0 0 0,-1 0 0,1 1 0,0-1 0,-1 0 0,1 1 0,-1 0 0,-12 13 0,10-10 0,-8 9 0,0-1 0,-1-1 0,-1 0 0,1-1 0,-2 0 0,-16 10 0,12-9 0,0 1 0,1 0 0,-20 20 0,-41 49 0,25-18 0,23-27 0,-40 37 0,-72 38 0,92-75 0,-53 49 0,70-47 0,26-29 0,0-1 0,0 1 0,-1-2 0,0 1 0,-14 9 0,7-4-1365</inkml:trace>
</inkml:ink>
</file>

<file path=ppt/ink/ink2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5:56.20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1111 4 24575,'0'-1'0,"0"1"0,-1 0 0,1-1 0,-1 1 0,1 0 0,-1 0 0,1-1 0,-1 1 0,1 0 0,-1 0 0,1 0 0,-1 0 0,1 0 0,-1 0 0,1-1 0,-1 1 0,0 0 0,1 1 0,-1-1 0,1 0 0,-1 0 0,1 0 0,-1 0 0,1 0 0,-1 0 0,1 1 0,-1-1 0,1 0 0,-1 0 0,1 1 0,-1-1 0,1 0 0,0 1 0,-1-1 0,1 0 0,-1 1 0,0 2 0,0-1 0,0 1 0,1-1 0,-1 0 0,1 1 0,-1 4 0,1-5 0,0 0 0,0 0 0,0-1 0,-1 1 0,1 0 0,0-1 0,-1 1 0,1 0 0,-1-1 0,0 1 0,1-1 0,-1 1 0,0-1 0,0 1 0,0-1 0,-2 3 0,0-3 0,-1 1 0,1-1 0,0 0 0,-1 0 0,1 0 0,-1 0 0,0-1 0,1 1 0,-5-1 0,-37-2 0,18 0 0,5 3 0,-31 4 0,-7 1 0,-115-2 0,57-2 0,-146 19 0,22 21 0,225-39-1365,3-1-5461</inkml:trace>
</inkml:ink>
</file>

<file path=ppt/ink/ink2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6:16.45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24575,'11'61'0,"-5"169"0,-2-41 0,61 758-2889,-15-250 704,-29-442 2608,-20-233-3963</inkml:trace>
</inkml:ink>
</file>

<file path=ppt/ink/ink2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6:16.98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62 75 24575,'30'12'0,"0"2"0,-1 2 0,0 0 0,-1 2 0,-2 1 0,1 1 0,34 36 0,-48-44 0,-13-12 0,0 0 0,0 0 0,0 0 0,0-1 0,0 1 0,0 0 0,0 0 0,0 0 0,0 0 0,0 0 0,0 0 0,0 0 0,0 0 0,0 0 0,0 0 0,0 0 0,0 0 0,0 0 0,0 0 0,0 0 0,0-1 0,0 1 0,0 0 0,0 0 0,0 0 0,0 0 0,0 0 0,0 0 0,0 0 0,0 0 0,0 0 0,0 0 0,0 0 0,0 0 0,0 0 0,0 0 0,0 0 0,1 0 0,-1 0 0,0-1 0,0 1 0,0 0 0,0 0 0,0 0 0,0 0 0,0 0 0,0 0 0,0 0 0,0 0 0,0 0 0,-17-25 0,-10-7 0,0 1 0,-2 1 0,-2 1 0,-63-46 0,87 70 0,-1 0 0,0 0 0,0 1 0,-14-5 0,21 8 0,-1 0 0,1 1 0,-1-1 0,1 1 0,-1 0 0,1-1 0,-1 1 0,1 0 0,-1 0 0,1 0 0,-1 0 0,1 0 0,-1 0 0,1 1 0,-1-1 0,1 0 0,-1 1 0,1-1 0,-1 1 0,1-1 0,-1 1 0,1 0 0,0 0 0,-1 0 0,1 0 0,0-1 0,0 2 0,0-1 0,0 0 0,0 0 0,0 0 0,0 0 0,0 1 0,0-1 0,0 2 0,-1 2 0,0 0 0,1 0 0,-1 0 0,1 1 0,1-1 0,-1 0 0,1 0 0,0 9 0,7 46 0,-1-24 0,-5-23-120,1 0-191,-1 0 0,-1 0-1,-1 25 1,-2-23-6515</inkml:trace>
</inkml:ink>
</file>

<file path=ppt/ink/ink2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6:18.12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1673 40 24575,'3'-5'0,"1"1"0,0 0 0,0-1 0,0 2 0,0-1 0,7-5 0,-10 8 0,0 1 0,1-1 0,-1 0 0,0 1 0,0-1 0,1 1 0,-1 0 0,0-1 0,1 1 0,-1 0 0,0-1 0,1 1 0,-1 0 0,0 0 0,1 0 0,-1 1 0,1-1 0,-1 0 0,0 0 0,1 1 0,-1-1 0,0 1 0,0-1 0,1 1 0,-1-1 0,0 1 0,0 0 0,0-1 0,0 1 0,0 0 0,2 2 0,0 0 0,0 1 0,-1-1 0,1 1 0,-1 0 0,1 0 0,-1 0 0,-1 0 0,1 0 0,0 1 0,-1-1 0,0 0 0,0 1 0,0 6 0,0 7 0,0 0 0,-3 20 0,0-1 0,1 6 0,-12 69 0,-18 41 0,22-112 0,-33 122 0,-82 207 0,71-236 0,-7-2 0,-108 177 0,130-251 0,-92 106 0,-63 36 0,102-107 0,-80 76 0,106-115 0,-2-3 0,-2-3 0,-2-3 0,-79 37 0,-44 9-1365,161-76-5461</inkml:trace>
</inkml:ink>
</file>

<file path=ppt/ink/ink2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6:18.95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223 177 24575,'1'0'0,"1"-1"0,-1 1 0,1 0 0,-1 0 0,0-1 0,1 1 0,-1 0 0,1 0 0,-1 0 0,1 1 0,-1-1 0,0 0 0,1 0 0,-1 1 0,1-1 0,-1 1 0,0-1 0,0 1 0,1 0 0,-1 0 0,0-1 0,0 1 0,0 0 0,0 0 0,2 1 0,3 5 0,1-1 0,9 14 0,-12-15 0,31 35 0,-66-74 0,-12-9 0,-2 2 0,-1 2 0,-73-46 0,115 83 0,-1-2 0,-1 0 0,0 1 0,-9-4 0,15 6 0,0 1 0,0 0 0,0 0 0,0 0 0,0 0 0,-1 0 0,1 0 0,0 0 0,0 0 0,0 0 0,0-1 0,-1 1 0,1 0 0,0 0 0,0 0 0,0 0 0,0 0 0,-1 0 0,1 0 0,0 0 0,0 0 0,0 0 0,-1 0 0,1 0 0,0 1 0,0-1 0,0 0 0,0 0 0,-1 0 0,1 0 0,0 0 0,0 0 0,0 0 0,0 0 0,0 0 0,-1 1 0,1-1 0,0 0 0,0 0 0,0 0 0,0 0 0,0 0 0,0 1 0,0-1 0,0 0 0,-1 0 0,5 11 0,10 12 0,-13-23 0,107 127 0,-72-87 0,-36-40 0,22 28 0,-21-26 0,0 0 0,0-1 0,0 1 0,0 0 0,0 0 0,0-1 0,-1 1 0,1 0 0,-1 0 0,1 0 0,-1 0 0,0 0 0,0 0 0,0 0 0,0 2 0,-1-3 4,1 0 0,0 0 0,-1 0 0,1 0 0,-1-1 0,0 1 0,1 0 0,-1 0 0,0-1 0,1 1 0,-1 0 0,0 0 0,0-1 0,1 1 0,-1-1 0,0 1 0,0-1 0,0 1 0,0-1 0,0 0 0,0 1 0,0-1 0,0 0 0,0 0 0,0 0-1,0 0 1,-1 0 0,-28 0-1480,11-3-5350</inkml:trace>
</inkml:ink>
</file>

<file path=ppt/ink/ink2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6:20.76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234 454 24575,'-13'-4'0,"-33"-8"0,-67-11 0,111 23 0,0-1 0,-1 1 0,1 0 0,-1 0 0,1 0 0,0 0 0,-1 1 0,1-1 0,0 1 0,-1-1 0,1 1 0,0 0 0,0 0 0,-1 0 0,1 0 0,0 0 0,-4 3 0,5-2 0,-1 0 0,0 0 0,1 0 0,-1 0 0,1 0 0,0 1 0,0-1 0,0 1 0,0-1 0,0 1 0,1-1 0,-1 1 0,1-1 0,-1 1 0,1-1 0,0 4 0,0-2 0,0 1 0,0-1 0,0 0 0,1 0 0,-1 1 0,1-1 0,0 0 0,0 0 0,1 0 0,-1 0 0,1 0 0,0 0 0,0-1 0,0 1 0,0-1 0,1 1 0,0-1 0,-1 0 0,1 1 0,0-2 0,1 1 0,-1 0 0,0-1 0,1 1 0,7 3 0,-4-3 0,0 0 0,1-1 0,0 1 0,0-1 0,0-1 0,-1 0 0,2 0 0,-1 0 0,0-1 0,0 0 0,0-1 0,14-2 0,-17 2 0,-1 0 0,1 0 0,-1-1 0,1 1 0,-1-1 0,0 0 0,0 0 0,0-1 0,0 1 0,7-7 0,-9 7 0,0-1 0,0 1 0,0-1 0,0 1 0,0-1 0,-1 0 0,1 0 0,-1 1 0,0-1 0,1 0 0,-2 0 0,1 0 0,0-1 0,-1 1 0,1 0 0,-1 0 0,0-3 0,0 5 0,0 0 0,1 1 0,-1-1 0,0 0 0,0 0 0,-1 1 0,1-1 0,0 0 0,0 1 0,0-1 0,0 0 0,-1 1 0,1-1 0,0 0 0,0 1 0,-1-1 0,1 1 0,-1-1 0,1 1 0,0-1 0,-1 0 0,1 1 0,-1 0 0,1-1 0,-1 1 0,0-1 0,1 1 0,-1 0 0,0-1 0,0 1 0,0 0 0,1 0 0,-1 0 0,0 0 0,1 0 0,-1 1 0,0-1 0,1 0 0,-1 1 0,1-1 0,-1 0 0,0 1 0,1-1 0,-1 0 0,1 1 0,-1-1 0,1 1 0,-1-1 0,1 1 0,-1-1 0,1 1 0,0 0 0,-1-1 0,1 1 0,0-1 0,0 1 0,-1 0 0,1-1 0,0 1 0,0 0 0,-2 3 0,1 0 0,0-1 0,0 1 0,1 0 0,-1 0 0,1-1 0,-1 1 0,1 0 0,0 0 0,1 0 0,-1-1 0,1 1 0,0 0 0,0 0 0,2 5 0,-1-5 0,0 1 0,1-1 0,-1 0 0,1-1 0,0 1 0,0 0 0,1-1 0,-1 0 0,1 0 0,-1 0 0,6 3 0,0 0 0,1-1 0,-1-1 0,1 1 0,0-2 0,0 1 0,1-2 0,-1 1 0,1-1 0,-1-1 0,17 1 0,-20-2 0,1 0 0,-1-1 0,0 0 0,0 0 0,0-1 0,0 1 0,0-2 0,0 1 0,0-1 0,-1 0 0,1 0 0,9-7 0,-12 7 0,0 0 0,-1-1 0,1 1 0,-1-1 0,0 0 0,0 0 0,0 0 0,-1 0 0,0 0 0,1 0 0,-1-1 0,-1 1 0,1-1 0,-1 1 0,0-1 0,0 0 0,0 0 0,0 0 0,-1-9 0,0 1 0,-2 0 0,1 0 0,-1 1 0,-7-22 0,-21-49 0,2 8 0,2-22 0,16 54 0,-27-70 0,36 111 0,0 0 0,0-1 0,0 1 0,-1 0 0,1-1 0,-1 1 0,-2-2 0,4 3 0,-1 1 0,1 0 0,0 0 0,-1-1 0,1 1 0,-1 0 0,1 0 0,0-1 0,-1 1 0,1 0 0,-1 0 0,1 0 0,-1 0 0,1 0 0,-1-1 0,1 1 0,0 0 0,-1 0 0,1 0 0,-1 0 0,1 0 0,-1 1 0,1-1 0,-1 0 0,1 0 0,0 0 0,-1 0 0,1 0 0,-1 1 0,1-1 0,-1 0 0,1 0 0,0 1 0,-1-1 0,1 0 0,0 1 0,-1-1 0,1 0 0,0 1 0,-1-1 0,1 0 0,0 1 0,0-1 0,0 1 0,-1-1 0,1 0 0,0 1 0,0 0 0,-3 4 0,1 1 0,0-1 0,1 1 0,-1-1 0,1 1 0,0-1 0,0 7 0,0 44 0,1-37 0,0 10 0,1 0 0,2-1 0,10 53 0,-10-70 0,1 0 0,-1 0 0,2 0 0,-1 0 0,2-1 0,-1 0 0,1 0 0,1 0 0,0-1 0,0 0 0,1 0 0,12 10 0,-7-8 0,0-1 0,0-1 0,2 1 0,-1-2 0,1 0 0,17 6 0,-25-11 0,0-1 0,0 0 0,0-1 0,0 0 0,0 0 0,0 0 0,0-1 0,1 0 0,-1 0 0,0-1 0,0 1 0,0-2 0,0 1 0,0-1 0,0 0 0,11-5 0,-10 3 0,1-1 0,-1 0 0,0 0 0,0-1 0,0 1 0,11-12 0,-15 12 0,-1 1 0,1-1 0,-1 0 0,0 0 0,0 0 0,0-1 0,-1 1 0,1-1 0,-1 1 0,-1-1 0,3-11 0,-5 26 0,0 0 0,1 0 0,1 0 0,-1 0 0,1 0 0,1 0 0,0-1 0,0 1 0,6 15 0,-4-14 0,1 0 0,0 0 0,0 0 0,1-1 0,0 0 0,1 0 0,0-1 0,11 11 0,3 2 0,-14-13 0,0 0 0,1-1 0,13 9 0,-20-15-37,-1-1 0,1 0 1,-1 1-1,1-1 0,0 0 0,-1 1 0,1-1 0,0 0 0,0 0 0,-1 0 0,1 0 0,0 0 1,-1 0-1,1 0 0,0 0 0,0 0 0,-1 0 0,1 0 0,0 0 0,0 0 0,-1 0 0,1-1 1,0 1-1,-1 0 0,1-1 0,0 1 0,-1 0 0,1-1 0,-1 1 0,1-1 0,-1 1 0,1-1 1,-1 1-1,1-1 0,-1 1 0,1-2 0,4-6-6789</inkml:trace>
</inkml:ink>
</file>

<file path=ppt/ink/ink2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6:20.96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24575,'12'13'0,"7"5"0,0 4 0,-4-1 0,-3-1 0,-5 2 0,0-2 0,-2-1 0,-2-1 0,-1-4-8191</inkml:trace>
</inkml:ink>
</file>

<file path=ppt/ink/ink2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6:21.40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164 86 24575,'-16'-13'0,"5"3"0,-1 0 0,0 0 0,-1 2 0,0-1 0,-1 2 0,-18-9 0,31 16 0,0-1 0,-1 1 0,1-1 0,0 1 0,-1 0 0,1 0 0,0-1 0,-1 1 0,1 0 0,-1 0 0,1 0 0,0 0 0,-1 1 0,1-1 0,0 0 0,-1 1 0,1-1 0,0 1 0,-2 0 0,2 0 0,0 0 0,0 0 0,0 0 0,0 0 0,0 0 0,0 0 0,1 0 0,-1 0 0,0 0 0,1 0 0,-1 1 0,1-1 0,0 0 0,-1 0 0,1 1 0,-1 1 0,1 3 0,0 0 0,0 1 0,0-1 0,0 1 0,1-1 0,3 11 0,0-5 0,0 0 0,0-1 0,1 0 0,1 0 0,0 0 0,14 18 0,-14-21 0,0 0 0,1-1 0,0 1 0,1-1 0,0-1 0,0 0 0,0 0 0,15 8 0,-21-13 0,0 0 0,0 0 0,1 0 0,-1 0 0,0-1 0,0 1 0,1 0 0,-1-1 0,0 0 0,1 0 0,-1 1 0,1-2 0,-1 1 0,0 0 0,1 0 0,-1-1 0,0 1 0,1-1 0,-1 1 0,0-1 0,0 0 0,0 0 0,0 0 0,1-1 0,-1 1 0,2-2 0,-2 0 0,1 0 0,-1 1 0,0-1 0,0 0 0,0 0 0,0 0 0,-1-1 0,1 1 0,-1 0 0,0-1 0,0 1 0,0-1 0,0 1 0,-1-1 0,1 1 0,-1-8 0,-1 2 0,0-1 0,-1 0 0,0 1 0,-1-1 0,1 1 0,-2 0 0,-8-16 0,-4-15 0,16 36 0,4 7 0,5 6 0,38 55 0,-27-34 0,29 30 0,-48-59-86,-1-1 30,1 1 0,-1-1 1,0 1-1,1-1 1,-1 1-1,0-1 0,1 0 1,-1 1-1,1-1 1,-1 0-1,1 1 1,-1-1-1,1 0 0,-1 0 1,1 0-1,-1 1 1,1-1-1,-1 0 0,1 0 1,-1 0-1,1 0 1,0 0-1</inkml:trace>
</inkml:ink>
</file>

<file path=ppt/ink/ink2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6:21.77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211 89 24575,'-12'-11'0,"1"0"0,-2 0 0,1 0 0,-2 2 0,1-1 0,-25-11 0,37 20 0,0 1 0,0-1 0,0 1 0,0-1 0,-1 1 0,1 0 0,0-1 0,0 1 0,-1 0 0,1 0 0,0 0 0,0 0 0,-1 0 0,1 0 0,0 0 0,0 0 0,-1 1 0,1-1 0,0 1 0,0-1 0,-2 1 0,3 0 0,-1 0 0,0-1 0,0 1 0,1 0 0,-1 0 0,1 0 0,-1 0 0,1 0 0,-1 0 0,1 0 0,-1 0 0,1 0 0,0 0 0,0 0 0,0 0 0,-1 0 0,1 0 0,0 1 0,0-1 0,0 0 0,1 0 0,-1 0 0,1 2 0,1 9 0,1 0 0,1 0 0,9 22 0,22 33 0,-31-59 0,51 78 0,2 3 0,-56-88 0,0 1 0,0-1 0,0 1 0,-1-1 0,1 1 0,0-1 0,-1 1 0,1-1 0,-1 1 0,0-1 0,0 1 0,0-1 0,1 1 0,-1 0 0,-1-1 0,1 1 0,0-1 0,-1 4 0,0-4 0,1 0 0,-1 0 0,0 0 0,0 0 0,0 0 0,-1-1 0,1 1 0,0 0 0,0 0 0,0-1 0,0 1 0,-1-1 0,1 1 0,0-1 0,-1 1 0,1-1 0,0 0 0,-1 0 0,1 0 0,0 1 0,-1-1 0,-1-1 0,-20 1 0,1-2 0,-1 0 0,1-1 0,0-2 0,1 0 0,-24-9 0,19 2-1365,17 6-5461</inkml:trace>
</inkml:ink>
</file>

<file path=ppt/ink/ink2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6:22.08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42 40 24575,'-10'-12'0,"-3"-2"0,3 4 0,4 6 0,4 7 0,6 7 0,2 4 0,2 3 0,0 0 0,1 1 0,1-1 0,0-1 0,-3-1 0,1 0 0,-2-5 0</inkml:trace>
</inkml:ink>
</file>

<file path=ppt/ink/ink2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6:22.26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 24575,'5'2'0,"2"4"0,-4 0 0,-1 3 0,-4 1 0</inkml:trace>
</inkml:ink>
</file>

<file path=ppt/ink/ink2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6:22.63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15 24575,'5'5'0,"1"-1"0,0 1 0,0-1 0,1-1 0,-1 1 0,12 4 0,-16-8 0,1 1 0,-1-1 0,0 1 0,1-1 0,-1 0 0,1 0 0,-1 0 0,1 0 0,-1 0 0,1-1 0,-1 1 0,0-1 0,1 0 0,-1 1 0,0-1 0,1 0 0,-1 0 0,0-1 0,0 1 0,0 0 0,0-1 0,0 1 0,2-3 0,0 0 0,0 0 0,1 1 0,-1 0 0,1-1 0,0 2 0,0-1 0,8-3 0,-10 5 0,-1 1 0,1-1 0,-1 1 0,1-1 0,-1 1 0,1 0 0,-1 0 0,1 0 0,0 0 0,-1 1 0,1-1 0,-1 1 0,1-1 0,-1 1 0,1 0 0,-1 0 0,0 0 0,5 3 0,8 7 0,0 0 0,22 23 0,-26-23 0,0-1 0,1 0 0,-1-1 0,2 0 0,15 8 0,-16-13-1365,-3-3-5461</inkml:trace>
</inkml:ink>
</file>

<file path=ppt/ink/ink2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6:23.17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116 106 24575,'-4'-16'0,"-10"-24"0,13 36 0,-1 0 0,0 0 0,0 0 0,0 1 0,0-1 0,-1 1 0,1 0 0,-1 0 0,0 0 0,0 0 0,-6-4 0,9 6 0,-1 1 0,0-1 0,1 1 0,-1 0 0,0-1 0,1 1 0,-1 0 0,0-1 0,0 1 0,1 0 0,-1 0 0,0 0 0,0 0 0,1 0 0,-1 0 0,0 0 0,0 0 0,0 0 0,1 0 0,-1 0 0,0 0 0,0 1 0,1-1 0,-1 0 0,-1 1 0,1 0 0,0 0 0,0 0 0,0 0 0,1 0 0,-1 0 0,0 0 0,0 0 0,1 0 0,-1 0 0,0 1 0,1-1 0,-1 0 0,0 2 0,0 4 0,-1 0 0,1 0 0,0 1 0,0 6 0,2-4 0,0 0 0,0 0 0,1-1 0,0 1 0,1-1 0,0 0 0,0 0 0,1 0 0,0 0 0,1 0 0,0-1 0,0 0 0,1 0 0,0 0 0,0-1 0,1 0 0,0 0 0,10 8 0,-16-14 0,0-1 0,0 1 0,0 0 0,0-1 0,0 1 0,0-1 0,0 1 0,0-1 0,0 1 0,0-1 0,0 0 0,0 1 0,0-1 0,0 0 0,0 0 0,1 0 0,-1 0 0,0 0 0,0 0 0,0 0 0,0 0 0,2-1 0,-2 0 0,0 0 0,0 0 0,0 1 0,0-1 0,0 0 0,0 0 0,0 0 0,0 0 0,0 0 0,-1-1 0,1 1 0,0 0 0,-1 0 0,1 0 0,0-3 0,1-4 0,0 0 0,-1 1 0,0-1 0,0 0 0,-1-8 0,-1 2 0,0 10 0,1 1 0,-1 0 0,1-1 0,0 1 0,0 0 0,0 0 0,1-1 0,-1 1 0,1 0 0,1-5 0,-2 8 0,0 0 0,1 0 0,-1 0 0,0 0 0,1 0 0,-1-1 0,0 1 0,0 0 0,1 0 0,-1 0 0,0 0 0,1 0 0,-1 0 0,0 0 0,0 0 0,1 0 0,-1 0 0,0 0 0,1 0 0,-1 1 0,0-1 0,0 0 0,1 0 0,-1 0 0,0 0 0,0 0 0,1 0 0,-1 1 0,0-1 0,0 0 0,1 0 0,-1 0 0,0 1 0,0-1 0,0 0 0,1 0 0,-1 1 0,0-1 0,0 0 0,0 0 0,0 1 0,0-1 0,0 1 0,9 13 0,-9-14 0,19 40 0,-1 0 0,20 74 0,8 89 0,-29-80 0,-15-99 0,-2 0 0,0 0 0,-5 27 0,5-46 0,-1 0 0,0-1 0,0 1 0,-1 0 0,1-1 0,-1 0 0,0 1 0,0-1 0,-1 0 0,1 0 0,-1 0 0,0 0 0,-6 5 0,6-6 0,1-1 0,-1 0 0,0 0 0,0-1 0,-1 1 0,1 0 0,0-1 0,0 0 0,-1 0 0,1 0 0,-1 0 0,1-1 0,0 1 0,-1-1 0,1 0 0,-1 0 0,0 0 0,1 0 0,-5-2 0,-2 0 0,0-1 0,0 0 0,1 0 0,-1-1 0,1-1 0,-17-9 0,13 5 0,1 0 0,-1-1 0,-19-20 0,25 21 0,0 1 0,1-1 0,0 0 0,1 0 0,0-1 0,0 1 0,1-1 0,0 0 0,1-1 0,0 1 0,-2-16 0,5 20 0,-1 1 0,1-1 0,0 1 0,0-1 0,1 1 0,0-1 0,0 1 0,0 0 0,0-1 0,4-7 0,-3 9 0,0 1 0,0-1 0,1 1 0,-1-1 0,1 1 0,0 0 0,-1 0 0,1 1 0,1-1 0,-1 0 0,0 1 0,1 0 0,-1 0 0,1 0 0,6-3 0,-2 3-227,0-1-1,0 1 1,1 1-1,-1-1 1,11 1-1,-3 0-6598</inkml:trace>
</inkml:ink>
</file>

<file path=ppt/ink/ink2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6:40.11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 23 24575,'1'-20'0,"-1"20"0,0 0 0,0 0 0,0 0 0,0 0 0,0-1 0,0 1 0,0 0 0,0 0 0,0 0 0,0 0 0,0 0 0,0 0 0,0 0 0,0 0 0,0 0 0,0 0 0,0 0 0,0 0 0,0 0 0,1-1 0,-1 1 0,0 0 0,0 0 0,0 0 0,0 0 0,0 0 0,0 0 0,0 0 0,0 0 0,0 0 0,0 0 0,0 0 0,0 0 0,0 0 0,0 0 0,0 0 0,1 0 0,-1 0 0,0 0 0,0 0 0,0 0 0,0 0 0,0 0 0,0 0 0,0 0 0,0 0 0,0 0 0,0 0 0,0 0 0,0 0 0,0 0 0,1 0 0,-1 0 0,0 0 0,0 0 0,0 0 0,0 0 0,0 0 0,4 11 0,6 35 0,-8-32 0,6 24 0,0-11 0,-2 1 0,3 37 0,-5-40 0,-2 4 0,-1 43 0,-1-64 0,0-8 0,0 0 0,0 0 0,0 0 0,0 0 0,-1 0 0,1 0 0,0 0 0,0 0 0,0 0 0,0 0 0,0 0 0,0 0 0,0 0 0,0 0 0,0 0 0,0 0 0,0 0 0,0 0 0,0 0 0,0 0 0,0 0 0,0 0 0,0 0 0,0 0 0,0 0 0,0 0 0,0 0 0,-1 0 0,1 0 0,0 0 0,0 0 0,0 0 0,0 0 0,0 0 0,0 0 0,0 0 0,0 0 0,0 0 0,0 0 0,0 0 0,0 0 0,0 0 0,0 0 0,0 0 0,0 1 0,0-1 0,0 0 0,0 0 0,0 0 0,0 0 0,0 0 0,0 0 0,0 0 0,0 0 0,0 0 0,0 0 0,-4-7 0,-2-9 0,0-29 0,2 19 0,-8-34 0,4 31 0,-9-59 0,15 69 0,2 14 0,1 15 0,7 35 0,-5-32 0,-1-1 0,2 20 0,-5 85 0,-5-137-1365,3 10-5461</inkml:trace>
</inkml:ink>
</file>

<file path=ppt/ink/ink2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6:42.79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17 24575,'0'-1'0,"0"0"0,0 0 0,0 1 0,0-1 0,0 0 0,0 1 0,0-1 0,0 0 0,0 1 0,0-1 0,1 1 0,-1-1 0,0 0 0,0 1 0,1-1 0,-1 1 0,1-1 0,-1 0 0,0 1 0,1-1 0,-1 1 0,2-1 0,-2 0 0,1 1 0,0 0 0,-1 0 0,1 0 0,0 0 0,-1 0 0,1 0 0,0 0 0,-1 0 0,1 0 0,0 0 0,-1 0 0,1 0 0,0 0 0,-1 1 0,1-1 0,-1 0 0,2 1 0,1 1 0,1 0 0,-1 0 0,1 1 0,-1-1 0,0 1 0,3 4 0,67 93 0,-15-18 0,42 37-259,131 121-1,135 83 28,-251-229 232,126 109 0,-13 12 0,-212-198-413,-1 0 0,15 22-1,-20-23-5786</inkml:trace>
</inkml:ink>
</file>

<file path=ppt/ink/ink2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6:43.62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33 13 24575,'50'13'0,"-1"2"0,57 26 0,-83-31 0,-9-5 0,-1 2 0,23 13 0,-68-33 0,-161-79 0,185 89 0,0-1 0,0 2 0,0-1 0,0 1 0,-14-2 0,20 4 0,0 0 0,1 0 0,-1 0 0,1 0 0,-1 0 0,1 0 0,-1 1 0,1-1 0,-1 0 0,1 1 0,-1 0 0,1-1 0,-1 1 0,1 0 0,-3 1 0,3-1 0,0 1 0,0-1 0,1 0 0,-1 1 0,0-1 0,0 0 0,1 1 0,-1-1 0,0 1 0,1-1 0,0 1 0,-1 0 0,1-1 0,0 1 0,0-1 0,0 1 0,0 0 0,0 2 0,1 7-3,1-1-1,4 16 0,-3-16 32,-1 0 0,2 16-1,-4-22-146,0-1-1,0 1 0,-1-1 0,1 1 0,-1 0 1,1-1-1,-1 1 0,0-1 0,-1 1 1,1-1-1,-3 4 0,-1 3-6706</inkml:trace>
</inkml:ink>
</file>

<file path=ppt/ink/ink2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6:44.81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32 72 24575,'-14'-31'0,"-3"-9"0,33 97 0,-15-55 0,44 106 0,-34-86 0,0 0 0,26 34 0,-36-55-99,-1 0 50,0-1 0,0 0 1,1 1-1,-1-1 0,0 0 1,0 1-1,1-1 0,-1 0 1,0 0-1,0 1 0,1-1 1,-1 0-1,0 0 0,1 0 0,-1 1 1,0-1-1,1 0 0,-1 0 1,0 0-1,1 0 0,-1 0 1,0 1-1,1-1 0,-1 0 1,1 0-1</inkml:trace>
</inkml:ink>
</file>

<file path=ppt/ink/ink2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6:45.09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74 1 24575,'-3'0'0,"-1"0"0,1 0 0,0 0 0,-1 1 0,1 0 0,-1-1 0,1 1 0,0 1 0,0-1 0,0 0 0,0 1 0,0-1 0,0 1 0,0 0 0,0 0 0,-3 3 0,4-3 0,0 0 0,1 0 0,-1 1 0,1-1 0,-1 1 0,1-1 0,0 1 0,0-1 0,0 1 0,0 0 0,1-1 0,-1 1 0,1 0 0,-1-1 0,1 1 0,0 0 0,0 0 0,0 0 0,1-1 0,0 6 0,2 4 0,0-1 0,1 1 0,0-1 0,1 1 0,0-1 0,12 17 0,-2-6 0,1-1 0,19 20 0,-23-29-1365,-2-3-5461</inkml:trace>
</inkml:ink>
</file>

<file path=ppt/ink/ink2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6:45.35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551 132 24575,'-44'-19'0,"-132"-50"0,142 58 0,-2 1 0,1 1 0,-42-4 0,67 13-105,0 0 0,0 0 0,0 0 0,0 1 0,1 1 0,-1 0 0,0 0 0,1 1 0,-1 0 0,1 1 0,0 0 0,-12 7 0,10-5-6721</inkml:trace>
</inkml:ink>
</file>

<file path=ppt/ink/ink2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6:46.12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89 0 24575,'16'5'0,"-1"0"0,0 1 0,0 0 0,-1 1 0,18 11 0,-28-15 0,0 0 0,-1 0 0,1 0 0,-1 1 0,1-1 0,-1 1 0,0 0 0,-1 0 0,5 7 0,-6-8 0,0 0 0,0 1 0,0-1 0,0 0 0,0 1 0,-1-1 0,1 1 0,-1-1 0,0 1 0,0-1 0,-1 1 0,1-1 0,-1 1 0,-1 5 0,-1 1 0,0 1 0,0-1 0,-7 12 0,9-20 0,-1 1 0,1-1 0,0 0 0,-1 0 0,1 0 0,-1 0 0,0 0 0,0-1 0,1 1 0,-1 0 0,0-1 0,-1 1 0,1-1 0,0 0 0,0 0 0,0 0 0,-1 0 0,1 0 0,-5 1 0,3-2 0,-1 1 0,1-1 0,0 0 0,-1 0 0,1-1 0,0 0 0,0 1 0,-1-1 0,1-1 0,0 1 0,0-1 0,0 1 0,-6-5 0,-2-2 0,1 0 0,-20-18 0,20 16 0,7 6 0,0-1 0,0 1 0,0-1 0,0 0 0,1-1 0,-1 1 0,1 0 0,1-1 0,-1 0 0,1 0 0,0 0 0,-2-7 0,4 11 0,-1 0 0,1 0 0,0 0 0,0 0 0,0 0 0,0 0 0,0 0 0,0-1 0,0 1 0,1 0 0,-1 0 0,1 0 0,0 0 0,-1 0 0,1 0 0,0 1 0,0-1 0,0 0 0,0 0 0,0 1 0,1-1 0,-1 0 0,1 1 0,-1-1 0,1 1 0,-1 0 0,1-1 0,0 1 0,-1 0 0,1 0 0,0 0 0,0 0 0,0 1 0,0-1 0,0 0 0,0 1 0,0-1 0,0 1 0,3 0 0,5-2-195,0 1 0,1 1 0,-1 0 0,0 0 0,1 1 0,12 2 0,-10 1-6631</inkml:trace>
</inkml:ink>
</file>

<file path=ppt/ink/ink2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6:50.23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61 24575,'0'5'0,"1"1"0,0-1 0,0 0 0,0 0 0,1 1 0,-1-1 0,6 9 0,21 35 0,-21-38 0,-6-9 0,0 0 0,0 0 0,1-1 0,-1 1 0,0-1 0,1 1 0,2 1 0,-4-3 0,0 0 0,0 1 0,0-1 0,0 0 0,1 0 0,-1 0 0,0 0 0,0 0 0,1 0 0,-1 0 0,0 0 0,0 0 0,0 0 0,1 0 0,-1 0 0,0 0 0,0 0 0,1 0 0,-1 0 0,0 0 0,0 0 0,0 0 0,1 0 0,-1 0 0,0 0 0,0 0 0,1-1 0,3-9 0,-3-3 0,0-1 0,-2-18 0,0 24 0,0 0 0,1 0 0,0 0 0,0 0 0,1 0 0,0 0 0,0 0 0,1 0 0,0 0 0,4-8 0,-5 15 0,0-1 0,-1 1 0,1 0 0,0-1 0,0 1 0,1 0 0,-1-1 0,0 1 0,0 0 0,1 0 0,-1 0 0,0 0 0,1 1 0,-1-1 0,1 0 0,-1 0 0,1 1 0,-1-1 0,1 1 0,0 0 0,-1-1 0,1 1 0,0 0 0,-1 0 0,1 0 0,0 0 0,-1 0 0,1 0 0,0 0 0,-1 1 0,1-1 0,0 1 0,-1-1 0,1 1 0,-1 0 0,2 0 0,6 4 0,-1-1 0,1 2 0,-1-1 0,13 13 0,46 50 0,-39-38 0,0 4-1365,-21-26-5461</inkml:trace>
</inkml:ink>
</file>

<file path=ppt/ink/ink2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6:51.05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46 24575,'13'29'0,"0"-1"0,35 51 0,-40-68 0,0-1 0,0 0 0,1 0 0,0-1 0,0 0 0,1-1 0,1 0 0,-1-1 0,23 12 0,-29-17 0,1 0 0,0-1 0,0 1 0,0-1 0,0 0 0,0 0 0,0-1 0,0 1 0,8-1 0,-12 0 0,1-1 0,0 1 0,0 0 0,0-1 0,0 1 0,0-1 0,-1 1 0,1-1 0,0 0 0,0 0 0,-1 0 0,1 0 0,-1 0 0,1 0 0,-1 0 0,1 0 0,-1-1 0,0 1 0,1-1 0,-1 1 0,0-1 0,0 1 0,0-1 0,0 0 0,-1 1 0,1-1 0,1-3 0,-1 0 0,0-1 0,-1 1 0,1-1 0,-1 1 0,0-1 0,-1 1 0,1-1 0,-3-9 0,0 4 0,0-1 0,-1 2 0,-6-13 0,17 34 0,0 0 0,0 0 0,1 0 0,0-1 0,1-1 0,0 1 0,1-1 0,0-1 0,0 0 0,1 0 0,0-1 0,0 0 0,1-1 0,0 0 0,0-1 0,0-1 0,0 1 0,1-2 0,25 4 0,-34-6 0,0-1 0,0 0 0,0 0 0,0 0 0,0-1 0,0 1 0,0-1 0,0 0 0,0 0 0,0 0 0,0 0 0,5-4 0,-7 4 0,0-1 0,0 1 0,0-1 0,0 0 0,0 0 0,0 0 0,-1 0 0,1 0 0,-1 0 0,1 0 0,-1-1 0,0 1 0,0 0 0,0-1 0,0 1 0,0-1 0,-1 1 0,1-1 0,-1 0 0,1-2 0,-1-8 0,1 1 0,-2-1 0,0 0 0,0 1 0,-1-1 0,0 1 0,-9-24 0,8 27 0,-1 0 0,0 1 0,0-1 0,0 1 0,-1 0 0,-1 0 0,1 1 0,-1 0 0,0 0 0,-1 0 0,-11-9 0,15 14-76,0 0 1,0 0-1,0 1 0,-1-1 0,1 0 0,-1 1 0,1 0 0,-1 0 1,0 0-1,1 0 0,-1 1 0,0 0 0,1-1 0,-1 1 1,0 0-1,0 1 0,-6 0 0,1 3-6750</inkml:trace>
</inkml:ink>
</file>

<file path=ppt/ink/ink2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6:51.58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65 24575,'1'-5'0,"1"0"0,-1 0 0,1 0 0,0 0 0,0 0 0,0 0 0,5-6 0,-6 9 0,0 1 0,0 0 0,0-1 0,0 1 0,1 0 0,-1 0 0,0 0 0,0 0 0,1 0 0,-1 0 0,1 0 0,-1 1 0,0-1 0,1 0 0,0 1 0,-1-1 0,1 1 0,-1-1 0,1 1 0,-1 0 0,1 0 0,0 0 0,-1 0 0,1 0 0,0 0 0,-1 0 0,1 1 0,1-1 0,9 5 0,-1 1 0,1 0 0,-1 0 0,-1 1 0,1 1 0,15 14 0,-7-7 0,-13-10 0,-1 0 0,1 0 0,-1 0 0,0 1 0,0 0 0,-1 0 0,5 7 0,-8-11 0,0 0 0,0 0 0,0 0 0,0 0 0,-1 0 0,1 0 0,0 0 0,-1 1 0,0-1 0,0 0 0,1 0 0,-1 0 0,-1 1 0,1-1 0,0 0 0,0 0 0,-1 0 0,1 1 0,-1-1 0,0 0 0,0 0 0,0 0 0,0 0 0,0 0 0,0 0 0,0 0 0,-3 2 0,-1 2 0,-1-1 0,0 0 0,0-1 0,0 0 0,-1 1 0,0-2 0,-13 7 0,1-1 0,17-9 0,0 1 0,1 0 0,-1 0 0,0 1 0,0-1 0,1 0 0,-1 1 0,1-1 0,-1 0 0,1 1 0,0 0 0,-1-1 0,1 1 0,0 0 0,0 0 0,0 0 0,0-1 0,1 1 0,-1 0 0,0 0 0,1 0 0,0 0 0,-1 0 0,1 3 0,0-2 0,0-1 0,1 1 0,-1-1 0,1 0 0,-1 1 0,1-1 0,0 1 0,0-1 0,0 0 0,1 0 0,-1 0 0,0 0 0,1 0 0,-1 0 0,1 0 0,0 0 0,0 0 0,-1-1 0,5 4 0,3 0 6,0 1 0,1-2 0,-1 1 0,1-1 0,0 0 0,0-1 0,0 0 0,1-1 0,16 2 0,9-2-194,54-3-1,-38 0-859,-39 1-5778</inkml:trace>
</inkml:ink>
</file>

<file path=ppt/ink/ink2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6:58.47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61 0 24575,'93'26'0,"-78"-21"0,-1 1 0,0 1 0,0 0 0,15 11 0,-24-14 0,0 0 0,-1 0 0,1 1 0,-1-1 0,0 1 0,0 0 0,-1 1 0,0-1 0,0 0 0,0 1 0,-1 0 0,1-1 0,1 10 0,-3-12 0,0 1 0,0-1 0,-1 1 0,1-1 0,-1 1 0,0-1 0,0 1 0,0 0 0,0-1 0,-1 1 0,1-1 0,-1 1 0,0-1 0,0 1 0,0-1 0,-1 0 0,1 0 0,-1 1 0,0-1 0,0 0 0,0 0 0,0-1 0,0 1 0,-5 4 0,3-4 0,-1 0 0,0 0 0,0 0 0,-1-1 0,1 0 0,0 0 0,-1 0 0,1 0 0,-1-1 0,0 0 0,1 0 0,-10 0 0,3-1 0,-1-1 0,0 1 0,1-2 0,-20-4 0,24 4 0,1-1 0,0 1 0,0-1 0,1 0 0,-1-1 0,1 0 0,-1 0 0,1 0 0,0-1 0,1 0 0,-10-10 0,13 13 0,-1-1 0,1 0 0,0 1 0,1-1 0,-1 0 0,1 0 0,-1 0 0,1 0 0,0 0 0,0 0 0,0-1 0,0 1 0,1 0 0,-1-1 0,1 1 0,0 0 0,0-1 0,0 1 0,0 0 0,1-1 0,-1 1 0,1 0 0,0 0 0,0 0 0,0-1 0,0 1 0,1 0 0,2-4 0,-1 3-114,1 0 1,-1 0-1,1 1 0,0 0 0,0 0 1,0 0-1,0 0 0,1 0 0,-1 1 1,1 0-1,6-3 0,-1 1-6712</inkml:trace>
</inkml:ink>
</file>

<file path=ppt/ink/ink2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6:58.91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25 199 24575,'1'3'0,"0"1"0,0-1 0,0 0 0,0 0 0,3 4 0,-4-7 0,0 1 0,0-1 0,0 0 0,0 0 0,1 0 0,-1 1 0,0-1 0,0 0 0,0 0 0,0 0 0,1 0 0,-1 1 0,0-1 0,0 0 0,1 0 0,-1 0 0,0 0 0,0 0 0,0 0 0,1 0 0,-1 0 0,0 1 0,0-1 0,1 0 0,-1 0 0,0 0 0,0 0 0,1 0 0,-1 0 0,0-1 0,1 1 0,0-1 0,-1 1 0,1-1 0,-1 1 0,1-1 0,-1 0 0,1 1 0,-1-1 0,1 0 0,-1 1 0,0-1 0,1 0 0,-1 0 0,0 1 0,1-2 0,0-3 0,0 0 0,0-1 0,0 1 0,-1 0 0,1-1 0,-1 1 0,-1 0 0,1 0 0,-1-1 0,-1-6 0,-4-9 0,-9-25 0,10 31 0,-3-4 0,5 14 0,1-1 0,0 0 0,0 0 0,0 0 0,1 0 0,-1-6 0,2 12-22,0 0-1,0 0 1,0 0 0,0 1-1,0-1 1,0 0 0,0 0-1,1 0 1,-1 0-1,0 0 1,0 0 0,0 0-1,0 0 1,0 0 0,0 0-1,0 0 1,0 1-1,1-1 1,-1 0 0,0 0-1,0 0 1,0 0-1,0 0 1,0 0 0,0 0-1,0 0 1,1 0 0,-1 0-1,0 0 1,0 0-1,0 0 1,0 0 0,0 0-1,0 0 1,0 0 0,1 0-1,-1-1 1,0 1-1,0 0 1,0 0 0,0 0-1,0 0 1,0 0-1,0 0 1,0 0 0,1 0-1,-1 0 1,0 0 0,0 0-1,0-1 1,0 1-1,0 0 1,0 0 0,0 0-1,0 0 1,0 0-1,0 0 1,0 0 0,0-1-1,0 1 1</inkml:trace>
</inkml:ink>
</file>

<file path=ppt/ink/ink2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6:59.14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23 0 24575,'-2'5'0,"-4"2"0,-1 1 0,2 3 0,3-1 0,2 0 0,4-1 0,4-3 0,2-1 0,0-3-8191</inkml:trace>
</inkml:ink>
</file>

<file path=ppt/ink/ink2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6:59.33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29 24575,'10'-10'0,"5"0"0,3 3 0,1 6 0,0 5 0,-2 7 0,0 2 0,-4 1 0,-3-3-8191</inkml:trace>
</inkml:ink>
</file>

<file path=ppt/ink/ink2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6:59.80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265 96 24575,'-34'-20'0,"-1"2"0,-1 1 0,-55-18 0,88 34 0,-1 0 0,1 0 0,-1 0 0,1 1 0,-1-1 0,1 1 0,-1 0 0,1 0 0,-1 0 0,-6 2 0,8-2 0,1 1 0,0 0 0,-1-1 0,1 1 0,0 0 0,0 0 0,-1 0 0,1 0 0,0 0 0,0 0 0,0 0 0,0 0 0,0 0 0,0 0 0,1 0 0,-1 1 0,0-1 0,1 0 0,-1 1 0,1-1 0,-1 0 0,1 1 0,-1-1 0,1 1 0,0-1 0,0 1 0,0-1 0,0 2 0,0 1 0,0 0 0,0 0 0,0 0 0,1 0 0,0 0 0,0 0 0,0-1 0,0 1 0,0 0 0,1-1 0,0 1 0,3 5 0,-1-4 0,0 1 0,0-1 0,1 0 0,0 0 0,0 0 0,10 6 0,-2-2 0,2-1 0,-1 0 0,1-1 0,0-1 0,21 6 0,-34-11 0,7 2 0,-1-1 0,1 0 0,0 0 0,10 0 0,-17-2 0,-1 0 0,1 0 0,0 0 0,-1 0 0,1 0 0,-1 0 0,1 0 0,-1-1 0,1 1 0,0-1 0,-1 1 0,0-1 0,1 0 0,-1 1 0,1-1 0,-1 0 0,0 0 0,1 0 0,-1 0 0,0 0 0,0 0 0,0 0 0,0 0 0,0-1 0,0 1 0,0 0 0,0-1 0,0 1 0,-1-1 0,2-2 0,-2 4 0,0-1 0,1 1 0,-1 0 0,0-1 0,0 1 0,0-1 0,0 1 0,1 0 0,-1-1 0,0 1 0,0-1 0,0 1 0,0-1 0,0 1 0,0-1 0,0 1 0,0 0 0,0-1 0,-1 1 0,1-1 0,0 1 0,0-1 0,0 1 0,0 0 0,-1-1 0,1 1 0,0 0 0,0-1 0,-1 1 0,1-1 0,0 1 0,-1 0 0,1 0 0,0-1 0,-1 1 0,1 0 0,0 0 0,-1-1 0,1 1 0,0 0 0,-2 0 0,2 0 0,-1 0 0,0 0 0,0 0 0,1 0 0,-1 1 0,0-1 0,1 0 0,-1 0 0,0 1 0,1-1 0,-1 1 0,0-1 0,1 1 0,-1-1 0,1 1 0,-1-1 0,1 1 0,-1-1 0,1 1 0,-1-1 0,1 1 0,0 0 0,-1-1 0,1 1 0,-1 1 0,-1 5 0,0-1 0,1 1 0,-1 0 0,1 0 0,1 0 0,-1 0 0,1 0 0,1 8 0,10 56 0,-10-64 0,11 47 0,-5-28 0,-2 0 0,3 43 0,-8-68 0,1 1 0,-1-1 0,0 0 0,0 1 0,0-1 0,0 1 0,0-1 0,-1 0 0,1 1 0,0-1 0,-1 0 0,1 1 0,-1-1 0,1 0 0,-1 1 0,0-1 0,1 0 0,-1 0 0,0 0 0,0 0 0,0 0 0,0 0 0,0 0 0,-1 1 0,0-1 0,0-1 0,0 1 0,0-1 0,0 1 0,-1-1 0,1 0 0,0 0 0,0 0 0,0-1 0,0 1 0,0 0 0,0-1 0,0 1 0,0-1 0,0 0 0,-2-1 0,-10-4 0,0 0 0,1-1 0,-25-18 0,-34-33 0,53 42 0,2 0-1365,3 3-5461</inkml:trace>
</inkml:ink>
</file>

<file path=ppt/ink/ink2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7:00.23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 1 24575,'0'0'0,"0"1"0,-1 0 0,1-1 0,0 1 0,0 0 0,-1 0 0,1-1 0,0 1 0,0 0 0,0 0 0,0 0 0,0-1 0,0 1 0,0 0 0,0 0 0,0 0 0,0-1 0,1 1 0,-1 0 0,0 0 0,0-1 0,1 1 0,-1 0 0,1-1 0,-1 1 0,1 1 0,15 19 0,-15-19 0,7 7 0,-1-1 0,2 0 0,-1-1 0,1 0 0,18 11 0,52 23 0,-73-38 0,-4-2 10,-1 0 0,1-1 0,0 1 0,-1 0 0,1 0 0,0 1 0,-1-1 0,0 0 0,1 1 0,-1-1 0,2 2 0,-3-2-16,0-1-1,0 0 1,0 0-1,0 1 1,0-1-1,1 0 1,-1 0-1,0 0 1,0 1-1,0-1 1,0 0-1,0 0 1,0 1-1,0-1 1,0 0-1,0 0 1,-1 1-1,1-1 1,0 0-1,0 0 1,0 1-1,0-1 1,0 0-1,0 0 1,0 0-1,0 1 1,-1-1-1,1 0 1,0 0-1,0 1 1,-15 3-1278,5-2-5542</inkml:trace>
</inkml:ink>
</file>

<file path=ppt/ink/ink2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7:00.45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24575,'5'8'0,"1"4"0,0 3 0,-1-1-8191</inkml:trace>
</inkml:ink>
</file>

<file path=ppt/ink/ink2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7:00.87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 24575,'2'10'0,"2"0"0,-1 0 0,1 0 0,6 11 0,-8-18 0,-1-1 0,1 1 0,0 0 0,-1-1 0,1 1 0,0-1 0,1 0 0,-1 0 0,0 0 0,1 0 0,-1 0 0,1 0 0,0-1 0,-1 1 0,1-1 0,0 0 0,0 0 0,4 2 0,-5-3 0,0 0 0,0 0 0,0 0 0,0 0 0,0 0 0,0 0 0,0 0 0,0 0 0,0-1 0,0 1 0,0-1 0,0 0 0,0 1 0,0-1 0,0 0 0,-1 0 0,1 0 0,0 0 0,1-2 0,1-2 0,1 1 0,-2-1 0,1 0 0,5-10 0,-5 9 0,0 1 0,0-1 0,6-6 0,-9 11 0,-1 0 0,1 1 0,0-1 0,0 1 0,0-1 0,0 0 0,1 1 0,-1-1 0,0 1 0,0 0 0,0-1 0,0 1 0,0 0 0,0 0 0,1 0 0,-1 0 0,0 0 0,0 0 0,0 0 0,1 0 0,-1 0 0,0 1 0,0-1 0,0 0 0,0 1 0,1 0 0,4 2 0,0 0 0,0 0 0,9 7 0,-3-1 0,30 16 0,74 34 0,-113-58-170,0 0-1,0 0 0,0-1 1,0 1-1,0 0 0,0-1 1,4 0-1,5 0-6655</inkml:trace>
</inkml:ink>
</file>

<file path=ppt/ink/ink2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7:01.45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119 533 24575,'-9'0'0,"0"1"0,1-1 0,-1 2 0,1-1 0,-1 1 0,1 0 0,-16 7 0,22-8 0,0 0 0,-1 0 0,1 0 0,1 0 0,-1 0 0,0 1 0,0-1 0,0 1 0,1-1 0,-1 1 0,1 0 0,-1 0 0,1 0 0,0 0 0,-1 0 0,1 0 0,0 0 0,0 0 0,1 0 0,-1 0 0,0 1 0,1-1 0,-1 0 0,1 0 0,0 1 0,0-1 0,0 0 0,0 1 0,0-1 0,0 0 0,1 1 0,-1-1 0,1 0 0,1 3 0,0 0 0,0 0 0,0 1 0,1-1 0,0 0 0,0-1 0,0 1 0,1-1 0,0 1 0,0-1 0,0 0 0,0 0 0,1-1 0,-1 1 0,1-1 0,6 3 0,-7-3 0,1-1 0,0 1 0,0-1 0,0 0 0,1-1 0,-1 1 0,0-1 0,1 0 0,-1-1 0,1 1 0,-1-1 0,0 0 0,1 0 0,-1-1 0,1 0 0,5-1 0,-9 1 0,1 0 0,-1 0 0,1 0 0,-1 0 0,0-1 0,1 1 0,-1-1 0,0 1 0,0-1 0,0 0 0,0 0 0,0 0 0,-1 0 0,1 0 0,0-1 0,-1 1 0,0 0 0,1-1 0,-1 1 0,0-1 0,0 1 0,-1-1 0,1 1 0,0-1 0,-1 0 0,1-4 0,-1 3 0,0 1 0,0-1 0,-1 1 0,1-1 0,-1 1 0,1-1 0,-1 1 0,0 0 0,0-1 0,-1 1 0,1 0 0,-1 0 0,0 0 0,1 0 0,-1 0 0,0 0 0,-1 1 0,1-1 0,0 0 0,-5-2 0,7 4 0,-1 1 0,1-1 0,-1 1 0,1-1 0,-1 1 0,1 0 0,-1-1 0,1 1 0,-1 0 0,1-1 0,-1 1 0,0 0 0,1 0 0,-1 0 0,1-1 0,-1 1 0,0 0 0,1 0 0,-1 0 0,0 0 0,1 0 0,-1 0 0,1 0 0,-1 0 0,0 1 0,1-1 0,-1 0 0,0 0 0,1 0 0,-1 1 0,1-1 0,-1 0 0,1 0 0,-1 1 0,1-1 0,-1 1 0,1-1 0,-1 0 0,1 1 0,-1-1 0,1 1 0,0-1 0,-1 1 0,1 0 0,0-1 0,-1 1 0,1-1 0,0 2 0,-1 0 0,0 1 0,0-1 0,1 1 0,0-1 0,-1 1 0,1-1 0,0 1 0,0-1 0,0 1 0,1 0 0,0 2 0,0-1 0,1 1 0,0-1 0,0 1 0,1-1 0,0 0 0,-1 0 0,1 0 0,1 0 0,-1 0 0,0-1 0,1 0 0,0 1 0,0-1 0,4 2 0,2 2 0,0-1 0,1-1 0,-1 0 0,21 7 0,-23-10 0,1 0 0,-1 0 0,0-1 0,1 0 0,-1 0 0,1-1 0,-1 0 0,1-1 0,-1 1 0,0-2 0,1 1 0,-1-1 0,0-1 0,0 1 0,11-6 0,-10 3 0,1-1 0,-1 0 0,0 0 0,0-1 0,-1 0 0,0-1 0,0 0 0,-1 0 0,1 0 0,-2-1 0,9-13 0,-5 3 0,-1-1 0,0 1 0,-1-2 0,-2 1 0,0-1 0,-1 0 0,3-28 0,-5 21 0,-1-1 0,-2 1 0,0-1 0,-2 1 0,-6-30 0,3 33 0,-1 0 0,-11-26 0,13 40 0,0 1 0,-2-1 0,1 1 0,-1 0 0,-1 0 0,-13-16 0,18 24 0,0 0 0,0-1 0,-1 1 0,1 1 0,-1-1 0,1 0 0,-1 1 0,1-1 0,-1 1 0,-5-2 0,6 3 0,1-1 0,0 1 0,0 0 0,-1 0 0,1 0 0,0 0 0,-1 0 0,1 0 0,0 1 0,0-1 0,-1 0 0,1 1 0,0-1 0,0 1 0,0-1 0,-1 1 0,1-1 0,0 1 0,0 0 0,0 0 0,0-1 0,0 1 0,0 0 0,0 0 0,1 0 0,-1 0 0,-1 2 0,-3 4 0,1 1 0,0 0 0,0 0 0,1 0 0,0 0 0,0 1 0,-1 11 0,-7 65 0,8-62 0,1 16 0,1 0 0,1 0 0,2-1 0,2 1 0,2-1 0,1 0 0,2 0 0,2-1 0,1 0 0,20 43 0,-21-59-682,14 21-1,-9-19-6143</inkml:trace>
</inkml:ink>
</file>

<file path=ppt/ink/ink2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7:02.20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300 181 24575,'-32'-33'0,"-3"1"0,0 1 0,-59-38 0,91 67 0,-1 0 0,0 0 0,0 0 0,0 1 0,0-1 0,0 1 0,-1 0 0,1 0 0,-5-1 0,7 2 0,1 0 0,-1 0 0,0 1 0,1-1 0,-1 0 0,0 1 0,1-1 0,-1 1 0,1-1 0,-1 1 0,1 0 0,-1-1 0,1 1 0,-1 0 0,1 0 0,0 0 0,-1 0 0,1 0 0,0 1 0,0-1 0,0 0 0,0 0 0,0 1 0,0-1 0,-1 3 0,-2 4 0,1 1 0,0 0 0,0 0 0,1 0 0,0 0 0,0 0 0,0 17 0,4 65 0,-2-90 0,5 53-78,2 0 1,3-1-1,22 68 0,64 150-234,-80-228 347,2-2-1,37 65 1,-54-104-141,1 1 1,0-1-1,-1 1 0,1-1 0,0 1 0,1-1 1,3 3-1</inkml:trace>
</inkml:ink>
</file>

<file path=ppt/ink/ink2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7:02.40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210 21 24575,'-22'-4'0,"-10"-3"0,-1 1 0,1 3 0,5 3 0,4 1 0,5 3 0,5 0 0,6 0 0,4 2 0</inkml:trace>
</inkml:ink>
</file>

<file path=ppt/ink/ink2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7:02.93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59 236 24575,'7'8'0,"6"3"0,-2 1 0,0 1 0,0-1 0,-1 1 0,10 19 0,-19-32 0,-1 1 0,0 0 0,1 0 0,-1-1 0,1 1 0,-1 0 0,0-1 0,0 1 0,1 0 0,-1 0 0,0 0 0,0-1 0,0 1 0,0 0 0,0 0 0,0 0 0,0-1 0,0 2 0,-1-1 0,1-1 0,0 0 0,-1 0 0,1 0 0,0 1 0,-1-1 0,1 0 0,0 0 0,-1 0 0,1 0 0,0 0 0,-1 0 0,1 0 0,0 0 0,-1 0 0,1 0 0,-1 0 0,1 0 0,0 0 0,-1 0 0,1 0 0,0 0 0,-1 0 0,1 0 0,0 0 0,-1-1 0,-4 0 0,1-1 0,0 0 0,-1-1 0,-5-3 0,1-1 0,0-1 0,1 1 0,0-1 0,0-1 0,1 1 0,0-2 0,0 1 0,1-1 0,0 1 0,1-2 0,0 1 0,0-1 0,1 1 0,1-1 0,0 0 0,0 0 0,1-1 0,1 1 0,-1-1 0,2-17 0,0 26 0,0 0 0,1 0 0,-1 0 0,1 0 0,-1 0 0,1 0 0,0 0 0,0 0 0,0 0 0,1 0 0,-1 1 0,1-1 0,0 1 0,-1-1 0,1 1 0,0-1 0,0 1 0,1 0 0,3-3 0,-4 3 0,1 1 0,0 0 0,-1 0 0,1 0 0,0 0 0,0 0 0,0 0 0,-1 1 0,1-1 0,0 1 0,0 0 0,0 0 0,0 0 0,0 0 0,0 0 0,0 1 0,0 0 0,0-1 0,0 1 0,4 2 0,29 13 0,67 42 0,-49-25 0,-14-10 0,-20-10 0,1-1 0,1 0 0,39 14 0,-59-26 0,0 1 0,-1-1 0,1 1 0,0-1 0,-1 1 0,1-1 0,0 0 0,0 0 0,-1 0 0,1 0 0,0 0 0,0 0 0,-1-1 0,1 1 0,0 0 0,-1-1 0,1 0 0,0 1 0,-1-1 0,1 0 0,-1 0 0,1 0 0,-1 0 0,1 0 0,-1 0 0,2-1 0,-1-1 0,-1 1 0,1-1 0,-1 0 0,0 0 0,0 0 0,0 1 0,0-1 0,0 0 0,0 0 0,-1 0 0,0 0 0,1-1 0,-1 1 0,-1-4 0,0-5 0,0 0 0,-1 0 0,0 0 0,-1 1 0,-1-1 0,0 1 0,0 0 0,-1 0 0,-1 0 0,1 1 0,-2 0 0,1 0 0,-2 0 0,-9-10 0,16 19 0,-1-1 0,1 1 0,-1 0 0,0-1 0,1 1 0,-1 0 0,0 0 0,0 0 0,0 0 0,0 0 0,-3 0 0,4 1 0,0 0 0,0 0 0,0 0 0,0 0 0,0 0 0,0 0 0,0 1 0,1-1 0,-1 0 0,0 1 0,0-1 0,0 0 0,0 1 0,1-1 0,-1 1 0,0 0 0,1-1 0,-1 1 0,0-1 0,1 1 0,-1 0 0,1 0 0,-1-1 0,1 1 0,-1 0 0,1 0 0,-1 0 0,1-1 0,-1 3 0,-2 4 0,1 1 0,0 0 0,0 0 0,0 1 0,1-1 0,0 0 0,1 0 0,0 1 0,0-1 0,1 0 0,0 0 0,0 0 0,1 1 0,2 7 0,1-2 0,0-1 0,0 0 0,2 0 0,-1 0 0,1-1 0,1 0 0,13 15 0,-16-21 0,0 0 0,1 0 0,0-1 0,0 0 0,1 0 0,-1 0 0,1-1 0,0 0 0,12 5 0,-15-8 0,-1 0 0,1 0 0,0 0 0,0 0 0,0-1 0,-1 1 0,1-1 0,0 0 0,0 0 0,0-1 0,0 1 0,0-1 0,0 1 0,-1-1 0,1-1 0,0 1 0,-1 0 0,1-1 0,-1 0 0,1 0 0,4-3 0,-2 0-170,-1 0-1,0 0 0,1 0 1,-2-1-1,1 1 0,-1-1 1,7-11-1,-4 4-6655</inkml:trace>
</inkml:ink>
</file>

<file path=ppt/ink/ink2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7:03.36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177 19 24575,'-19'-6'0,"-36"-5"0,49 10 0,-1 0 0,1 1 0,-1 0 0,1 0 0,0 1 0,-1 0 0,1 0 0,-1 0 0,-8 4 0,14-5 0,-1 1 0,0 0 0,0 0 0,1 0 0,-1 0 0,0 0 0,1 0 0,-1 0 0,1 1 0,0-1 0,-1 0 0,1 1 0,0-1 0,0 1 0,0 0 0,0-1 0,0 1 0,-1 2 0,1-1 0,1 0 0,-1 0 0,1 0 0,-1 0 0,1 0 0,0 0 0,0 0 0,1 0 0,-1 0 0,2 5 0,1 2 0,0 1 0,1-2 0,1 1 0,0 0 0,9 13 0,-10-17 0,0 0 0,1-1 0,-1 1 0,1-1 0,0 0 0,1-1 0,-1 1 0,1-1 0,8 5 0,-11-8 0,0 1 0,1-1 0,-1 0 0,0 1 0,1-1 0,-1-1 0,1 1 0,-1 0 0,1-1 0,0 0 0,-1 0 0,1 0 0,-1 0 0,1-1 0,-1 1 0,1-1 0,-1 0 0,1 0 0,-1 0 0,5-3 0,-6 3 0,0 0 0,-1 0 0,1-1 0,-1 1 0,1-1 0,-1 1 0,0-1 0,1 0 0,-1 1 0,0-1 0,0 0 0,0 0 0,0 0 0,0 0 0,-1 0 0,1 0 0,-1 0 0,1 0 0,-1 0 0,1-4 0,-1-5 0,1-1 0,-3-18 0,1 13 0,0 9 0,1 22 0,0 23 0,5 2 0,1 0 0,2-1 0,1 0 0,26 66 0,-25-77 0,-5-12 0,0-1 0,1 0 0,0 0 0,12 17 0,-18-30-47,0-1 0,0 1 0,0-1 0,1 0 0,-1 1 0,0-1 0,1 1 0,-1-1 0,0 0-1,1 1 1,-1-1 0,0 0 0,1 0 0,-1 1 0,1-1 0,-1 0 0,0 0 0,1 1 0,-1-1 0,1 0 0,-1 0 0,1 0-1,-1 0 1,1 0 0,-1 0 0,1 0 0,-1 0 0,1 0 0</inkml:trace>
</inkml:ink>
</file>

<file path=ppt/ink/ink2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7:04.41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27 114 24575,'-2'2'0,"0"0"0,0 0 0,-1 0 0,2 0 0,-1 1 0,0-1 0,0 0 0,1 1 0,-1-1 0,1 1 0,0 0 0,0-1 0,0 1 0,0 0 0,0 0 0,0 0 0,1 0 0,-1-1 0,1 1 0,0 0 0,0 0 0,0 0 0,1 0 0,-1 0 0,2 4 0,-2-4 0,1 0 0,0 0 0,0 0 0,0 0 0,0 0 0,0-1 0,1 1 0,-1 0 0,1-1 0,0 1 0,0-1 0,0 0 0,0 0 0,0 0 0,0 0 0,0 0 0,1 0 0,-1 0 0,1-1 0,0 1 0,-1-1 0,1 0 0,0 1 0,0-1 0,3 0 0,-4 0 0,0-1 0,0 0 0,0 0 0,0 0 0,0 0 0,0 0 0,0 0 0,0-1 0,0 1 0,-1-1 0,1 1 0,0-1 0,0 0 0,0 1 0,0-1 0,-1 0 0,1 0 0,0-1 0,-1 1 0,1 0 0,-1 0 0,1-1 0,-1 1 0,2-3 0,1-2 0,0-1 0,0 0 0,-1 0 0,6-13 0,-3 5 0,-6 14 0,0 1 0,0-1 0,1 1 0,-1-1 0,0 1 0,1 0 0,-1-1 0,1 1 0,-1-1 0,0 1 0,1 0 0,-1-1 0,1 1 0,-1 0 0,1 0 0,-1-1 0,1 1 0,-1 0 0,1 0 0,-1 0 0,1-1 0,0 1 0,-1 0 0,1 0 0,-1 0 0,1 0 0,-1 0 0,1 0 0,-1 0 0,1 0 0,0 0 0,-1 1 0,1-1 0,-1 0 0,1 0 0,-1 0 0,1 1 0,-1-1 0,1 0 0,-1 1 0,1-1 0,-1 0 0,0 1 0,1 0 0,25 22 0,-19-16 0,15 13 0,1 0 0,48 29 0,-62-43 0,0-1 0,0-1 0,1 0 0,-1 0 0,1-1 0,0 0 0,0 0 0,0-1 0,0-1 0,1 0 0,-1 0 0,12-1 0,-19 0 0,1-1 0,-1 1 0,0-1 0,1 0 0,-1 0 0,0 0 0,0 0 0,0 0 0,1-1 0,-1 1 0,-1-1 0,1 0 0,0 0 0,0 0 0,-1 0 0,1-1 0,-1 1 0,3-4 0,-2 2 0,-1 0 0,1-1 0,-1 0 0,0 1 0,0-1 0,-1 0 0,0 0 0,1 0 0,-2 0 0,1 0 0,0-7 0,-1-2 0,0 1 0,-1 0 0,0 0 0,-1 0 0,-1 0 0,-5-18 0,5 22 0,-1 1 0,1-1 0,-2 1 0,1-1 0,-1 1 0,0 0 0,-1 1 0,1 0 0,-14-13 0,18 19 0,-1-1 0,0 0 0,0 1 0,0 0 0,0-1 0,0 1 0,0 0 0,-1 0 0,1 0 0,0 0 0,0 1 0,-1-1 0,1 1 0,-1-1 0,-2 1 0,3 0 0,1 0 0,-1 0 0,1 1 0,-1-1 0,1 1 0,-1-1 0,1 1 0,-1 0 0,1 0 0,-1-1 0,1 1 0,0 0 0,0 0 0,-1 0 0,1 0 0,0 1 0,0-1 0,0 0 0,0 0 0,0 1 0,0-1 0,1 0 0,-2 4 0,-2 4 0,0 0 0,1 1 0,0 0 0,1 0 0,0 0 0,0 0 0,1 0 0,0 1 0,1-1 0,0 0 0,1 0 0,0 1 0,1-1 0,4 18 0,-4-23 0,0 0 0,0 1 0,0-1 0,0 0 0,1 0 0,0 0 0,0-1 0,0 1 0,0-1 0,1 1 0,0-1 0,0 0 0,0-1 0,0 1 0,1-1 0,-1 1 0,1-1 0,0-1 0,0 1 0,0-1 0,0 0 0,1 0 0,-1 0 0,1-1 0,-1 0 0,1 0 0,-1 0 0,7 0 0,3-1 0,10 1 0,38-4 0,-57 2 0,1 0 0,0 0 0,-1 0 0,1-1 0,-1 0 0,0-1 0,0 1 0,0-1 0,0 0 0,10-7 0,-15 8 0,0 1 0,1 0 0,-1-1 0,0 1 0,0 0 0,0-1 0,0 0 0,0 1 0,0-1 0,0 1 0,-1-1 0,1 0 0,-1 0 0,1 1 0,-1-1 0,1 0 0,-1 0 0,0 0 0,0 0 0,0 1 0,0-1 0,0 0 0,-1 0 0,1 0 0,0 1 0,-1-1 0,1 0 0,-1 0 0,0 1 0,0-1 0,0 0 0,-2-2 0,1-1 0,-1 1 0,0 0 0,0 0 0,-1 0 0,1 1 0,-1-1 0,0 1 0,0 0 0,0 0 0,-8-5 0,29 25 0,-8-6 0,10 7 0,1-1 0,29 20 0,-40-31 0,1 0 0,-1-1 0,1 0 0,0-1 0,0 0 0,0 0 0,1-1 0,15 2 0,-24-4 0,-1-1 0,1 0 0,0 0 0,0 0 0,0 0 0,0 0 0,-1 0 0,1-1 0,0 1 0,0-1 0,-1 1 0,1-1 0,0 0 0,-1 1 0,1-1 0,0 0 0,-1 0 0,1 0 0,-1 0 0,1 0 0,-1-1 0,0 1 0,0 0 0,1-1 0,-1 1 0,0-1 0,0 1 0,0-1 0,-1 1 0,2-4 0,1-2 0,-1-1 0,0 0 0,-1 0 0,1 0 0,-1-12 0,0 10 0,-1 9 0,0 0 0,0-1 0,0 1 0,0 0 0,0 0 0,1 0 0,-1-1 0,0 1 0,1 0 0,-1 0 0,1 0 0,-1 0 0,1 0 0,0 0 0,-1 0 0,1 0 0,1-1 0,-1 1 0,0 1 0,-1 0 0,1-1 0,0 1 0,0 0 0,-1 0 0,1-1 0,0 1 0,0 0 0,0 0 0,-1 0 0,1 0 0,0 0 0,0 0 0,0 0 0,-1 0 0,1 1 0,0-1 0,1 1 0,4 1 0,0 1 0,0 1 0,-1-1 0,1 1 0,5 5 0,-1-1 0,159 102-1365,-156-101-5461</inkml:trace>
</inkml:ink>
</file>

<file path=ppt/ink/ink2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7:05.34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209 61 24575,'-17'-8'0,"-3"-2"0,-1 1 0,0 1 0,0 0 0,-44-8 0,63 16 0,1-1 0,0 1 0,-1 0 0,1 0 0,-1 0 0,1 0 0,-1 0 0,1 0 0,-1 0 0,1 0 0,0 1 0,-1-1 0,1 1 0,0-1 0,-1 1 0,1-1 0,0 1 0,-1 0 0,1-1 0,0 1 0,0 0 0,0 0 0,0 0 0,0 0 0,0 0 0,0 0 0,0 0 0,0 0 0,-1 2 0,1 1 0,0 0 0,0-1 0,0 1 0,1 0 0,0 0 0,-1-1 0,1 1 0,1 0 0,-1 0 0,1 4 0,1 5 0,1 0 0,1 0 0,0-1 0,0 1 0,1-1 0,1 0 0,0 0 0,0-1 0,2 0 0,-1 0 0,1-1 0,1 1 0,0-2 0,0 1 0,1-1 0,0-1 0,0 0 0,1 0 0,0-1 0,1-1 0,15 8 0,-19-11 0,1-1 0,-1 0 0,1 0 0,0-1 0,-1 1 0,1-2 0,0 0 0,0 0 0,0 0 0,9-3 0,-14 3 0,0-1 0,0 0 0,0 0 0,-1 0 0,1 0 0,0-1 0,-1 0 0,1 0 0,-1 0 0,1 0 0,-1 0 0,0-1 0,0 1 0,0-1 0,0 0 0,-1 0 0,1 0 0,-1 0 0,0 0 0,1-1 0,-1 1 0,-1-1 0,1 1 0,1-6 0,0-4 0,-1-1 0,-1 0 0,0 0 0,-1 0 0,-2-22 0,2 36 0,0 0 0,0 0 0,0 0 0,0 0 0,0 0 0,0 0 0,0 0 0,0 0 0,0 0 0,0 0 0,0 0 0,0 0 0,0 0 0,0 0 0,0 0 0,1 0 0,-1 0 0,0 0 0,0 0 0,0 0 0,0 0 0,0 0 0,0 0 0,0 0 0,0 0 0,0 0 0,0 0 0,0 0 0,0 0 0,0 0 0,0 0 0,0 0 0,0 0 0,0 0 0,0 0 0,0 0 0,0 0 0,0 0 0,0 0 0,0 0 0,0 0 0,0 0 0,0 0 0,0 0 0,0 0 0,0 0 0,0 0 0,4 6 0,4 11 0,-6-11 0,1 0 0,0-1 0,0 1 0,1 0 0,0-1 0,0 0 0,0 1 0,0-2 0,1 1 0,0 0 0,0-1 0,11 7 0,-12-9 0,0 0 0,-1 0 0,1 0 0,0-1 0,0 0 0,0 0 0,1 0 0,-1 0 0,0 0 0,0-1 0,0 0 0,1 0 0,-1 0 0,0 0 0,0-1 0,1 0 0,-1 0 0,0 0 0,0 0 0,0 0 0,5-4 0,1 1 0,-1-1 0,0 0 0,0 1 0,1 1 0,12-4 0,-20 7 0,0-1 0,0 1 0,0-1 0,0 1 0,0 0 0,0 0 0,0 0 0,0 0 0,0 1 0,1-1 0,-1 1 0,0-1 0,0 1 0,0-1 0,-1 1 0,1 0 0,0 0 0,0 0 0,0 0 0,-1 0 0,1 1 0,0-1 0,-1 1 0,1-1 0,-1 1 0,3 2 0,-4-4-47,0 1 0,0-1 0,1 0 0,-1 1 0,0-1 0,0 1 0,0-1 0,1 0 0,-1 1-1,0-1 1,0 1 0,0-1 0,0 1 0,0-1 0,0 1 0,0-1 0,0 0 0,0 1 0,0-1 0,0 1 0,0-1 0,0 1-1,0-1 1,0 0 0,-1 1 0,1-1 0,0 1 0,0 0 0</inkml:trace>
</inkml:ink>
</file>

<file path=ppt/ink/ink2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7:05.54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24575,'5'25'0,"1"10"0,1 2 0,-2-3 0,-4-8 0,-2-5 0,-1-6-8191</inkml:trace>
</inkml:ink>
</file>

<file path=ppt/ink/ink2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7:06.09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61 126 24575,'2'-1'0,"1"0"0,-1-1 0,1 1 0,-1-1 0,0 1 0,0-1 0,1 0 0,-1 0 0,0 0 0,-1-1 0,1 1 0,0 0 0,-1-1 0,1 1 0,-1-1 0,0 1 0,0-1 0,0 0 0,0 1 0,0-1 0,0 0 0,-1 0 0,1 0 0,-1 1 0,0-1 0,0 0 0,0 0 0,0 0 0,-1 0 0,1 0 0,-1 1 0,0-1 0,1 0 0,-1 0 0,-1 1 0,1-1 0,0 1 0,0-1 0,-1 1 0,0-1 0,1 1 0,-1 0 0,0 0 0,0 0 0,0 0 0,-1 0 0,1 0 0,0 0 0,-1 1 0,1-1 0,-1 1 0,1 0 0,-1 0 0,0 0 0,-4-1 0,6 1 0,0 1 0,0 0 0,-1 0 0,1-1 0,0 1 0,-1 0 0,1 0 0,0 0 0,-1 0 0,1 0 0,0 1 0,-1-1 0,1 0 0,0 1 0,0-1 0,-1 0 0,1 1 0,0 0 0,0-1 0,0 1 0,-2 1 0,2-1 0,-1 1 0,1-1 0,0 1 0,-1 0 0,1 0 0,0 0 0,0-1 0,0 1 0,1 0 0,-1 0 0,-1 4 0,0 4 0,1 1 0,0-1 0,0 0 0,2 13 0,-1-22 0,0 7 0,2 1 0,-1-1 0,1 0 0,0 0 0,0 0 0,1 0 0,0 0 0,1 0 0,-1-1 0,2 1 0,-1-1 0,1 0 0,0 0 0,0-1 0,1 0 0,0 0 0,0 0 0,0 0 0,1-1 0,0 0 0,0-1 0,0 1 0,0-1 0,11 3 0,-14-5-62,0-1 0,0 0 0,0 0 0,0-1 0,0 1 0,0-1 0,0 0 0,0 0 0,0 0 0,0-1 0,0 1 0,0-1-1,0 0 1,-1 0 0,1 0 0,0-1 0,0 1 0,-1-1 0,1 0 0,-1 0 0,6-4 0,0-3-6764</inkml:trace>
</inkml:ink>
</file>

<file path=ppt/ink/ink2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7:06.43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222 3 24575,'-1'-1'0,"0"1"0,0 0 0,0-1 0,0 1 0,0 0 0,0 0 0,0 0 0,0-1 0,0 1 0,0 0 0,0 0 0,0 1 0,0-1 0,0 0 0,0 0 0,-2 1 0,3-1 0,-1 1 0,1-1 0,0 0 0,-1 1 0,1-1 0,0 0 0,-1 1 0,1-1 0,0 1 0,-1-1 0,1 1 0,0-1 0,0 0 0,0 1 0,-1-1 0,1 1 0,0-1 0,0 1 0,0 0 0,0-1 0,0 1 0,0 0 0,1 4 0,-1-1 0,1 1 0,1-1 0,-1 0 0,4 9 0,44 82 0,-32-66 0,24 59 0,-39-83 0,0 0 0,-1 0 0,0 0 0,0 0 0,0 0 0,0 0 0,-1 6 0,0-9 0,0-1 0,0 0 0,0 1 0,-1-1 0,1 0 0,0 1 0,-1-1 0,1 0 0,-1 0 0,1 0 0,-1 1 0,0-1 0,0 0 0,1 0 0,-1 0 0,0 0 0,0 0 0,0 0 0,0 0 0,0-1 0,0 1 0,0 0 0,0 0 0,-1-1 0,1 1 0,0-1 0,0 1 0,0-1 0,-1 1 0,1-1 0,0 0 0,-3 0 0,-17 2 0,0-1 0,-35-3 0,7 0 0,-78 2-1365,106 0-5461</inkml:trace>
</inkml:ink>
</file>

<file path=ppt/ink/ink2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7:10.97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55 259 24575,'2'4'0,"-7"-7"0,-9-8 0,10 4 0,1 0 0,-1-1 0,1 1 0,0-1 0,1 0 0,0 0 0,0 0 0,0 0 0,1 0 0,0-15 0,-5-26 0,5 43 0,-1-1 0,2 1 0,-1 0 0,0-1 0,1 1 0,1-1 0,0-6 0,-1 11 0,1 0 0,-1 0 0,1 0 0,0 0 0,0 0 0,0 0 0,0 0 0,0 0 0,1 1 0,-1-1 0,0 0 0,1 0 0,-1 1 0,1-1 0,0 1 0,-1 0 0,1 0 0,0-1 0,0 1 0,0 0 0,0 0 0,0 0 0,0 1 0,2-2 0,-1 2-72,-1-1 1,0 1-1,0-1 0,1 1 0,-1 0 0,0-1 0,1 1 0,-1 0 1,0 1-1,1-1 0,-1 0 0,0 1 0,1-1 0,-1 1 0,0 0 1,0 0-1,0 0 0,4 2 0</inkml:trace>
</inkml:ink>
</file>

<file path=ppt/ink/ink2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7:12.65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90 24575,'0'-5'0,"0"4"0,0-1 0,-1 1 0,1 0 0,0-1 0,0 1 0,0 0 0,1-1 0,-1 1 0,0 0 0,1-1 0,-1 1 0,0 0 0,1-1 0,-1 1 0,1 0 0,0 0 0,1-2 0,-2 3 0,0 0 0,0 0 0,0 0 0,0 0 0,0 0 0,0 0 0,1 0 0,-1-1 0,0 1 0,0 0 0,0 0 0,0 0 0,0 0 0,0 0 0,0 1 0,1-1 0,-1 0 0,0 0 0,0 0 0,0 0 0,0 0 0,0 0 0,0 0 0,0 0 0,0 0 0,1 0 0,-1 0 0,0 0 0,0 0 0,0 0 0,0 0 0,0 0 0,0 1 0,0-1 0,0 0 0,0 0 0,0 0 0,0 0 0,0 0 0,0 0 0,0 0 0,0 0 0,1 1 0,1 7 0,0 9 0,0 3 0,1 1 0,1 0 0,1-1 0,0 1 0,2-2 0,0 1 0,2-1 0,0 0 0,22 34 0,-26-45 0,1-1 0,0 0 0,1-1 0,-1 1 0,1-1 0,15 9 0,-19-12 0,1-1 0,-1 0 0,1 0 0,0 0 0,0-1 0,-1 1 0,1-1 0,0 0 0,0 0 0,0-1 0,1 1 0,-1-1 0,0 0 0,0 0 0,0 0 0,0 0 0,6-2 0,-7 1 0,-1 1 0,0-1 0,0-1 0,0 1 0,1 0 0,-1 0 0,0-1 0,0 1 0,-1-1 0,1 1 0,0-1 0,-1 0 0,1 0 0,0 0 0,1-3 0,-1 1 0,0 0 0,0 0 0,-1-1 0,1 1 0,-1-1 0,0 1 0,0-8 0,0-1 0,-1 0 0,0 0 0,-1 1 0,-1-1 0,-2-12 0,0 11 0,1 0 0,-1 1 0,-1 0 0,-8-16 0,8 23 0,2 7 0,3 0 0,0-1 0,-1 1 0,1 0 0,0 0 0,0 0 0,0 0 0,0 0 0,0-1 0,0 1 0,0 0 0,0 0 0,1 0 0,-1 1 0,3 5 0,0 1 0,1-1 0,-1 0 0,2 0 0,-1 0 0,1-1 0,7 9 0,0-1 0,1-2 0,18 14 0,-17-15 0,1-1 0,0 0 0,31 14 0,-37-20 0,0 0 0,1-1 0,-1-1 0,1 1 0,0-2 0,0 1 0,0-1 0,16-1 0,-24 0 0,1 0 0,0 0 0,-1-1 0,1 1 0,-1-1 0,0 0 0,1 0 0,-1 0 0,1 0 0,-1 0 0,0-1 0,0 1 0,0-1 0,0 1 0,0-1 0,0 0 0,0 1 0,0-1 0,-1 0 0,1 0 0,-1-1 0,1 1 0,-1 0 0,0 0 0,0-1 0,0 1 0,0 0 0,0-1 0,-1 1 0,1-1 0,0-4 0,0-5 0,0 1 0,-1-1 0,-1 1 0,1-1 0,-5-20 0,1 19 0,0-1 0,-1 0 0,0 1 0,-1 0 0,-1 0 0,0 1 0,-1 0 0,0 0 0,0 1 0,-1 0 0,-1 0 0,0 1 0,-22-18 0,29 26-80,0 0 0,1 0-1,-1 0 1,0 1 0,0-1-1,0 1 1,-1 0 0,1 0-1,0 0 1,0 0 0,-1 0 0,1 1-1,0-1 1,-1 1 0,1 0-1,-7 1 1,1 2-6746</inkml:trace>
</inkml:ink>
</file>

<file path=ppt/ink/ink2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7:14.18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10 49 24575,'-9'-26'0,"9"25"0,0 0 0,0 1 0,-1-1 0,1 0 0,0 0 0,0 1 0,0-1 0,0 0 0,0 0 0,0 0 0,0 1 0,0-1 0,0 0 0,1 0 0,-1 1 0,0-1 0,0 0 0,1 1 0,-1-1 0,1 0 0,-1 1 0,0-1 0,1 0 0,-1 1 0,1-1 0,-1 1 0,1-1 0,0 1 0,-1-1 0,1 1 0,-1-1 0,2 0 0,-2 1 0,1 0 0,-1 0 0,1 1 0,-1-1 0,1 0 0,-1 0 0,1 0 0,-1 0 0,0 0 0,1 1 0,-1-1 0,1 0 0,-1 0 0,0 1 0,1-1 0,-1 0 0,0 0 0,1 1 0,-1-1 0,0 1 0,1-1 0,-1 0 0,0 1 0,0-1 0,1 1 0,-1-1 0,0 0 0,0 1 0,0-1 0,0 1 0,0-1 0,1 1 0,-1-1 0,0 1 0,3 19 0,-3-20 0,2 57 0,-2-37 0,4 33 0,3 24 0,-4-33 0,-3-44 0,0 1 0,0 0 0,0 0 0,0 0 0,0-1 0,0 1 0,1 0 0,-1 0 0,0 0 0,0-1 0,1 1 0,-1 0 0,0 0 0,1-1 0,-1 1 0,1 0 0,-1-1 0,1 1 0,0 0 0,-1-1 0,1 0 0,-1-1 0,1 1 0,-1 0 0,0-1 0,1 1 0,-1 0 0,1-1 0,-1 1 0,0-1 0,1 1 0,-1-1 0,0 1 0,0-1 0,1 1 0,-1-1 0,0 1 0,0-1 0,0 1 0,0-1 0,0 1 0,0-1 0,0 1 0,1-1 0,-1 1 0,-1-1 0,1 1 0,0-2 0,3-32 0,-2 1 0,-4-38 0,1 51 0,-1 1 0,-2-1 0,0 0 0,-12-30 0,24 69 0,-4-11 0,0 0 0,0 0 0,0-1 0,1 1 0,7 8 0,12 14 0,1-1 0,49 45 0,-62-64 0,1 0 0,0-1 0,1-1 0,0 0 0,0-1 0,0 0 0,1-1 0,0 0 0,28 6 0,-39-11 0,0-1 0,0 1 0,0-1 0,0 0 0,0 0 0,0 0 0,0 0 0,0 0 0,0-1 0,0 0 0,0 1 0,0-1 0,0 0 0,0 0 0,0 0 0,-1-1 0,6-2 0,-6 1 0,0 1 0,1 0 0,-1-1 0,0 1 0,0-1 0,0 0 0,-1 0 0,1 0 0,-1 0 0,1 0 0,-1 0 0,0 0 0,0 0 0,0 0 0,-1-1 0,1-4 0,1-20 0,-1 0 0,-6-51 0,-2 38 0,6 38 0,0 0 0,0 0 0,0 0 0,0 0 0,-1 0 0,1 0 0,-1 0 0,0 0 0,-4-5 0,0 4-1365</inkml:trace>
</inkml:ink>
</file>

<file path=ppt/ink/ink2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7:15.45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352 18 24575,'11'-5'0,"-7"3"0,1 0 0,-1 0 0,1 0 0,6-1 0,-11 2 0,0 1 0,1 0 0,-1 0 0,1 0 0,-1 0 0,1 0 0,-1 0 0,1 0 0,-1 0 0,1 0 0,-1 0 0,1 0 0,-1 0 0,1 0 0,-1 1 0,1-1 0,-1 0 0,1 0 0,-1 0 0,1 1 0,-1-1 0,1 0 0,-1 0 0,0 1 0,1-1 0,-1 1 0,0-1 0,1 0 0,-1 1 0,0-1 0,1 1 0,-1-1 0,0 0 0,0 1 0,0-1 0,1 1 0,-1-1 0,0 1 0,0-1 0,0 1 0,0-1 0,0 1 0,0-1 0,0 1 0,0-1 0,0 1 0,0 0 0,0 2 0,-1-1 0,1 1 0,-1-1 0,0 0 0,0 1 0,0-1 0,0 0 0,0 0 0,0 1 0,-1-1 0,1 0 0,-1 0 0,1 0 0,-1-1 0,0 1 0,0 0 0,-4 2 0,-4 4 0,-2-1 0,-13 7 0,10-6 0,-34 20 0,-86 52 0,59-23 0,39-27 0,35-29 0,0 1 0,0-1 0,1 0 0,-1 1 0,0 0 0,1-1 0,-1 1 0,1 0 0,0 0 0,0 0 0,0 0 0,-2 3 0,3-4 0,0 0 0,0 0 0,0 0 0,0 0 0,0 0 0,0 0 0,1 0 0,-1 0 0,0 0 0,1 0 0,-1 0 0,0 0 0,1 0 0,-1 0 0,1 0 0,0 0 0,-1 0 0,1-1 0,0 1 0,-1 0 0,1 0 0,0-1 0,0 1 0,0 0 0,-1-1 0,1 1 0,0-1 0,0 1 0,2 0 0,20 10 0,1-1 0,1-1 0,49 12 0,1 0 0,6 3 0,-33-11 0,53 24 0,-87-30-1365,-5 0-5461</inkml:trace>
</inkml:ink>
</file>

<file path=ppt/ink/ink2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7:20.74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24575,'0'6'0,"0"5"0,0 1 0,1 0 0,0 0 0,0 0 0,1 0 0,5 12 0,3 7 0,23 55 0,-6-28 0,-26-56 75</inkml:trace>
</inkml:ink>
</file>

<file path=ppt/ink/ink2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7:21.02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 0 24575,'-2'15'0,"-2"7"0,1 2 0,3 0 0,2-2 0,2-2 0,1-2 0,2-4 0,0-3 0,1 1 0,2-3 0</inkml:trace>
</inkml:ink>
</file>

<file path=ppt/ink/ink2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7:21.26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502 90 24575,'-29'-10'0,"-15"-6"0,-5 1 0,1-1 0,4 3 0,4 4 0,5 3 0,5 3 0,3 1 0,4 2 0,3 0 0,0 1 0,1 0 0,-1-1 0,0 1 0,2-1 0,3 0-8191</inkml:trace>
</inkml:ink>
</file>

<file path=ppt/ink/ink2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7:23.43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117 0 24575,'6'2'0,"83"38"0,-78-35 0,-1 1 0,0 0 0,0 1 0,-1 1 0,0-1 0,9 10 0,-16-15 0,-1 0 0,1 0 0,-1 0 0,1 0 0,-1 0 0,0 0 0,0 1 0,1-1 0,-2 0 0,1 1 0,0-1 0,0 0 0,-1 1 0,1-1 0,-1 1 0,0-1 0,0 1 0,0-1 0,0 1 0,0-1 0,-1 1 0,1-1 0,-2 6 0,-1-3 0,1 1 0,-1-1 0,0 0 0,0 0 0,-1 0 0,0 0 0,0-1 0,-8 9 0,8-10 0,0-1 0,0 1 0,0-1 0,-1 1 0,1-1 0,0 0 0,-1-1 0,1 1 0,-1-1 0,0 0 0,1 0 0,-1 0 0,0-1 0,0 0 0,0 0 0,-9-1 0,8 1 0,0-1 0,0 0 0,0-1 0,0 1 0,1-1 0,-1 0 0,0 0 0,1-1 0,0 0 0,-1 0 0,1 0 0,0-1 0,-5-4 0,-4-6 0,0-2 0,0 0 0,1 0 0,-16-30 0,27 42 0,0 1 0,1 0 0,0-1 0,-1 1 0,1-1 0,1 0 0,-1 1 0,0-1 0,1 0 0,0-7 0,0 10 0,0-1 0,0 1 0,1 0 0,-1-1 0,0 1 0,1-1 0,-1 1 0,1 0 0,-1-1 0,1 1 0,0 0 0,0 0 0,0 0 0,-1-1 0,1 1 0,0 0 0,0 0 0,1 0 0,-1 1 0,0-1 0,0 0 0,0 0 0,0 0 0,1 1 0,-1-1 0,0 1 0,1-1 0,-1 1 0,1-1 0,1 1 0,1-1-124,0 1 0,1-1 0,-1 1 0,0 0 0,1 1 0,-1-1-1,0 1 1,0 0 0,0 0 0,5 1 0,1 2-6702</inkml:trace>
</inkml:ink>
</file>

<file path=ppt/ink/ink2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7:24.30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34 24575,'3'0'0,"0"1"0,0-1 0,0 1 0,0 0 0,0 0 0,-1 0 0,1 0 0,0 0 0,0 1 0,-1-1 0,1 1 0,2 2 0,29 27 0,-30-26 0,11 10 0,-8-7 0,1 0 0,0 0 0,10 6 0,-11-9 0,-9-5 0,-14-11 0,13 8 0,-1 0 0,1 0 0,0-1 0,0 1 0,0-1 0,1 0 0,-1 0 0,1 0 0,0 0 0,0 0 0,-2-6 0,4 8 0,-1-1 0,1 0 0,-1 0 0,1 0 0,0 1 0,0-1 0,0 0 0,1 0 0,-1 0 0,1 0 0,-1 1 0,1-1 0,0 0 0,0 1 0,0-1 0,0 0 0,1 1 0,-1-1 0,3-2 0,-2 2 0,1 1 0,-1 0 0,1 0 0,-1 0 0,1 0 0,0 0 0,0 0 0,0 1 0,0-1 0,0 1 0,0 0 0,0 0 0,0 0 0,0 1 0,0-1 0,1 1 0,-1-1 0,0 1 0,0 0 0,7 1 0,-2 0 0,-1 0 0,1 0 0,0 1 0,-1 0 0,1 0 0,-1 1 0,13 6 0,6 7 0,0 2 0,43 38 0,-61-49-273,-1 1 0,1 0 0,-2 0 0,9 13 0,-8-9-6553</inkml:trace>
</inkml:ink>
</file>

<file path=ppt/ink/ink2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7:24.94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10 197 24575,'-3'-5'0,"2"2"0,0 1 0,0 0 0,1 0 0,-1 0 0,0 0 0,1-1 0,-1 1 0,1 0 0,0-1 0,0 1 0,0-3 0,0 4 0,0 1 0,0 0 0,0 0 0,0-1 0,0 1 0,1 0 0,-1 0 0,0 0 0,0-1 0,0 1 0,0 0 0,1 0 0,-1 0 0,0 0 0,0-1 0,1 1 0,-1 0 0,0 0 0,0 0 0,0 0 0,1 0 0,-1 0 0,0 0 0,0 0 0,1 0 0,-1 0 0,0 0 0,1 0 0,-1 0 0,0 0 0,0 0 0,1 0 0,-1 0 0,0 0 0,0 0 0,1 0 0,-1 0 0,0 0 0,0 0 0,1 0 0,-1 1 0,0-1 0,0 0 0,0 0 0,1 0 0,-1 0 0,0 1 0,0-1 0,1 0 0,10 10 0,12 14 0,-1-1 0,0 0 0,2-1 0,40 27 0,-58-45 0,1 1 0,1-1 0,-1-1 0,1 1 0,-1-1 0,16 3 0,-20-5 0,-1-1 0,0 0 0,1 1 0,-1-1 0,1 0 0,-1-1 0,1 1 0,-1 0 0,1-1 0,-1 1 0,0-1 0,1 0 0,-1 0 0,0 0 0,1 0 0,-1 0 0,0 0 0,0-1 0,0 1 0,0 0 0,0-1 0,-1 0 0,1 0 0,0 1 0,-1-1 0,3-4 0,-1 1 0,0 0 0,-1 0 0,1 0 0,-1 0 0,0 0 0,-1 0 0,0 0 0,1 0 0,-2-1 0,2-7 0,-2 3 0,-1 0 0,0 0 0,0 0 0,-5-16 0,30 48 0,-11-9 0,0-1 0,20 14 0,-28-22 0,0-1 0,0 0 0,1 0 0,-1-1 0,1 1 0,-1-1 0,1-1 0,0 1 0,0-1 0,11 2 0,-15-3 0,1 0 0,-1 0 0,0 0 0,0 0 0,1-1 0,-1 1 0,0-1 0,0 1 0,0-1 0,0 0 0,0 0 0,0 0 0,0 0 0,0 0 0,0 0 0,0-1 0,0 1 0,-1 0 0,3-4 0,-2 3 0,0-1 0,0 0 0,-1 0 0,0 0 0,1 1 0,-1-2 0,0 1 0,-1 0 0,1 0 0,0 0 0,-1 0 0,0-4 0,0-3 0,0 0 0,-1 0 0,0 0 0,-1 0 0,0 0 0,-1 1 0,-6-17 0,1 10 0,-1 1 0,0 0 0,-1 0 0,-1 1 0,0 0 0,-15-13 0,25 25-136,0 1-1,0 0 1,-1 0-1,1 0 1,-1 0-1,1 0 1,-1 0-1,1 0 0,-4-1 1</inkml:trace>
</inkml:ink>
</file>

<file path=ppt/ink/ink2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7:25.54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21 24575,'0'-1'0,"0"0"0,0 1 0,0-1 0,0 0 0,0 0 0,0 0 0,0 1 0,1-1 0,-1 0 0,0 0 0,0 1 0,1-1 0,-1 0 0,0 0 0,1 1 0,-1-1 0,1 1 0,-1-1 0,1 0 0,-1 1 0,1-1 0,0 1 0,-1-1 0,2 0 0,-1 1 0,0-1 0,1 1 0,-1-1 0,1 1 0,-1 0 0,0 0 0,1 0 0,-1-1 0,1 1 0,-1 1 0,1-1 0,1 0 0,4 2 0,0 0 0,0 0 0,0 0 0,7 4 0,-13-5 0,6 2 0,0 0 0,-1 1 0,12 7 0,-17-10 0,0 0 0,1 1 0,-1-1 0,0 0 0,0 0 0,0 0 0,0 1 0,0-1 0,0 0 0,0 1 0,-1-1 0,1 1 0,0-1 0,-1 1 0,1-1 0,-1 1 0,0-1 0,1 1 0,-1 0 0,0-1 0,0 1 0,0 0 0,0 2 0,-4 8 0,1 0 0,-1 0 0,-1 0 0,-10 17 0,9-16 0,0-1 0,1 1 0,-7 21 0,12-33 0,0 0 0,-1 0 0,1 0 0,0 0 0,0 0 0,0 0 0,0 0 0,0 0 0,0 0 0,0 0 0,0 0 0,1 0 0,-1 0 0,0 0 0,1 0 0,-1-1 0,0 1 0,1 0 0,-1 0 0,1 0 0,-1 0 0,1 0 0,0-1 0,-1 1 0,1 0 0,0-1 0,0 1 0,-1 0 0,1-1 0,0 1 0,0-1 0,0 1 0,0-1 0,0 0 0,-1 1 0,1-1 0,0 0 0,0 1 0,1-1 0,5 1 0,0 0 0,0-1 0,0 1 0,11-2 0,-8 0 0,49-1 0,102 2 0,-148 2-1365,-3 2-5461</inkml:trace>
</inkml:ink>
</file>

<file path=ppt/ink/ink2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7:28.33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87 1 24575,'39'0'0,"59"7"0,-87-5 0,0 0 0,0 0 0,0 1 0,0 1 0,0 0 0,0 0 0,-1 1 0,0 0 0,17 13 0,-23-15 0,0 1 0,0-1 0,-1 1 0,0 0 0,0 0 0,0 0 0,0 0 0,0 1 0,-1-1 0,0 1 0,0-1 0,0 1 0,0 0 0,-1 0 0,0 0 0,0 0 0,0 0 0,-1 0 0,0 0 0,0 0 0,0 0 0,0 0 0,-1 0 0,0 0 0,0 0 0,0 0 0,-1 0 0,1 0 0,-1-1 0,0 1 0,-1-1 0,1 1 0,-1-1 0,0 0 0,0 0 0,0 0 0,0 0 0,-1 0 0,0-1 0,-7 6 0,3-4 0,-1 0 0,1-1 0,-1 0 0,0 0 0,0-1 0,0-1 0,0 1 0,-1-1 0,1-1 0,-16 1 0,10-1 0,0-2 0,0 0 0,1 0 0,-1-1 0,0-1 0,-16-5 0,23 5 0,0-1 0,0 1 0,0-1 0,0-1 0,1 0 0,0 0 0,0 0 0,0-1 0,-9-9 0,14 12 0,-1 0 0,1 0 0,-1-1 0,1 1 0,0-1 0,0 1 0,0-1 0,1 0 0,-3-7 0,4 8 0,0 0 0,-1 0 0,1 0 0,0 0 0,0 1 0,1-1 0,-1 0 0,0 0 0,1 0 0,0 0 0,0 1 0,0-1 0,0 0 0,0 1 0,2-5 0,-1 5 7,0 0 0,0-1-1,0 1 1,0 0 0,0 0-1,0 0 1,0 0-1,1 1 1,-1-1 0,1 1-1,-1-1 1,1 1 0,0 0-1,-1 0 1,1 0 0,0 0-1,4 0 1,4-1-378,0 1-1,0 0 1,13 1 0,-10 0-6455</inkml:trace>
</inkml:ink>
</file>

<file path=ppt/ink/ink2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7:28.84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0 149 24575,'55'47'0,"-33"-26"0,25 16 0,-40-32 0,0 0 0,1-1 0,-1 0 0,1 0 0,0-1 0,0 0 0,0 0 0,10 1 0,-17-3 0,-1-1 0,1 0 0,0 0 0,0 0 0,0 0 0,0 0 0,0 1 0,-1-2 0,1 1 0,0 0 0,0 0 0,0 0 0,0 0 0,-1 0 0,1-1 0,0 1 0,0 0 0,0-1 0,-1 1 0,1-1 0,0 1 0,0-1 0,0 0 0,-1 0 0,1 1 0,-1-1 0,0 0 0,0 0 0,1 0 0,-1 1 0,0-1 0,0 0 0,0 0 0,0 0 0,0 1 0,0-1 0,0 0 0,0 0 0,0 0 0,-1 1 0,1-2 0,-2-4 0,0 0 0,-1 1 0,0 0 0,-6-10 0,-5-4 0,-33-32 0,35 40 0,0-1 0,1-1 0,1 0 0,0 0 0,-14-26 0,23 37 0,0 0 0,0 0 0,0 0 0,0 0 0,1 0 0,-1 0 0,1 0 0,-1 0 0,1 0 0,0-1 0,0 1 0,0 0 0,0 0 0,0 0 0,0 0 0,2-4 0,-1 4 0,0 1 0,0-1 0,0 1 0,0 0 0,0 0 0,0 0 0,0-1 0,1 1 0,-1 0 0,0 0 0,1 1 0,-1-1 0,1 0 0,-1 0 0,1 1 0,-1-1 0,1 1 0,-1-1 0,1 1 0,0 0 0,-1 0 0,4 0 0,13-2 30,0 1 0,1 1 0,31 3 0,-38-1-216,-1 0 1,1 1-1,-1 0 0,0 0 1,0 2-1,0-1 1,10 7-1,-12-6-6640</inkml:trace>
</inkml:ink>
</file>

<file path=ppt/ink/ink2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7:30.10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7 113 24575,'0'0'0,"-1"0"0,1 0 0,0 0 0,0 0 0,-1 0 0,1 0 0,0 0 0,0 0 0,-1 0 0,1 0 0,0 0 0,0 0 0,0 0 0,-1 0 0,1 1 0,0-1 0,0 0 0,0 0 0,-1 0 0,1 0 0,0 0 0,0 1 0,0-1 0,0 0 0,-1 0 0,1 0 0,0 1 0,0-1 0,0 0 0,0 0 0,0 0 0,0 1 0,0-1 0,1 9 0,9 8 0,20 22 0,1-3 0,2 0 0,41 35 0,-64-63 0,1 0 0,-1-1 0,1 0 0,0 0 0,24 9 0,-35-15 0,1-1 0,0 1 0,-1-1 0,1 0 0,0 1 0,-1-1 0,1 0 0,0 0 0,0 0 0,-1 0 0,1 0 0,0 1 0,0-1 0,-1 0 0,1-1 0,0 1 0,0 0 0,-1 0 0,1 0 0,0 0 0,0-1 0,-1 1 0,1 0 0,0-1 0,-1 1 0,1 0 0,0-1 0,-1 1 0,1-1 0,-1 1 0,1-1 0,0 1 0,-1-1 0,0 1 0,1-1 0,-1 0 0,1 1 0,-1-1 0,0 0 0,1 1 0,-1-1 0,0 0 0,0 0 0,1-1 0,-1-1 0,0 0 0,0 0 0,0 0 0,0 0 0,0 0 0,-1 0 0,1 0 0,-1 0 0,0 0 0,-1-3 0,-11-19 0,0 1 0,-19-26 0,12 20 0,20 30 0,-1-1 0,1 1 0,0-1 0,-1 1 0,1-1 0,0 0 0,-1 1 0,1-1 0,0 0 0,-1 1 0,1-1 0,0 0 0,0 1 0,0-1 0,0 0 0,0 1 0,0-1 0,0-1 0,0 2 0,0 0 0,1 0 0,-1-1 0,0 1 0,1 0 0,-1 0 0,0 0 0,0 0 0,1 0 0,-1 0 0,0 0 0,1-1 0,-1 1 0,0 0 0,1 0 0,-1 0 0,0 0 0,1 0 0,-1 1 0,0-1 0,1 0 0,-1 0 0,0 0 0,0 0 0,1 0 0,-1 0 0,26 12 0,-25-12 0,80 50 0,-55-33 0,1-1 0,1 0 0,44 16 0,-67-30 0,1 0 0,-1-1 0,1 0 0,-1 0 0,1 0 0,-1-1 0,1 0 0,8 0 0,-12-1 0,0 1 0,-1 0 0,1-1 0,0 1 0,-1-1 0,1 1 0,0-1 0,-1 0 0,1 0 0,-1 0 0,1 0 0,-1 0 0,1 0 0,-1 0 0,0 0 0,0 0 0,1-1 0,-1 1 0,0-1 0,0 1 0,0-1 0,0 1 0,-1-1 0,1 1 0,0-1 0,-1 0 0,1 1 0,-1-1 0,0 0 0,1-3 0,0-5 0,-1 0 0,-1 0 0,0 0 0,0-1 0,0 1 0,-2 0 0,1 0 0,-1 1 0,0-1 0,-1 0 0,-1 1 0,-7-13 0,0 2 0,-1 1 0,0 1 0,-2 0 0,-24-24 0,37 40-73,-26-23 275,26 24-337,0-1-1,-1 0 0,1 1 0,-1 0 0,0-1 0,1 1 0,-1 0 1,0 0-1,0 1 0,-3-2 0,-3 2-6690</inkml:trace>
</inkml:ink>
</file>

<file path=ppt/ink/ink2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7:30.73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60 76 24575,'-4'5'0,"1"0"0,0-1 0,1 1 0,-1 0 0,1 1 0,0-1 0,0 0 0,0 1 0,1-1 0,0 1 0,0-1 0,0 1 0,1 0 0,0-1 0,1 7 0,0-4 0,0-1 0,1 1 0,-1-1 0,2 0 0,-1 1 0,1-1 0,1 0 0,-1-1 0,1 1 0,8 11 0,36 41 0,-57-72 0,-15-23 0,-1-3 0,25 38 0,-13-17 0,-15-29 0,25 42 0,0-1 0,0 0 0,1 0 0,0 0 0,1 0 0,-1 0 0,1 0 0,0 0 0,1-1 0,-1-6 0,1 12 0,0 0 0,0 0 0,0-1 0,1 1 0,-1 0 0,0 0 0,1-1 0,-1 1 0,1 0 0,-1 0 0,1 0 0,-1 0 0,1 0 0,0 0 0,-1 0 0,1 0 0,0 0 0,0 0 0,0 0 0,0 0 0,0 1 0,1-2 0,0 1 0,0 0 0,0 1 0,0-1 0,0 1 0,0-1 0,0 1 0,1 0 0,-1-1 0,0 1 0,0 0 0,4 1 0,3 0 0,-1 1 0,0 0 0,1 1 0,-1-1 0,10 6 0,-1 1 0,22 16 0,4 2 0,63 25 0,-90-45 0,-1-2 0,2 1 0,-1-2 0,34 4 0,-48-7 0,-1-1 0,1 0 0,0 0 0,0 0 0,0 0 0,-1 0 0,1 0 0,0-1 0,0 1 0,0-1 0,-1 1 0,1-1 0,0 0 0,-1 1 0,1-1 0,-1 0 0,4-2 0,-4 1 0,0 1 0,0-1 0,0 0 0,0 0 0,0 1 0,0-1 0,0 0 0,0 0 0,-1 0 0,1 0 0,-1 0 0,0 0 0,1 0 0,-1 0 0,0-4 0,-1-4-80,1 0 0,-1 0-1,-1 0 1,0 0 0,0 1-1,-1-1 1,-1 0 0,1 1-1,-1 0 1,-1 0 0,0 0 0,0 0-1,-1 1 1,0 0 0,0 0-1,-15-14 1,10 13-6746</inkml:trace>
</inkml:ink>
</file>

<file path=ppt/ink/ink2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7:32.60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407 21 24575,'-4'-8'0,"4"7"0,0 0 0,-1 0 0,1 0 0,0 1 0,-1-1 0,1 0 0,-1 0 0,1 0 0,-1 1 0,0-1 0,1 0 0,-2-1 0,1 2 0,0 0 0,0 0 0,0 0 0,0 0 0,0 0 0,1 0 0,-1 0 0,0 0 0,0 0 0,0 0 0,0 0 0,0 1 0,1-1 0,-1 0 0,0 1 0,0-1 0,0 0 0,-1 2 0,-7 2 0,-27 15 0,0 0 0,-43 32 0,45-23 0,23-18 0,-1 0 0,0 0 0,-1-1 0,0-1 0,-1 0 0,0-1 0,-21 8 0,19-9 0,12-5 0,0 1 0,0-1 0,-1 1 0,1-1 0,0 0 0,-1-1 0,-7 1 0,12-1 0,0 0 0,0 0 0,0 0 0,0 0 0,0 0 0,0 0 0,0 0 0,0 0 0,0 0 0,0 0 0,0-1 0,0 1 0,0 0 0,0 0 0,0 0 0,0 0 0,0 0 0,0 0 0,0 0 0,0 0 0,0 0 0,0 0 0,0 0 0,0 0 0,0 0 0,0 0 0,0 0 0,0-1 0,0 1 0,0 0 0,0 0 0,0 0 0,0 0 0,0 0 0,0 0 0,0 0 0,0 0 0,0 0 0,-1 0 0,1 0 0,0 0 0,0 0 0,0 0 0,0 0 0,0 0 0,0 0 0,0 0 0,0 0 0,0 0 0,0 0 0,0 0 0,0 0 0,0 0 0,0 0 0,-1 0 0,1 0 0,0 0 0,0 0 0,0 0 0,0 0 0,0 0 0,8-3 0,12-1 0,4 3 0,0 2 0,-1 0 0,39 7 0,69 23 0,-83-19 0,-3 3-1365,-34-12-5461</inkml:trace>
</inkml:ink>
</file>

<file path=ppt/ink/ink2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7:33.44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79 37 24575,'-3'-3'0,"-1"-1"0,0 0 0,-1 1 0,1 0 0,-1 0 0,0 0 0,0 0 0,0 1 0,0-1 0,-1 1 0,-7-2 0,12 4 0,1 0 0,-1 0 0,1 0 0,-1 0 0,1 0 0,-1 0 0,1 0 0,-1 1 0,0-1 0,1 0 0,-1 0 0,1 0 0,-1 0 0,1 1 0,-1-1 0,1 0 0,0 1 0,-1-1 0,1 0 0,-1 1 0,1-1 0,0 0 0,-1 1 0,1-1 0,0 1 0,-1-1 0,1 1 0,0-1 0,0 1 0,-1-1 0,1 1 0,0-1 0,0 1 0,0-1 0,0 1 0,0-1 0,0 1 0,-1-1 0,1 1 0,1-1 0,-1 1 0,0-1 0,0 1 0,0-1 0,0 1 0,0-1 0,0 1 0,1 0 0,9 30 0,-9-27 0,13 27 0,23 37 0,-20-38 0,15 37 0,-31-67-65,-1 1-22,0-1 1,1 1-1,-1 0 0,0-1 1,0 1-1,0 0 0,1-1 1,-1 1-1,0 0 0,0 0 1,0-1-1,0 1 0,0 0 1,-1 1-1</inkml:trace>
</inkml:ink>
</file>

<file path=ppt/ink/ink2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7:33.74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 1 24575,'-3'0'0,"0"2"0,2 4 0,2 3 0,3 2 0,0 2 0,3 2 0,0-1 0,1 1 0,-1 0 0,1 0 0,2 0 0,1 0 0,-1-1 0,0-1 0,-1-2 0,0-2 0</inkml:trace>
</inkml:ink>
</file>

<file path=ppt/ink/ink2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7:34.09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527 34 24575,'-29'-7'0,"-15"-3"0,-5 1 0,1 4 0,7 2 0,7 3 0,5 3 0,4 2 0,3 1 0,1 1 0,0 1 0,-1-1 0,-2-1 0,-2 0 0,1 0 0,0-2 0,2 2 0,5-1-8191</inkml:trace>
</inkml:ink>
</file>

<file path=ppt/ink/ink2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7:34.77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734 61 24575,'-47'-17'0,"-53"-10"0,73 21 0,-1 2 0,-1 0 0,-40 2 0,-33 3 0,-160 9 0,211-6-1365,32-3-5461</inkml:trace>
</inkml:ink>
</file>

<file path=ppt/ink/ink2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7:35.44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3 24575,'54'-1'0,"-27"0"0,0 0 0,0 2 0,0 1 0,32 7 0,-54-8 0,26 9 0,-29-10 0,-1 1 0,1-1 0,-1 1 0,1-1 0,-1 1 0,0 0 0,1 0 0,-1-1 0,0 1 0,0 0 0,0 0 0,0 1 0,0-1 0,0 0 0,0 0 0,1 2 0,-1-2 0,-1 0 0,0 0 0,-1 0 0,1-1 0,0 1 0,0 0 0,0 0 0,0 0 0,-1-1 0,1 1 0,0 0 0,-1 0 0,1-1 0,0 1 0,-1 0 0,1-1 0,-1 1 0,1 0 0,-1-1 0,0 1 0,1-1 0,-1 1 0,0-1 0,1 1 0,-1-1 0,0 0 0,1 1 0,-1-1 0,-1 1 0,-25 10 0,23-10 0,-1 0 0,0 1 0,0 0 0,0 1 0,1-1 0,-1 1 0,0 0 0,-4 4 0,8-6 0,0 0 0,0-1 0,0 1 0,1 0 0,-1 0 0,0 0 0,1 0 0,-1 0 0,0 0 0,1 0 0,0 0 0,-1 0 0,1 0 0,-1 1 0,1-1 0,0 0 0,0 0 0,0 0 0,0 0 0,0 1 0,0-1 0,0 0 0,0 0 0,0 0 0,0 0 0,1 1 0,-1-1 0,0 0 0,1 0 0,-1 0 0,1 0 0,0 0 0,-1 0 0,1 0 0,0 0 0,-1 0 0,1 0 0,1 0 0,7 8 0,0-1 0,0 0 0,1-1 0,17 11 0,3 2 0,6 3 0,-27-17 0,0-1 0,0 1 0,-1 0 0,0 1 0,0 0 0,0 0 0,8 11 0,-15-17 0,0 0 0,-1 0 0,1 0 0,0 1 0,0-1 0,-1 1 0,1-1 0,-1 0 0,1 1 0,-1-1 0,1 1 0,-1-1 0,0 1 0,0-1 0,0 1 0,0-1 0,0 1 0,0 2 0,-1-3 0,1 0 0,-1 0 0,0 1 0,1-1 0,-1 0 0,0 0 0,0 1 0,0-1 0,0 0 0,0 0 0,0 0 0,0 0 0,0-1 0,0 1 0,-3 1 0,-4 2 0,0-1 0,0 0 0,-1 0 0,1-1 0,-10 1 0,9-1 0,-19 2-31,0-1 0,0-2-1,-33-1 1,17-1-1209,31 1-5586</inkml:trace>
</inkml:ink>
</file>

<file path=ppt/ink/ink2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7:36.43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62 14 24575,'3'-2'0,"-1"0"0,0 1 0,1 0 0,-1-1 0,1 1 0,-1 0 0,1 0 0,0 0 0,-1 1 0,1-1 0,0 1 0,0-1 0,-1 1 0,1 0 0,0 0 0,0 0 0,-1 1 0,7 0 0,-6 1 0,1-1 0,-1 1 0,0 0 0,1 0 0,-1 0 0,0 0 0,0 1 0,0-1 0,-1 1 0,1 0 0,0 0 0,-1 0 0,3 4 0,58 93 0,-63-100 0,1 1 0,-1 0 0,1-1 0,-1 1 0,1 0 0,-1 0 0,1-1 0,-1 1 0,0 0 0,1 0 0,-1 0 0,0-1 0,0 1 0,0 0 0,0 0 0,0 0 0,0 0 0,0 0 0,0 0 0,0-1 0,0 1 0,0 0 0,0 0 0,-1 0 0,1 0 0,0-1 0,-1 1 0,1 0 0,0 0 0,-1-1 0,1 1 0,-1 0 0,1 0 0,-1-1 0,0 1 0,1-1 0,-1 1 0,0 0 0,1-1 0,-1 1 0,0-1 0,0 0 0,1 1 0,-1-1 0,0 0 0,0 1 0,0-1 0,0 0 0,1 0 0,-1 0 0,-1 1 0,-7 0 0,0 0 0,0-1 0,0 0 0,-10-1 0,8 1 0,-2-1 0,1-1 0,-1 0 0,1 0 0,-1-1 0,1-1 0,0 0 0,0-1 0,-16-9 0,27 14 0,0 0 0,0-1 0,0 1 0,0-1 0,0 1 0,0-1 0,1 1 0,-1-1 0,0 0 0,0 1 0,0-1 0,1 0 0,-1 0 0,0 1 0,1-1 0,-1 0 0,1 0 0,-1 0 0,1 0 0,-1 0 0,1 0 0,0 0 0,-1 0 0,1-1 0,0 1 0,0 0 0,1-1 0,-1 1 0,1 0 0,-1 0 0,1 0 0,-1 0 0,1 0 0,-1 0 0,1 0 0,0 0 0,0 1 0,-1-1 0,1 0 0,0 0 0,0 0 0,2 0 0,3-3 0,0 0 0,0 1 0,1 0 0,0 0 0,12-3 0,81-12-1365,-88 16-5461</inkml:trace>
</inkml:ink>
</file>

<file path=ppt/ink/ink2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7:36.92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 24575,'1'2'0,"0"0"0,0 1 0,0-1 0,0 0 0,1 1 0,-1-1 0,1 0 0,-1 0 0,1 0 0,0 0 0,0-1 0,-1 1 0,1 0 0,3 1 0,3 4 0,50 44 0,-51-46 0,-1-1 0,1 1 0,0-1 0,1 0 0,-1-1 0,1 0 0,10 3 0,-17-6 0,0 1 0,0-1 0,1 1 0,-1-1 0,0 0 0,0 0 0,1 0 0,-1 0 0,0 0 0,1 0 0,-1 0 0,0 0 0,0 0 0,1 0 0,-1-1 0,0 1 0,0 0 0,0-1 0,1 0 0,-1 1 0,0-1 0,0 1 0,0-1 0,0 0 0,0 0 0,0 0 0,0 0 0,0 1 0,0-1 0,-1 0 0,2-2 0,0-1 0,-1 0 0,0 0 0,0-1 0,0 1 0,0-1 0,-1 1 0,1-6 0,2-14 0,-3 23 0,0 1 0,0-1 0,0 1 0,0 0 0,0-1 0,0 1 0,1-1 0,-1 1 0,0 0 0,0-1 0,0 1 0,1 0 0,-1-1 0,0 1 0,0 0 0,1-1 0,-1 1 0,0 0 0,1 0 0,-1-1 0,0 1 0,1 0 0,-1 0 0,0 0 0,1 0 0,-1-1 0,0 1 0,1 0 0,-1 0 0,1 0 0,0 0 0,0 0 0,0 0 0,1 1 0,-1-1 0,0 0 0,0 1 0,0-1 0,0 1 0,0-1 0,0 1 0,1 0 0,25 23 0,-23-20 0,21 23-1365,-16-15-5461</inkml:trace>
</inkml:ink>
</file>

<file path=ppt/ink/ink2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7:37.57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88 24575,'3'4'0,"0"0"0,0 0 0,0 0 0,-1 1 0,4 6 0,9 16 0,0-6 0,-4-6 0,14 15 0,-22-26 0,1 0 0,0-1 0,0 1 0,1-1 0,-1 0 0,0 0 0,1 0 0,7 2 0,-7-3 0,-1 0 0,1-1 0,-1 0 0,1 0 0,-1 0 0,1-1 0,8 1 0,-11-2 0,0 1 0,0 0 0,0-1 0,0 1 0,0-1 0,-1 0 0,1 1 0,0-1 0,0 0 0,-1 0 0,1 0 0,-1 0 0,1 0 0,-1-1 0,1 1 0,-1 0 0,0-1 0,0 1 0,1-1 0,-1 0 0,0 1 0,1-3 0,0-2 0,0 0 0,1 0 0,0-8 0,-1 8 0,-1 0 0,1 1 0,4-10 0,-5 14 0,-1 1 0,1-1 0,0 0 0,-1 0 0,1 1 0,0-1 0,0 0 0,-1 1 0,1-1 0,0 1 0,0-1 0,0 1 0,0-1 0,0 1 0,0 0 0,0-1 0,0 1 0,0 0 0,0 0 0,0 0 0,0 0 0,0 0 0,0 0 0,0 0 0,0 0 0,0 0 0,0 0 0,0 1 0,0-1 0,0 0 0,0 1 0,1 0 0,5 2 0,-1 0 0,0 0 0,9 6 0,-12-7 0,6 4 0,1-1 0,0 0 0,0 0 0,0-1 0,0 0 0,1-1 0,0 0 0,17 2 0,-24-4 0,-1-1 0,1 0 0,-1 0 0,1 0 0,-1 0 0,0-1 0,1 1 0,-1-1 0,1 0 0,-1 0 0,0 0 0,0 0 0,1 0 0,-1-1 0,0 0 0,0 1 0,0-1 0,-1 0 0,1 0 0,0-1 0,-1 1 0,1-1 0,-1 1 0,0-1 0,0 0 0,0 0 0,0 0 0,-1 0 0,1 0 0,-1 0 0,2-4 0,-1 0 11,0 0 0,-1-1 0,0 1 0,0 0 0,0 0 0,-1-1-1,0 1 1,-1 0 0,0-1 0,-2-11 0,2 16-79,0-1 1,0 0-1,0 0 1,-1 1-1,1-1 1,-1 1-1,0-1 1,0 1-1,0 0 1,0 0-1,-1 0 1,1 0-1,-1 0 1,0 0-1,0 1 1,0-1-1,0 1 1,0 0-1,-1 0 1,1 0-1,-5-1 1,-4-1-6759</inkml:trace>
</inkml:ink>
</file>

<file path=ppt/ink/ink2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7:37.87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 0 24575,'-3'15'0,"0"7"0,2 5 0,2 0 0,1 1 0,-1 0 0,3-2 0,0-1 0,-1-2 0,0-2 0,-1-5-8191</inkml:trace>
</inkml:ink>
</file>

<file path=ppt/ink/ink2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7:43.63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18 0 24575,'-5'10'0,"-1"6"0,2 2 0,2 1 0,2-1 0,3 0 0,3-2 0,1 0 0,2-3 0,-1-2 0,0 0 0,2-1 0</inkml:trace>
</inkml:ink>
</file>

<file path=ppt/ink/ink2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7:43.87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18 19 24575,'-5'-8'0,"-1"1"0,2 3 0,2 6 0,2 4 0,2 1 0,2 2 0</inkml:trace>
</inkml:ink>
</file>

<file path=ppt/ink/ink2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7:44.27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24575,'4'11'0,"1"-1"0,0 0 0,1 0 0,0 0 0,11 13 0,-14-19 0,0-1 0,0 1 0,1-1 0,0 0 0,-1 0 0,1 0 0,0-1 0,0 1 0,1-1 0,-1 0 0,0 0 0,1 0 0,-1-1 0,1 0 0,8 2 0,-10-3 0,0 0 0,0 0 0,-1 0 0,1 0 0,0 0 0,0-1 0,-1 1 0,1-1 0,0 0 0,0 0 0,-1 0 0,1 0 0,-1 0 0,1-1 0,-1 1 0,0-1 0,1 1 0,1-3 0,2-2 0,-1 0 0,0-1 0,0 0 0,6-11 0,-6 9 0,1 1 0,7-10 0,-12 17 0,0 0 0,-1 1 0,1-1 0,0 0 0,0 1 0,-1-1 0,1 1 0,0-1 0,0 1 0,0 0 0,0-1 0,0 1 0,-1 0 0,1 0 0,0-1 0,0 1 0,0 0 0,0 0 0,0 0 0,0 0 0,0 0 0,0 0 0,0 1 0,0-1 0,0 0 0,0 0 0,-1 1 0,1-1 0,0 0 0,0 1 0,0-1 0,1 2 0,3 2 0,0-1 0,0 1 0,0 1 0,4 4 0,0 0 0,51 39-1365,-50-40-5461</inkml:trace>
</inkml:ink>
</file>

<file path=ppt/ink/ink2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7:46.18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374 147 24575,'-8'-5'0,"-131"-65"0,116 61 0,0 0 0,-1 1 0,0 2 0,-30-5 0,50 10 0,0 1 0,0-1 0,-1 1 0,1 0 0,0 0 0,-1 1 0,1-1 0,-5 2 0,7-1 0,0 0 0,1 0 0,-1-1 0,0 1 0,1 0 0,-1 1 0,0-1 0,1 0 0,0 0 0,-1 1 0,1-1 0,0 1 0,0-1 0,0 1 0,-1-1 0,2 1 0,-1 0 0,0-1 0,0 1 0,0 2 0,-1 0 0,1 1 0,0-1 0,0 0 0,0 1 0,0-1 0,1 0 0,0 1 0,0-1 0,0 1 0,0-1 0,1 1 0,0-1 0,0 0 0,0 1 0,0-1 0,4 8 0,-2-7 0,0 0 0,1 0 0,-1 0 0,1-1 0,0 1 0,0-1 0,1 0 0,-1 0 0,1-1 0,0 1 0,0-1 0,7 3 0,-1 0 0,0-1 0,1 0 0,-1-1 0,1 0 0,0 0 0,0-2 0,0 0 0,0 0 0,0-1 0,1 0 0,16-2 0,-26 1 0,0-1 0,1 0 0,-1 0 0,0 0 0,0 0 0,0-1 0,0 1 0,0-1 0,0 1 0,-1-1 0,1 0 0,-1 0 0,1-1 0,3-3 0,-5 5 0,0 0 0,0 0 0,0-1 0,0 1 0,0 0 0,-1-1 0,1 1 0,0 0 0,-1-1 0,1 1 0,-1-1 0,0 1 0,1 0 0,-1-1 0,0 1 0,0-1 0,0 1 0,0-1 0,0 1 0,0-1 0,0 1 0,-1-1 0,1 1 0,0-1 0,-1 1 0,1-1 0,-1 1 0,0 0 0,1-1 0,-1 1 0,0 0 0,0 0 0,-2-3 0,3 4 0,0 0 0,0 0 0,0-1 0,0 1 0,-1 0 0,1 0 0,0-1 0,0 1 0,-1 0 0,1 0 0,0 0 0,0-1 0,-1 1 0,1 0 0,0 0 0,0 0 0,-1 0 0,1 0 0,0-1 0,-1 1 0,1 0 0,0 0 0,0 0 0,-1 0 0,1 0 0,0 0 0,-1 0 0,1 0 0,0 0 0,-1 0 0,1 0 0,0 0 0,-1 1 0,1-1 0,0 0 0,-1 0 0,-4 12 0,3 18 0,4-14 0,1 0 0,0 0 0,1-1 0,0 1 0,10 18 0,39 72 0,-34-72 0,24 62 0,-42-95 0,-1 0 0,1 0 0,-1 0 0,0 0 0,1 0 0,-1 1 0,0-1 0,0 0 0,0 0 0,0 1 0,0-1 0,0 0 0,0 0 0,0 0 0,0 1 0,-1-1 0,1 0 0,-1 0 0,1 0 0,0 0 0,-1 0 0,0 0 0,0 2 0,0-3 0,0 1 0,0 0 0,0 0 0,0-1 0,-1 1 0,1-1 0,0 1 0,0-1 0,-1 1 0,1-1 0,0 0 0,0 0 0,-1 0 0,1 1 0,0-1 0,-1 0 0,1-1 0,0 1 0,-1 0 0,1 0 0,-2-1 0,-13-3 0,0-1 0,0 0 0,1-1 0,0-1 0,0 0 0,1-1 0,-1-1 0,2 0 0,-1-1 0,-22-21 0,34 28 0,0 1 0,0 0 0,0-1 0,1 1 0,-1-1 0,1 1 0,-1-1 0,1 0 0,0 0 0,0 1 0,0-1 0,0 0 0,1 0 0,-1 0 0,1 0 0,0 0 0,0 0 0,0 0 0,0 0 0,0 0 0,1 0 0,0 0 0,-1 0 0,1 0 0,0 0 0,0 0 0,0 1 0,1-1 0,-1 0 0,1 1 0,-1-1 0,1 1 0,0-1 0,0 1 0,0 0 0,0 0 0,1 0 0,2-2 0,9-5 0,0 1 0,0 0 0,1 1 0,17-6 0,64-16 0,-5 3 0,-57 14 0,59-23 0,-81 30 0,-1-1 0,0 0 0,0-1 0,0 0 0,15-14 0,-24 20 0,0-1 0,0 0 0,0 0 0,0-1 0,-1 1 0,1 0 0,-1 0 0,1-1 0,-1 1 0,0-1 0,0 0 0,0 1 0,0-1 0,0 0 0,-1 1 0,1-1 0,-1 0 0,0 0 0,0 1 0,0-1 0,0 0 0,0 0 0,0 0 0,-1 1 0,0-1 0,0-3 0,-2 1 0,1 0 0,-1 0 0,1 0 0,-2 1 0,1-1 0,0 1 0,-1 0 0,0 0 0,0 0 0,0 0 0,0 1 0,-6-4 0,-1 0 0,0 1 0,0 0 0,-1 0 0,-15-4 0,20 8 0,1 0 0,-1 0 0,0 1 0,1 0 0,-1 0 0,0 1 0,0 0 0,1 0 0,-13 2 0,16-1 0,1-1 0,0 1 0,0 0 0,-1 0 0,1 0 0,0 0 0,0 0 0,0 0 0,0 1 0,0-1 0,0 1 0,1-1 0,-1 1 0,0 0 0,1-1 0,-1 1 0,-1 3 0,1-1 0,1 0 0,-1 0 0,1 0 0,-1 0 0,1 0 0,0 0 0,1 0 0,-1 0 0,1 6 0,0-1 0,0-1 0,1 1 0,0 0 0,1-1 0,0 1 0,0-1 0,0 1 0,1-1 0,5 9 0,-2-7 0,0 1 0,1-1 0,0 0 0,1 0 0,0-1 0,0 0 0,1-1 0,0 1 0,0-2 0,1 1 0,0-2 0,1 1 0,0-1 0,0-1 0,0 0 0,0 0 0,1-1 0,-1-1 0,1 0 0,0 0 0,19 1 0,-17-3 0,0-1 0,0 0 0,0-1 0,1 0 0,24-6 0,-35 6 0,-1 0 0,1-1 0,-1 1 0,0 0 0,1-1 0,-1 0 0,0 0 0,0 0 0,0 0 0,0 0 0,-1-1 0,1 1 0,-1-1 0,1 0 0,-1 0 0,0 0 0,0 0 0,0 0 0,0 0 0,-1 0 0,1-1 0,-1 1 0,0-1 0,0 1 0,0-1 0,-1 1 0,1-8 0,0 5 0,-1 0 0,0 1 0,0-1 0,-1 0 0,0 0 0,0 1 0,0-1 0,-1 0 0,0 1 0,0-1 0,0 1 0,-1 0 0,0 0 0,-3-6 0,12 19 0,0-1 0,1 1 0,0-2 0,0 1 0,0-1 0,1 0 0,0-1 0,0 0 0,1 0 0,-1-1 0,1 0 0,0 0 0,0-1 0,1 0 0,-1-1 0,0 0 0,1 0 0,-1-1 0,17 0 0,261-2 0,-280 1 0,1-1 0,-1 1 0,1-2 0,-1 1 0,1-1 0,-1 0 0,0 0 0,0-1 0,0 0 0,-1-1 0,1 1 0,-1-1 0,1 0 0,-1-1 0,0 0 0,10-10 0,-13 11 0,1-1 0,-1 1 0,1-1 0,-1 0 0,-1 0 0,1 0 0,-1 0 0,0 0 0,0-1 0,0 1 0,-1-1 0,1 1 0,-2-1 0,1 0 0,0 1 0,-1-1 0,0 0 0,-1 1 0,1-1 0,-1 0 0,0 1 0,-3-11 0,3 13 0,0 1 0,0 0 0,0 0 0,0 0 0,0 0 0,0 0 0,-1 0 0,1 0 0,0 0 0,-1 0 0,0 1 0,1-1 0,-1 0 0,0 1 0,0 0 0,-4-3 0,5 4 0,0-1 0,-1 1 0,1 0 0,0 0 0,0 0 0,-1 0 0,1 0 0,0 0 0,0 0 0,-1 0 0,1 0 0,0 1 0,0-1 0,-1 0 0,1 1 0,0-1 0,0 1 0,0-1 0,0 1 0,0 0 0,0-1 0,0 1 0,0 0 0,0 0 0,0 0 0,0 0 0,0 0 0,0 0 0,1 0 0,-1 0 0,0 0 0,0 2 0,-2 3 0,0 1 0,0-1 0,1 0 0,0 1 0,0-1 0,1 1 0,-1 0 0,1-1 0,1 1 0,0 0 0,0 0 0,0-1 0,0 1 0,1 0 0,0 0 0,1-1 0,0 1 0,4 11 0,-4-13 0,0 0 0,1 0 0,-1 0 0,1 0 0,0 0 0,0-1 0,0 0 0,1 1 0,0-1 0,0 0 0,0-1 0,0 1 0,0-1 0,1 0 0,-1 0 0,1 0 0,0-1 0,0 1 0,0-1 0,0 0 0,0-1 0,1 1 0,8 0 0,30-1 0,0-2 0,0-1 0,49-11 0,-38 6 0,67-2 0,-76 10 0,30 0 0,-68-1 0,0-1 0,1 0 0,-1-1 0,0 0 0,0 0 0,13-5 0,-19 6 0,1-1 0,-1 1 0,0 0 0,1 0 0,-1-1 0,0 1 0,0-1 0,0 0 0,0 0 0,0 0 0,-1 0 0,1 0 0,-1 0 0,1 0 0,-1 0 0,1-1 0,-1 1 0,0 0 0,0-1 0,1-3 0,-2 1 0,0 0 0,0 1 0,0-1 0,0 0 0,0 0 0,-1 1 0,0-1 0,0 1 0,-1-1 0,-2-6 0,1 3-124,0 1 0,0 0 0,-1 0 0,0 0 0,0 1 0,-1-1-1,0 1 1,0 0 0,0 0 0,-13-9 0,6 6-6702</inkml:trace>
</inkml:ink>
</file>

<file path=ppt/ink/ink2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7:46.84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237 557 24575,'-28'-12'0,"5"1"0,-1 1 0,0 2 0,0 0 0,-35-5 0,57 12 0,0 1 0,0 0 0,0 0 0,-1 0 0,1 0 0,0 0 0,0 0 0,0 1 0,0-1 0,0 1 0,0-1 0,-1 1 0,1 0 0,1 0 0,-1 0 0,0 0 0,0 0 0,0 0 0,0 0 0,-2 3 0,3-2 0,0-1 0,0 1 0,0 0 0,0 0 0,0 0 0,0 0 0,1 0 0,-1 0 0,0 0 0,1 0 0,0 0 0,0 1 0,-1-1 0,1 0 0,0 0 0,1 0 0,-1 0 0,0 1 0,1-1 0,0 2 0,2 5 0,0 0 0,1 0 0,0-1 0,1 0 0,0 1 0,0-2 0,1 1 0,-1-1 0,2 0 0,-1 0 0,1 0 0,0-1 0,1 0 0,-1 0 0,15 7 0,-18-11 0,0-1 0,-1 1 0,1-1 0,0 0 0,0 0 0,0 0 0,0 0 0,1-1 0,-1 0 0,0 0 0,0 0 0,0 0 0,0 0 0,0-1 0,0 0 0,0 0 0,0 0 0,0 0 0,0-1 0,0 0 0,5-3 0,-5 2 0,0 0 0,0 0 0,0 0 0,0-1 0,-1 1 0,0-1 0,0 0 0,0 0 0,0 0 0,-1-1 0,1 1 0,-1-1 0,0 1 0,0-1 0,-1 0 0,1 0 0,0-7 0,-1-23 0,-1 26 0,1 13 0,0 2 0,0 0 0,0-1 0,0 1 0,1 0 0,0 0 0,0-1 0,1 1 0,-1-1 0,1 0 0,0 0 0,1 0 0,-1 0 0,1-1 0,0 1 0,0-1 0,8 7 0,-6-7 0,0 1 0,1-1 0,-1 0 0,1-1 0,0 0 0,0 0 0,0 0 0,0-1 0,0 0 0,1 0 0,-1-1 0,14 1 0,-17-1 0,1-1 0,-1 0 0,1 0 0,-1-1 0,0 1 0,1-1 0,-1 0 0,0 0 0,0-1 0,0 1 0,0-1 0,0 0 0,0 0 0,0 0 0,0 0 0,-1-1 0,1 0 0,-1 1 0,0-1 0,0 0 0,0-1 0,0 1 0,0-1 0,-1 1 0,1-1 0,-1 0 0,2-4 0,0-2 0,-1 0 0,0 0 0,0 0 0,-1 0 0,-1 0 0,1 0 0,-2-1 0,1 1 0,-1 0 0,-3-16 0,-1-1 0,-1 0 0,-15-45 0,2 18 0,-35-70 0,38 94 0,-1 1 0,-2 0 0,-36-44 0,50 69 0,2 1 0,0 0 0,-1 1 0,1-1 0,-1 0 0,0 1 0,1-1 0,-1 1 0,0 0 0,-1 0 0,1 0 0,-5-2 0,7 4 0,1 0 0,-1 0 0,1 0 0,0 0 0,-1 0 0,1 0 0,-1 0 0,1 0 0,0 0 0,-1 0 0,1 0 0,-1 0 0,1 0 0,-1 0 0,1 0 0,0 0 0,-1 0 0,1 1 0,0-1 0,-1 0 0,1 0 0,0 0 0,-1 1 0,1-1 0,0 0 0,-1 1 0,1-1 0,-4 14 0,6 16 0,-2-28 0,5 18 0,0 0 0,1-1 0,0 1 0,2-1 0,14 25 0,58 88 0,-77-127 0,161 208-432,-134-177-501,-21-24-5893</inkml:trace>
</inkml:ink>
</file>

<file path=ppt/ink/ink2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7:48.81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 0 24575,'-3'3'0</inkml:trace>
</inkml:ink>
</file>

<file path=ppt/ink/ink2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7:48.96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1 0 24575</inkml:trace>
</inkml:ink>
</file>

<file path=ppt/ink/ink2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7:49.51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24575,'6'51'0,"2"-1"0,3 0 0,2-1 0,1-1 0,3 0 0,2-1 0,30 53 0,37 82-1365,-82-171-5461</inkml:trace>
</inkml:ink>
</file>

<file path=ppt/ink/ink2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7:49.70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343 30 24575,'-27'-5'0,"-14"-1"0,-2 0 0,1 1 0,2 1 0,7 2 0,5 1 0,6 3 0,4 1 0,2 3 0,2 0 0,3 1 0,4 3 0</inkml:trace>
</inkml:ink>
</file>

<file path=ppt/ink/ink2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7:50.07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160 71 24575,'-22'-5'0,"7"2"0,0 0 0,-1 1 0,1 1 0,-1 0 0,-17 2 0,32-1 0,-1 0 0,1 0 0,0 0 0,-1 0 0,1 1 0,0-1 0,-1 0 0,1 1 0,0-1 0,-1 1 0,1 0 0,0-1 0,0 1 0,0 0 0,0 0 0,0 0 0,0 0 0,0-1 0,0 1 0,-1 2 0,2-2 0,-1 0 0,1 0 0,0 0 0,0 0 0,0 0 0,0 0 0,0 1 0,0-1 0,0 0 0,0 0 0,0 0 0,0 0 0,1 0 0,-1 0 0,1 0 0,-1 0 0,0 0 0,1 0 0,0 0 0,-1 0 0,1 0 0,0 0 0,0 1 0,7 7 0,-1 0 0,1-1 0,1 0 0,0-1 0,0 0 0,16 10 0,-5-5 0,1-2 0,29 11 0,-45-19 0,7 3 0,1-1 0,0 0 0,0-1 0,18 3 0,-28-6 0,0 0 0,-1 0 0,1 0 0,0 0 0,0-1 0,0 1 0,-1-1 0,1 1 0,0-1 0,0 0 0,4-3 0,-6 3 0,1 0 0,-1 0 0,1 0 0,-1-1 0,0 1 0,1-1 0,-1 1 0,0-1 0,0 1 0,0-1 0,0 0 0,0 1 0,-1-1 0,1 0 0,0 0 0,-1 0 0,0 1 0,1-1 0,-1-3 0,0 0 0,0 0 0,0 0 0,-1 0 0,0 0 0,0 0 0,0 1 0,0-1 0,-1 0 0,0 1 0,0-1 0,0 1 0,-1-1 0,1 1 0,-1 0 0,0 0 0,-5-5 0,-3-3 0,0 0 0,-1 1 0,-23-16 0,25 20-273,-1 1 0,0 0 0,0 0 0,-17-5 0,14 7-6553</inkml:trace>
</inkml:ink>
</file>

<file path=ppt/ink/ink2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7:50.84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152 38 24575,'-5'1'0,"-19"3"0,-26 9 0,45-12 0,-1 1 0,0 0 0,1 1 0,0 0 0,-1 0 0,1 0 0,1 0 0,-1 1 0,0-1 0,-4 6 0,8-8 0,0 1 0,0-1 0,0 0 0,0 0 0,0 1 0,0-1 0,0 1 0,1-1 0,-1 1 0,1-1 0,-1 1 0,1-1 0,-1 1 0,1-1 0,0 1 0,0-1 0,0 1 0,0 0 0,0-1 0,0 3 0,1-2 0,0 0 0,0 0 0,0 0 0,0 1 0,0-1 0,0 0 0,1 0 0,-1-1 0,0 1 0,1 0 0,0 0 0,2 1 0,5 4 0,1 0 0,0 0 0,0-2 0,15 7 0,-20-9 0,4 1 0,1-1 0,0 1 0,-1-1 0,1-1 0,1 0 0,13 1 0,-19-3 0,-1 0 0,1 1 0,0-2 0,-1 1 0,1 0 0,-1-1 0,1 0 0,-1 0 0,1 0 0,-1-1 0,0 0 0,1 1 0,-1-1 0,0-1 0,0 1 0,5-5 0,-7 5 0,0 1 0,-1-1 0,1-1 0,0 1 0,-1 0 0,0 0 0,1 0 0,-1-1 0,0 1 0,0-1 0,0 1 0,0-1 0,-1 1 0,1-1 0,-1-3 0,1 1 0,-2 1 0,1-1 0,0 1 0,-1-1 0,0 1 0,0-1 0,0 1 0,-3-6 0,-3-5 0,-1 1 0,0 0 0,-19-24 0,25 36 0,0 0 0,1 0 0,-1 0 0,0 0 0,0 0 0,0 0 0,0 1 0,-1-1 0,1 0 0,0 1 0,-4-2 0,5 3 0,1 0 0,-1 0 0,1 0 0,-1-1 0,1 1 0,-1 0 0,1 0 0,-1 0 0,1 0 0,-1 0 0,1 0 0,-1 0 0,1 1 0,-1-1 0,1 0 0,-1 0 0,1 0 0,-1 0 0,1 1 0,-1-1 0,1 0 0,-1 1 0,0 0 0,0 0 0,1-1 0,-1 1 0,1 0 0,-1 0 0,1 0 0,-1 0 0,1 0 0,0 0 0,-1 0 0,1 0 0,0 0 0,0 0 0,0 1 0,0 0 0,0 4 0,0-1 0,1 0 0,0 0 0,0 0 0,0 0 0,1-1 0,0 1 0,0 0 0,0 0 0,0-1 0,1 0 0,3 6 0,5 5 0,0-1 0,14 14 0,-14-17-170,0-1-1,1 0 0,0 0 1,1-1-1,0-1 0,0 0 1,20 8-1,-21-11-6655</inkml:trace>
</inkml:ink>
</file>

<file path=ppt/ink/ink2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7:51.26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43 24575,'7'7'0,"-1"0"0,9 15 0,8 10 0,-12-20 0,0-1 0,0 0 0,1 0 0,1-1 0,0-1 0,16 10 0,-16-12 0,0 0 0,21 9 0,-31-14 0,0-1 0,0 0 0,0 0 0,0-1 0,0 1 0,1-1 0,-1 1 0,0-1 0,0 0 0,0 0 0,1-1 0,-1 1 0,4-1 0,-7 1 0,1-1 0,0 1 0,0 0 0,0-1 0,0 1 0,-1-1 0,1 1 0,0-1 0,0 1 0,-1-1 0,1 0 0,0 1 0,-1-1 0,1 0 0,-1 1 0,1-1 0,-1 0 0,1 0 0,-1 0 0,1 0 0,-1 1 0,1-3 0,-1 1 0,0 0 0,0 0 0,0 0 0,0 0 0,0 0 0,0 0 0,0 0 0,-1 0 0,0-4 0,-3-3 0,0 0 0,0 1 0,-7-12 0,9 16 0,-21-37-25,10 18-645,-28-39 0,31 50-6156</inkml:trace>
</inkml:ink>
</file>

<file path=ppt/ink/ink2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7:51.77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58 148 24575,'-5'-9'0,"0"0"0,-9-11 0,13 20 0,1-1 0,0 1 0,0-1 0,-1 1 0,1 0 0,0-1 0,-1 1 0,1 0 0,0-1 0,-1 1 0,1 0 0,0 0 0,-1-1 0,1 1 0,-1 0 0,1 0 0,-1 0 0,1 0 0,-1 0 0,1-1 0,0 1 0,-1 0 0,1 0 0,-1 0 0,1 0 0,-1 0 0,1 0 0,-1 0 0,0 1 0,0-1 0,0 1 0,1-1 0,-1 1 0,0 0 0,0-1 0,1 1 0,-1 0 0,0 0 0,1-1 0,-1 1 0,0 0 0,0 2 0,-1 1 0,0 0 0,1 0 0,-1 0 0,1 1 0,-1 4 0,2-4 0,0-1 0,0 1 0,0 0 0,1-1 0,0 1 0,-1-1 0,2 0 0,-1 1 0,0-1 0,1 0 0,0 0 0,0 0 0,0 0 0,1 0 0,-1 0 0,1 0 0,0-1 0,0 1 0,0-1 0,1 0 0,-1 0 0,1 0 0,3 2 0,3 2 0,1-1 0,-1 0 0,1-1 0,0 0 0,1-1 0,-1 0 0,20 4 0,-25-7 0,-1 0 0,1-1 0,-1 0 0,1 0 0,-1 0 0,1 0 0,-1-1 0,1 0 0,-1 0 0,0-1 0,1 0 0,-1 1 0,0-2 0,6-2 0,-8 3 0,0 0 0,0 0 0,0 0 0,-1 0 0,1-1 0,-1 1 0,1-1 0,-1 0 0,0 1 0,0-1 0,0 0 0,0 0 0,0-1 0,-1 1 0,1 0 0,-1-1 0,0 1 0,0 0 0,0-1 0,-1 1 0,1-1 0,-1-6 0,0 2 0,-1 0 0,0 0 0,0 1 0,-1-1 0,0 1 0,-1-1 0,1 1 0,-1 0 0,-1 0 0,-7-12 0,2 6 0,-1 0 0,0 0 0,-2 1 0,-12-12 0,19 20-91,1 1 0,-1 0 0,1 0 0,-1 0 0,0 0 0,0 1 0,0 0 0,-1 0 0,1 0 0,0 1 0,-1 0 0,1 0 0,-1 0 0,-10 0 0,2 1-6735</inkml:trace>
</inkml:ink>
</file>

<file path=ppt/ink/ink2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7:52.07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24575,'9'18'0,"5"7"0,0 0 0,0-2 0,-2-2 0,1-5 0,-2-8 0</inkml:trace>
</inkml:ink>
</file>

<file path=ppt/ink/ink2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7:52.22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0 24575,'10'12'0,"3"7"0,2 2 0,-2 1 0,-3-4-8191</inkml:trace>
</inkml:ink>
</file>

<file path=ppt/ink/ink2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7:52.66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224 469 24575,'-23'-17'0,"-50"-36"0,63 47 0,0 0 0,-1 0 0,0 1 0,-1 0 0,-12-3 0,23 8 0,-1-1 0,1 1 0,-1 0 0,1-1 0,-1 1 0,0 0 0,1 0 0,-1 0 0,1 0 0,-1 0 0,1 0 0,-1 1 0,0-1 0,1 1 0,-1-1 0,1 1 0,0-1 0,-1 1 0,1 0 0,-1-1 0,-1 3 0,2-2 0,-1 1 0,1 0 0,0 0 0,-1-1 0,1 1 0,0 0 0,0 0 0,1 0 0,-1 0 0,0 1 0,1-1 0,-1 0 0,0 4 0,1 4 0,-1 1 0,2 0 0,-1 0 0,2 0 0,2 11 0,-2-12 0,1 0 0,0-1 0,0 1 0,1-1 0,1 0 0,0 0 0,0-1 0,0 1 0,1-1 0,0 0 0,1-1 0,0 1 0,10 7 0,-13-11 0,0-1 0,1 1 0,0-1 0,0 0 0,0-1 0,0 1 0,0-1 0,0 0 0,0 0 0,1-1 0,-1 1 0,1-1 0,-1-1 0,1 1 0,0-1 0,-1 0 0,1 0 0,0 0 0,-1-1 0,1 0 0,-1 0 0,1 0 0,-1-1 0,11-4 0,-12 4 0,1-1 0,-1 1 0,0-1 0,1 0 0,-1 0 0,-1 0 0,1-1 0,0 1 0,-1-1 0,0 0 0,1 0 0,-2 0 0,1 0 0,0-1 0,2-6 0,-3 4 0,1-1 0,-1 0 0,-1 0 0,0 0 0,0 0 0,0 0 0,-1 0 0,0 0 0,-2-9 0,-1-9 0,-2 1 0,-1-1 0,-1 1 0,-1 1 0,-2 0 0,-20-41 0,-3 8 0,-58-77 0,83 124 0,4 2 0,-1 1 0,-1 0 0,1 0 0,-1 1 0,-1 0 0,1 0 0,-9-6 0,15 12 0,0 0 0,0 0 0,0 0 0,-1 0 0,1 0 0,0 0 0,0 0 0,-1 0 0,1 0 0,0-1 0,0 1 0,0 0 0,-1 0 0,1 0 0,0 0 0,0 1 0,-1-1 0,1 0 0,0 0 0,0 0 0,-1 0 0,1 0 0,0 0 0,0 0 0,0 0 0,-1 0 0,1 0 0,0 1 0,0-1 0,0 0 0,0 0 0,-1 0 0,1 0 0,0 1 0,0-1 0,0 0 0,0 0 0,0 0 0,-1 1 0,1-1 0,0 0 0,0 0 0,0 0 0,0 1 0,0-1 0,0 0 0,0 0 0,0 1 0,0-1 0,0 0 0,0 14 0,3 14 0,3-1 0,0 1 0,2-1 0,13 34 0,3 9 0,-7-20-682,37 75-1,-42-101-6143</inkml:trace>
</inkml:ink>
</file>

<file path=ppt/ink/ink2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7:53.44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224 5 24575,'-8'-1'0,"-20"-1"0,-45 1 0,66 1 0,0 0 0,0 1 0,0 1 0,-1-1 0,1 1 0,1 0 0,-1 0 0,0 1 0,0 0 0,1 0 0,-10 7 0,14-8 0,0-1 0,0 1 0,1-1 0,-1 1 0,1 0 0,-1-1 0,1 1 0,0 0 0,-1 0 0,1 0 0,0 0 0,0 0 0,1 0 0,-1 0 0,0 1 0,1-1 0,-1 4 0,1-3 0,0 0 0,0 1 0,1-1 0,-1 0 0,1 0 0,0 0 0,-1 0 0,2-1 0,-1 1 0,0 0 0,3 5 0,0-2 0,1-1 0,-1 1 0,1-1 0,0 1 0,0-2 0,0 1 0,1 0 0,0-1 0,0 0 0,9 5 0,-7-6 0,0-1 0,0 1 0,0-1 0,0-1 0,0 1 0,1-2 0,-1 1 0,9-1 0,-11 0 0,0 0 0,0-1 0,0 0 0,0 0 0,-1 0 0,1-1 0,0 0 0,-1 0 0,1 0 0,-1 0 0,0-1 0,6-4 0,-8 4 0,0 1 0,-1-1 0,1-1 0,-1 1 0,0 0 0,1 0 0,-1-1 0,-1 0 0,1 1 0,0-1 0,-1 0 0,0 1 0,0-1 0,0 0 0,0 0 0,0-8 0,-1 4 0,0 0 0,0 0 0,-1 0 0,0 0 0,-1 0 0,1 0 0,-5-11 0,6 18 0,-1 0 0,1 0 0,0 1 0,-1-1 0,1 0 0,0 0 0,-1 0 0,1 1 0,-1-1 0,0 0 0,1 0 0,-1 1 0,0-1 0,1 1 0,-1-1 0,0 0 0,1 1 0,-2-1 0,1 1 0,1 0 0,0 0 0,0 0 0,0 0 0,0 0 0,0 0 0,-1 0 0,1 0 0,0 0 0,0 0 0,0 0 0,0 0 0,0 0 0,0 0 0,-1 0 0,1 0 0,0 0 0,0 1 0,0-1 0,0 0 0,0 0 0,0 0 0,0 0 0,-1 0 0,1 0 0,0 0 0,0 1 0,0-1 0,0 0 0,0 0 0,0 0 0,0 0 0,0 0 0,0 1 0,0-1 0,1 12 0,1-7 0,0-1 0,0 1 0,0 0 0,1 0 0,-1-1 0,1 0 0,1 1 0,-1-1 0,0 0 0,1-1 0,0 1 0,5 3 0,0 1 0,1-1 0,0-1 0,0 0 0,16 7 0,4-2-1365,-18-7-5461</inkml:trace>
</inkml:ink>
</file>

<file path=ppt/ink/ink2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7:54.03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247 673 24575,'-1'-47'0,"-2"0"0,-2 1 0,-2-1 0,-2 1 0,-2 1 0,-2 0 0,-2 1 0,-2 0 0,-2 1 0,-2 1 0,-33-52 0,39 71 0,9 12 0,-1 0 0,0 1 0,-12-14 0,19 24 0,-1 0 0,1 0 0,0-1 0,0 1 0,0 0 0,-1-1 0,1 1 0,0 0 0,0 0 0,-1 0 0,1-1 0,0 1 0,0 0 0,-1 0 0,1 0 0,0 0 0,-1-1 0,1 1 0,0 0 0,0 0 0,-1 0 0,1 0 0,0 0 0,-1 0 0,1 0 0,0 0 0,-1 0 0,1 0 0,0 0 0,-1 0 0,1 0 0,0 0 0,-1 0 0,1 1 0,0-1 0,-1 0 0,1 0 0,0 0 0,0 0 0,-1 1 0,1-1 0,0 0 0,0 0 0,-1 0 0,1 1 0,0-1 0,0 0 0,0 0 0,-1 1 0,1-1 0,0 0 0,0 1 0,0-1 0,0 0 0,0 1 0,0-1 0,-1 0 0,1 1 0,0-1 0,0 1 0,-2 22 0,3 1 0,2-1 0,0 1 0,2-1 0,1 1 0,10 26 0,50 109 0,-65-158 0,12 29 0,4 7 0,0 0 0,36 52 0,-47-80 0,0 0 0,1-1 0,0 1 0,1-2 0,0 1 0,0-1 0,1 0 0,-1-1 0,2 0 0,-1 0 0,0-1 0,1 0 0,0-1 0,16 5 0,-23-8 0,0 0 0,0-1 0,-1 1 0,1-1 0,0 0 0,0 0 0,-1 0 0,1 0 0,0-1 0,0 1 0,-1-1 0,1 1 0,0-1 0,-1 0 0,1 0 0,-1 0 0,4-2 0,-3 0 0,0 1 0,0-1 0,0 0 0,0 0 0,-1 0 0,1 0 0,-1 0 0,1 0 0,-1-1 0,3-5 0,-1-3 0,1-1 0,-2 1 0,1 0 0,-2-1 0,0 0 0,1-18 0,-3-71 0,2 117 0,0-1 0,1 0 0,0 1 0,7 14 0,1 1 0,18 33 0,-27-59 12,0 0 0,1 0 0,0 0 0,-1-1 0,2 0 0,-1 1 0,0-1 0,0 0 0,7 4 0,-9-7-23,0 1 1,0-1-1,0 1 1,0-1-1,0 1 1,0-1-1,0 0 0,0 1 1,0-1-1,0 0 1,0 0-1,0 0 0,0 0 1,0 0-1,0 0 1,0 0-1,0 0 1,2-1-1,-2 0-50,0 1 0,0-1 0,0 0-1,0 0 1,0 1 0,-1-1 0,1 0 0,0 0 0,0 0 0,-1 0-1,1 0 1,0 0 0,-1 0 0,1 0 0,-1-1 0,0 1 0,1 0-1,-1 0 1,0 0 0,1-2 0,0-8-6765</inkml:trace>
</inkml:ink>
</file>

<file path=ppt/ink/ink2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7:54.22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 24575,'0'12'0,"0"7"0,0 4 0,2 2 0,1-2 0,0 1 0,2-4 0,0-6-8191</inkml:trace>
</inkml:ink>
</file>

<file path=ppt/ink/ink2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7:54.60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136 74 24575,'-9'-9'0,"-4"-4"0,-20-17 0,30 28 0,0-1 0,-1 1 0,1 0 0,-1 0 0,1 0 0,-1 1 0,0-1 0,1 1 0,-1 0 0,0 0 0,0 0 0,-6 0 0,9 1 0,0 0 0,0 0 0,-1 0 0,1 1 0,0-1 0,0 1 0,0-1 0,0 1 0,0-1 0,0 1 0,-1-1 0,1 1 0,0 0 0,1 0 0,-1-1 0,0 1 0,0 0 0,0 0 0,0 0 0,1 0 0,-1 0 0,0 0 0,1 0 0,-1 1 0,1-1 0,-1 0 0,1 0 0,0 0 0,-1 0 0,1 1 0,0-1 0,0 0 0,0 2 0,-1 6 0,1 0 0,0 0 0,2 13 0,-2-18 0,2 8 0,-1 0 0,2 0 0,0 0 0,0-1 0,2 1 0,-1-1 0,1 0 0,1 0 0,6 10 0,-8-14 0,1-1 0,0 1 0,0-1 0,0-1 0,1 1 0,0-1 0,0 0 0,1 0 0,-1 0 0,1-1 0,0 0 0,0-1 0,0 1 0,14 3 0,-19-6 0,0-1 0,1 1 0,-1-1 0,0 1 0,0-1 0,0 0 0,0 0 0,1 0 0,-1 0 0,0 0 0,0-1 0,0 1 0,0 0 0,0-1 0,1 0 0,-1 0 0,0 1 0,0-1 0,-1 0 0,1-1 0,0 1 0,0 0 0,0 0 0,-1-1 0,1 1 0,-1-1 0,1 0 0,-1 1 0,1-1 0,-1 0 0,0 0 0,0 0 0,0 0 0,0 0 0,0 0 0,-1 0 0,1 0 0,0-3 0,1-3 0,-1 0 0,0 0 0,0 0 0,0 0 0,-1-1 0,-1 1 0,1 0 0,-1 0 0,-2-9 0,1 10 0,1 0 0,-1 1 0,-1-1 0,1 0 0,-1 1 0,0-1 0,-8-11 0,11 18 0,0 0 0,0 0 0,0 0 0,0 0 0,-1-1 0,1 1 0,0 0 0,0 0 0,0 0 0,0 0 0,0 0 0,-1-1 0,1 1 0,0 0 0,0 0 0,0 0 0,-1 0 0,1 0 0,0 0 0,0 0 0,0 0 0,-1 0 0,1 0 0,0 0 0,0 0 0,0 0 0,-1 0 0,1 0 0,0 0 0,0 0 0,0 0 0,-1 0 0,1 0 0,0 0 0,0 0 0,0 0 0,-1 0 0,-3 9 0,2 12 0,4-2 37,0-1-1,9 35 1,1-1-1512,-10-39-5351</inkml:trace>
</inkml:ink>
</file>

<file path=ppt/ink/ink2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7:55.26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310 1 24575,'-6'8'0,"0"0"0,1 0 0,0 1 0,0-1 0,1 1 0,1 1 0,-1-1 0,1 0 0,1 1 0,0 0 0,0-1 0,1 1 0,0 0 0,0 0 0,1 0 0,1 0 0,0 0 0,0-1 0,1 1 0,0 0 0,1-1 0,0 1 0,0-1 0,1 0 0,9 16 0,23 30 0,13 21 0,-49-75 0,1 0 0,-1 0 0,1 0 0,-1-1 0,1 1 0,-1 0 0,1 0 0,-1 0 0,0 0 0,0 0 0,0 0 0,1 0 0,-1 0 0,0 0 0,0 0 0,0 0 0,0 0 0,0-1 0,-1 1 0,1 0 0,0 0 0,0 0 0,-1 0 0,1 0 0,-1 2 0,0-3 0,0 1 0,-1 0 0,1 0 0,0-1 0,0 1 0,0-1 0,-1 1 0,1-1 0,0 1 0,0-1 0,-1 0 0,1 1 0,0-1 0,-1 0 0,1 0 0,0 0 0,-1 0 0,-1-1 0,-8-1 0,0 0 0,0-1 0,0 0 0,0-1 0,1 0 0,-19-10 0,5 2 0,-37-15-67,9 5-582,-62-37 0,106 54-6177</inkml:trace>
</inkml:ink>
</file>

<file path=ppt/ink/ink2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7:55.49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10 1 24575,'-3'12'0,"0"7"0,0 2 0,3 1 0,1-2 0,4-4 0,0-5-8191</inkml:trace>
</inkml:ink>
</file>

<file path=ppt/ink/ink2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7:55.97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0 24575,'5'18'0,"3"16"0,21 56 0,-24-79 0,0 0 0,0-1 0,1 0 0,1 0 0,-1-1 0,1 0 0,1 0 0,0 0 0,11 8 0,9 4 0,1-1 0,0-2 0,41 18 0,-69-35 0,0-1 0,0 1 0,0-1 0,0 1 0,0-1 0,0 0 0,0 1 0,0-1 0,0 0 0,0 0 0,0 0 0,0 1 0,0-1 0,0 0 0,0 0 0,0-1 0,0 1 0,0 0 0,0 0 0,0 0 0,0-1 0,2 0 0,-3 0 0,1 0 0,0 0 0,0 0 0,-1 0 0,1 0 0,0 0 0,-1 0 0,1 0 0,-1-1 0,1 1 0,-1 0 0,0 0 0,0 0 0,1-1 0,-1 1 0,0 0 0,0-1 0,0 0 0,0-2 0,0-1 0,0 1 0,1 0 0,0 0 0,0 0 0,0 0 0,0 0 0,0 0 0,1 0 0,0 0 0,3-5 0,-3 7 0,-1 1 0,1-1 0,-1 1 0,1-1 0,-1 1 0,1 0 0,0 0 0,-1 0 0,1 0 0,0 0 0,0 0 0,0 0 0,0 1 0,0-1 0,0 0 0,0 1 0,0 0 0,0 0 0,0-1 0,0 1 0,0 0 0,0 1 0,0-1 0,0 0 0,4 2 0,6 2 0,0 0 0,0 1 0,-1 1 0,0 0 0,0 0 0,18 15 0,-11-9 0,-7-4 0,3 2 0,1-1 0,0 0 0,24 10 0,-37-18-62,0-1 0,-1 1 0,1-1 0,0 1 0,0-1 0,-1 0 0,1 0 0,0 0 0,0 0 0,0 0 0,-1 0 0,1 0-1,0-1 1,0 1 0,-1-1 0,1 1 0,0-1 0,-1 0 0,1 1 0,-1-1 0,3-2 0</inkml:trace>
</inkml:ink>
</file>

<file path=ppt/ink/ink2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7:56.51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328 29 24575,'-5'-3'0,"-4"-3"0,-1 1 0,-14-5 0,22 9 0,0 0 0,0 0 0,0 1 0,0-1 0,0 1 0,-1 0 0,1-1 0,0 1 0,0 0 0,0 0 0,0 0 0,-1 1 0,1-1 0,0 0 0,0 1 0,0-1 0,0 1 0,-3 1 0,3 0 0,1-1 0,0 0 0,-1 1 0,1-1 0,0 1 0,0-1 0,0 1 0,0-1 0,0 1 0,1 0 0,-1 0 0,0-1 0,1 1 0,-1 0 0,1 0 0,0 0 0,-1 0 0,1 0 0,0-1 0,0 1 0,0 0 0,1 0 0,0 3 0,0 2 0,0 0 0,1 0 0,0 0 0,5 12 0,-2-8 0,0 0 0,1-1 0,0 0 0,10 12 0,-14-19 0,1-1 0,-1 1 0,1 0 0,0-1 0,0 0 0,0 0 0,6 4 0,-7-5 0,0-1 0,-1 1 0,1-1 0,0 1 0,0-1 0,0 1 0,0-1 0,-1 0 0,1 0 0,0 0 0,0 0 0,0 0 0,0-1 0,0 1 0,-1 0 0,4-2 0,-3 1 0,0 0 0,0-1 0,0 1 0,0 0 0,0-1 0,-1 0 0,1 1 0,0-1 0,-1 0 0,0 0 0,1 0 0,-1 0 0,0 0 0,0 0 0,0 0 0,0 0 0,0 0 0,-1-1 0,2-3 0,0-5 0,0 0 0,1-18 0,-3 24 0,0 0 0,0 0 0,0 0 0,0 0 0,-1 0 0,0 0 0,0 1 0,0-1 0,0 0 0,-1 0 0,0 1 0,0-1 0,-4-6 0,6 11 0,-1-1 0,1 1 0,0 0 0,0 0 0,0-1 0,0 1 0,-1 0 0,1 0 0,0 0 0,0 0 0,0-1 0,-1 1 0,1 0 0,0 0 0,0 0 0,-1 0 0,1 0 0,0 0 0,0 0 0,-1 0 0,1 0 0,0 0 0,-1 0 0,1 0 0,0 0 0,0 0 0,-1 0 0,1 0 0,0 0 0,0 0 0,-1 0 0,1 0 0,-1 0 0,-5 9 0,-1 13 0,2 17 0,2 0 0,4 73 0,0-47 0,9 269 0,-7-297 0,-1-18 0,-1 0 0,0 0 0,-1 0 0,-4 28 0,4-45 0,-1 0 0,1 0 0,-1 0 0,1-1 0,-1 1 0,0 0 0,0 0 0,0 0 0,0 0 0,0-1 0,0 1 0,0 0 0,-1-1 0,1 1 0,0-1 0,-1 0 0,1 1 0,-1-1 0,0 0 0,-2 2 0,1-2 0,0 0 0,0-1 0,0 1 0,0-1 0,0 1 0,0-1 0,0 0 0,0 0 0,0 0 0,0 0 0,0-1 0,-4 0 0,-7-4 0,-1 0 0,1 0 0,0-1 0,-17-11 0,30 17 0,-21-13 0,0-1 0,1 0 0,1-1 0,0-2 0,1 0 0,-20-23 0,37 38 0,0-1 0,0 1 0,1-1 0,-1 1 0,0-1 0,1 1 0,0-1 0,0 0 0,-1 0 0,2 0 0,-1 1 0,0-1 0,1 0 0,-1 0 0,1 0 0,0 0 0,0-6 0,1 6 0,-1 1 0,1 0 0,0 0 0,0-1 0,0 1 0,0 0 0,1 0 0,-1 0 0,1 0 0,-1 0 0,1 1 0,-1-1 0,1 0 0,0 1 0,0-1 0,0 1 0,0-1 0,0 1 0,0 0 0,0 0 0,1 0 0,3-1 0,4-1 0,1 0 0,0 1 0,-1 0 0,1 1 0,20 0 0,54 6 0,-61-2-101,63 9-1163,-69-7-5562</inkml:trace>
</inkml:ink>
</file>

<file path=ppt/ink/ink2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7:58.75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3 119 24575,'-1'4'0,"1"0"0,-1 0 0,1 0 0,0 0 0,0 0 0,0 0 0,1 0 0,-1 0 0,1 0 0,0 0 0,0 0 0,1 0 0,-1 0 0,3 5 0,4 6 0,0-1 0,11 16 0,-13-22 0,0-1 0,1 0 0,-1 0 0,1-1 0,0 0 0,1 0 0,15 9 0,-19-12 0,0-1 0,0 0 0,1 0 0,0 0 0,-1 0 0,1-1 0,0 0 0,0 0 0,0 0 0,0 0 0,-1-1 0,1 0 0,0 0 0,0 0 0,0-1 0,9-1 0,-13 1 0,1 0 0,0 1 0,-1-1 0,1 0 0,-1 0 0,1 0 0,-1 0 0,0 0 0,1 0 0,-1-1 0,0 1 0,0 0 0,0-1 0,0 1 0,0-1 0,1-1 0,0 0 0,-1-1 0,1 0 0,-1 1 0,0-1 0,0 0 0,-1 1 0,1-6 0,-1 2 0,1-1 0,-2 1 0,1-1 0,-1 1 0,0 0 0,-1-1 0,-2-7 0,9 20 0,1-1 0,0 1 0,0-1 0,14 7 0,46 21 0,-56-28 0,0-1 0,0 0 0,0-1 0,0 0 0,0 0 0,0-1 0,1-1 0,-1 0 0,1 0 0,13-3 0,-21 3 0,1-1 0,0 0 0,-1 0 0,1 0 0,-1 0 0,0-1 0,1 1 0,-1-1 0,0 0 0,0 0 0,0 0 0,0 0 0,0-1 0,-1 1 0,1-1 0,-1 1 0,1-1 0,-1 0 0,0 0 0,0 0 0,0 0 0,-1-1 0,1 1 0,-1 0 0,1-1 0,-1 1 0,0-1 0,-1 1 0,1-1 0,-1 0 0,1 1 0,-1-6 0,-1 3 0,0 0 0,0 0 0,0 0 0,-1 0 0,0 0 0,0 0 0,0 0 0,-1 1 0,1-1 0,-1 1 0,-1 0 0,-7-10 0,1 3 0,-1 0 0,-1 0 0,-21-16 0,26 23-195,0 0 0,0 1 0,-1 0 0,1 0 0,-1 0 0,-15-4 0,6 4-6631</inkml:trace>
</inkml:ink>
</file>

<file path=ppt/ink/ink2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7:59.44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168 304 24575,'7'-16'0,"0"0"0,-1-1 0,-1 0 0,4-24 0,-9 35 0,1-1 0,-1 0 0,0 0 0,0 0 0,-1 0 0,0 1 0,0-1 0,0 0 0,-1 0 0,0 1 0,-1 0 0,1-1 0,-1 1 0,-5-8 0,1 4 0,0 0 0,-1 0 0,0 1 0,-9-9 0,13 14 0,1 1 0,-1 0 0,0 0 0,0 0 0,0 1 0,0-1 0,-1 1 0,1 0 0,0 0 0,-1 1 0,0-1 0,1 1 0,-7-1 0,9 2 0,0 0 0,0 1 0,0-1 0,1 0 0,-1 0 0,0 1 0,0-1 0,0 1 0,0 0 0,1-1 0,-1 1 0,0 0 0,1 0 0,-1 0 0,0 0 0,1 1 0,0-1 0,-1 0 0,1 1 0,0-1 0,-1 1 0,1-1 0,0 1 0,0-1 0,0 1 0,0 0 0,0 2 0,-3 5 0,1 0 0,0 1 0,-3 19 0,3-14 0,2-11 0,0 1 0,0-1 0,1 0 0,-1 1 0,1-1 0,0 1 0,0-1 0,0 0 0,1 1 0,-1-1 0,1 1 0,0-1 0,1 0 0,-1 0 0,1 0 0,0 0 0,0 0 0,0 0 0,0 0 0,1 0 0,-1-1 0,1 1 0,6 5 0,4 3 0,0-1 0,1-1 0,1 0 0,0-1 0,0 0 0,0-1 0,29 10 0,-22-12 0,-1 0 0,1-1 0,0-2 0,0 0 0,36 0 0,-29-3-107,-10 1-207,1-1-1,-1-1 1,37-6-1,-44 4-6511</inkml:trace>
</inkml:ink>
</file>

<file path=ppt/ink/ink2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8:01.04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25 103 24575,'-3'-3'0,"0"1"0,0-1 0,0 0 0,-1 1 0,-2-2 0,6 4 0,0 0 0,0 0 0,0 0 0,0 0 0,0 0 0,0 0 0,0 0 0,0 0 0,0 0 0,0 0 0,0 0 0,0 1 0,0-1 0,0 0 0,0 0 0,0 0 0,0 0 0,0 0 0,0 0 0,0 0 0,0 0 0,0 0 0,0 0 0,0 0 0,0 0 0,0 0 0,0 0 0,0 1 0,0-1 0,-1 0 0,1 0 0,0 0 0,0 0 0,0 0 0,0 0 0,0 0 0,0 0 0,0 0 0,0 0 0,0 0 0,0 0 0,0 0 0,0 0 0,0 0 0,0 0 0,0 0 0,0 0 0,-1 0 0,1 0 0,0 0 0,0 0 0,0 0 0,0 0 0,0 0 0,0 0 0,0 0 0,0 0 0,0 0 0,0 0 0,0 0 0,10 14 0,22 22 0,2 0 0,75 58 0,-108-92 0,1-1 0,-1 0 0,0 0 0,1-1 0,-1 1 0,1 0 0,-1 0 0,1-1 0,-1 1 0,1-1 0,0 1 0,-1-1 0,1 0 0,-1 0 0,1 0 0,0 1 0,2-2 0,-3 1 0,0-1 0,-1 1 0,1-1 0,0 1 0,0-1 0,0 0 0,-1 1 0,1-1 0,0 0 0,-1 0 0,1 0 0,0 1 0,-1-1 0,1 0 0,-1 0 0,1 0 0,-1 0 0,0 0 0,1 0 0,-1 0 0,0 0 0,0 0 0,0 0 0,0 0 0,0 0 0,0 0 0,0 0 0,0 0 0,0-2 0,-1-3 0,0-1 0,0 1 0,-1-1 0,0 1 0,0 0 0,-3-7 0,-5-17 0,9 29 0,1 1 0,0-1 0,0 1 0,0-1 0,0 1 0,-1-1 0,1 1 0,0-1 0,0 0 0,0 1 0,0-1 0,0 1 0,0-1 0,0 1 0,0-1 0,1 1 0,-1-1 0,0 0 0,0 1 0,0-1 0,0 1 0,1-1 0,-1 1 0,0 0 0,1-2 0,0 2 0,-1 0 0,1 0 0,0 0 0,-1 0 0,1 0 0,0 0 0,-1 0 0,1 0 0,-1 0 0,1 0 0,0 0 0,-1 0 0,1 0 0,-1 0 0,1 1 0,0-1 0,-1 0 0,1 1 0,25 16 0,-11-4 0,0-1 0,1-1 0,0 0 0,33 15 0,-35-20 0,0-1 0,1 0 0,-1-1 0,1-1 0,0 0 0,27 1 0,-24-3 0,80 1 0,-82-3 0,0 0 0,-1-1 0,1-1 0,18-5 0,-30 7 0,0-1 0,0 0 0,0 0 0,0 0 0,0 0 0,0 0 0,0-1 0,-1 1 0,1-1 0,-1 0 0,0 0 0,0-1 0,0 1 0,0-1 0,-1 1 0,1-1 0,-1 0 0,0 0 0,0 0 0,0 0 0,-1 0 0,1-1 0,-1 1 0,0 0 0,-1-1 0,1 1 0,-1 0 0,1-1 0,-1 1 0,0-1 0,-1 1 0,1-1 0,-1 1 0,0-1 0,-2-5 0,-1 0 0,0 0 0,0 0 0,-1 0 0,0 0 0,-1 1 0,0-1 0,-8-8 0,11 14 0,-1 0 0,1 1 0,-1-1 0,0 1 0,0 0 0,0 0 0,0 0 0,0 1 0,-1-1 0,1 1 0,-1 0 0,1 0 0,-1 1 0,0-1 0,0 1 0,0 0 0,-9 0 0,12 1 0,1 0 0,-1 0 0,0 0 0,1 0 0,-1 1 0,0-1 0,1 1 0,-1-1 0,0 1 0,1-1 0,-1 1 0,1 0 0,-1 0 0,1 0 0,0 0 0,-1 0 0,1 0 0,0 0 0,0 0 0,-2 2 0,2 0 0,-1-1 0,1 1 0,-1 0 0,1 0 0,0-1 0,0 1 0,0 0 0,1 0 0,-1 0 0,0 5 0,1 0 0,0 0 0,0 0 0,1 1 0,0-1 0,1 0 0,0 0 0,4 12 0,-2-9 0,1-1 0,1 0 0,-1-1 0,2 1 0,-1-1 0,1 0 0,0-1 0,1 0 0,0 0 0,1 0 0,-1-1 0,1-1 0,1 1 0,14 6 0,-7-5 0,0-1 0,0 0 0,0-2 0,1 0 0,0-1 0,0-1 0,1 0 0,19-1 0,-11-1 0,0-1 0,50-7 0,-67 5 0,1-1 0,0 1 0,-1-2 0,1 1 0,-1-1 0,0-1 0,0 0 0,0 0 0,15-13 0,-21 15 0,-1 0 0,0 1 0,-1-1 0,1-1 0,0 1 0,-1 0 0,0-1 0,0 1 0,0-1 0,0 0 0,-1 1 0,1-1 0,-1 0 0,2-6 0,-3 5 0,1-1 0,-1 1 0,0 0 0,0-1 0,-1 1 0,1-1 0,-1 1 0,0 0 0,-1-1 0,-1-4 0,0 2 0,-1 0 0,0 0 0,0 0 0,-1 1 0,0-1 0,0 1 0,-1 0 0,0 1 0,0-1 0,0 1 0,-1 1 0,0-1 0,-8-5 0,10 9 0,1-1 0,0 1 0,-1 0 0,1 0 0,-1 1 0,1-1 0,-1 1 0,0 0 0,0 0 0,-8 0 0,11 1 0,0 1 0,-1-1 0,1 1 0,0-1 0,-1 1 0,1 0 0,0 0 0,0 0 0,0 0 0,0 0 0,0 0 0,0 0 0,0 1 0,0-1 0,0 1 0,1 0 0,-1-1 0,0 1 0,1 0 0,0 0 0,-1 0 0,1 0 0,0 0 0,-1 3 0,-1 2 0,1 0 0,-1 0 0,1 1 0,1-1 0,-1 1 0,2-1 0,-1 12 0,4 54 0,-3-69 0,1 0 0,0 1 0,0-1 0,0 0 0,0 1 0,1-1 0,0 0 0,0 0 0,0 0 0,0 0 0,1-1 0,-1 1 0,5 4 0,-2-4 0,0 1 0,0-1 0,0 0 0,1 0 0,-1-1 0,1 1 0,0-1 0,7 2 0,3 1 0,1-1 0,-1-1 0,1-1 0,0-1 0,35 2 0,-9-4 0,62-7 0,-86 4 0,0 0 0,-1-1 0,1-1 0,-1-1 0,30-14 0,-35 12-1365,-3 1-5461</inkml:trace>
</inkml:ink>
</file>

<file path=ppt/ink/ink2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8:01.72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404 714 24575,'-333'-104'0,"328"102"0,0 1 0,-1 0 0,1 0 0,0 0 0,0 1 0,0 0 0,-7 0 0,11 0 0,0 1 0,0-1 0,0 0 0,0 0 0,0 1 0,0-1 0,0 1 0,0-1 0,0 1 0,0-1 0,0 1 0,0 0 0,0-1 0,1 1 0,-1 0 0,0-1 0,0 1 0,1 0 0,-1 0 0,1 0 0,-1 0 0,1 0 0,-1 0 0,1 0 0,-1 0 0,1 0 0,0 0 0,-1 0 0,1 0 0,0 0 0,0 0 0,0 0 0,0 0 0,0 0 0,0 0 0,0 1 0,0-1 0,1 0 0,-1 0 0,1 2 0,0 1 0,1 1 0,-1 0 0,1-1 0,0 1 0,1-1 0,-1 1 0,1-1 0,0 0 0,0 0 0,0 0 0,0-1 0,1 1 0,0-1 0,-1 0 0,7 4 0,7 4 0,1 0 0,26 10 0,-29-13 0,0-1 0,1 0 0,0-1 0,0-1 0,1 0 0,23 3 0,-34-7 0,0 0 0,0-1 0,0 0 0,0-1 0,0 1 0,0-1 0,0-1 0,7-1 0,-10 2 0,1-1 0,0 0 0,-1 0 0,1 0 0,-1 0 0,1-1 0,-1 1 0,0-1 0,0 0 0,0 1 0,0-2 0,-1 1 0,3-4 0,-1 0 0,0-1 0,0 0 0,-1 1 0,-1-1 0,1 0 0,-1 0 0,-1 0 0,1-1 0,-2 1 0,1 0 0,-1-1 0,0 1 0,0 0 0,-1-1 0,-3-10 0,-2-10 0,-2 1 0,-22-54 0,-2 11 0,-56-93 0,-58-56 0,145 218 0,0 1 0,0-1 0,-1 0 0,1 1 0,-1-1 0,1 1 0,-1 0 0,1-1 0,-1 1 0,0 0 0,-2-1 0,4 2 0,0 0 0,0 0 0,-1 0 0,1 0 0,0 0 0,0 0 0,-1 0 0,1 0 0,0 0 0,0 0 0,-1 0 0,1 0 0,0 0 0,0 0 0,-1 0 0,1 0 0,0 0 0,0 0 0,-1 0 0,1 1 0,0-1 0,0 0 0,0 0 0,-1 0 0,1 0 0,0 1 0,0-1 0,0 0 0,-1 0 0,1 1 0,0 0 0,-1 0 0,1 0 0,-1 1 0,1-1 0,0 0 0,0 1 0,-1-1 0,1 0 0,0 1 0,1 1 0,-1 9 0,2 0 0,0 0 0,0-1 0,6 16 0,19 46 0,-23-63 0,25 59 40,3-1 0,73 113 0,-74-135-337,3-2 0,1-2 0,2-1 0,63 53 0,-84-81-6529</inkml:trace>
</inkml:ink>
</file>

<file path=ppt/ink/ink2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8:03.28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0 145 24575,'6'11'0,"1"-1"0,-1 1 0,13 13 0,-5-5 0,2-1 0,0-1 0,1 0 0,1-1 0,0-1 0,1-1 0,0-1 0,1 0 0,1-2 0,36 16 0,-55-26 0,0-1 0,0 1 0,0 0 0,0-1 0,-1 1 0,1-1 0,0 0 0,0 0 0,0 0 0,0 0 0,0 0 0,0 0 0,0 0 0,0-1 0,0 1 0,0-1 0,0 1 0,0-1 0,1-1 0,-1 1 0,0-1 0,-1 1 0,1-1 0,-1 1 0,0-1 0,1 0 0,-1 1 0,0-1 0,0 0 0,0 0 0,0 0 0,0 0 0,-1 0 0,1 0 0,-1 0 0,1 0 0,-1-4 0,1-6 0,0 0 0,-1 0 0,0 0 0,-1 0 0,-1 0 0,-2-12 0,-23-68 0,26 88 0,9 12 0,13 18 0,10 11 0,-12-16 0,1 0 0,1-2 0,39 29 0,-52-42 0,1 0 0,1-1 0,-1 0 0,1-1 0,0 0 0,0 0 0,0-1 0,1 0 0,-1-1 0,1 0 0,-1-1 0,1 0 0,12-1 0,-20 0 0,0 0 0,-1 0 0,1-1 0,0 1 0,0-1 0,0 0 0,-1 0 0,1 0 0,0 0 0,-1 0 0,1 0 0,-1-1 0,0 1 0,1-1 0,-1 0 0,0 0 0,0 0 0,3-3 0,-3 2 0,0-1 0,0 1 0,-1 0 0,1-1 0,-1 1 0,0-1 0,0 1 0,0-1 0,-1 0 0,1 1 0,-1-1 0,0-6 0,-1-3 0,-1 1 0,0-1 0,-1 1 0,0-1 0,-1 1 0,0 0 0,-8-14 0,-5-5 0,-1 1 0,-2 0 0,-36-42 0,53 69-227,0 0-1,0 0 1,0 0-1,-1 1 1,-4-4-1,-2 0-6598</inkml:trace>
</inkml:ink>
</file>

<file path=ppt/ink/ink2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8:04.00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73 237 24575,'-1'-2'0,"0"1"0,0-1 0,0 1 0,0 0 0,-1-1 0,1 1 0,-1 0 0,1 0 0,-3-2 0,4 3 0,0 0 0,0 0 0,0 0 0,-1 0 0,1 0 0,0 0 0,0 0 0,0 0 0,0 0 0,0 0 0,0 0 0,0 0 0,-1 0 0,1 0 0,0 0 0,0 0 0,0 0 0,0 0 0,0 0 0,0 0 0,0 0 0,-1 0 0,1 0 0,0 0 0,0 0 0,0 0 0,0 0 0,0 0 0,0 0 0,0 0 0,0 0 0,0 1 0,-1-1 0,1 0 0,0 0 0,0 0 0,0 0 0,0 0 0,0 0 0,0 0 0,0 0 0,0 1 0,0-1 0,0 0 0,2 12 0,5 4 0,0-1 0,17 27 0,-17-32 0,0 1 0,-1 0 0,0 0 0,-1 0 0,0 1 0,6 24 0,-11-36 0,0 1 0,0 0 0,1 0 0,-1 0 0,0-1 0,0 1 0,0 0 0,0 0 0,0 0 0,0-1 0,0 1 0,0 0 0,0 0 0,-1 0 0,1-1 0,0 1 0,0 0 0,-1 0 0,1-1 0,0 1 0,-1 0 0,0 0 0,1-1 0,-1 0 0,1 0 0,-1 0 0,1 0 0,-1 0 0,1 0 0,-1 0 0,1 0 0,-1 0 0,1-1 0,-1 1 0,1 0 0,-1 0 0,1 0 0,-1-1 0,1 1 0,-1 0 0,1 0 0,-1-1 0,1 1 0,0 0 0,-1-1 0,-4-3 0,0-1 0,1 1 0,-8-10 0,0-4 0,-19-39 0,16 27 0,8 15 0,-1-1 0,2 0 0,0 0 0,-4-18 0,9 29 0,-1-1 0,1 0 0,1 1 0,-1-1 0,1 0 0,0 1 0,0-1 0,1 0 0,-1 1 0,1-1 0,1 1 0,-1-1 0,1 1 0,0-1 0,0 1 0,3-5 0,-4 8 0,-1 1 0,1 0 0,0 0 0,-1 0 0,1 0 0,0 0 0,0-1 0,0 2 0,0-1 0,0 0 0,0 0 0,1 0 0,-1 0 0,0 1 0,0-1 0,0 0 0,1 1 0,-1-1 0,0 1 0,1 0 0,-1-1 0,0 1 0,1 0 0,-1 0 0,1 0 0,-1 0 0,0 0 0,1 0 0,-1 0 0,1 0 0,-1 1 0,0-1 0,1 0 0,-1 1 0,0-1 0,1 1 0,-1 0 0,0-1 0,0 1 0,0 0 0,0 0 0,2 1 0,4 4 0,0 1 0,0 0 0,-1 0 0,11 16 0,-13-18 0,23 31 0,2-1 0,55 52 0,-64-69 0,2-1 0,-1-1 0,2 0 0,0-2 0,44 20 0,-64-33 0,0 1 0,1-1 0,-1 0 0,0 0 0,1-1 0,-1 1 0,1 0 0,-1-1 0,6 0 0,-8 0 0,0-1 0,0 1 0,0 0 0,0-1 0,1 1 0,-1-1 0,0 1 0,0-1 0,0 0 0,-1 1 0,1-1 0,0 0 0,0 0 0,0 1 0,0-1 0,-1 0 0,1 0 0,0 0 0,-1 0 0,1 0 0,-1 0 0,1 0 0,-1 0 0,1 0 0,-1-1 0,0 1 0,0 0 0,1 0 0,-1 0 0,0 0 0,0-2 0,1-11 0,-1 0 0,-1 0 0,1 0 0,-2 0 0,0 0 0,-1 0 0,-7-21 0,-42-91 0,14 40 0,35 78-118,1 2-90,0 1 0,0-1 0,-1 1 1,0 0-1,-6-9 0</inkml:trace>
</inkml:ink>
</file>

<file path=ppt/ink/ink2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8:06.35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549 98 24575,'64'-89'0,"-61"81"0,-9 9 0,-17 14 0,14-10 0,-131 89 0,2 19 0,99-83 0,14-10 0,-1-1 0,-1-1 0,-56 29 0,71-43 0,0 0 0,-20 3 0,-6 2 0,37-9 0,1 0 0,0 0 0,0 0 0,-1 0 0,1 0 0,0 0 0,0 0 0,0 0 0,-1 0 0,1 0 0,0 0 0,0 0 0,0 1 0,-1-1 0,1 0 0,0 0 0,0 0 0,0 0 0,0 0 0,0 1 0,-1-1 0,1 0 0,0 0 0,0 0 0,0 1 0,0-1 0,0 0 0,0 0 0,0 0 0,0 1 0,-1-1 0,1 0 0,6 6 0,13 2 0,-17-7 0,247 91 120,7-20-1605,-239-69-5341</inkml:trace>
</inkml:ink>
</file>

<file path=ppt/ink/ink2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8:07.09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30 16 24575,'-1'-1'0,"0"-1"0,0 1 0,0 0 0,0-1 0,0 1 0,0 0 0,-1 0 0,1 0 0,0 0 0,0 0 0,-1 0 0,-1-1 0,3 2 0,0 0 0,-1 0 0,1 0 0,0 0 0,0 0 0,-1 0 0,1 0 0,0 0 0,-1 0 0,1 0 0,0 0 0,0 0 0,-1 0 0,1 0 0,0 1 0,-1-1 0,1 0 0,0 0 0,0 0 0,-1 0 0,1 0 0,0 1 0,0-1 0,0 0 0,-1 0 0,-4 13 0,5-7 0,0-1 0,0 0 0,0 1 0,0-1 0,1 0 0,0 0 0,0 1 0,0-1 0,4 8 0,2 5 0,14 22 0,-5-8 0,24 44 0,-19-38 0,19 51 0,-38-82 120,-2-7-144,0 0-1,0 0 1,0 0 0,0 0-1,0 0 1,0 0 0,0 0-1,0 0 1,0 0 0,0 0-1,-1 0 1,1 0 0,0 0-1,0 0 1,0 0-1,0 0 1,0 0 0,0 0-1,0 0 1,0 0 0,0 0-1,0 0 1,0 0 0,0 0-1,-1 0 1,1 0 0,0 0-1,0 0 1,0 0 0,0 0-1,0 0 1,0 0 0,0 0-1,0 0 1,0 0 0,0 0-1,0 0 1,0 0 0,0 0-1,0 1 1,0-1 0,0 0-1,0 0 1,0 0-1,0 0 1,0 0 0,-1 0-1,1 0 1,0 0 0,0 0-1,0 0 1,0 0 0,0 0-1,0 1 1,1-1 0,-1 0-1,0 0 1,0 0 0,0 0-1,0 0 1</inkml:trace>
</inkml:ink>
</file>

<file path=ppt/ink/ink2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8:07.41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37 7 24575,'-2'-1'0,"1"0"0,-1 1 0,0-1 0,0 0 0,1 0 0,-1 1 0,0-1 0,0 1 0,0 0 0,0-1 0,0 1 0,-3 0 0,5 0 0,-1 0 0,1 0 0,0 0 0,-1 0 0,1 0 0,-1 1 0,1-1 0,-1 0 0,1 0 0,0 0 0,-1 1 0,1-1 0,0 0 0,-1 0 0,1 1 0,0-1 0,-1 0 0,1 1 0,0-1 0,-1 0 0,1 1 0,0 0 0,-1-1 0,1 1 0,0 0 0,0 0 0,0 0 0,0 0 0,0 0 0,0-1 0,0 1 0,0 0 0,0 0 0,0 0 0,0 0 0,1 0 0,-1-1 0,1 3 0,6 11 0,1-1 0,0 1 0,1-1 0,17 19 0,-14-18 0,-2-1-341,1 0 0,0-1-1,18 14 1,-21-20-6485</inkml:trace>
</inkml:ink>
</file>

<file path=ppt/ink/ink2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8:07.82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869 46 24575,'-6'-3'0,"0"1"0,0 0 0,0 0 0,0 1 0,0 0 0,0 0 0,0 0 0,-11 1 0,-5 1 0,-25 4 0,-9 1 0,-63-6 0,-223-31 0,323 29-106,-74-8 345,78 9-538,0 1-1,1 0 0,-1 1 1,-17 4-1,18-1-6526</inkml:trace>
</inkml:ink>
</file>

<file path=ppt/ink/ink2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8:08.43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936 88 24575,'-10'-10'0,"-2"-3"0,0 1 0,-25-17 0,33 26 0,0 1 0,0-1 0,0 1 0,0 0 0,0 0 0,-1 1 0,1-1 0,0 1 0,-1 0 0,0 0 0,1 1 0,-1-1 0,1 1 0,-1 0 0,-4 1 0,-38 5 0,0 2 0,-1-2 0,0-2 0,-62-4 0,35-6-119,-322-15-1127,379 21-5580</inkml:trace>
</inkml:ink>
</file>

<file path=ppt/ink/ink2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8:09.80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15 156 24575,'-6'-8'0,"2"11"0,3-2 0,1 1 0,-1 0 0,1-1 0,0 1 0,0-1 0,0 1 0,0 0 0,0-1 0,0 3 0,3 10 0,1-1 0,1 0 0,0 1 0,0-2 0,1 1 0,12 17 0,-13-20 0,1 2 0,-1-1 0,0 2 0,-1-1 0,0 0 0,-1 1 0,-1 0 0,0 0 0,0 15 0,1-15 0,-3-13 0,0 0 0,0 0 0,0 0 0,0 0 0,0 0 0,0 0 0,1 0 0,-1 0 0,0 0 0,0 0 0,0 0 0,0 0 0,0 0 0,0 0 0,0 0 0,1 0 0,-1 0 0,0 0 0,0 0 0,0 0 0,0 0 0,0 0 0,0 0 0,0 0 0,0 0 0,1 0 0,-1 0 0,0 0 0,0 0 0,0 0 0,0 0 0,0 0 0,0 0 0,0 0 0,0-1 0,0 1 0,0 0 0,0 0 0,1 0 0,-1 0 0,0 0 0,0 0 0,0 0 0,0 0 0,0-1 0,0 1 0,0 0 0,6-22 0,-5 10 0,-1-1 0,0 1 0,-1-1 0,-1 1 0,0 0 0,-4-17 0,-30-71 0,8 24 0,21 55 0,3 11 0,0 0 0,1 0 0,1 0 0,0 0 0,-1-15 0,3 25 0,0 0 0,0 0 0,-1 0 0,1-1 0,0 1 0,0 0 0,0 0 0,0 0 0,0 0 0,0-1 0,0 1 0,0 0 0,1 0 0,-1 0 0,0 0 0,0-1 0,0 1 0,0 0 0,0 0 0,0 0 0,0 0 0,0 0 0,0-1 0,0 1 0,1 0 0,-1 0 0,0 0 0,0 0 0,0 0 0,0 0 0,0-1 0,0 1 0,1 0 0,-1 0 0,0 0 0,0 0 0,0 0 0,0 0 0,1 0 0,-1 0 0,7 4 0,6 10 0,9 18 0,-6-6 0,2-2 0,31 35 0,-43-53 0,0-1 0,1 1 0,-1-1 0,1 0 0,0 0 0,0-1 0,0 0 0,1-1 0,-1 1 0,1-1 0,0-1 0,0 1 0,0-1 0,9 1 0,-14-3 0,0 0 0,1 0 0,-1 0 0,0 0 0,0-1 0,0 1 0,1-1 0,-1 0 0,0 0 0,0 0 0,0 0 0,0 0 0,-1-1 0,1 1 0,5-4 0,-4 1 0,-1 0 0,1 1 0,0-1 0,-1 0 0,0-1 0,0 1 0,0-1 0,4-8 0,-1-3 0,-1 0 0,0 0 0,-1 0 0,4-34 0,-7 45 0,0 0 0,0 0 0,0 0 0,1 0 0,0 1 0,-1-1 0,2 0 0,-1 1 0,6-8 0,-7 11 0,-1 0 0,1 0 0,0 0 0,0 0 0,0 0 0,0 0 0,0 0 0,0 1 0,1-1 0,-1 0 0,0 1 0,0-1 0,0 1 0,1-1 0,-1 1 0,0 0 0,2-1 0,-1 1 0,-1 1 0,1-1 0,0 0 0,-1 1 0,1-1 0,0 1 0,-1-1 0,1 1 0,-1 0 0,1 0 0,-1-1 0,0 1 0,1 0 0,-1 0 0,0 1 0,0-1 0,2 2 0,6 6 0,-1 1 0,0 0 0,-1 1 0,11 20 0,19 51 0,-20-41 0,17 43 0,-20-46 0,2-1 0,30 53 0,-32-71-1365</inkml:trace>
</inkml:ink>
</file>

<file path=ppt/ink/ink2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8:11.42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797 74 24575,'10'-12'0,"-8"8"0,-14 4 0,-2-1 0,0 1 0,-26-6 0,-14 0 0,30 5 0,-1 2 0,1 1 0,-28 5 0,22-3 0,-1-1 0,0-2 0,-32-2 0,8 0 0,40 0 0,1-1 0,-18-3 0,17 2 0,0 1 0,-15 0 0,9 2 0,-1 1 0,-36 7 0,1 0 0,50-8 0,0 1 0,1-1 0,-1-1 0,0 1 0,1-1 0,-10-3 0,16 4 0,0 0 0,0 0 0,0 0 0,0 0 0,-1 0 0,1 0 0,0 0 0,0 0 0,0 0 0,0 0 0,0 0 0,-1 0 0,1 0 0,0 0 0,0 0 0,0 0 0,0 0 0,0 0 0,-1 0 0,1 0 0,0 0 0,0-1 0,0 1 0,0 0 0,0 0 0,0 0 0,0 0 0,-1 0 0,1 0 0,0-1 0,0 1 0,0 0 0,0 0 0,0 0 0,0 0 0,0 0 0,0-1 0,0 1 0,0 0 0,0 0 0,0 0 0,0 0 0,0-1 0,0 1 0,0 0 0,0 0 0,0 0 0,0 0 0,0 0 0,0-1 0,0 1 0,0 0 0,0 0 0,1 0 0,-1 0 0,11-7 0,18-2 0,0 5 0,0 1 0,0 1 0,46 4 0,-15 0 0,310-2 0,-343-2 0,-1 0 0,38-9 0,-39 6 0,1 1 0,42-2 0,-64 6-119,13 0 370,-17 0-288,1 0-1,-1 0 1,0 0-1,1 1 1,-1-1-1,0 0 1,1 0 0,-1 0-1,0 0 1,0 0-1,1 0 1,-1 0-1,0 1 1,1-1 0,-1 0-1,0 0 1,0 0-1,1 1 1,-1-1 0,0 0-1,0 0 1,0 0-1,1 1 1,-1-1-1,0 0 1,0 1 0,0-1-1,0 0 1,0 0-1,0 1 1,0-1-1,1 0 1,-1 1 0,0-1-1,0 0 1,0 1-1,0-1 1,0 0-1,0 1 1</inkml:trace>
</inkml:ink>
</file>

<file path=ppt/ink/ink2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9:00.84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0 199 24575,'3'-3'0,"0"-1"0,0 1 0,0-1 0,0 1 0,1 0 0,0 0 0,-1 1 0,1-1 0,0 1 0,0-1 0,0 1 0,1 1 0,-1-1 0,0 0 0,1 1 0,-1 0 0,7-1 0,8 0 0,0 1 0,1 1 0,18 2 0,20 0 0,87-17 0,-35 3 0,435-21 0,-403 26 0,-32 2 0,1 4 0,-1 6 0,151 25 0,-214-21 0,1-2 0,73 1 0,-75-8 0,36-1 0,-80 1 0,0 0 0,0-1 0,0 1 0,0-1 0,0 1 0,0-1 0,0 0 0,0 0 0,0 0 0,0 0 0,0 0 0,-1 0 0,4-3 0,-5 4 0,0 0 0,1-1 0,-1 1 0,0 0 0,0-1 0,1 1 0,-1 0 0,0-1 0,0 1 0,0-1 0,1 1 0,-1-1 0,0 1 0,0 0 0,0-1 0,0 1 0,0-1 0,0 1 0,0-1 0,0 1 0,0-1 0,0 1 0,0 0 0,-1-2 0,1 1 0,-1 0 0,0 0 0,1 1 0,-1-1 0,0 0 0,0 0 0,0 0 0,1 1 0,-1-1 0,0 0 0,0 1 0,0-1 0,0 1 0,-2-1 0,-14-5 0,-1 1 0,0 0 0,1 1 0,-35-2 0,-1 0 0,-3-5 0,-108-36 0,163 47 0,0-1 0,0 1 0,0 0 0,0-1 0,0 1 0,0-1 0,0 1 0,0-1 0,0 0 0,0 1 0,0-1 0,1 0 0,-1 0 0,0 0 0,-1-1 0,2 2 0,0 0 0,0-1 0,0 1 0,0 0 0,0 0 0,0 0 0,0 0 0,0 0 0,0-1 0,0 1 0,0 0 0,0 0 0,0 0 0,0 0 0,0 0 0,1-1 0,-1 1 0,0 0 0,0 0 0,0 0 0,0 0 0,0 0 0,0 0 0,0-1 0,0 1 0,0 0 0,0 0 0,1 0 0,-1 0 0,0 0 0,0 0 0,0 0 0,0 0 0,0 0 0,0 0 0,1 0 0,11-1 0,9 5 0,0 1 0,0 1 0,0 1 0,-1 0 0,0 2 0,0 0 0,-1 1 0,19 14 0,-36-23 0,0 0 0,0 1 0,0-1 0,0 1 0,-1-1 0,1 1 0,0 0 0,-1-1 0,1 1 0,-1 0 0,1 0 0,-1 0 0,0 1 0,0-1 0,0 0 0,1 3 0,-2-3 0,0-1 0,0 1 0,0 0 0,0-1 0,-1 1 0,1 0 0,0-1 0,-1 1 0,1 0 0,-1-1 0,0 1 0,1-1 0,-1 1 0,0-1 0,0 1 0,0-1 0,0 0 0,0 1 0,-1-1 0,1 0 0,0 0 0,0 0 0,-3 2 0,-6 3 14,0 1-1,0-2 0,0 1 0,-1-1 1,0-1-1,0 0 0,0-1 1,-16 4-1,-10-1-756,-46 2 1,56-6-6084</inkml:trace>
</inkml:ink>
</file>

<file path=ppt/ink/ink2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8:54.16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17 1 24575,'12'37'0,"-2"0"0,-1 0 0,-2 1 0,-2 0 0,-1 1 0,-2-1 0,-2 1 0,-8 74 0,-17 13 45,14-80-515,2 0 0,-3 56 0,12-87-6356</inkml:trace>
</inkml:ink>
</file>

<file path=ppt/ink/ink2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8:54.45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114 1 24575,'-5'22'0,"-1"17"0,0 9 0,-2 7 0,1 3 0,0 5 0,0 1 0,-1-1 0,1-1 0,-1-1 0,1-1 0,0-2 0,0 0 0,-1-2 0,1-7 0,2-6 0,2-11-8191</inkml:trace>
</inkml:ink>
</file>

<file path=ppt/ink/ink2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8:56.76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175 116 24575,'-8'-13'0,"0"1"0,0 0 0,-19-20 0,22 27 0,0 0 0,-1 0 0,0 1 0,0-1 0,0 1 0,0 1 0,0-1 0,-1 1 0,-11-4 0,16 7 0,1-1 0,0 1 0,-1 0 0,1-1 0,0 1 0,-1 0 0,1 0 0,0 0 0,-1 0 0,1 1 0,0-1 0,-1 0 0,1 0 0,0 1 0,-1-1 0,1 1 0,0-1 0,0 1 0,-1 0 0,1-1 0,0 1 0,0 0 0,0 0 0,0 0 0,0 0 0,0 0 0,0 0 0,0 0 0,1 0 0,-1 0 0,0 0 0,1 1 0,-1-1 0,1 0 0,-1 0 0,1 1 0,-1 1 0,-2 5 0,1 1 0,1 1 0,-1-1 0,1 12 0,0-16 0,0 44 0,1-1 0,3 1 0,9 50 0,37 142 0,-37-188 0,8 32-1365,-16-65-5461</inkml:trace>
</inkml:ink>
</file>

<file path=ppt/ink/ink2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8:55.43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15 24575,'1'-1'0,"1"-1"0,0 1 0,-1 0 0,1-1 0,0 1 0,-1 0 0,1 0 0,0 0 0,0 1 0,0-1 0,0 0 0,4 0 0,-5 1 0,0 0 0,0 0 0,0 0 0,0 0 0,-1 0 0,1 0 0,0 0 0,0 1 0,0-1 0,0 0 0,0 1 0,0-1 0,0 0 0,0 1 0,-1-1 0,1 1 0,0 0 0,0-1 0,-1 1 0,1 0 0,0-1 0,-1 1 0,1 0 0,-1 0 0,1-1 0,-1 1 0,1 0 0,-1 0 0,1 0 0,-1 1 0,3 9 0,0 1 0,-1-1 0,0 0 0,-1 1 0,-1 0 0,-1 17 0,1-9 0,0 13 0,-3 217 0,-21-1 0,0-104-1365,20-122-5461</inkml:trace>
</inkml:ink>
</file>

<file path=ppt/ink/ink2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8:55.78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0 24575,'0'35'0,"0"18"0,0 10 0,0 2 0,0-1 0,0-3 0,3-5 0,0-5 0,0-3 0,2-3 0,0-4 0,2-4 0,-1-4 0,-1-4 0,-1-5 0,-2-5 0,-1-4-8191</inkml:trace>
</inkml:ink>
</file>

<file path=ppt/ink/ink2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9:01.77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1187 688 24575,'-126'-68'-138,"-372"-198"-1032,337 177 597,-199-144-1,318 202-5162</inkml:trace>
</inkml:ink>
</file>

<file path=ppt/ink/ink2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9:02.76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3777 1097 24575,'-105'-44'-123,"-391"-149"-1256,-728-154-789,637 190 1987,286 74 181,-469-129-517,501 155 401,245 53-3591</inkml:trace>
</inkml:ink>
</file>

<file path=ppt/ink/ink2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9:03.91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350 88 24575,'-28'-12'0,"-17"-7"0,-1 1 0,-71-17 0,113 34 0,0 0 0,0 1 0,-1-1 0,1 1 0,0 0 0,-1 0 0,1 0 0,0 1 0,0-1 0,-1 1 0,1 0 0,0 1 0,0-1 0,0 1 0,-4 1 0,5-1 0,0 1 0,0-1 0,0 0 0,1 1 0,-1 0 0,1-1 0,-1 1 0,1 0 0,0 0 0,0 1 0,1-1 0,-1 0 0,0 0 0,1 1 0,0-1 0,0 1 0,-1 6 0,0-2 0,1-1 0,0 1 0,1-1 0,0 1 0,0-1 0,0 1 0,1 0 0,3 12 0,-2-14 0,0-1 0,0 0 0,0 0 0,1 0 0,0 0 0,0 0 0,0-1 0,0 1 0,1-1 0,-1 0 0,1 0 0,7 5 0,7 4 0,0-1 0,1 0 0,39 16 0,65 16 0,-63-29-1365,-37-11-5461</inkml:trace>
</inkml:ink>
</file>

<file path=ppt/ink/ink2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9:04.33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23 23 24575,'-1'2'0,"-1"-1"0,0 0 0,1 0 0,-1 1 0,0-1 0,1 0 0,0 1 0,-1 0 0,1-1 0,0 1 0,0 0 0,0 0 0,0 0 0,0-1 0,0 1 0,-1 4 0,2-5 0,0 0 0,0 1 0,1-1 0,-1 0 0,0 1 0,0-1 0,1 0 0,-1 0 0,1 1 0,-1-1 0,1 0 0,-1 0 0,1 0 0,0 0 0,-1 0 0,1 1 0,0-1 0,0-1 0,0 1 0,0 0 0,0 0 0,0 0 0,0 0 0,0-1 0,0 1 0,1 0 0,-1-1 0,1 1 0,9 4 0,-1-1 0,1 0 0,0 0 0,19 3 0,-24-6 0,1 0 0,0 0 0,-1-1 0,1 0 0,0 0 0,0 0 0,-1-1 0,1 0 0,8-3 0,-13 3 0,0 0 0,0 0 0,-1 0 0,1 0 0,0 0 0,-1 0 0,1-1 0,-1 1 0,1 0 0,-1-1 0,1 0 0,-1 1 0,0-1 0,0 0 0,0 1 0,0-1 0,0 0 0,0 0 0,-1 0 0,1 0 0,0 0 0,-1 0 0,0 0 0,1 0 0,-1 0 0,0 0 0,0 0 0,0 0 0,-1-3 0,1 0 0,-1 0 0,0 0 0,0-1 0,0 1 0,-1 1 0,1-1 0,-1 0 0,-5-8 0,19 29-114,1 0 1,0-1-1,0-1 0,2 0 0,0-1 1,0 0-1,1-2 0,1 1 0,0-2 1,0 0-1,22 8 0,-25-13-6712</inkml:trace>
</inkml:ink>
</file>

<file path=ppt/ink/ink2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9:04.65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 24575,'2'12'0,"2"9"0,1 6 0,3 6 0,3 2 0,2 2 0,0 0 0,2 2 0,0-2 0,0 0 0,-1 0 0,1-3 0,0-4 0,0-2 0,-3-4 0,-1-3 0,-2-5-8191</inkml:trace>
</inkml:ink>
</file>

<file path=ppt/ink/ink2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9:04.82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266 1 24575,'-30'0'0,"-14"2"0,-2 1 0,1 3 0,4 2 0,7 0 0,8-1-8191</inkml:trace>
</inkml:ink>
</file>

<file path=ppt/ink/ink2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9:05.66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 96 24575,'-1'2'0,"0"-1"0,0 1 0,1 0 0,-1 0 0,1 0 0,-1 0 0,1 0 0,0 0 0,0 1 0,0-1 0,0 0 0,0 0 0,0 0 0,0 0 0,1 0 0,0 3 0,0-2 0,1 0 0,-1 0 0,1 1 0,0-1 0,0 0 0,0-1 0,0 1 0,5 5 0,2-1 0,0 1 0,0-1 0,1-1 0,18 10 0,3 0 0,38 13 0,-58-25 0,0-1 0,0 0 0,0-1 0,0 0 0,0-1 0,0 0 0,20-1 0,-29 0 0,0 0 0,0-1 0,0 1 0,0-1 0,0 0 0,0 1 0,0-1 0,0 0 0,0 0 0,-1 0 0,1 0 0,0-1 0,-1 1 0,1 0 0,-1-1 0,1 0 0,-1 1 0,0-1 0,1 1 0,-1-1 0,0 0 0,0 0 0,0 0 0,0 0 0,-1 0 0,2-3 0,-1 0 0,0 1 0,0-1 0,-1 1 0,1-1 0,-1 1 0,0-1 0,-1 1 0,1-1 0,-1 1 0,0 0 0,-2-8 0,1 6 0,3 7 0,5 11 0,-1-7 0,0 0 0,-1-1 0,2 0 0,-1 0 0,0 0 0,1-1 0,-1 1 0,1-1 0,0-1 0,0 1 0,1-1 0,-1 0 0,0 0 0,1-1 0,-1 0 0,1 0 0,-1-1 0,1 1 0,-1-1 0,1-1 0,0 1 0,-1-1 0,10-3 0,-14 4 0,-1-1 0,1 1 0,0-1 0,-1 0 0,1 1 0,-1-1 0,1 0 0,-1 0 0,0 0 0,1 0 0,-1 0 0,0-1 0,0 1 0,1 0 0,-1-1 0,0 1 0,0 0 0,-1-1 0,1 1 0,0-1 0,0 0 0,-1 1 0,1-1 0,-1 1 0,1-1 0,-1 0 0,0 1 0,0-1 0,1 0 0,-1 0 0,-1 1 0,1-1 0,0 0 0,0 1 0,-1-4 0,-1-1 0,1 0 0,-1 1 0,0-1 0,-1 1 0,1-1 0,-1 1 0,0 0 0,0 0 0,-6-6 0,-11-10-341,0 0 0,-2 2-1,-35-26 1,46 37-6485</inkml:trace>
</inkml:ink>
</file>

<file path=ppt/ink/ink2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9:05.86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 24575,'7'7'0,"6"3"0,-1 2 0,1-1 0,-2 0 0,0 0 0,-2-1-8191</inkml:trace>
</inkml:ink>
</file>

<file path=ppt/ink/ink2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9:06.03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20 0 24575,'-3'0'0,"0"3"0,-3 2 0,-2 4 0</inkml:trace>
</inkml:ink>
</file>

<file path=ppt/ink/ink2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9:06.33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 24575,'5'29'0,"2"15"0,2 5 0,1-1 0,3-7 0,0-4 0,2-5 0,-1-4 0,-1-6 0,-2-3 0,1-2 0,-2-3 0,-1-2 0,-1-2 0,0-2 0</inkml:trace>
</inkml:ink>
</file>

<file path=ppt/ink/ink2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9:06.52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255 0 24575,'-17'5'0,"-9"4"0,-1 1 0,3 0 0,3 0 0,4-1 0,1-1 0,1-2 0,1-2 0,0-4 0,1-3 0,-1-2 0,0-1 0,2-2 0,1 1 0</inkml:trace>
</inkml:ink>
</file>

<file path=ppt/ink/ink2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9:07.00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 24575,'18'53'0,"3"-1"0,1 0 0,39 62 0,-59-110 0,5 7 0,0 0 0,17 18 0,-23-27 0,1 0 0,-1 0 0,1-1 0,0 1 0,-1-1 0,1 0 0,0 1 0,0-1 0,0 0 0,0 0 0,0 0 0,0 0 0,0 0 0,1-1 0,-1 1 0,0-1 0,0 1 0,1-1 0,-1 0 0,0 0 0,0 0 0,1 0 0,-1 0 0,3-1 0,-3 1 0,-1-1 0,1 0 0,-1 0 0,1 0 0,-1 1 0,1-1 0,-1 0 0,0-1 0,1 1 0,-1 0 0,0 0 0,0-1 0,0 1 0,0 0 0,0-1 0,0 1 0,0-1 0,0-1 0,2-4 0,-1 1 0,-1 0 0,3-11 0,-4 12 0,1 0 0,0 0 0,0 1 0,0-1 0,1 0 0,0 1 0,2-5 0,-3 8 0,-1 0 0,1 0 0,0 0 0,0 0 0,0 0 0,-1 1 0,1-1 0,0 0 0,0 1 0,0-1 0,0 0 0,0 1 0,0-1 0,0 1 0,0 0 0,0-1 0,1 1 0,-1 0 0,0-1 0,0 1 0,2 0 0,-1 0 0,1 1 0,0-1 0,0 0 0,-1 1 0,1 0 0,0 0 0,-1 0 0,5 2 0,2 2 0,1 1 0,-1 0 0,12 11 0,-1 1-455,-1 0 0,27 33 0,-37-39-6371</inkml:trace>
</inkml:ink>
</file>

<file path=ppt/ink/ink2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9:07.86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0 24575,'2'19'0,"0"-1"0,1 0 0,1 0 0,8 25 0,4 15 0,-8-24 0,12 33 0,-19-65 0,0 0 0,0 0 0,0-1 0,0 1 0,0 0 0,0-1 0,1 1 0,-1 0 0,0-1 0,1 0 0,0 1 0,-1-1 0,1 0 0,0 0 0,-1 0 0,1 0 0,0 0 0,0 0 0,0 0 0,0 0 0,0-1 0,0 1 0,2-1 0,5 1 0,1 0 0,-1 0 0,19-3 0,-10 1 0,235-1 0,-251 2-88,22-1 307,-24 1-274,1-1 0,0 1-1,0 0 1,-1 0-1,1 0 1,0-1-1,-1 1 1,1 0 0,0-1-1,-1 1 1,1 0-1,0-1 1,-1 1-1,1-1 1,-1 1 0,1-1-1,-1 1 1,1-1-1,-1 0 1,1 1 0,-1-1-1,0 1 1,1-1-1,-1 0 1,0 0-1,1 0 1</inkml:trace>
</inkml:ink>
</file>

<file path=ppt/ink/ink2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9:08.42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51 171 24575,'1'2'0,"1"-1"0,-1 1 0,0 0 0,0 0 0,0 0 0,0 0 0,0 0 0,0 0 0,0 0 0,-1 0 0,1 3 0,2 28 0,0-7 0,-2-19 0,0-1 0,0 0 0,1 0 0,0 0 0,1-1 0,-1 1 0,1 0 0,0-1 0,0 1 0,1-1 0,7 8 0,-11-13 0,0 1 0,0-1 0,1 0 0,-1 0 0,0 1 0,0-1 0,1 0 0,-1 0 0,0 1 0,1-1 0,-1 0 0,1 0 0,-1 0 0,0 0 0,1 1 0,-1-1 0,1 0 0,-1 0 0,0 0 0,1 0 0,-1 0 0,1 0 0,-1 0 0,0 0 0,2 0 0,-2-1 0,0 1 0,0 0 0,1-1 0,-1 1 0,0-1 0,0 1 0,0 0 0,1-1 0,-1 1 0,0-1 0,0 1 0,0-1 0,0 1 0,0 0 0,0-1 0,0 1 0,0-1 0,0 0 0,-5-22 0,-2 8 0,-1 1 0,-1 1 0,-15-19 0,15 21 0,1 0 0,0-1 0,1 0 0,0 0 0,-8-20 0,13 27 0,0-1 0,0 1 0,1-1 0,0 0 0,0 0 0,1 1 0,-1-1 0,2-10 0,-1 12 0,1 1 0,0 0 0,0 0 0,0 0 0,1 0 0,-1 0 0,1 0 0,-1 0 0,1 0 0,0 0 0,0 1 0,1-1 0,-1 1 0,0-1 0,1 1 0,4-3 0,-1 1 0,0 0 0,0 1 0,0 0 0,0 0 0,1 1 0,-1 0 0,1 0 0,0 0 0,-1 1 0,1 0 0,0 0 0,8 1 0,-10 0 0,0 0 0,0 0 0,0 0 0,-1 1 0,1 0 0,0 0 0,0 1 0,0-1 0,-1 1 0,1 0 0,-1 0 0,1 0 0,-1 1 0,0 0 0,0-1 0,0 2 0,5 4 0,-7-6 0,-1 0 0,0-1 0,0 1 0,0 0 0,0 0 0,0 1 0,0-1 0,0 0 0,0 0 0,-1 0 0,1 1 0,-1-1 0,0 0 0,0 0 0,0 1 0,0-1 0,0 0 0,0 1 0,0-1 0,-1 0 0,1 0 0,-1 1 0,0-1 0,0 0 0,0 0 0,0 0 0,0 0 0,0 0 0,0 0 0,0 0 0,-2 1 0,-2 3 0,0 0 0,-1 0 0,1 0 0,-1-1 0,0 0 0,-1 0 0,-11 6 0,7-5-273,1-1 0,0 0 0,-1-1 0,-21 6 0,19-8-6553</inkml:trace>
</inkml:ink>
</file>

<file path=ppt/ink/ink2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9:08.98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144 222 24575,'-3'16'0,"-4"35"0,7-47 0,0 0 0,0 0 0,0 0 0,0 0 0,1 1 0,0-1 0,0 0 0,0 0 0,3 6 0,-4-9 0,0 0 0,0-1 0,1 1 0,-1-1 0,0 1 0,1-1 0,-1 1 0,0 0 0,1-1 0,-1 1 0,1-1 0,-1 0 0,1 1 0,-1-1 0,1 1 0,-1-1 0,1 0 0,0 1 0,-1-1 0,1 0 0,-1 0 0,1 1 0,0-1 0,-1 0 0,1 0 0,0 0 0,-1 0 0,1 0 0,0 0 0,-1 0 0,1 0 0,0 0 0,0 0 0,0-1 0,-1 1 0,1-1 0,-1 1 0,1-1 0,0 1 0,-1-1 0,1 1 0,-1-1 0,1 1 0,-1-1 0,1 0 0,-1 1 0,0-1 0,1 0 0,-1 0 0,0 1 0,0-1 0,1 0 0,-1 0 0,0 1 0,0-1 0,0 0 0,0 0 0,0 1 0,0-1 0,0 0 0,0 0 0,0 0 0,-1-4 0,0 1 0,-1 0 0,1-1 0,-1 1 0,1 0 0,-1 0 0,-1 0 0,-2-4 0,-23-29 0,23 31 0,-25-29 0,17 22 0,2 0 0,-1-1 0,2-1 0,0 0 0,-16-32 0,25 45 0,0 0 0,1 0 0,-1-1 0,0 1 0,1 0 0,-1-1 0,1 1 0,0 0 0,0-1 0,0 1 0,0 0 0,0-1 0,1 1 0,-1 0 0,1-1 0,-1 1 0,1 0 0,0-1 0,0 1 0,2-4 0,-1 4 0,0-1 0,1 1 0,-1-1 0,1 1 0,-1 0 0,1 0 0,0 0 0,0 0 0,0 1 0,0-1 0,0 1 0,0 0 0,0 0 0,5-2 0,13 0 0,1 0 0,-1 2 0,0 0 0,35 3 0,-6 0 0,-25-2-1365</inkml:trace>
</inkml:ink>
</file>

<file path=ppt/ink/ink2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9:09.23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12 24575,'24'-5'0,"9"-1"-8191</inkml:trace>
</inkml:ink>
</file>

<file path=ppt/ink/ink2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9:10.29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39 24575,'29'-10'0,"13"0"0,1 1 0,-4 2 0,-9 4 0,-9 6 0,-9 3-8191</inkml:trace>
</inkml:ink>
</file>

<file path=ppt/ink/ink2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9:10.55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0 24575,'10'10'0,"3"5"0,2 1 0,1 0 0,-3-1 0,-3-2-8191</inkml:trace>
</inkml:ink>
</file>

<file path=ppt/ink/ink2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9:11.31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16 0 24575,'0'0'0,"-1"0"0,0 0 0,1 0 0,-1 0 0,1 1 0,-1-1 0,1 0 0,-1 0 0,1 0 0,-1 0 0,1 1 0,-1-1 0,1 0 0,-1 1 0,1-1 0,-1 0 0,1 1 0,-1-1 0,1 0 0,-1 1 0,1-1 0,0 1 0,-1-1 0,1 1 0,0-1 0,0 1 0,-1 0 0,0 1 0,1 0 0,0 0 0,-1 0 0,1 0 0,0 0 0,0 0 0,0 0 0,0 3 0,2 4 0,0 0 0,4 14 0,5 3 0,26 50 0,0-3 0,-18-30-63,-9-22-262,0 0-1,-2 0 1,8 33-1,-13-40-6500</inkml:trace>
</inkml:ink>
</file>

<file path=ppt/ink/ink2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9:11.55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206 6 24575,'-27'-2'0,"-12"-1"0,-1 2 0,4 2 0,7 3 0,10 3 0,7 3 0,8 2 0,8-1 0,5 0 0,6-1 0,3-3 0,1 0 0,0-2 0,-4-1-8191</inkml:trace>
</inkml:ink>
</file>

<file path=ppt/ink/ink2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9:11.80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156 11 24575,'-8'-1'0,"-13"-3"0,-28-1 0,44 4 0,0 1 0,0 0 0,0 0 0,0 1 0,0 0 0,0 0 0,0 0 0,1 0 0,-1 1 0,0 0 0,-6 3 0,10-5 0,0 1 0,1-1 0,-1 1 0,0-1 0,0 1 0,1 0 0,-1-1 0,0 1 0,1 0 0,-1 0 0,1-1 0,-1 1 0,1 0 0,-1 0 0,1 0 0,-1 0 0,1 0 0,0-1 0,-1 1 0,1 0 0,0 0 0,0 0 0,0 1 0,0 0 0,0 0 0,1-1 0,-1 1 0,1 0 0,-1-1 0,1 1 0,0-1 0,-1 1 0,1-1 0,0 1 0,0-1 0,1 2 0,4 3 0,0 0 0,0-1 0,0 0 0,8 6 0,-5-6 0,-1 0 0,1 0 0,0-1 0,0-1 0,1 1 0,-1-2 0,1 1 0,-1-1 0,1-1 0,0 1 0,0-2 0,15 0 0,-23 0 0,0 0 0,0 0 0,0-1 0,0 1 0,0-1 0,-1 1 0,1-1 0,0 1 0,0-1 0,-1 0 0,1 0 0,0 0 0,-1 0 0,1 0 0,-1-1 0,0 1 0,1 0 0,-1-1 0,0 1 0,0-1 0,1 1 0,0-4 0,-1 3 0,-1 0 0,0 1 0,1-1 0,-1 0 0,0 0 0,0 0 0,0 0 0,0 0 0,0 0 0,-1 0 0,1 0 0,0 0 0,-1 0 0,0 0 0,1 1 0,-1-1 0,0 0 0,0 0 0,0 1 0,0-1 0,-3-3 0,-7-7-1365,0 2-5461</inkml:trace>
</inkml:ink>
</file>

<file path=ppt/ink/ink2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9:12.50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130 0 24575,'-15'0'0,"0"1"0,-25 4 0,36-5 0,1 1 0,0 0 0,-1 0 0,1 0 0,0 0 0,0 0 0,0 1 0,0-1 0,0 1 0,0 0 0,0 0 0,0 0 0,1 0 0,-1 1 0,1-1 0,0 1 0,0-1 0,-3 5 0,5-6 0,-1 1 0,1 0 0,-1-1 0,1 1 0,0 0 0,0 0 0,0 0 0,0-1 0,0 1 0,0 0 0,0 0 0,1-1 0,-1 1 0,1 0 0,-1-1 0,1 1 0,-1 0 0,1-1 0,0 1 0,0-1 0,0 1 0,0-1 0,0 1 0,0-1 0,1 0 0,1 2 0,3 3 0,0 0 0,0-1 0,0 0 0,10 5 0,-8-5 0,-1-2 0,1 1 0,-1-1 0,1 0 0,0-1 0,0 1 0,14 1 0,-19-4 0,1 0 0,0 1 0,-1-1 0,1 0 0,0-1 0,-1 1 0,1-1 0,0 0 0,-1 1 0,1-2 0,-1 1 0,1 0 0,-1-1 0,0 1 0,1-1 0,-1 0 0,0 0 0,0 0 0,3-4 0,-4 4 0,0-1 0,-1 1 0,1 0 0,-1 0 0,0-1 0,0 1 0,0 0 0,0-1 0,0 1 0,-1-1 0,1 0 0,-1 1 0,0-1 0,1 1 0,-1-1 0,0 0 0,-1 1 0,1-1 0,0 1 0,-1-1 0,1 1 0,-2-5 0,0 3 0,1 0 0,-1 0 0,1 0 0,-1 1 0,-1-1 0,1 0 0,0 1 0,-1 0 0,0-1 0,1 1 0,-1 0 0,-1 0 0,-3-3 0,7 6 0,-1 0 0,1 0 0,0-1 0,-1 1 0,1 0 0,-1 0 0,1 0 0,0-1 0,-1 1 0,1 0 0,0 0 0,-1 0 0,1 0 0,-1 0 0,1 0 0,-1 0 0,1 0 0,0 0 0,-1 0 0,1 0 0,-1 0 0,1 0 0,0 0 0,-1 0 0,1 0 0,-1 0 0,1 1 0,0-1 0,-1 0 0,0 1 0,1 0 0,-1-1 0,0 1 0,1 0 0,-1 0 0,1 0 0,-1 0 0,1 0 0,0 0 0,-1 0 0,1 0 0,0 0 0,0 1 0,-1 3 0,1 0 0,0 0 0,0 0 0,1 7 0,1-4 17,1 1 0,-1-1 1,2 0-1,-1 0 0,1 0 0,9 13 0,-2-4-760,26 27 1,-28-35-6084</inkml:trace>
</inkml:ink>
</file>

<file path=ppt/ink/ink2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9:13.01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1 112 24575,'3'1'0,"0"0"0,1 1 0,-1-1 0,0 1 0,0 0 0,0 0 0,-1 0 0,1 1 0,0-1 0,4 6 0,0-1 0,8 6 0,1-1 0,0 0 0,1-1 0,28 15 0,-44-26 0,0 1 0,0-1 0,0 1 0,-1-1 0,1 1 0,0-1 0,0 0 0,0 1 0,0-1 0,0 0 0,0 0 0,0 0 0,0 0 0,0 0 0,-1 0 0,1 0 0,0 0 0,0 0 0,0 0 0,0 0 0,0 0 0,0-1 0,0 1 0,0 0 0,-1-1 0,1 1 0,0-1 0,0 1 0,0-1 0,-1 1 0,1-1 0,0 0 0,-1 1 0,1-1 0,0 0 0,-1 0 0,1 1 0,-1-1 0,1 0 0,-1 0 0,1 0 0,-1 1 0,0-1 0,1 0 0,-1 0 0,0 0 0,0 0 0,0 0 0,0 0 0,0-2 0,1-2 0,-1-1 0,0 0 0,0 0 0,-1 0 0,0 0 0,-3-11 0,-4-9 0,4 16 0,1 0 0,0 0 0,0-1 0,-1-16 0,4 24-76,0 0 1,0 1-1,0-1 0,-1 0 0,1 1 0,-1-1 0,1 1 0,-1-1 1,0 1-1,0-1 0,0 1 0,0-1 0,-1 1 0,1 0 1,-1 0-1,1 0 0,-3-3 0,-5-1-6750</inkml:trace>
</inkml:ink>
</file>

<file path=ppt/ink/ink2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9:13.43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111 112 24575,'-4'-4'0,"-1"-2"0,-1 0 0,0 0 0,0 0 0,-1 1 0,1 0 0,-1 0 0,0 1 0,-1 0 0,-14-6 0,21 10 0,0-1 0,1 1 0,-1 0 0,0-1 0,0 1 0,0 0 0,0 0 0,0 0 0,0 0 0,0 0 0,1 0 0,-1 0 0,0 0 0,0 0 0,0 1 0,0-1 0,0 0 0,0 0 0,1 1 0,-1-1 0,0 1 0,0-1 0,0 1 0,-1 0 0,2 0 0,-1 0 0,1 0 0,-1 0 0,1 0 0,-1 1 0,1-1 0,0 0 0,0 0 0,-1 0 0,1 0 0,0 1 0,0-1 0,0 0 0,0 0 0,0 0 0,1 2 0,0 2 0,0 1 0,1-1 0,-1 1 0,1-1 0,1 0 0,4 9 0,0-4 0,0-1 0,1 0 0,0 0 0,15 12 0,-19-17 0,1-1 0,0 1 0,0-1 0,0 0 0,0 0 0,0-1 0,1 0 0,-1 0 0,1 0 0,-1 0 0,8 0 0,-11-1 0,-1-1 0,0 0 0,1 0 0,-1 0 0,0 0 0,1 0 0,-1 0 0,0 0 0,1 0 0,-1 0 0,0-1 0,1 1 0,-1 0 0,0-1 0,1 1 0,-1-1 0,0 0 0,0 1 0,0-1 0,0 0 0,1 0 0,-1 0 0,0 0 0,-1 0 0,1 0 0,0 0 0,0 0 0,0 0 0,0 0 0,-1 0 0,1 0 0,-1-1 0,1 1 0,-1 0 0,1-1 0,-1 1 0,0 0 0,1-1 0,-1-1 0,0-2 0,0 0 0,-1 0 0,1 1 0,-1-1 0,0 0 0,0 1 0,-1-1 0,1 1 0,-1-1 0,-3-5 0,-3-2-124,-1 0 0,0 1 0,0 0 0,-1 0 0,-1 1 0,1 0-1,-2 1 1,1 0 0,-1 1 0,-14-7 0,13 8-6702</inkml:trace>
</inkml:ink>
</file>

<file path=ppt/ink/ink2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9:13.71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0 24575,'5'0'0,"4"3"0,3 0 0,-1 2 0,1 4 0,-2 1 0,-3 3 0,0-2 0,-1 0 0,1-2 0,-1 1 0</inkml:trace>
</inkml:ink>
</file>

<file path=ppt/ink/ink2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9:13.95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 24575,'8'5'0,"2"4"0,-1 3 0,-4 2 0,-3 1 0,-2 0 0,0 0 0,-4-2 0</inkml:trace>
</inkml:ink>
</file>

<file path=ppt/ink/ink2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9:14.54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138 486 24575,'-16'-21'0,"5"5"0,0 1 0,-1 0 0,-1 1 0,-25-22 0,37 36 0,1-1 0,-1 0 0,0 1 0,0-1 0,1 1 0,-1-1 0,0 1 0,0-1 0,0 1 0,0 0 0,0-1 0,0 1 0,0 0 0,1 0 0,-1-1 0,0 1 0,0 0 0,0 0 0,0 0 0,0 0 0,0 0 0,-2 1 0,3-1 0,-1 1 0,0 0 0,1-1 0,-1 1 0,0 0 0,1-1 0,-1 1 0,0 0 0,1-1 0,-1 1 0,1 0 0,0 0 0,-1 0 0,1 0 0,0 0 0,-1-1 0,1 1 0,0 1 0,-1 5 0,0-1 0,1 0 0,0 1 0,0-1 0,1 8 0,2 8 0,2 1 0,0-1 0,1 0 0,18 42 0,-20-55 0,1 0 0,0 0 0,0 0 0,1-1 0,0 0 0,0 0 0,1 0 0,0-1 0,0 0 0,1 0 0,0-1 0,0 1 0,14 6 0,-19-12 0,-1 1 0,1-1 0,-1 0 0,1-1 0,-1 1 0,1 0 0,-1-1 0,1 1 0,0-1 0,-1 0 0,1 0 0,0 0 0,-1 0 0,1 0 0,0-1 0,-1 1 0,5-2 0,-5 0 0,1 1 0,-1 0 0,0-1 0,0 1 0,0-1 0,0 1 0,-1-1 0,1 0 0,0 0 0,-1 0 0,1 0 0,-1 0 0,0 0 0,0 0 0,0-1 0,0 1 0,0 0 0,0-1 0,0-2 0,2-8 0,-1-1 0,0 1 0,-1-1 0,-1 0 0,0 1 0,-1-1 0,0 0 0,-1 1 0,-5-18 0,-5-11 0,-26-63 0,-9-2 0,-86-141 0,144 273 0,9 29 0,-1-1 0,26 54 0,96 161 0,-125-241-1365,-2-6-5461</inkml:trace>
</inkml:ink>
</file>

<file path=ppt/ink/ink2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9:15.86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75 518 24575,'-4'-3'0,"0"1"0,0 0 0,0 0 0,0 0 0,0 1 0,-1-1 0,1 1 0,-7-1 0,10 2 0,0 0 0,-1 0 0,1 0 0,0 0 0,0 1 0,0-1 0,-1 0 0,1 0 0,0 1 0,0-1 0,0 1 0,0-1 0,0 1 0,0-1 0,0 1 0,0 0 0,0 0 0,0-1 0,0 1 0,0 0 0,1 0 0,-1 0 0,0 0 0,0 0 0,1 0 0,-1 0 0,1 0 0,-1 0 0,1 0 0,-1 0 0,1 0 0,0 1 0,0-1 0,-1 0 0,1 0 0,0 2 0,0 3 0,0 0 0,0 0 0,0 0 0,1-1 0,0 1 0,0 0 0,0 0 0,1-1 0,0 1 0,0-1 0,0 1 0,1-1 0,5 8 0,-4-6 0,0-1 0,1 1 0,0-1 0,0-1 0,0 1 0,1-1 0,0 0 0,0 0 0,13 7 0,-18-11 0,1 0 0,0 0 0,0 0 0,-1-1 0,1 1 0,0 0 0,0-1 0,0 1 0,0-1 0,0 0 0,0 0 0,0 0 0,0 0 0,-1 0 0,1 0 0,0 0 0,0-1 0,0 1 0,0-1 0,0 1 0,0-1 0,-1 0 0,1 0 0,0 0 0,-1 0 0,1 0 0,0 0 0,-1 0 0,1 0 0,1-3 0,-1 2 0,0-1 0,0 1 0,-1-1 0,1 0 0,-1 0 0,0 0 0,0 0 0,0 0 0,0 0 0,0 0 0,0 0 0,-1-1 0,0 1 0,0 0 0,1 0 0,-2 0 0,1-1 0,-1-2 0,-1-5 0,-1 0 0,-1 0 0,1 0 0,-2 0 0,0 1 0,0-1 0,-1 1 0,0 1 0,0-1 0,-14-14 0,9 16 0,11 8 0,0 0 0,0 0 0,-1 0 0,1 0 0,0 0 0,0 0 0,0 0 0,-1 0 0,1 0 0,0 0 0,0 0 0,0 0 0,-1 0 0,1 0 0,0 0 0,0 0 0,0 1 0,-1-1 0,1 0 0,0 0 0,0 0 0,0 0 0,0 0 0,-1 0 0,1 1 0,0-1 0,0 0 0,0 0 0,0 0 0,0 0 0,0 1 0,0-1 0,-1 0 0,1 2 0,0-1 0,0 1 0,-1-1 0,1 1 0,0-1 0,0 1 0,1-1 0,-1 1 0,0-1 0,0 1 0,1-1 0,-1 0 0,2 3 0,6 15 0,2-1 0,0 0 0,1 0 0,1-1 0,0-1 0,1 0 0,25 23 0,-32-34 0,0 0 0,1-1 0,-1 0 0,1 0 0,0 0 0,0-1 0,0 0 0,0 0 0,0-1 0,1 0 0,-1 0 0,1-1 0,-1 0 0,1 0 0,11-1 0,-17 0 0,0 0 0,0 0 0,0-1 0,0 1 0,0-1 0,0 1 0,0-1 0,0 0 0,-1 0 0,1 0 0,0 0 0,0 0 0,-1 0 0,1 0 0,-1 0 0,3-4 0,-1 2 0,-1 1 0,0-1 0,-1-1 0,1 1 0,0 0 0,-1 0 0,0-1 0,0 1 0,1-4 0,0-1 0,-1-1 0,-1 1 0,1-1 0,-1 1 0,0-1 0,-1 1 0,-2-12 0,-11-30 0,-32-77 0,14 42 0,-65-174 0,78 204 0,17 58 0,-1 9 0,-2 15 0,-1 49 0,7 120 0,0-183 0,0 1 0,1-1 0,0 0 0,1 1 0,1-1 0,8 22 0,-8-26 0,1-1 0,0 1 0,0-1 0,1 0 0,0-1 0,0 1 0,1-1 0,0 0 0,0-1 0,10 7 0,-11-8 0,1 0 0,0 0 0,1-1 0,-1 0 0,1 0 0,-1-1 0,1 0 0,0 0 0,1-1 0,-1 0 0,0 0 0,1-1 0,-1 0 0,17-1 0,-22-1 0,0 1 0,0-1 0,0 0 0,0 0 0,0 0 0,0-1 0,-1 1 0,1-1 0,0 1 0,0-1 0,-1 0 0,0 0 0,1 0 0,-1-1 0,0 1 0,0 0 0,0-1 0,0 1 0,0-1 0,-1 0 0,1 0 0,-1 1 0,2-5 0,0-1 0,-1-1 0,1 1 0,-1-1 0,-1 1 0,0-1 0,1-17 0,14 61 0,-9-15 0,2 0 0,0 0 0,1-1 0,1-1 0,1 0 0,0 0 0,21 21 0,-24-28-1365,-1-2-5461</inkml:trace>
</inkml:ink>
</file>

<file path=ppt/ink/ink2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9:16.03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 24575,'5'4'0,"2"8"0,-4 3 0,-1 2 0,-1 1 0,-2-1 0,1-3-8191</inkml:trace>
</inkml:ink>
</file>

<file path=ppt/ink/ink2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9:16.50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104 25 24575,'-6'-3'0,"1"1"0,-2-1 0,1 1 0,0 1 0,0-1 0,0 1 0,-1 0 0,-10 0 0,15 1 0,1 0 0,-1 0 0,0 0 0,1 0 0,-1 0 0,1 1 0,0-1 0,-1 1 0,1-1 0,-1 1 0,1-1 0,-1 1 0,1 0 0,0 0 0,0 0 0,-1 0 0,1-1 0,0 2 0,0-1 0,0 0 0,0 0 0,0 0 0,0 0 0,1 1 0,-1-1 0,0 0 0,0 1 0,1-1 0,-1 1 0,1-1 0,0 1 0,-1-1 0,1 1 0,0-1 0,0 1 0,0-1 0,0 1 0,0-1 0,0 1 0,0-1 0,1 3 0,0 5 0,1-1 0,0 1 0,1-1 0,-1 0 0,2 1 0,-1-1 0,1-1 0,0 1 0,1-1 0,0 1 0,6 7 0,5 3 0,0-1 0,35 28 0,-49-43 0,1 0 0,-1 0 0,0-1 0,1 1 0,-1-1 0,1 1 0,0-1 0,0 0 0,-1 0 0,1-1 0,5 2 0,-7-2 0,0 0 0,0 0 0,0 0 0,0 0 0,0-1 0,0 1 0,0 0 0,0-1 0,0 1 0,0 0 0,0-1 0,0 1 0,0-1 0,0 0 0,0 1 0,-1-1 0,1 0 0,0 1 0,0-1 0,-1 0 0,1 0 0,-1 0 0,1 0 0,0 1 0,-1-1 0,0 0 0,1 0 0,-1 0 0,0 0 0,1 0 0,-1 0 0,0 0 0,0 0 0,0 0 0,0-2 0,1-4 0,0-1 0,-1 0 0,-1 1 0,1-1 0,-1 1 0,0-1 0,-1 1 0,0-1 0,0 1 0,0 0 0,-6-10 0,-5-8 0,-28-42 0,16 29 0,64 104 0,52 83 0,-81-135-1365,-3-2-5461</inkml:trace>
</inkml:ink>
</file>

<file path=ppt/ink/ink2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9:17.22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168 0 24575,'26'62'0,"57"94"0,-42-82 0,-38-68 0,-1-4 0,-1 1 0,1-1 0,-1 1 0,0-1 0,0 1 0,0 0 0,0 3 0,0-6 0,-1 0 0,0 1 0,0-1 0,0 1 0,-1-1 0,1 0 0,0 1 0,0-1 0,0 1 0,0-1 0,0 0 0,0 1 0,0-1 0,-1 0 0,1 1 0,0-1 0,0 0 0,-1 1 0,1-1 0,0 0 0,0 0 0,-1 1 0,0 0 0,0-1 0,0 0 0,0 1 0,0-1 0,0 1 0,0-1 0,0 0 0,0 0 0,0 0 0,0 0 0,0 0 0,-2 0 0,-7-1 0,0 0 0,0-1 0,0-1 0,0 0 0,1 0 0,-19-9 0,0 0 0,-11-2 0,-96-41 0,121 47-1365,4 1-5461</inkml:trace>
</inkml:ink>
</file>

<file path=ppt/ink/ink2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9:17.44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0 24575,'8'15'0,"4"7"0,0 2 0,1 0 0,-1-2 0,-4-4-8191</inkml:trace>
</inkml:ink>
</file>

<file path=ppt/ink/ink2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9:17.65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 24575,'20'29'0,"6"15"0,-1 3 0,-3-3 0,-4-5 0,-6-10-8191</inkml:trace>
</inkml:ink>
</file>

<file path=ppt/ink/ink2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9:17.91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69 24575,'1'-2'0,"0"-4"0,1 0 0,-1 0 0,2-1 0,-1 1 0,6-10 0,-7 14 0,1 1 0,-1-1 0,0 1 0,0-1 0,1 1 0,-1 0 0,1 0 0,-1 0 0,1 0 0,-1 0 0,1 0 0,0 0 0,0 1 0,-1-1 0,1 0 0,0 1 0,0-1 0,0 1 0,0 0 0,-1 0 0,1 0 0,0 0 0,0 0 0,3 1 0,3 0 0,-1 1 0,1 0 0,-1 0 0,0 1 0,0 0 0,0 0 0,0 1 0,9 6 0,-1 1 0,0 0 0,17 18 0,-27-24-108,12 14-1149</inkml:trace>
</inkml:ink>
</file>

<file path=ppt/ink/ink2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9:18.39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225 9 24575,'-1'-1'0,"-1"0"0,1 0 0,-1 0 0,1 0 0,-1 0 0,0 1 0,1-1 0,-1 1 0,0-1 0,0 1 0,-2 0 0,4 0 0,-1 0 0,1 0 0,-1 0 0,1 0 0,-1 0 0,0 1 0,1-1 0,-1 0 0,1 0 0,-1 1 0,1-1 0,0 0 0,-1 1 0,1-1 0,-1 1 0,1-1 0,0 1 0,-1-1 0,1 0 0,0 1 0,-1-1 0,1 1 0,0-1 0,0 1 0,-1 0 0,1-1 0,0 1 0,0-1 0,0 1 0,0-1 0,0 1 0,0 0 0,0-1 0,0 1 0,0-1 0,0 1 0,0 0 0,1 7 0,0 0 0,0-1 0,0 1 0,1-1 0,0 1 0,1-1 0,-1 0 0,6 10 0,35 54 0,-21-38 0,-18-25 0,-3-6 0,0 0 0,0 0 0,0 0 0,1 0 0,-1 0 0,0-1 0,1 1 0,-1 0 0,1-1 0,0 1 0,3 2 0,-5-4 0,0 0 0,0 0 0,0 0 0,0 0 0,1 0 0,-1 0 0,0 0 0,0 0 0,0 0 0,1 0 0,-1 0 0,0 0 0,0 0 0,0 0 0,1 0 0,-1 0 0,0 0 0,0 0 0,0 0 0,1 0 0,-1 0 0,0 0 0,0 0 0,0 0 0,1 0 0,-1 0 0,0 0 0,0 0 0,0-1 0,0 1 0,1 0 0,-1 0 0,0 0 0,0 0 0,0-1 0,2-8 0,-5-9 0,1 10 0,-1 0 0,0 0 0,-1 1 0,0 0 0,0-1 0,0 1 0,-1 1 0,0-1 0,-6-6 0,9 11 0,1 1 0,-1-1 0,1 1 0,-1-1 0,0 1 0,0 0 0,1-1 0,-1 1 0,0 0 0,0 0 0,0 1 0,0-1 0,0 0 0,0 1 0,-1-1 0,1 1 0,0 0 0,0-1 0,0 1 0,0 0 0,0 0 0,-1 1 0,1-1 0,0 0 0,0 1 0,0-1 0,0 1 0,0 0 0,0-1 0,0 1 0,0 0 0,0 0 0,0 1 0,0-1 0,1 0 0,-1 1 0,0-1 0,-2 4 0,-3 3 0,0 0 0,1 1 0,-1 0 0,2 1 0,-1-1 0,1 1 0,1 0 0,0 1 0,0-1 0,-3 21 0,1-1 0,2 1 0,0 50 0,4-69 0,-1 13 0,6 50 0,-4-69 0,-1 0 0,2 0 0,-1-1 0,1 1 0,0 0 0,0-1 0,0 1 0,1-1 0,0 0 0,0 0 0,0 0 0,1 0 0,0-1 0,4 5 0,-7-8 0,-1 0 0,1-1 0,-1 1 0,1-1 0,-1 1 0,1-1 0,0 0 0,-1 1 0,1-1 0,-1 0 0,1 1 0,0-1 0,0 0 0,-1 0 0,1 0 0,0 1 0,-1-1 0,1 0 0,0 0 0,0 0 0,-1 0 0,1 0 0,0 0 0,0-1 0,-1 1 0,1 0 0,0 0 0,-1 0 0,2-1 0,-1 0 0,-1 1 0,1-1 0,-1 0 0,1 1 0,-1-1 0,0 0 0,1 1 0,-1-1 0,0 0 0,0 0 0,1 1 0,-1-1 0,0 0 0,0 0 0,0 0 0,0 1 0,0-1 0,0 0 0,0 0 0,0 1 0,0-1 0,-1 0 0,1 0 0,0 1 0,0-1 0,-1 0 0,1 1 0,-1-2 0,-2-5 10,-1 0 0,-1 0 0,1 1 0,-1 0-1,0 0 1,-1 0 0,1 0 0,-1 1 0,0 0-1,-9-5 1,-9-6-576,-36-17-1,52 29 227,-11-6-6486</inkml:trace>
</inkml:ink>
</file>

<file path=ppt/ink/ink2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9:19.24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29 158 24575,'-8'-2'0,"-2"-4"0,4-3 0,1-2 0,5 0 0,5 0 0,4 2 0,1 0 0,0-2 0,2 0 0,0-1 0,2 1 0,-2 0 0,-1 0 0,0-1 0,-1 1-8191</inkml:trace>
</inkml:ink>
</file>

<file path=ppt/ink/ink2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8:20.48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 24575,'6'131'0,"2"119"0,-7-96 0,10-29 0,-7-90 0,-4-30 0,1 0 0,0 1 0,0-1 0,0 0 0,3 7 0,-4-13-24,0 1-1,0 0 1,0 0 0,0 0-1,0 0 1,1 0 0,-1 0-1,0 0 1,0 0-1,0 0 1,0 0 0,0-1-1,0 1 1,0 0 0,0 0-1,0 0 1,0 0-1,0 0 1,0 0 0,0 0-1,1 0 1,-1 0 0,0 0-1,0 0 1,0 0-1,0 0 1,0 0 0,0 0-1,0 0 1,0 0-1,0 0 1,1 0 0,-1 0-1,0 0 1,0 0 0,0 0-1,0 0 1,0 0-1,0 0 1,0 0 0,0 0-1,0 0 1,0 0 0,1 0-1,-1 0 1,0 0-1,0 0 1,0 0 0,0 0-1,0 0 1,0 1-1,0-1 1,0 0 0,0 0-1,0 0 1</inkml:trace>
</inkml:ink>
</file>

<file path=ppt/ink/ink2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8:21.73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1 103 24575,'3'-7'0,"0"1"0,1-1 0,0 1 0,1 0 0,-1 0 0,1 0 0,0 0 0,1 1 0,-1 0 0,1 0 0,0 0 0,0 1 0,1 0 0,-1 0 0,1 1 0,0 0 0,0 0 0,0 0 0,0 1 0,1 0 0,-1 0 0,0 1 0,1 0 0,12 0 0,302 3 0,-244 2 0,131 24 0,-39-4 0,-119-18 0,-4 0 0,0-2 0,84-4 0,-126-1 0,1 0 0,-1 0 0,0 0 0,1-1 0,-1 0 0,0 0 0,0-1 0,-1 0 0,1 1 0,0-1 0,4-5 0,-6 6 0,0 1 0,0-1 0,0 0 0,0 1 0,0 0 0,0 0 0,0 0 0,0 0 0,0 0 0,1 1 0,-1-1 0,0 1 0,1 0 0,-1 0 0,0 0 0,5 1 0,5 2 0,0-1 0,19 9 0,1-1 0,-31-10 0,1 1 0,-1 0 0,0 0 0,1 0 0,-1 0 0,0 0 0,0 1 0,0-1 0,0 1 0,0-1 0,0 1 0,0 0 0,0 0 0,-1 0 0,1 0 0,-1 0 0,1 0 0,-1 0 0,0 0 0,0 1 0,1 2 0,1 4 0,0 1 0,-1 0 0,0-1 0,0 13 0,-1-13 0,1 8 0,13 151 0,-14-135 0,-2 0 0,-1 1 0,-6 34 0,-4-5 0,2 1 0,-1 101 0,11-151 0,0 7 0,4 24 0,-3-37 0,0-1 0,1 0 0,0 0 0,1 0 0,-1-1 0,1 1 0,5 7 0,-4-8 0,-1 1 0,1-1 0,-1 1 0,-1-1 0,1 1 0,-1 0 0,0 0 0,1 8 0,-3-13 0,0 1 0,0-1 0,0 0 0,0 0 0,0 0 0,0 1 0,-1-1 0,1 0 0,-1 0 0,0 0 0,0 0 0,1 0 0,-1 0 0,-1 0 0,1 0 0,0 0 0,0-1 0,-1 1 0,1 0 0,-1-1 0,1 1 0,-1-1 0,0 0 0,1 1 0,-1-1 0,0 0 0,0 0 0,0 0 0,0 0 0,0 0 0,-2 0 0,-11 3 0,1-1 0,-1-1 0,0 0 0,0-1 0,0-1 0,-21-1 0,4 0 0,-839 0 0,738 8 0,-1 1 0,116-8-1365,4-1-5461</inkml:trace>
</inkml:ink>
</file>

<file path=ppt/ink/ink2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8:22.97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45 41 24575,'0'-3'0,"0"-1"0,-1 1 0,0-1 0,1 1 0,-1-1 0,-1 1 0,1 0 0,0 0 0,-3-6 0,3 9 0,1 0 0,0 0 0,0 0 0,0 0 0,0 0 0,0 0 0,0-1 0,0 1 0,0 0 0,-1 0 0,1 0 0,0 0 0,0 0 0,0 0 0,0 0 0,0 0 0,-1 0 0,1 0 0,0 0 0,0 0 0,0 0 0,0 0 0,0-1 0,-1 1 0,1 0 0,0 0 0,0 1 0,0-1 0,0 0 0,0 0 0,-1 0 0,1 0 0,0 0 0,0 0 0,0 0 0,0 0 0,0 0 0,-1 0 0,-3 7 0,-1 9 0,-7 73 0,8-54 0,1 1 0,4 53 0,0-31 0,-1-56 0,0 1 0,0-1 0,0 1 0,0-1 0,1 1 0,-1-1 0,1 1 0,0-1 0,0 1 0,1 2 0,-2-5 0,1 1 0,-1 0 0,1-1 0,0 1 0,-1-1 0,1 1 0,0-1 0,-1 1 0,1-1 0,0 1 0,-1-1 0,1 0 0,0 0 0,0 1 0,0-1 0,-1 0 0,1 0 0,0 0 0,0 0 0,0 0 0,-1 0 0,1 0 0,0 0 0,0 0 0,0 0 0,0 0 0,-1 0 0,1-1 0,0 1 0,0 0 0,-1-1 0,1 1 0,0 0 0,1-2 0,9-4 0,0-1 0,0-1 0,0 0 0,-1 0 0,12-14 0,13-10 0,-23 21 0,-9 8 0,1 0 0,-1 0 0,0 0 0,1 1 0,6-4 0,-8 8 0,-3 5 0,-5 11 0,6-15 0,-7 21 0,-6 38 0,13-59 0,-1 0 0,1-1 0,-1 1 0,0-1 0,0 1 0,0-1 0,0 1 0,0-1 0,-1 1 0,1-1 0,0 0 0,-3 3 0,3-4 0,0 0 0,0-1 0,0 1 0,0 0 0,0-1 0,0 1 0,0-1 0,-1 1 0,1-1 0,0 1 0,0-1 0,0 0 0,0 0 0,-1 1 0,1-1 0,0 0 0,0 0 0,0 0 0,-1 0 0,1-1 0,0 1 0,0 0 0,0 0 0,0-1 0,-1 1 0,1-1 0,0 1 0,0-1 0,-1 0 0,-6-4-85,1 0 0,0-1-1,0 0 1,0 0 0,1 0-1,0-1 1,0 0 0,1 0-1,0 0 1,0-1 0,0 0-1,1 0 1,0 0 0,1 0-1,-4-15 1,5 12-6741</inkml:trace>
</inkml:ink>
</file>

<file path=ppt/ink/ink2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8:23.84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105 154 24575,'-3'2'0,"0"0"0,0 0 0,0 0 0,0 1 0,0-1 0,1 1 0,-1 0 0,1 0 0,-1 0 0,1 0 0,0 0 0,1 1 0,-1-1 0,0 0 0,1 1 0,0 0 0,0-1 0,0 1 0,0 0 0,0-1 0,1 1 0,0 0 0,0 5 0,0 0 0,0 1 0,1-1 0,0 1 0,1-1 0,0 0 0,0 0 0,1 0 0,5 10 0,-8-17 0,1-1 0,0 0 0,0 1 0,-1-1 0,1 0 0,0 0 0,0 0 0,0 0 0,1 0 0,-1 0 0,0 0 0,2 1 0,-3-2 0,0 1 0,0-1 0,1 0 0,-1 0 0,0 0 0,0 0 0,0 0 0,0 0 0,1 0 0,-1 0 0,0 0 0,0 0 0,0 0 0,1 0 0,-1 0 0,0 0 0,0 0 0,0 0 0,1 0 0,-1 0 0,0 0 0,0 0 0,0-1 0,0 1 0,1 0 0,-1 0 0,0 0 0,0 0 0,0 0 0,0 0 0,1 0 0,-1-1 0,1-11 0,-4-6 0,-1 0 0,-1 1 0,-1-1 0,-13-26 0,16 36 0,-19-40 0,9 21 0,-12-37 0,24 64 0,1 0 0,0-1 0,0 1 0,0 0 0,0-1 0,0 1 0,-1 0 0,1-1 0,0 1 0,0 0 0,0-1 0,0 1 0,0-1 0,0 1 0,0 0 0,0-1 0,0 1 0,0 0 0,0-1 0,1 1 0,-1 0 0,0-1 0,0 1 0,0 0 0,0-1 0,1 1 0,7 3 0,13 15 0,-18-15 0,7 6 0,0 0 0,1-1 0,0 0 0,1-1 0,19 9 0,-25-13 0,0 0 0,0-1 0,0 0 0,1 0 0,-1-1 0,1 0 0,0 0 0,-1 0 0,1-1 0,-1 0 0,1 0 0,0-1 0,9-2 0,-13 3 0,-1-1 0,1 0 0,-1 0 0,1 0 0,-1-1 0,0 1 0,0-1 0,1 1 0,-1-1 0,0 0 0,0 1 0,0-1 0,-1 0 0,1 0 0,0 0 0,-1-1 0,0 1 0,1 0 0,-1-1 0,0 1 0,0-1 0,0 1 0,0-1 0,-1 1 0,1-4 0,1-6 0,-1 0 0,0 0 0,-1 0 0,-2-16 0,0 3 0,5 38 0,0-1 0,0 0 0,1 0 0,6 13 0,4 11 0,60 145 0,-61-146-1365,-8-21-5461</inkml:trace>
</inkml:ink>
</file>

<file path=ppt/ink/ink2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8:24.57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 7 24575,'-3'-3'0,"3"0"0,0 2 0,0 4 0,3 5 0,1 2 0,3 2 0,1 0 0,0-1 0,2 1 0,0 1 0,2 0 0,-1 1 0,-1-2 0,-1-1 0</inkml:trace>
</inkml:ink>
</file>

<file path=ppt/ink/ink2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8:25.13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910 1 24575,'-478'23'0,"358"-9"0,-78 5 0,98-17-1365,87-2-5461</inkml:trace>
</inkml:ink>
</file>

<file path=ppt/ink/ink2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8:25.71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328 150 24575,'-230'-109'0,"167"81"0,43 17 0,17 9 0,11 8 0,-6-4 0,80 57 0,-53-39 0,-1 0 0,40 38 0,-66-55 0,0-1 0,0 1 0,0-1 0,0 1 0,0 0 0,0 0 0,-1-1 0,1 1 0,-1 1 0,0-1 0,2 5 0,-3-7 0,0 1 0,0-1 0,0 1 0,0-1 0,0 1 0,0-1 0,-1 1 0,1-1 0,0 1 0,-1-1 0,1 0 0,-1 1 0,0-1 0,1 0 0,-1 1 0,0-1 0,0 0 0,0 0 0,0 0 0,0 0 0,0 0 0,0 0 0,0 0 0,0 0 0,0 0 0,0 0 0,-1 0 0,-1 0 0,-3 2 0,0-1 0,0 0 0,0 0 0,0 0 0,0-1 0,0 0 0,-13 1 0,-48-3 0,35-1 0,-18 1-1365,31 1-5461</inkml:trace>
</inkml:ink>
</file>

<file path=ppt/ink/ink2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8:26.53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34 24575,'0'-1'0,"1"0"0,-1 1 0,0-1 0,0 1 0,1-1 0,-1 0 0,1 1 0,-1-1 0,0 1 0,1-1 0,-1 1 0,1-1 0,-1 1 0,1-1 0,0 1 0,-1 0 0,1-1 0,-1 1 0,1 0 0,0-1 0,-1 1 0,1 0 0,0 0 0,-1 0 0,1 0 0,0-1 0,0 1 0,24-2 0,-23 2 0,259-2 0,-134 3 0,-51 0 0,-14 1 0,123-14 0,-162 8-1365,-5-2-5461</inkml:trace>
</inkml:ink>
</file>

<file path=ppt/ink/ink2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8:28.30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72 58 24575,'0'-15'0,"1"11"0,-1 0 0,0 0 0,0 0 0,0 0 0,0 0 0,-1 0 0,1 0 0,-3-5 0,3 9 0,0 0 0,0 0 0,0 0 0,0 0 0,0 0 0,0 0 0,0-1 0,0 1 0,0 0 0,0 0 0,0 0 0,0 0 0,-1 0 0,1 0 0,0 0 0,0 0 0,0 0 0,0 0 0,0 0 0,0 0 0,0 0 0,0 0 0,0-1 0,0 1 0,-1 0 0,1 0 0,0 0 0,0 0 0,0 0 0,0 0 0,0 0 0,0 0 0,0 0 0,0 0 0,-1 0 0,1 0 0,0 0 0,0 0 0,0 1 0,0-1 0,0 0 0,0 0 0,0 0 0,0 0 0,0 0 0,0 0 0,-1 0 0,1 0 0,0 0 0,0 0 0,-5 7 0,-2 9 0,-4 15 0,2 1 0,2 0 0,-5 34 0,5-7 0,2 0 0,3-1 0,7 67 0,-3-101 0,40 272 0,-22-176 0,-15-63 0,-4-34 0,5 26 0,-3-18 0,0 0 0,-3 57 0,-1-36 0,1-48 0,0-3 0,1 1 0,-1 0 0,0 0 0,0 0 0,-1-1 0,1 1 0,0 0 0,-1 0 0,1 0 0,-1-1 0,1 1 0,-1 0 0,0-1 0,-1 3 0,-1-4-1365</inkml:trace>
</inkml:ink>
</file>

<file path=ppt/ink/ink2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8:29.25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60 24575,'0'-2'0,"0"-1"0,1 1 0,0 0 0,0 0 0,-1 0 0,1 0 0,0 0 0,1 0 0,-1 0 0,0 0 0,1 0 0,-1 1 0,1-1 0,-1 0 0,1 1 0,0-1 0,-1 1 0,1 0 0,0 0 0,0-1 0,0 1 0,3-1 0,1-1 0,0 0 0,1 1 0,0 0 0,-1 0 0,1 0 0,8-1 0,103 2 0,-60 2 0,-38 0 0,31 6 0,14 0 0,3-8 0,-38 0 0,1 2 0,46 5 0,-21 1 0,0-3 0,86-5 0,-53 0 0,50-8 0,-65 3 0,104 5 0,-83 3 0,-44-3 0,72 10 0,-93-6 0,53-1 0,0-1 0,-55 5 50,-23-5-252,0 0 0,0 0-1,0 0 1,0-1 0,0 1 0,7-2 0,-3-1-6624</inkml:trace>
</inkml:ink>
</file>

<file path=ppt/ink/ink2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8:30.32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14 24575,'1'-1'0,"1"-1"0,0 1 0,-1 0 0,1 0 0,0-1 0,0 2 0,0-1 0,0 0 0,0 0 0,0 0 0,0 1 0,0-1 0,0 1 0,1 0 0,-1 0 0,0 0 0,0 0 0,4 0 0,-5 0 0,1 1 0,-1-1 0,1 0 0,-1 1 0,1-1 0,-1 1 0,1-1 0,-1 1 0,0 0 0,1 0 0,-1-1 0,0 1 0,0 0 0,0 0 0,1 0 0,-1 0 0,0 0 0,0 1 0,-1-1 0,1 0 0,0 0 0,0 1 0,-1-1 0,1 1 0,0-1 0,0 3 0,0 5 0,0 1 0,0 0 0,-1 13 0,0-12 0,0 0 0,3 17 0,11 35 0,-7-32 0,0 0 0,-3 0 0,2 33 0,-7 165 0,0-216 0,0 1 0,-4 17 0,2-21 0,2-1 0,-1 0 0,1 0 0,1 1 0,0-1 0,0 0 0,2 11 0,8 24 0,-5-23 0,-1-1 0,0 1 0,0 32 0,-3-21 0,-2 1 0,-8 46 0,7-71 0,1 1 0,0-1 0,1 1 0,0-1 0,0 1 0,0 0 0,1-1 0,4 16 0,2 3 0,-2 0 0,-1 1 0,-1-1 0,0 32 0,0-26 32,-2-29-172,0 1 1,0-1-1,0 1 0,-1-1 1,0 1-1,0-1 0,0 1 0,-1-1 1,-1 9-1,-3-1-6686</inkml:trace>
</inkml:ink>
</file>

<file path=ppt/ink/ink2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8:31.03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2135 61 24575,'-58'-18'0,"-2"3"0,-74-8 0,70 19 0,-68 5 0,42 0 0,6-1 0,-271 9 0,-18-2 0,232-8 0,-230 1 0,359 0 0,1 2 0,-22 4 0,2 0 0,5-2 0,0 1 0,-52 1 0,35-6-1365,31 0-5461</inkml:trace>
</inkml:ink>
</file>

<file path=ppt/ink/ink2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8:32.21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0 24575,'1'0'0,"-1"1"0,1-1 0,0 0 0,-1 1 0,1-1 0,-1 0 0,1 1 0,0-1 0,-1 0 0,1 1 0,-1-1 0,0 1 0,1-1 0,-1 1 0,1 0 0,-1-1 0,0 1 0,1-1 0,-1 1 0,0 0 0,1-1 0,-1 1 0,0 0 0,0-1 0,0 1 0,0 0 0,0 0 0,3 23 0,-3-21 0,2 28 0,-2-14 0,1-1 0,5 29 0,1-10 0,-4-17 0,6 22 0,-8-35 0,0-1 0,1 0 0,0 1 0,0-1 0,0 0 0,0 0 0,1 0 0,0-1 0,-1 1 0,5 3 0,-5-6 0,0 1 0,1-1 0,-1 0 0,1 0 0,-1 0 0,1 0 0,-1 0 0,1-1 0,0 1 0,-1-1 0,1 1 0,0-1 0,-1 0 0,1 0 0,0 0 0,-1-1 0,1 1 0,0-1 0,-1 1 0,5-2 0,6-3 0,1 0 0,17-9 0,16-3 130,-6 2-1625,-33 11-5331</inkml:trace>
</inkml:ink>
</file>

<file path=ppt/ink/ink2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8:32.75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89 162 24575,'0'15'0,"-1"1"0,1-1 0,1 1 0,0-1 0,1 0 0,1 0 0,7 25 0,-6-32 0,-2-11 0,-7-16 0,-37-58 0,0 1 0,38 66 0,1 1 0,-1 0 0,1-1 0,1 0 0,0 1 0,-1-17 0,2 24 0,1-1 0,0 1 0,0 0 0,0-1 0,1 1 0,-1 0 0,0-1 0,1 1 0,0 0 0,-1 0 0,1-1 0,0 1 0,0 0 0,0 0 0,0 0 0,1 0 0,-1 0 0,2-2 0,0 2 0,-1 1 0,0-1 0,1 1 0,-1-1 0,1 1 0,-1 0 0,1 0 0,0 0 0,-1 0 0,1 1 0,0-1 0,0 1 0,0 0 0,5 0 0,2 0 0,0 0 0,0 1 0,0 0 0,0 1 0,0 0 0,16 6 0,-23-7 0,1 1 0,-1-1 0,1 1 0,-1 0 0,0 0 0,1 0 0,-1 0 0,0 0 0,0 1 0,-1-1 0,1 1 0,-1 0 0,1 0 0,-1 0 0,0 0 0,0 0 0,0 1 0,0-1 0,-1 1 0,3 4 0,-4-6 0,0 0 0,1 0 0,-1 1 0,0-1 0,0 0 0,0 0 0,0 0 0,-1 0 0,1 0 0,-1 0 0,1 0 0,-1 0 0,0 0 0,1 0 0,-1-1 0,0 1 0,0 0 0,0 0 0,-1-1 0,1 1 0,0 0 0,-1-1 0,1 1 0,-1-1 0,1 0 0,-1 0 0,0 1 0,1-1 0,-1 0 0,0 0 0,-3 1 0,-5 2 0,0-1 0,0 1 0,0-2 0,-18 4 0,-1 0-1365,16-3-5461</inkml:trace>
</inkml:ink>
</file>

<file path=ppt/ink/ink2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8:33.29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116 159 24575,'-4'13'0,"1"0"0,0 1 0,-2 20 0,4-29 0,1-1 0,0 1 0,0 0 0,0 0 0,1-1 0,-1 1 0,1 0 0,0-1 0,1 1 0,-1 0 0,1-1 0,0 0 0,3 7 0,-5-11 0,1 1 0,-1-1 0,0 0 0,0 1 0,0-1 0,0 0 0,0 0 0,1 0 0,-1 1 0,0-1 0,0 0 0,0 0 0,1 1 0,-1-1 0,0 0 0,0 0 0,1 0 0,-1 0 0,0 0 0,0 1 0,1-1 0,-1 0 0,0 0 0,0 0 0,1 0 0,-1 0 0,0 0 0,1 0 0,-1 0 0,0 0 0,1 0 0,2-8 0,-4-15 0,-3 13 0,0 1 0,-1-1 0,0 1 0,0 0 0,-1 0 0,0 1 0,-8-10 0,-11-14 0,12 13 0,6 11 0,0-2 0,-10-18 0,16 25 0,0 1 0,0-1 0,0 1 0,1 0 0,-1-1 0,0 0 0,1 1 0,0-1 0,-1 1 0,1-1 0,0 0 0,1 1 0,-1-1 0,0 1 0,1-1 0,-1 1 0,3-6 0,-2 7 0,0-1 0,0 0 0,0 1 0,0 0 0,0-1 0,1 1 0,-1 0 0,1-1 0,-1 1 0,1 0 0,-1 0 0,1 0 0,0 1 0,-1-1 0,1 0 0,0 1 0,0-1 0,0 1 0,-1-1 0,1 1 0,3 0 0,6-1 0,0 0 0,18 3 0,-14-1 0,19 0 0,84-1 0,-93-6 0,-17 1 0,-8 4 0,0 1 0,-1-1 0,1 1 0,0 0 0,0-1 0,0 1 0,0 0 0,0-1 0,-1 1 0,1 0 0,0-1 0,0 1 0,-1 0 0,1 0 0,0-1 0,0 1 0,-1 0 0,1 0 0,0-1 0,-1 1 0,1 0 0,0 0 0,-1 0 0,1 0 0,0 0 0,-1-1 0,1 1 0,-1 0 0,-26-7-1365,12 5-5461</inkml:trace>
</inkml:ink>
</file>

<file path=ppt/ink/ink2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8:33.52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74 24575,'17'-10'0,"8"-6"0,3 1 0,-2 1 0,-2 5 0,-3 3 0,-3 2 0,-1 5 0,-2 2 0,-3 3 0</inkml:trace>
</inkml:ink>
</file>

<file path=ppt/ink/ink2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8:34.67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163 394 24575,'-3'-1'0,"-17"-3"0,-30-4 0,44 8 0,1 0 0,0 0 0,-1 0 0,1 0 0,0 1 0,-1 0 0,1 0 0,0 1 0,0-1 0,-10 5 0,14-5 0,-1 0 0,1 0 0,-1 0 0,1 0 0,0 0 0,-1 0 0,1 0 0,0 1 0,0-1 0,0 0 0,0 1 0,0-1 0,0 1 0,0-1 0,1 1 0,-1-1 0,0 1 0,1 0 0,-1 1 0,1 0 0,-1 1 0,1-1 0,0 0 0,1 0 0,-1 0 0,0 0 0,1 0 0,0 0 0,0 0 0,1 3 0,0 0 0,1 0 0,0 0 0,0-1 0,0 1 0,1-1 0,0 0 0,0 0 0,0-1 0,10 9 0,-12-12 0,0 1 0,-1-1 0,1 0 0,0 0 0,0-1 0,0 1 0,0 0 0,0-1 0,0 1 0,3 0 0,-5-1 0,1 0 0,-1 0 0,1 0 0,-1 0 0,1-1 0,-1 1 0,1 0 0,-1 0 0,1 0 0,-1 0 0,1-1 0,-1 1 0,1 0 0,-1 0 0,1-1 0,-1 1 0,0 0 0,1-1 0,-1 1 0,1 0 0,-1-1 0,0 1 0,0-1 0,1 1 0,-1-1 0,0 1 0,0-1 0,1 1 0,-1-1 0,0 1 0,0-1 0,0 1 0,0-1 0,0 1 0,0-1 0,0 1 0,0-1 0,0 1 0,0-1 0,0 1 0,0-1 0,0 1 0,0-1 0,0 1 0,0-1 0,-1 0 0,0-4 0,0 0 0,-1 0 0,1 0 0,-1 1 0,0-1 0,-1 0 0,1 1 0,-1 0 0,-4-6 0,-4-3 0,-18-16 0,25 24 0,-3 0 0,5 7 0,2-1 0,0 0 0,0 0 0,0 0 0,1 0 0,-1 0 0,0 0 0,1-1 0,-1 1 0,1 0 0,-1 0 0,1 0 0,-1-1 0,2 2 0,4 4 0,0-1 0,0 0 0,1 0 0,0-1 0,0 1 0,0-2 0,0 1 0,0-1 0,1 0 0,15 4 0,-11-4 0,0-1 0,1 0 0,0-1 0,-1 0 0,1-1 0,16-2 0,-21 1 0,-1 0 0,1 0 0,-1-1 0,0-1 0,0 1 0,0-1 0,0 0 0,0 0 0,-1-1 0,1 0 0,7-7 0,-10 8 0,1-2 0,-1 1 0,-1 0 0,1-1 0,-1 0 0,1 0 0,-1 0 0,-1 0 0,1 0 0,-1 0 0,0-1 0,0 1 0,0-1 0,-1 0 0,1-7 0,-1 1 0,-1-1 0,0 1 0,-1-1 0,0 1 0,-1 0 0,0 0 0,-1 0 0,0 0 0,-1 0 0,0 0 0,-10-17 0,1 7 0,0 0 0,-1 1 0,-1 1 0,-30-32 0,38 45 0,1 1 0,-1 0 0,0 0 0,-1 1 0,1 0 0,-14-7 0,19 11 0,0 0 0,0 0 0,0 0 0,0 1 0,0-1 0,0 1 0,0-1 0,0 1 0,-1-1 0,1 1 0,0 0 0,0 0 0,0 0 0,-1 1 0,1-1 0,0 0 0,0 1 0,0 0 0,0-1 0,0 1 0,0 0 0,0 0 0,0 0 0,0 0 0,0 0 0,0 1 0,0-1 0,1 1 0,-1-1 0,1 1 0,-3 3 0,-2 3 0,2 0 0,-1 0 0,1 0 0,1 1 0,-1-1 0,1 1 0,-1 10 0,-10 65 0,13-79 0,0 8 0,0 0 0,1 0 0,1 0 0,0 0 0,5 25 0,-5-31 0,1 0 0,0-1 0,0 1 0,1-1 0,0 1 0,0-1 0,1 0 0,-1 0 0,1 0 0,1-1 0,-1 1 0,10 7 0,-2-4-1365,0-3-5461</inkml:trace>
</inkml:ink>
</file>

<file path=ppt/ink/ink2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8:40.65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68 88 24575,'-6'-9'0,"4"5"0,0 1 0,0-1 0,0 1 0,-1 0 0,1 0 0,-6-5 0,7 7 0,1 1 0,-1 0 0,0-1 0,1 1 0,-1 0 0,1 0 0,-1-1 0,0 1 0,1 0 0,-1 0 0,1 0 0,-1 0 0,0 0 0,1 0 0,-1 0 0,0 0 0,1 0 0,-1 0 0,0 0 0,-1 1 0,1-1 0,0 1 0,0 0 0,0 0 0,0-1 0,0 1 0,0 0 0,0 0 0,0 0 0,0 0 0,0 0 0,0 0 0,0 1 0,-1 1 0,1-1 0,-1 1 0,1 0 0,0-1 0,0 1 0,0 0 0,0 0 0,0 0 0,0-1 0,1 1 0,-1 0 0,1 0 0,0 0 0,0 6 0,1-8 0,-1 0 0,1 1 0,-1-1 0,1 0 0,-1 0 0,1 1 0,-1-1 0,1 0 0,0 0 0,0 0 0,0 0 0,0 0 0,0 0 0,0 0 0,0 0 0,0 0 0,0 0 0,0-1 0,0 1 0,0 0 0,1-1 0,-1 1 0,0-1 0,0 1 0,1-1 0,-1 0 0,0 0 0,1 1 0,-1-1 0,1 0 0,-1 0 0,0 0 0,2-1 0,19-1 0,-20 2 0,1-1 0,-1 1 0,1 0 0,-1-1 0,0 1 0,1 0 0,-1 1 0,1-1 0,-1 0 0,0 1 0,1-1 0,-1 1 0,1 0 0,-1 0 0,0 0 0,3 1 0,5 4 0,-1-1 0,0 0 0,1-1 0,0 0 0,0-1 0,1 0 0,-1-1 0,17 3 0,-23-5 0,-1 0 0,1 0 0,-1 0 0,0 0 0,1-1 0,-1 1 0,1-1 0,-1 0 0,0 0 0,0 0 0,1 0 0,-1-1 0,0 1 0,0-1 0,0 0 0,-1 0 0,1 0 0,0 0 0,-1 0 0,1-1 0,-1 1 0,0-1 0,0 1 0,0-1 0,0 0 0,0 0 0,0 0 0,-1 0 0,0 0 0,2-5 0,-2 4 0,0-1 0,0 1 0,0-1 0,0 0 0,-1 1 0,0-1 0,0 0 0,0 1 0,-1-1 0,1 1 0,-1-1 0,0 0 0,-1 1 0,1 0 0,-1-1 0,0 1 0,0 0 0,0 0 0,0 0 0,-1 0 0,-3-5 0,4 8-136,1 0-1,0-1 1,-1 1-1,1 0 1,-1 0-1,0 0 1,1 0-1,-1 0 0,-3 0 1,-4-2-6690</inkml:trace>
</inkml:ink>
</file>

<file path=ppt/ink/ink2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8:41.26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179 28 24575,'-5'-4'0,"-1"0"0,-1 1 0,1 0 0,0 0 0,-1 1 0,1 0 0,-1 0 0,0 0 0,-11 0 0,14 1 0,0 1 0,-1 0 0,1 1 0,0-1 0,-1 1 0,1-1 0,0 1 0,0 0 0,0 1 0,0-1 0,0 1 0,0 0 0,0 0 0,0 0 0,0 1 0,-4 3 0,6-4 0,-2 1 0,0 0 0,1 0 0,0 1 0,0-1 0,-4 6 0,6-8 0,1-1 0,0 1 0,-1 0 0,1 0 0,0 0 0,-1-1 0,1 1 0,0 0 0,0 0 0,-1 0 0,1-1 0,0 1 0,0 0 0,0 0 0,0 0 0,0 0 0,1 0 0,-1-1 0,0 1 0,0 0 0,0 0 0,1 0 0,-1-1 0,0 1 0,1 0 0,-1 0 0,1-1 0,-1 1 0,1 0 0,-1-1 0,1 1 0,0 0 0,-1-1 0,1 1 0,-1-1 0,2 2 0,5 2 0,0 0 0,0 0 0,0-1 0,0 0 0,1 0 0,10 3 0,49 6 0,-39-7 0,-24-4-227,-1-1-1,0 1 1,1-1-1,-1 0 1,6-1-1,1-1-6598</inkml:trace>
</inkml:ink>
</file>

<file path=ppt/ink/ink2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8:41.83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15 3 24575,'-2'-2'0,"-1"1"0,-1 4 0,2 3 0,0 4 0,1 2 0,0 1 0,4-1 0,0 0 0,0 0 0,2-2 0,0 0 0,0 1 0,0 0 0,1 2 0,-2-2-8191</inkml:trace>
</inkml:ink>
</file>

<file path=ppt/ink/ink2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8:42.17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24575,'0'0'-8191</inkml:trace>
</inkml:ink>
</file>

<file path=ppt/ink/ink2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8:42.81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173 1 24575,'-12'2'0,"-7"2"0,-2-1 0,0-1 0,1 0 0,1-1 0,2 0 0,1-1 0,1 0 0,2 0-8191</inkml:trace>
</inkml:ink>
</file>

<file path=ppt/ink/ink2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8:43.09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106 4 24575,'-20'-2'0,"-8"1"0,-3 1 0,4 1-8191</inkml:trace>
</inkml:ink>
</file>

<file path=ppt/ink/ink2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8:43.78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19 24575,'0'-7'0,"0"0"0,0 3 0,0 5 0,0 5 0,0 4 0,0 2 0,2 5 0,1 1 0,1 1 0,1-1 0,2-1 0,1-1 0,0-1 0,0 0 0,0-3 0,0-1 0</inkml:trace>
</inkml:ink>
</file>

<file path=ppt/ink/ink2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8:44.06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24575,'0'5'0,"0"4"0,0 3 0,0 2 0,0 1 0,0 0 0,2 1 0,2-1 0,1 0 0,1 0 0,1-1 0,0-1-8191</inkml:trace>
</inkml:ink>
</file>

<file path=ppt/ink/ink2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8:44.29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349 7 24575,'-29'-3'0,"-15"0"0,-5 2 0,4 2 0,4 0 0,7 3 0,4 1 0,5 1 0,4 0 0,3 2 0,5-1-8191</inkml:trace>
</inkml:ink>
</file>

<file path=ppt/ink/ink2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8:44.75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374 29 24575,'-27'-7'0,"-1"0"0,1 2 0,-1 0 0,0 2 0,0 2 0,0 0 0,-1 2 0,-48 7 0,18-2-1365,44-6-5461</inkml:trace>
</inkml:ink>
</file>

<file path=ppt/ink/ink2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8:45.60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 69 24575,'-1'2'0,"0"0"0,0 1 0,1-1 0,0 1 0,-1-1 0,1 1 0,0 0 0,0-1 0,0 1 0,0-1 0,1 1 0,-1-1 0,1 4 0,0-2 0,13 69 0,-14-72 0,0-1 0,0 1 0,1 0 0,-1 0 0,0 0 0,0 0 0,0 0 0,1 0 0,-1 0 0,1 0 0,-1 0 0,0 0 0,1-1 0,0 1 0,-1 0 0,1 0 0,-1-1 0,1 1 0,0 0 0,-1-1 0,1 1 0,0 0 0,0-1 0,0 1 0,0-1 0,-1 0 0,1 1 0,2 0 0,-2-2 0,0 1 0,0 0 0,0-1 0,0 1 0,0-1 0,0 1 0,1-1 0,-1 1 0,0-1 0,-1 0 0,1 1 0,0-1 0,0 0 0,0 0 0,0 0 0,0 0 0,-1 1 0,1-1 0,-1 0 0,1 0 0,0-1 0,-1 1 0,1-1 0,2-4 0,0-1 0,0 0 0,-1 0 0,0 0 0,0 0 0,-1 0 0,0 0 0,0 0 0,-1-9 0,0 6 0,-1 0 0,-1 0 0,1 0 0,-2 0 0,1 1 0,-5-11 0,-2-3 0,8 16 0,6 17 0,-1-3 0,0 0 0,0-1 0,0 1 0,1-1 0,0 0 0,1 0 0,-1 0 0,1-1 0,12 10 0,-14-13 0,1 1 0,-1-1 0,0 0 0,0 0 0,1 0 0,-1-1 0,1 1 0,0-1 0,-1 0 0,1-1 0,0 1 0,0-1 0,-1 0 0,1 0 0,0 0 0,0-1 0,8-2 0,-11 3 0,0-1 0,0 1 0,0-1 0,0 0 0,0 0 0,0 0 0,-1 0 0,1 0 0,0-1 0,0 1 0,-1 0 0,1-1 0,-1 1 0,1-1 0,-1 0 0,2-3 0,0 0 0,-1 0 0,0 0 0,0 0 0,1-11 0,3-6 0,-6 22 0,0 0 0,0 0 0,0-1 0,0 1 0,0 0 0,0 0 0,0 0 0,0-1 0,0 1 0,0 0 0,1 0 0,-1 0 0,0 0 0,0-1 0,0 1 0,0 0 0,0 0 0,0 0 0,0 0 0,0 0 0,1-1 0,-1 1 0,0 0 0,0 0 0,0 0 0,0 0 0,0 0 0,1 0 0,-1 0 0,0 0 0,0-1 0,0 1 0,0 0 0,1 0 0,-1 0 0,0 0 0,0 0 0,0 0 0,1 0 0,3 8 0,3 19 0,-6-22 0,10 36-455,1 0 0,20 41 0,-27-70-6371</inkml:trace>
</inkml:ink>
</file>

<file path=ppt/ink/ink2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9:42.70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414 188 24575,'1'0'0,"-1"-1"0,1 1 0,-1-1 0,1 0 0,-1 0 0,1 1 0,-1-1 0,0 0 0,1 0 0,-1 0 0,0 1 0,0-1 0,1 0 0,-1 0 0,0 0 0,0 0 0,0 1 0,0-1 0,0 0 0,0 0 0,0 0 0,-1 0 0,1 0 0,0 1 0,0-1 0,-1 0 0,1 0 0,0 0 0,-1 1 0,1-1 0,-1 0 0,1 1 0,-1-1 0,1 0 0,-1 1 0,0-1 0,1 1 0,-1-1 0,0 0 0,0 0 0,-5-3 0,0 0 0,0 0 0,-10-5 0,14 7 0,-55-27 0,-77-28 0,121 53 0,-9-4 0,1 1 0,-38-7 0,-8 0 0,76 16 0,-1 0 0,1 1 0,0 1 0,8 4 0,39 20 0,-47-23 0,16 8 0,-1 1 0,-1 0 0,28 24 0,-48-36 0,-1 0 0,0 1 0,0-1 0,-1 0 0,1 0 0,0 1 0,-1-1 0,2 4 0,-3-6 0,1 1 0,-1 0 0,0 0 0,0 0 0,0-1 0,1 1 0,-1 0 0,0 0 0,0 0 0,0-1 0,0 1 0,-1 0 0,1 0 0,0 0 0,0 0 0,0-1 0,-1 1 0,1 0 0,0 0 0,-1-1 0,1 1 0,0 0 0,-1-1 0,1 1 0,-1 0 0,0-1 0,1 1 0,-1 0 0,1-1 0,-1 1 0,0-1 0,1 1 0,-2-1 0,-11 8 0,-1-1 0,-17 7 0,18-9 0,0 0 0,1 2 0,-14 8 0,15-8-1365,2-1-5461</inkml:trace>
</inkml:ink>
</file>

<file path=ppt/ink/ink2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9:44.15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178 39 24575,'1'0'0,"15"-18"0,-15 17 0,0 0 0,0 1 0,-1-1 0,1 0 0,0 0 0,-1 0 0,1 0 0,0 0 0,-1 0 0,1 0 0,-1 0 0,0-1 0,1 1 0,-1 0 0,0 0 0,0-1 0,-1 1 0,0 1 0,0-1 0,0 1 0,0 0 0,0 0 0,0 0 0,0-1 0,0 1 0,0 0 0,0 0 0,-1 1 0,1-1 0,0 0 0,0 0 0,0 0 0,0 1 0,-1 0 0,-1-1 0,-101 27 0,89-22 0,9-3-170,0 0-1,1 1 0,-1 0 1,1 0-1,0 0 0,-1 1 1,-7 7-1,4-3-6655</inkml:trace>
</inkml:ink>
</file>

<file path=ppt/ink/ink2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38:13.46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131 61 24575,'-2'0'0,"-1"-1"0,1 1 0,0 0 0,-1 0 0,1-1 0,-1 0 0,1 1 0,0-1 0,-1 0 0,1 0 0,-4-3 0,6 4 0,-1-1 0,0 1 0,1-1 0,-1 1 0,0-1 0,1 0 0,-1 0 0,1 1 0,0-1 0,-1 0 0,1 0 0,-1 1 0,1-1 0,0 0 0,0 0 0,-1 0 0,1 0 0,0 1 0,0-1 0,0 0 0,0 0 0,0 0 0,0 0 0,0 0 0,0 0 0,1 1 0,-1-1 0,0 0 0,0 0 0,1 0 0,-1 0 0,0 1 0,1-1 0,-1 0 0,1 0 0,0 0 0,0-1 0,1 0 0,-1 1 0,1-1 0,-1 1 0,1-1 0,0 1 0,0 0 0,-1 0 0,1-1 0,0 1 0,0 0 0,0 1 0,0-1 0,0 0 0,1 1 0,-1-1 0,0 1 0,0-1 0,0 1 0,0 0 0,1 0 0,-1 0 0,3 1 0,-1-1 0,1 1 0,-1-1 0,0 1 0,0 0 0,0 1 0,0-1 0,0 1 0,0 0 0,0 0 0,-1 0 0,6 3 0,-1 3 0,1 1 0,-1-1 0,-1 1 0,1 1 0,9 16 0,23 55 0,-38-78 0,-1 0 0,1 1 0,-1-1 0,0 0 0,-1 1 0,1-1 0,-1 1 0,1 0 0,-1-1 0,0 1 0,0-1 0,0 1 0,-1-1 0,1 1 0,-1-1 0,0 1 0,0-1 0,0 1 0,-1-1 0,1 0 0,-1 0 0,0 0 0,1 1 0,-1-2 0,-1 1 0,1 0 0,0 0 0,-1-1 0,1 1 0,-1-1 0,0 0 0,0 0 0,0 0 0,0 0 0,0 0 0,0-1 0,-1 1 0,1-1 0,0 0 0,-1 0 0,1 0 0,-6 0 0,-16 4 0,19-3 0,1-1 0,-1 1 0,1-1 0,-1-1 0,0 1 0,1-1 0,-1 0 0,0 0 0,0 0 0,1-1 0,-1 0 0,0 0 0,-6-3 0,3 0 0,1 0 0,0-1 0,0 0 0,1-1 0,-1 0 0,1 0 0,1 0 0,-1-1 0,1 0 0,0 0 0,1-1 0,-1 0 0,1 1 0,1-2 0,0 1 0,-5-14 0,7 17 15,1 0 0,0 0 0,0 0 0,1 0 0,-1 0 0,1 1 0,1-10 0,-1 12-98,0 0 1,1-1-1,-1 1 1,1 0-1,0 0 1,0-1-1,0 1 1,0 0-1,0 0 1,0 0-1,1 0 1,-1 0-1,1 0 1,-1 0-1,1 1 1,0-1-1,3-2 1,2-1-6744</inkml:trace>
</inkml:ink>
</file>

<file path=ppt/ink/ink2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38:13.91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4 24575,'2'-2'0,"4"1"0,0 4 0,3 0 0,-2 4 0,-1 2 0,-2 2 0,-1 2 0,-2-4 0,0-6 0,-4-6 0</inkml:trace>
</inkml:ink>
</file>

<file path=ppt/ink/ink2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38:14.67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37 7 24575,'-5'-7'0,"1"7"0,0 13 0,2 21 0,2-32 0,0-1 0,1 1 0,-1-1 0,0 1 0,1-1 0,-1 0 0,1 1 0,-1-1 0,1 0 0,0 0 0,-1 1 0,1-1 0,0 0 0,0 0 0,0 0 0,0 0 0,0 0 0,0 0 0,0 0 0,0 0 0,0 0 0,1 0 0,-1-1 0,2 2 0,3 0 0,1 0 0,-1-1 0,0 0 0,11 1 0,-11-1 0,0 0 0,-1 0 0,1 0 0,6 2 0,-4 1 0,0-1 0,0 2 0,0-1 0,-1 1 0,0 0 0,0 0 0,-1 1 0,1 0 0,9 12 0,-13-14 0,0 0 0,0 0 0,-1 0 0,0 1 0,0-1 0,0 0 0,0 1 0,-1-1 0,1 1 0,-1 0 0,-1-1 0,1 1 0,0 0 0,-1 0 0,0 0 0,0-1 0,-1 1 0,1 0 0,-3 6 0,2-8 0,1-1 0,-1 1 0,0-1 0,-1 1 0,1-1 0,0 0 0,-1 0 0,1 0 0,-1 0 0,0 0 0,0 0 0,0 0 0,0 0 0,0 0 0,0-1 0,0 1 0,0-1 0,-1 0 0,1 0 0,-1 0 0,1 0 0,-1 0 0,1 0 0,-5 0 0,-6 1 0,1 0 0,-1-2 0,1 1 0,-14-3 0,8 2 0,14 0-80,0-1 0,0 1-1,0 0 1,0-1 0,0 0-1,0 0 1,0 0 0,1-1-1,-1 1 1,0-1 0,0 0 0,1 0-1,-1 0 1,1-1 0,0 1-1,-6-6 1,0-3-6746</inkml:trace>
</inkml:ink>
</file>

<file path=ppt/ink/ink2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38:15.00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41 24575,'29'-4'0,"13"-3"0,1 1 0,-4 1 0,-7 1 0,-8 0 0,-6-1 0,-6-1 0</inkml:trace>
</inkml:ink>
</file>

<file path=ppt/ink/ink2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38:16.26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22 24575,'0'-17'0,"0"13"0,0 12 0,2 31-37,14 73 0,-8-61-1254,-6-39-5535</inkml:trace>
</inkml:ink>
</file>

<file path=ppt/ink/ink2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38:16.51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 0 24575,'-3'0'0,"0"3"0</inkml:trace>
</inkml:ink>
</file>

<file path=ppt/ink/ink2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38:17.22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22 24575,'8'-3'0,"-1"-1"0,1 1 0,0 0 0,-1 1 0,1 0 0,1 0 0,-1 1 0,12-1 0,-14 2 0,0 1 0,0-1 0,-1 1 0,1 0 0,0 1 0,-1-1 0,1 1 0,-1 0 0,1 0 0,-1 1 0,0 0 0,9 6 0,-4-1 0,0 0 0,-1 0 0,0 1 0,0 0 0,-1 1 0,12 17 0,-17-22 0,0 0 0,-1 0 0,1 0 0,-1 0 0,0 0 0,0 0 0,-1 1 0,1-1 0,-1 1 0,0-1 0,-1 1 0,1 0 0,-1-1 0,0 1 0,-1-1 0,0 1 0,-1 7 0,1-11 0,1 1 0,-1-1 0,0 1 0,-1-1 0,1 1 0,0-1 0,-1 0 0,1 0 0,-1 0 0,0 0 0,1 0 0,-1 0 0,0 0 0,0-1 0,0 1 0,-5 2 0,4-3 0,-1 1 0,0-1 0,0 1 0,0-1 0,0 0 0,0-1 0,0 1 0,0-1 0,0 0 0,-5 0 0,2 0 0,-1-1 0,1-1 0,-1 1 0,1-1 0,0 0 0,0-1 0,0 1 0,0-2 0,0 1 0,0-1 0,-8-6 0,10 6-59,0-1 0,0 0-1,1 0 1,-1 0-1,1 0 1,0 0 0,1-1-1,-1 0 1,1 0 0,0 0-1,1 0 1,0-1 0,-1 1-1,2 0 1,-1-1-1,1 0 1,0 1 0,1-1-1,-1 0 1,1 1 0,1-1-1,0-6 1,3 0-6767</inkml:trace>
</inkml:ink>
</file>

<file path=ppt/ink/ink2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38:22.43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246 371 24575,'-7'-6'0,"-1"-1"0,0 1 0,0 0 0,0 1 0,0 0 0,-1 0 0,0 1 0,0 0 0,0 1 0,-14-4 0,19 6 0,0 0 0,-1 0 0,1 1 0,-1-1 0,1 1 0,0 0 0,-1 0 0,1 0 0,0 1 0,-1 0 0,1 0 0,0 0 0,-1 0 0,1 0 0,0 1 0,0 0 0,0 0 0,0 0 0,1 0 0,-1 1 0,1-1 0,-1 1 0,1 0 0,0 0 0,-5 6 0,4-3 0,0 1 0,0 0 0,0 0 0,1 0 0,-4 11 0,6-15 0,0-1 0,1 1 0,-1 0 0,0 0 0,1-1 0,0 1 0,0 0 0,0 0 0,0 0 0,0-1 0,0 1 0,1 0 0,-1 0 0,1 0 0,0-1 0,0 1 0,0 0 0,1 2 0,0-3 0,0 0 0,-1-1 0,1 1 0,0 0 0,0-1 0,0 0 0,0 1 0,0-1 0,0 0 0,1 0 0,-1 0 0,0-1 0,0 1 0,1 0 0,-1-1 0,5 1 0,5 0 0,0-1 0,14-1 0,-12 0 0,-4 1 0,-1-1 0,0 0 0,0 0 0,0-1 0,-1 0 0,1 0 0,0-1 0,-1-1 0,9-4 0,-13 6 0,0 0 0,0-1 0,-1 0 0,0 0 0,1 0 0,-1 0 0,0 0 0,0-1 0,-1 1 0,1-1 0,-1 0 0,0 1 0,1-1 0,-2-1 0,1 1 0,0 0 0,-1 0 0,0 0 0,0-1 0,0-6 0,1-6 0,-2-1 0,0 0 0,-1 1 0,0-1 0,-7-25 0,-29-82 0,18 64 0,16 48 0,-4-25 0,8 63 0,2 0 0,0 0 0,2 0 0,0 0 0,2-1 0,1 1 0,1-2 0,0 1 0,2-1 0,1-1 0,18 26 0,-21-36-1365,-1-3-5461</inkml:trace>
</inkml:ink>
</file>

<file path=ppt/ink/ink2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38:23.01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138 1 24575,'16'8'0,"-1"0"0,19 14 0,-30-19 0,-1-1 0,0 1 0,0 0 0,0 0 0,0 0 0,0 0 0,0 0 0,-1 1 0,1-1 0,-1 1 0,0 0 0,-1-1 0,1 1 0,0 0 0,1 7 0,-3-10 0,0 1 0,0-1 0,0 0 0,0 1 0,0-1 0,0 1 0,0-1 0,0 0 0,-1 1 0,1-1 0,0 1 0,-1-1 0,1 0 0,-1 1 0,0-1 0,1 0 0,-1 0 0,0 1 0,0-1 0,-1 2 0,0-2 0,-1 1 0,1 0 0,0-1 0,-1 1 0,1-1 0,-1 0 0,1 0 0,-1 0 0,1 0 0,-4 0 0,-3 1 0,0-1 0,0 0 0,0 0 0,0-1 0,-14-2 0,12 0 0,-1-1 0,1 0 0,0-1 0,0 0 0,1 0 0,-1-2 0,1 1 0,-19-14 0,27 18 7,1-1 0,-1 1 0,0-1 0,1 1 0,-1-1 1,1 0-1,-1 1 0,1-1 0,0 0 0,0 0 0,0 0 0,0 0 0,0 0 0,0 0 0,1 0 0,-1-3 0,1 3-57,0 1 1,0 0-1,0 0 1,0-1-1,0 1 1,1 0-1,-1 0 1,0 0-1,1-1 1,-1 1-1,1 0 1,0 0-1,-1 0 1,1 0-1,0 0 1,0 0-1,-1 0 1,1 0-1,0 0 1,0 1-1,0-1 1,0 0-1,0 0 1,0 1-1,0-1 1,1 1-1,-1-1 1,0 1-1,2-1 1,7-3-6777</inkml:trace>
</inkml:ink>
</file>

<file path=ppt/ink/ink2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38:23.49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0 191 24575,'23'-6'0,"29"-11"0,-46 15 0,-1-1 0,1 0 0,0 0 0,-1 0 0,0 0 0,0-1 0,0 0 0,0 0 0,0-1 0,4-5 0,-5 3 0,-1 0 0,0 0 0,0 0 0,-1 0 0,1-1 0,-2 1 0,1-1 0,-1 1 0,0-1 0,-1 0 0,0 1 0,-1-11 0,1 17 0,0 0 0,1 1 0,-1-1 0,-1 0 0,1 0 0,0 1 0,0-1 0,0 0 0,0 1 0,0-1 0,-1 0 0,1 1 0,0-1 0,-1 0 0,1 1 0,0-1 0,-1 1 0,1-1 0,-1 0 0,1 1 0,-1-1 0,1 1 0,-1-1 0,1 1 0,-1 0 0,0-1 0,0 0 0,-1 1 0,1 0 0,0 0 0,0 0 0,0 1 0,0-1 0,0 0 0,0 0 0,0 1 0,-1-1 0,1 1 0,0-1 0,0 1 0,0-1 0,0 1 0,-1 1 0,-3 2 0,0 0 0,0 0 0,1 1 0,-1 0 0,-4 6 0,8-9 0,-1 0 0,1 0 0,0 1 0,0-1 0,0 0 0,0 0 0,0 1 0,1-1 0,-1 0 0,1 1 0,-1-1 0,1 0 0,0 1 0,0-1 0,0 1 0,0-1 0,0 0 0,1 1 0,-1-1 0,1 1 0,-1-1 0,1 0 0,0 0 0,0 1 0,0-1 0,0 0 0,0 0 0,3 3 0,-1-1 0,1-1 0,-1 1 0,1-1 0,0 0 0,0 0 0,0 0 0,1 0 0,-1-1 0,1 0 0,-1 1 0,1-2 0,8 3 0,10 1-273,-1-1 0,1-1 0,0-1 0,29-1 0,-40-1-6553</inkml:trace>
</inkml:ink>
</file>

<file path=ppt/ink/ink2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38:23.83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283 17 24575,'-1'-2'0,"0"1"0,0-1 0,0 1 0,-1-1 0,1 1 0,-1 0 0,1 0 0,0 0 0,-1 0 0,-2-2 0,4 3 0,-1 0 0,1 0 0,0 0 0,0 0 0,0 0 0,-1 0 0,1 0 0,0 0 0,0 0 0,-1 0 0,1 0 0,0 0 0,0 0 0,-1 0 0,1 0 0,0 0 0,0 0 0,-1 0 0,1 0 0,0 0 0,0 0 0,0 0 0,-1 0 0,1 1 0,0-1 0,0 0 0,0 0 0,-1 0 0,1 1 0,0-1 0,-1 1 0,1 0 0,0 0 0,-1 0 0,1 0 0,0-1 0,0 1 0,0 0 0,0 0 0,0 0 0,0 0 0,0 0 0,0 1 0,2 5 0,0 1 0,0-1 0,1 0 0,0 0 0,0 0 0,1 0 0,-1 0 0,1-1 0,10 12 0,-7-9 0,-1 1 0,0-1 0,8 17 0,-14-25 0,1 0 0,-1 0 0,0 0 0,1 0 0,-1 0 0,0 0 0,0 0 0,0 0 0,0 0 0,0 0 0,0 0 0,0 0 0,0 1 0,0-1 0,0 0 0,-1 0 0,1 0 0,0 0 0,-1 0 0,1 0 0,-2 2 0,1-2 0,0 0 0,-1 1 0,1-1 0,0 0 0,-1 0 0,0 0 0,1 0 0,-1 0 0,1 0 0,-1 0 0,-3 1 0,-5 1 0,0-1 0,-1 0 0,-17 1 0,19-2 0,-108 2 0,23-2 0,78 1-1365,5 1-5461</inkml:trace>
</inkml:ink>
</file>

<file path=ppt/ink/ink2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38:24.55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15 16 24575,'-2'-4'0,"-6"-7"0,5 10 0,2 9 0,3 9 0,1 1 0,0 0 0,10 27 0,3 10 0,-11-31 0,4 15 0,-1 0 0,-2 1 0,2 72 0,-8-118 0,1-1 0,0 0 0,0 0 0,1 1 0,0-1 0,0 1 0,1-1 0,6-11 0,-7 15 0,-1 0 0,1 0 0,0 0 0,1 1 0,-1-1 0,0 0 0,1 1 0,0 0 0,-1 0 0,1-1 0,0 2 0,0-1 0,0 0 0,1 1 0,-1-1 0,0 1 0,0 0 0,1 0 0,-1 0 0,7-1 0,-3 3 0,0-1 0,0 1 0,0 0 0,0 0 0,0 1 0,-1 0 0,1 0 0,-1 1 0,1-1 0,-1 2 0,0-1 0,0 1 0,0-1 0,6 7 0,1 1 0,0 0 0,-1 1 0,-1 1 0,18 23 0,-25-29-98,-2-4-43,-1-1 0,1 0 1,0 1-1,0-1 0,0 0 0,0 0 1,0 0-1,3 2 0</inkml:trace>
</inkml:ink>
</file>

<file path=ppt/ink/ink2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38:25.01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71 1 24575,'-5'1'0,"1"0"0,0 0 0,-1 1 0,1-1 0,0 1 0,0 0 0,0 0 0,0 1 0,0-1 0,0 1 0,-5 5 0,7-6 0,1-1 0,-1 1 0,1 0 0,0 0 0,-1 0 0,1 0 0,0 0 0,0 0 0,1 0 0,-1 0 0,0 1 0,1-1 0,-1 0 0,1 0 0,0 1 0,-1-1 0,1 0 0,0 1 0,0-1 0,1 0 0,-1 0 0,1 1 0,-1-1 0,2 4 0,1 1 0,1 1 0,-1-2 0,1 1 0,0 0 0,1-1 0,10 12 0,-11-14 0,0 0 0,0 0 0,1 0 0,-1-1 0,1 1 0,0-1 0,0-1 0,0 1 0,0-1 0,7 3 0,-11-5 0,0 1 0,1-1 0,-1 0 0,0 0 0,1 0 0,-1 0 0,1 0 0,-1 0 0,0 0 0,1 0 0,-1-1 0,0 1 0,1 0 0,-1-1 0,0 1 0,0-1 0,1 0 0,-1 1 0,0-1 0,0 0 0,0 0 0,0 0 0,0 0 0,0 0 0,0 0 0,0 0 0,0 0 0,0 0 0,-1 0 0,1 0 0,0 0 0,-1-1 0,1 1 0,-1 0 0,1-1 0,0-1 0,0-2 0,0 0 0,0 0 0,0-1 0,-1 1 0,0 0 0,1 0 0,-2 0 0,0-9 0,-3-2 0,-9-23 0,8 25 0,19 24 0,21 19 0,-7-3-67,-16-13-257,1 0-1,1-2 1,28 20-1,-32-26-6501</inkml:trace>
</inkml:ink>
</file>

<file path=ppt/ink/ink2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38:25.41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37 24575,'17'24'0,"1"0"0,0-1 0,2-1 0,42 37 0,-61-58 0,0 0 0,0 0 0,0-1 0,0 1 0,0 0 0,0 0 0,1-1 0,-1 1 0,0-1 0,0 1 0,1-1 0,-1 1 0,0-1 0,1 0 0,-1 0 0,1 0 0,-1 0 0,0 0 0,1 0 0,2 0 0,-4-1 0,1 1 0,0-1 0,0 0 0,0 0 0,0 1 0,-1-1 0,1 0 0,0 0 0,0 0 0,-1 0 0,1 0 0,-1 0 0,1 0 0,-1 0 0,0 0 0,1 0 0,-1 0 0,0 0 0,0 0 0,1 0 0,-1-1 0,0 1 0,0 0 0,0 0 0,0 0 0,-1-2 0,0-10 0,-1 1 0,0-1 0,-7-22 0,5 23 0,1 0 0,0 0 0,1-1 0,-1-13 0,4 14-1365,2 3-5461</inkml:trace>
</inkml:ink>
</file>

<file path=ppt/ink/ink2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38:25.79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31 183 24575,'7'-8'0,"7"-11"0,15-25 0,-26 39 0,0-1 0,0 0 0,-1 0 0,1 0 0,-1 0 0,-1 0 0,1-1 0,-1 1 0,0-10 0,0 15 0,-1-1 0,0 1 0,0-1 0,0 0 0,0 1 0,-1-1 0,1 1 0,0-1 0,-1 0 0,1 1 0,-1-1 0,0 1 0,1 0 0,-1-1 0,0 1 0,0-1 0,0 1 0,0 0 0,0 0 0,0-1 0,0 1 0,0 0 0,0 0 0,-1 0 0,1 0 0,0 0 0,-1 1 0,1-1 0,-1 0 0,1 1 0,-1-1 0,1 1 0,-1-1 0,-2 1 0,2 0 0,0 0 0,0 0 0,-1 0 0,1 0 0,0 1 0,0-1 0,0 1 0,0-1 0,-1 1 0,1 0 0,0 0 0,0 0 0,0 0 0,1 0 0,-1 1 0,0-1 0,0 0 0,1 1 0,-1-1 0,1 1 0,-1 0 0,1 0 0,0-1 0,-2 4 0,-1 3 0,1 0 0,0 0 0,0 1 0,1-1 0,0 0 0,0 1 0,1-1 0,0 1 0,1 0 0,0-1 0,1 12 0,-1-17 0,1-1 0,-1 1 0,1-1 0,-1 0 0,1 1 0,0-1 0,0 0 0,0 0 0,1 1 0,-1-1 0,0 0 0,1 0 0,0 0 0,3 3 0,-2-2 0,1 0 0,0 0 0,0-1 0,1 1 0,-1-1 0,0 0 0,7 2 0,1 0 0,1-1 0,0-1 0,1 0 0,22 1 0,-24-3-455,1 1 0,19 3 0,-20-1-6371</inkml:trace>
</inkml:ink>
</file>

<file path=ppt/ink/ink2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38:27.47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278 529 24575,'-12'-4'0,"-28"-10"0,-1 2 0,1 1 0,-60-7 0,98 18 0,0 0 0,0 0 0,0 0 0,0 0 0,0 0 0,0 0 0,1 0 0,-1 0 0,0 1 0,0-1 0,0 1 0,0 0 0,1-1 0,-1 1 0,0 0 0,0 0 0,1 0 0,-1 0 0,-2 3 0,3-3 0,1 0 0,-1 1 0,0-1 0,1 1 0,-1-1 0,1 1 0,-1 0 0,1-1 0,0 1 0,-1-1 0,1 1 0,0 0 0,0-1 0,0 1 0,1-1 0,-1 1 0,0 0 0,0-1 0,1 1 0,-1-1 0,1 1 0,0-1 0,-1 1 0,2 1 0,2 4 0,1 0 0,0 0 0,0-1 0,0 0 0,1 1 0,0-2 0,0 1 0,9 6 0,15 14 0,-27-23 0,0 0 0,0-1 0,1 1 0,-1-1 0,1 1 0,-1-1 0,1 0 0,0-1 0,0 1 0,0-1 0,0 1 0,0-1 0,0 0 0,0-1 0,1 1 0,-1-1 0,0 0 0,0 0 0,1 0 0,-1 0 0,0-1 0,0 1 0,0-1 0,0-1 0,0 1 0,0 0 0,0-1 0,0 0 0,0 0 0,0 0 0,-1 0 0,1-1 0,-1 1 0,0-1 0,0 0 0,0 0 0,0 0 0,0 0 0,2-5 0,-1 3 0,-1 0 0,0-1 0,-1 0 0,5-12 0,-7 18 0,0 0 0,0-1 0,0 1 0,0 0 0,0-1 0,0 1 0,0 0 0,0-1 0,1 1 0,-1 0 0,0 0 0,0-1 0,0 1 0,0 0 0,1-1 0,-1 1 0,0 0 0,0 0 0,1 0 0,-1-1 0,0 1 0,0 0 0,1 0 0,-1 0 0,0-1 0,1 1 0,-1 0 0,0 0 0,1 0 0,-1 0 0,9 7 0,7 23 0,-12-21 0,-3-6 0,2 1 0,-1-1 0,0 1 0,1-1 0,-1 0 0,1 0 0,0 0 0,0-1 0,0 1 0,1-1 0,-1 1 0,0-1 0,1 0 0,0 0 0,-1-1 0,8 3 0,-8-3 0,0-1 0,0 1 0,0-1 0,0 0 0,1 0 0,-1 0 0,0 0 0,0 0 0,0-1 0,0 1 0,0-1 0,0 0 0,0 0 0,0 0 0,0-1 0,0 1 0,0-1 0,-1 1 0,1-1 0,-1 0 0,1 0 0,3-4 0,-1 0 0,1-1 0,-1 0 0,0 0 0,0 0 0,-1-1 0,0 0 0,-1 0 0,0 0 0,0 0 0,0 0 0,-1-1 0,0 1 0,0-10 0,1-14 0,-2 0 0,-2-36 0,0 62 0,0-21 0,-3 0 0,0 0 0,-1 0 0,-2 1 0,-1-1 0,-1 1 0,-24-47 0,23 51 0,1 4 0,-22-36 0,31 54 0,-1-1 0,1 0 0,-1 0 0,1 1 0,-1-1 0,1 0 0,-1 1 0,0-1 0,1 1 0,-1-1 0,0 0 0,1 1 0,-1-1 0,0 1 0,0 0 0,0-1 0,1 1 0,-1 0 0,0-1 0,0 1 0,0 0 0,0 0 0,-1 0 0,2 0 0,-1 0 0,0 1 0,0-1 0,0 1 0,0-1 0,1 1 0,-1-1 0,0 1 0,1-1 0,-1 1 0,0 0 0,1-1 0,-1 1 0,0 0 0,1-1 0,-1 1 0,1 0 0,-1 1 0,-2 4 0,1 1 0,-1-1 0,1 1 0,-2 9 0,1 1 0,1 0 0,1-1 0,0 1 0,2 0 0,-1 0 0,2-1 0,0 1 0,1-1 0,9 26 0,-4-19 0,1 0 0,1 0 0,1-1 0,1 0 0,27 37 0,-25-40 0,1-1 0,1 0 0,0-1 0,1-1 0,1 0 0,29 18 0,-43-31 0,0-1 0,0 0 0,1 0 0,-1 0 0,0-1 0,1 1 0,-1-1 0,1 0 0,-1-1 0,1 1 0,7-1 0,-9 0 0,-1 0 0,1 0 0,-1-1 0,0 1 0,1-1 0,-1 0 0,0 1 0,1-1 0,-1 0 0,0 0 0,0-1 0,0 1 0,0 0 0,0-1 0,0 1 0,0-1 0,0 0 0,-1 1 0,1-1 0,-1 0 0,1 0 0,-1 0 0,2-3 0,0-2 0,-1 0 0,0 0 0,0 0 0,-1 0 0,0 0 0,0 0 0,0 0 0,-1-1 0,0 1 0,-2-13 0,3 25 0,1 1 0,0-1 0,1 1 0,-1-1 0,1 0 0,0 0 0,1 0 0,4 6 0,6 7 0,18 17 0,-18-23-1365,-2-3-5461</inkml:trace>
</inkml:ink>
</file>

<file path=ppt/ink/ink2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38:27.68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 24575,'12'2'0,"4"4"0,0 0-8191</inkml:trace>
</inkml:ink>
</file>

<file path=ppt/ink/ink2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38:28.21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133 59 24575,'-8'-7'0,"-5"-5"0,-18-11 0,28 21 0,0 0 0,0 0 0,0 0 0,-1 1 0,1-1 0,-1 1 0,1 0 0,-1 0 0,1 0 0,-1 0 0,-7 0 0,10 2 0,-1-1 0,1 0 0,0 1 0,-1-1 0,1 1 0,0-1 0,0 1 0,-1 0 0,1 0 0,0-1 0,0 1 0,0 0 0,0 0 0,0 0 0,0 0 0,0 0 0,0 0 0,0 0 0,1 1 0,-1-1 0,0 0 0,1 0 0,-1 1 0,1-1 0,-1 0 0,1 1 0,-1 1 0,0 5 0,-1-1 0,1 1 0,0 11 0,1-8 0,0-1 0,1 0 0,0 1 0,0-1 0,1 0 0,4 13 0,-5-20 0,1 0 0,-1 0 0,0 0 0,1 1 0,-1-2 0,1 1 0,0 0 0,0 0 0,0-1 0,0 1 0,1-1 0,-1 1 0,1-1 0,-1 0 0,1 0 0,0 0 0,0 0 0,0-1 0,0 1 0,0-1 0,0 0 0,0 0 0,4 1 0,-5-2 0,-1 1 0,0-1 0,0 0 0,1 0 0,-1 0 0,0 0 0,1 0 0,-1 0 0,0 0 0,1-1 0,-1 1 0,0 0 0,1-1 0,-1 1 0,0-1 0,0 0 0,0 1 0,0-1 0,1 0 0,-1 1 0,0-1 0,0 0 0,0 0 0,-1 0 0,1 0 0,0 0 0,0 0 0,0 0 0,0-2 0,2-3 0,-1 0 0,0 0 0,0 0 0,0 0 0,0-8 0,5-13 0,-7 27 0,0 0 0,0-1 0,0 1 0,0 0 0,1 0 0,-1 0 0,0 0 0,0-1 0,0 1 0,0 0 0,0 0 0,1 0 0,-1 0 0,0 0 0,0 0 0,0-1 0,1 1 0,-1 0 0,0 0 0,0 0 0,0 0 0,1 0 0,-1 0 0,0 0 0,0 0 0,1 0 0,-1 0 0,0 0 0,0 0 0,0 0 0,1 0 0,-1 0 0,0 0 0,0 0 0,0 0 0,1 1 0,-1-1 0,0 0 0,0 0 0,0 0 0,0 0 0,1 0 0,-1 0 0,0 1 0,0-1 0,0 0 0,0 0 0,1 0 0,-1 0 0,0 1 0,0-1 0,0 0 0,0 0 0,0 0 0,0 1 0,0-1 0,0 0 0,0 1 0,9 14 0,-9-14 0,18 42 62,-11-26-776,14 26 1,-15-34-6113</inkml:trace>
</inkml:ink>
</file>

<file path=ppt/ink/ink2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38:28.77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105 76 24575,'-5'-15'0,"4"10"0,-1 0 0,0 0 0,0 0 0,0 0 0,0 0 0,-1 0 0,1 1 0,-1 0 0,-1-1 0,-4-5 0,8 10 0,-1 0 0,1-1 0,0 1 0,-1 0 0,1 0 0,0-1 0,-1 1 0,1 0 0,-1 0 0,1 0 0,0 0 0,-1-1 0,1 1 0,-1 0 0,1 0 0,0 0 0,-1 0 0,1 0 0,-1 0 0,1 0 0,0 0 0,-1 0 0,1 0 0,-1 0 0,1 0 0,-1 1 0,1-1 0,0 0 0,-1 0 0,1 0 0,-1 1 0,0 0 0,1-1 0,-1 1 0,0 0 0,1 0 0,-1 0 0,1 0 0,-1 0 0,1 0 0,-1 0 0,1 0 0,-1 2 0,-2 28 0,4-21 0,0 0 0,1 0 0,0-1 0,0 1 0,1 0 0,0-1 0,1 0 0,5 10 0,-1-5 0,1 1 0,0-1 0,22 24 0,-29-36 0,-1-1 0,1 1 0,-1 0 0,1 0 0,-1-1 0,0 1 0,0 0 0,0 0 0,0 0 0,0 0 0,-1 1 0,1-1 0,0 0 0,-1 0 0,0 0 0,1 0 0,-1 1 0,0-1 0,0 0 0,0 0 0,0 1 0,-1-1 0,1 0 0,-1 0 0,1 0 0,-1 0 0,0 1 0,0-1 0,0 0 0,0 0 0,0-1 0,0 1 0,-2 3 0,0-3 0,1 0 0,-1 1 0,1-1 0,-1 0 0,0 0 0,0 0 0,0 0 0,0-1 0,0 1 0,0-1 0,0 0 0,0 0 0,-1 0 0,1 0 0,0-1 0,-1 1 0,1-1 0,-1 0 0,1 0 0,0 0 0,-6-1 0,4 0-151,0 0-1,0 0 0,0 0 0,0-1 1,0 0-1,0 0 0,1 0 1,-9-6-1,3 1-6674</inkml:trace>
</inkml:ink>
</file>

<file path=ppt/ink/ink2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38:29.12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0 24575,'5'13'0,"2"5"0,1 4 0,0-1 0,-1-1 0,-2-1 0,-2-2 0,-2-6 0</inkml:trace>
</inkml:ink>
</file>

<file path=ppt/ink/ink2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38:29.29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24575,'0'0'-8191</inkml:trace>
</inkml:ink>
</file>

<file path=ppt/ink/ink2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38:29.79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34 24575,'5'25'0,"-4"-19"0,0 1 0,1-1 0,-1 1 0,1-1 0,0 0 0,1 0 0,6 11 0,-9-16 0,0-1 0,0 1 0,0-1 0,1 1 0,-1-1 0,0 1 0,0-1 0,1 1 0,-1-1 0,0 0 0,1 1 0,-1-1 0,1 0 0,-1 1 0,0-1 0,1 0 0,-1 1 0,1-1 0,-1 0 0,1 0 0,-1 0 0,1 1 0,-1-1 0,1 0 0,-1 0 0,1 0 0,-1 0 0,1 0 0,-1 0 0,1 0 0,-1 0 0,1 0 0,-1 0 0,1 0 0,-1 0 0,1-1 0,-1 1 0,1 0 0,-1 0 0,1 0 0,-1-1 0,1 1 0,-1 0 0,1-1 0,-1 1 0,0 0 0,1-1 0,-1 1 0,0 0 0,1-1 0,-1 1 0,1-2 0,0 0 0,1-1 0,-1 1 0,0-1 0,0 0 0,0 0 0,0 0 0,1-5 0,0-13 0,-2 13 0,1 0 0,0 0 0,0 0 0,1 0 0,0 0 0,5-11 0,-7 18 0,0 1 0,1-1 0,-1 1 0,1 0 0,-1-1 0,0 1 0,1-1 0,-1 1 0,1 0 0,-1 0 0,1-1 0,-1 1 0,1 0 0,-1 0 0,1-1 0,-1 1 0,1 0 0,-1 0 0,1 0 0,0 0 0,-1 0 0,1 0 0,-1 0 0,1 0 0,-1 0 0,1 0 0,-1 0 0,1 1 0,-1-1 0,1 0 0,0 0 0,-1 0 0,1 1 0,-1-1 0,0 0 0,1 0 0,-1 1 0,1-1 0,0 1 0,18 16 0,55 70 0,-57-68 0,10 14 0,-25-31 0,0 0 0,1 0 0,-1 0 0,0 0 0,0-1 0,1 1 0,-1-1 0,1 0 0,0 1 0,-1-1 0,4 1 0,-5-2-62,0 0 0,0 0 0,-1 0 0,1 0 0,0 0 0,0 0 0,0 0 0,0 0 0,-1-1 0,1 1 0,0 0 0,0 0-1,-1-1 1,1 1 0,0 0 0,0-1 0,-1 1 0,1-1 0,0 1 0,-1-1 0,2 0 0</inkml:trace>
</inkml:ink>
</file>

<file path=ppt/ink/ink2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38:30.45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234 90 24575,'-14'-22'0,"-10"-16"0,22 36 0,0-1 0,-1 0 0,1 1 0,-1-1 0,0 1 0,1 0 0,-1-1 0,0 1 0,-5-2 0,6 4 0,1-1 0,0 0 0,-1 1 0,1 0 0,0-1 0,-1 1 0,1 0 0,-1 0 0,1 0 0,-1 0 0,1 0 0,0 0 0,-1 0 0,1 0 0,-1 0 0,1 1 0,0-1 0,-1 1 0,-1 0 0,1 1 0,0-1 0,0 0 0,1 1 0,-1-1 0,0 1 0,1-1 0,0 1 0,-1 0 0,1 0 0,0 0 0,-2 3 0,1 2 0,-1-1 0,1 1 0,0 0 0,1 0 0,0 0 0,-1 14 0,2-20 0,-1 12 0,1-1 0,1 1 0,3 19 0,-3-29 0,0 0 0,-1 0 0,1 0 0,0-1 0,0 1 0,1 0 0,-1 0 0,1-1 0,-1 1 0,1-1 0,0 0 0,0 1 0,0-1 0,0 0 0,0 0 0,0 0 0,1 0 0,-1-1 0,1 1 0,-1 0 0,4 0 0,-4-1 0,-1 0 0,1-1 0,0 0 0,0 1 0,-1-1 0,1 0 0,0 0 0,0 0 0,-1 0 0,1 0 0,0 0 0,0 0 0,-1-1 0,1 1 0,0-1 0,0 1 0,-1-1 0,1 0 0,-1 0 0,1 1 0,-1-1 0,1 0 0,-1 0 0,1-1 0,1-1 0,2-3 0,1 0 0,-1 0 0,-1-1 0,6-10 0,1 1 0,-11 15 0,0 1 0,0-1 0,0 1 0,0 0 0,1-1 0,-1 1 0,0 0 0,0-1 0,1 1 0,-1 0 0,0-1 0,1 1 0,-1 0 0,0-1 0,1 1 0,-1 0 0,0 0 0,1 0 0,-1-1 0,0 1 0,1 0 0,-1 0 0,1 0 0,-1 0 0,1 0 0,-1 0 0,0 0 0,1 0 0,0 0 0,-1 0 0,1 1 0,-1-1 0,0 1 0,1-1 0,-1 1 0,1-1 0,-1 1 0,0-1 0,0 1 0,1 0 0,-1-1 0,0 1 0,0-1 0,0 1 0,1 0 0,-1 0 0,2 34 0,-2-32 0,7 158 0,0 8 0,-7-126 0,-1 81 0,1-120 0,0 1 0,-1-1 0,1 0 0,-1 0 0,0 0 0,0 0 0,0 0 0,0 0 0,-1-1 0,0 1 0,1 0 0,-1-1 0,-1 1 0,1-1 0,0 1 0,-1-1 0,0 0 0,0 0 0,0-1 0,0 1 0,0 0 0,0-1 0,-1 0 0,1 0 0,-1 0 0,0 0 0,1 0 0,-1-1 0,0 0 0,0 1 0,0-2 0,0 1 0,0 0 0,0-1 0,0 0 0,-1 0 0,1 0 0,0 0 0,-6-2 0,0 1 0,1-1 0,0-1 0,0 1 0,0-1 0,0-1 0,0 0 0,1 0 0,-1-1 0,-7-5 0,12 7 0,0 0 0,0-1 0,0 1 0,1-1 0,-1 1 0,1-1 0,0 0 0,0-1 0,0 1 0,1 0 0,-1-1 0,1 0 0,0 1 0,1-1 0,-1 0 0,1 0 0,0 0 0,-1-6 0,1 5 0,1 0 0,0 0 0,0 0 0,1 0 0,-1 1 0,4-13 0,-3 15 0,0 0 0,1 0 0,-1 0 0,1 1 0,0-1 0,0 0 0,0 0 0,0 1 0,0 0 0,1-1 0,-1 1 0,1 0 0,4-4 0,3 1-97,0 0-1,-1 1 1,2-1-1,-1 2 1,0 0-1,1 0 1,0 1-1,-1 0 1,1 0-1,0 1 1,0 1-1,0 0 0,19 3 1,-15 0-6729</inkml:trace>
</inkml:ink>
</file>

<file path=ppt/ink/ink2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38:35.68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24575,'0'25'0,"2"1"0,1-1 0,11 44 0,-11-56 0,0 0 0,-1 1 0,-1-1 0,0 15 0,0-50 0,5-39 0,-5 53 0,1 0 0,0 0 0,0 0 0,1 0 0,0 1 0,0-1 0,0 1 0,10-14 0,-11 19 0,-1 0 0,1 0 0,0 1 0,-1-1 0,1 1 0,0 0 0,0-1 0,0 1 0,0 0 0,0 0 0,1 0 0,-1 0 0,0 1 0,4-2 0,-2 2 0,1-1 0,-1 1 0,0 0 0,1 0 0,-1 1 0,0-1 0,7 2 0,-2 1 0,1 0 0,-1 1 0,0-1 0,0 2 0,0-1 0,9 8 0,-6-3 0,0 1 0,-1 0 0,0 1 0,-1 0 0,0 0 0,-1 1 0,0 1 0,-1-1 0,11 24 0,-29-49-1365,5 4-5461</inkml:trace>
</inkml:ink>
</file>

<file path=ppt/ink/ink2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38:36.21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182 17 24575,'2'-1'0,"0"1"0,-1-1 0,1 1 0,0 0 0,0-1 0,0 1 0,0 0 0,0 0 0,0 0 0,-1 0 0,1 0 0,0 1 0,0-1 0,0 1 0,0-1 0,-1 1 0,1-1 0,0 1 0,-1 0 0,1 0 0,0 0 0,-1 0 0,1 0 0,-1 0 0,1 1 0,-1-1 0,0 0 0,0 1 0,1-1 0,-1 1 0,0-1 0,0 1 0,0 0 0,-1-1 0,1 1 0,0 0 0,-1 0 0,1-1 0,-1 1 0,1 0 0,-1 0 0,0 0 0,0 2 0,1 2 0,-1 0 0,1 0 0,-1 0 0,-1 0 0,1 0 0,-1 0 0,0-1 0,0 1 0,-4 9 0,4-13 0,0 0 0,0 1 0,0-1 0,-1 0 0,1 0 0,-1 0 0,0 0 0,1 0 0,-1 0 0,0 0 0,0-1 0,0 1 0,0-1 0,-1 1 0,1-1 0,0 0 0,0 0 0,-1 0 0,1 0 0,-1 0 0,1-1 0,-1 1 0,1-1 0,-4 1 0,-17 0 0,-1 0 0,-31-5 0,51 4 0,0-1 0,-1 0 0,1-1 0,0 1 0,0-1 0,0 1 0,-1-1 0,2-1 0,-1 1 0,0 0 0,0-1 0,1 0 0,0 0 0,-1 0 0,-2-4 0,4 6 0,1-1 0,0 0 0,-1 0 0,1 0 0,0 0 0,0 0 0,0 0 0,0 0 0,0 0 0,1 0 0,-1-1 0,1 1 0,-1 0 0,1 0 0,0-1 0,0 1 0,0 0 0,0 0 0,0-1 0,0 1 0,1 0 0,-1 0 0,1-1 0,-1 1 0,1 0 0,0 0 0,0 0 0,0 0 0,0 0 0,3-3 0,-1 0-65,1 1 0,0 0 0,0-1 0,0 1 0,0 0 0,1 1 0,-1-1 0,1 1 0,0 0 0,0 0 0,0 1 0,1-1 0,-1 1 0,1 0 0,-1 1 0,1-1 0,0 1 0,-1 0 0,1 1 0,9-1 0,-2 1-6761</inkml:trace>
</inkml:ink>
</file>

<file path=ppt/ink/ink2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38:37.44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257 438 24575,'-19'-7'0,"0"1"0,0 0 0,-21-3 0,33 8 0,1 0 0,-1 0 0,0 1 0,0 0 0,1 0 0,-1 0 0,0 1 0,0 0 0,1 1 0,-1-1 0,1 1 0,-12 5 0,13-3 0,0 0 0,0 0 0,1 0 0,-1 1 0,1 0 0,0-1 0,0 2 0,1-1 0,-1 0 0,1 1 0,0-1 0,1 1 0,-1 0 0,1 0 0,-2 8 0,4-13 0,-1 1 0,1-1 0,0 0 0,0 0 0,-1 1 0,1-1 0,0 0 0,0 0 0,1 1 0,-1-1 0,0 0 0,0 0 0,0 0 0,1 1 0,-1-1 0,1 0 0,-1 0 0,1 0 0,-1 0 0,1 0 0,0 0 0,-1 0 0,1 0 0,0 0 0,0 0 0,0 0 0,0 0 0,0 0 0,0-1 0,0 1 0,0 0 0,0-1 0,1 1 0,0 0 0,-1-1 0,1 0 0,0 0 0,-1 0 0,1 1 0,-1-2 0,1 1 0,-1 0 0,1 0 0,0 0 0,-1-1 0,1 1 0,-1-1 0,1 1 0,-1-1 0,0 0 0,1 0 0,-1 1 0,0-1 0,1 0 0,-1 0 0,0 0 0,0 0 0,0-1 0,0 1 0,1-1 0,1-3 0,0 0 0,0 0 0,-1 0 0,1 0 0,-1 0 0,-1 0 0,3-8 0,4-14 0,-8 27 0,0-1 0,0 1 0,0 0 0,1 0 0,-1-1 0,0 1 0,0 0 0,0 0 0,0-1 0,0 1 0,0 0 0,0 0 0,1 0 0,-1-1 0,0 1 0,0 0 0,0 0 0,1 0 0,-1 0 0,0-1 0,0 1 0,0 0 0,1 0 0,-1 0 0,0 0 0,0 0 0,1 0 0,-1 0 0,0 0 0,0 0 0,1 0 0,-1 0 0,0 0 0,0 0 0,1 0 0,7 7 0,5 21 0,-11-23 0,4 8 0,0 0 0,1-1 0,1 0 0,0 0 0,0 0 0,13 12 0,-17-20 0,-1-1 0,1 0 0,0 1 0,0-1 0,0-1 0,0 1 0,1 0 0,-1-1 0,1 0 0,0 0 0,-1-1 0,1 1 0,0-1 0,0 0 0,0 0 0,0 0 0,0-1 0,0 0 0,0 0 0,0 0 0,7-2 0,-9 2 0,1-1 0,-1 0 0,0-1 0,1 1 0,-1-1 0,0 1 0,0-1 0,0 0 0,0 0 0,0 0 0,0 0 0,-1-1 0,5-4 0,-4 3 0,1-1 0,-1-1 0,0 1 0,0 0 0,0-1 0,-1 1 0,3-9 0,-1-5 0,-1 1 0,0-1 0,-1 0 0,-1-21 0,-1-11 0,-3 0 0,-8-50 0,4 64 0,-1 1 0,-2 0 0,-21-51 0,30 83 0,-1 1 0,0-1 0,1 1 0,-1-1 0,-1 1 0,-4-6 0,7 9 0,0 0 0,-1-1 0,1 1 0,-1 0 0,1-1 0,0 1 0,-1 0 0,1 0 0,-1-1 0,1 1 0,0 0 0,-1 0 0,1 0 0,-1 0 0,1 0 0,-1 0 0,1 0 0,-1 0 0,1 0 0,-1 0 0,1 0 0,-1 0 0,1 0 0,-1 0 0,0 1 0,0 0 0,0-1 0,0 1 0,0 0 0,0 0 0,0 0 0,1 0 0,-1-1 0,0 1 0,1 0 0,-1 0 0,1 1 0,-1-1 0,0 2 0,-4 9 0,1 0 0,1 1 0,0-1 0,1 1 0,-1 18 0,3 66 0,2-75 0,1 0 0,1-1 0,1 1 0,0-1 0,2 0 0,1 0 0,0-1 0,2 0 0,0-1 0,1 0 0,1 0 0,1-1 0,1-1 0,19 20 0,-26-30 0,0-1 0,0 0 0,1-1 0,0 0 0,0 0 0,0 0 0,0-1 0,1-1 0,-1 1 0,18 3 0,-21-6 0,0 0 0,0 0 0,0-1 0,0 1 0,0-1 0,0-1 0,1 1 0,-1-1 0,0 0 0,0 0 0,-1 0 0,1-1 0,0 1 0,0-1 0,-1 0 0,1-1 0,-1 1 0,1-1 0,-1 0 0,0 0 0,5-6 0,-5 5 0,0-1 0,0 0 0,0 0 0,-1 0 0,0 0 0,0-1 0,0 1 0,-1-1 0,3-8 0,-1-2 0,-1 0 0,2-20 0,-1 21 0,-1 11 0,1 10 0,8 37 0,-8-27 0,1 0 0,1 0 0,0 0 0,1-1 0,12 21 0,-14-29-455,0 0 0,11 11 0</inkml:trace>
</inkml:ink>
</file>

<file path=ppt/ink/ink2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38:37.64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0 24575,'3'10'0,"3"8"0,0 3 0,0 1 0,-2-1 0,-1-4-8191</inkml:trace>
</inkml:ink>
</file>

<file path=ppt/ink/ink2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38:38.14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103 17 24575,'-5'-3'0,"-1"1"0,1-1 0,-1 1 0,0 1 0,0-1 0,0 1 0,-9-2 0,13 3 0,1 0 0,-1 0 0,0 0 0,0 1 0,1-1 0,-1 0 0,0 1 0,0-1 0,1 1 0,-1-1 0,1 1 0,-1 0 0,0 0 0,1 0 0,0 0 0,-1 0 0,1 0 0,-1 0 0,1 0 0,0 1 0,0-1 0,0 0 0,0 1 0,0-1 0,0 1 0,0-1 0,0 1 0,1-1 0,-1 1 0,0 2 0,-1 2 0,1 0 0,0 0 0,0 0 0,1 1 0,0-1 0,0 0 0,0 0 0,1 0 0,0 0 0,0 0 0,1 0 0,2 8 0,-1-5 0,0-1 0,1 0 0,0-1 0,0 1 0,1-1 0,0 0 0,0 0 0,9 9 0,-13-14 0,1 0 0,0-1 0,0 1 0,0 0 0,1-1 0,-1 1 0,0-1 0,0 0 0,1 0 0,-1 0 0,1 0 0,-1 0 0,1 0 0,0-1 0,-1 1 0,1-1 0,-1 0 0,1 0 0,0 0 0,-1 0 0,1 0 0,0 0 0,3-1 0,-4 0 0,1-1 0,-1 1 0,1 0 0,-1-1 0,0 1 0,1-1 0,-1 0 0,0 0 0,0 0 0,0 0 0,0 0 0,0 0 0,-1 0 0,1-1 0,-1 1 0,1-1 0,-1 1 0,0-1 0,0 1 0,0-1 0,1-5 0,0-4 0,-1 0 0,0 0 0,0-1 0,-3-22 0,4 46-114,0 1 1,1-1-1,0 0 0,1 0 0,0 0 1,1-1-1,0 1 0,1-1 0,0-1 1,0 1-1,15 16 0</inkml:trace>
</inkml:ink>
</file>

<file path=ppt/ink/ink2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38:38.64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146 27 24575,'-1'-3'0,"0"1"0,0 0 0,-1 0 0,1-1 0,-1 1 0,1 0 0,-1 0 0,0 1 0,0-1 0,-2-2 0,3 4 0,0 0 0,1-1 0,-1 1 0,0 0 0,0 0 0,1-1 0,-1 1 0,0 0 0,0 0 0,0 0 0,1 0 0,-1 0 0,0 0 0,0 0 0,1 0 0,-1 1 0,0-1 0,0 0 0,1 0 0,-1 1 0,0-1 0,0 0 0,1 1 0,-1-1 0,0 1 0,1-1 0,-1 1 0,1-1 0,-1 1 0,0-1 0,1 1 0,-1 0 0,1-1 0,0 1 0,-1 0 0,1-1 0,-1 2 0,-3 7 0,0 0 0,0 0 0,1 0 0,0 1 0,0-1 0,1 1 0,1-1 0,-2 19 0,3-25 0,0 1 0,0-1 0,0 1 0,1-1 0,-1 1 0,1-1 0,0 1 0,0-1 0,0 0 0,0 1 0,1-1 0,-1 0 0,1 0 0,0 0 0,0 0 0,0 0 0,4 4 0,3 1 0,0 0 0,0-1 0,0 0 0,12 5 0,-10-5 0,0 1 0,14 11 0,-24-18 0,0 0 0,0-1 0,0 1 0,0 0 0,0 0 0,-1 0 0,1 0 0,0 0 0,0 0 0,-1 0 0,1 1 0,-1-1 0,1 0 0,-1 0 0,0 0 0,1 1 0,-1-1 0,0 0 0,0 0 0,0 1 0,0 0 0,0 0 0,0-1 0,-1 0 0,0 1 0,1-1 0,-1 0 0,0 0 0,1 0 0,-1 0 0,0 0 0,0 0 0,0 0 0,0 0 0,0 0 0,0 0 0,0 0 0,-2 0 0,-6 4 0,0-1 0,0 0 0,0-1 0,-13 4 0,15-6 0,-5 3 0,0-2 0,-20 3 0,27-5 0,0 1 0,0-1 0,0-1 0,0 1 0,0-1 0,0 0 0,0 0 0,0 0 0,-5-3 0,8 4-72,1-1 1,0 0-1,-1 0 0,1 0 0,0 0 0,0 0 0,0 0 0,0 0 1,0 0-1,0-1 0,0 1 0,0 0 0,0 0 0,0-1 0,1 1 1,-1-1-1,1 1 0,-1-3 0,-2-6-6754</inkml:trace>
</inkml:ink>
</file>

<file path=ppt/ink/ink2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38:38.92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0 24575,'0'7'0,"0"6"0,3 2 0,0 1 0,3 1 0,2-1 0,0 0 0,1 0 0,-1-1 0,1-1 0,1-1 0,-1-7 0</inkml:trace>
</inkml:ink>
</file>

<file path=ppt/ink/ink2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38:39.11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24575,'2'0'0,"-1"3"0,-1 3 0</inkml:trace>
</inkml:ink>
</file>

<file path=ppt/ink/ink2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38:39.55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24575,'28'39'0,"33"49"0,-57-82 0,-1 0 0,1 0 0,0-1 0,0 0 0,7 7 0,-10-12 0,0 1 0,-1 0 0,1-1 0,0 1 0,0-1 0,0 1 0,0-1 0,0 1 0,-1-1 0,1 0 0,0 1 0,0-1 0,0 0 0,0 0 0,0 0 0,0 1 0,0-1 0,0 0 0,0 0 0,0-1 0,0 1 0,0 0 0,0 0 0,0 0 0,0-1 0,0 1 0,0 0 0,0-1 0,0 1 0,0-1 0,0 1 0,0-1 0,-1 0 0,1 1 0,0-1 0,0 0 0,-1 1 0,1-1 0,0 0 0,-1 0 0,1 0 0,-1 0 0,1 1 0,0-3 0,1-1 0,0-1 0,0 0 0,0 0 0,-1 0 0,0 0 0,1-5 0,-1 6 0,-1 1 0,1-1 0,-1 1 0,1-1 0,0 1 0,1 0 0,-1-1 0,0 1 0,1 0 0,0 0 0,0 0 0,0 0 0,0 1 0,4-5 0,-5 6 0,0 1 0,0-1 0,0 1 0,0-1 0,0 1 0,0 0 0,1-1 0,-1 1 0,0 0 0,0 0 0,0 0 0,0 0 0,0 0 0,1 0 0,-1 0 0,0 1 0,0-1 0,0 0 0,0 1 0,0-1 0,0 0 0,0 1 0,0-1 0,0 1 0,0 0 0,0-1 0,0 1 0,0 0 0,1 1 0,4 3 0,0 1 0,-1 0 0,6 8 0,-4-5 0,25 32 0,-20-24 0,1-1 0,1-1 0,28 27 0,-40-40-136,0-1-1,1 1 1,-1-1-1,0 0 1,0 0-1,1 0 1,-1 0-1,0 0 0,4 1 1,4-2-6690</inkml:trace>
</inkml:ink>
</file>

<file path=ppt/ink/ink2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38:40.16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148 60 24575,'4'-5'0,"-1"1"0,1 0 0,-1-1 0,0 1 0,0-1 0,-1 0 0,0 0 0,0 0 0,2-7 0,-4 12 0,0 0 0,1 0 0,-1 0 0,0-1 0,0 1 0,0 0 0,0 0 0,0 0 0,0 0 0,0 0 0,0-1 0,0 1 0,0 0 0,0 0 0,0 0 0,0 0 0,0-1 0,0 1 0,0 0 0,0 0 0,0 0 0,0 0 0,0 0 0,0-1 0,0 1 0,-1 0 0,1 0 0,0 0 0,0 0 0,0 0 0,0 0 0,0-1 0,0 1 0,0 0 0,0 0 0,-1 0 0,1 0 0,0 0 0,0 0 0,0 0 0,0 0 0,0 0 0,-1 0 0,1 0 0,-8 4 0,-6 9 0,2 2 0,8-10 0,0 0 0,0 0 0,0 0 0,1 0 0,0 0 0,0 1 0,0 0 0,-4 11 0,7-16 0,0-1 0,0 1 0,0 0 0,0 0 0,0 0 0,0 0 0,0-1 0,0 1 0,0 0 0,0 0 0,1 0 0,-1 0 0,0-1 0,1 1 0,-1 0 0,0 0 0,1-1 0,-1 1 0,1 0 0,-1 0 0,1-1 0,-1 1 0,1-1 0,0 2 0,1-1 0,-1-1 0,1 1 0,0 0 0,-1 0 0,1-1 0,0 1 0,0-1 0,0 1 0,-1-1 0,4 1 0,2-1 0,-1 0 0,1-1 0,-1 1 0,0-1 0,11-3 0,0-4 0,-15 7 0,1-1 0,-1 1 0,0 0 0,1 0 0,-1 0 0,1 0 0,-1 0 0,1 1 0,-1-1 0,1 1 0,4-1 0,-7 2 0,1-1 0,0 0 0,0 1 0,-1-1 0,1 1 0,0-1 0,-1 0 0,1 1 0,0 0 0,-1-1 0,1 1 0,-1-1 0,1 1 0,-1 0 0,1-1 0,-1 1 0,0 0 0,1 0 0,-1-1 0,0 1 0,1 0 0,-1 0 0,0-1 0,0 3 0,3 21 0,-3-21 0,-1 113 0,0-66 0,7 77 0,-3-105 0,0-6 0,-1 0 0,-1 0 0,0 0 0,-1 0 0,-3 29 0,2-42 0,0-1 0,0 1 0,0 0 0,0-1 0,0 1 0,0-1 0,-1 1 0,1-1 0,-1 0 0,1 0 0,-1 0 0,0 0 0,0 0 0,-4 4 0,1-4 0,1 1 0,0-1 0,0 0 0,-1 0 0,1 0 0,-1-1 0,1 0 0,-6 1 0,-2 0 0,1-1 0,0 0 0,-1-1 0,1-1 0,-1 0 0,-17-3 0,22 2 0,-1 1 0,1-2 0,-1 1 0,1-1 0,0 0 0,0 0 0,-12-8 0,17 9 0,0 1 0,0-1 0,0 0 0,1 0 0,-1 1 0,1-1 0,-1 0 0,1 0 0,0 0 0,-1-1 0,1 1 0,0 0 0,0 0 0,1-1 0,-1 1 0,0-1 0,1 1 0,0 0 0,-1-1 0,1 1 0,0-1 0,0 1 0,0-1 0,1 1 0,-1-1 0,0 1 0,1 0 0,1-5 0,-1 5 5,0-1 1,0 1-1,0-1 0,1 1 0,-1 0 0,1 0 1,-1-1-1,1 1 0,0 0 0,-1 0 1,1 0-1,0 1 0,1-1 0,-1 0 0,0 1 1,0 0-1,1-1 0,-1 1 0,1 0 0,-1 0 1,1 0-1,3 0 0,4-1-302,0 0 0,0 1 0,0 1 0,16 0 0,-12 1-6529</inkml:trace>
</inkml:ink>
</file>

<file path=ppt/ink/ink2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38:44.83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59 45 24575,'1'-1'0,"-1"-1"0,0 1 0,1 0 0,-1-1 0,1 1 0,0 0 0,-1 0 0,1-1 0,0 1 0,0 0 0,0 0 0,0 0 0,0 0 0,0 0 0,0 0 0,0 0 0,0 0 0,2 0 0,23-13 0,-21 12 0,1 0 0,-1 1 0,0 0 0,1 0 0,-1 0 0,0 1 0,1 0 0,-1 0 0,9 1 0,-11 0 0,0-1 0,0 1 0,0 0 0,0 0 0,0 0 0,-1 0 0,1 1 0,0-1 0,-1 1 0,1-1 0,-1 1 0,1 0 0,-1 0 0,0 0 0,0 0 0,0 1 0,0-1 0,2 4 0,6 11 0,13 34 0,-20-43 0,0 0 0,-1 0 0,0 0 0,0 1 0,-1-1 0,1 15 0,-3-20 0,1 0 0,0-1 0,-1 1 0,1 0 0,-1-1 0,0 1 0,0-1 0,0 1 0,0-1 0,-1 1 0,1-1 0,-1 0 0,1 1 0,-1-1 0,0 0 0,-3 3 0,-2 1 0,-1-1 0,1 1 0,-13 6 0,14-10 0,0 2 0,-1 0 0,-1-1 0,1 0 0,0 0 0,-1-1 0,0 0 0,-14 2 0,20-4 0,-1 0 0,0 0 0,0 0 0,0 0 0,0 0 0,0-1 0,0 1 0,0-1 0,1 0 0,-1 0 0,0 0 0,0 0 0,1 0 0,-1 0 0,1-1 0,-1 1 0,1-1 0,0 0 0,-1 0 0,1 0 0,0 0 0,0 0 0,-3-5 0,-2-6 0,1 0 0,0 0 0,-7-23 0,1 2 0,10 28 30,0 0 0,1 0 0,-3-11 0,4 15-117,0 0-1,0 0 1,0 0 0,0 0-1,0 0 1,0 0 0,0 0-1,1 1 1,-1-1-1,0 0 1,1 0 0,0 0-1,-1 1 1,1-1 0,0 0-1,2-2 1</inkml:trace>
</inkml:ink>
</file>

<file path=ppt/ink/ink2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38:46.36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17 1 24575,'-2'0'0,"-4"0"0,-3 0 0</inkml:trace>
</inkml:ink>
</file>

<file path=ppt/ink/ink2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38:46.99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28 57 24575,'7'-6'0,"0"-1"0,0 1 0,1 0 0,0 1 0,0 0 0,14-7 0,-18 10 0,-1 1 0,1-1 0,-1 1 0,1 0 0,0 1 0,-1-1 0,1 0 0,0 1 0,0 0 0,-1 0 0,1 0 0,0 1 0,0-1 0,-1 1 0,1 0 0,0 0 0,-1 0 0,1 0 0,5 3 0,1 2 0,-1-1 0,0 1 0,-1 0 0,0 1 0,11 10 0,-17-15 0,0 0 0,-1 1 0,1-1 0,0 0 0,-1 1 0,1-1 0,-1 1 0,0 0 0,0-1 0,0 1 0,0 0 0,-1 0 0,1 0 0,-1 0 0,1 0 0,-1-1 0,0 1 0,0 0 0,0 0 0,-1 0 0,1 0 0,-1 0 0,1 0 0,-3 3 0,1-1 0,0-1 0,0 1 0,-1-1 0,1 0 0,-1 0 0,-1 0 0,1 0 0,0 0 0,-1 0 0,0-1 0,0 0 0,0 0 0,0 0 0,0 0 0,-1-1 0,1 0 0,-1 1 0,1-2 0,-1 1 0,0 0 0,0-1 0,-9 1 0,8-1 0,0 0 0,-1-1 0,1 0 0,0 0 0,0 0 0,0-1 0,-1 0 0,1-1 0,0 1 0,0-1 0,0 0 0,1 0 0,-1-1 0,0 0 0,1 0 0,0 0 0,0 0 0,-7-6 0,8 5 0,1 0 0,-1 0 0,0 0 0,1 0 0,0 0 0,0-1 0,0 0 0,1 1 0,-1-1 0,-1-7 0,3 10 0,1 0 0,-1-1 0,1 1 0,0 0 0,0 0 0,0 0 0,0 0 0,0 0 0,1 0 0,-1 0 0,1 0 0,-1-1 0,1 1 0,0 1 0,0-1 0,0 0 0,0 0 0,0 0 0,0 0 0,0 1 0,0-1 0,1 0 0,-1 1 0,1-1 0,-1 1 0,1 0 0,0-1 0,-1 1 0,3-1 0,0 0-151,0 0-1,0 0 0,0 0 0,1 0 1,-1 1-1,0 0 0,1 0 1,4-1-1,4 1-6674</inkml:trace>
</inkml:ink>
</file>

<file path=ppt/ink/ink2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38:49.02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74 60 24575,'0'-2'0,"0"-1"0,0 1 0,0-1 0,1 1 0,-1-1 0,1 1 0,-1-1 0,1 1 0,0 0 0,0-1 0,0 1 0,0 0 0,0 0 0,0 0 0,1 0 0,-1 0 0,1 0 0,-1 0 0,4-2 0,-2 2 0,-1 0 0,1 1 0,0-1 0,0 1 0,0 0 0,0 0 0,0 0 0,0 1 0,0-1 0,0 1 0,1-1 0,-1 1 0,0 0 0,6 1 0,-1 0 0,0 0 0,-1 0 0,1 1 0,-1 0 0,1 0 0,-1 1 0,0 0 0,0 0 0,0 1 0,0 0 0,0 0 0,-1 1 0,0 0 0,10 9 0,-12-10 0,-1 0 0,0 0 0,0 0 0,-1 0 0,1 0 0,-1 1 0,0-1 0,0 1 0,0-1 0,0 1 0,-1 0 0,0 0 0,0 0 0,0 0 0,-1 0 0,0 0 0,0 0 0,0-1 0,0 1 0,-1 0 0,0 0 0,0 0 0,0 0 0,-2 5 0,2-6 0,-1 0 0,0 0 0,0 0 0,0 0 0,0 0 0,-1-1 0,1 1 0,-1-1 0,0 1 0,0-1 0,0 0 0,-1 0 0,1-1 0,-1 1 0,-6 4 0,4-5 0,-1 1 0,0-1 0,1 0 0,-1 0 0,0-1 0,0 0 0,1 0 0,-1-1 0,-9 0 0,8-1 0,0 0 0,-1 0 0,1-1 0,0 0 0,0-1 0,0 1 0,0-2 0,1 1 0,-1-1 0,1 0 0,0-1 0,0 1 0,-7-7 0,10 7 0,-1-1 0,1 1 0,0-1 0,0 1 0,0-1 0,1-1 0,0 1 0,-4-7 0,6 8 0,-1 0 0,1 0 0,0 1 0,0-1 0,1 0 0,-1 0 0,1 0 0,-1 0 0,1 0 0,1 0 0,-1-1 0,0 1 0,2-5 0,-1 7-65,0-1 0,0 1 0,0 0 0,0-1 0,1 1 0,-1 0 0,1 0 0,-1-1 0,1 1 0,0 0 0,0 1 0,-1-1 0,1 0 0,1 0 0,-1 1 0,0 0 0,0-1 0,1 1 0,-1 0 0,5-2 0,5 0-6761</inkml:trace>
</inkml:ink>
</file>

<file path=ppt/ink/ink2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38:49.38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55 1 24575,'-2'0'0,"-4"2"0,0 4 0,-3 1 0,-1-4 0,-1-2 0,0-1-8191</inkml:trace>
</inkml:ink>
</file>

<file path=ppt/ink/ink2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38:50.06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 0 24575,'0'9'0,"-1"-1"0,1-1 0,0 0 0,0 0 0,1 0 0,0 1 0,1 6 0,-1-13 0,0 0 0,-1 0 0,1 0 0,0-1 0,-1 1 0,1 0 0,0 0 0,0-1 0,0 1 0,-1 0 0,1-1 0,0 1 0,0-1 0,0 1 0,0-1 0,0 0 0,0 1 0,0-1 0,0 0 0,0 0 0,0 0 0,0 0 0,1 0 0,0 0 0,31-2 0,-22 0 0,-4 2 0,1 0 0,-1 0 0,0 1 0,0 0 0,1 0 0,-1 0 0,0 1 0,0 1 0,0-1 0,8 5 0,-11-5 0,0 0 0,-1 0 0,1 0 0,0 1 0,-1-1 0,0 1 0,1 0 0,-1 0 0,0 0 0,-1 1 0,1-1 0,0 1 0,-1-1 0,0 1 0,0 0 0,0 0 0,0 0 0,1 5 0,-3-7 0,1 0 0,-1 0 0,0 0 0,0 0 0,0 0 0,0 0 0,0 0 0,0 0 0,0 0 0,-1 0 0,1 0 0,-1 0 0,1 0 0,-1 0 0,0 0 0,0 0 0,-1 2 0,0-2 0,0 1 0,0-1 0,0 0 0,0 0 0,-1 0 0,1 0 0,-1-1 0,1 1 0,-1 0 0,-4 1 0,-1 0 0,0 0 0,-1-1 0,0 0 0,1 0 0,-1-1 0,-16 0 0,-5-1-1365,18 0-5461</inkml:trace>
</inkml:ink>
</file>

<file path=ppt/ink/ink2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38:50.34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60 24575,'27'-7'0,"13"-3"0,4 1 0,-2-1 0,-6 1 0,-5 3 0,-7 2 0,-4 1 0,-4 2 0,-4 1-8191</inkml:trace>
</inkml:ink>
</file>

<file path=ppt/ink/ink2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0:24.01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198 44 24575,'13'0'0,"-10"1"0,1-1 0,-1 0 0,1 0 0,0 0 0,-1-1 0,1 1 0,5-3 0,-8 3 0,-1 0 0,0 0 0,0 0 0,0 0 0,0 0 0,0 0 0,1 0 0,-1 0 0,0 0 0,0 0 0,0 0 0,0 0 0,0-1 0,1 1 0,-1 0 0,0 0 0,0 0 0,0 0 0,0 0 0,0 0 0,0-1 0,0 1 0,0 0 0,1 0 0,-1 0 0,0 0 0,0-1 0,0 1 0,0 0 0,0 0 0,0 0 0,0 0 0,0-1 0,0 1 0,0 0 0,0 0 0,0 0 0,0 0 0,0-1 0,-7-5 0,-10-3 0,15 8 0,-17-5 0,-29-6 0,42 11 0,-1 1 0,0-1 0,1 1 0,-1 0 0,1 1 0,-1-1 0,0 1 0,-8 3 0,10-3 0,-3 1 0,0 1 0,1 0 0,-14 6 0,19-8 0,0 1 0,0-1 0,0 1 0,0-1 0,0 1 0,1-1 0,-1 1 0,1 0 0,-1 0 0,1 0 0,-1 0 0,1 0 0,0 0 0,0 0 0,0 1 0,0-1 0,0 4 0,-4 11 0,3-10 0,1-1 0,0 1 0,-1-1 0,2 1 0,-1 7 0,1-12 0,1 1 0,-1-1 0,1 0 0,-1 1 0,1-1 0,0 0 0,0 0 0,0 0 0,0 0 0,0 0 0,0 0 0,0 0 0,1 0 0,-1 0 0,1 0 0,0-1 0,-1 1 0,4 2 0,0-1 0,0 0 0,0 0 0,0 0 0,1-1 0,-1 0 0,1 0 0,-1 0 0,1-1 0,0 0 0,10 1 0,2-1 0,-1-1 0,25-3 0,-37 3 0,0-1 0,0-1 0,0 1 0,0-1 0,0 1 0,0-1 0,0-1 0,-1 1 0,1-1 0,-1 0 0,0 0 0,8-7 0,-6 5 0,0-2 0,-1 1 0,0-1 0,0 0 0,0 0 0,-1 0 0,4-9 0,-5 15 0,0 6 0,2 9 0,-4-13 0,1 5-151,0 0-1,0-1 0,0 1 0,1-1 1,0 0-1,0 0 0,1 0 1,7 9-1</inkml:trace>
</inkml:ink>
</file>

<file path=ppt/ink/ink2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0:24.64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24 24575,'1'7'0,"1"1"0,0 0 0,0-1 0,1 1 0,0-1 0,0 0 0,1 0 0,-1 0 0,6 7 0,-7-12 0,-1 1 0,1-1 0,0 0 0,0 1 0,0-1 0,0 0 0,1 0 0,2 2 0,-4-4 0,-1 1 0,0-1 0,1 0 0,-1 0 0,1 0 0,-1 1 0,1-1 0,-1 0 0,1 0 0,-1 0 0,1 0 0,-1 0 0,1 0 0,-1 0 0,0 0 0,1 0 0,-1 0 0,1 0 0,-1 0 0,1 0 0,-1 0 0,1-1 0,0 0 0,0 1 0,-1-1 0,1 0 0,0 1 0,-1-1 0,1 0 0,-1 1 0,1-1 0,-1 0 0,0 0 0,1 0 0,-1 0 0,0 1 0,0-1 0,1 0 0,-1-2 0,4-21 0,9-39 0,-12 62 0,-1 0 0,0 0 0,1 0 0,-1-1 0,0 1 0,1 0 0,0 0 0,-1 0 0,1 0 0,0 0 0,-1 0 0,1 0 0,0 0 0,0 0 0,0 0 0,0 0 0,0 0 0,0 0 0,0 1 0,0-1 0,0 0 0,0 1 0,0-1 0,0 1 0,1-1 0,-1 1 0,0 0 0,0 0 0,1-1 0,-1 1 0,2 0 0,1 1 0,-1-1 0,0 1 0,1 0 0,-1 0 0,0 1 0,1-1 0,-1 1 0,0 0 0,0-1 0,4 5 0,62 51 0,-43-33 0,-24-22-227,1 0-1,-1 0 1,0 0-1,0 1 1,2 4-1,1 2-6598</inkml:trace>
</inkml:ink>
</file>

<file path=ppt/ink/ink2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0:25.29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 24575,'1'0'0,"-1"0"0,1 1 0,0-1 0,-1 0 0,1 1 0,-1-1 0,1 0 0,0 1 0,-1-1 0,1 1 0,-1-1 0,1 1 0,-1-1 0,0 1 0,1-1 0,-1 1 0,1-1 0,-1 1 0,0 0 0,0-1 0,1 1 0,-1 0 0,0-1 0,0 1 0,0 0 0,0-1 0,0 2 0,3 22 0,-3-21 0,2 24 0,21 227 0,-19-231 0,1-1 0,10 29 0,-11-40 0,1 0 0,0 0 0,0 0 0,1-1 0,1 0 0,9 11 0,-13-17 0,0-1 0,0 0 0,1-1 0,-1 1 0,1-1 0,-1 1 0,1-1 0,0 0 0,0-1 0,0 1 0,0-1 0,1 1 0,-1-1 0,0-1 0,1 1 0,-1 0 0,0-1 0,7 0 0,-8 0 0,0-1 0,0 1 0,0 0 0,0-1 0,0 0 0,0 0 0,0 0 0,-1 0 0,1 0 0,0 0 0,-1-1 0,1 0 0,-1 1 0,1-1 0,-1 0 0,0 0 0,0 0 0,0 0 0,0-1 0,0 1 0,0 0 0,0-1 0,-1 1 0,1-1 0,-1 0 0,0 0 0,1-4 0,1-4-1365,-1 0-5461</inkml:trace>
</inkml:ink>
</file>

<file path=ppt/ink/ink2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0:25.45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263 1 24575,'-27'2'0,"-11"1"0,-2 1 0,4-2 0,5 0 0,5-1 0,6 0 0,2-1 0,3 0 0,4 0-8191</inkml:trace>
</inkml:ink>
</file>

<file path=ppt/ink/ink2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0:25.80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 24575,'3'7'0,"0"5"0,0 3 0,2 2 0,0-1 0,2 1 0,-1-1 0,2-1 0,-1 0 0,0-2 0,0-2 0,1-2 0</inkml:trace>
</inkml:ink>
</file>

<file path=ppt/ink/ink2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0:25.97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0 24575,'3'0'0,"0"3"0,-2 0 0,-2 2 0</inkml:trace>
</inkml:ink>
</file>

<file path=ppt/ink/ink2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0:26.81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122 0 24575,'-24'0'0,"-11"0"0,0 3 0,7 0-8191</inkml:trace>
</inkml:ink>
</file>

<file path=ppt/ink/ink2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0:27.41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251 69 24575,'-48'-22'0,"32"14"0,0 1 0,0 0 0,-1 1 0,1 0 0,-2 2 0,-19-4 0,34 8 0,1 0 0,-1 0 0,1 0 0,-1 0 0,1 0 0,-1 0 0,1 1 0,-1-1 0,1 1 0,0-1 0,-1 1 0,1 0 0,0 0 0,0 0 0,-1 1 0,1-1 0,0 0 0,0 1 0,0-1 0,-3 4 0,3-2 0,1 0 0,-1 0 0,0 0 0,1 1 0,-1-1 0,1 0 0,0 1 0,0-1 0,1 1 0,-1-1 0,1 1 0,-1-1 0,1 6 0,0 4 0,0 0 0,1-1 0,1 1 0,0-1 0,1 1 0,0-1 0,7 19 0,-8-25 0,1-1 0,0 1 0,0-1 0,1 0 0,-1 0 0,1 0 0,0-1 0,1 1 0,-1-1 0,1 0 0,-1 0 0,1 0 0,0-1 0,1 0 0,-1 0 0,1 0 0,8 3 0,-9-4 0,0 0 0,1-1 0,-1 1 0,1-1 0,-1 0 0,7 0 0,-10-1 0,0 0 0,0-1 0,0 1 0,0-1 0,0 1 0,0-1 0,0 0 0,0 0 0,-1 1 0,1-1 0,0-1 0,0 1 0,-1 0 0,1 0 0,-1-1 0,1 1 0,-1 0 0,1-1 0,-1 0 0,2-2 0,-1 0 0,1 0 0,-1 0 0,0 0 0,0 0 0,0-1 0,-1 1 0,0-1 0,2-9 0,-1-1 0,-1-22 0,-1 6 0,0 31 0,0-1 0,0 1 0,0 0 0,0-1 0,0 1 0,0-1 0,0 1 0,0 0 0,0-1 0,0 1 0,1 0 0,-1-1 0,0 1 0,0 0 0,0-1 0,0 1 0,1-1 0,-1 1 0,0 0 0,0 0 0,1-1 0,-1 1 0,0 0 0,0-1 0,1 1 0,-1 0 0,0 0 0,1-1 0,0 1 0,-1 0 0,1 1 0,0-1 0,-1 0 0,1 0 0,-1 0 0,1 0 0,0 1 0,-1-1 0,1 0 0,-1 0 0,1 1 0,-1-1 0,1 0 0,-1 1 0,1 0 0,22 24 0,-17-18 0,17 20-69,44 44-1227,-56-61-5530</inkml:trace>
</inkml:ink>
</file>

<file path=ppt/ink/ink2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0:28.14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147 610 24575,'2'-16'0,"6"-167"0,-9 155 0,-1 1 0,-1-1 0,-2 1 0,-12-45 0,0 21 0,-2 0 0,-32-60 0,51 110 0,-1 0 0,0 0 0,1 0 0,-1 0 0,0 0 0,1 0 0,-1 0 0,0 0 0,0 0 0,0 0 0,0 0 0,0 0 0,0 1 0,0-1 0,0 0 0,-2 0 0,3 1 0,-1 0 0,0 1 0,1-1 0,-1 0 0,0 0 0,1 0 0,-1 1 0,0-1 0,1 0 0,-1 1 0,1-1 0,-1 0 0,1 1 0,-1-1 0,0 1 0,1-1 0,0 1 0,-1-1 0,1 1 0,-1-1 0,1 1 0,0 0 0,-1-1 0,1 1 0,0-1 0,-1 1 0,1 0 0,0-1 0,0 1 0,0 0 0,0 0 0,-3 9 0,0 0 0,1 0 0,1 0 0,-1 1 0,1 10 0,3 52 0,-1-69 0,0 16 0,2-1 0,0 0 0,2 0 0,10 30 0,-3-17 0,30 52 0,-34-71 0,1 0 0,0-1 0,20 22 0,38 27 0,-61-56 0,-1-1 0,1 1 0,0-1 0,1 0 0,-1-1 0,1 0 0,0 0 0,0 0 0,0-1 0,14 3 0,-17-4 0,0-1 0,1 0 0,-1 0 0,0 0 0,1 0 0,-1 0 0,0-1 0,0 0 0,0 0 0,1 0 0,-1-1 0,0 1 0,0-1 0,-1 0 0,1 0 0,0 0 0,-1-1 0,1 1 0,5-6 0,-5 3 0,1 0 0,-1-1 0,0 0 0,-1 0 0,1 0 0,-1 0 0,0-1 0,0 1 0,-1-1 0,0 0 0,2-13 0,-4 20 0,0-1 0,0 1 0,0-1 0,0 1 0,0 0 0,0-1 0,0 1 0,0 0 0,0-1 0,1 1 0,-1-1 0,0 1 0,0 0 0,0-1 0,1 1 0,-1 0 0,0-1 0,0 1 0,0 0 0,1 0 0,-1-1 0,0 1 0,1 0 0,-1 0 0,0-1 0,1 1 0,-1 0 0,0 0 0,1 0 0,0-1 0,-1 2 0,1-1 0,0 0 0,-1 1 0,1-1 0,0 0 0,-1 1 0,1-1 0,-1 1 0,1-1 0,-1 1 0,1-1 0,-1 1 0,1-1 0,-1 1 0,1 0 0,16 34 0,-15-29 0,5 9-195,1 1 0,0-1 0,1 0 0,0-1 0,2 0 0,18 20 0</inkml:trace>
</inkml:ink>
</file>

<file path=ppt/ink/ink2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0:28.33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10 24575,'2'-5'0,"1"1"0,0 3 0,0 5 0,1 4 0,0 3 0,0 2 0,-1-1-8191</inkml:trace>
</inkml:ink>
</file>

<file path=ppt/ink/ink2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0:28.81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119 28 24575,'-6'-4'0,"1"0"0,-1 1 0,0 0 0,0 1 0,0-1 0,0 1 0,0 0 0,-12-2 0,16 4 0,0 0 0,0 0 0,1 0 0,-1 0 0,0 0 0,0 1 0,0-1 0,0 0 0,0 1 0,1-1 0,-1 1 0,0 0 0,0 0 0,1 0 0,-1 0 0,0 0 0,1 0 0,-1 0 0,1 0 0,0 0 0,-1 1 0,1-1 0,0 1 0,0-1 0,0 1 0,0-1 0,0 1 0,0 0 0,0-1 0,0 1 0,1 0 0,-1 0 0,0 3 0,-1 2 0,1 1 0,0-1 0,1 1 0,-1-1 0,1 1 0,1-1 0,-1 0 0,1 1 0,1-1 0,0 0 0,-1 1 0,2-1 0,-1 0 0,1 0 0,1-1 0,-1 1 0,1 0 0,0-1 0,0 0 0,1 0 0,0-1 0,8 9 0,-12-13 0,1 0 0,-1 0 0,1 0 0,-1 0 0,1 0 0,-1 0 0,1-1 0,0 1 0,-1-1 0,1 1 0,0-1 0,0 1 0,-1-1 0,1 0 0,0 0 0,0 0 0,-1 0 0,1 0 0,0 0 0,0-1 0,-1 1 0,1 0 0,0-1 0,-1 0 0,1 1 0,0-1 0,-1 0 0,1 0 0,-1 0 0,1 0 0,-1 0 0,1 0 0,-1 0 0,0 0 0,2-3 0,1 0 0,-1 0 0,0 0 0,0-1 0,0 1 0,0-1 0,-1 0 0,0 0 0,0 0 0,0 0 0,1-9 0,-2 3 0,0 1 0,-1-13 0,1-11 0,-1 34 0,0 0 0,0 0 0,0 0 0,0 0 0,0 1 0,0-1 0,0 0 0,0 0 0,0 0 0,0 0 0,0 0 0,0 0 0,0 0 0,0 0 0,0 0 0,0 0 0,1 0 0,-1 0 0,0 0 0,0 0 0,0 0 0,0 0 0,0 0 0,0 0 0,0 0 0,0 0 0,0 0 0,0 0 0,0 0 0,0 0 0,0 0 0,0 0 0,0 0 0,0 0 0,0 0 0,0 0 0,0 0 0,0 0 0,0 0 0,1 0 0,-1 0 0,0 0 0,0 0 0,0 0 0,0 0 0,0 0 0,0 0 0,0 0 0,0 0 0,0 0 0,0 0 0,0 0 0,0 0 0,0 0 0,0 0 0,0 0 0,0 0 0,0 0 0,0 0 0,0 0 0,0 0 0,0 0 0,0 0 0,0 0 0,0-1 0,0 1 0,5 7 0,4 11 0,-8-15 0,56 98-1365,-51-91-5461</inkml:trace>
</inkml:ink>
</file>

<file path=ppt/ink/ink2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0:29.23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236 18 24575,'-14'-4'0,"-1"0"0,1 1 0,-1 0 0,0 1 0,-17 1 0,28 1 0,1 0 0,-1 0 0,0 1 0,0 0 0,1 0 0,-1 0 0,0 0 0,1 0 0,-1 1 0,1 0 0,-4 1 0,5-1 0,0 0 0,0 0 0,0-1 0,0 1 0,0 1 0,1-1 0,-1 0 0,1 0 0,0 0 0,-1 1 0,1-1 0,0 1 0,0-1 0,1 1 0,-1-1 0,0 1 0,0 4 0,0 3 0,0 0 0,1-1 0,0 1 0,1 0 0,0 0 0,0-1 0,1 1 0,0 0 0,1-1 0,0 0 0,0 0 0,1 0 0,0 0 0,1 0 0,0-1 0,9 13 0,1-4 0,-9-10 0,0 0 0,0 0 0,0 1 0,8 16 0,-13-23 0,-1 0 0,1 0 0,-1 0 0,0 0 0,1 0 0,-1 0 0,0 0 0,0 0 0,0 0 0,0 0 0,0 0 0,0 1 0,0-1 0,0 0 0,0 0 0,-1 0 0,1 0 0,0 0 0,-1 0 0,1 0 0,0 0 0,-1 0 0,-1 2 0,1-2 0,-1 1 0,1-1 0,-1 1 0,0-1 0,0 0 0,0 0 0,0 1 0,0-1 0,0-1 0,0 1 0,-3 1 0,-6 0 0,0 1 0,0-2 0,-18 2 0,29-3 0,-48 1-1365,28-2-5461</inkml:trace>
</inkml:ink>
</file>

<file path=ppt/ink/ink2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0:30.45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282 151 24575,'-51'-38'0,"-1"3"0,-69-36 0,119 70 0,0 0 0,1 0 0,-1 1 0,0-1 0,0 0 0,0 1 0,0-1 0,1 1 0,-1 0 0,0 0 0,0 0 0,0 0 0,0 0 0,0 0 0,-3 1 0,3-1 0,1 1 0,0 0 0,0-1 0,0 1 0,0 0 0,0 0 0,0 0 0,0 0 0,0 0 0,0 0 0,0 0 0,0 0 0,1 0 0,-1 0 0,0 1 0,1-1 0,-1 0 0,1 0 0,0 1 0,-1-1 0,1 0 0,-1 2 0,-1 12 0,0 1 0,1-1 0,1 27 0,9 48 0,-7-69 0,8 46 0,29 104 0,37 59 0,-72-221 0,5 15 0,-1 0 0,0 1 0,6 41 0,-15-60 0,-2-10 0,-3-11 0,3 3-195,0 0 0,1 0 0,0 0 0,1-1 0,1 1 0,1-24 0,1 20-6631</inkml:trace>
</inkml:ink>
</file>

<file path=ppt/ink/ink2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0:30.62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339 75 24575,'-27'-10'0,"-14"-3"0,-2 1 0,4-1 0,5 3 0,7 2 0,5 3 0,4 3 0,3 0 0,1 2 0,1 1 0,-1-1 0,3 3 0,1 1 0,-1-1 0</inkml:trace>
</inkml:ink>
</file>

<file path=ppt/ink/ink2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0:30.90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24575,'0'3'0,"2"0"0,2 3 0,-1 2 0,2 0 0,0 1 0,-1 2 0,-1-2-8191</inkml:trace>
</inkml:ink>
</file>

<file path=ppt/ink/ink2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0:31.07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 24575,'8'0'0,"2"0"-8191</inkml:trace>
</inkml:ink>
</file>

<file path=ppt/ink/ink2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0:31.66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96 692 24575,'14'-37'0,"-3"0"0,10-51 0,-18 69 0,-1 0 0,-1-1 0,-1 1 0,0 0 0,-1-1 0,-7-31 0,-4 6 0,-26-64 0,-2-8 0,17 35 0,19 72 0,-1 16 0,0 15 0,-3 108 0,6-110 0,1 0 0,1 0 0,1 0 0,0 0 0,2 0 0,0 0 0,1 0 0,8 21 0,-7-26 0,1 0 0,0 0 0,1-1 0,1 0 0,0 0 0,1-1 0,0 0 0,1-1 0,1 0 0,21 19 0,-14-16 0,34 20 0,-45-30 0,-1-1 0,1 1 0,0-2 0,0 1 0,0-1 0,0 0 0,0 0 0,0-1 0,11 1 0,-16-2-44,0-1 0,0 1 0,0 0 0,0-1 0,-1 1 0,1-1 0,0 0 0,0 0 0,-1 0 0,1 0 0,0 0 0,-1 0 0,1 0 0,-1 0 0,1-1 0,-1 1 0,0-1-1,1 1 1,-1-1 0,0 1 0,0-1 0,0 0 0,0 1 0,0-1 0,-1 0 0,1 0 0,-1 0 0,1 0 0,-1 0 0,1-3 0,1-7-6782</inkml:trace>
</inkml:ink>
</file>

<file path=ppt/ink/ink2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0:31.92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24575,'0'22'0,"0"13"0,0 4 0,2 1 0,4-1 0,1-3 0,1-2 0,-1-2 0,2-4 0,-2-3 0,1-1 0,-1-2 0,1-1 0,-1-2 0,-2-1 0,-1-2 0,-2-4-8191</inkml:trace>
</inkml:ink>
</file>

<file path=ppt/ink/ink2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0:32.51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0 200 24575,'80'30'0,"51"18"0,-124-46 0,1 1 0,0-2 0,-1 1 0,1-1 0,0 0 0,0-1 0,0 0 0,10-1 0,-15 1 0,1-1 0,0 0 0,-1 0 0,1 0 0,-1 0 0,0-1 0,1 1 0,-1-1 0,0 0 0,0 0 0,0 0 0,0-1 0,0 1 0,-1-1 0,1 1 0,-1-1 0,0 0 0,1 0 0,2-6 0,-1 0 0,0-1 0,0 0 0,-1 0 0,0 0 0,-1-1 0,0 1 0,0-1 0,-1 1 0,-1-1 0,0 0 0,0 1 0,-1-1 0,-1 0 0,-4-19 0,5 28 0,0-1 0,0 0 0,0 1 0,-1-1 0,1 1 0,-1 0 0,1-1 0,-1 1 0,0 0 0,0 0 0,-3-3 0,4 5 0,0-1 0,1 1 0,-1-1 0,0 1 0,0-1 0,0 1 0,0-1 0,0 1 0,0 0 0,0 0 0,0-1 0,0 1 0,0 0 0,0 0 0,0 0 0,0 0 0,0 0 0,0 0 0,0 1 0,0-1 0,0 0 0,0 0 0,0 1 0,0-1 0,0 0 0,1 1 0,-1-1 0,0 1 0,0-1 0,0 1 0,0 0 0,1-1 0,-1 1 0,0 0 0,0 0 0,-2 3 0,0 0 0,0 0 0,0 1 0,0-1 0,1 1 0,0-1 0,0 1 0,0 0 0,0 0 0,1 0 0,0 0 0,0 0 0,0 0 0,0 0 0,1 0 0,0 0 0,0 0 0,1 7 0,0-6 0,0 0 0,1 0 0,-1 0 0,1 0 0,0 0 0,1-1 0,-1 1 0,1-1 0,0 1 0,0-1 0,1 0 0,0 0 0,0 0 0,8 7 0,0-2 0,1-1 0,-1-1 0,2 0 0,-1 0 0,1-2 0,0 1 0,0-2 0,23 6 0,-11-6 0,0 0 0,0-2 0,1-1 0,28-1 0,-47-1 0,-2 0 0,0 0 0,0-1 0,0 1 0,0-1 0,12-3 0,-16 3 0,-1 0 0,1 1 0,0-1 0,0-1 0,-1 1 0,1 0 0,-1 0 0,1 0 0,-1-1 0,0 1 0,1-1 0,-1 1 0,0-1 0,0 0 0,0 1 0,0-1 0,0 0 0,0 0 0,-1 0 0,1 1 0,-1-1 0,1-4 0,0 1 0,0 0 0,-1-1 0,0 1 0,0-1 0,0 1 0,-1-1 0,-2-7 0,-12-40 0,5 22 0,9 29 0,-12-50 0,13 47 0,-1 1 0,1-1 0,0 0 0,0 1 0,0-1 0,0 1 0,1-1 0,0 0 0,2-6 0,-2 10 8,0-1-1,0 0 1,0 0-1,0 1 1,0-1-1,1 0 1,-1 1-1,1 0 1,-1-1-1,1 1 1,0 0-1,-1 0 1,1 0-1,0 0 1,4-2-1,-3 2-172,0 0 0,0 0 0,0 0 0,0 0 0,1 1 0,-1-1 0,0 1 0,7 0 0,0 2-6661</inkml:trace>
</inkml:ink>
</file>

<file path=ppt/ink/ink2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0:34.71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16 14 24575,'0'-1'0,"0"0"0,0 0 0,0 1 0,-1-1 0,1 0 0,0 0 0,-1 0 0,1 1 0,-1-1 0,1 0 0,-1 0 0,0 0 0,1 1 0,0-1 0,0 1 0,-1 0 0,1 0 0,0 0 0,0 0 0,0 0 0,0-1 0,0 1 0,-1 0 0,1 0 0,0 0 0,0 0 0,0 0 0,0 0 0,-1 0 0,1 0 0,0 0 0,0 0 0,0 0 0,0 0 0,-1 0 0,1 0 0,0 0 0,0 0 0,0 0 0,-1 0 0,1 0 0,0 0 0,0 0 0,0 0 0,0 0 0,-1 0 0,1 0 0,0 0 0,0 0 0,0 0 0,0 1 0,0-1 0,-1 0 0,1 0 0,0 0 0,0 0 0,0 0 0,0 0 0,0 1 0,0-1 0,0 0 0,-1 0 0,1 0 0,0 0 0,0 1 0,0-1 0,0 0 0,0 0 0,0 0 0,0 1 0,0-1 0,0 0 0,0 0 0,0 0 0,0 0 0,0 1 0,0-1 0,-1 8 0,0 0 0,1 0 0,0 0 0,0 0 0,1 0 0,0 0 0,0 0 0,3 10 0,24 62 0,-20-61 0,28 64 0,-31-74 0,-1 0 0,1-1 0,1 0 0,0 0 0,0-1 0,1 0 0,9 9 0,-15-15 0,0 0 0,1 0 0,-1 0 0,1 0 0,-1 0 0,1 0 0,-1 0 0,1 0 0,-1-1 0,1 1 0,0-1 0,-1 1 0,1-1 0,0 0 0,-1 0 0,1 1 0,0-1 0,0 0 0,-1-1 0,1 1 0,0 0 0,-1 0 0,1-1 0,0 1 0,-1-1 0,1 1 0,-1-1 0,1 0 0,0 0 0,-1 0 0,0 1 0,1-1 0,-1-1 0,0 1 0,2-1 0,0-2 0,0 1 0,0-1 0,-1 0 0,1 0 0,-1 0 0,0 0 0,0 0 0,0 0 0,-1-1 0,0 1 0,0-1 0,1-5 0,0-15 0,-1 0 0,-3-27 0,0 20 0,30 81 0,-22-40 0,-1-1 0,1 0 0,1 0 0,0-1 0,0 0 0,0 0 0,1 0 0,0-1 0,0 0 0,10 4 0,-7-4 0,0 0 0,0-1 0,1-1 0,-1 1 0,1-2 0,0 0 0,23 3 0,-32-6 0,1 1 0,0-1 0,0 0 0,-1-1 0,1 1 0,0 0 0,-1-1 0,1 0 0,0 0 0,-1 0 0,1-1 0,-1 1 0,0-1 0,1 0 0,4-3 0,-5 2 0,-1 1 0,1-1 0,-1 1 0,0-1 0,0 0 0,0 0 0,0 0 0,-1 0 0,1 0 0,-1 0 0,0 0 0,0-1 0,0 1 0,0 0 0,-1-1 0,1 1 0,-1-4 0,0 0 8,0 0 0,-1 0 0,0 0 0,0 0 0,0 0 0,-1 1 0,0-1 0,-1 0 0,1 1 0,-1 0 0,-1 0 0,1 0 0,-1 0 0,-7-9 0,-3-1-379,0 1-1,0 0 1,-28-20 0,26 23-6455</inkml:trace>
</inkml:ink>
</file>

<file path=ppt/ink/ink2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0:35.41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175 59 24575,'1'-3'0,"-1"0"0,-1 0 0,1-1 0,0 1 0,-1 0 0,1 0 0,-1 0 0,0-1 0,0 1 0,-3-4 0,3 6 0,0-1 0,0 1 0,0 0 0,-1-1 0,1 1 0,-1 0 0,1-1 0,-1 1 0,1 0 0,-1 0 0,0 0 0,1 1 0,-1-1 0,0 0 0,0 1 0,0-1 0,1 1 0,-5-1 0,1 1 0,0 0 0,0 0 0,0 0 0,-1 0 0,1 1 0,0 0 0,1 0 0,-1 1 0,0-1 0,0 1 0,0 0 0,1 0 0,-1 1 0,1-1 0,0 1 0,0 0 0,0 0 0,0 0 0,-6 8 0,6-8 0,1 1 0,0 0 0,0 0 0,0 0 0,0 0 0,1 0 0,0 1 0,0-1 0,0 1 0,0 0 0,1-1 0,0 1 0,0 0 0,0 0 0,0 0 0,1 0 0,0 0 0,0-1 0,0 1 0,2 9 0,-1-12 0,0 1 0,0-1 0,0 0 0,1 1 0,-1-1 0,0 0 0,1 0 0,0 0 0,-1 0 0,1 0 0,0 0 0,0-1 0,0 1 0,0 0 0,0-1 0,1 0 0,-1 1 0,4 0 0,5 3 0,1-1 0,20 5 0,-11-4 0,16 6 0,71 19 0,-92-24-2,-13-5-169,0 0 1,0 0 0,0 0-1,1-1 1,-1 1 0,0-1-1,6 1 1</inkml:trace>
</inkml:ink>
</file>

<file path=ppt/ink/ink2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0:36.80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247 44 24575,'-40'-2'0,"-1"-2"0,-55-13 0,70 12 0,20 4-227,0-1-1,0 1 1,1-1-1,-1-1 1,-8-3-1</inkml:trace>
</inkml:ink>
</file>

<file path=ppt/ink/ink2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0:37.14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287 45 24575,'-19'-7'0,"-10"-3"0,-1 1 0,1 1 0,3 3 0,4 2 0,3 1 0,2 1 0,2 1 0,1 0 0,0 1 0,0-1 0,1 1 0,-1-1 0,2 0-8191</inkml:trace>
</inkml:ink>
</file>

<file path=ppt/ink/ink2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0:38.50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 26 24575,'-1'-5'0,"0"2"0,1 1 0,-1-1 0,0 1 0,1-1 0,-1 1 0,-3-4 0,9 43 0,1-1 0,1-1 0,1 0 0,24 61 0,-28-81 120,-5-8-321,1-7 168,0 1 0,0-1 0,0 0 0,0 0 0,0 0 0,0 0 1,0 0-1,-1 0 0,1 0 0,0 0 0,0 1 0,0-1 0,0 0 0,0 0 0,0 0 0,-1 0 0,1 0 0,0 0 0,0 0 1,0 0-1,0 0 0,-1 0 0,1 0 0,0 0 0,0 0 0,0 0 0,0 0 0,0 0 0,-1 0 0,1 0 0,0 0 0,0-1 1,0 1-1,0 0 0,0 0 0,0 0 0,-1 0 0,1 0 0</inkml:trace>
</inkml:ink>
</file>

<file path=ppt/ink/ink2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0:38.83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 24575,'1'0'0,"0"0"0,0 0 0,0 1 0,0-1 0,1 0 0,-1 1 0,0-1 0,0 1 0,0-1 0,0 1 0,0 0 0,0-1 0,0 1 0,0 0 0,-1 0 0,1 0 0,0 0 0,0 0 0,-1 0 0,1 0 0,0 0 0,-1 0 0,1 0 0,-1 0 0,1 2 0,2 4 0,-1 1 0,3 14 0,-3-12 0,4 15 0,14 40 0,-17-57 0,1 1 0,0-1 0,0 0 0,1-1 0,0 1 0,1-1 0,-1 0 0,9 8 0,-8-12 108,-7-8-1581</inkml:trace>
</inkml:ink>
</file>

<file path=ppt/ink/ink2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0:39.25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639 26 24575,'-29'-7'0,"0"1"0,0 1 0,0 1 0,-1 2 0,0 1 0,-55 5 0,-17 3 0,-122-8 0,196-1-1365,4-1-5461</inkml:trace>
</inkml:ink>
</file>

<file path=ppt/ink/ink2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0:40.39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750 45 24575,'1'-1'0,"-1"1"0,1-1 0,-1 0 0,0 0 0,1 0 0,-1 0 0,0 0 0,0 0 0,1 0 0,-1 0 0,0 0 0,0 0 0,0 0 0,0 0 0,0-1 0,0 1 0,-1 0 0,1 0 0,0 0 0,-1 0 0,1 0 0,-1-1 0,0 1 0,0 0 0,0-1 0,0 1 0,-1 0 0,1 0 0,0 0 0,0 0 0,-1 0 0,1 0 0,-1 1 0,1-1 0,-1 0 0,-1 0 0,-4-1 0,0 1 0,-1-1 0,1 1 0,0 1 0,-8-1 0,-91 10 0,7-1 0,6-8 0,-145 8 0,108-2-1365,116-6-5461</inkml:trace>
</inkml:ink>
</file>

<file path=ppt/ink/ink2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0:41.64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46 84 24575,'-1'0'0,"-1"0"0,0 0 0,1 0 0,-1 0 0,0 0 0,1 1 0,-1-1 0,1 1 0,-1-1 0,1 1 0,-1-1 0,1 1 0,-1 0 0,1 0 0,-1 0 0,1 0 0,0 0 0,-1 0 0,1 0 0,0 0 0,0 0 0,0 1 0,0-1 0,0 0 0,0 1 0,0-1 0,1 1 0,-1-1 0,0 1 0,1-1 0,-1 1 0,1-1 0,0 1 0,-1 0 0,1-1 0,0 1 0,0 0 0,0-1 0,0 4 0,1 2 0,0 0 0,0 0 0,0-1 0,1 1 0,0 0 0,0-1 0,1 1 0,3 7 0,37 53 0,-26-44 0,17 37 0,-21-29 0,-13-29 0,0-1 0,1 0 0,-1 1 0,0-1 0,0 1 0,0-1 0,1 0 0,-2 1 0,1-1 0,0 1 0,0-1 0,0 0 0,-1 1 0,1-1 0,0 0 0,-1 1 0,1-1 0,-1 0 0,0 1 0,-1 1 0,2-3 0,-1 0 0,1 1 0,0-1 0,0 0 0,-1 0 0,1 1 0,-1-1 0,1 0 0,0 0 0,-1 0 0,1 0 0,0 1 0,-1-1 0,1 0 0,-1 0 0,1 0 0,-1 0 0,1 0 0,0 0 0,-1 0 0,1 0 0,-1 0 0,1 0 0,0 0 0,-1-1 0,1 1 0,-1 0 0,1 0 0,0 0 0,-1 0 0,1-1 0,0 1 0,-1 0 0,1 0 0,0-1 0,-1 1 0,1 0 0,0-1 0,0 1 0,-1 0 0,1-1 0,0 1 0,-10-18 0,9 18 0,-23-55 0,2 0 0,-23-90 0,42 133 0,1 1 0,0 0 0,1 0 0,0-1 0,1 1 0,1-1 0,1-11 0,-2 23 0,0 0 0,0-1 0,0 1 0,0 0 0,0 0 0,0-1 0,1 1 0,-1 0 0,0-1 0,0 1 0,0 0 0,1 0 0,-1 0 0,0-1 0,0 1 0,0 0 0,1 0 0,-1 0 0,0-1 0,1 1 0,-1 0 0,0 0 0,0 0 0,1 0 0,-1 0 0,0 0 0,1 0 0,-1 0 0,0 0 0,1 0 0,-1 0 0,0 0 0,0 0 0,1 0 0,-1 0 0,0 0 0,1 0 0,-1 0 0,0 0 0,1 0 0,-1 0 0,0 0 0,0 1 0,1-1 0,-1 0 0,0 0 0,0 0 0,1 1 0,-1-1 0,16 12 0,-15-11 0,37 39 0,-27-28 0,0 0 0,17 13 0,-21-19 0,50 34 0,-51-37 0,0 1 0,0-2 0,0 1 0,0-1 0,0 0 0,0 0 0,1 0 0,9 0 0,-14-1 0,0-1 0,0 0 0,0 0 0,0 0 0,0 0 0,0 0 0,0-1 0,0 1 0,0-1 0,0 1 0,0-1 0,0 0 0,0 1 0,-1-1 0,1 0 0,0 0 0,0-1 0,-1 1 0,1 0 0,0-1 0,-1 1 0,0 0 0,1-1 0,-1 0 0,0 1 0,0-1 0,0 0 0,0 0 0,0 1 0,0-1 0,0 0 0,0-3 0,2-6 0,-2 1 0,0-1 0,0 1 0,0-1 0,-2-13 0,0-7 0,2 27 0,-1-1 0,1 1 0,0-1 0,1 1 0,-1-1 0,1 1 0,2-5 0,-4 9 0,0-1 0,0 0 0,1 0 0,-1 1 0,0-1 0,1 0 0,-1 0 0,1 1 0,-1-1 0,1 1 0,-1-1 0,1 0 0,0 1 0,-1-1 0,1 1 0,0-1 0,-1 1 0,1 0 0,0-1 0,0 1 0,-1 0 0,1-1 0,0 1 0,0 0 0,0 0 0,-1 0 0,1 0 0,0 0 0,0 0 0,0 0 0,0 0 0,-1 0 0,1 0 0,0 0 0,0 0 0,0 0 0,-1 1 0,1-1 0,0 0 0,0 1 0,-1-1 0,1 1 0,0-1 0,-1 1 0,1-1 0,1 2 0,1 1 0,-1 0 0,1 0 0,0 0 0,-1 1 0,0-1 0,0 1 0,0-1 0,2 7 0,11 35 0,-11-29 0,-1-6 0,37 108 0,-34-102 0,2 0 0,0 0 0,0 0 0,2-2 0,11 15 0,-20-27-124,0-1 0,0 0 0,0 0 0,0 0 0,0 0 0,0 0-1,0 0 1,1 0 0,-1-1 0,3 2 0</inkml:trace>
</inkml:ink>
</file>

<file path=ppt/ink/ink2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1:03.65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44 181 24575,'-2'-3'0,"2"4"0,1 9 0,8 26 0,-5-24 0,8 38 0,8 65 0,-15-73 0,0-5 0,0 39 0,-5-58 0,0-11 0,1 0 0,-2 0 0,1 0 0,-1 0 0,-2 9 0,3-15 0,0-1 0,0 0 0,0 0 0,0 0 0,0 1 0,0-1 0,0 0 0,0 0 0,0 1 0,0-1 0,0 0 0,0 0 0,0 1 0,0-1 0,0 0 0,-1 0 0,1 0 0,0 0 0,0 1 0,0-1 0,0 0 0,-1 0 0,1 0 0,0 0 0,0 1 0,0-1 0,-1 0 0,1 0 0,0 0 0,0 0 0,0 0 0,-1 0 0,-3-7 0,0-16 0,4 22 0,-49-265 0,36 202 0,-9-59 0,20 99 0,1-41 0,2 43 0,-1 22 0,-1-1 0,1 1 0,0-1 0,0 1 0,0-1 0,0 1 0,0 0 0,0-1 0,0 1 0,0-1 0,1 1 0,-1 0 0,0-1 0,0 1 0,0-1 0,0 1 0,0 0 0,1-1 0,-1 1 0,0 0 0,0-1 0,1 1 0,-1 0 0,0-1 0,1 1 0,-1 0 0,1-1 0,-1 1 0,1 0 0,-1 0 0,1 0 0,-1 1 0,1-1 0,0 0 0,-1 0 0,1 0 0,-1 1 0,1-1 0,-1 0 0,0 1 0,1-1 0,-1 0 0,1 1 0,-1-1 0,1 1 0,19 25 0,-17-22 0,8 11 0,48 63 0,-48-66 0,0 0 0,0-1 0,1-1 0,16 11 0,11 10 0,-32-24 0,1 0 0,-1-1 0,1 0 0,0-1 0,1 0 0,-1 0 0,1-1 0,13 5 0,-20-8 0,0-1 0,0 0 0,0 1 0,0-1 0,0 0 0,0 0 0,0-1 0,0 1 0,0 0 0,0-1 0,0 1 0,0-1 0,0 1 0,0-1 0,0 0 0,0 0 0,-1 0 0,1 0 0,0 0 0,-1 0 0,1-1 0,0 1 0,-1-1 0,0 1 0,1-1 0,-1 1 0,2-3 0,2-5 0,0 0 0,0 0 0,-1 0 0,4-13 0,-2 7 0,6-16 0,1 1 0,26-41 0,-25 46 0,-12 20 0,0-1 0,1 1 0,0 0 0,0 0 0,1 1 0,-1-1 0,1 1 0,7-8 0,-10 12 0,-1 0 0,1-1 0,-1 1 0,1 0 0,-1 0 0,1-1 0,-1 1 0,1 0 0,-1 0 0,1 0 0,0 0 0,-1 0 0,1 0 0,-1 0 0,1 0 0,-1 0 0,1 0 0,0 0 0,-1 0 0,1 0 0,-1 1 0,1-1 0,-1 0 0,1 0 0,-1 0 0,1 1 0,-1-1 0,1 0 0,-1 1 0,1-1 0,-1 1 0,0-1 0,1 0 0,-1 1 0,1-1 0,-1 1 0,0-1 0,0 1 0,1-1 0,-1 2 0,11 23 0,-10-21 0,33 120 0,-14-42 0,-10-47 0,36 143 0,-40-138-1365</inkml:trace>
</inkml:ink>
</file>

<file path=ppt/ink/ink2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1:04.02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331 37 24575,'-219'0'0,"210"0"-87,0-2 0,0 1 1,-1-1-1,2-1 0,-1 1 0,0-2 0,0 1 0,-10-7 0,11 6-496,-5-1-6243</inkml:trace>
</inkml:ink>
</file>

<file path=ppt/ink/ink2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1:04.29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239 34 24575,'-10'-2'0,"-6"-1"0,-2-1 0,-1 2 0,-2 0 0,0 1 0,2 0 0,1 1 0,-2-2 0,1-1 0,-1 0 0,-1-2 0,5 0-8191</inkml:trace>
</inkml:ink>
</file>

<file path=ppt/ink/ink2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1:05.25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74 24575,'9'-8'0,"-1"1"0,1 0 0,0 0 0,1 1 0,-1 0 0,1 1 0,0 0 0,1 1 0,-1 0 0,1 0 0,0 1 0,0 1 0,0 0 0,0 0 0,0 1 0,17 0 0,-23 1 0,0 0 0,1 1 0,-1-1 0,0 1 0,0 0 0,1 0 0,5 3 0,-9-3 0,0 0 0,0 0 0,0 1 0,0-1 0,0 1 0,0 0 0,0-1 0,0 1 0,-1 0 0,1 0 0,-1 0 0,1 0 0,-1 0 0,0 0 0,0 1 0,0-1 0,1 4 0,2 8 0,-2 0 0,0 0 0,0 0 0,-1 1 0,-1-1 0,-2 22 0,1 3 0,0-32 0,1-1 0,-1 1 0,0-1 0,0 1 0,-1-1 0,0 0 0,0 0 0,-1 0 0,1 0 0,-1 0 0,-1 0 0,1-1 0,-9 10 0,-3 2 0,-1-1 0,-31 24 0,28-25 0,-28 29 0,46-43 0,1-1 0,-1 0 0,1 1 0,-1-1 0,1 1 0,0-1 0,-1 1 0,1-1 0,0 1 0,-1-1 0,1 1 0,0-1 0,0 1 0,0 0 0,-1-1 0,1 1 0,0-1 0,0 1 0,0 0 0,0-1 0,0 1 0,0-1 0,0 2 0,1-2 0,-1 1 0,0-1 0,1 0 0,-1 1 0,0-1 0,1 1 0,-1-1 0,1 0 0,-1 1 0,1-1 0,-1 0 0,1 0 0,-1 1 0,1-1 0,0 0 0,-1 0 0,1 0 0,-1 0 0,2 1 0,4-1 0,1 1 0,0-1 0,8-1 0,-8 0 0,51 0 0,81 9 0,-42-1-1365,-84-7-5461</inkml:trace>
</inkml:ink>
</file>

<file path=ppt/ink/ink2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1:11.85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13 77 24575,'-1'-15'0,"0"0"0,-1 0 0,-5-17 0,7 32 0,0 1 0,0-1 0,0 0 0,0 0 0,0 0 0,0 0 0,0 0 0,0 0 0,0 0 0,0 0 0,0 0 0,0 0 0,-1 0 0,1 0 0,0 0 0,0 0 0,0 0 0,0 0 0,0 0 0,0 0 0,0 0 0,0 0 0,0 0 0,0 0 0,0 0 0,0 0 0,0 0 0,0-1 0,0 1 0,0 0 0,0 0 0,0 0 0,-1 11 0,2 15 0,18 94 0,3 27 0,98 595 0,-106-666 0,-8-36 0,-5-26 0,7 27 0,-5-33 0,0-12 0,-2-15 0,-5-6-205,-2 1 1,-13-40-1,15 51-546,-5-13-6075</inkml:trace>
</inkml:ink>
</file>

<file path=ppt/ink/ink2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1:12.49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112 127 24575,'-8'-48'0,"5"36"0,1 1 0,0-1 0,0 0 0,1-16 0,1 28 0,1 0 0,-1 1 0,0-1 0,0 0 0,0 0 0,0 0 0,0 0 0,0 0 0,1 1 0,-1-1 0,0 0 0,0 0 0,0 0 0,0 0 0,1 0 0,-1 0 0,0 0 0,0 0 0,0 0 0,1 0 0,-1 0 0,0 0 0,0 0 0,0 0 0,1 0 0,-1 0 0,0 0 0,0 0 0,0 0 0,1 0 0,-1 0 0,0 0 0,0 0 0,0 0 0,0 0 0,1 0 0,-1 0 0,0 0 0,0 0 0,0-1 0,0 1 0,1 0 0,-1 0 0,0 0 0,0 0 0,0-1 0,0 1 0,0 0 0,0 0 0,0 0 0,1 0 0,-1-1 0,0 1 0,0 0 0,0 0 0,0 0 0,0-1 0,0 1 0,0 0 0,0 0 0,0 0 0,0-1 0,0 1 0,0 0 0,0 0 0,0 0 0,0 0 0,-1-1 0,13 16 0,-10-12 0,18 24 0,40 51 0,-49-65 0,0-1 0,1-1 0,24 19 0,-33-28 0,-2-4 0,-7-7 0,-12-11 0,-22-27 0,28 32 0,0 1 0,-1 0 0,-1 1 0,-21-17 0,34 29 0,-1 0 0,1 0 0,-1 0 0,0 0 0,1 0 0,-1 0 0,0 1 0,0-1 0,1 0 0,-1 1 0,0 0 0,0-1 0,0 1 0,0 0 0,0 0 0,1 0 0,-1 0 0,0 0 0,0 0 0,0 1 0,0-1 0,0 1 0,1-1 0,-1 1 0,0 0 0,0 0 0,1-1 0,-1 1 0,1 0 0,-1 1 0,1-1 0,-1 0 0,1 0 0,-2 2 0,-3 5 0,0 0 0,0 0 0,1 0 0,0 1 0,-5 11 0,2-3 0,-5 3-1365</inkml:trace>
</inkml:ink>
</file>

<file path=ppt/ink/ink2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1:13.73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14 25 24575,'0'-1'0,"0"-1"0,-1 1 0,1 0 0,0 0 0,-1 0 0,1 0 0,-1 0 0,1 1 0,-1-1 0,1 0 0,-1 0 0,0 0 0,1 0 0,-2 0 0,2 1 0,0 0 0,-1 0 0,1 0 0,0 1 0,-1-1 0,1 0 0,0 0 0,0 0 0,0 1 0,-1-1 0,1 0 0,0 0 0,0 1 0,0-1 0,-1 0 0,1 1 0,0-1 0,0 0 0,0 1 0,0-1 0,0 0 0,0 0 0,0 1 0,0-1 0,0 0 0,0 1 0,0 0 0,-1 5 0,1 0 0,0 0 0,1 11 0,1-2 0,2 0 0,0 0 0,1-1 0,0 1 0,1-1 0,0 0 0,11 16 0,-2-4 0,-7-11 0,13 18 0,-19-29 0,1 0 0,0-1 0,0 0 0,0 0 0,0 0 0,1 0 0,-1 0 0,1 0 0,0-1 0,4 2 0,-7-3 0,0-1 0,0 1 0,1-1 0,-1 1 0,0-1 0,0 1 0,0-1 0,1 0 0,-1 0 0,0 0 0,1 0 0,-1 0 0,0 0 0,1 0 0,-1 0 0,0 0 0,0-1 0,1 1 0,-1 0 0,0-1 0,0 1 0,0-1 0,1 0 0,-1 1 0,0-1 0,0 0 0,0 0 0,0 1 0,0-1 0,0 0 0,0 0 0,-1 0 0,1 0 0,0 0 0,0-2 0,3-4 0,-1 0 0,0 0 0,-1 0 0,1 0 0,0-9 0,6-13 0,-9 28 0,0 1 0,0-1 0,0 1 0,1 0 0,-1-1 0,0 1 0,0-1 0,1 1 0,-1 0 0,0-1 0,1 1 0,-1 0 0,0-1 0,1 1 0,-1 0 0,0 0 0,1-1 0,-1 1 0,1 0 0,-1 0 0,0 0 0,1-1 0,-1 1 0,1 0 0,-1 0 0,1 0 0,-1 0 0,0 0 0,1 0 0,-1 0 0,1 0 0,-1 0 0,1 0 0,-1 0 0,1 0 0,-1 0 0,0 1 0,1-1 0,-1 0 0,1 0 0,-1 0 0,0 1 0,1-1 0,-1 0 0,1 0 0,-1 1 0,0-1 0,1 0 0,-1 1 0,0-1 0,0 0 0,1 1 0,-1 0 0,17 22 0,-17-21 0,14 22 0,-7-10 0,1 1 0,1-2 0,0 1 0,12 12 0,-19-23 0,0-1 0,0 0 0,1 1 0,-1-1 0,1 0 0,-1 0 0,1 0 0,0-1 0,0 1 0,0-1 0,0 0 0,0 1 0,0-1 0,0-1 0,0 1 0,1 0 0,-1-1 0,0 1 0,1-1 0,-1 0 0,0 0 0,0-1 0,1 1 0,-1-1 0,6-1 0,-6 1 0,-1-1 0,1 1 0,0-1 0,-1 1 0,0-1 0,0 0 0,1 0 0,-1 0 0,0 0 0,0-1 0,-1 1 0,1 0 0,0-1 0,-1 1 0,0-1 0,1 0 0,-1 1 0,0-1 0,0 0 0,-1 0 0,2-4 0,0-4 0,-1-1 0,1 0 0,-2 1 0,0-13 0,-1 6 0,-1 1 0,-1-1 0,0 1 0,-1 0 0,-1 0 0,0 0 0,-1 1 0,-1 0 0,-1 0 0,-18-28 0,16 33-1365,1 3-5461</inkml:trace>
</inkml:ink>
</file>

<file path=ppt/ink/ink2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1:14.43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190 118 24575,'-3'-9'0,"1"1"0,-2-1 0,1 0 0,-1 1 0,0-1 0,-1 1 0,0 0 0,-8-9 0,11 14 0,0 0 0,-1 1 0,1-1 0,-1 1 0,0-1 0,0 1 0,0 0 0,0 0 0,0 1 0,0-1 0,0 1 0,-1-1 0,1 1 0,-1 0 0,1 0 0,-1 1 0,1-1 0,-1 1 0,1-1 0,-1 1 0,1 0 0,-1 0 0,0 1 0,-5 1 0,6-1 0,0 0 0,-1 0 0,1 0 0,0 1 0,1-1 0,-1 1 0,0 0 0,0 0 0,1 0 0,-1 0 0,1 1 0,-1-1 0,1 1 0,0-1 0,0 1 0,0 0 0,1 0 0,-1 0 0,1 0 0,-1 0 0,1 0 0,0 0 0,0 0 0,-1 5 0,0 8 0,0-1 0,1 1 0,1 30 0,1-27 0,-1-14 0,0 0 0,1 0 0,0 1 0,0-1 0,0 0 0,0 0 0,1 0 0,0 0 0,0 0 0,1 0 0,-1-1 0,1 1 0,0-1 0,0 1 0,5 4 0,-3-4 0,1 0 0,-1 0 0,1-1 0,0 0 0,0 0 0,1-1 0,-1 1 0,1-2 0,-1 1 0,14 3 0,-8-3-116,-4 0-23,1 0 0,0-1 0,0-1 1,-1 1-1,1-2 0,0 1 0,0-1 1,13-1-1,-10-2-6687</inkml:trace>
</inkml:ink>
</file>

<file path=ppt/ink/ink2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1:18.55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717 73 24575,'15'0'0,"8"0"0,-17 0 0,-7 0 0,-267-35 0,161 24-95,-258-16-1175,346 28-5556</inkml:trace>
</inkml:ink>
</file>

<file path=ppt/ink/ink2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1:19.19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55 8 24575,'-3'-1'0,"1"0"0,0 0 0,0 0 0,-1 0 0,1 0 0,-1 1 0,1-1 0,0 1 0,-1 0 0,1 0 0,-1 0 0,1 0 0,-1 0 0,-2 1 0,4-1 0,0 0 0,0 1 0,0-1 0,1 0 0,-1 1 0,0-1 0,0 1 0,1-1 0,-1 1 0,0-1 0,1 1 0,-1-1 0,1 1 0,-1 0 0,1-1 0,-1 1 0,0 1 0,1 0 0,-1-1 0,1 1 0,-1-1 0,1 1 0,0-1 0,0 1 0,0-1 0,0 1 0,0 0 0,0-1 0,0 1 0,1 2 0,3 12 0,2 1 0,0-1 0,1 0 0,13 24 0,-2-5 0,-15-28 0,59 110 0,-62-116 0,1 0 0,-1-1 0,1 1 0,-1 0 0,0 0 0,1 0 0,-1-1 0,0 1 0,0 0 0,1 0 0,-1 0 0,0 0 0,0 0 0,0 0 0,0 0 0,0 1 0,-4-1 0,-4-8 0,3 0-179,1 1 0,0-1 0,0-1 0,1 1 0,-3-9-1,5 15-110,-4-13-6536</inkml:trace>
</inkml:ink>
</file>

<file path=ppt/ink/ink2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1:19.52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13 8 24575,'-6'-7'0,"2"10"0,3-2 0,1 1 0,-1-1 0,1 1 0,0 0 0,0-1 0,0 1 0,0-1 0,0 1 0,0 2 0,6 17 0,0 0 0,2 0 0,0 0 0,1-1 0,20 31 0,-22-38 0,-3-5 0,1 0 0,-1 0 0,1-1 0,11 12 0,-20-30-1365</inkml:trace>
</inkml:ink>
</file>

<file path=ppt/ink/ink2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1:19.80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460 114 24575,'-110'-65'0,"90"55"0,0 1 0,-1 0 0,-35-8 0,50 16 0,0 0 0,0 0 0,0 1 0,0-1 0,0 1 0,-1 1 0,1-1 0,0 1 0,0 0 0,-7 3 0,-3 2 0,1 0 0,-21 12 0,19-9 0,-27 10 0,28-13-1365,2 0-5461</inkml:trace>
</inkml:ink>
</file>

<file path=ppt/ink/ink2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1:25.42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259 30 24575,'18'0'0,"-29"0"0,-33-1 0,-48-7 0,-26-11-1365,106 18-5461</inkml:trace>
</inkml:ink>
</file>

<file path=ppt/ink/ink2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1:25.70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225 26 24575,'-27'-5'0,"-11"-1"0,-2 0 0,3 1 0,6 1 0,8 4 0,6 2 0,5 1-8191</inkml:trace>
</inkml:ink>
</file>

<file path=ppt/ink/ink2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1:26.92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14 24 24575,'-5'-20'0,"1"17"0,0 12 0,3-2 0,1 0 0,0 0 0,0 0 0,1 0 0,0 0 0,2 7 0,13 43 0,-12-44 0,13 35 0,5 17 0,-20-57 0,0 1 0,0 0 0,-1 0 0,0 0 0,-1 12 0,-2-10-1365,-1-2-5461</inkml:trace>
</inkml:ink>
</file>

<file path=ppt/ink/ink2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1:27.47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607 16 24575,'-3'-2'0,"0"0"0,0 0 0,0 1 0,0-1 0,-1 1 0,1 0 0,0 0 0,-1 0 0,1 0 0,-1 0 0,1 1 0,-1 0 0,1 0 0,-6 0 0,0 1 0,0 1 0,0 1 0,0-1 0,-10 6 0,12-5 0,-7 0 0,0 1 0,0-2 0,0 0 0,-1-1 0,1 0 0,-29-2 0,10 0 0,-74-7 0,3 1 0,97 6-93,-11 1-225,0 0 0,-1 1 0,-23 4 0,28-1-6508</inkml:trace>
</inkml:ink>
</file>

<file path=ppt/ink/ink2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1:29.88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26 86 24575,'13'88'0,"14"34"0,-10-48 0,-19-126 0,-19-50 0,-36-101 0,54 192 0,6 14 0,7 18 0,0 1 0,1 1 0,0-2 0,29 40 0,-34-52 0,0-1 0,1-1 0,0 1 0,1-1 0,0 0 0,0-1 0,0 0 0,1 0 0,0-1 0,0 0 0,0 0 0,12 3 0,-18-7 0,0 0 0,-1-1 0,1 1 0,0-1 0,0 0 0,0 1 0,0-1 0,0-1 0,-1 1 0,1 0 0,0-1 0,0 0 0,0 1 0,-1-1 0,6-2 0,-4 0 0,0 1 0,-1-1 0,1 1 0,-1-1 0,1 0 0,-1 0 0,0-1 0,0 1 0,3-5 0,1-3 0,-1-1 0,0 1 0,-1-1 0,-1 0 0,1 0 0,2-15 0,-2 8 0,-2 8 0,-1 0 0,1 1 0,-2-1 0,1 0 0,-1-18 0,-3 25 0,-1 8 0,-1 6 0,2 5 0,0 1 0,0-1 0,1 0 0,1 1 0,1-1 0,2 17 0,2-7 0,0 1 0,16 45 0,-9-44 0,1-1 0,2 0 0,0-1 0,35 43 0,-39-55-1365,-1-3-5461</inkml:trace>
</inkml:ink>
</file>

<file path=ppt/ink/ink2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1:30.51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256 51 24575,'-30'-10'0,"-11"-3"0,-2 1 0,4 2 0,6 5 0,7 4 0,7 4 0,4 2 0,6 0-8191</inkml:trace>
</inkml:ink>
</file>

<file path=ppt/ink/ink2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1:30.70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184 51 24575,'-29'-7'0,"-13"-5"0,-1-1 0,4 3 0,9 2-8191</inkml:trace>
</inkml:ink>
</file>

<file path=ppt/ink/ink2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1:31.37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24575,'2'22'0,"1"10"0,3 4 0,2-1 0,0-2 0,1-4 0,2-5 0,-1-3 0,-1-1 0,0-2 0,-1 0 0,-1-2 0,-1-3-8191</inkml:trace>
</inkml:ink>
</file>

<file path=ppt/ink/ink2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1:31.73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429 24 24575,'-27'-5'0,"-11"-1"0,-2-1 0,1 2 0,5 4 0,5 2 0,3 1 0,4 0 0,3 3 0,-1-1 0,2 0 0,-2 2 0,0-1 0,-1 2 0,0-1 0,2-1 0,3-2-8191</inkml:trace>
</inkml:ink>
</file>

<file path=ppt/ink/ink2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1:32.61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86 24575,'21'-23'0,"-13"14"0,-1 1 0,1 1 0,0-1 0,18-12 0,-23 18 0,-1 1 0,1 0 0,0-1 0,0 1 0,0 0 0,0 1 0,0-1 0,0 0 0,0 1 0,0 0 0,0-1 0,0 1 0,0 0 0,0 1 0,0-1 0,0 1 0,0-1 0,0 1 0,0 0 0,0 0 0,0 0 0,4 3 0,0-1 0,-1 1 0,0 0 0,1 0 0,-1 0 0,-1 1 0,1 0 0,-1 0 0,0 1 0,0-1 0,6 10 0,-9-11 0,0-1 0,0 1 0,-1-1 0,1 1 0,-1 0 0,0 0 0,0 0 0,0 0 0,0 0 0,-1 0 0,0 0 0,0 0 0,0 0 0,0 0 0,-1 0 0,1 0 0,-1 0 0,0-1 0,0 1 0,-1 0 0,-1 4 0,-5 7 0,0-1 0,-1 0 0,-12 15 0,-15 22 0,36-50 0,0-1 0,-1 0 0,1 1 0,0-1 0,0 1 0,-1-1 0,1 1 0,0-1 0,0 1 0,0-1 0,0 1 0,-1 0 0,1-1 0,0 1 0,0-1 0,0 1 0,0-1 0,1 1 0,-1-1 0,0 1 0,0-1 0,0 1 0,0-1 0,0 1 0,1-1 0,-1 2 0,1-2 0,0 1 0,0 0 0,-1-1 0,1 1 0,0-1 0,0 1 0,0-1 0,0 1 0,0-1 0,0 1 0,0-1 0,0 0 0,1 1 0,6-1 0,0 1 0,0-1 0,9 0 0,-11-1 0,326 0-1365,-318 1-5461</inkml:trace>
</inkml:ink>
</file>

<file path=ppt/ink/ink2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2:40.2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322 47 24575,'0'-1'0,"1"1"0,-1-1 0,1 1 0,0-1 0,-1 0 0,1 1 0,-1-1 0,1 0 0,-1 1 0,0-1 0,1 0 0,-1 0 0,0 1 0,1-1 0,-1 0 0,0 0 0,0 0 0,0 1 0,0-1 0,0-1 0,0 1 0,0 0 0,-1 1 0,1-1 0,0 0 0,-1 1 0,1-1 0,0 1 0,-1-1 0,1 1 0,-1-1 0,1 1 0,-1-1 0,0 1 0,1-1 0,-1 1 0,1 0 0,-1-1 0,-1 1 0,-4-3 0,1 2 0,-1-1 0,0 1 0,-8-1 0,11 2 0,-99-11 0,88 11 0,0 0 0,1 0 0,-1 2 0,0-1 0,-19 6 0,29-5 0,0-1 0,-1 1 0,1 0 0,0 0 0,0 0 0,0 0 0,1 1 0,-1-1 0,0 1 0,1 0 0,0 0 0,0 1 0,0-1 0,0 1 0,0-1 0,1 1 0,-1 0 0,1 0 0,-3 6 0,4-6 0,0 0 0,0 0 0,1 0 0,-1 0 0,1 0 0,0 0 0,0 1 0,0-1 0,0 0 0,1 0 0,-1 0 0,1 0 0,0 0 0,1 0 0,-1 0 0,1 0 0,0-1 0,-1 1 0,2 0 0,-1-1 0,5 6 0,1 0 0,0 0 0,1 0 0,0-1 0,0-1 0,13 9 0,57 29 0,-28-16 0,-33-20 0,-13-6 0,0-1 0,0 1 0,0-1 0,-1 1 0,1 1 0,-1-1 0,0 1 0,7 7 0,-10-10 0,-1-1 0,0 1 0,1-1 0,-1 1 0,0 0 0,0-1 0,1 1 0,-1-1 0,0 1 0,0 0 0,0-1 0,0 1 0,0 0 0,0-1 0,0 1 0,0 0 0,0-1 0,0 1 0,0 0 0,0-1 0,0 1 0,-1-1 0,1 2 0,-1-1 0,0 1 0,0-1 0,0 0 0,0 0 0,0 0 0,0 0 0,0 0 0,-1 0 0,1 0 0,-2 1 0,-3 1 0,0 0 0,0-1 0,-11 4 0,-1-2 0,0-1 0,0-1 0,0-1 0,0 0 0,-1-1 0,-21-3 0,37 3-85,0 0 0,0-1-1,0 1 1,-1-1 0,1 0-1,0 1 1,1-2 0,-1 1-1,0 0 1,0 0 0,0-1-1,1 0 1,-1 1 0,0-1-1,-1-2 1,-2-5-6741</inkml:trace>
</inkml:ink>
</file>

<file path=ppt/ink/ink2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2:40.8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184 48 24575,'-4'-5'0,"1"1"0,-1 0 0,0-1 0,-1 2 0,1-1 0,-1 0 0,0 1 0,1 0 0,-1 0 0,-8-3 0,11 5 0,0 0 0,-1 1 0,1-1 0,-1 1 0,1 0 0,-1 0 0,1 0 0,0 0 0,-1 0 0,1 0 0,-1 1 0,1-1 0,-1 1 0,1-1 0,0 1 0,0 0 0,-1 0 0,1 0 0,0 0 0,0 1 0,0-1 0,0 0 0,0 1 0,0 0 0,0-1 0,1 1 0,-2 2 0,-8 10 0,1 0 0,1 1 0,0 0 0,-10 28 0,18-41 0,0 1 0,0-1 0,0 1 0,0-1 0,0 1 0,1-1 0,0 1 0,-1 0 0,1-1 0,0 1 0,0 0 0,0-1 0,1 1 0,-1 0 0,1-1 0,0 1 0,-1 0 0,1-1 0,0 1 0,0-1 0,1 0 0,-1 1 0,2 2 0,1-1 0,0 1 0,0-1 0,1 0 0,-1 0 0,1 0 0,0-1 0,0 0 0,0 0 0,9 4 0,64 26 0,-67-30 0,0 1 0,-1-2 0,1 1 0,0-1 0,18 0 0,-27-2-105,0 0 0,1 0 0,-1-1 0,0 1 0,0 0 0,1-1 0,-1 0 0,0 0 0,0 1 0,0-1 0,0 0 0,4-3 0</inkml:trace>
</inkml:ink>
</file>

<file path=ppt/ink/ink2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2:41.0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24575,'0'12'0,"2"4"0,2 3 0,-1-1 0,2-3 0,0-1 0,1-1 0,1 0 0,-2-3-8191</inkml:trace>
</inkml:ink>
</file>

<file path=ppt/ink/ink2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2:41.2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 24575,'0'-2'0,"2"1"0,2 4 0,-1 3 0</inkml:trace>
</inkml:ink>
</file>

<file path=ppt/ink/ink2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2:41.8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74 142 24575,'0'16'0,"0"34"0,7 52 0,-5-88 0,0 0 0,1 0 0,1 0 0,0-1 0,0 1 0,2-1 0,0 0 0,10 18 0,-9-23 0,-5-11 0,-9-17 0,-25-40 0,4 9 0,25 46 0,-40-92 0,38 83 0,0-2 0,1 1 0,1 0 0,-3-28 0,5 35 0,1 1 0,0-1 0,0 1 0,1 0 0,0-1 0,0 1 0,4-11 0,-4 15 0,0 0 0,1 0 0,-1 0 0,1 1 0,0-1 0,0 0 0,0 1 0,0 0 0,0-1 0,0 1 0,1 0 0,-1 0 0,1 0 0,0 1 0,-1-1 0,1 1 0,0-1 0,0 1 0,0 0 0,3-1 0,0 1 0,0 0 0,0 0 0,0 0 0,1 1 0,-1 0 0,0 0 0,0 1 0,0 0 0,0 0 0,0 0 0,7 3 0,4 2 0,0 0 0,24 14 0,-38-18 0,1 0 0,0 1 0,-1-1 0,1 1 0,-1 0 0,0 0 0,0 0 0,0 0 0,0 1 0,-1-1 0,1 1 0,-1-1 0,0 1 0,0 0 0,0 0 0,2 8 0,-4-9 0,1 0 0,-1-1 0,1 1 0,-1 0 0,0 0 0,0-1 0,-1 1 0,1 0 0,0 0 0,-1-1 0,0 1 0,0 0 0,0-1 0,0 1 0,0 0 0,0-1 0,0 0 0,-1 1 0,1-1 0,-1 0 0,0 0 0,0 1 0,0-1 0,0-1 0,0 1 0,0 0 0,-3 1 0,-7 4 0,0-1 0,0 0 0,-1-1 0,1 0 0,-1-1 0,0 0 0,-1-1 0,1-1 0,-1 0 0,1-1 0,-1 0 0,1-1 0,-23-3 0,24 0-1365,3 0-5461</inkml:trace>
</inkml:ink>
</file>

<file path=ppt/ink/ink2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2:42.4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3 24575,'0'0'0,"-1"-1"0,0 1 0,0 0 0,0-1 0,0 1 0,0 0 0,0 0 0,0 0 0,0-1 0,0 1 0,0 0 0,0 0 0,0 1 0,0-1 0,0 0 0,0 0 0,0 0 0,0 1 0,1-1 0,-1 0 0,0 1 0,-2 0 0,3 0 0,-1 0 0,1 0 0,-1-1 0,1 1 0,-1 0 0,1 0 0,0 0 0,-1 0 0,1 0 0,0 0 0,0 0 0,0 0 0,-1 0 0,1 0 0,0 0 0,1 0 0,-1 0 0,0 1 0,1 5 0,1-1 0,0 0 0,0 0 0,0 0 0,5 10 0,0-3 0,-1-1 0,1 0 0,1-1 0,0 0 0,1 0 0,0-1 0,21 19 0,-27-26 0,2 0 0,-1 0 0,0-1 0,1 1 0,-1-1 0,1 0 0,-1 0 0,1-1 0,0 1 0,0-1 0,7 1 0,-9-2 0,0 0 0,-1 0 0,1-1 0,0 1 0,0-1 0,0 1 0,-1-1 0,1 0 0,0 0 0,-1 0 0,1 0 0,-1-1 0,1 1 0,-1-1 0,0 1 0,1-1 0,-1 0 0,0 0 0,0 0 0,0 0 0,3-4 0,-1-3 0,1 1 0,-1-1 0,-1 1 0,0-1 0,0 0 0,0 0 0,-1-1 0,-1 1 0,2-13 0,4-21 0,-7 42 0,0-1 0,0 1 0,1 0 0,-1 0 0,0 0 0,1-1 0,-1 1 0,1 0 0,-1 0 0,1 0 0,0 0 0,0 0 0,-1 0 0,1 0 0,0 0 0,1-1 0,-1 2 0,-1 0 0,1-1 0,-1 1 0,1 0 0,-1 0 0,1 0 0,-1 0 0,1 0 0,0 0 0,-1 0 0,1 0 0,-1 0 0,1 0 0,-1 0 0,1 0 0,-1 0 0,1 1 0,0-1 0,-1 0 0,1 0 0,-1 1 0,1-1 0,-1 0 0,1 1 0,3 2 0,-1 1 0,1-1 0,-1 1 0,0 0 0,0 0 0,3 6 0,19 35 0,-2 1 0,-2 0 0,-3 2 0,17 61 0,-29-85 0,6 45 0,-11-59 0,0 0 0,-1 0 0,0 0 0,0 0 0,-1 0 0,-1 0 0,-3 12 0,4-20 0,1 0 0,-1 0 0,0 0 0,0-1 0,0 1 0,0 0 0,0-1 0,-1 1 0,1 0 0,0-1 0,-1 0 0,1 1 0,-1-1 0,0 0 0,1 0 0,-1 0 0,0 0 0,0 0 0,0 0 0,1 0 0,-1-1 0,0 1 0,0-1 0,0 1 0,0-1 0,0 0 0,0 0 0,0 0 0,0 0 0,0 0 0,0 0 0,0 0 0,-3-2 0,-3 1 0,1-1 0,-1 0 0,1-1 0,0 0 0,0 0 0,0 0 0,-9-7 0,9 6 0,0-1 0,0-1 0,1 1 0,0-1 0,0 0 0,0-1 0,1 1 0,0-1 0,0 0 0,0 0 0,1-1 0,1 1 0,-1-1 0,1 0 0,0 0 0,1 0 0,0 0 0,0-1 0,1 1 0,0 0 0,0-1 0,1 1 0,0-1 0,1 1 0,0-1 0,0 1 0,4-14 0,-4 19-72,0 1 1,0-1-1,0 0 0,0 1 0,1-1 0,-1 1 0,1 0 0,0 0 1,0-1-1,0 1 0,0 0 0,0 0 0,0 1 0,0-1 0,0 0 1,1 1-1,-1 0 0,5-3 0,4 0-6754</inkml:trace>
</inkml:ink>
</file>

<file path=ppt/ink/ink2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2:42.9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0 24575,'-8'3'0,"1"0"0,1 3 0</inkml:trace>
</inkml:ink>
</file>

<file path=ppt/ink/ink2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2:45.2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370 45 24575,'-57'-15'0,"0"3"0,-75-5 0,128 16 0,1 1 0,0 0 0,-1 0 0,1 0 0,0 1 0,0-1 0,-1 1 0,1 0 0,0 0 0,0 0 0,0 0 0,0 1 0,0-1 0,0 1 0,0 0 0,-3 2 0,5-2 0,-1-1 0,1 1 0,-1 0 0,1 0 0,0 0 0,0 0 0,0 0 0,0 0 0,0 0 0,0 0 0,1 0 0,-1 0 0,1 1 0,-1-1 0,1 0 0,0 0 0,0 1 0,0-1 0,0 0 0,0 0 0,1 1 0,-1-1 0,1 0 0,0 3 0,1 0 0,0 0 0,0-1 0,1 1 0,-1 0 0,1-1 0,0 0 0,0 0 0,1 0 0,-1 0 0,1 0 0,0-1 0,6 5 0,7 4 0,32 18 0,-34-22 0,6 4 0,34 21 0,-49-29 0,0 1 0,0 0 0,-1 0 0,1 0 0,-1 1 0,6 8 0,-10-13 0,0 1 0,0-1 0,0 0 0,0 1 0,0-1 0,0 1 0,-1-1 0,1 1 0,-1-1 0,1 1 0,-1-1 0,1 1 0,-1 0 0,0-1 0,0 1 0,0-1 0,0 1 0,0 0 0,0-1 0,0 1 0,-1 0 0,1-1 0,0 1 0,-1-1 0,1 1 0,-1-1 0,0 1 0,0-1 0,1 1 0,-1-1 0,0 0 0,0 1 0,0-1 0,0 0 0,-1 0 0,1 0 0,0 0 0,0 0 0,-1 0 0,-1 1 0,-3 1 0,0 0 0,0 0 0,0-1 0,0 0 0,0 0 0,-1 0 0,1-1 0,-12 1 0,-40 0 0,-68-5 0,123 2-170,-1 1-1,1-1 0,0 1 1,-1-1-1,1 0 0,0 0 1,-5-2-1,-2-4-6655</inkml:trace>
</inkml:ink>
</file>

<file path=ppt/ink/ink2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2:45.5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0 24575,'-5'12'0,"-2"7"0,1 2 0,4 1 0,1-2 0,5-4 0,0-2 0,3-3 0</inkml:trace>
</inkml:ink>
</file>

<file path=ppt/ink/ink2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2:45.7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24575,'10'2'0,"3"4"0,-1 0-8191</inkml:trace>
</inkml:ink>
</file>

<file path=ppt/ink/ink2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2:46.3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165 3 24575,'-20'-2'0,"-32"1"0,46 2 0,0-1 0,-1 1 0,1 0 0,0 0 0,0 1 0,0 0 0,1 0 0,-1 0 0,-7 5 0,11-6 0,0 0 0,1 0 0,-1 0 0,0 1 0,1-1 0,-1 1 0,1-1 0,-1 1 0,1-1 0,0 1 0,0 0 0,0 0 0,0 0 0,0 0 0,0-1 0,0 1 0,1 0 0,-1 0 0,0 1 0,1 2 0,0-1 0,0-1 0,0 0 0,1 1 0,-1-1 0,1 0 0,0 0 0,0 0 0,0 1 0,0-1 0,1 0 0,-1-1 0,4 5 0,-2-2 0,0 0 0,1-1 0,0 1 0,0-1 0,0 0 0,0 0 0,1 0 0,-1-1 0,1 0 0,0 0 0,0 0 0,1 0 0,-1-1 0,11 4 0,-14-6 0,0 0 0,1 0 0,-1 0 0,0 0 0,1 0 0,-1-1 0,0 1 0,1-1 0,-1 1 0,0-1 0,0 0 0,0 0 0,1 0 0,-1 0 0,0-1 0,0 1 0,-1 0 0,1-1 0,0 1 0,0-1 0,-1 0 0,1 1 0,-1-1 0,1 0 0,-1 0 0,0 0 0,1-2 0,4-7 0,-1 0 0,0-1 0,5-21 0,-8 27 0,-2 6 0,0-1 0,0 1 0,0 0 0,0 0 0,0-1 0,0 1 0,0 0 0,0 0 0,0 0 0,1-1 0,-1 1 0,0 0 0,0 0 0,0-1 0,0 1 0,0 0 0,0 0 0,1 0 0,-1-1 0,0 1 0,0 0 0,0 0 0,0 0 0,1 0 0,-1-1 0,0 1 0,0 0 0,0 0 0,1 0 0,-1 0 0,0 0 0,0 0 0,1 0 0,-1 0 0,0 0 0,0 0 0,1 0 0,-1 0 0,7 9 0,5 22 0,-11-27 0,6 17 0,49 167 0,-50-163 0,-1 1 0,-2 0 0,0 0 0,-2 0 0,-2 37 0,1-62 0,0 1 0,-1-1 0,1 0 0,0 0 0,0 1 0,-1-1 0,1 0 0,-1 1 0,1-1 0,-1 0 0,1 0 0,-1 0 0,0 0 0,1 1 0,-1-1 0,0 0 0,0 0 0,0 0 0,0-1 0,0 1 0,-2 1 0,1-1 0,1 0 0,-1-1 0,0 1 0,0-1 0,0 0 0,0 0 0,1 1 0,-1-1 0,0 0 0,0-1 0,0 1 0,0 0 0,-3-1 0,-3-2 0,-1 0 0,0-1 0,1 1 0,-15-11 0,7 5 0,2-2 0,-1 0 0,-14-14 0,24 19 0,-1 1 0,1-1 0,0-1 0,1 1 0,-1-1 0,1 1 0,1-1 0,-1 0 0,-3-13 0,6 18 4,1-1 0,-1 1 0,1 0 0,0 0 0,0 0 0,0 0 0,0 0 0,1 0 0,-1-1 0,0 1 0,1 0 0,0 0 0,-1 0 0,1 0 0,0 0 0,0 0 0,0 1 0,0-1 0,0 0 0,1 0 0,-1 1 0,0-1 0,1 0 0,-1 1 0,1 0 0,0-1 0,0 1 0,-1 0 0,5-2 0,2-2-252,1 1 1,0 0-1,0 1 1,0 0-1,11-3 1,-7 4-6579</inkml:trace>
</inkml:ink>
</file>

<file path=ppt/ink/ink2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2:46.8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18 24575,'-4'-5'0,"3"3"0,-1 1 0,1 0 0,0-1 0,0 1 0,-1 0 0,1 0 0,-1 0 0,1 0 0,-3-1 0,4 2 0,0 0 0,0 1 0,-1-1 0,1 0 0,0 0 0,0 0 0,0 0 0,0 1 0,-1-1 0,1 0 0,0 0 0,0 0 0,0 1 0,0-1 0,0 0 0,0 0 0,0 0 0,0 1 0,0-1 0,0 0 0,0 0 0,0 1 0,0-1 0,0 0 0,0 0 0,0 0 0,0 1 0,0-1 0,0 0 0,0 0 0,0 1 0,0-1 0,0 0 0,0 0 0,0 0 0,0 1 0,1-1 0,-1 0 0,3 11 0,11 18 0,0-1 0,24 33 0,-38-60 0,1 0 0,-1 0 0,1 0 0,0 0 0,-1 0 0,1 0 0,0 0 0,0-1 0,0 1 0,-1 0 0,1-1 0,0 1 0,0 0 0,0-1 0,0 1 0,0-1 0,0 1 0,0-1 0,1 0 0,-1 1 0,0-1 0,2 0 0,-2 0 0,0-1 0,0 1 0,1 0 0,-1-1 0,0 1 0,0-1 0,0 0 0,0 1 0,0-1 0,0 0 0,0 0 0,0 0 0,0 0 0,-1 1 0,1-1 0,0 0 0,0 0 0,-1-1 0,1 1 0,-1 0 0,1-1 0,12-33 0,-12 30 0,1-1 0,-1 1 0,1-1 0,1 1 0,-1 0 0,1 0 0,4-7 0,-6 11 0,0 0 0,0 1 0,0-1 0,0 0 0,0 1 0,0-1 0,0 1 0,0-1 0,0 1 0,0-1 0,0 1 0,0 0 0,0-1 0,0 1 0,0 0 0,1 0 0,-1 0 0,0 0 0,0 0 0,0 0 0,0 0 0,0 1 0,1-1 0,-1 0 0,0 0 0,0 1 0,1 0 0,4 2 0,0 0 0,0 0 0,9 6 0,-8-4 0,5 3-136,0-1-1,-1 2 1,0 0-1,0 0 1,-1 1-1,-1 0 1,1 1-1,-2 0 0,12 17 1,-15-18-6690</inkml:trace>
</inkml:ink>
</file>

<file path=ppt/ink/ink2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2:47.7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220 549 24575,'-36'-3'0,"-99"-7"0,132 10 0,-1 1 0,1-1 0,-1 0 0,1 1 0,0 0 0,-1-1 0,1 1 0,0 1 0,-7 2 0,10-4 0,-1 1 0,0-1 0,1 1 0,-1-1 0,1 1 0,-1-1 0,1 1 0,-1-1 0,1 1 0,-1 0 0,1-1 0,-1 1 0,1 0 0,0-1 0,-1 1 0,1 0 0,0 0 0,0-1 0,-1 2 0,1-1 0,0 0 0,1 1 0,-1-1 0,0 0 0,0 0 0,1 0 0,-1 0 0,1 0 0,-1 1 0,1-1 0,-1 0 0,1 0 0,0 0 0,-1 0 0,1-1 0,1 3 0,4 2 0,-1 0 0,1 0 0,0-1 0,0 0 0,0 0 0,1 0 0,0-1 0,9 4 0,-7-3 0,1-1 0,1 0 0,-1-1 0,0 0 0,15 1 0,-20-3 0,-1 0 0,1-1 0,0 1 0,-1-1 0,1 0 0,-1 0 0,1 0 0,-1-1 0,7-3 0,-10 5 0,0-1 0,1 1 0,-1-1 0,0 0 0,0 0 0,1 0 0,-1 0 0,0 0 0,0 0 0,0 0 0,0 0 0,0 0 0,-1-1 0,1 1 0,0 0 0,0 0 0,-1-1 0,1 1 0,-1-1 0,1 1 0,-1 0 0,0-1 0,1 1 0,-1-1 0,0 1 0,0-1 0,0 1 0,0-1 0,0 1 0,-1-1 0,1 1 0,0-1 0,-1-1 0,1 3 0,0-1 0,0 1 0,0-1 0,0 1 0,-1-1 0,1 1 0,0 0 0,0-1 0,0 1 0,0-1 0,-1 1 0,1-1 0,0 1 0,-1 0 0,1-1 0,0 1 0,0 0 0,-1-1 0,1 1 0,-1 0 0,1-1 0,0 1 0,-1 0 0,1 0 0,-1-1 0,1 1 0,-1 0 0,1 0 0,0 0 0,-1 0 0,1 0 0,-1 0 0,1 0 0,-1 0 0,1 0 0,-1 0 0,1 0 0,-1 0 0,1 0 0,-1 0 0,0 0 0,0 1 0,1-1 0,-1 1 0,0 0 0,0-1 0,1 1 0,-1 0 0,0-1 0,1 1 0,-1 0 0,1 0 0,-1 0 0,1 0 0,-1-1 0,1 1 0,-1 0 0,1 0 0,0 0 0,0 0 0,-1 2 0,1 0 0,0 0 0,0 0 0,0 0 0,1 0 0,-1 0 0,1 0 0,0 0 0,0 0 0,0 0 0,0 0 0,0-1 0,0 1 0,1 0 0,-1-1 0,1 1 0,0-1 0,0 1 0,0-1 0,0 0 0,0 0 0,1 0 0,-1 0 0,1 0 0,3 2 0,-1-1 0,1 0 0,0 0 0,0 0 0,0 0 0,1-1 0,-1 0 0,1-1 0,-1 1 0,1-1 0,7 0 0,-7 0 0,0-2 0,1 1 0,-1-1 0,0 0 0,0 0 0,0-1 0,0 0 0,0 0 0,10-5 0,-12 4 0,0 0 0,0-1 0,0 1 0,-1-1 0,1 0 0,-1 0 0,0 0 0,0-1 0,0 1 0,-1-1 0,0 0 0,4-7 0,-3 2 0,0 0 0,0 0 0,-1-1 0,0 1 0,-1-1 0,0 0 0,-1 0 0,0 0 0,-1-12 0,-2-6 0,-1-1 0,-7-33 0,3 29 0,-1 0 0,-2 0 0,-1 1 0,-2 1 0,-1 0 0,-2 1 0,0 0 0,-32-41 0,46 69 0,-1 0 0,1 0 0,-1 0 0,0 0 0,0 1 0,0-1 0,0 1 0,0 0 0,0 0 0,-5-2 0,7 4 0,0-1 0,0 1 0,0 0 0,0 0 0,0-1 0,0 1 0,0 0 0,0 0 0,0 0 0,0 0 0,0 1 0,0-1 0,0 0 0,0 0 0,0 0 0,0 1 0,-1 0 0,1-1 0,0 1 0,0 0 0,-1 0 0,1 0 0,0 0 0,0 0 0,0 1 0,0-1 0,1 0 0,-1 0 0,0 1 0,0-1 0,1 0 0,-2 4 0,0 2 0,1 0 0,-1 0 0,1 1 0,0-1 0,1 1 0,0-1 0,0 1 0,2 9 0,2 9 0,7 25 0,-3-26 0,0 0 0,2-1 0,0 0 0,2-1 0,0 0 0,25 32 0,-9-17 0,3-2 0,59 55 0,-70-73-1365,-3-5-5461</inkml:trace>
</inkml:ink>
</file>

<file path=ppt/ink/ink2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2:48.6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 0 24575,'-12'0'0,"-5"3"0,4 0 0,4 2 0,6 1 0</inkml:trace>
</inkml:ink>
</file>

<file path=ppt/ink/ink2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2:49.6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247 445 24575,'-15'-6'0,"-60"-26"0,64 29 0,0-1 0,-1 2 0,1-1 0,-23-1 0,31 4 0,0 1 0,0-1 0,0 0 0,0 1 0,0-1 0,0 1 0,0 0 0,0 0 0,1 0 0,-1 0 0,0 1 0,1-1 0,-1 1 0,0-1 0,1 1 0,0 0 0,-1 0 0,1 0 0,0 0 0,0 1 0,-2 2 0,2-1 0,0-1 0,0 1 0,0 0 0,0 1 0,0-1 0,1 0 0,0 0 0,0 1 0,0-1 0,0 1 0,1-1 0,-1 1 0,2 7 0,-1-10 0,0 0 0,0 0 0,1 0 0,-1 0 0,1 0 0,0 0 0,0 0 0,0 0 0,0 0 0,0 0 0,0 0 0,0 0 0,0-1 0,1 1 0,-1 0 0,2 1 0,0-1 0,0 0 0,1 1 0,-1-2 0,0 1 0,1 0 0,-1 0 0,1-1 0,5 2 0,3-1 0,0 0 0,0 0 0,1-1 0,17-1 0,-27 0 0,0 0 0,0 0 0,0-1 0,0 1 0,0-1 0,0 1 0,0-1 0,0 0 0,0 0 0,0-1 0,0 1 0,-1 0 0,1-1 0,-1 0 0,1 0 0,-1 0 0,3-2 0,-3 1 0,0 0 0,1 0 0,-2 0 0,1-1 0,0 1 0,-1-1 0,1 1 0,-1-1 0,0 0 0,0 1 0,0-1 0,-1 0 0,1-5 0,-1-7 0,0-1 0,-1 1 0,-1 0 0,0 0 0,-6-19 0,-27-77 0,20 69 0,-58-147 0,67 179 0,6 11 0,0 0 0,0 0 0,0 0 0,0 0 0,0 0 0,0 0 0,0 0 0,0 0 0,0 0 0,-1-1 0,1 1 0,0 0 0,0 0 0,0 0 0,0 0 0,0 0 0,0 0 0,0 0 0,0 0 0,0 0 0,0 0 0,0 0 0,-1 0 0,1 0 0,0 0 0,0 0 0,0 0 0,0 1 0,0-1 0,0 0 0,0 0 0,0 0 0,0 0 0,0 0 0,0 0 0,0 0 0,-1 0 0,1 0 0,0 0 0,0 0 0,0 0 0,0 0 0,0 0 0,0 0 0,0 0 0,0 1 0,0-1 0,0 0 0,0 0 0,0 0 0,0 0 0,0 0 0,0 0 0,0 0 0,0 0 0,0 0 0,0 22 0,11 29 0,2-1 0,1 0 0,3-2 0,30 60 0,-29-69 0,38 58 0,-50-89 0,0 0 0,0-1 0,1 1 0,0-2 0,0 1 0,1-1 0,0 0 0,0 0 0,0-1 0,0 0 0,1-1 0,0 0 0,10 3 0,-13-5 0,0-1 0,0 1 0,0-1 0,0-1 0,1 1 0,-1-1 0,0 0 0,1-1 0,-1 1 0,0-1 0,0-1 0,0 1 0,0-1 0,0 0 0,0 0 0,0-1 0,-1 1 0,1-1 0,-1-1 0,11-7 0,-12 8 0,0-1 0,0 1 0,0-1 0,0-1 0,-1 1 0,0 0 0,0-1 0,0 1 0,0-1 0,-1 0 0,1 0 0,-1 0 0,2-8 0,-4 9 0,1 1 0,-1 0 0,0-1 0,0 1 0,0 0 0,0-1 0,0 1 0,-1 0 0,0-1 0,0 1 0,0 0 0,0 0 0,0 0 0,0 0 0,-1 0 0,0 0 0,1 0 0,-1 0 0,0 0 0,0 1 0,-1-1 0,1 1 0,-4-3 0,3 2 0,0 1 0,0-1 0,-1 1 0,1 0 0,-1 0 0,1 1 0,-1-1 0,0 1 0,1-1 0,-1 1 0,0 0 0,0 1 0,0-1 0,0 1 0,0-1 0,0 1 0,-7 1 0,9 0 0,0-1 0,0 1 0,0-1 0,0 1 0,0 0 0,0 0 0,0 0 0,0 0 0,0 0 0,0 0 0,0 1 0,1-1 0,-1 1 0,0-1 0,1 1 0,-1 0 0,1-1 0,0 1 0,0 0 0,-1 0 0,1 0 0,0 0 0,1 0 0,-1 0 0,0 0 0,1 1 0,-1-1 0,1 0 0,-1 0 0,1 0 0,0 1 0,0 3 0,1-1 0,-1 1 0,0-1 0,1 1 0,0-1 0,1 1 0,-1-1 0,1 1 0,0-1 0,0 0 0,4 6 0,-1-3 0,0-1 0,0 0 0,1 0 0,0 0 0,12 10 0,4-1 0,0-1 0,0-1 0,31 15 0,-44-25-136,1 1-1,-1-1 1,1-1-1,0 0 1,-1 0-1,1-1 1,1 0-1,-1-1 0,13 1 1,-11-3-6690</inkml:trace>
</inkml:ink>
</file>

<file path=ppt/ink/ink2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2:50.3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136 0 24575,'-11'4'0,"0"0"0,0 0 0,0 1 0,1 0 0,-1 1 0,1 0 0,1 0 0,-11 9 0,17-12 0,0 0 0,0 1 0,0-1 0,1 0 0,-1 1 0,1-1 0,0 1 0,0 0 0,0 0 0,0 0 0,-1 4 0,3-5 0,-1 1 0,1-1 0,-1 0 0,1 1 0,0-1 0,1 1 0,-1-1 0,0 0 0,1 0 0,0 1 0,0-1 0,0 0 0,0 0 0,0 0 0,4 6 0,-2-3 0,1 0 0,0-1 0,0 1 0,1-1 0,-1 0 0,1-1 0,0 1 0,1-1 0,-1 0 0,1 0 0,-1 0 0,1-1 0,0 0 0,1 0 0,10 3 0,-2-2 0,1 0 0,0-2 0,0 0 0,0-1 0,24 0 0,-28-2 0,-1 1 0,0-1 0,0 0 0,-1-1 0,1-1 0,17-5 0,-25 6 0,0 1 0,0-1 0,0 1 0,0-1 0,0 0 0,0 0 0,-1-1 0,1 1 0,0 0 0,-1-1 0,0 0 0,0 0 0,0 1 0,0-1 0,0 0 0,0 0 0,-1-1 0,0 1 0,1 0 0,-1 0 0,0-1 0,-1 1 0,1-1 0,0-6 0,-4-16 0,0 8 0,3 18 0,0 0 0,0 0 0,0 0 0,0 0 0,0 0 0,0 0 0,0 0 0,0 0 0,0 0 0,0 0 0,0 0 0,0 0 0,0 0 0,0 0 0,0 0 0,0 0 0,0 0 0,0 0 0,0 0 0,0 0 0,0 0 0,0 1 0,0-1 0,0 0 0,0 0 0,0 0 0,0 0 0,1 0 0,-1 0 0,0 0 0,0 0 0,0 0 0,0 0 0,0 0 0,0 0 0,0 0 0,0 0 0,0 0 0,0 0 0,0 0 0,0 0 0,0 0 0,0 0 0,0 0 0,0 0 0,0 0 0,0 0 0,0-1 0,1 1 0,-1 0 0,0 0 0,0 0 0,0 0 0,0 0 0,0 0 0,0 0 0,0 0 0,0 0 0,5 8 0,6 11 0,-11-18 0,7 11 0,1 3 0,18 25 0,-23-36 0,0 1 0,1-1 0,0 0 0,0 0 0,0-1 0,1 1 0,-1-1 0,1 0 0,8 4 0,-3-4-1365,-1-3-5461</inkml:trace>
</inkml:ink>
</file>

<file path=ppt/ink/ink2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2:50.5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 24575,'0'-3'0,"0"2"0,0 4 0</inkml:trace>
</inkml:ink>
</file>

<file path=ppt/ink/ink2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2:51.3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24575,'15'31'0,"2"-1"0,0-1 0,31 39 0,-40-59 0,1 0 0,13 11 0,-20-18 0,1 0 0,-1 0 0,0-1 0,0 1 0,1-1 0,-1 1 0,1-1 0,0 0 0,-1 0 0,1 0 0,0-1 0,-1 1 0,1-1 0,0 1 0,0-1 0,5 0 0,-7-1 0,0 1 0,0 0 0,0-1 0,0 1 0,0-1 0,0 0 0,0 1 0,0-1 0,0 0 0,0 1 0,0-1 0,0 0 0,-1 0 0,1 0 0,0 0 0,-1 0 0,1 0 0,-1 0 0,1 0 0,-1 0 0,1 0 0,-1 0 0,0 0 0,1 0 0,-1-1 0,0-1 0,1-4 0,0 0 0,-1 0 0,-1-8 0,1 8 0,-1-16 0,-1 8 0,3-28 0,-1 40 0,0 0 0,1-1 0,-1 1 0,1 0 0,0 0 0,0 0 0,0-1 0,0 1 0,1 0 0,-1 1 0,1-1 0,0 0 0,0 0 0,2-2 0,-3 4 0,0 0 0,0 0 0,0 0 0,0 1 0,0-1 0,0 0 0,0 1 0,1-1 0,-1 1 0,0-1 0,0 1 0,0-1 0,1 1 0,-1 0 0,0 0 0,0-1 0,1 1 0,-1 0 0,2 1 0,-1-1 0,0 1 0,0-1 0,1 1 0,-1 0 0,0 0 0,0 0 0,-1 0 0,1 0 0,0 0 0,3 3 0,2 3 0,0 0 0,-1 0 0,12 17 0,-15-20 0,0 1 0,16 22 0,26 29 0,-44-55 0,0 0 0,0 0 0,0-1 0,0 1 0,0 0 0,0 0 0,0 0 0,0-1 0,0 1 0,0-1 0,0 1 0,0-1 0,0 1 0,3 0 0,-4-1 0,1 0 0,-1-1 0,1 1 0,-1 0 0,1 0 0,-1 0 0,1 0 0,-1 0 0,1-1 0,-1 1 0,1 0 0,-1 0 0,1-1 0,-1 1 0,1 0 0,-1-1 0,0 1 0,1 0 0,-1-1 0,0 1 0,1-1 0,-1 1 0,1-1 0,1-4 0,0 0 0,-1 1 0,1-1 0,-1 0 0,1-9 0,2-3 0,-3 16 0,-1 0 0,0 1 0,1-1 0,-1 0 0,0 0 0,1 1 0,-1-1 0,1 0 0,-1 1 0,1-1 0,0 0 0,-1 1 0,1-1 0,0 1 0,-1-1 0,1 1 0,0-1 0,-1 1 0,1 0 0,0-1 0,0 1 0,0 0 0,0-1 0,1 1 0,0 0 0,0 0 0,-1 0 0,1 0 0,0 1 0,0-1 0,-1 0 0,1 1 0,0-1 0,2 2 0,4 2 0,0 0 0,-1 1 0,11 8 0,-15-11 0,30 24-1365,-22-17-5461</inkml:trace>
</inkml:ink>
</file>

<file path=ppt/ink/ink2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2:51.9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164 91 24575,'-1'-1'0,"-47"-50"0,43 46 0,0 1 0,0 0 0,0 0 0,-1 0 0,1 1 0,-1 0 0,0 0 0,-8-3 0,12 6 0,0-1 0,1 1 0,-1-1 0,0 1 0,1 0 0,-1 0 0,0 0 0,0-1 0,1 2 0,-1-1 0,0 0 0,1 0 0,-1 0 0,0 1 0,0-1 0,1 1 0,-1 0 0,1-1 0,-1 1 0,1 0 0,-2 1 0,1-1 0,0 1 0,1 0 0,-1 0 0,1 0 0,0 0 0,0 0 0,0 0 0,0 0 0,0 0 0,0 0 0,0 1 0,1-1 0,-2 4 0,1 5 0,0 1 0,1 0 0,0 0 0,3 22 0,-1-29 0,-1 1 0,1-1 0,0 0 0,0 1 0,1-1 0,-1 0 0,1 0 0,0-1 0,1 1 0,-1 0 0,1-1 0,0 0 0,4 4 0,-3-3 0,1-1 0,-1 1 0,1-1 0,0 0 0,0-1 0,0 0 0,0 1 0,1-2 0,-1 1 0,9 1 0,-12-3 0,-1-1 0,0 1 0,0-1 0,1 0 0,-1 0 0,0 0 0,0 0 0,1-1 0,-1 1 0,0 0 0,0-1 0,1 0 0,-1 1 0,0-1 0,0 0 0,0 0 0,0 0 0,0-1 0,0 1 0,-1 0 0,1-1 0,0 1 0,0-1 0,-1 1 0,1-1 0,1-3 0,-1 1 0,1 0 0,-1-1 0,0 0 0,0 1 0,-1-1 0,1 0 0,-1 0 0,0 0 0,-1 0 0,1-9 0,-1 14 0,0-1 0,0 1 0,0-1 0,0 1 0,0 0 0,0-1 0,0 1 0,0-1 0,0 1 0,0-1 0,0 1 0,0 0 0,0-1 0,1 1 0,-1-1 0,0 1 0,0 0 0,0-1 0,0 1 0,1 0 0,-1-1 0,0 1 0,1 0 0,-1-1 0,0 1 0,0 0 0,1 0 0,0-1 0,-1 1 0,1 0 0,0 0 0,-1 1 0,1-1 0,-1 0 0,1 0 0,-1 1 0,1-1 0,-1 0 0,1 1 0,-1-1 0,1 1 0,-1-1 0,1 0 0,-1 1 0,1 0 0,19 29 0,-17-26 0,30 42-1365,-26-36-5461</inkml:trace>
</inkml:ink>
</file>

<file path=ppt/ink/ink2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2:52.6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107 59 24575,'-2'-2'0,"-4"-5"0,0 1 0,-1-1 0,0 1 0,-1 1 0,1-1 0,-1 1 0,-14-7 0,21 12 0,0-1 0,0 1 0,0-1 0,0 1 0,0 0 0,0 0 0,1 0 0,-1 0 0,0-1 0,0 1 0,0 0 0,0 0 0,0 1 0,0-1 0,0 0 0,0 0 0,0 0 0,1 1 0,-1-1 0,0 0 0,0 1 0,0-1 0,0 1 0,1-1 0,-1 1 0,0-1 0,0 1 0,1-1 0,-1 1 0,0 0 0,1 0 0,-1-1 0,1 1 0,-1 0 0,1 0 0,-1-1 0,1 1 0,0 0 0,-1 0 0,1 0 0,0 0 0,0 0 0,0 0 0,-1 0 0,1 0 0,0 1 0,-1 7 0,1 0 0,0 0 0,2 17 0,-1-14 0,-1 9 0,1 0 0,1-1 0,1 0 0,1 1 0,1-1 0,10 29 0,64 110 0,-12-30 0,-65-125 0,-1-1 0,0-1 0,1 0 0,-1 0 0,0 1 0,-1-1 0,1 1 0,0-1 0,-1 1 0,1-1 0,-1 1 0,0-1 0,0 1 0,0 3 0,0-6 2,0 0-1,0 0 0,0 0 0,-1 0 1,1 1-1,0-1 0,0 0 0,0 0 1,0 0-1,-1 0 0,1 1 0,0-1 1,0 0-1,0 0 0,0 0 0,-1 0 1,1 0-1,0 0 0,0 0 1,0 0-1,-1 0 0,1 0 0,0 0 1,0 0-1,-1 1 0,1-1 0,0-1 1,0 1-1,0 0 0,-1 0 0,1 0 1,0 0-1,0 0 0,-1 0 0,1 0 1,0 0-1,0 0 0,0 0 1,0 0-1,-1-1 0,1 1 0,0 0 1,0 0-1,0 0 0,0 0 0,-1 0 1,1-1-1,-9-8-1088,9 9 748,-9-10-6487</inkml:trace>
</inkml:ink>
</file>

<file path=ppt/ink/ink2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2:52.8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320 0 24575,'-29'3'0,"-13"0"0,-1 0 0,2-1 0,5 0 0,6-1 0,6 0 0,5-1 0,3 0 0,1 0 0,2 0 0,2 0-8191</inkml:trace>
</inkml:ink>
</file>

<file path=ppt/ink/ink2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2:53.3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83 227 24575,'16'-25'0,"15"-29"0,-27 46 0,0 0 0,-1-1 0,0 1 0,0-1 0,-1 0 0,0 1 0,-1-1 0,1-11 0,-2 17 0,0 0 0,-1 0 0,1 0 0,0 0 0,-1 0 0,0 1 0,0-1 0,0 0 0,0 0 0,0 0 0,0 1 0,-1-1 0,1 1 0,-1-1 0,0 1 0,-3-4 0,4 5 0,0 0 0,-1 0 0,1 0 0,0 0 0,-1 1 0,1-1 0,0 0 0,-1 1 0,1-1 0,-1 1 0,1 0 0,-1-1 0,1 1 0,-1 0 0,1 0 0,-1 0 0,1 0 0,-1 0 0,1 0 0,-1 0 0,1 1 0,-1-1 0,1 0 0,-1 1 0,1-1 0,-1 1 0,1 0 0,0-1 0,-1 1 0,1 0 0,0 0 0,-2 1 0,-7 7 0,1 0 0,0 0 0,1 1 0,0 0 0,0 1 0,1-1 0,0 2 0,-8 19 0,14-29 0,0 0 0,1-1 0,-1 1 0,1 0 0,0-1 0,-1 1 0,1 0 0,0 0 0,0 0 0,0-1 0,0 1 0,0 0 0,1 0 0,-1-1 0,0 1 0,2 3 0,-1-2 0,1 1 0,0-1 0,0 0 0,0 0 0,0 0 0,0 0 0,6 4 0,-1 0 0,0-1 0,1 0 0,0-1 0,0 0 0,14 7 0,3-1 0,1-1 0,0-1 0,0-1 0,1-1 0,0-1 0,0-2 0,50 3 0,-55-7-93,-10 1-161,0-1-1,0 0 1,0-1-1,14-3 1,-16 1-6572</inkml:trace>
</inkml:ink>
</file>

<file path=ppt/ink/ink2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2:54.4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13 24575,'-4'-4'0,"-5"-4"0,9 8 0,4 6 0,-1 1 0,1-1 0,-1 0 0,0 1 0,0 0 0,-1 0 0,0-1 0,2 14 0,-1-8 0,0 3 0,8 37 0,34 93 0,-42-134 0,1 0 0,-2 0 0,0 1 0,1 14 0,2 9 0,9 44 0,-12-69 0,1 0 0,0 0 0,1 0 0,5 10 0,-7-16 0,0-1 0,0 1 0,1-1 0,-1 0 0,1 0 0,0 0 0,0 0 0,0 0 0,0 0 0,0-1 0,0 0 0,1 0 0,6 4 0,-4-5 0,-1 0 0,0 0 0,1 0 0,-1 0 0,1-1 0,-1 0 0,1 0 0,-1 0 0,1-1 0,-1 0 0,0 0 0,11-3 0,-6 1 0,0 1 0,15-1 0,-11 2-1365,-2 1-5461</inkml:trace>
</inkml:ink>
</file>

<file path=ppt/ink/ink2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2:55.4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 10 24575,'4'-9'0,"-6"12"0,-7 16 0,4 1 0,-4 27 0,6-26 0,-18 163 0,19-148 0,3-1 0,0 1 0,9 42 0,-5-54 0,1 0 0,1 0 0,2-1 0,0 1 0,2-2 0,0 0 0,26 38 0,-18-34 0,2-1 0,0-1 0,1-1 0,2-1 0,41 31 0,-35-34-1365,-18-13-5461</inkml:trace>
</inkml:ink>
</file>

<file path=ppt/ink/ink2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2:58.2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42 24575,'-16'-14'0,"12"11"0,0-1 0,0 1 0,0-1 0,-4-6 0,8 10 0,0 0 0,0 0 0,0 0 0,0 0 0,-1 0 0,1 0 0,0 0 0,0 0 0,0 0 0,0 0 0,0 0 0,0 0 0,0-1 0,0 1 0,0 0 0,0 0 0,0 0 0,0 0 0,0 0 0,0 0 0,0 0 0,0 0 0,0 0 0,0 0 0,0-1 0,0 1 0,0 0 0,0 0 0,0 0 0,0 0 0,0 0 0,0 0 0,0 0 0,0 0 0,0 0 0,0-1 0,0 1 0,0 0 0,0 0 0,0 0 0,0 0 0,0 0 0,0 0 0,0 0 0,0 0 0,0 0 0,0 0 0,1 0 0,-1 0 0,0-1 0,0 1 0,0 0 0,7 1 0,8 6 0,91 63 0,-75-48 0,18 12 0,-11-8 0,-1 0 0,36 35 0,-54-47 0,-19-14 0,1 0 0,-1 0 0,0 0 0,1 0 0,-1 0 0,0 1 0,1-1 0,-1 0 0,0 0 0,1 0 0,-1 0 0,1 0 0,-1 0 0,0 0 0,1 0 0,-1 0 0,0 0 0,1-1 0,-1 1 0,0 0 0,1 0 0,-1 0 0,1-1 0,-1 1 0,0-1 0,1 1 0,-1-1 0,0 1 0,0-1 0,0 1 0,1-1 0,-1 1 0,0-1 0,0 0 0,0 1 0,0-1 0,0 1 0,0-1 0,0 1 0,0-1 0,0 1 0,-1-1 0,1 0 0,-1-3-39,-1-1 1,0 1-1,0 0 0,0 0 0,0 0 0,0 1 0,-1-1 1,0 1-1,0-1 0,-3-3 0,-1 0-899,-1-3-5888</inkml:trace>
</inkml:ink>
</file>

<file path=ppt/ink/ink2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2:58.7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161 41 24575,'-1'-3'0,"0"0"0,0 0 0,0 0 0,0 0 0,-1 1 0,1-1 0,-1 0 0,0 0 0,0 1 0,-4-5 0,6 7 0,-1-1 0,0 1 0,1-1 0,-1 1 0,0-1 0,1 1 0,-1 0 0,0-1 0,0 1 0,1 0 0,-1 0 0,0-1 0,0 1 0,0 0 0,1 0 0,-1 0 0,0 0 0,-1 0 0,1 1 0,-1-1 0,1 0 0,0 1 0,0 0 0,0-1 0,0 1 0,0 0 0,0-1 0,0 1 0,1 0 0,-1 0 0,0 0 0,0 0 0,1-1 0,-1 1 0,-1 2 0,-28 50 0,-21 31 0,48-79-124,0-1 0,0 1 0,0 0 0,0 0 0,1 1 0,0-1-1,0 0 1,0 1 0,1-1 0,-1 7 0,1 0-6702</inkml:trace>
</inkml:ink>
</file>

<file path=ppt/ink/ink2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3:00.2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 13 24575,'-2'-3'0,"-2"-3"0,1 3 0,1 3 0,-2 4 0,-1 5 0,2 2 0,0 2 0,-1 2 0,-1 0 0,-1 1 0,0-1 0,-1 0 0,0 0 0,2-1 0,1-2-8191</inkml:trace>
</inkml:ink>
</file>

<file path=ppt/ink/ink2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3:03.4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260 145 24575,'0'-3'0,"0"0"0,0 0 0,0 0 0,-1-1 0,0 1 0,1 0 0,-1 0 0,0 0 0,0 0 0,-1 0 0,1 0 0,-1 0 0,1 0 0,-1 1 0,0-1 0,-3-2 0,-1-1 0,-1 0 0,0 1 0,0 0 0,-13-7 0,13 8 0,-16-10 0,11 6 0,-1 0 0,-17-7 0,26 13 0,-1 1 0,1-1 0,0 1 0,0 0 0,0 1 0,-1-1 0,1 1 0,0 0 0,-1 0 0,1 0 0,-1 0 0,-5 2 0,9-2 0,-1 1 0,0 0 0,0-1 0,1 1 0,-1 0 0,1 0 0,-1 0 0,1 0 0,-1 0 0,1 0 0,-1 0 0,1 0 0,0 1 0,0-1 0,0 1 0,0-1 0,0 1 0,0-1 0,0 1 0,0-1 0,0 3 0,-2 3 0,1 0 0,1 1 0,-2 13 0,0-1 0,1-12 0,1 0 0,0 0 0,1 1 0,0-1 0,0 0 0,0 0 0,1 0 0,3 13 0,-2-16 0,-1-1 0,1 0 0,0 0 0,0 1 0,0-1 0,0-1 0,1 1 0,-1 0 0,1-1 0,0 1 0,0-1 0,1 0 0,-1 0 0,1 0 0,-1 0 0,8 4 0,3-1 0,1-1 0,0-1 0,-1 0 0,1-1 0,28 3 0,-40-5 0,0-1 0,0 0 0,0 0 0,0 0 0,-1 0 0,1-1 0,0 1 0,0-1 0,0 1 0,-1-1 0,1 0 0,0 0 0,-1 0 0,1-1 0,-1 1 0,1 0 0,-1-1 0,0 0 0,1 1 0,-1-1 0,0 0 0,0 0 0,-1-1 0,1 1 0,2-4 0,0 0 0,-2 0 0,1 0 0,-1 0 0,0 0 0,0 0 0,0 0 0,-1 0 0,0-1 0,0 1 0,-1-9 0,3 36 0,0 0 0,1-1 0,1 0 0,10 26 0,-2-4 0,57 202 0,-64-227-37,-5-14-84,0 0 0,0 0 1,0 0-1,0 0 0,0 0 1,-1 0-1,1 0 0,-1 1 0,0-1 1,0 5-1,-2-1-6705</inkml:trace>
</inkml:ink>
</file>

<file path=ppt/ink/ink2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3:03.7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89 24575,'3'-8'0,"3"-4"0,2 0 0,1-1 0,1 1 0,-1 2 0,0 1 0,1 3 0,-1 0 0</inkml:trace>
</inkml:ink>
</file>

<file path=ppt/ink/ink2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3:04.8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129 30 24575,'10'-4'0,"0"-3"0,-3 1 0,-6 1 0,-5 1 0,-5 2 0,-2 1 0,-3 0 0,-1 1 0,-1 1 0,1-1 0,-1 0 0,1 0 0,0 0 0,1 1 0,2-1-8191</inkml:trace>
</inkml:ink>
</file>

<file path=ppt/ink/ink2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3:05.2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171 21 24575,'-7'-5'0,"-6"-1"0,-2-1 0,1 5 0,1 2 0,0 1 0,2 2 0,0 2 0,0-1 0,0-1 0,-2 0 0,0-2 0,-1 0 0,2-1-8191</inkml:trace>
</inkml:ink>
</file>

<file path=ppt/ink/ink2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3:06.3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95 172 24575,'-2'15'0,"1"1"0,0-1 0,1 0 0,0 1 0,1-1 0,1 0 0,6 24 0,-5-27 0,1 0 0,0 0 0,1-1 0,0 0 0,1 0 0,0 0 0,1-1 0,0 1 0,15 15 0,-22-26 0,0 0 0,1 1 0,-1-1 0,0 0 0,0 0 0,0 1 0,0-1 0,1 0 0,-1 0 0,0 0 0,0 1 0,0-1 0,1 0 0,-1 0 0,0 0 0,0 0 0,1 0 0,-1 0 0,0 1 0,1-1 0,-1 0 0,0 0 0,0 0 0,1 0 0,-1 0 0,0 0 0,0 0 0,1 0 0,-1 0 0,0-8 0,-6-12 0,-29-38 0,-26-51 0,50 86 0,1 0 0,1 0 0,-6-25 0,14 40 0,-21-94 0,16 80 0,4 18 0,5 15 0,0-3 0,1 0 0,-1 0 0,2 0 0,-1-1 0,1 1 0,0-1 0,0 0 0,11 10 0,6 5 0,28 19 0,-21-17 0,-23-19 0,10 8 0,26 18 0,-38-29 0,0 1 0,1-1 0,0 0 0,-1 0 0,1 0 0,0 0 0,0-1 0,0 0 0,0 0 0,0 0 0,9 0 0,-12-2 0,-1 1 0,1 0 0,0-1 0,0 1 0,0-1 0,0 0 0,0 1 0,0-1 0,-1 0 0,1 0 0,0 0 0,-1 0 0,1-1 0,-1 1 0,1 0 0,-1-1 0,0 1 0,1-1 0,-1 1 0,0-1 0,0 0 0,0 1 0,0-1 0,0 0 0,-1 0 0,1 0 0,0 1 0,-1-1 0,1 0 0,-1-2 0,2-8 0,-1 1 0,0 0 0,-1-1 0,-1-11 0,1 10 0,-2-13 0,1 4 0,2-26 0,-1 48 0,0-1 0,0 1 0,0 0 0,0-1 0,0 1 0,0-1 0,0 1 0,0-1 0,0 1 0,0-1 0,1 1 0,-1 0 0,0-1 0,0 1 0,0-1 0,0 1 0,1 0 0,-1-1 0,0 1 0,0-1 0,1 1 0,-1 0 0,0 0 0,1-1 0,-1 1 0,0 0 0,1-1 0,-1 1 0,0 0 0,1 0 0,-1 0 0,1-1 0,0 1 0,0 1 0,0-1 0,0 0 0,-1 1 0,1-1 0,0 1 0,0-1 0,-1 1 0,1-1 0,0 1 0,0-1 0,-1 1 0,1 0 0,0 0 0,19 28 0,64 102 0,-10-17 0,-51-80 25,29 34 0,-16-22-1440</inkml:trace>
</inkml:ink>
</file>

<file path=ppt/ink/ink2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3:15.3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 13 24575,'0'-2'0,"0"-4"0,0 2 0,0 4 0,-2 4 0,-2 5 0,1 2 0,1 3 0,-3-2 0,1 0 0,-2-2 0,0-1 0,-1 1 0,-3-1 0,2 0 0</inkml:trace>
</inkml:ink>
</file>

<file path=ppt/ink/ink2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3:19.7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15 24575,'0'0'0,"0"0"0,0 0 0,0 0 0,0 0 0,0 0 0,0 0 0,0-1 0,0 1 0,0 0 0,0 0 0,0 0 0,0 0 0,0-1 0,0 1 0,0 0 0,0 0 0,0 0 0,0 0 0,0 0 0,0-1 0,0 1 0,0 0 0,0 0 0,0 0 0,0 0 0,0 0 0,0-1 0,-1 1 0,1 0 0,0 0 0,0 0 0,0 0 0,0 0 0,0 0 0,0 0 0,0 0 0,-1-1 0,1 1 0,0 0 0,0 0 0,0 0 0,0 0 0,0 0 0,-1 0 0,1 0 0,0 0 0,0 0 0,0 0 0,0 0 0,0 0 0,-1 0 0,1 0 0,0 0 0,0 0 0,0 0 0,0 0 0,0 0 0,-1 0 0,1 0 0,0 0 0,0 0 0,0 0 0,0 1 0,-7 8 0,6 1 0,0 0 0,1 1 0,0-1 0,0 0 0,1 1 0,1-1 0,3 16 0,0 2 0,2-5 0,-6-18 0,1-1 0,-1 1 0,0-1 0,1 9 0,-2-13 0,0 0 0,0 0 0,0 0 0,0 0 0,0 0 0,0 0 0,0 0 0,0 1 0,0-1 0,0 0 0,0 0 0,0 0 0,0 0 0,0 0 0,0 0 0,0 0 0,0 0 0,0 0 0,0 0 0,0 0 0,0 1 0,0-1 0,0 0 0,0 0 0,0 0 0,0 0 0,0 0 0,0 0 0,0 0 0,-1 0 0,1 0 0,0 0 0,0 0 0,0 0 0,0 0 0,0 1 0,0-1 0,0 0 0,0 0 0,0 0 0,0 0 0,0 0 0,0 0 0,0 0 0,-1 0 0,1 0 0,0 0 0,0 0 0,0 0 0,0 0 0,0 0 0,0 0 0,0 0 0,0 0 0,0 0 0,0 0 0,0 0 0,-1 0 0,1 0 0,-5-6 0,-4-8 0,3 2 0,2 0 0,-1 0 0,-3-17 0,7 24 0,0 0 0,0 0 0,0 0 0,1 1 0,0-1 0,0 0 0,1 0 0,-1 0 0,1 0 0,0 1 0,0-1 0,2-5 0,-1 7 0,0 0 0,0 0 0,0 0 0,1 1 0,-1-1 0,1 0 0,0 1 0,0 0 0,-1 0 0,2 0 0,-1 0 0,0 0 0,0 1 0,0-1 0,1 1 0,-1 0 0,5-1 0,4-1 0,0 0 0,0 1 0,22-1 0,-28 3 7,1 1-1,0-1 0,-1 1 0,1 1 1,-1-1-1,0 1 0,0 0 1,1 0-1,-1 1 0,0 0 1,-1 0-1,1 0 0,-1 1 0,1 0 1,-1 0-1,0 0 0,0 0 1,6 9-1,-3-3-192,1 1 1,-1 1-1,-1 0 0,0 0 1,-1 0-1,0 1 1,7 23-1,-10-24-6640</inkml:trace>
</inkml:ink>
</file>

<file path=ppt/ink/ink2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3:21.2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192 0 24575,'4'4'0,"2"3"0,-7-7 0,1 1 0,-1-1 0,1 0 0,-1 1 0,1-1 0,-1 0 0,1 0 0,-1 1 0,1-1 0,-1 0 0,1 0 0,-1 0 0,0 0 0,1 0 0,-1 0 0,1 0 0,-1 0 0,1 0 0,-2 0 0,-55 1 0,41-1 0,0 0 0,0 0 0,-22 5 0,34-4-195,-1 0 0,1-1 0,0 1 0,0-1 0,0 0 0,-9-1 0,4-1-6631</inkml:trace>
</inkml:ink>
</file>

<file path=ppt/ink/ink2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3:21.6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230 18 24575,'-8'-5'0,"-4"-1"0,0 2 0,-2 2 0,1 2 0,-1 2 0,0 2 0,-1 0 0,1-1 0,-1-1 0,1 0 0,-1-2 0,1 1 0,-1-1 0,1 0 0,-1 0 0,3-1-8191</inkml:trace>
</inkml:ink>
</file>

<file path=ppt/ink/ink2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3:22.6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58 197 24575,'-3'7'0,"1"0"0,0-1 0,0 1 0,0 0 0,1 0 0,0 0 0,0 12 0,1-4 0,0-1 0,5 25 0,0-16 0,1-1 0,1 0 0,1 0 0,1-1 0,18 31 0,-19-42 0,-5-9 0,-2-7 0,-3-4 0,-1 1 0,0-1 0,0 1 0,-1 0 0,0 1 0,-1-1 0,-7-10 0,-11-24 0,-30-107 0,51 143 0,-1 1 0,2-1 0,-1 0 0,1-1 0,0 1 0,0 0 0,1 0 0,0 0 0,2-12 0,-2 19 0,0 0 0,0-1 0,0 1 0,0-1 0,0 1 0,0 0 0,1-1 0,-1 1 0,0-1 0,0 1 0,1 0 0,-1-1 0,0 1 0,0 0 0,1-1 0,-1 1 0,0 0 0,1 0 0,-1-1 0,0 1 0,1 0 0,-1 0 0,1 0 0,-1 0 0,0-1 0,1 1 0,-1 0 0,1 0 0,-1 0 0,0 0 0,1 0 0,-1 0 0,1 0 0,1 0 0,-1 1 0,1-1 0,-1 1 0,1-1 0,-1 1 0,1 0 0,-1-1 0,1 1 0,1 1 0,25 23 0,-28-24 0,28 28 0,87 89 0,-81-86 0,59 42 0,-91-73 0,1 1 0,-1-1 0,0 1 0,1-1 0,-1 0 0,6 2 0,-8-3 0,1 0 0,-1 0 0,1 0 0,-1 0 0,1 0 0,0 0 0,-1 0 0,1-1 0,-1 1 0,1 0 0,-1 0 0,1 0 0,-1-1 0,1 1 0,-1 0 0,1-1 0,-1 1 0,0 0 0,1-1 0,-1 1 0,1 0 0,-1-1 0,0 1 0,1-1 0,-1 1 0,0-1 0,1 1 0,-1-1 0,0 1 0,0-1 0,0 1 0,1-1 0,-1 1 0,0-1 0,0 0 0,0 1 0,0-1 0,0 1 0,0-1 0,0 1 0,0-2 0,0-3 0,0-1 0,0 0 0,0 0 0,-1 0 0,0 0 0,-3-11 0,-14-35 0,8 27 0,-2-9 0,1 0 0,1-1 0,2 0 0,2 0 0,-2-40 0,5 48-1365,0 18-5461</inkml:trace>
</inkml:ink>
</file>

<file path=ppt/ink/ink2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3:23.3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177 81 24575,'-12'-8'0,"-5"-3"0,-27-12 0,40 21 0,-1 0 0,0 0 0,0 0 0,0 1 0,0 0 0,0 0 0,0 0 0,0 1 0,0-1 0,0 1 0,-6 1 0,9 0 0,0-1 0,0 1 0,0 0 0,0 0 0,0 0 0,0 0 0,1 0 0,-1 0 0,0 1 0,1-1 0,-1 1 0,0-1 0,1 1 0,0 0 0,-1-1 0,1 1 0,0 0 0,0 0 0,0 0 0,0 0 0,0 0 0,1 0 0,-1 0 0,0 0 0,1 0 0,0 0 0,-1 4 0,1-1 0,-1 0 0,1 0 0,0 0 0,0 0 0,1 0 0,-1 0 0,1 0 0,0 0 0,0 0 0,1 0 0,2 4 0,-2-5 0,1 0 0,0 0 0,0 0 0,0 0 0,0-1 0,0 0 0,1 1 0,0-1 0,0 0 0,0-1 0,0 1 0,0-1 0,0 0 0,1 0 0,-1 0 0,1 0 0,6 0 0,0 1 0,0-1 0,0-1 0,0 0 0,0 0 0,0-1 0,16-2 0,-25 1 0,0 1 0,1-1 0,-1 1 0,0-1 0,0 1 0,0-1 0,0 0 0,0 0 0,0 0 0,-1 0 0,1-1 0,0 1 0,0 0 0,-1-1 0,1 1 0,-1-1 0,1 1 0,-1-1 0,0 0 0,0 0 0,0 0 0,0 1 0,0-1 0,0 0 0,0 0 0,0 0 0,-1-1 0,1 1 0,-1 0 0,0 0 0,0 0 0,1 0 0,-1 0 0,-1-3 0,1-2 0,0 0 0,-1 0 0,0 0 0,-1 1 0,1-1 0,-1 0 0,0 1 0,-1-1 0,-5-8 0,5 10-97,0 0-1,0 0 1,-1 0-1,0 1 1,0-1-1,0 1 1,0 0-1,-1 1 1,1-1-1,-1 1 1,0 0-1,0 0 0,-9-4 1,2 2-6729</inkml:trace>
</inkml:ink>
</file>

<file path=ppt/ink/ink2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3:23.8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24575,'8'19'0,"0"0"0,0-1 0,2-1 0,0 1 0,1-2 0,1 1 0,1-2 0,17 19 0,-29-33 0,0 0 0,0-1 0,0 1 0,0 0 0,0 0 0,0-1 0,0 1 0,0 0 0,0-1 0,0 1 0,0-1 0,1 1 0,-1-1 0,0 0 0,0 0 0,0 1 0,1-1 0,1 0 0,-2-1 0,0 1 0,0 0 0,0-1 0,0 1 0,-1 0 0,1-1 0,0 0 0,0 1 0,-1-1 0,1 1 0,0-1 0,0 0 0,-1 1 0,1-1 0,-1 0 0,1 0 0,-1 0 0,1 1 0,0-2 0,1-6 0,1 1 0,-1-1 0,0 0 0,2-14 0,-2 8 0,1 0 0,-2 6 0,0 1 0,1 0 0,0-1 0,0 1 0,6-12 0,-7 18 0,0-1 0,0 1 0,0 0 0,0-1 0,0 1 0,0 0 0,0 0 0,1 0 0,-1 0 0,0 0 0,1 0 0,-1 0 0,1 0 0,-1 0 0,1 1 0,-1-1 0,1 0 0,-1 1 0,1 0 0,0-1 0,-1 1 0,1 0 0,0 0 0,-1 0 0,1 0 0,0 0 0,-1 0 0,1 0 0,0 1 0,-1-1 0,3 2 0,1-1 0,0 1 0,0 0 0,0 1 0,0-1 0,-1 1 0,1 0 0,4 4 0,30 28 0,-18-14 0,-17-17-112,1 0-67,0 0 0,-1 0 0,1 1 0,-1 0 0,0 0 0,3 6 0,-3-2-6647</inkml:trace>
</inkml:ink>
</file>

<file path=ppt/ink/ink2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3:24.6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3 216 24575,'1'0'0,"82"-46"0,-75 41 0,0-1 0,0 0 0,-1 0 0,0-1 0,0 0 0,0 0 0,9-14 0,-15 20 0,0-1 0,0 0 0,0 0 0,0 0 0,0 0 0,0 0 0,-1 0 0,1 0 0,-1 0 0,1 0 0,-1 0 0,0 0 0,0 0 0,0 0 0,0 0 0,0-1 0,0 1 0,0 0 0,-1 0 0,1 0 0,-1 0 0,0 0 0,0-2 0,-1 1 0,0 0 0,0 0 0,-1 1 0,1-1 0,0 1 0,-1-1 0,0 1 0,1 0 0,-1 0 0,0 0 0,0 0 0,0 1 0,-4-2 0,-2-1 0,0 0 0,1 1 0,-1 0 0,0 1 0,-18-3 0,25 5 0,0-1 0,1 1 0,-1 0 0,0 0 0,0 1 0,1-1 0,-1 0 0,0 0 0,0 1 0,1-1 0,-1 1 0,0 0 0,1-1 0,-1 1 0,1 0 0,-1 0 0,1 0 0,-1 0 0,1 0 0,0 0 0,-1 1 0,1-1 0,0 0 0,0 1 0,0-1 0,0 1 0,0-1 0,0 1 0,0-1 0,1 1 0,-1 0 0,1-1 0,-1 1 0,1 0 0,-1 0 0,1-1 0,0 1 0,0 2 0,-1 7 0,1 0 0,0 0 0,0 0 0,2 1 0,2 11 0,-3-17 0,0-1 0,1 1 0,-1-1 0,2 0 0,-1 0 0,0 0 0,1 0 0,0 0 0,0 0 0,0-1 0,1 1 0,4 3 0,-1-3 0,0 0 0,0 0 0,0-1 0,0 0 0,15 5 0,41 9 0,-46-15-50,0-1-1,1-1 1,33-1-1,-25-1-1112,-13 1-5663</inkml:trace>
</inkml:ink>
</file>

<file path=ppt/ink/ink2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3:31.2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176 102 24575,'1'-7'0,"1"1"0,-1-1 0,0 0 0,-1-1 0,0-12 0,0 12 0,0 0 0,0 0 0,3-14 0,-5 22 0,-3 5 0,-6 8 0,-1 5 0,0 0 0,1 1 0,1 0 0,1 1 0,-9 27 0,-25 155 0,42-201-19,0 8 54,-1-1 1,0 1-1,-6 14 0,8-22-51,-1 1 0,0-1 0,0 0 0,0 1-1,1-1 1,-1 0 0,0 0 0,-1 1 0,1-1-1,0 0 1,0 0 0,-2 1 0,2-1-35,0-1 0,0 0 0,0 0 0,0 1-1,0-1 1,1 0 0,-1 0 0,0 0 0,0 0 0,0 0 0,0 0 0,0 0 0,0-1 0,1 1 0,-1 0 0,0 0 0,0-1-1,0 1 1,0 0 0,1-1 0,-1 1 0,0-1 0,0 1 0,0-1 0</inkml:trace>
</inkml:ink>
</file>

<file path=ppt/ink/ink2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3:32.0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134 75 24575,'0'-1'0,"1"-1"0,-1 0 0,1 1 0,0-1 0,0 0 0,-1 1 0,1-1 0,0 1 0,1-1 0,-1 1 0,0 0 0,0-1 0,1 1 0,-1 0 0,0 0 0,1 0 0,-1 0 0,1 0 0,1-1 0,-1 2 0,-1 0 0,0-1 0,1 1 0,-1 0 0,1 0 0,-1 0 0,0 1 0,1-1 0,-1 0 0,0 0 0,1 1 0,-1-1 0,0 1 0,0-1 0,1 1 0,-1-1 0,0 1 0,0 0 0,0-1 0,0 1 0,1 0 0,-1 0 0,-1 0 0,1 0 0,1 2 0,11 12 0,-1 2 0,-1-1 0,16 33 0,-27-49 0,0 1 0,1-1 0,-1 0 0,0 1 0,0-1 0,0 0 0,1 1 0,-1-1 0,0 1 0,0-1 0,0 0 0,0 1 0,1-1 0,-1 1 0,0-1 0,0 1 0,0-1 0,0 0 0,0 1 0,0-1 0,0 1 0,-1-1 0,1 1 0,0-1 0,0 0 0,0 1 0,-10-4 0,-13-14 0,11 5 0,1 0 0,0-1 0,1-1 0,-12-19 0,-19-25 0,41 57 0,-1 1 0,1 0 0,-1-1 0,1 1 0,-1-1 0,1 1 0,-1 0 0,1-1 0,-1 1 0,1 0 0,-1-1 0,1 1 0,-1 0 0,1 0 0,-1 0 0,1 0 0,-1-1 0,0 1 0,1 0 0,-1 0 0,1 0 0,-1 0 0,0 0 0,1 0 0,-2 1 0,1-1 0,-1 1 0,1-1 0,-1 1 0,1 0 0,0 0 0,-1 0 0,1 0 0,0 0 0,-2 2 0,-3 3 0,1 0 0,-9 15 0,12-18 0,-8 11 15,-20 21 1,12-15-1412</inkml:trace>
</inkml:ink>
</file>

<file path=ppt/ink/ink2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3:33.1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161 117 24575,'-9'-18'0,"-22"-33"0,28 47 0,0 0 0,0 0 0,0 1 0,0-1 0,0 1 0,-1 0 0,1 0 0,-1 0 0,0 1 0,0-1 0,0 1 0,0 0 0,0 0 0,-8-2 0,10 4 0,1-1 0,-1 1 0,0 0 0,1 0 0,-1 0 0,1 0 0,-1 0 0,0 0 0,1 1 0,-1-1 0,1 0 0,-1 1 0,1-1 0,-1 1 0,1 0 0,-1-1 0,1 1 0,0 0 0,-1 0 0,-1 1 0,1 1 0,0-1 0,1 0 0,-1 1 0,0-1 0,1 1 0,-1 0 0,1-1 0,0 1 0,0 0 0,-1 3 0,-1 6 0,1 0 0,0 0 0,1 0 0,1 15 0,3 27 0,3-1 0,21 91 0,-16-91 0,4 11 0,-7-34 0,-1 0 0,5 58 0,-2-123-1365,-8 22-5461</inkml:trace>
</inkml:ink>
</file>

<file path=ppt/ink/ink2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3:33.3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259 59 24575,'-30'-7'0,"-11"-5"0,-3-1 0,6 2 0,5 4 0,6 1 0,6 4 0,6 3 0,5 2-8191</inkml:trace>
</inkml:ink>
</file>

<file path=ppt/ink/ink2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3:33.6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 1 24575,'-5'2'0,"-1"4"0,-1 3 0,5 0 0,2 1 0,0 1 0,4-1 0</inkml:trace>
</inkml:ink>
</file>

<file path=ppt/ink/ink2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3:33.8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24575,'0'0'-8191</inkml:trace>
</inkml:ink>
</file>

<file path=ppt/ink/ink2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3:34.3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91 389 24575,'3'-32'0,"-1"0"0,-2 0 0,-1 0 0,-2 0 0,-1 0 0,-1 1 0,-1-1 0,-2 1 0,-19-47 0,26 76 0,0-1 0,-1 1 0,1 0 0,0 0 0,-1 0 0,0 0 0,1 0 0,-4-2 0,5 4 0,0-1 0,-1 1 0,1 0 0,-1-1 0,1 1 0,0 0 0,-1 0 0,1 0 0,-1-1 0,1 1 0,-1 0 0,1 0 0,-1 0 0,1 0 0,-1 0 0,1 0 0,-1 0 0,1 0 0,-1 0 0,0 0 0,1 1 0,-1-1 0,0 0 0,1 1 0,-1-1 0,1 1 0,-1-1 0,1 1 0,-1-1 0,1 1 0,-1-1 0,1 1 0,0-1 0,-1 1 0,1 0 0,0-1 0,-1 1 0,1 0 0,0 0 0,-2 6 0,0 0 0,1 0 0,0-1 0,0 1 0,1 0 0,0 0 0,0 0 0,2 10 0,13 55 0,-13-63 0,5 19 0,1 0 0,2 0 0,1-1 0,1 0 0,1-1 0,24 36 0,-25-43 0,-8-12 0,0-1 0,0 0 0,1 0 0,9 9 0,-14-14-25,0-1 0,0 0-1,1 0 1,-1 1 0,0-1 0,0 0-1,1 0 1,-1 0 0,0 1-1,1-1 1,-1 0 0,0 0 0,1 0-1,-1 0 1,0 0 0,1 0-1,-1 1 1,0-1 0,1 0 0,-1 0-1,1 0 1,-1 0 0,0 0-1,1 0 1,-1-1 0,0 1 0,1 0-1,-1 0 1,0 0 0,1 0-1,-1 0 1,0 0 0,1-1 0,-1 1-1,0 0 1,1 0 0,-1-1-1,0 1 1,0 0 0,1 0 0,-1-1-1,0 1 1,0 0 0,1-1-1,-1 1 1,0 0 0,0 0 0,0-1-1,0 1 1,0-1 0,0 1-1,1 0 1,-1-1 0,2-7-6801</inkml:trace>
</inkml:ink>
</file>

<file path=ppt/ink/ink2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3:34.6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 1 24575,'-1'0'0,"1"0"0,-1 0 0,1 0 0,-1 1 0,1-1 0,0 0 0,-1 0 0,1 1 0,-1-1 0,1 0 0,0 0 0,-1 1 0,1-1 0,0 0 0,-1 1 0,1-1 0,0 0 0,-1 1 0,1-1 0,0 1 0,0-1 0,0 1 0,-1-1 0,1 0 0,0 1 0,0-1 0,0 1 0,0 0 0,-2 15 0,2-16 0,0 26 0,2 0 0,1 0 0,7 33 0,-6-39 0,0 2 0,1 0 0,2 0 0,0-1 0,1 0 0,1-1 0,0 0 0,24 35 0,-26-49 0,-7-13 0,-6-14 0,0 8-1365,1 0-5461</inkml:trace>
</inkml:ink>
</file>

<file path=ppt/ink/ink2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3:35.2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0 100 24575,'14'15'0,"1"-2"0,28 21 0,-39-31 0,0 0 0,1-1 0,-1 1 0,0-1 0,1 0 0,0 0 0,-1-1 0,1 1 0,0-1 0,0 0 0,-1 0 0,1-1 0,0 1 0,0-1 0,0 0 0,9-2 0,-10 1 0,0-1 0,-1 0 0,1 1 0,-1-1 0,1-1 0,-1 1 0,0-1 0,0 1 0,0-1 0,0 0 0,-1 0 0,1 0 0,-1 0 0,3-5 0,1-1 0,-1-1 0,1 0 0,5-20 0,-9 26 0,-1 0 0,0 0 0,-1-1 0,1 1 0,-1 0 0,0-6 0,1 9 0,-1 1 0,0-1 0,0 0 0,0 0 0,0 1 0,-1-1 0,1 0 0,0 1 0,0-1 0,0 0 0,0 0 0,-1 1 0,1-1 0,0 0 0,-1 1 0,1-1 0,-1 1 0,1-1 0,-1 0 0,1 1 0,-1-1 0,1 1 0,-1-1 0,1 1 0,-1-1 0,1 1 0,-1 0 0,0-1 0,1 1 0,-1 0 0,0-1 0,1 1 0,-1 0 0,0 0 0,0 0 0,1 0 0,-1 0 0,0 0 0,0 0 0,1 0 0,-1 0 0,0 0 0,0 0 0,0 0 0,-2 1 0,1 0 0,0 0 0,0 1 0,0-1 0,-1 0 0,1 1 0,1-1 0,-1 1 0,0 0 0,0-1 0,0 1 0,1 0 0,-1 0 0,1 0 0,-2 4 0,-17 34 0,19-36 0,-1-1 0,1 1 0,0 0 0,0-1 0,0 1 0,1 0 0,-1 0 0,1 0 0,0-1 0,0 1 0,0 0 0,2 7 0,-1-9 0,0 1 0,0 0 0,0-1 0,0 1 0,1-1 0,-1 0 0,1 1 0,0-1 0,0 0 0,-1 0 0,1 0 0,1 0 0,-1 0 0,0-1 0,0 1 0,1-1 0,-1 1 0,4 0 0,24 11 0,1-1 0,61 14 0,-25-8 0,-61-16 0,0 0 0,0-1 0,1 1 0,-1-1 0,0-1 0,1 1 0,7-2 0,-13 1 0,0 0 0,1 0 0,-1-1 0,1 1 0,-1-1 0,0 1 0,1-1 0,-1 1 0,0-1 0,1 0 0,-1 0 0,0 1 0,0-1 0,0 0 0,0 0 0,0 0 0,0-1 0,0 1 0,0 0 0,0 0 0,0 0 0,-1-1 0,1 1 0,-1 0 0,1-1 0,-1 1 0,1 0 0,-1-1 0,0 1 0,1-1 0,-1 1 0,0-1 0,0 1 0,0-1 0,0 1 0,-1-3 0,0-6 0,-1 0 0,0 1 0,0-1 0,-1 0 0,0 1 0,-6-11 0,5 13 0,1-1 0,0 1 0,0-1 0,1 1 0,0-1 0,0 0 0,1 0 0,0 0 0,1 0 0,0-14 0,0 19 9,1 0 1,0-1-1,0 1 0,0 0 0,0 0 1,1 0-1,-1 0 0,1 0 0,0 0 0,0 0 1,0 0-1,3-3 0,-4 5-60,1 0 0,-1 0-1,0 0 1,0 0 0,1 0 0,-1 0 0,1 0-1,-1 1 1,0-1 0,1 1 0,0-1 0,-1 1-1,1-1 1,-1 1 0,1 0 0,-1 0-1,1 0 1,0 0 0,-1 0 0,1 0 0,-1 0-1,1 0 1,0 1 0,-1-1 0,1 0 0,-1 1-1,1 0 1,1 0 0,6 5-6775</inkml:trace>
</inkml:ink>
</file>

<file path=ppt/ink/ink2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3:36.2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65 1 24575,'9'0'0,"-1"0"0,1 0 0,0 1 0,0 1 0,16 4 0,-21-5 0,0 1 0,-1-1 0,0 1 0,1 0 0,-1 0 0,0 1 0,0-1 0,0 1 0,0-1 0,-1 1 0,1 0 0,-1 0 0,0 0 0,0 0 0,0 1 0,3 4 0,-2-2 0,0 0 0,0 1 0,-1 0 0,0-1 0,0 1 0,1 9 0,-3-15 0,1 0 0,-1 1 0,0-1 0,-1 0 0,1 1 0,0-1 0,0 0 0,-1 0 0,1 1 0,0-1 0,-1 0 0,1 0 0,-1 1 0,0-1 0,1 0 0,-2 2 0,1-2 0,-1 0 0,1 0 0,-1 0 0,1 0 0,0 0 0,-1-1 0,0 1 0,1 0 0,-1-1 0,1 1 0,-1-1 0,0 1 0,1-1 0,-1 0 0,0 0 0,-2 0 0,-3 0 0,-1 0 0,0-1 0,0 0 0,1 0 0,-1-1 0,1 0 0,-8-3 0,0-1 0,1 0 0,-20-12 0,29 15-105,1 0 153,0 1-1,-1-1 1,2 0 0,-6-4-1,9 6-88,-1 1-1,1-1 0,-1 1 1,1-1-1,-1 1 1,1-1-1,-1 1 0,1-1 1,0 0-1,-1 1 0,1-1 1,0 0-1,0 1 1,-1-1-1,1 0 0,0 1 1,0-1-1,0 0 1,0 1-1,0-1 0,0 0 1,0 0-1,0 1 0,0-1 1,0 0-1,0 1 1,1-1-1,-1 0 0,0 1 1,0-1-1,1 0 0,-1 1 1,1-1-1,-1 0 1,1 0-1</inkml:trace>
</inkml:ink>
</file>

<file path=ppt/ink/ink2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3:36.7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17 176 24575,'-4'20'0,"1"-17"0,-1-13 0,1-7 0,1 1 0,1-1 0,2-28 0,0 14 0,-1 28 0,0-1 0,0 1 0,1 0 0,-1-1 0,1 1 0,0 0 0,0 0 0,0 0 0,0-1 0,0 1 0,1 0 0,-1 1 0,1-1 0,2-3 0,-3 5 0,1 0 0,-1 0 0,0-1 0,1 1 0,-1 0 0,1 1 0,0-1 0,-1 0 0,1 0 0,0 1 0,-1-1 0,1 1 0,0-1 0,-1 1 0,1 0 0,0 0 0,0 0 0,0 0 0,-1 0 0,1 0 0,0 0 0,0 0 0,-1 1 0,1-1 0,0 1 0,0-1 0,2 3 0,8 2-1365,-2 2-5461</inkml:trace>
</inkml:ink>
</file>

<file path=ppt/ink/ink2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3:38.0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136 368 24575,'-6'-5'0,"-8"-6"0,-17-12 0,27 21 0,1-1 0,-1 1 0,0 0 0,0 1 0,0-1 0,0 1 0,0 0 0,0 0 0,0 0 0,-7-1 0,10 2 0,-1 0 0,1 1 0,0-1 0,0 0 0,-1 0 0,1 0 0,0 1 0,0-1 0,0 1 0,0-1 0,-1 1 0,1-1 0,0 1 0,0 0 0,0 0 0,0-1 0,0 1 0,0 0 0,0 0 0,1 0 0,-2 2 0,0-1 0,1 1 0,0-1 0,0 1 0,0-1 0,0 1 0,0 0 0,1-1 0,-1 1 0,1 4 0,-1 0 0,1 0 0,1 0 0,-1 0 0,1-1 0,1 1 0,-1 0 0,4 10 0,-4-15 0,1 0 0,-1 1 0,0-1 0,0 0 0,1 0 0,-1-1 0,1 1 0,0 0 0,0 0 0,-1-1 0,1 1 0,0-1 0,0 0 0,0 1 0,1-1 0,-1 0 0,0 0 0,0 0 0,1 0 0,-1-1 0,0 1 0,1-1 0,-1 1 0,1-1 0,-1 0 0,0 0 0,1 0 0,-1 0 0,1-1 0,-1 1 0,0-1 0,1 1 0,-1-1 0,0 0 0,1 0 0,-1 0 0,0 0 0,0 0 0,0 0 0,0-1 0,0 1 0,0-1 0,0 1 0,0-1 0,-1 0 0,1 1 0,-1-1 0,1 0 0,-1 0 0,0-1 0,1 1 0,-1 0 0,0 0 0,-1 0 0,2-4 0,1-9 0,0-1 0,-1 1 0,-1-1 0,0 1 0,-3-31 0,0 8 0,0 5 0,-1 0 0,-2 0 0,-1 1 0,-2 0 0,-15-42 0,16 61 0,7 13 0,0 0 0,-1 0 0,1 0 0,0 0 0,0 0 0,0 0 0,0 1 0,-1-1 0,1 0 0,0 0 0,0 0 0,0 0 0,0 0 0,-1 0 0,1 0 0,0 0 0,0 1 0,0-1 0,0 0 0,0 0 0,0 0 0,0 0 0,-1 0 0,1 1 0,0-1 0,0 0 0,0 0 0,0 0 0,0 0 0,0 1 0,0-1 0,0 0 0,0 0 0,0 0 0,0 0 0,0 1 0,0-1 0,0 0 0,-2 30 0,4 5 0,1 0 0,1 0 0,2 0 0,2-1 0,1 0 0,15 35 0,-18-53 0,1-1 0,0 0 0,18 25 0,-22-35 0,0-1 0,0 1 0,1-1 0,0 0 0,0 0 0,0 0 0,0-1 0,1 1 0,-1-1 0,1 0 0,0-1 0,0 1 0,0-1 0,11 4 0,-12-6 0,0 0 0,0 0 0,0 0 0,0 0 0,0-1 0,0 0 0,0 0 0,0 0 0,0 0 0,0-1 0,0 1 0,-1-1 0,1 0 0,0 0 0,-1 0 0,0-1 0,0 1 0,1-1 0,-1 0 0,4-4 0,-3 2 0,1-1 0,0 1 0,-1-1 0,0 0 0,-1 0 0,1 0 0,-1-1 0,0 1 0,-1-1 0,1 1 0,1-10 0,-4 16 0,0-1 0,0 0 0,0 0 0,0 0 0,0 0 0,0 0 0,0 0 0,0 0 0,0 0 0,0 0 0,-1 0 0,1 0 0,0 0 0,-1 0 0,1 0 0,0 0 0,-1 0 0,1 0 0,-1 0 0,0 1 0,1-1 0,-1 0 0,0 0 0,1 1 0,-2-2 0,0 1 0,0 0 0,1 1 0,-1-1 0,0 0 0,0 1 0,0-1 0,0 1 0,0-1 0,0 1 0,0 0 0,0 0 0,-3 0 0,2 0 0,0 1 0,-1-1 0,1 1 0,0-1 0,-1 1 0,1 0 0,0 0 0,0 1 0,0-1 0,0 1 0,0-1 0,0 1 0,0 0 0,0 0 0,-3 4 0,0 2 0,1 1 0,0 0 0,1 0 0,0 0 0,1 1 0,-5 16 0,7-22 0,1 1 0,-1-1 0,1 0 0,0 1 0,0-1 0,0 1 0,2 7 0,-1-9 0,-1-1 0,1 0 0,0 1 0,0-1 0,0 0 0,1 0 0,-1 1 0,0-1 0,1 0 0,-1 0 0,1 0 0,0-1 0,0 1 0,3 2 0,-2-2 0,1 0 0,0 0 0,0-1 0,0 1 0,0-1 0,0 0 0,0 0 0,0-1 0,0 1 0,0-1 0,4 0 0,47-3 0,-55 3 0,5-1 0,1 0 0,-1 0 0,0-1 0,0 1 0,1-1 0,-1-1 0,0 1 0,0-1 0,-1 1 0,1-2 0,-1 1 0,1 0 0,-1-1 0,0 0 0,0 0 0,3-5 0,-6 9 0,-1-1 0,0 1 0,1 0 0,-1-1 0,1 1 0,-1-1 0,0 1 0,1 0 0,-1-1 0,1 1 0,-1 0 0,1-1 0,-1 1 0,1 0 0,-1 0 0,1-1 0,0 1 0,-1 0 0,1 0 0,-1 0 0,1 0 0,-1 0 0,1 0 0,0 0 0,-1 0 0,1 0 0,-1 0 0,1 0 0,0 0 0,-1 0 0,1 1 0,-1-1 0,1 0 0,-1 0 0,1 1 0,-1-1 0,1 0 0,0 1 0,3 2 0,-3-3 0,-1 0 0,0 0 0,0 0 0,1 0 0,-1 0 0,0 0 0,0 0 0,1 0 0,-1 0 0,0-1 0,0 1 0,1 0 0,-1 0 0,0 0 0,0 0 0,0 0 0,1 0 0,-1 0 0,0-1 0,0 1 0,0 0 0,0 0 0,1 0 0,-1 0 0,0-1 0,0 1 0,0 0 0,0 0 0,0 0 0,1-1 0,-1 1 0,0 0 0,0 0 0,0 0 0,0-1 0,0 1 0,0 0 0,0 0 0,0-1 0,0 1 0,0 0 0,0 0 0,0-1 0,0 1 0,0 0 0,0 0 0,0 0 0,0-1 0,0 1 0,-1 0 0,0-15 0,-4-4 0,1 0 0,2-1 0,0 1 0,1-1 0,1-28 0,1 46-59,-1 1 0,0 0-1,0-1 1,0 1-1,1 0 1,-1 0 0,1-1-1,-1 1 1,1 0 0,-1 0-1,1 0 1,0 0 0,-1-1-1,1 1 1,0 0-1,0 0 1,0 1 0,0-1-1,0 0 1,0 0 0,0 0-1,2-1 1,6-1-6767</inkml:trace>
</inkml:ink>
</file>

<file path=ppt/ink/ink2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3:41.6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4 24575,'0'-2'0,"0"1"0,-3 1 0,0 3 0,-3 3 0,1 4 0,0 2 0,1 1 0,2 2 0,0 0 0,2 0 0,0 0 0,0 0 0,0-1 0,0-1-8191</inkml:trace>
</inkml:ink>
</file>

<file path=ppt/ink/ink2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3:45.7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47 204 24575,'2'-3'0,"-1"1"0,1 0 0,0 0 0,-1 0 0,1 0 0,0 0 0,0 0 0,1 0 0,-1 1 0,0-1 0,1 1 0,3-2 0,37-13 0,-21 9 0,-20 6 0,0 0 0,0 1 0,0-1 0,0 0 0,0-1 0,0 1 0,0 0 0,0 0 0,0-1 0,-1 1 0,1-1 0,-1 0 0,1 1 0,-1-1 0,0 0 0,1 0 0,-1 0 0,0 0 0,0 0 0,0 0 0,-1 0 0,1 0 0,0 0 0,-1 0 0,1-1 0,-1 1 0,0 0 0,0 0 0,0-1 0,0 1 0,0 0 0,0 0 0,-1-1 0,1 1 0,-1 0 0,1 0 0,-1 0 0,0 0 0,-1-3 0,0 0 0,0 0 0,-1 1 0,0-1 0,1 0 0,-1 1 0,-1 0 0,1-1 0,-1 1 0,0 1 0,0-1 0,0 0 0,0 1 0,0 0 0,-1 0 0,0 0 0,1 1 0,-1-1 0,0 1 0,0 0 0,0 1 0,-1-1 0,1 1 0,0 0 0,0 0 0,-1 1 0,1 0 0,-8 0 0,11 0 0,0 0 0,0 1 0,0-1 0,0 1 0,0-1 0,0 1 0,0 0 0,0-1 0,0 1 0,0 0 0,1 0 0,-1 1 0,0-1 0,1 0 0,-1 0 0,1 1 0,0-1 0,-1 1 0,1 0 0,0-1 0,0 1 0,0 0 0,0-1 0,0 1 0,0 0 0,0 0 0,1 0 0,-1 0 0,1 0 0,-1 3 0,-1 6 0,1 1 0,1 0 0,-1-1 0,3 15 0,-1-9 0,0 3 0,1 0 0,1 0 0,9 31 0,24 56 0,-9-32 0,7 25 0,35 127 0,-60-183 0,7 29 0,-13-64-77,-2-11 270,-5-16-1674,2 6-5345</inkml:trace>
</inkml:ink>
</file>

<file path=ppt/ink/ink2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3:45.9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432 60 24575,'-29'-5'0,"-13"-4"0,-3-1 0,0 0 0,3 1 0,7 1 0,4 4 0,5 1 0,4 1 0,4 2 0,2 0 0,1 1 0,1-1 0,1 0 0,0 1 0,-1-1 0,2 0-8191</inkml:trace>
</inkml:ink>
</file>

<file path=ppt/ink/ink2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3:47.1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76 24575,'-24'-75'0,"24"75"0,0 0 0,0 0 0,0 1 0,-1-1 0,1 0 0,0 0 0,0 0 0,0 0 0,0 0 0,0 0 0,0 0 0,0 0 0,0 0 0,0 0 0,0 0 0,0 0 0,0 0 0,0 0 0,-1 0 0,1 0 0,0 0 0,0 0 0,0 0 0,0 0 0,0 0 0,0 0 0,0 0 0,0 0 0,0 0 0,0 0 0,0 0 0,0 0 0,-1 0 0,1 0 0,0 0 0,0 0 0,0 0 0,0-1 0,0 1 0,0 0 0,0 0 0,0 0 0,0 0 0,0 0 0,0 0 0,0 0 0,0 0 0,0 0 0,0 0 0,0 0 0,0 0 0,0 0 0,0-1 0,0 1 0,-2 13 0,1 17 0,1-5 0,2 1 0,0-1 0,10 40 0,14 26 0,20 100 0,-44-179 0,-1-4 0,0 0 0,0-1 0,1 1 0,0-1 0,5 14 0,-6-21 0,0 1 0,-1 0 0,1-1 0,-1 1 0,1 0 0,0-1 0,0 1 0,-1-1 0,1 1 0,0-1 0,0 0 0,-1 1 0,1-1 0,0 0 0,0 1 0,0-1 0,0 0 0,0 0 0,-1 0 0,1 0 0,0 0 0,0 0 0,0 0 0,0 0 0,0 0 0,0 0 0,0-1 0,-1 1 0,1 0 0,0 0 0,0-1 0,0 1 0,-1-1 0,1 1 0,1-1 0,4-3 0,1 0 0,-1-1 0,8-5 0,-6 3 0,2-1-341,0 0 0,-1-1-1,10-12 1,-9 10-6485</inkml:trace>
</inkml:ink>
</file>

<file path=ppt/ink/ink2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3:47.3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233 49 24575,'-27'-7'0,"-12"-3"0,-1-2 0,4 1 0,7 5 0,7 4 0,5 1 0,4 4 0,3 2 0</inkml:trace>
</inkml:ink>
</file>

<file path=ppt/ink/ink2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3:48.2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24575,'15'87'0,"-12"-74"0,1 0 0,0-1 0,1 1 0,10 17 0,-14-28 0,0-1 0,0 1 0,0-1 0,0 1 0,0-1 0,1 1 0,-1-1 0,0 0 0,1 0 0,-1 0 0,1 0 0,-1 0 0,1 0 0,0 0 0,-1 0 0,1 0 0,0-1 0,-1 1 0,1-1 0,0 1 0,0-1 0,0 0 0,0 0 0,-1 0 0,1 0 0,0 0 0,0 0 0,0 0 0,0-1 0,0 1 0,2-2 0,-1 1 0,0 0 0,0 0 0,-1 0 0,1-1 0,-1 1 0,0-1 0,1 0 0,-1 0 0,0 0 0,0 0 0,0 0 0,0 0 0,0-1 0,-1 1 0,1-1 0,-1 1 0,1-1 0,-1 0 0,1-4 0,0-1 0,-1-1 0,0 1 0,0-1 0,-2-15 0,2-13 0,9 56 0,44 166 0,-22-70 0,-27-97 0,0-1 0,-2 1 0,0 0 0,-1 0 0,-1 0 0,-1 26 0,-1-41 0,1-1 0,0 1 0,-1 0 0,1-1 0,-1 1 0,0-1 0,0 1 0,0-1 0,0 1 0,-1-1 0,1 0 0,0 1 0,-1-1 0,0 0 0,1 0 0,-1 0 0,0 0 0,0 0 0,0-1 0,0 1 0,-1-1 0,1 1 0,0-1 0,-1 0 0,1 0 0,-3 1 0,2-1 0,-1 0 0,1-1 0,0 1 0,-1-1 0,1 0 0,0 0 0,0 0 0,-1 0 0,1-1 0,0 1 0,-1-1 0,1 0 0,0 0 0,0 0 0,0 0 0,0-1 0,0 1 0,0-1 0,0 0 0,-4-4 0,-1 0 0,1-1 0,1 0 0,-1-1 0,1 0 0,1 0 0,-1 0 0,2 0 0,-1-1 0,1 0 0,0 0 0,1 0 0,0-1 0,-2-10 0,5 17 4,-1 1 0,1-1 0,0 1 0,0-1 0,1 1 0,-1 0 0,1-1 0,-1 1 0,1-1 0,0 1 0,-1 0 0,1-1 0,0 1 0,1 0 0,-1 0 0,0 0 0,1 0 0,-1 0 0,1 0 0,0 0 0,-1 0 0,1 1 0,0-1 0,0 1 0,0-1 0,0 1 0,0 0 0,1 0 0,2-2 0,2 1-190,1-1 1,0 1-1,0 0 0,-1 1 1,1 0-1,0 0 1,14 1-1,-9 0-6640</inkml:trace>
</inkml:ink>
</file>

<file path=ppt/ink/ink2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3:48.9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99 24575,'15'94'0,"-7"-38"0,2-1 0,24 74 0,-20-101 0,-41-76 0,-27-60 0,48 93 0,0-1 0,1 1 0,1-1 0,1 0 0,-3-27 0,5 27 0,1 1 0,0-1 0,1 0 0,1 0 0,5-21 0,-6 33 0,0-1 0,1 1 0,0-1 0,0 1 0,0 0 0,0 0 0,1 0 0,0 0 0,-1 1 0,5-4 0,-5 5 0,1 0 0,-1 0 0,1 0 0,-1 0 0,1 1 0,0-1 0,0 1 0,0 0 0,0 0 0,0 0 0,0 0 0,0 0 0,0 1 0,0 0 0,0-1 0,5 1 0,-1 1 0,-1 0 0,1 0 0,-1 1 0,1 0 0,-1 0 0,0 0 0,0 1 0,0 0 0,0 0 0,0 0 0,-1 1 0,1 0 0,-1 0 0,0 0 0,7 9 0,-7-9 0,-1 1 0,0-1 0,-1 1 0,1 0 0,-1 0 0,0 1 0,0-1 0,-1 1 0,1-1 0,-1 1 0,0 0 0,-1 0 0,1 0 0,-1 0 0,-1 0 0,1 0 0,-1 7 0,0-10 0,-1-1 0,1 1 0,-1-1 0,0 1 0,1-1 0,-1 0 0,0 1 0,-1-1 0,1 0 0,0 0 0,-1 0 0,1 0 0,-1 0 0,-2 3 0,0-2 0,1 0 0,-1 0 0,0-1 0,0 1 0,0-1 0,0 0 0,-7 2 0,0 0 0,-1-1 0,0-1 0,0 0 0,0 0 0,-14-1 0,-50-1-1365,61-1-5461</inkml:trace>
</inkml:ink>
</file>

<file path=ppt/ink/ink2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3:50.4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1 159 24575,'17'0'0,"4"0"0,33-3 0,-48 2 0,-1 1 0,0-2 0,0 1 0,0 0 0,0-1 0,0 0 0,-1 0 0,1 0 0,0-1 0,-1 0 0,8-5 0,-10 5 0,0 1 0,0-1 0,0 0 0,0 1 0,0-1 0,-1 0 0,1 0 0,-1 0 0,0 0 0,0 0 0,0 0 0,0-1 0,0 1 0,-1 0 0,0 0 0,1-1 0,-1 1 0,0 0 0,-1-1 0,1 1 0,-1 0 0,1 0 0,-1 0 0,0-1 0,0 1 0,0 0 0,-4-6 0,4 7 0,0 0 0,0-1 0,-1 1 0,0 0 0,1 0 0,-1-1 0,0 1 0,0 1 0,0-1 0,0 0 0,0 0 0,-1 1 0,1-1 0,0 1 0,-1 0 0,1 0 0,-1 0 0,1 0 0,-1 0 0,0 0 0,1 1 0,-1-1 0,0 1 0,0 0 0,1 0 0,-1 0 0,0 0 0,1 0 0,-1 0 0,0 1 0,0 0 0,1-1 0,-5 3 0,3-1 0,-1 0 0,1 1 0,-1-1 0,1 1 0,0 0 0,0 1 0,0-1 0,1 1 0,-1-1 0,1 1 0,0 0 0,0 0 0,0 1 0,1-1 0,-5 10 0,3-3 0,0 1 0,0 0 0,2 0 0,-1 0 0,0 19 0,3-28 0,0 1 0,0-1 0,1 1 0,-1-1 0,1 0 0,0 1 0,0-1 0,0 0 0,1 0 0,-1 1 0,1-1 0,-1 0 0,1 0 0,0-1 0,1 1 0,-1 0 0,0-1 0,1 1 0,-1-1 0,1 0 0,0 0 0,5 3 0,6 4 0,1-1 0,0 0 0,20 7 0,-33-15 0,1 1 0,155 55 0,-149-54-455,1 0 0,16 0 0,-13-1-6371</inkml:trace>
</inkml:ink>
</file>

<file path=ppt/ink/ink2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3:51.1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216 0 24575,'-8'3'0,"-4"3"0,-3 0 0,-1 0 0,-1-2 0,0-1 0,1-2 0,1 0 0,0 0 0,0-2 0,1 1 0,-1 0 0,1 0 0,-1-1 0,4 1-8191</inkml:trace>
</inkml:ink>
</file>

<file path=ppt/ink/ink2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3:51.5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216 44 24575,'-10'-9'0,"-6"-5"0,-2 5 0,-1 2 0,1 3 0,0 4 0,2 3 0,0 0 0,1 0 0,0 0 0,1-2 0,0 0 0,-1 0 0,4-1-8191</inkml:trace>
</inkml:ink>
</file>

<file path=ppt/ink/ink2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3:59.8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 0 24575,'-3'0'0,"-2"0"0,-2 3 0,-1 0 0</inkml:trace>
</inkml:ink>
</file>

<file path=ppt/ink/ink2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4:00.6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 0 24575,'0'3'0,"-2"3"0,-1 2 0</inkml:trace>
</inkml:ink>
</file>

<file path=ppt/ink/ink2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3:59.6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58 0 24575,'-2'1'0,"1"-1"0,-1 0 0,1 1 0,-1 0 0,1-1 0,0 1 0,-1 0 0,1-1 0,0 1 0,-1 0 0,1 0 0,0 0 0,0 0 0,-2 2 0,-12 18 0,12-15 0,0 0 0,0 0 0,1 0 0,0 0 0,0 1 0,0-1 0,1 0 0,0 1 0,0-1 0,1 1 0,0-1 0,1 11 0,0-6 0,1 0 0,1-1 0,0 1 0,0-1 0,1 0 0,10 18 0,-12-25 0,-1 0 0,1 0 0,1 0 0,-1-1 0,0 1 0,1-1 0,-1 1 0,1-1 0,0 0 0,-1 0 0,1 0 0,0-1 0,5 3 0,-6-3 0,-1-1 0,0 0 0,0 1 0,1-1 0,-1 0 0,0 0 0,0 1 0,1-1 0,-1 0 0,0 0 0,0-1 0,1 1 0,-1 0 0,0 0 0,0-1 0,1 1 0,-1 0 0,0-1 0,0 1 0,0-1 0,0 0 0,1 1 0,-1-1 0,0 0 0,0 0 0,0 1 0,-1-1 0,1 0 0,0 0 0,0 0 0,0 0 0,-1 0 0,1-1 0,0 1 0,-1 0 0,1 0 0,-1 0 0,1-3 0,1-1-160,-1-1 0,0 1 0,0-1 1,-1 0-1,0-10 0,0 14-246,0-15-6420</inkml:trace>
</inkml:ink>
</file>

<file path=ppt/ink/ink2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4:00.3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 1 24575,'-3'3'0,"-1"1"0,1 1 0,1-1 0,-1 0 0,1 1 0,-1-1 0,1 1 0,0 0 0,1 0 0,-1 0 0,1 0 0,0 0 0,0 0 0,1 0 0,0 0 0,0 0 0,0 0 0,0 0 0,1 0 0,-1 0 0,1 0 0,1 0 0,2 8 0,-2-8 0,-1 0 0,1-1 0,0 1 0,1-1 0,-1 0 0,1 1 0,0-1 0,0 0 0,0-1 0,0 1 0,1-1 0,0 1 0,-1-1 0,1 0 0,0 0 0,1-1 0,-1 1 0,0-1 0,1 0 0,-1 0 0,1 0 0,0-1 0,0 0 0,6 1 0,-7-1-68,1-1 0,0 0-1,0-1 1,-1 1 0,1-1 0,0 0-1,-1 0 1,1-1 0,-1 1 0,1-1-1,-1 0 1,0 0 0,0-1 0,0 1-1,0-1 1,0 0 0,0 0-1,-1 0 1,7-7 0</inkml:trace>
</inkml:ink>
</file>

<file path=ppt/ink/ink2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4:01.3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67 58 24575,'0'24'0,"-1"-10"0,1 0 0,0 1 0,1-1 0,0 0 0,2 0 0,-1 0 0,9 22 0,-7-24 0,-4-12 0,0 0 0,0 0 0,0 0 0,0 0 0,0-1 0,0 1 0,0 0 0,0 0 0,0 0 0,0 0 0,0 0 0,0 0 0,0 0 0,0 0 0,0 0 0,0 0 0,0 0 0,0 0 0,0 0 0,0 0 0,0 0 0,-1 0 0,1 0 0,0 0 0,0 0 0,0 0 0,0 0 0,0 0 0,0 0 0,0 0 0,0 0 0,0 0 0,0 0 0,0 0 0,0 0 0,0 0 0,0 0 0,0 1 0,-11-18 0,7 10 0,-1-1 0,-13-20 0,-26-56 0,43 83 0,1-1 0,-1 0 0,0 0 0,1 0 0,-1 1 0,1-1 0,0 0 0,-1 0 0,1 0 0,0 0 0,0 0 0,0 0 0,1 0 0,-1 0 0,0 0 0,1 0 0,-1 0 0,1 1 0,-1-1 0,1 0 0,0 0 0,0 1 0,2-4 0,0 2 0,-1 1 0,1-1 0,0 1 0,0 0 0,0 0 0,0 0 0,1 0 0,-1 0 0,0 1 0,1-1 0,6-1 0,6 0-124,0-1 0,0 2 0,0 0 0,1 1 0,-1 1 0,1 1-1,-1 0 1,1 1 0,-1 0 0,24 8 0,-27-6-6702</inkml:trace>
</inkml:ink>
</file>

<file path=ppt/ink/ink2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4:02.6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 4 24575,'13'-2'0,"-1"1"0,0 0 0,0 1 0,1 1 0,-1-1 0,0 2 0,0 0 0,0 0 0,18 7 0,-26-8 0,1 1 0,-1-1 0,0 2 0,0-1 0,0 0 0,0 1 0,0-1 0,0 1 0,0 0 0,-1 1 0,1-1 0,-1 0 0,0 1 0,0 0 0,-1 0 0,1 0 0,-1 0 0,0 0 0,0 0 0,0 1 0,0-1 0,-1 1 0,0-1 0,0 1 0,0 0 0,0-1 0,-1 8 0,0-8 0,0 0 0,-1 1 0,0-1 0,0 1 0,0-1 0,0 0 0,-1 1 0,0-1 0,0 0 0,0 0 0,0 0 0,0-1 0,-1 1 0,0 0 0,0-1 0,0 0 0,0 0 0,0 0 0,-1 0 0,1 0 0,-1 0 0,0-1 0,0 0 0,0 0 0,0 0 0,0 0 0,0-1 0,-1 0 0,1 1 0,0-1 0,-1-1 0,1 1 0,-1-1 0,1 0 0,-1 0 0,1 0 0,-1 0 0,1-1 0,-1 0 0,1 0 0,0 0 0,-9-4 0,5 1 0,1 0 0,-1-1 0,1 0 0,0 0 0,0-1 0,0 0 0,1 0 0,-8-10 0,13 15 0,-1-1 0,1 0 0,-1 0 0,1-1 0,0 1 0,0 0 0,0 0 0,0 0 0,0-1 0,1 1 0,-1-1 0,1 1 0,0 0 0,-1-1 0,1 1 0,0-1 0,0 1 0,0-1 0,1 1 0,-1 0 0,1-1 0,-1 1 0,1 0 0,0-1 0,0 1 0,0 0 0,0 0 0,0-1 0,0 1 0,1 0 0,-1 0 0,1 1 0,0-1 0,3-3 0,-2 2-85,1 0 0,0 0-1,1 1 1,-1-1 0,0 1-1,1 0 1,0 0 0,-1 0-1,1 1 1,0 0 0,0 0-1,0 0 1,0 0 0,-1 1-1,7 0 1,2 0-6741</inkml:trace>
</inkml:ink>
</file>

<file path=ppt/ink/ink2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4:03.2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69 133 24575,'-2'16'0,"2"-9"0,-1 0 0,0 0 0,-1 0 0,-3 10 0,-1-43 0,3 14 0,-1 1 0,0 0 0,-1 0 0,-7-13 0,-6-15 0,17 37 0,0 1 0,1-1 0,-1 1 0,0-1 0,1 0 0,0 1 0,-1-1 0,1 0 0,0 1 0,0-1 0,0 0 0,0 0 0,0 1 0,0-1 0,0 0 0,1 1 0,-1-1 0,1 0 0,-1 1 0,1-1 0,0 1 0,0-1 0,-1 1 0,3-3 0,-1 2 0,0 0 0,0 1 0,1-1 0,-1 1 0,0-1 0,1 1 0,-1 0 0,0 0 0,1 0 0,-1 1 0,1-1 0,0 0 0,-1 1 0,1 0 0,4 0 0,-2-1-114,0 1 1,0 0-1,1 0 0,-1 1 0,0 0 1,0 0-1,0 0 0,0 0 0,0 1 1,0 0-1,5 3 0,0 1-6712</inkml:trace>
</inkml:ink>
</file>

<file path=ppt/ink/ink2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4:04.1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245 58 24575,'-12'-8'0,"-4"-2"0,0 0 0,-24-10 0,36 19 0,0-1 0,0 1 0,0-1 0,0 1 0,0 1 0,0-1 0,0 0 0,-1 1 0,1 0 0,0 0 0,0 0 0,0 1 0,-1-1 0,1 1 0,0 0 0,-6 2 0,6-1 0,0 1 0,-1 0 0,1 0 0,0 0 0,1 1 0,-1-1 0,1 1 0,-1 0 0,1 0 0,0 0 0,0 0 0,-3 8 0,-1 2 0,1 0 0,-8 29 0,12-33 0,0 1 0,0-1 0,1 1 0,0-1 0,1 1 0,1 0 0,1 14 0,21 74 0,-10-46 0,10 42 0,25 127 0,-44-193 0,-3-20 0,0 0 0,0 0 0,5 12 0,-7-20 2,1-1 0,0 0-1,0 0 1,0 1 0,0-1-1,0 0 1,1 0 0,-1 0-1,0 1 1,0-1 0,0 0-1,0 0 1,0 0 0,0 1-1,0-1 1,0 0 0,0 0 0,0 0-1,1 1 1,-1-1 0,0 0-1,0 0 1,0 0 0,0 0-1,1 0 1,-1 1 0,0-1-1,0 0 1,0 0 0,1 0-1,-1 0 1,0 0 0,0 0-1,0 0 1,1 0 0,-1 0-1,0 0 1,0 0 0,1 0 0,-1 0-1,0 0 1,0 0 0,0 0-1,1 0 1,-1 0 0,0 0-1,0 0 1,0 0 0,1 0-1,-1 0 1,0 0 0,0 0-1,0-1 1,1 1 0,-1 0-1,0 0 1,0 0 0,0 0-1,0 0 1,1-1 0,-1 1 0,0 0-1,0 0 1,0 0 0,0-1-1,0 1 1,0 0 0,7-15-1482,-4 5-5346</inkml:trace>
</inkml:ink>
</file>

<file path=ppt/ink/ink2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4:04.3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264 89 24575,'-27'-13'0,"-11"-3"0,-4 0 0,2 1 0,6 3 0,6 4 0,6 2 0,3 3 0,6 4 0</inkml:trace>
</inkml:ink>
</file>

<file path=ppt/ink/ink2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4:04.7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 0 24575,'-3'13'0,"0"5"0,0 4 0,3-1 0,1-1 0,4-1 0,3-4 0,0-2 0,1-4 0,1-3 0,0-2-8191</inkml:trace>
</inkml:ink>
</file>

<file path=ppt/ink/ink2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4:04.8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24575,'2'0'0,"2"3"0,-1 3 0</inkml:trace>
</inkml:ink>
</file>

<file path=ppt/ink/ink2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4:05.3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31 234 24575,'-1'8'0,"0"-6"0,-5-13 0,-5-19 0,8 17 0,0-1 0,1 1 0,0 0 0,1-1 0,0 1 0,1-1 0,1 1 0,2-20 0,-2 30-5,0 0 0,0 0 0,0 0 0,1 0 0,-1 0 0,1 0 0,-1 1 0,1-1 0,0 0 0,0 1 0,0-1 0,0 1 0,1 0 0,-1 0 0,5-4 0,-3 4 25,1 0 0,-1-1 0,1 1 0,0 1 0,0-1 0,-1 1 0,1 0 0,0 0 0,7 0 0,-2 0-155,0 1 0,-1 1 0,1 0 0,0 0 0,-1 0 0,1 2 0,-1-1 0,0 1 0,0 0 0,10 6 0,-5-1-6691</inkml:trace>
</inkml:ink>
</file>

<file path=ppt/ink/ink2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4:14.5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 1 24575,'-14'0'0,"11"0"0,9 0 0,-5-1 0,0 1 0,0 0 0,0 0 0,0 0 0,0 0 0,0 0 0,0 0 0,0 0 0,0 1 0,0-1 0,-1 0 0,1 0 0,0 1 0,0-1 0,0 0 0,0 1 0,-1-1 0,1 1 0,0-1 0,0 1 0,-1 0 0,1-1 0,0 1 0,-1 0 0,1-1 0,0 1 0,-1 0 0,1 0 0,-1 0 0,0-1 0,1 3 0,0-1 0,-1 1 0,0 0 0,-1-1 0,1 1 0,0-1 0,-1 1 0,1-1 0,-1 1 0,0-1 0,0 1 0,-1 2 0,-7 18 0,6-13 0,0-1 0,-1 0 0,0-1 0,0 1 0,-1-1 0,-9 12 0,13-18-151,-1-1-1,0 1 0,0-1 0,0 0 1,0 0-1,0 1 0,0-1 1,-3 1-1,-6 1-6674</inkml:trace>
</inkml:ink>
</file>

<file path=ppt/ink/ink2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4:18.4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 24575,'2'-2'0,"0"1"0,0-1 0,1 1 0,-1 0 0,0-1 0,1 1 0,-1 0 0,0 1 0,1-1 0,-1 0 0,1 1 0,3-1 0,35 0 0,-30 1 0,17-1 0,-14 0 0,0 1 0,0 0 0,0 1 0,17 3 0,-30-4 0,1 1 0,0-1 0,-1 1 0,1-1 0,-1 1 0,1 0 0,-1 0 0,1 0 0,-1 0 0,0 0 0,1 0 0,-1 0 0,0 0 0,0 0 0,0 1 0,0-1 0,2 3 0,-2-2 0,0 1 0,0 0 0,0-1 0,0 1 0,-1 0 0,1-1 0,-1 1 0,0 0 0,0 0 0,0 2 0,-1 7 0,-1 0 0,0 0 0,-1-1 0,-4 13 0,5-19 0,-10 43 0,10-34 0,-1-1 0,-1 0 0,-10 24 0,8-26 0,6-11 0,-1 1 0,1-1 0,-1 1 0,1 0 0,0-1 0,-1 1 0,1 0 0,0-1 0,-1 1 0,1 0 0,0 0 0,0-1 0,0 1 0,0 0 0,0 0 0,-1 0 0,2 0 0,0-1 0,0 0 0,0 1 0,0-1 0,0 0 0,0 0 0,0 1 0,0-1 0,0 0 0,-1 0 0,1 0 0,0 0 0,0 0 0,0-1 0,0 1 0,0 0 0,2-1 0,15 0 0,1 1 0,0 0 0,-1 1 0,1 1 0,29 7 0,10 2 0,-54-11-227,0 1-1,0-1 1,0 0-1,0 0 1,5-1-1,1-2-6598</inkml:trace>
</inkml:ink>
</file>

<file path=ppt/ink/ink2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4:18.7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23 24575,'15'-2'0,"7"-1"0,2 0 0,0 0 0,-2 1 0,-2 1 0,-3 1 0,0-1 0,-2 1 0,-1 0 0,-2-2 0,-4-3 0</inkml:trace>
</inkml:ink>
</file>

<file path=ppt/ink/ink2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4:19.4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18 196 24575,'5'-3'0,"63"-42"0,-62 41 0,0-1 0,-1 0 0,1-1 0,-1 1 0,0-1 0,-1 0 0,0 0 0,6-9 0,-10 13 0,1 0 0,0 0 0,0 0 0,-1 0 0,1-1 0,-1 1 0,0 0 0,1 0 0,-1 0 0,0 0 0,0 0 0,-1 0 0,1-1 0,0 1 0,-1 0 0,1 0 0,-1 0 0,0 0 0,1 0 0,-1 0 0,0 0 0,0 0 0,0 1 0,-1-1 0,1 0 0,0 0 0,-1 1 0,1-1 0,-1 1 0,1-1 0,-1 1 0,-3-2 0,0 0 0,0-1 0,-1 2 0,1-1 0,-1 1 0,1 0 0,-1 0 0,1 0 0,-1 1 0,0 0 0,-12-1 0,17 2 0,-1 0 0,0 0 0,1 0 0,-1 0 0,1 1 0,-1-1 0,0 0 0,1 1 0,-1 0 0,1-1 0,-1 1 0,1 0 0,-1 0 0,1 0 0,0 0 0,-1 0 0,-1 2 0,1-1 0,1 0 0,-1 0 0,0 1 0,1-1 0,0 1 0,-1-1 0,1 1 0,0 0 0,-1 4 0,1 1 0,-1 1 0,1 0 0,1 0 0,0 0 0,1 15 0,0-20 0,0 1 0,0 0 0,1 0 0,-1-1 0,1 1 0,0-1 0,0 1 0,1-1 0,-1 0 0,1 0 0,0 0 0,0 0 0,1 0 0,-1-1 0,1 1 0,7 4 0,-4-2 0,1-1 0,1 0 0,-1-1 0,1 0 0,0 0 0,0-1 0,15 5 0,5-3 0,0 0 0,0-2 0,44-1 0,-50-1 0,-16-1 0,-1 1 0,1-1 0,0 0 0,0-1 0,0 0 0,12-2 0,-17 2 0,-1 0 0,0 0 0,0 0 0,1 0 0,-1 0 0,0 0 0,0 0 0,0 0 0,0 0 0,0 0 0,0 0 0,0-1 0,-1 1 0,1 0 0,0-1 0,-1 1 0,1-1 0,-1 1 0,1 0 0,-1-1 0,0 1 0,1-4 0,-1-4 0,1 0 0,-3-17 0,1 3 0,1 22-47,0-1 0,0 0 0,0 0 0,1 0 0,-1 1 0,0-1 0,1 0 0,-1 0 0,1 1-1,-1-1 1,1 0 0,0 1 0,0-1 0,0 0 0,-1 1 0,2-1 0,-1 1 0,0 0 0,0-1 0,0 1 0,1 0 0,-1 0-1,1 0 1,-1 0 0,1 0 0,-1 0 0,1 0 0,3-1 0,5 0-6779</inkml:trace>
</inkml:ink>
</file>

<file path=ppt/ink/ink2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4:19.9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205 71 24575,'-18'-11'0,"-49"-27"0,59 34 0,0 1 0,0 0 0,0 0 0,0 1 0,0 0 0,-15-2 0,21 4 0,0 0 0,0 0 0,0 0 0,0 0 0,1 0 0,-1 0 0,0 0 0,0 1 0,0-1 0,0 1 0,0 0 0,0-1 0,1 1 0,-1 0 0,0 0 0,1 0 0,-1 0 0,0 0 0,-2 3 0,3-2 0,0-1 0,0 1 0,0 0 0,0 0 0,0 0 0,0 0 0,1 0 0,-1 0 0,1 0 0,-1 0 0,1 0 0,0 0 0,0 1 0,0-1 0,0 2 0,1 5 0,1-1 0,-1 0 0,1 0 0,1 0 0,0-1 0,0 1 0,0-1 0,6 8 0,-7-11 0,0-1 0,0 1 0,0-1 0,1 0 0,0 0 0,0 0 0,0 0 0,0-1 0,0 1 0,0-1 0,5 3 0,-3-3 0,0 0 0,0-1 0,0 0 0,0 1 0,-1-2 0,1 1 0,0-1 0,9 0 0,-9 0 0,1 0 0,-1 0 0,0-1 0,0 0 0,1 0 0,-1 0 0,0-1 0,0 1 0,0-1 0,8-5 0,-10 5 0,0 0 0,0-1 0,-1 1 0,1 0 0,-1-1 0,1 0 0,-1 1 0,0-1 0,0 0 0,-1 0 0,1 0 0,-1-1 0,1 1 0,-1 0 0,0 0 0,0-1 0,1-5 0,-2 7 6,1 0 0,-1-1 0,0 1 0,0 0 0,0 0 0,0-1 0,0 1 0,0 0 0,-1 0 0,1-1 0,-1 1 0,0 0 0,1 0 0,-1 0 0,0 0 0,0 0 0,-1 0 0,1 0 0,-3-3 0,2 2-130,-1 1 0,0-1 1,0 1-1,0 0 0,0 0 0,-1 1 1,1-1-1,0 1 0,-1-1 0,1 1 1,-6-1-1,-4-1-6702</inkml:trace>
</inkml:ink>
</file>

<file path=ppt/ink/ink2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4:20.6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85 1 24575,'-22'2'0,"-10"1"0,1 1-8191</inkml:trace>
</inkml:ink>
</file>

<file path=ppt/ink/ink2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4:21.6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27 24575,'2'3'0,"0"1"0,0 0 0,0 0 0,0 0 0,-1 0 0,1 0 0,-1 0 0,0 0 0,0 0 0,0 8 0,2 7 0,27 77 0,0 3 0,-27-85 0,0 1 0,-2-1 0,0 1 0,0 0 0,-3 23 0,2-37 0,0 0 0,0 0 0,0 0 0,0 0 0,-1 0 0,1 0 0,0 0 0,0 0 0,-1-1 0,1 1 0,-1 0 0,1 0 0,0 0 0,-1 0 0,0-1 0,1 1 0,-1 0 0,1 0 0,-2 0 0,2-1 0,-1 0 0,1 0 0,-1 0 0,0 1 0,1-1 0,-1 0 0,1 0 0,-1-1 0,1 1 0,-1 0 0,1 0 0,-1 0 0,1 0 0,-1 0 0,1-1 0,-1 1 0,1 0 0,-1 0 0,1-1 0,-1 1 0,1 0 0,-1-1 0,0 0 0,-2-2 0,-1-1 0,1 0 0,-1 0 0,1 0 0,-3-7 0,-5-7 0,1-1 0,1 0 0,1 0 0,0-1 0,2-1 0,0 1 0,1-1 0,1 0 0,-2-41 0,6 52 0,0 0 0,0 0 0,1 0 0,0 0 0,1 0 0,0 0 0,5-12 0,-6 19 0,1 0 0,-1-1 0,1 1 0,0 0 0,0 0 0,0 0 0,1 0 0,-1 0 0,1 1 0,0-1 0,-1 1 0,1 0 0,0 0 0,0-1 0,0 2 0,1-1 0,-1 0 0,0 1 0,1 0 0,-1-1 0,1 1 0,-1 1 0,6-2 0,-3 2 0,1-1 0,0 2 0,0-1 0,-1 1 0,1 0 0,0 0 0,-1 0 0,1 1 0,-1 0 0,0 1 0,1-1 0,-1 1 0,10 7 0,-3-2 0,-2 1 0,1 0 0,-1 0 0,-1 1 0,14 16 0,-21-23 0,-1 1 0,1-1 0,-1 1 0,0-1 0,0 1 0,0 0 0,2 6 0,-4-8 0,0-1 0,1 0 0,-1 1 0,0-1 0,0 1 0,0-1 0,0 0 0,0 1 0,0-1 0,0 0 0,-1 1 0,1-1 0,0 0 0,-1 1 0,1-1 0,-1 0 0,1 0 0,-1 0 0,0 1 0,0-1 0,1 0 0,-1 0 0,0 0 0,0 0 0,0 0 0,0 0 0,-2 1 0,-4 2 0,0 0 0,0 0 0,-1-1 0,1 0 0,-1 0 0,0 0 0,0-1 0,0-1 0,-12 2 0,-11-1 0,-36-2 0,40 0 0,-23-3-1365,31-1-5461</inkml:trace>
</inkml:ink>
</file>

<file path=ppt/ink/ink2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4:22.2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24575,'0'5'0,"1"0"0,0 0 0,0 0 0,1-1 0,2 9 0,4 9 0,23 170 0,-12-67 0,-17-112 0,-2-10 0,0 0 0,0 0 0,1-1 0,-1 1 0,1 0 0,0 0 0,2 4 0,-3-7 0,0 0 0,0 0 0,0 1 0,0-1 0,0 0 0,0 0 0,1 0 0,-1 0 0,0 0 0,0 0 0,0 0 0,0 0 0,0 1 0,1-1 0,-1 0 0,0 0 0,0 0 0,0 0 0,0 0 0,0 0 0,1 0 0,-1 0 0,0 0 0,0 0 0,0 0 0,0 0 0,1 0 0,-1 0 0,0 0 0,0 0 0,0 0 0,0 0 0,0 0 0,1 0 0,-1 0 0,0-1 0,0 1 0,0 0 0,0 0 0,0 0 0,0 0 0,1 0 0,-1 0 0,0 0 0,0 0 0,0-1 0,0 1 0,0 0 0,0 0 0,0 0 0,0 0 0,0 0 0,1-1 0,-1 1 0,0 0 0,0 0 0,0 0 0,0 0 0,0-1 0,0 1 0,5-13 0,-4 9 0,8-20 0,-6 15 0,0-1 0,1 1 0,0 0 0,0 0 0,1 1 0,11-16 0,-14 22 0,-1 1 0,1 0 0,-1-1 0,1 1 0,0 0 0,0 0 0,-1 0 0,1 0 0,0 1 0,0-1 0,0 0 0,0 1 0,0-1 0,0 1 0,0 0 0,0 0 0,0-1 0,0 1 0,0 1 0,0-1 0,0 0 0,0 0 0,0 1 0,0-1 0,0 1 0,0 0 0,0-1 0,0 1 0,0 0 0,-1 0 0,4 3 0,5 3 0,0 0 0,-1 1 0,0 0 0,9 10 0,-13-13 0,17 19-55,-13-13-272,1-1-1,0 0 0,20 15 1,-21-20-6499</inkml:trace>
</inkml:ink>
</file>

<file path=ppt/ink/ink2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4:22.6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159 1 24575,'-25'4'0,"-27"10"0,45-12 0,0 0 0,0 1 0,0 1 0,0-1 0,1 1 0,-1 0 0,1 0 0,-6 6 0,10-8 0,1-1 0,0 0 0,0 0 0,0 0 0,-1 1 0,1-1 0,1 0 0,-1 1 0,0-1 0,0 1 0,0-1 0,1 1 0,-1 0 0,1-1 0,-1 1 0,1-1 0,0 1 0,0 0 0,0-1 0,0 1 0,0 0 0,0 0 0,0-1 0,0 1 0,0 0 0,1-1 0,-1 1 0,1-1 0,0 1 0,-1-1 0,1 1 0,1 2 0,1-1 0,-1 0 0,0-1 0,0 1 0,1-1 0,0 0 0,-1 0 0,1 0 0,0 0 0,0 0 0,0 0 0,0-1 0,0 1 0,1-1 0,-1 0 0,5 1 0,-6-2 0,0 1 0,0-1 0,0 0 0,0 0 0,0 0 0,0 0 0,0 0 0,0 0 0,0-1 0,-1 1 0,1-1 0,0 1 0,0-1 0,0 0 0,0 0 0,-1 0 0,1 0 0,0 0 0,-1 0 0,1 0 0,-1 0 0,2-2 0,2-2 0,-1-1 0,0 1 0,0-1 0,5-12 0,-3 7 0,-6 10 0,0 1 0,1-1 0,-1 0 0,0 1 0,1-1 0,-1 0 0,1 1 0,-1-1 0,0 0 0,1 1 0,0-1 0,-1 1 0,1-1 0,-1 1 0,1-1 0,-1 1 0,1 0 0,0-1 0,-1 1 0,1 0 0,0-1 0,0 1 0,-1 0 0,1 0 0,0 0 0,-1-1 0,1 1 0,0 0 0,0 0 0,-1 0 0,1 0 0,0 0 0,0 1 0,-1-1 0,1 0 0,0 0 0,0 0 0,-1 1 0,1-1 0,0 0 0,-1 1 0,1-1 0,0 0 0,-1 1 0,1-1 0,-1 1 0,1-1 0,0 2 0,4 3 0,-1 0 0,1 0 0,-1 1 0,4 8 0,-3-7 0,11 20-42,-8-13-399,0-1 0,18 22 0,-17-26-6385</inkml:trace>
</inkml:ink>
</file>

<file path=ppt/ink/ink2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4:23.6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162 23 24575,'-3'-3'0,"-1"0"0,0 1 0,-1-1 0,1 1 0,0 0 0,-1 0 0,1 1 0,-9-3 0,12 4 0,-1 0 0,1 0 0,-1 0 0,1 0 0,-1 0 0,1 0 0,-1 0 0,1 0 0,-1 0 0,1 1 0,0-1 0,-1 1 0,1-1 0,-1 1 0,1-1 0,0 1 0,-1 0 0,1 0 0,0 0 0,0 0 0,0-1 0,0 2 0,0-1 0,0 0 0,0 0 0,0 0 0,0 0 0,0 1 0,0-1 0,0 3 0,-2 1 0,0 1 0,1 0 0,0-1 0,1 1 0,-1 0 0,1 0 0,0 0 0,0 0 0,1 1 0,0-1 0,0 0 0,0 0 0,1 0 0,0 0 0,0 0 0,1 0 0,-1 0 0,1 0 0,1-1 0,-1 1 0,1-1 0,6 10 0,-7-12 0,2 2 0,-1 0 0,0 0 0,0 0 0,0 1 0,3 7 0,-6-13 0,0 1 0,0 0 0,1 0 0,-1 0 0,0 0 0,0 0 0,0 0 0,0 0 0,0 0 0,0 0 0,0 0 0,0 0 0,-1-1 0,1 1 0,0 0 0,0 0 0,-1 0 0,1 0 0,-1 0 0,1 0 0,-1-1 0,1 1 0,-1 0 0,1 0 0,-1-1 0,0 1 0,1 0 0,-1-1 0,0 1 0,0-1 0,1 1 0,-1-1 0,0 1 0,0-1 0,0 0 0,0 1 0,0-1 0,1 0 0,-1 1 0,0-1 0,0 0 0,-1 0 0,-4 1 0,0-1 0,0 1 0,1-1 0,-1 0 0,0-1 0,0 0 0,0 0 0,0 0 0,1 0 0,-1-1 0,1 0 0,-11-5 0,16 7 0,0 0 0,0 0 0,0 0 0,-1 0 0,1 0 0,0 0 0,0 0 0,0 0 0,-1 0 0,1 0 0,0 0 0,0 0 0,0 0 0,-1-1 0,1 1 0,0 0 0,0 0 0,0 0 0,0 0 0,0 0 0,-1-1 0,1 1 0,0 0 0,0 0 0,0 0 0,0 0 0,0-1 0,0 1 0,0 0 0,0 0 0,0 0 0,0-1 0,0 1 0,0 0 0,0 0 0,0 0 0,0-1 0,0 1 0,0 0 0,0 0 0,0 0 0,0-1 0,0 1 0,0 0 0,0 0 0,0 0 0,0-1 0,13-3 0,16 1 0,1 3 0,0-2 0,42-8 0,-62 8 0,-1 0 0,1-1 0,-1 0 0,0-1 0,0 0 0,0 0 0,-1-1 0,1 0 0,-1 0 0,-1-1 0,12-11 0,-18 17 0,9-10 0,0-1 0,8-12 0,-16 20 0,0 0 0,0 1 0,-1-1 0,1 0 0,-1 0 0,0 0 0,0 0 0,0 0 0,0 0 0,0 0 0,0 0 0,-1-1 0,0 1 0,0 0 0,0-6 0,0 8 0,0 1 0,0-1 0,-1 0 0,1 0 0,0 1 0,-1-1 0,1 0 0,0 0 0,-1 1 0,1-1 0,-1 0 0,1 1 0,-1-1 0,1 0 0,-1 1 0,1-1 0,-1 1 0,0-1 0,1 1 0,-1-1 0,0 1 0,0 0 0,1-1 0,-1 1 0,0 0 0,0-1 0,1 1 0,-1 0 0,0 0 0,0 0 0,0 0 0,1 0 0,-1 0 0,0 0 0,0 0 0,0 0 0,0 0 0,1 0 0,-1 1 0,0-1 0,0 0 0,1 0 0,-1 1 0,0-1 0,-1 1 0,-2 1 0,0 0 0,0 0 0,0 1 0,0-1 0,0 1 0,-5 5 0,2-1 0,1 0 0,0 0 0,1 1 0,0 0 0,-8 15 0,11-19 0,1-1 0,-1 1 0,1 0 0,0 0 0,0 0 0,0 0 0,1 0 0,-1 0 0,1 0 0,0 0 0,0 0 0,0 0 0,1 0 0,-1 0 0,1 0 0,2 4 0,-2-5 0,1 1 0,0-1 0,0 0 0,0-1 0,1 1 0,-1 0 0,1-1 0,-1 1 0,1-1 0,0 0 0,0 0 0,0 0 0,0 0 0,0 0 0,1-1 0,-1 1 0,5 0 0,5 2 0,0 0 0,0-1 0,19 1 0,97-2-9,-78-2-1347,-38 0-5470</inkml:trace>
</inkml:ink>
</file>

<file path=ppt/ink/ink2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4:25.2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118 45 24575,'7'-3'0,"5"0"0,-2 0 0,-2-2 0,-6 0 0,-5 1 0,-5 0 0,-3 0 0,-2 0 0,-2 0 0,-1 1 0,1 2 0,0 0 0,-1 0 0,4 4 0,0 0 0,1 1 0,1-2-8191</inkml:trace>
</inkml:ink>
</file>

<file path=ppt/ink/ink2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4:26.3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187 21 24575,'0'-5'0,"-3"-1"0,-2-1 0,-4 5 0,-3 1 0,-1 2 0,-1 1 0,-1-1 0,0 0 0,0 0 0,0-1 0,0 1 0,1-1 0,-1 0 0,1 0 0,2 0-8191</inkml:trace>
</inkml:ink>
</file>

<file path=ppt/ink/ink2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4:26.8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271 45 24575,'-5'-7'0,"-4"-3"0,-3 1 0,-2 1 0,-1 3 0,0 2 0,0 1 0,-1 1 0,-1 1 0,-1 0 0,-3 1 0,1-1 0,1 1 0,-2-1 0,1 0 0,1 0 0,4 0-8191</inkml:trace>
</inkml:ink>
</file>

<file path=ppt/ink/ink2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4:28.2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 24575,'1'-1'0,"-1"1"0,1 0 0,0 0 0,-1-1 0,1 1 0,0 0 0,-1 0 0,1 0 0,-1 0 0,1 0 0,0 0 0,-1 0 0,1 0 0,0 0 0,-1 0 0,1 0 0,0 0 0,-1 0 0,1 0 0,0 1 0,-1-1 0,1 0 0,-1 1 0,2 0 0,-1 0 0,1 0 0,-1 0 0,0 0 0,0 1 0,0-1 0,0 1 0,0-1 0,0 1 0,1 2 0,1 5 0,0 1 0,3 17 0,-5-19 0,2 5 0,4 26 0,2-1 0,22 62 0,-30-100-20,5 12 163,-6-11-191,0-1 0,0 0 0,1 1 0,-1-1 0,0 0 0,0 1 0,1-1 0,-1 0 0,0 0 0,1 1 0,-1-1 0,0 0 0,1 0 0,-1 1 0,0-1 0,1 0 0,-1 0 0,0 0 0,1 0 0,-1 1 0,0-1 0,1 0 0,-1 0 0,1 0 0,-1 0 0,0 0 0,1 0 0,-1 0 0,1 0 0,0 0 0</inkml:trace>
</inkml:ink>
</file>

<file path=ppt/ink/ink2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4:28.6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436 28 24575,'-34'-9'0,"-38"-6"0,56 13 0,1 1 0,0 0 0,0 1 0,-1 1 0,-15 2 0,-1 2 0,-112 24 0,137-27-273,-1 1 0,1 0 0,0 0 0,-9 5 0</inkml:trace>
</inkml:ink>
</file>

<file path=ppt/ink/ink2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4:29.2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44 119 24575,'0'7'0,"0"0"0,0 0 0,1 0 0,1 0 0,-1-1 0,1 1 0,0 0 0,0-1 0,1 1 0,0-1 0,4 7 0,-2-8 0,-8-13 0,-6-14 0,0 6 0,-1-2 0,1-1 0,1 0 0,0 0 0,-6-26 0,14 44 0,-1-1 0,1 1 0,0-1 0,0 1 0,0-1 0,-1 1 0,2-1 0,-1 1 0,0-1 0,0 1 0,0-1 0,1 1 0,-1-1 0,1 1 0,-1-1 0,1 1 0,-1-1 0,1 1 0,0 0 0,1-3 0,0 3 0,0 0 0,-1 0 0,1 0 0,0 0 0,0 0 0,0 0 0,-1 0 0,1 0 0,0 1 0,0-1 0,0 1 0,0 0 0,0-1 0,1 1 0,1 0 0,2 0-114,0 0 1,0 0-1,0 0 0,-1 1 0,1 0 1,0 0-1,0 1 0,-1-1 0,1 1 1,-1 0-1,8 4 0</inkml:trace>
</inkml:ink>
</file>

<file path=ppt/ink/ink2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4:29.7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34 24575,'0'0'0,"0"0"0,0 0 0,-1 0 0,1 0 0,0 0 0,0 0 0,0 0 0,-1 0 0,1 0 0,0 0 0,0 0 0,-1 0 0,1 0 0,0 0 0,0 0 0,0 0 0,-1 0 0,1 1 0,0-1 0,0 0 0,0 0 0,-1 0 0,1 0 0,0 1 0,0-1 0,0 0 0,0 0 0,0 0 0,0 1 0,-1-1 0,1 0 0,0 0 0,0 1 0,2 8 0,8 8 0,-5-11 0,0 0 0,1 0 0,-1 0 0,1-1 0,0 0 0,0 0 0,1-1 0,0 0 0,0 0 0,0 0 0,0-1 0,0 0 0,1-1 0,13 4 0,-19-6 0,1 0 0,-1 0 0,1 0 0,-1 0 0,1 0 0,-1 0 0,0-1 0,1 1 0,-1-1 0,0 0 0,0 0 0,1 0 0,-1 0 0,0 0 0,0 0 0,0-1 0,0 1 0,0-1 0,0 1 0,-1-1 0,1 0 0,0 1 0,-1-1 0,1 0 0,-1 0 0,0 0 0,0-1 0,0 1 0,2-4 0,0-4 0,0 0 0,0 0 0,-1-1 0,0 1 0,0-14 0,-3 23 0,1 0 0,0 0 0,0 0 0,0 1 0,0-1 0,1 0 0,-1 0 0,0 1 0,0-1 0,0 0 0,1 0 0,-1 1 0,0-1 0,1 0 0,-1 0 0,0 1 0,1-1 0,-1 1 0,1-1 0,-1 0 0,1 1 0,-1-1 0,1 1 0,0-1 0,1 0 0,-1 1 0,0 0 0,0 0 0,0 0 0,-1 0 0,1 0 0,0 0 0,0 1 0,0-1 0,0 0 0,0 1 0,0-1 0,0 0 0,0 1 0,0-1 0,0 1 0,-1-1 0,2 2 0,5 4 0,0 0 0,0 1 0,6 8 0,-11-13 0,46 60-1365,-41-54-5461</inkml:trace>
</inkml:ink>
</file>

<file path=ppt/ink/ink2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4:30.2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0 203 24575,'22'-7'0,"6"-2"0,-1 0 0,0-2 0,45-25 0,-70 35 0,0-1 0,0 1 0,0-1 0,0 1 0,0-1 0,0 0 0,-1 0 0,1 0 0,0 0 0,-1 0 0,0 0 0,1 0 0,-1 0 0,0-1 0,0 1 0,0 0 0,0-1 0,-1 1 0,1-1 0,-1 1 0,1-3 0,-1 1 0,0 1 0,-1 0 0,1 0 0,-1 0 0,0 0 0,0-1 0,0 1 0,0 0 0,0 1 0,-1-1 0,1 0 0,-1 0 0,0 0 0,-4-4 0,4 4 0,-1 0 0,-1 0 0,1 0 0,0 1 0,-1-1 0,1 1 0,-1-1 0,0 1 0,0 1 0,0-1 0,-5-2 0,6 4 0,0-1 0,0 0 0,0 1 0,0 0 0,1 0 0,-1 0 0,0 0 0,0 0 0,0 0 0,0 1 0,0-1 0,1 1 0,-1 0 0,0 0 0,0 0 0,1 0 0,-5 3 0,4-2 0,0 0 0,1 0 0,-1 0 0,1 0 0,-1 0 0,1 1 0,0-1 0,0 1 0,0 0 0,0-1 0,1 1 0,-1 0 0,1 0 0,0 0 0,-1 0 0,1 1 0,1-1 0,-1 0 0,0 0 0,1 1 0,-1 3 0,2-2 0,-1 0 0,1-1 0,-1 1 0,1 0 0,1 0 0,-1-1 0,1 1 0,-1 0 0,1-1 0,1 0 0,-1 1 0,1-1 0,4 6 0,1-1 0,0-1 0,1 0 0,0-1 0,0 0 0,0-1 0,1 1 0,0-2 0,0 1 0,1-2 0,-1 1 0,1-1 0,0-1 0,0 0 0,0-1 0,15 2 0,1 1-36,-19-3-185,1-1-1,-1 0 1,1 0-1,-1-1 1,10 0-1,-5-2-6604</inkml:trace>
</inkml:ink>
</file>

<file path=ppt/ink/ink2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4:31.1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 24575,'1'-2'0,"1"1"0,0 0 0,-1 0 0,1 0 0,0 0 0,0 1 0,0-1 0,0 0 0,0 1 0,0-1 0,0 1 0,0 0 0,0 0 0,0 0 0,0 0 0,0 0 0,0 0 0,0 0 0,0 0 0,0 1 0,0-1 0,0 1 0,0 0 0,2 1 0,7 2 0,-1 1 0,19 12 0,-26-15 0,11 8 0,0 0 0,-1 1 0,0 1 0,0 0 0,-2 1 0,16 20 0,-7-5 0,-2 2 0,19 38 0,-22-35 0,-1 0 0,-2 1 0,-1 1 0,-2 0 0,6 42 0,-12-54 0,-1 1 0,-1 0 0,-1 0 0,-1 0 0,-1-1 0,-1 1 0,-1 0 0,-13 42 0,10-48-455,-1 0 0,-15 24 0,12-24-6371</inkml:trace>
</inkml:ink>
</file>

<file path=ppt/ink/ink2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5:31.78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4421 62 24575,'2'-2'0,"0"0"0,1 1 0,-1-1 0,0 1 0,1 0 0,0 0 0,-1 0 0,1 0 0,-1 0 0,1 1 0,4-1 0,-5 0 0,1 1 0,-1 0 0,1-1 0,-1 0 0,0 0 0,1 1 0,-1-1 0,0-1 0,1 1 0,-1 0 0,2-2 0,-5 2 0,0 0 0,-1 1 0,1-1 0,0 1 0,-1 0 0,1-1 0,0 1 0,-1 0 0,1 0 0,-3 0 0,-9 0 0,-138 1 0,103 6 0,30-4 0,-31 2 0,18-5 0,3-1 0,0 2 0,-44 7 0,53-5 0,-1-1 0,1-1 0,-1 0 0,0-2 0,1 0 0,-37-7 0,25 1 0,12 3 0,-1 0 0,1 1 0,-21 0 0,18 3 0,-1-1 0,1 2 0,-1 0 0,-38 8 0,-10 6 0,64-14 0,1 0 0,-1-1 0,0 1 0,0-1 0,1 0 0,-1-1 0,-10-2 0,-48-14 0,46 11 0,-30-6 0,12 8 0,0 2 0,-40 4 0,11-1 0,56-1 0,-20 1 0,1-2 0,-46-7 0,40 3 0,0 2 0,0 2 0,-38 2 0,6 1 0,-193-2 0,246 1 0,-1 0 0,-16 4 0,16-2 0,-26 2 0,-157-5 0,93-1 0,94 1 0,1-1 0,-20-5 0,18 3 0,0 1 0,-13 0 0,-213 1 0,114 2 0,110 0 0,0 0 0,-18 4 0,17-2 0,-25 2 0,-159-5 0,95-1 0,90 2 0,-1 0 0,-16 5 0,16-3 0,-25 1 0,-3-3 0,16-2 0,1 2 0,-37 6 0,30-2 0,0-2 0,-1-2 0,-34-3 0,6 1 0,47 1 0,-1 1 0,0 1 0,1 0 0,-1 1 0,-23 8 0,27-8 0,-1 0 0,0 0 0,0-1 0,-15 0 0,-54-3 0,27-1 0,39 2 0,0 0 0,0-2 0,-28-5 0,34 6 0,1-1 0,-1 1 0,0 1 0,1 0 0,-1 0 0,0 1 0,1 0 0,-15 4 0,12-2 0,-28 0 76,31-3-436,1 0 0,-1 1-1,-17 4 1,17-2-6466</inkml:trace>
</inkml:ink>
</file>

<file path=ppt/ink/ink2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5:38.79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67 88 24575,'-28'-25'0,"-5"-6"0,32 30 0,1 1 0,-1 0 0,1-1 0,0 1 0,-1 0 0,1-1 0,0 1 0,-1-1 0,1 1 0,0 0 0,0-1 0,-1 1 0,1-1 0,0 1 0,0-1 0,0 1 0,0-1 0,0 1 0,0-1 0,-1 1 0,1-1 0,0 1 0,0-1 0,1 1 0,-1-1 0,0 1 0,0-1 0,0 0 0,1 1 0,-1 0 0,1-1 0,-1 1 0,1 0 0,0-1 0,-1 1 0,1 0 0,-1 0 0,1-1 0,0 1 0,-1 0 0,1 0 0,0 0 0,-1 0 0,1 0 0,0 0 0,5 0 0,-1 0 0,0 1 0,0 0 0,5 1 0,5 2 0,1-1 0,0 0 0,26 0 0,50-4 0,-31 0 0,400 1 0,-450 0 0,0 2 0,19 3 0,-18-2 0,-1-1 0,15 1 0,-7-3 0,0-1 0,0-1 0,25-4 0,-10 1 0,-1 2 0,1 2 0,39 2 0,-7 1 0,-40-1 0,29 5 0,-29-2 0,32 0 0,-8-4 0,58-1 0,-76-3 0,31-9 0,-19 4 0,-34 7 0,16-4 0,0 2 0,48-2 0,-43 8 0,35 6 0,-19-2 0,-6 0 0,-21-2 0,34 0 0,321-4 0,-360 1 0,-1 0 0,17 4 0,19 2 0,226-5 0,-142-4 0,400 2 0,-510-1 0,29-5 0,20-1 0,197 6 0,-127 2 0,-124 0 0,30 5 0,-28-2 0,23 0 0,401-3 0,-215-3 0,-160 1 0,77 3 0,-99 5 0,-31-4 0,33 1 0,-29-3 0,0-1 0,0-2 0,37-6 0,-35 4 0,1 1 0,-1 2 0,1 0 0,28 3 0,2-1 0,-17 0 0,-2-1 0,0 0 0,57-9 0,-43 2 0,8-1 0,-49 6-114,0 1 1,0 0-1,0 1 0,0 0 0,0 0 1,0 1-1,-1 0 0,1 0 0,0 1 1,0 0-1,12 5 0,-11-3-6712</inkml:trace>
</inkml:ink>
</file>

<file path=ppt/ink/ink2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6:49.12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3665 28 24575,'89'-13'0,"24"-1"0,-110 14 0,0 0 0,0 0 0,0 0 0,0 1 0,-1-1 0,1 1 0,0 0 0,0 0 0,0 0 0,2 1 0,-4-2 0,-1 0 0,0 1 0,1-1 0,-1 0 0,0 0 0,1 1 0,-1-1 0,0 0 0,0 0 0,1 1 0,-1-1 0,0 0 0,0 1 0,1-1 0,-1 0 0,0 1 0,0-1 0,0 1 0,0-1 0,0 0 0,0 1 0,0-1 0,1 0 0,-1 1 0,0-1 0,0 1 0,0-1 0,-1 1 0,1 0 0,-1 0 0,1 0 0,-1 0 0,1 0 0,-1 0 0,0-1 0,0 1 0,0 0 0,1 0 0,-1-1 0,0 1 0,0 0 0,0-1 0,0 1 0,-1 0 0,-3 1 0,0 0 0,0 0 0,0 0 0,0 0 0,0-1 0,0 0 0,-1 0 0,-6 0 0,-45-2 0,27 0 0,-99-7 0,-17 0 0,75 7 0,-62 3 0,84 5 0,31-4 0,-30 2 0,-1043-5 0,513-1 0,552 0 0,-29-5 0,-26-2 0,-271 9 0,262 6 0,6 0 0,-51 2 0,113-6 0,0-2 0,-1 0 0,0-1 0,1-2 0,-28-4 0,-68-9 0,99 12 0,0 2 0,-26 0 0,27 1 0,0 0 0,1-1 0,-20-4 0,15 1 0,-2 1 0,1 0 0,0 2 0,-43 3 0,59-1-227,1 0-1,0 1 1,0-1-1,0 1 1,-6 3-1,-1 0-6598</inkml:trace>
</inkml:ink>
</file>

<file path=ppt/ink/ink2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6:53.23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3570 31 24575,'10'-2'0,"-2"0"0,1 0 0,-1 0 0,1-1 0,13-7 0,-22 10 0,0 0 0,0 0 0,0 0 0,0 0 0,0 0 0,0 0 0,1 0 0,-1 0 0,0 0 0,0-1 0,0 1 0,0 0 0,0 0 0,0 0 0,0 0 0,0 0 0,0 0 0,0 0 0,0 0 0,1 0 0,-1 0 0,0 0 0,0 0 0,0 0 0,0-1 0,0 1 0,0 0 0,0 0 0,0 0 0,0 0 0,0 0 0,0 0 0,0 0 0,0 0 0,0 0 0,0-1 0,0 1 0,0 0 0,0 0 0,0 0 0,0 0 0,0 0 0,0 0 0,0 0 0,0 0 0,0 0 0,0-1 0,0 1 0,0 0 0,0 0 0,0 0 0,0 0 0,-1 0 0,1 0 0,0 0 0,0 0 0,0 0 0,0 0 0,0 0 0,0 0 0,0-1 0,0 1 0,-11-2 0,-11 0 0,-611 4 0,609-1 0,-29 5 0,-13 1 0,-311-6 0,193-2 0,-174 1 0,344 1 0,0 0 0,-17 4 0,16-2 0,-27 2 0,-282-4 0,156-3 0,143 4 0,-29 4 0,-18 1 0,-209-7 0,253-1 0,-29-6 0,-25 0 0,52 7 0,-60-8 0,64 4 0,-34 1 0,35 2 0,-38-6 0,26 3 0,0 1 0,-68 3 0,36 2 0,39-1-455,-1 1 0,-48 10 0,60-7-6371</inkml:trace>
</inkml:ink>
</file>

<file path=ppt/ink/ink2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7:05.29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2548 59 24575,'41'0'0,"-57"0"0,-43 0 0,-72-8 0,46 1 0,-7-1 0,38 3 0,-106 3 0,79 3 0,-236-1 0,294-1 0,-29-5 0,-19-1 0,-150 6 0,103 2 0,100-2 0,-32-5 0,31 2 0,-29 0 0,30 4 0,-5-1 0,0 1 0,1 2 0,-42 6 0,41-4 0,0-1 0,0-1 0,-1-2 0,-26-2 0,-3 1 0,-30 0 0,-91 2 0,115 6 0,31-3 0,-33 0 0,6-3 0,-63-3 0,78-4-1365,31 7-5461</inkml:trace>
</inkml:ink>
</file>

<file path=ppt/ink/ink2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7:09.01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13 59 24575,'0'21'0,"1"1"0,1 0 0,7 31 0,-8-46 0,1 0 0,0 0 0,1 0 0,-1 0 0,1-1 0,1 1 0,-1-1 0,1 0 0,0 0 0,1 0 0,-1-1 0,1 1 0,0-1 0,7 6 0,-10-10 0,-1 0 0,1 0 0,0 0 0,-1 0 0,1-1 0,0 1 0,-1 0 0,1-1 0,0 1 0,0-1 0,0 0 0,0 1 0,3-1 0,-5 0 0,1 0 0,-1 0 0,0-1 0,1 1 0,-1 0 0,0 0 0,1 0 0,-1 0 0,0 0 0,1-1 0,-1 1 0,0 0 0,1 0 0,-1-1 0,0 1 0,0 0 0,1 0 0,-1-1 0,0 1 0,0 0 0,1-1 0,-1 1 0,0 0 0,0-1 0,0 0 0,1 0 0,-1 0 0,0 0 0,0 0 0,0 0 0,0-1 0,-1 1 0,1 0 0,0 0 0,0 0 0,-1 0 0,1 0 0,-2-2 0,-5-12 0,-1 1 0,-1 0 0,-21-25 0,21 29 0,1 0 0,1 0 0,-1-1 0,2 0 0,-1 0 0,1-1 0,-5-15 0,12 25 0,3 5 0,5 4 0,-7-5 0,2 4 0,1 0 0,0 0 0,1-1 0,-1 0 0,1 0 0,0 0 0,1-1 0,-1 0 0,12 5 0,-8-5 0,0-1 0,0-1 0,0 1 0,1-2 0,-1 1 0,0-2 0,1 1 0,-1-1 0,1-1 0,-1 0 0,0 0 0,17-5 0,-20 3 0,1 1 0,-1-1 0,0 0 0,0 0 0,0-1 0,0 0 0,0-1 0,-1 1 0,0-1 0,0 0 0,0-1 0,-1 1 0,1-1 0,-1 0 0,-1-1 0,1 1 0,4-9 0,-8 12 0,0 0 0,0 1 0,0-1 0,0 0 0,0 0 0,0 0 0,-1 0 0,0 0 0,1 0 0,-1-4 0,0 6 0,-1 0 0,1 0 0,0 0 0,0 0 0,-1 0 0,1 0 0,0 0 0,-1 0 0,1 0 0,-1 0 0,0 1 0,1-1 0,-1 0 0,1 0 0,-1 0 0,0 1 0,0-1 0,1 0 0,-1 1 0,0-1 0,0 1 0,0-1 0,0 1 0,0-1 0,0 1 0,0 0 0,0-1 0,0 1 0,0 0 0,0 0 0,0 0 0,-1 0 0,0-1 0,0 1 0,1 0 0,-1 0 0,0 1 0,1-1 0,-1 0 0,1 1 0,-1-1 0,0 1 0,1-1 0,-1 1 0,1 0 0,-1-1 0,1 1 0,0 0 0,-1 0 0,1 0 0,0 0 0,0 0 0,0 0 0,-1 1 0,1-1 0,0 0 0,1 1 0,-1-1 0,0 1 0,0-1 0,0 0 0,1 1 0,-1 0 0,1-1 0,-1 1 0,1 2 0,-1 1 0,0 1 0,0-1 0,0 1 0,1-1 0,0 1 0,1 0 0,-1-1 0,2 9 0,1-6 0,0-1 0,-1-1 0,2 1 0,-1 0 0,1-1 0,0 0 0,1 1 0,-1-2 0,1 1 0,0 0 0,1-1 0,-1 0 0,1-1 0,0 1 0,13 6 0,7 4 0,0-2 0,47 15 0,-69-26 0,0-1-124,0 1 0,1 0 0,-1-1 0,1 0 0,-1 0 0,1-1-1,-1 1 1,1-1 0,-1 0 0,8-1 0,-3-1-6702</inkml:trace>
</inkml:ink>
</file>

<file path=ppt/ink/ink2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7:09.60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175 585 24575,'-2'-64'0,"-3"0"0,-2 1 0,-4 0 0,-2 0 0,-3 1 0,-42-104 0,58 164 0,-2-3 0,-1 0 0,1 0 0,-6-9 0,7 13 0,1 1 0,0-1 0,0 1 0,-1-1 0,1 1 0,0-1 0,-1 1 0,1 0 0,-1-1 0,1 1 0,0-1 0,-1 1 0,1 0 0,-1-1 0,1 1 0,-1 0 0,1 0 0,-1-1 0,1 1 0,-1 0 0,1 0 0,-1 0 0,1 0 0,-1 0 0,0 0 0,1 0 0,-1 0 0,1 0 0,-1 0 0,1 0 0,-1 0 0,1 0 0,-1 0 0,0 0 0,1 0 0,-1 1 0,1-1 0,-1 0 0,1 0 0,-1 1 0,1-1 0,0 0 0,-1 1 0,1-1 0,-1 0 0,1 1 0,0-1 0,-1 1 0,1-1 0,0 1 0,-1 0 0,-2 4 0,0 0 0,1 0 0,0 0 0,0 0 0,0 1 0,0-1 0,1 1 0,-2 10 0,0 50 0,3-49 0,-1-1 0,1 1 0,1-1 0,1 1 0,0 0 0,1-1 0,0 0 0,1 0 0,1 0 0,1 0 0,14 28 0,-7-23 0,0-1 0,1 0 0,1 0 0,20 19 0,-26-30 0,0-1 0,1 0 0,0-1 0,0 1 0,1-2 0,0 0 0,0 0 0,0-1 0,1 0 0,12 3 0,-19-7-136,-1 1-1,1-2 1,-1 1-1,1 0 1,-1-1-1,1 0 1,0 0-1,-1 0 0,9-2 1,-4-2-6690</inkml:trace>
</inkml:ink>
</file>

<file path=ppt/ink/ink2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7:09.98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79 0 24575,'-6'1'0,"-1"1"0,1-1 0,0 1 0,-1 0 0,1 1 0,0 0 0,-6 3 0,10-5 0,0 0 0,1 0 0,-1 0 0,1 1 0,0-1 0,-1 0 0,1 0 0,0 1 0,0-1 0,0 1 0,0-1 0,0 1 0,0 0 0,0-1 0,0 1 0,1 0 0,-1-1 0,1 1 0,-1 0 0,1 0 0,0 0 0,-1 0 0,1-1 0,0 1 0,0 0 0,0 0 0,1 0 0,-1 0 0,1 3 0,1 0 0,1 1 0,-1-1 0,1 1 0,1-1 0,-1 0 0,0 0 0,1 0 0,0-1 0,0 1 0,1-1 0,-1 0 0,8 5 0,-6-4 0,0-2 0,0 1 0,0-1 0,0 0 0,1 0 0,-1 0 0,1-1 0,0 0 0,0 0 0,11 0 0,-16-2 0,0 0 0,0 0 0,0 0 0,0 0 0,-1-1 0,1 1 0,0 0 0,0-1 0,0 0 0,-1 0 0,1 1 0,0-1 0,-1 0 0,1 0 0,-1 0 0,1-1 0,-1 1 0,1 0 0,-1 0 0,0-1 0,0 1 0,0-1 0,0 1 0,0-1 0,0 0 0,0 1 0,0-1 0,0 0 0,0-3 0,-1 5 0,0 0 0,0 0 0,1 0 0,-1 0 0,0 0 0,0 0 0,0 0 0,1 0 0,-1 0 0,0 0 0,0-1 0,0 1 0,1 0 0,-1 0 0,0 0 0,0 0 0,0 0 0,1 0 0,-1 0 0,0 1 0,0-1 0,0 0 0,0 0 0,1 0 0,-1 0 0,0 0 0,0 0 0,0 0 0,1 0 0,-1 0 0,0 0 0,0 1 0,0-1 0,0 0 0,0 0 0,1 0 0,-1 0 0,0 0 0,0 1 0,0-1 0,0 0 0,0 0 0,11 12 0,-6-6 0,23 14-1365,-20-15-5461</inkml:trace>
</inkml:ink>
</file>

<file path=ppt/ink/ink2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7:10.74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24575,'13'36'0,"33"82"0,30 124 0,-74-234 0,7 38 0,-8-42 0,-1-1 0,1 1 0,-1 0 0,0-1 0,-1 1 0,1 0 0,0 0 0,-1-1 0,-2 7 0,3-10 0,0 1 0,-1 0 0,1 0 0,-1 0 0,1-1 0,-1 1 0,1 0 0,-1 0 0,1-1 0,-1 1 0,1-1 0,-1 1 0,0 0 0,0-1 0,1 1 0,-1-1 0,0 1 0,0-1 0,1 0 0,-1 1 0,0-1 0,0 0 0,0 0 0,0 0 0,-1 1 0,0-1 0,0-1 0,0 1 0,0 0 0,1 0 0,-1-1 0,0 0 0,0 1 0,0-1 0,0 0 0,-3-2 0,-1-1 0,0 0 0,0-1 0,0 0 0,0 0 0,-4-6 0,7 8 0,-6-7 0,-12-20 0,19 28 0,1-1 0,-1 1 0,1 0 0,0-1 0,0 0 0,0 1 0,0-1 0,1 0 0,-1 1 0,1-1 0,-1 0 0,1 0 0,0 0 0,0-4 0,1 5 0,-1 1 0,1 0 0,0 0 0,0-1 0,-1 1 0,1 0 0,0 0 0,0 0 0,0 0 0,0 0 0,0 0 0,0 0 0,0 1 0,1-1 0,-1 0 0,0 1 0,0-1 0,1 0 0,-1 1 0,0-1 0,3 1 0,32-7 0,-29 6 0,16-2 0,37 2 0,-41 2 0,1-2 0,34-4 0,-50 4 0,9-2 0,0 1 0,0 0 0,20 0 0,-29 2 0,-1 1 0,1-1 0,-1 1 0,1-1 0,-1 1 0,0 0 0,1 0 0,-1 0 0,0 1 0,0-1 0,1 1 0,-1 0 0,0 0 0,-1 0 0,1 0 0,0 0 0,-1 1 0,4 2 0,1 6 0,0 0 0,-1 0 0,0 0 0,-1 0 0,5 18 0,3 4 0,-4-20 120,-5-8-321,-2-11-1083</inkml:trace>
</inkml:ink>
</file>

<file path=ppt/ink/ink2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7:10.88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 1 24575,'-2'2'0,"-1"4"0</inkml:trace>
</inkml:ink>
</file>

<file path=ppt/ink/ink2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7:11.22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0 121 24575,'124'126'0,"-119"-121"0,22 19 0,-25-23 0,0 1 0,-1-1 0,1 0 0,0 0 0,0 0 0,0 0 0,0-1 0,1 1 0,-1 0 0,0-1 0,0 0 0,0 1 0,4-1 0,-5 0 0,0-1 0,-1 1 0,1 0 0,0-1 0,0 1 0,0 0 0,0-1 0,0 1 0,0-1 0,0 0 0,-1 1 0,1-1 0,0 0 0,0 1 0,-1-1 0,1 0 0,0 0 0,-1 0 0,1 0 0,-1 1 0,1-1 0,-1 0 0,0 0 0,1 0 0,-1 0 0,0 0 0,0 0 0,0 0 0,1 0 0,-1-2 0,0-5 0,1 1 0,-2-16 0,1 16 0,-10-72 0,6 53 0,-2-41 0,6 61-118,1-21 370,-1 27-290,0-1-1,0 0 1,0 1-1,1-1 1,-1 1-1,0-1 1,0 1-1,0-1 1,1 1 0,-1-1-1,0 1 1,1-1-1,-1 1 1,0-1-1,1 1 1,-1-1 0,0 1-1,1 0 1,-1-1-1,1 1 1,-1 0-1,1-1 1,-1 1-1,1 0 1,-1 0 0,1-1-1,-1 1 1,1 0-1,0 0 1,-1 0-1,1 0 1,-1 0 0,1 0-1,-1 0 1,1 0-1,0 0 1,-1 0-1,2 0 1,7 3-6788</inkml:trace>
</inkml:ink>
</file>

<file path=ppt/ink/ink2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7:11.55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76 74 24575,'-2'-4'0,"-2"-3"0,0-1 0,0 1 0,-1 0 0,1 1 0,-2-1 0,1 1 0,-1 0 0,-7-6 0,12 12 0,1-1 0,0 1 0,-1 0 0,1-1 0,-1 1 0,1 0 0,0 0 0,-1-1 0,1 1 0,-1 0 0,1 0 0,-1 0 0,1 0 0,-1 0 0,1-1 0,-1 1 0,1 0 0,0 0 0,-1 0 0,1 0 0,-1 0 0,1 1 0,-1-1 0,1 0 0,-1 0 0,1 0 0,-1 0 0,1 0 0,-1 1 0,1-1 0,0 0 0,-1 1 0,0 0 0,0 0 0,1 0 0,-1 0 0,0 0 0,1 0 0,-1 0 0,1 1 0,0-1 0,-1 0 0,1 0 0,0 1 0,0 0 0,-1 6 0,1 0 0,1 14 0,0-12 0,0-1 0,1 1 0,1-1 0,0 0 0,0 0 0,0 0 0,1 0 0,1 0 0,-1-1 0,2 0 0,-1 0 0,1 0 0,13 13 0,-13-15 0,0-1 0,0 0 0,1 0 0,-1 0 0,1-1 0,0 0 0,1-1 0,-1 1 0,0-1 0,1-1 0,0 0 0,0 0 0,0 0 0,0-1 0,0 0 0,0 0 0,9-1 0,-10-1 0,-1 0 0,0 0 0,0-1 0,0 1 0,0-1 0,0 0 0,0-1 0,0 0 0,-1 0 0,1 0 0,-1 0 0,0-1 0,8-7 0,-12 10 7,0 0-1,-1 0 0,1 0 0,0 0 1,-1 0-1,1 0 0,-1 0 0,1 0 1,-1 0-1,1-1 0,-1 1 0,0 0 1,0 0-1,0 0 0,1-1 0,-1 1 1,0 0-1,-1-2 0,-7-21-1490,3 12-5342</inkml:trace>
</inkml:ink>
</file>

<file path=ppt/ink/ink2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7:11.97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60 611 24575,'18'-37'0,"-3"-2"0,15-53 0,-25 73 0,-2 0 0,0 0 0,-1-1 0,-1 1 0,0 0 0,-2-1 0,-3-24 0,0 21 0,0 0 0,-1 0 0,-2 0 0,0 1 0,-2 0 0,0 0 0,-1 1 0,-1 0 0,-19-25 0,29 44 0,0 0 0,0 1 0,0 0 0,-1-1 0,1 1 0,-1 0 0,1-1 0,-1 1 0,1 0 0,-1 0 0,0 0 0,-2 0 0,4 0 0,-1 1 0,1 0 0,-1 0 0,1 0 0,0 0 0,-1 0 0,1 0 0,-1 0 0,1 0 0,0 1 0,-1-1 0,1 0 0,0 0 0,-1 0 0,1 0 0,0 0 0,-1 1 0,1-1 0,0 0 0,-1 0 0,1 0 0,0 1 0,-1-1 0,0 2 0,1-1 0,-1 0 0,0 0 0,1 0 0,-1 0 0,1 0 0,0 0 0,-1 1 0,1-1 0,0 0 0,0 2 0,-2 15 0,2 0 0,0-1 0,2 1 0,-1 0 0,7 25 0,3-2 0,17 46 0,-18-60 0,1-1 0,1 0 0,2-1 0,0-1 0,1 0 0,2-1 0,31 35 0,-41-52-151,-1 0-1,2 0 0,-1 0 0,1-1 1,0 0-1,0-1 0,0 0 1,18 6-1,-14-6-6674</inkml:trace>
</inkml:ink>
</file>

<file path=ppt/ink/ink2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7:12.48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47 24575,'38'52'0,"-34"-47"0,1 0 0,0-1 0,-1 1 0,2-1 0,-1 0 0,0 0 0,9 4 0,-13-7 0,0-1 0,0 1 0,0 0 0,1-1 0,-1 0 0,0 1 0,0-1 0,1 0 0,-1 0 0,0 0 0,0 0 0,1 0 0,-1 0 0,0 0 0,1 0 0,-1 0 0,0 0 0,0-1 0,1 1 0,-1-1 0,0 1 0,2-2 0,-2 1 0,1 0 0,0-1 0,-1 1 0,1-1 0,-1 0 0,0 1 0,1-1 0,-1 0 0,0 0 0,0 0 0,0 0 0,0-2 0,2-6 0,0 1 0,-1-1 0,0 0 0,0-17 0,-2-20 0,14 136 0,37 131 0,-10-50 0,-40-165 0,1 3 0,0 1 0,0 0 0,-2-1 0,1 1 0,-1 11 0,0-19 0,0 1 0,0-1 0,-1 1 0,1-1 0,-1 1 0,1 0 0,-1-1 0,1 1 0,-1-1 0,0 0 0,1 1 0,-1-1 0,0 0 0,0 1 0,0-1 0,0 0 0,-1 0 0,1 0 0,0 0 0,0 0 0,-1 0 0,1 0 0,0 0 0,-1 0 0,1-1 0,-1 1 0,1-1 0,-1 1 0,1-1 0,-1 1 0,0-1 0,1 0 0,-1 0 0,1 0 0,-3 0 0,-1 0 0,0 0 0,0-1 0,0 0 0,0 0 0,0 0 0,0-1 0,0 0 0,0 0 0,-4-2 0,-42-27 0,23 13 0,22 14-341,-1 0 0,1 0-1,-7-7 1</inkml:trace>
</inkml:ink>
</file>

<file path=ppt/ink/ink2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7:13.33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103 662 24575,'18'-35'0,"-2"-1"0,18-59 0,-30 81 0,-1 0 0,0 0 0,-1 0 0,-1 0 0,0 0 0,-1 0 0,-1 0 0,0 0 0,-1-1 0,-5-21 0,-9-13 0,-3 2 0,-46-88 0,62 129 0,-3-6 0,-1 0 0,0 0 0,-1 1 0,-16-19 0,24 30 0,-1 0 0,1-1 0,0 1 0,0 0 0,-1-1 0,1 1 0,0 0 0,0 0 0,-1-1 0,1 1 0,0 0 0,-1 0 0,1 0 0,0-1 0,-1 1 0,1 0 0,0 0 0,-1 0 0,1 0 0,-1 0 0,1 0 0,0 0 0,-1 0 0,1 0 0,0 0 0,-1 0 0,1 0 0,-1 0 0,1 0 0,0 0 0,-1 0 0,1 0 0,0 0 0,-1 0 0,1 1 0,-1-1 0,1 0 0,0 0 0,0 0 0,-1 1 0,1-1 0,0 0 0,-1 0 0,1 1 0,0-1 0,0 0 0,-1 1 0,1-1 0,0 0 0,0 1 0,0-1 0,0 0 0,-1 1 0,1-1 0,0 0 0,0 1 0,0-1 0,0 1 0,0-1 0,0 0 0,0 2 0,-2 25 0,6 16 0,2-1 0,1-1 0,16 49 0,-21-81 0,9 36 0,3-1 0,1 0 0,31 60 0,-42-96 14,1-1-1,0 0 0,0 0 0,1 0 1,0 0-1,0-1 0,1 0 1,11 8-1,-15-12-81,0 1 1,0-1-1,1 0 1,-1-1-1,1 1 1,-1-1-1,1 1 1,0-1-1,0 0 1,-1 0-1,1-1 1,0 1-1,0-1 1,0 0-1,0 0 1,0 0-1,0-1 1,0 1-1,-1-1 1,1 0-1,5-2 1,4-3-6759</inkml:trace>
</inkml:ink>
</file>

<file path=ppt/ink/ink2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7:13.97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145 104 24575,'-9'-1'0,"-4"-1"0,-1 0 0,0 1 0,-22 1 0,33 0 0,0 0 0,1 1 0,-1-1 0,1 0 0,-1 1 0,1 0 0,-1-1 0,1 1 0,0 0 0,-1 0 0,1 1 0,0-1 0,0 0 0,-1 1 0,1-1 0,0 1 0,0 0 0,1 0 0,-1 0 0,0-1 0,1 2 0,-1-1 0,1 0 0,0 0 0,-1 0 0,0 4 0,1-2 0,1 0 0,-1 0 0,1 0 0,0 0 0,0 0 0,1 0 0,-1 0 0,1 0 0,0-1 0,0 1 0,0 0 0,0 0 0,1 0 0,0-1 0,2 5 0,-1-3 0,0 0 0,-1-1 0,2 1 0,-1-1 0,1 0 0,-1 0 0,1 0 0,0 0 0,1-1 0,7 6 0,-9-8 0,1 1 0,-1-1 0,0 0 0,0 0 0,1 0 0,-1 0 0,1 0 0,-1-1 0,1 0 0,-1 0 0,1 0 0,3 0 0,-5 0 0,0-1 0,0 1 0,-1-1 0,1 1 0,0-1 0,0 0 0,-1 0 0,1 0 0,0 0 0,-1 0 0,1 0 0,-1 0 0,1 0 0,-1 0 0,0-1 0,1 1 0,-1-1 0,0 1 0,0-1 0,0 1 0,0-1 0,0 0 0,1-3 0,2-8 0,-1 0 0,0-1 0,1-16 0,-2 15 0,-2 15 0,0-1 0,0 1 0,0-1 0,0 1 0,0-1 0,0 1 0,0-1 0,0 1 0,0-1 0,1 1 0,-1-1 0,0 1 0,0-1 0,1 1 0,-1-1 0,0 1 0,1 0 0,-1-1 0,0 1 0,1-1 0,-1 1 0,0 0 0,1-1 0,0 1 0,-1 0 0,1 0 0,0 0 0,-1 0 0,1 0 0,-1 0 0,1 0 0,-1 0 0,1 0 0,-1 0 0,1 1 0,0-1 0,-1 0 0,1 0 0,-1 1 0,1-1 0,-1 0 0,0 1 0,2 0 0,2 3 0,1 1 0,-1 0 0,5 6 0,-5-5 0,9 9 0,0 0 0,30 25 0,-37-36 0,0 0 0,0 0 0,0 0 0,1 0 0,-1-1 0,1 0 0,0-1 0,0 0 0,0 0 0,0 0 0,10 1 0,4-2 0,0 0 0,0-1 0,0-1 0,25-4 0,-44 5 0,0 0 0,0-1 0,0 1 0,0 0 0,0-1 0,0 0 0,0 0 0,0 1 0,0-1 0,0 0 0,-1-1 0,1 1 0,0 0 0,-1 0 0,1-1 0,-1 1 0,1-1 0,-1 1 0,0-1 0,1 0 0,-1 0 0,0 1 0,0-1 0,0 0 0,-1 0 0,1 0 0,0 0 0,-1 0 0,1 0 0,-1 0 0,0 0 0,0 0 0,1 0 0,-1 0 0,-1 0 0,1 0 0,0-1 0,0 1 0,-1 0 0,1 0 0,-1 0 0,-1-3 0,-3-6 0,0 0 0,-1 1 0,0 0 0,-1 0 0,0 1 0,-1 0 0,-9-10 0,-8-10 0,21 24 0,-19-26 0,22 29 0,0 0 0,-1 0 0,1 0 0,0-1 0,1 1 0,-1 0 0,0-1 0,0 1 0,1 0 0,0-1 0,-1 1 0,1-4 0,0 5 0,1 0 0,-1 0 0,1 0 0,-1 0 0,1 0 0,-1 0 0,1 0 0,-1 0 0,1 0 0,0 0 0,0 0 0,-1 1 0,1-1 0,0 0 0,0 0 0,0 1 0,0-1 0,0 1 0,0-1 0,0 1 0,0-1 0,0 1 0,0 0 0,0-1 0,0 1 0,0 0 0,0 0 0,1 0 0,-1 0 0,2 0 0,3 0 0,-1-1 0,1 2 0,0-1 0,9 3 0,-9-2-273,0 1 0,1 1 0,-1-1 0,8 6 0,-4-3-6553</inkml:trace>
</inkml:ink>
</file>

<file path=ppt/ink/ink2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7:14.94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136 5 24575,'-58'-4'0,"53"4"0,0 0 0,0 0 0,0 1 0,0 0 0,0 0 0,0 0 0,0 0 0,0 1 0,-5 2 0,8-3 0,1 1 0,-1-1 0,0 0 0,1 1 0,-1-1 0,1 1 0,0-1 0,-1 1 0,1 0 0,0 0 0,0-1 0,0 1 0,0 0 0,0 0 0,1 0 0,-1 0 0,0 0 0,1 0 0,0 1 0,-1-1 0,1 0 0,0 0 0,0 0 0,0 0 0,0 0 0,1 0 0,-1 0 0,1 1 0,-1-1 0,1 0 0,0 0 0,-1 0 0,1-1 0,0 1 0,0 0 0,2 2 0,-2-3 0,-1 1 0,1-1 0,0 1 0,0-1 0,0 0 0,0 0 0,0 1 0,0-1 0,1 0 0,-1 0 0,0 0 0,0 0 0,1 0 0,-1 0 0,1-1 0,-1 1 0,1 0 0,-1-1 0,1 1 0,-1-1 0,1 0 0,-1 1 0,1-1 0,0 0 0,-1 0 0,1 0 0,0 0 0,-1 0 0,1 0 0,-1-1 0,1 1 0,0-1 0,-1 1 0,1-1 0,-1 1 0,1-1 0,-1 0 0,0 1 0,1-1 0,-1 0 0,0 0 0,1 0 0,-1 0 0,0-1 0,0 1 0,2-2 0,-1-1 0,1 1 0,-1-1 0,0 0 0,0 0 0,2-5 0,9-16 0,-13 24 0,0 1 0,0 0 0,0 0 0,1 0 0,-1 0 0,0 0 0,0 0 0,0 0 0,0 0 0,0 0 0,0 0 0,0 0 0,1 0 0,-1 0 0,0 0 0,0 0 0,0 0 0,0 0 0,0 0 0,0 0 0,0 0 0,1 0 0,-1 0 0,0 0 0,0 0 0,0 0 0,0 0 0,0 0 0,0 0 0,0 0 0,1 0 0,-1 0 0,0 0 0,0 0 0,0 0 0,0 1 0,0-1 0,0 0 0,0 0 0,0 0 0,0 0 0,0 0 0,5 8 0,3 8 0,4 19 0,12 61 0,5 16 0,18 49 0,-46-155 0,0 0 0,0 0 0,0 0 0,0 0 0,-1 0 0,0 0 0,-2 9 0,2-13 0,0 0 0,-1 0 0,0-1 0,1 1 0,-1 0 0,0-1 0,0 1 0,0 0 0,0-1 0,0 1 0,0-1 0,-1 0 0,1 1 0,0-1 0,-1 0 0,1 0 0,-1 0 0,1 0 0,-1 0 0,1 0 0,-1 0 0,0-1 0,1 1 0,-1 0 0,0-1 0,0 0 0,0 1 0,-2-1 0,-3 1 0,-1-1 0,1 0 0,0-1 0,-1 1 0,1-2 0,0 1 0,-10-4 0,1 0 0,0-1 0,-16-8 0,28 12 0,1 0 0,-1 0 0,1 0 0,0 0 0,0-1 0,-1 0 0,2 1 0,-1-1 0,0 0 0,-3-5 0,5 7 0,1-1 0,-1 1 0,1 0 0,-1 0 0,1-1 0,-1 1 0,1-1 0,0 1 0,0 0 0,0-1 0,-1 1 0,1 0 0,1-1 0,-1 1 0,0-1 0,0 1 0,0 0 0,1-1 0,-1 1 0,1 0 0,-1-1 0,1 1 0,-1 0 0,1 0 0,0-1 0,0 1 0,0 0 0,0 0 0,-1 0 0,1 0 0,0 0 0,2-1 0,31-25 0,9-9 0,-12 4 0,9-7 0,-1-2 0,34-48 0,-66 79 0,-1-1 0,0 1 0,0-1 0,3-12 0,-7 19 0,-1 0 0,0 1 0,0-1 0,0 0 0,0 0 0,0 0 0,-1 0 0,0 0 0,0 0 0,0 0 0,0 1 0,-1-1 0,1 0 0,-1 0 0,0 0 0,-2-5 0,2 7 0,0 1 0,0-1 0,0 0 0,0 1 0,0-1 0,0 1 0,-1 0 0,1-1 0,0 1 0,-1 0 0,1 0 0,-1 0 0,0 0 0,1 0 0,-1 0 0,0 0 0,1 0 0,-1 1 0,0-1 0,0 1 0,0-1 0,0 1 0,0 0 0,1 0 0,-1 0 0,0 0 0,0 0 0,-4 0 0,4 1 0,-1 0 0,1 0 0,-1 0 0,1 0 0,0 0 0,-1 0 0,1 1 0,0-1 0,0 1 0,0-1 0,0 1 0,0 0 0,0 0 0,0 0 0,1 0 0,-1 0 0,1 0 0,-1 0 0,1 1 0,-2 3 0,0 3 0,0 0 0,1 0 0,0 1 0,1-1 0,-1 0 0,2 1 0,-1 0 0,1-1 0,2 10 0,-2-13 0,1 0 0,0-1 0,1 1 0,-1-1 0,1 1 0,0-1 0,0 0 0,1 0 0,-1 0 0,1 0 0,0 0 0,1 0 0,-1-1 0,1 0 0,0 1 0,7 4 0,-6-5 0,1-1 0,0 1 0,0-2 0,0 1 0,1-1 0,-1 0 0,0 0 0,1 0 0,0-1 0,8 0 0,11 1 0,34-3 0,-30 0 0,-24 1-227,-1 0-1,1-1 1,0 0-1,-1 0 1,6-2-1,-2 0-6598</inkml:trace>
</inkml:ink>
</file>

<file path=ppt/ink/ink2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7:15.64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153 0 24575,'-5'2'0,"-69"23"0,67-22 0,0 0 0,0 1 0,0 0 0,0 1 0,1-1 0,-1 1 0,-7 8 0,13-12 0,0 1 0,-1-1 0,1 1 0,0-1 0,0 1 0,1-1 0,-1 1 0,0-1 0,0 1 0,1 0 0,-1 0 0,1-1 0,0 1 0,-1 0 0,1 0 0,0 0 0,0-1 0,0 3 0,1 0 0,0-1 0,-1 1 0,1-1 0,1 0 0,-1 1 0,0-1 0,1 0 0,3 6 0,3 1 0,1 0 0,-1-1 0,1 1 0,11 7 0,-7-6 0,1-1 0,1 0 0,-1-1 0,18 8 0,-22-12 0,0-1 0,0 0 0,1-1 0,0 0 0,0 0 0,0-1 0,15 0 0,-23-1-54,0-1-1,-1 0 0,1-1 1,0 1-1,0 0 1,-1-1-1,1 1 0,0-1 1,-1 0-1,1 0 1,-1 0-1,1 0 0,-1-1 1,1 1-1,-1-1 0,0 1 1,0-1-1,0 0 1,0 0-1,0 0 0,0 0 1,0 0-1,-1 0 1,3-3-1,1-6-6771</inkml:trace>
</inkml:ink>
</file>

<file path=ppt/ink/ink2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7:15.95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64 30 24575,'-6'3'0,"0"1"0,1 0 0,-1 1 0,1-1 0,0 1 0,0 0 0,0 0 0,1 1 0,-5 7 0,8-11 0,0-1 0,0 1 0,0 0 0,0 0 0,1 0 0,-1 0 0,1 0 0,-1-1 0,1 1 0,0 0 0,0 0 0,0 0 0,0 0 0,0 0 0,0 0 0,0 0 0,1 0 0,-1 0 0,1 0 0,-1 0 0,1 0 0,0-1 0,0 1 0,-1 0 0,1 0 0,1-1 0,-1 1 0,0-1 0,0 1 0,1-1 0,-1 1 0,1-1 0,-1 0 0,1 0 0,-1 1 0,4 0 0,1 2 0,-1-1 0,0 0 0,1-1 0,-1 0 0,1 1 0,0-2 0,0 1 0,0-1 0,0 0 0,0 0 0,0 0 0,9-1 0,-13 0 0,1-1 0,-1 1 0,1 0 0,-1-1 0,1 0 0,-1 0 0,1 1 0,-1-1 0,0-1 0,1 1 0,-1 0 0,0 0 0,0-1 0,0 1 0,0-1 0,0 0 0,0 0 0,-1 0 0,1 0 0,-1 0 0,1 0 0,-1 0 0,0 0 0,1 0 0,-1-1 0,0 1 0,-1-1 0,1 1 0,0 0 0,-1-1 0,1-3 0,0 1 0,-1 1 0,0-1 0,0 1 0,0-1 0,-1 0 0,0 1 0,1-1 0,-2 1 0,1 0 0,0-1 0,-1 1 0,0 0 0,0 0 0,0 0 0,0 0 0,-1 0 0,0 0 0,0 1 0,0-1 0,0 1 0,0 0 0,0 0 0,-1 0 0,0 0 0,0 1 0,1-1 0,-1 1 0,-1 0 0,1 0 0,0 1 0,0-1 0,-1 1 0,1 0 0,-1 0 0,1 0 0,-7 1 0,-13 4-1365,15-1-5461</inkml:trace>
</inkml:ink>
</file>

<file path=ppt/ink/ink2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7:16.63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24575,'1'2'0,"50"76"0,-44-68 0,0-1 0,1 0 0,0-1 0,0 0 0,18 13 0,-23-19 0,-1-1 0,1 1 0,-1-1 0,1 1 0,0-1 0,0 0 0,-1 0 0,1-1 0,0 1 0,0 0 0,0-1 0,0 0 0,0 0 0,0 0 0,0 0 0,4-1 0,-5 1 0,0-1 0,0 0 0,0 1 0,0-1 0,-1 0 0,1 0 0,0-1 0,-1 1 0,1 0 0,-1 0 0,1-1 0,-1 1 0,0-1 0,0 1 0,1-1 0,-1 0 0,0 1 0,0-1 0,-1 0 0,1 0 0,0 0 0,0 1 0,-1-1 0,0 0 0,1-3 0,1-10 0,-2 13 0,0-1 0,0 1 0,1 0 0,-1-1 0,1 1 0,-1 0 0,1-1 0,1-2 0,-1 5 0,-1-1 0,1 1 0,0-1 0,-1 0 0,1 1 0,0-1 0,-1 1 0,1 0 0,0-1 0,0 1 0,-1 0 0,1-1 0,0 1 0,0 0 0,-1 0 0,1-1 0,0 1 0,0 0 0,0 0 0,0 0 0,-1 0 0,1 0 0,0 0 0,0 1 0,0-1 0,0 0 0,-1 0 0,2 1 0,29 10 0,-26-9 0,-1 0 0,1-1 0,-1 1 0,1-1 0,0 0 0,0 0 0,0 0 0,-1-1 0,1 1 0,0-1 0,7-1 0,13-3-455,-1 1 0,34 0 0,-46 3-6371</inkml:trace>
</inkml:ink>
</file>

<file path=ppt/ink/ink2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7:17.09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26 47 24575,'13'17'0,"58"81"0,-59-78 0,0 0 0,-2 1 0,10 26 0,-17-39 0,0 1 0,-1 0 0,0 0 0,-1 0 0,0 0 0,0 0 0,-1 0 0,0 0 0,0 0 0,-1 0 0,-3 14 0,4-23 0,-1 0 0,1 0 0,0 1 0,0-1 0,0 0 0,0 0 0,0 1 0,0-1 0,-1 0 0,1 0 0,0 1 0,0-1 0,0 0 0,-1 0 0,1 0 0,0 0 0,0 1 0,-1-1 0,1 0 0,0 0 0,0 0 0,-1 0 0,1 0 0,0 0 0,0 0 0,-1 0 0,1 0 0,0 1 0,-1-1 0,1 0 0,0 0 0,0-1 0,-1 1 0,1 0 0,0 0 0,-1 0 0,1 0 0,0 0 0,0 0 0,-1 0 0,1 0 0,0 0 0,0-1 0,-1 1 0,1 0 0,0 0 0,0 0 0,0 0 0,-1-1 0,1 1 0,0 0 0,0 0 0,0-1 0,-13-13 0,11 12 0,-18-23 0,-57-79 0,70 93 0,0-1 0,1 0 0,1 0 0,0-1 0,0 0 0,1 0 0,-3-19 0,6 26 0,1 1 0,0-1 0,0 0 0,0 1 0,1-1 0,-1 0 0,1 1 0,1-1 0,-1 1 0,1-1 0,0 1 0,3-6 0,-3 8 0,0 0 0,0-1 0,0 1 0,0 0 0,1 0 0,-1 0 0,1 1 0,0-1 0,0 1 0,0-1 0,0 1 0,0 0 0,0 0 0,1 0 0,-1 1 0,1-1 0,-1 1 0,7-2 0,-3 2 0,-1 0 0,1 0 0,0 1 0,-1 0 0,1 0 0,-1 1 0,1 0 0,0 0 0,-1 0 0,1 1 0,-1 0 0,0 0 0,0 0 0,0 1 0,0 0 0,0 0 0,0 1 0,-1 0 0,0 0 0,1 0 0,-1 1 0,-1-1 0,1 1 0,-1 0 0,4 6 0,-6-9 0,-1 0 0,0 0 0,-1 0 0,1 1 0,0-1 0,-1 0 0,1 0 0,-1 0 0,1 0 0,-1 1 0,0-1 0,0 0 0,0 0 0,-1 1 0,1-1 0,0 0 0,-1 0 0,1 0 0,-1 1 0,0-1 0,0 0 0,0 0 0,0 0 0,0 0 0,0 0 0,0-1 0,-1 1 0,1 0 0,-3 1 0,-2 4 0,0-1 0,-1 0 0,0 0 0,-1 0 0,-14 7 0,5-4-84,-1-2-1,1 0 1,-27 6-1,24-7-942,-5 1-5799</inkml:trace>
</inkml:ink>
</file>

<file path=ppt/ink/ink2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7:18.30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 73 24575,'-1'8'0,"0"1"0,0-1 0,1 1 0,0-1 0,1 1 0,0-1 0,0 0 0,0 1 0,1-1 0,1 0 0,3 10 0,-5-15 0,1 0 0,0 1 0,0-1 0,0 0 0,0 0 0,0 0 0,1-1 0,-1 1 0,1 0 0,0-1 0,0 0 0,0 1 0,0-1 0,0 0 0,0-1 0,0 1 0,1-1 0,-1 1 0,1-1 0,-1 0 0,1 0 0,-1 0 0,1-1 0,0 1 0,-1-1 0,1 0 0,7-1 0,-10 1 0,1 0 0,0 0 0,0-1 0,0 1 0,0-1 0,0 1 0,-1-1 0,1 0 0,0 1 0,0-1 0,-1 0 0,1 0 0,-1-1 0,1 1 0,-1 0 0,1 0 0,-1-1 0,2-1 0,-1 1 0,-1-1 0,0 0 0,1 1 0,-1-1 0,0 0 0,0 1 0,0-1 0,-1 0 0,1 0 0,-1 0 0,1-3 0,-1 1 0,0 0 0,0 0 0,0 0 0,-1 0 0,0 0 0,0 0 0,0 0 0,-1 1 0,1-1 0,-1 0 0,0 1 0,-1-1 0,-4-6 0,4 9 0,5 8 0,6 9 0,2-3 0,-1-1 0,2 0 0,0-1 0,0-1 0,1 1 0,0-2 0,0 0 0,26 13 0,8-1 0,61 19 0,-102-37 0,22 5 0,52 9 0,-78-15 0,-1-1 0,1 0 0,0 0 0,0 0 0,0 1 0,0-1 0,0 0 0,0-1 0,0 1 0,0 0 0,0 0 0,0 0 0,0 0 0,0-1 0,0 1 0,-1 0 0,1-1 0,0 1 0,0-1 0,0 1 0,-1-1 0,1 1 0,0-1 0,0 0 0,-1 1 0,1-1 0,0-1 0,0 1 0,0-1 0,-1 0 0,1 0 0,-1 0 0,0 1 0,1-1 0,-1 0 0,0 0 0,0 0 0,0 0 0,0 0 0,-1 1 0,1-3 0,-2-5 0,-1 0 0,1 0 0,-2 1 0,-5-14 0,-3 4 0,1 1 0,-2 0 0,0 1 0,-22-20 0,-23-29 0,58 65 0,0-1 0,-1 1 0,1 0 0,0 0 0,0 0 0,0 0 0,0 0 0,0 0 0,-1 0 0,1-1 0,0 1 0,0 0 0,0 0 0,0 0 0,0 0 0,0-1 0,0 1 0,0 0 0,0 0 0,0 0 0,0 0 0,-1-1 0,1 1 0,0 0 0,0 0 0,0 0 0,0-1 0,0 1 0,0 0 0,1 0 0,-1 0 0,0 0 0,0-1 0,0 1 0,0 0 0,0 0 0,0 0 0,0 0 0,0-1 0,0 1 0,9 1 0,12 8 0,-21-9 0,19 9 0,1-1 0,0 0 0,0-2 0,0 0 0,1-2 0,0 0 0,-1-1 0,40 0 0,-44-3 0,30-1 0,-43 0 0,1 1 0,0-1 0,-1 0 0,0 0 0,1 0 0,-1 0 0,0 0 0,1-1 0,-1 1 0,3-4 0,-5 5 0,1-1 0,-1 0 0,0 0 0,0 0 0,0 0 0,0 0 0,-1 0 0,1 0 0,0 0 0,0 0 0,-1 0 0,1-1 0,0 1 0,-1 0 0,1 0 0,-1-1 0,0 1 0,1 0 0,-1-1 0,0 1 0,0 0 0,0-1 0,0 1 0,0-1 0,0 1 0,0 0 0,-1-1 0,1 1 0,0 0 0,-1-1 0,1 1 0,-1 0 0,1 0 0,-1-1 0,0 1 0,1 0 0,-1 0 0,0 0 0,-2-2 0,0-1 0,0 1 0,-1 0 0,1 0 0,-1 0 0,0 0 0,0 0 0,0 1 0,0 0 0,0 0 0,-7-2 0,8 2 0,-1 1 0,0 0 0,0 1 0,0-1 0,0 1 0,0-1 0,0 1 0,0 0 0,1 1 0,-1-1 0,0 1 0,0 0 0,-7 2 0,9-2 0,0 0 0,0 0 0,0 0 0,1 0 0,-1 1 0,0-1 0,1 1 0,-1-1 0,1 1 0,-1 0 0,1 0 0,0-1 0,0 1 0,0 0 0,0 0 0,0 0 0,0 0 0,0 0 0,1 1 0,-1-1 0,1 0 0,-1 0 0,1 0 0,0 0 0,0 1 0,0 1 0,1 2 0,-1 0 0,1-1 0,1 1 0,-1 0 0,1-1 0,0 1 0,0-1 0,0 0 0,1 0 0,0 0 0,0 0 0,7 9 0,3 2 0,1-1 0,20 17 0,-23-23-91,0-1 0,0 0 0,1 0 0,0-1 0,0-1 0,1 0 0,0-1 0,0 0 0,0-1 0,0 0 0,1-1 0,0-1 0,-1 0 0,25 0 0,-25-3-6735</inkml:trace>
</inkml:ink>
</file>

<file path=ppt/ink/ink2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7:18.71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92 333 24575,'-11'6'0,"1"0"0,0 1 0,0 1 0,0-1 0,-9 11 0,17-16 0,0 1 0,0-1 0,0 0 0,0 1 0,0-1 0,1 1 0,0-1 0,-1 1 0,1 0 0,0-1 0,0 1 0,0 0 0,1 0 0,-1 0 0,1 0 0,-1 0 0,1-1 0,0 1 0,0 0 0,0 0 0,1 0 0,-1 0 0,1 0 0,0 0 0,-1 0 0,3 5 0,0-3 0,0 0 0,1 0 0,-1 0 0,1-1 0,0 1 0,0-1 0,1 0 0,-1 0 0,10 7 0,-11-9 0,0-1 0,0 1 0,0 0 0,0-1 0,0 1 0,0-1 0,1 0 0,-1 0 0,0 0 0,1-1 0,-1 1 0,1-1 0,-1 1 0,1-1 0,-1-1 0,0 1 0,1 0 0,4-2 0,-6 1 0,0 0 0,0 0 0,1 0 0,-1-1 0,0 1 0,0-1 0,-1 0 0,1 1 0,0-1 0,-1 0 0,1 0 0,-1 0 0,1 0 0,-1-1 0,0 1 0,0 0 0,0 0 0,1-5 0,1-2 0,0 0 0,-1 0 0,1-16 0,-2 7 0,-1 1 0,-1-1 0,-1 1 0,0 0 0,-7-25 0,-30-85 0,29 100 0,-49-123 0,55 145 0,1 5 0,0 12 0,3 20 0,5 13 0,2-1 0,21 71 0,3 16 0,-26-103-1365,0-7-5461</inkml:trace>
</inkml:ink>
</file>

<file path=ppt/ink/ink2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7:19.58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24575,'7'27'0,"3"14"0,2 7 0,-2 1 0,1-1 0,-1-4 0,-1-4 0,1-4 0,-2-4 0,2-2 0,-3-1 0,-1-3 0,0-3 0,0-4 0,-2-2 0,1-5 0,0-1 0</inkml:trace>
</inkml:ink>
</file>

<file path=ppt/ink/ink2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7:19.78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259 14 24575,'-23'-3'0,"-11"0"0,-3 0 0,3 0 0,4 1 0,5 4 0,4 0 0,4 1 0,1 0 0,5 1 0,0 1 0</inkml:trace>
</inkml:ink>
</file>

<file path=ppt/ink/ink2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7:20.17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179 75 24575,'-14'-5'0,"-8"-3"0,-28-5 0,44 12 0,1 0 0,-1 0 0,0 1 0,0-1 0,0 1 0,1 1 0,-1-1 0,0 1 0,0 0 0,-6 2 0,10-2 0,1-1 0,0 0 0,0 1 0,0 0 0,-1-1 0,1 1 0,0 0 0,0-1 0,0 1 0,0 0 0,0 0 0,0 0 0,1 0 0,-1 0 0,0 0 0,0 0 0,1 0 0,-1 0 0,0 0 0,1 1 0,-1-1 0,0 2 0,1-1 0,0 0 0,0 0 0,0 1 0,0-1 0,0 0 0,1 0 0,-1 1 0,1-1 0,-1 0 0,1 0 0,2 4 0,2 3 0,0 0 0,0 0 0,1-1 0,10 11 0,-9-11 0,1-1 0,-1 0 0,2 0 0,-1-1 0,0 0 0,1-1 0,0 0 0,1 0 0,-1-1 0,12 4 0,-17-7 0,-1 0 0,1 0 0,0 0 0,0-1 0,0 0 0,0 1 0,-1-1 0,1-1 0,0 1 0,0-1 0,0 1 0,0-1 0,3-1 0,-4 0 0,0 1 0,-1-1 0,1 0 0,0 0 0,-1 1 0,1-2 0,-1 1 0,0 0 0,0 0 0,0-1 0,0 1 0,0-1 0,0 0 0,-1 1 0,1-1 0,-1 0 0,0 0 0,1-4 0,0 2 0,-1-1 0,1 1 0,-1-1 0,0 0 0,-1 1 0,0-1 0,0 0 0,0 0 0,0 1 0,-1-1 0,0 0 0,0 1 0,-1-1 0,0 0 0,1 1 0,-2 0 0,1 0 0,-1-1 0,0 1 0,0 1 0,0-1 0,0 0 0,-1 1 0,0 0 0,0-1 0,0 2 0,-1-1 0,1 0 0,-1 1 0,0 0 0,0 0 0,0 0 0,0 1 0,-1 0 0,-10-4 0,2 4-455,0 0 0,-24 0 0,20 2-6371</inkml:trace>
</inkml:ink>
</file>

<file path=ppt/ink/ink2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7:20.84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24575,'5'20'0,"1"8"0,3 5 0,-1 2 0,1-3 0,-1-2 0,1-1 0,-2-3 0,1-1 0,1-3 0,0-1 0,0-1 0,1-1 0,-1-1 0,-2-6 0,-2-7 0</inkml:trace>
</inkml:ink>
</file>

<file path=ppt/ink/ink2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7:21.15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 24575,'5'15'0,"4"9"0,1 4 0,0 1 0,2-1 0,1-1 0,-2-2 0,0-1 0,-2-2 0,0-2 0,1-2 0,-2-2 0,-1-1 0,-1 0 0,0-1 0,-1-3-8191</inkml:trace>
</inkml:ink>
</file>

<file path=ppt/ink/ink2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7:21.87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57 189 24575,'111'294'0,"-106"-286"0,-4-17 0,-5-20 0,-3 8 0,-2-1 0,-1 2 0,0-1 0,-26-35 0,-11-23 0,15 7 0,28 62 0,0-1 0,1 0 0,1 0 0,-3-21 0,5 29 0,0 0 0,0 0 0,0 0 0,0 0 0,0 0 0,1 0 0,0 0 0,-1 0 0,1 0 0,0 0 0,1 1 0,-1-1 0,0 0 0,1 1 0,-1-1 0,4-3 0,-2 4 0,0-1 0,0 0 0,0 1 0,0-1 0,1 1 0,-1 0 0,1 0 0,-1 1 0,1-1 0,7-1 0,5-1 0,1 1 0,0 1 0,0 1 0,27 1 0,-38 0 0,35 0 0,43 2 0,-83-2 0,0 0 0,1 0 0,-1 0 0,0 0 0,0 1 0,0-1 0,0 0 0,0 1 0,0-1 0,1 0 0,-1 1 0,0-1 0,0 1 0,0 0 0,0-1 0,-1 1 0,1 0 0,2 1 0,-3-1 0,0 0 0,1-1 0,-1 1 0,0 0 0,0 0 0,0-1 0,0 1 0,0 0 0,1 0 0,-1 0 0,-1-1 0,1 1 0,0 0 0,0 0 0,0-1 0,0 1 0,0 0 0,-1 0 0,1-1 0,-1 2 0,-1 3 0,-1-1 0,0 0 0,0 0 0,0 0 0,-1 0 0,-7 6 0,-64 45 0,-4 2 0,71-51 0,1 2 0,-1-1 0,1 1 0,1 0 0,0 0 0,0 0 0,-6 12 0,11-18 0,0 0 0,0 0 0,1 0 0,-1 0 0,0 0 0,1 0 0,-1 1 0,1-1 0,0 0 0,0 0 0,0 0 0,0 1 0,0-1 0,0 0 0,1 0 0,-1 0 0,1 1 0,-1-1 0,1 0 0,0 0 0,0 0 0,0 0 0,0 0 0,0 0 0,0 0 0,1-1 0,-1 1 0,1 0 0,-1-1 0,1 1 0,0-1 0,-1 1 0,4 1 0,6 4 0,0-1 0,1 0 0,0 0 0,19 6 0,-18-8 0,18 8-341,2-2 0,-1-2-1,60 8 1,-73-14-6485</inkml:trace>
</inkml:ink>
</file>

<file path=ppt/ink/ink2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7:34.36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1679 102 24575,'11'0'0,"-5"0"0,-13 0 0,-190-9 0,49 2 0,5-1 0,-3 1 0,15 0 0,-98 2 0,56 4 0,82-6 0,-27-1 0,80 6 0,1-1 0,-69-18 0,50 10 0,49 9 0,1 1 0,-1 0 0,0 0 0,0 0 0,0 1 0,1 0 0,-1 1 0,-8 1 0,15-2 0,0 0 0,0 0 0,-1 0 0,1 0 0,0 0 0,-1 0 0,1 0 0,0 0 0,0 0 0,-1 0 0,1 1 0,0-1 0,-1 0 0,1 0 0,0 0 0,0 0 0,0 1 0,-1-1 0,1 0 0,0 0 0,0 1 0,0-1 0,-1 0 0,1 0 0,0 1 0,0-1 0,0 0 0,0 0 0,0 1 0,0-1 0,0 0 0,0 1 0,0-1 0,6 8 0,16 4 0,-22-12 0,21 6 0,-1 0 0,1-1 0,0-1 0,41 2 0,87 3 0,9 1 0,-31-3 0,114 10 0,148-13 0,-223-5 0,183 1 0,-338 0 0,-1 1 0,20 5 0,-18-3 0,-1-1 0,15 1 0,-10-3 0,0 1 0,30 6 0,-26-4 0,0 0 0,0-2 0,37-2 0,-21 1 0,-33 0 0,1 0 0,-1 0 0,0 0 0,1-1 0,-1 1 0,1-1 0,-1 0 0,0 0 0,0 0 0,1 0 0,2-2 0,-6 1 0,-4 1 0,-6 1 0,-1 3-1365,-1-1-5461</inkml:trace>
</inkml:ink>
</file>

<file path=ppt/ink/ink2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7:36.06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2839 30 24575,'6'0'0,"3"1"0,-14-5 0,-6 1 0,0 0 0,-1 1 0,1 0 0,-21-1 0,-49 3 0,38 1 0,-732 0 0,622 6 0,5 1 0,-269-9 0,325-6 0,2-1 0,68 7 0,-27-5 0,-19-1 0,-181 7 0,235 1 0,0 0 0,-17 5 0,16-3 0,-25 1 0,-280-3 0,170-2 0,254 8 0,1 1 0,5-1 0,-44 0 0,137 7 0,-117-9 0,103 4 0,63-1-239,55-1-97,-256-7-934,-10 0-5076</inkml:trace>
</inkml:ink>
</file>

<file path=ppt/ink/ink2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7:39.13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1486 58 24575,'36'-3'0,"-17"2"0,1-1 0,28-6 0,-47 8 0,0 0 0,0 0 0,0-1 0,0 1 0,0 0 0,0-1 0,-1 1 0,1-1 0,0 1 0,0-1 0,0 1 0,-1-1 0,2 0 0,-2 1 0,0-1 0,0 1 0,0 0 0,0 0 0,0-1 0,0 1 0,0 0 0,0 0 0,0 0 0,0-1 0,0 1 0,0 0 0,0 0 0,0 0 0,0-1 0,0 1 0,0 0 0,0 0 0,0 0 0,-1-1 0,1 1 0,0 0 0,0 0 0,0 0 0,0 0 0,0 0 0,-1-1 0,1 1 0,0 0 0,0 0 0,0 0 0,-1 0 0,1 0 0,0 0 0,-26-9 0,-26 0 0,-85-2 0,135 11 0,-365 5 0,296-2 0,-229 10 0,-166-8 0,391-12 0,-8-1 0,79 8 0,1 0 0,0 0 0,-1 0 0,1 0 0,0-1 0,0 1 0,-1-1 0,1 0 0,-5-2 0,8 3 0,0 0 0,0 0 0,0 0 0,0 0 0,0 0 0,0 0 0,0 0 0,0 0 0,0 0 0,0 0 0,0 0 0,0 0 0,-1 0 0,1 0 0,0 0 0,0 0 0,0 0 0,0 0 0,0 0 0,0 0 0,0 0 0,0 0 0,0 0 0,0-1 0,0 1 0,0 0 0,0 0 0,0 0 0,0 0 0,0 0 0,0 0 0,0 0 0,0 0 0,0 0 0,0 0 0,0 0 0,0 0 0,0-1 0,0 1 0,0 0 0,0 0 0,0 0 0,0 0 0,0 0 0,0 0 0,0 0 0,0 0 0,0 0 0,0 0 0,0 0 0,0 0 0,0-1 0,0 1 0,0 0 0,0 0 0,0 0 0,0 0 0,7-2 0,9-1 0,213 4 0,-101 5 0,55 1 0,428-6-610,-321-1 412,-36-10-220,-194 7-613,-36 1-4903</inkml:trace>
</inkml:ink>
</file>

<file path=ppt/ink/ink2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9:05.7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161 57 24575,'11'-9'0,"1"1"0,0 0 0,1 1 0,20-10 0,-29 16 0,-1-1 0,1 1 0,0 0 0,0 0 0,-1 1 0,1-1 0,0 1 0,0 0 0,0 0 0,0 0 0,-1 0 0,1 1 0,0 0 0,0 0 0,0 0 0,-1 0 0,1 0 0,-1 1 0,1-1 0,-1 1 0,1 0 0,3 3 0,5 5 0,0 1 0,-1 0 0,0 0 0,-1 1 0,0 0 0,-1 1 0,14 27 0,-14-23 0,-1 1 0,-1 1 0,0-1 0,-2 1 0,7 38 0,-12-54 0,1 1 0,-1 0 0,1 0 0,-1 0 0,-1 0 0,1 0 0,0 0 0,-1 0 0,0 0 0,0 0 0,0 0 0,0-1 0,-1 1 0,1 0 0,-1-1 0,0 1 0,0-1 0,0 0 0,-1 0 0,1 1 0,-1-2 0,1 1 0,-1 0 0,0 0 0,0-1 0,-1 0 0,1 1 0,0-1 0,-1 0 0,-5 2 0,-5 2 0,-1-1 0,-1 0 0,1-1 0,0-1 0,-28 3 0,18-5 0,0-1 0,-48-5 0,58 3 0,1 0 0,-1-1 0,1-1 0,-1-1 0,-14-6 0,24 9 0,1-1 0,-1 1 0,1-1 0,-1 0 0,1 0 0,0 0 0,0-1 0,0 1 0,0-1 0,1 0 0,0 0 0,0-1 0,0 1 0,0-1 0,0 1 0,1-1 0,-3-8 0,3 5 0,0-1 0,0 1 0,1-1 0,0 0 0,0 1 0,1-1 0,0 0 0,1 1 0,2-13 0,-2 16 0,1 0 0,-1 0 0,1 0 0,0 1 0,0-1 0,0 0 0,1 1 0,0-1 0,0 1 0,0 0 0,0 0 0,1 0 0,-1 1 0,1-1 0,0 1 0,8-6 0,-4 5-341,-1 0 0,0 0-1,15-4 1,-9 5-6485</inkml:trace>
</inkml:ink>
</file>

<file path=ppt/ink/ink2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9:06.1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1 24575,'0'2'0,"0"4"0,0 3 0,0 2 0,-2 0 0</inkml:trace>
</inkml:ink>
</file>

<file path=ppt/ink/ink2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9:07.0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91 24575,'8'-9'0,"1"-1"0,0 1 0,1 0 0,0 1 0,0 0 0,1 1 0,22-12 0,-28 17 0,-1 0 0,1 0 0,0 1 0,-1 0 0,1 0 0,0 0 0,0 0 0,-1 1 0,1 0 0,8 1 0,-9-1 0,0 1 0,-1 0 0,1 0 0,-1 1 0,1-1 0,-1 1 0,1-1 0,-1 1 0,0 0 0,0 1 0,0-1 0,0 0 0,0 1 0,-1 0 0,4 3 0,-3-2 0,-1-1 0,0 1 0,0 0 0,0 0 0,0 0 0,0 0 0,-1 0 0,0 0 0,0 0 0,0 1 0,0-1 0,-1 0 0,1 0 0,-1 1 0,0-1 0,0 1 0,-2 6 0,0-3 0,0 0 0,0 0 0,0 0 0,-1-1 0,0 1 0,-1-1 0,0 0 0,-7 10 0,-2 1 0,6-11 0,2 1 0,-1 0 0,1 0 0,0 0 0,-5 13 0,10-21 0,-1 1 0,1 0 0,0-1 0,0 1 0,0-1 0,0 1 0,-1 0 0,1-1 0,0 1 0,0 0 0,0-1 0,0 1 0,0 0 0,1-1 0,-1 1 0,0 0 0,0-1 0,0 1 0,0-1 0,1 1 0,-1 0 0,0-1 0,1 1 0,-1-1 0,0 1 0,1-1 0,-1 1 0,1-1 0,-1 1 0,1-1 0,-1 1 0,1-1 0,-1 0 0,1 1 0,-1-1 0,1 0 0,0 1 0,-1-1 0,1 0 0,0 0 0,-1 0 0,1 1 0,-1-1 0,1 0 0,0 0 0,-1 0 0,1 0 0,1 0 0,1 0 0,1 0 0,-1-1 0,1 1 0,0 0 0,-1-1 0,1 0 0,4-2 0,1-1-455,0-1 0,13-8 0,-12 6-6371</inkml:trace>
</inkml:ink>
</file>

<file path=ppt/ink/ink2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9:07.6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72 24575,'10'-10'0,"0"1"0,1 0 0,0 0 0,20-11 0,-27 18 0,-1 0 0,1 1 0,-1-1 0,1 0 0,0 1 0,0 0 0,0 0 0,0 0 0,-1 1 0,1-1 0,0 1 0,0 0 0,0 0 0,0 0 0,0 0 0,0 1 0,0 0 0,0 0 0,0 0 0,7 3 0,-9-3 0,0 1 0,1 0 0,-1 0 0,0 0 0,0 0 0,0 0 0,0 0 0,-1 1 0,1-1 0,-1 0 0,1 1 0,-1 0 0,0-1 0,0 1 0,0 0 0,0-1 0,0 1 0,-1 0 0,1 0 0,-1 5 0,1 4 0,-1 0 0,0 0 0,-3 18 0,0-19 0,0 0 0,0 0 0,-1 0 0,-1-1 0,-7 14 0,0-1 0,3-6 0,7-15 0,0 1 0,0 0 0,0 0 0,1 0 0,-1 0 0,1 0 0,0 0 0,0 0 0,0 1 0,0-1 0,0 6 0,1-8 0,1-1 0,-1 1 0,0 0 0,1 0 0,-1-1 0,1 1 0,-1 0 0,1 0 0,-1-1 0,1 1 0,-1-1 0,1 1 0,-1 0 0,1-1 0,0 1 0,0-1 0,-1 0 0,1 1 0,0-1 0,0 1 0,-1-1 0,1 0 0,0 0 0,0 1 0,0-1 0,1 0 0,25 2 0,-23-3 0,15 1 0,67-2 0,-74 0-1365,-3-2-5461</inkml:trace>
</inkml:ink>
</file>

<file path=ppt/ink/ink2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9:08.1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24 24575,'0'-19'0,"0"14"0,1 16 0,4 25 0,3-1 0,0 0 0,3-1 0,17 41 0,-24-64-455,0 0 0,4 18 0</inkml:trace>
</inkml:ink>
</file>

<file path=ppt/ink/ink2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9:08.5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 4 24575,'0'-1'0,"-1"1"0,1 0 0,0 0 0,0 0 0,0 0 0,0-1 0,0 1 0,0 0 0,-1 0 0,1 0 0,0 0 0,0-1 0,0 1 0,-1 0 0,1 0 0,0 0 0,0 0 0,0 0 0,-1 0 0,1 0 0,0 0 0,0 0 0,0 0 0,-1 0 0,1 0 0,0 0 0,0 0 0,-1 0 0,1 0 0,0 0 0,0 0 0,0 0 0,-1 0 0,1 0 0,0 0 0,-1 0 0,-1 9 0,4 13 0,41 137 0,-37-138 0,-4-15 0,0 0 0,0 0 0,1 11 0,-3-17-23,0 1-1,0-1 1,0 0-1,0 0 1,0 0-1,0 0 0,0 0 1,0 1-1,0-1 1,0 0-1,0 0 1,0 0-1,0 0 1,0 1-1,0-1 1,0 0-1,0 0 1,0 0-1,0 0 0,0 1 1,0-1-1,0 0 1,0 0-1,0 0 1,0 0-1,0 0 1,0 1-1,0-1 1,0 0-1,0 0 1,0 0-1,0 0 0,-1 0 1,1 1-1,0-1 1,0 0-1,0 0 1,0 0-1,0 0 1,0 0-1,-1 0 1,1 0-1,0 0 0,0 0 1,0 0-1,0 0 1,-1 1-1,1-1 1,0 0-1,0 0 1,0 0-1,0 0 1,-1 0-1,1 0 1,0 0-1,0 0 0,-1-1 1</inkml:trace>
</inkml:ink>
</file>

<file path=ppt/ink/ink2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9:08.9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424 41 24575,'-15'-8'0,"-7"-2"0,-3 1 0,1 2 0,0 1 0,1 5 0,0 3 0,-2 0 0,-3 1 0,-2-1 0,-1-1 0,-2 0 0,-1 0 0,0-1 0,5 0 0,6 0-8191</inkml:trace>
</inkml:ink>
</file>

<file path=ppt/ink/ink2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9:11.7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423 68 24575,'11'-10'0,"20"-15"0,5-3 0,-33 25 0,-4 2 0,-9 4 0,-14 8 0,-14 14 0,1 1 0,-36 33 0,33-26 0,-50 33 0,66-52 0,-1-2 0,-30 12 0,38-18 0,10-3 0,-2 0 0,1 1 0,0-1 0,0 2 0,0-1 0,-10 8 0,18-12 0,0 1 0,-1-1 0,1 1 0,-1 0 0,1-1 0,0 1 0,-1 0 0,1-1 0,0 1 0,0 0 0,0-1 0,0 1 0,-1 0 0,1-1 0,0 1 0,0 0 0,0-1 0,0 1 0,0 0 0,1 0 0,-1-1 0,0 1 0,0 0 0,0-1 0,1 1 0,-1 0 0,0-1 0,1 1 0,-1-1 0,0 1 0,1 0 0,-1-1 0,1 1 0,-1-1 0,1 1 0,-1-1 0,1 0 0,-1 1 0,2 0 0,4 3 0,-1 1 0,1-1 0,6 3 0,-6-4 0,112 64 0,-9-7 0,-90-48 0,1-2 0,0 0 0,1-1 0,0-1 0,0-1 0,25 5 0,-45-12-95,14 2 322,-14-2-274,-1 0 1,0 0-1,1 0 0,-1 0 0,1 0 0,-1 0 1,0-1-1,1 1 0,-1 0 0,1 0 1,-1 0-1,0 0 0,1 0 0,-1-1 0,0 1 1,1 0-1,-1 0 0,0 0 0,1-1 0,-1 1 1,0 0-1,0-1 0,1 1 0,-1 0 0,0-1 1,0 1-1,1 0 0,-1-1 0,0 1 1,0 0-1,0-1 0</inkml:trace>
</inkml:ink>
</file>

<file path=ppt/ink/ink2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9:12.9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24 24575,'-5'-20'0,"1"17"0,0 13 0,3 8 0,0 0 0,0 1 0,2 0 0,0-1 0,2 0 0,0 1 0,0-1 0,2 0 0,12 31 0,-14-40 0,10 25 0,12 49 0,-25-80-26,-1-6 89,-3-4-1465,1-3-5424</inkml:trace>
</inkml:ink>
</file>

<file path=ppt/ink/ink2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9:13.3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 3 24575,'-2'-2'0,"2"5"0,4 16 0,7 26 0,54 132 0,-55-141-1365</inkml:trace>
</inkml:ink>
</file>

<file path=ppt/ink/ink2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9:13.8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669 45 24575,'-4'-3'0,"0"-1"0,0 1 0,0 1 0,0-1 0,-1 1 0,0-1 0,1 1 0,-1 1 0,0-1 0,-6-1 0,-9-1 0,-24-2 0,32 5 0,-65-4 0,-80 4 0,74 3 0,-30 5 134,25 0-1633,69-7-5327</inkml:trace>
</inkml:ink>
</file>

<file path=ppt/ink/ink2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9:14.9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758 87 24575,'-7'-6'0,"0"-1"0,0 1 0,-1 0 0,0 1 0,0 0 0,-1 0 0,1 0 0,-1 1 0,0 1 0,0 0 0,-1 0 0,1 0 0,-18-1 0,-94-6 0,49 7 0,-238-5 0,210 19-1365,81-9-5461</inkml:trace>
</inkml:ink>
</file>

<file path=ppt/ink/ink2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9:16.2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24575,'5'6'0,"1"1"0,-1 0 0,-1 0 0,1 0 0,-1 1 0,4 8 0,16 50 0,-14-36 0,-2 1 0,0 0 0,-2 0 0,3 54 0,-9-84 0,2 32 0,-2-31 0,0 0 0,1-1 0,-1 1 0,0-1 0,1 1 0,-1 0 0,1-1 0,0 1 0,-1-1 0,1 0 0,0 1 0,0-1 0,0 1 0,0-1 0,0 0 0,0 0 0,2 2 0,-3-3 0,1 0 0,-1 0 0,0 0 0,1 0 0,-1 0 0,0 0 0,1 0 0,-1 0 0,1-1 0,-1 1 0,0 0 0,1 0 0,-1 0 0,0 0 0,1 0 0,-1-1 0,0 1 0,0 0 0,1 0 0,-1 0 0,0-1 0,0 1 0,1 0 0,-1-1 0,0 1 0,0 0 0,0 0 0,1-1 0,-1 1 0,0 0 0,0-1 0,0 1 0,0 0 0,0-1 0,0 1 0,0 0 0,1-1 0,-1 1 0,0-1 0,0 1 0,0 0 0,-1-1 0,4-17 0,-3 17 0,0-14 0,0-1 0,-1 1 0,0 0 0,-5-19 0,-19-60 0,17 67 0,-8-23 0,8 27 0,-9-39 0,17 62 0,0-1 0,0 1 0,0-1 0,-1 1 0,1-1 0,0 1 0,0-1 0,0 0 0,0 1 0,0-1 0,0 1 0,0-1 0,0 1 0,1-1 0,-1 1 0,0-1 0,0 1 0,0-1 0,0 1 0,1-1 0,-1 0 0,1 1 0,-1 0 0,1 0 0,-1 0 0,0 0 0,1 0 0,-1 0 0,0 0 0,1 0 0,-1 0 0,0 0 0,1 1 0,-1-1 0,0 0 0,1 0 0,-1 0 0,0 0 0,1 1 0,-1-1 0,0 0 0,1 0 0,-1 1 0,0-1 0,18 19 0,51 86 0,-65-100 0,5 6 0,0 1 0,0-1 0,21 17 0,-27-26 0,-1 0 0,1 0 0,0 0 0,0 0 0,-1-1 0,1 1 0,0-1 0,1 0 0,-1 0 0,0 0 0,0 0 0,0 0 0,1-1 0,-1 1 0,0-1 0,0 0 0,1 0 0,-1 0 0,0-1 0,1 1 0,-1-1 0,6-2 0,-6 2 0,-1 0 0,0-1 0,1 1 0,-1-1 0,0 1 0,0-1 0,0 0 0,0 0 0,-1 0 0,1 0 0,0 0 0,-1-1 0,1 1 0,-1 0 0,0-1 0,0 1 0,0-1 0,0 1 0,0-1 0,-1 0 0,1 1 0,-1-4 0,2-8 0,-1 1 0,-1-1 0,-1-15 0,0 10 0,1 7 0,-1 7 0,1-1 0,0 0 0,0 1 0,1-1 0,1-8 0,-2 14 0,0-1 0,0 1 0,0 0 0,0 0 0,0-1 0,0 1 0,0 0 0,0 0 0,0 0 0,0-1 0,1 1 0,-1 0 0,0 0 0,0-1 0,0 1 0,0 0 0,0 0 0,1 0 0,-1 0 0,0-1 0,0 1 0,0 0 0,0 0 0,1 0 0,-1 0 0,0 0 0,0 0 0,1 0 0,-1 0 0,0-1 0,0 1 0,0 0 0,1 0 0,-1 0 0,0 0 0,0 0 0,1 0 0,-1 0 0,0 0 0,0 0 0,0 0 0,1 1 0,-1-1 0,0 0 0,0 0 0,1 0 0,-1 0 0,0 0 0,0 0 0,0 0 0,1 0 0,-1 1 0,0-1 0,0 0 0,0 0 0,0 0 0,1 0 0,-1 1 0,0-1 0,0 0 0,0 0 0,0 0 0,0 1 0,0-1 0,0 0 0,0 0 0,1 1 0,9 18 0,-9-17 0,65 145 0,-12-26 0,-45-102-100,1 1-533,9 27 1,-15-34-6194</inkml:trace>
</inkml:ink>
</file>

<file path=ppt/ink/ink2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9:23.6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38 106 24575,'-1'0'0,"1"0"0,0-1 0,0 1 0,0 0 0,0 0 0,0 0 0,0 0 0,-1-1 0,1 1 0,0 0 0,0 0 0,0 0 0,0 0 0,-1 0 0,1 0 0,0-1 0,0 1 0,0 0 0,-1 0 0,1 0 0,0 0 0,0 0 0,0 0 0,-1 0 0,1 0 0,0 0 0,0 0 0,0 0 0,-1 0 0,1 0 0,0 0 0,0 0 0,0 0 0,-1 0 0,1 0 0,0 0 0,0 1 0,0-1 0,-1 0 0,-1 10 0,3 12 0,3 0 0,1 0 0,1-1 0,12 30 0,33 59 0,-1-4 0,-40-83 0,-7-20 0,-6-14 0,-55-135 0,4 15 0,-4-59 0,58 189 0,-1 1 0,1-1 0,0 0 0,-1 0 0,1 0 0,0 1 0,0-1 0,0 0 0,0 0 0,0 0 0,0 0 0,0 0 0,0 1 0,0-1 0,0 0 0,1 0 0,-1-1 0,1 2 0,-1 0 0,1 0 0,-1 0 0,0 1 0,1-1 0,-1 0 0,0 0 0,1 0 0,-1 0 0,1 0 0,-1 0 0,0 1 0,1-1 0,-1 0 0,0 0 0,1 1 0,-1-1 0,0 0 0,1 1 0,-1-1 0,0 0 0,0 0 0,1 1 0,18 26 0,2 6 0,36 46 0,-43-62 0,1-1 0,1 0 0,0-1 0,22 15 0,-30-25 0,0 0 0,0 0 0,1 0 0,0-1 0,0-1 0,0 1 0,0-1 0,1-1 0,-1 0 0,1 0 0,13 0 0,-21-2 0,1 0 0,-1-1 0,0 1 0,1 0 0,-1-1 0,0 0 0,1 1 0,-1-1 0,0 0 0,0 0 0,1 0 0,-1 0 0,0-1 0,0 1 0,-1-1 0,1 1 0,0-1 0,0 0 0,-1 1 0,1-1 0,-1 0 0,1 0 0,-1 0 0,0 0 0,0 0 0,0 0 0,0-1 0,0 1 0,0 0 0,-1-1 0,1-2 0,1-8 0,0-1 0,-1 1 0,-1 0 0,-2-21 0,1 9 0,0 11 0,-5-26 0,1 12 0,6 27 0,3 5 0,4 7 0,40 72 0,-1 0 0,32 20 0,1 1 0,-63-75-1365,-10-16-5461</inkml:trace>
</inkml:ink>
</file>

<file path=ppt/ink/ink2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9:31.2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67 44 24575,'-9'-4'0,"0"0"0,1-1 0,0 0 0,0 0 0,0-1 0,-9-8 0,25 23 0,0 0 0,0 0 0,1-1 0,0 0 0,0 0 0,17 9 0,67 33 0,-61-34 0,77 38-1365,-94-47-5461</inkml:trace>
</inkml:ink>
</file>

<file path=ppt/ink/ink2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9:24.5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267 0 24575,'-2'2'0,"1"-1"0,-1 1 0,-1-1 0,1 0 0,0 0 0,0 0 0,0 0 0,0 0 0,-1 0 0,-2 0 0,-29 4 0,9-2 0,12 0-114,0-1 1,0 0-1,1 0 0,-1-2 0,0 0 1,0 0-1,0-1 0,0-1 0,0 0 1,0 0-1,-17-7 0,20 4-6712</inkml:trace>
</inkml:ink>
</file>

<file path=ppt/ink/ink2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9:24.8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249 52 24575,'-27'-10'0,"-11"-3"0,-2 0 0,3 3 0,6 6 0,6 2 0,4 3 0,4 1 0,4 0-8191</inkml:trace>
</inkml:ink>
</file>

<file path=ppt/ink/ink2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9:27.6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232 89 24575,'27'-12'0,"0"-2"0,28-19 0,-14 8 0,-40 24 0,0 1 0,-1-1 0,1 1 0,0 0 0,0-1 0,0 1 0,-1-1 0,1 1 0,0 0 0,0 0 0,0 0 0,0-1 0,0 1 0,0 0 0,-1 0 0,1 0 0,0 0 0,0 1 0,1-1 0,-2 0 0,1 0 0,-1 1 0,1-1 0,-1 0 0,0 1 0,1-1 0,-1 1 0,0-1 0,1 0 0,-1 1 0,0-1 0,0 1 0,1-1 0,-1 1 0,0-1 0,0 1 0,0-1 0,0 1 0,0-1 0,0 1 0,0-1 0,0 1 0,0 0 0,0 2 0,0 0 0,0 0 0,-1 0 0,0 0 0,1 0 0,-1-1 0,0 1 0,0 0 0,-3 5 0,-1-2 0,-1 1 0,1 0 0,-1-1 0,0 0 0,-1-1 0,1 1 0,-15 7 0,-56 27 0,27-15 0,42-21 0,-99 59 0,94-54 0,0 1 0,1 0 0,1 0 0,0 1 0,-18 24 0,29-35 0,-1 0 0,1 1 0,0-1 0,0 0 0,-1 1 0,1-1 0,0 1 0,0-1 0,0 0 0,-1 1 0,1-1 0,0 1 0,0-1 0,0 1 0,0-1 0,0 0 0,0 1 0,0-1 0,0 1 0,0-1 0,0 1 0,0-1 0,0 1 0,1-1 0,-1 0 0,0 1 0,0-1 0,0 1 0,0-1 0,1 0 0,-1 1 0,0-1 0,1 0 0,-1 1 0,0-1 0,0 0 0,1 1 0,-1-1 0,0 0 0,1 0 0,-1 1 0,1-1 0,-1 0 0,0 0 0,1 0 0,-1 0 0,1 1 0,-1-1 0,1 0 0,-1 0 0,0 0 0,1 0 0,32 4 0,-20-2 0,261 57 0,-98-16 0,-157-39 120,-13-4-321,-11-3-1083,-4 0-5542</inkml:trace>
</inkml:ink>
</file>

<file path=ppt/ink/ink2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9:28.5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 1 24575,'5'1'0,"0"0"0,0 0 0,0 0 0,0 0 0,0 1 0,-1 0 0,9 4 0,15 6 0,-12-7 0,6 2 0,38 7 0,-46-15 0,-10 0 0,-9-3 0,-18-4 0,1 2 0,-30-5 0,-9-2 0,9 4 0,106 19-201,0 3-1,52 19 0,-79-24-558,-13-3-6066</inkml:trace>
</inkml:ink>
</file>

<file path=ppt/ink/ink2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9:32.5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57 9 24575,'-17'-5'0,"6"1"0,28 8 0,157 42 0,-92-23 0,-58-14 0,-24-9 0,0 0 0,1 0 0,-1 0 0,0 1 0,0-1 0,1 0 0,-1 0 0,0 0 0,0 1 0,1-1 0,-1 0 0,0 0 0,0 1 0,1-1 0,-1 0 0,0 0 0,0 1 0,0-1 0,0 0 0,0 1 0,1-1 0,-1 0 0,0 0 0,0 1 0,-1 0 0,1-1 0,0 1 0,-1-1 0,1 0 0,-1 1 0,1-1 0,-1 1 0,1-1 0,-1 0 0,1 0 0,-1 1 0,1-1 0,-1 0 0,1 0 0,-1 0 0,0 1 0,1-1 0,-1 0 0,0 0 0,-9 1 0,0-1 0,1 0 0,-1 0 0,1-1 0,-1 0 0,1-1 0,-17-5 0,-1 1 0,-1 0 0,0-1 0,0 2 0,0 1 0,-32 0 0,45 4-1365,2 0-5461</inkml:trace>
</inkml:ink>
</file>

<file path=ppt/ink/ink2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9:37.8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 51 24575,'-5'-15'0,"-10"-20"0,16 39 0,0-1 0,0 1 0,0 0 0,-1 0 0,0 0 0,0 6 0,1 8 0,3 23 0,2 1 0,2-2 0,16 51 0,-5-49 56,-14-31-411,0 0 0,0 0-1,4 17 1,-6-16-6471</inkml:trace>
</inkml:ink>
</file>

<file path=ppt/ink/ink2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9:38.2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897 30 24575,'-1'1'0,"1"0"0,0-1 0,-1 1 0,1 0 0,-1-1 0,1 1 0,-1 0 0,1-1 0,-1 1 0,1-1 0,-1 1 0,0-1 0,1 1 0,-1-1 0,0 1 0,1-1 0,-1 0 0,0 1 0,1-1 0,-1 0 0,-1 1 0,-21 6 0,18-6 0,-26 7 0,0-2 0,-1-1 0,0-1 0,0-2 0,-48-3 0,-159-25 0,131 8-45,49 7-395,-1 2 0,-78-1 0,125 10-6386</inkml:trace>
</inkml:ink>
</file>

<file path=ppt/ink/ink2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9:39.1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47 52 24575,'3'-5'0,"1"0"0,0 0 0,-1 1 0,1-1 0,1 1 0,-1 0 0,1 0 0,6-4 0,-9 7 0,0 0 0,0 0 0,1 0 0,-1 0 0,0 1 0,0-1 0,1 0 0,-1 1 0,0 0 0,0 0 0,1-1 0,-1 1 0,0 1 0,1-1 0,-1 0 0,0 0 0,1 1 0,-1 0 0,0-1 0,0 1 0,0 0 0,1 0 0,-1 0 0,2 2 0,2 1 0,1 1 0,-1 0 0,0 0 0,-1 1 0,1 0 0,-1 0 0,0 0 0,-1 1 0,1-1 0,3 11 0,-3-9 0,-1 1 0,-1 0 0,0 1 0,0-1 0,-1 1 0,0-1 0,0 1 0,-1 10 0,0-11 0,-1 0 0,-1 1 0,0-1 0,0 0 0,-1 0 0,-3 10 0,4-16 0,0-1 0,0 1 0,0-1 0,0 1 0,0-1 0,-1 1 0,1-1 0,-1 0 0,0 1 0,0-1 0,0 0 0,0 0 0,0-1 0,0 1 0,0 0 0,-1-1 0,1 1 0,-1-1 0,1 0 0,-1 0 0,1 0 0,-1 0 0,0 0 0,-3 0 0,-1 0 0,-1 0 0,0-1 0,1 0 0,-1-1 0,1 0 0,-1 0 0,1 0 0,0-1 0,-1 0 0,1-1 0,0 1 0,0-2 0,0 1 0,1-1 0,-1 0 0,1 0 0,0 0 0,0-1 0,0 0 0,1 0 0,0-1 0,-7-8 0,10 12-31,1-1-1,-1 0 0,1 0 0,0 0 0,-1-1 1,1 1-1,0 0 0,1 0 0,-1-1 1,1 1-1,-1 0 0,1-1 0,0 1 1,0 0-1,1-1 0,-1 1 0,1 0 1,-1-1-1,1 1 0,0 0 0,0 0 1,1 0-1,-1 0 0,1 0 0,-1 0 1,1 0-1,0 0 0,0 0 0,0 1 1,0-1-1,1 1 0,-1 0 0,1-1 1,-1 1-1,1 0 0,0 1 0,0-1 1,0 0-1,0 1 0,0 0 0,0 0 1,4-2-1,6 1-6794</inkml:trace>
</inkml:ink>
</file>

<file path=ppt/ink/ink2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9:39.4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 0 24575,'-5'3'0,"-4"0"0,-1 0-8191</inkml:trace>
</inkml:ink>
</file>

<file path=ppt/ink/ink2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9:39.9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56 24575,'12'-6'0,"10"-5"0,1 0 0,26-7 0,-43 16 0,0 0 0,0 0 0,0 1 0,0 0 0,0 1 0,0-1 0,0 1 0,1 0 0,-1 1 0,0-1 0,0 1 0,0 0 0,0 1 0,6 2 0,-10-3 0,0 0 0,0 0 0,0 0 0,0 0 0,-1 0 0,1 1 0,0-1 0,-1 0 0,1 1 0,-1 0 0,1-1 0,-1 1 0,0 0 0,0 0 0,0 0 0,0-1 0,1 4 0,-1-1 0,0 0 0,0-1 0,-1 1 0,1 0 0,-1 0 0,0 0 0,0 0 0,-1 7 0,-1 0 0,0-1 0,-1 1 0,0-1 0,-1 0 0,0 0 0,-7 11 0,9-17 0,0 0 0,0 0 0,0 0 0,0 1 0,1-1 0,-1 1 0,1 0 0,1-1 0,-1 1 0,0 0 0,1-1 0,0 1 0,0 0 0,1 6 0,0-7 0,0-1 0,1 1 0,-1 0 0,1-1 0,-1 1 0,1-1 0,0 0 0,0 0 0,1 0 0,-1 0 0,1 0 0,-1 0 0,1 0 0,0-1 0,0 1 0,0-1 0,0 0 0,4 2 0,-2-1 9,1-1 1,-1 1-1,1-1 0,-1 0 0,1-1 1,0 1-1,0-1 0,0 0 0,-1-1 0,1 1 1,0-1-1,9-1 0,-12 1-60,0-1 0,0 1-1,-1-1 1,1 0 0,-1 0 0,1 0 0,0 0-1,-1 0 1,0 0 0,1-1 0,-1 1-1,0-1 1,0 0 0,0 0 0,0 1 0,0-1-1,0-1 1,0 1 0,0 0 0,-1 0 0,0-1-1,1 1 1,-1 0 0,0-1 0,0 1 0,0-1-1,0 0 1,0-4 0,1-5-6775</inkml:trace>
</inkml:ink>
</file>

<file path=ppt/ink/ink2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9:40.5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59 24575,'17'-12'0,"34"-15"0,-43 23 0,0 1 0,0 0 0,0 0 0,1 1 0,-1 0 0,1 1 0,8-1 0,-15 2 0,0 0 0,-1 0 0,1 0 0,-1 1 0,1-1 0,-1 0 0,1 1 0,-1-1 0,1 1 0,-1-1 0,1 1 0,-1 0 0,0-1 0,1 1 0,-1 0 0,0 0 0,0 0 0,2 1 0,-2 0 0,1 0 0,-1 1 0,1-1 0,-1 0 0,0 1 0,0-1 0,0 0 0,0 1 0,1 4 0,0 5 0,-1-1 0,0 1 0,-1 22 0,-1-25 0,0 22 0,0-15 0,0 0 0,3 31 0,-1-46 0,-1-1 0,0 1 0,0-1 0,0 0 0,0 1 0,1-1 0,-1 1 0,0-1 0,0 0 0,1 1 0,-1-1 0,0 0 0,1 1 0,-1-1 0,0 0 0,1 0 0,-1 1 0,0-1 0,1 0 0,-1 0 0,1 0 0,-1 1 0,0-1 0,1 0 0,-1 0 0,1 0 0,-1 0 0,1 0 0,-1 0 0,0 0 0,1 0 0,-1 0 0,1 0 0,-1 0 0,1 0 0,-1 0 0,1 0 0,-1-1 0,1 1 0,21-8 0,-14 5 0,0-1 0,-1 2 0,1-1 0,1 1 0,-1 0 0,0 1 0,1 0 0,-1 0 0,0 0 0,1 1 0,12 2 0,30 8-1365,-36-5-5461</inkml:trace>
</inkml:ink>
</file>

<file path=ppt/ink/ink2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9:49.8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536 171 24575,'1'-2'0,"-1"0"0,1 0 0,-1 1 0,1-1 0,-1 0 0,0 0 0,0 0 0,0 0 0,0 1 0,0-1 0,0 0 0,-1 0 0,1 0 0,0 0 0,-1 1 0,0-1 0,1 0 0,-1 0 0,0 1 0,0-1 0,0 1 0,0-1 0,0 1 0,0-1 0,-1 1 0,-1-2 0,-4-4 0,-1-1 0,0 2 0,-11-9 0,17 14 0,-17-14 0,-1 2 0,-1 0 0,0 2 0,0 0 0,-30-10 0,49 20 0,0 1 0,1 0 0,-1-1 0,0 1 0,0 0 0,0 0 0,1 0 0,-1 0 0,0 1 0,0-1 0,0 0 0,1 1 0,-1-1 0,0 1 0,0 0 0,1-1 0,-1 1 0,1 0 0,-1 0 0,0 0 0,1 0 0,0 0 0,-1 1 0,1-1 0,0 0 0,0 1 0,-1-1 0,0 3 0,-3 4 0,-1 1 0,2 0 0,-1 0 0,-2 11 0,-2 2 0,7-18 0,0-1 0,0 1 0,0 0 0,0-1 0,0 0 0,-1 1 0,0-1 0,1 0 0,-1 0 0,0 0 0,-1-1 0,1 1 0,0-1 0,-1 0 0,1 0 0,-1 0 0,0 0 0,0 0 0,0-1 0,0 0 0,0 0 0,0 0 0,0 0 0,0-1 0,0 1 0,0-1 0,0 0 0,0 0 0,-1-1 0,-6-1 0,-5-1 0,0-1 0,-16-7 0,27 9 0,-1-1 0,0 1 0,1-1 0,-1 0 0,1-1 0,0 1 0,0-1 0,-7-7 0,11 9-151,-1 0-1,1 0 0,0 1 0,0-1 1,0 0-1,0 0 0,0 0 1,0-3-1,-1-5-6674</inkml:trace>
</inkml:ink>
</file>

<file path=ppt/ink/ink2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9:50.1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390 70 24575,'-12'-10'0,"-2"-1"0,-1 1 0,-28-16 0,40 24 0,-1 0 0,1 1 0,-1-1 0,0 1 0,0 0 0,1 0 0,-1 0 0,0 1 0,0-1 0,0 1 0,0 0 0,0 0 0,1 0 0,-1 1 0,0-1 0,0 1 0,0 0 0,-6 2 0,4 1 0,1-1 0,-1 1 0,1 0 0,0 0 0,-6 6 0,8-7 0,0 1 0,0-1 0,0 0 0,-1-1 0,1 1 0,-1-1 0,0 0 0,0 1 0,0-2 0,0 1 0,0 0 0,0-1 0,0 0 0,-6 1 0,-6-1-146,1-1-1,-1-1 0,0 0 1,1-1-1,-17-5 1,24 6-340,-2-1-6340</inkml:trace>
</inkml:ink>
</file>

<file path=ppt/ink/ink2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9:51.0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3 24575,'0'0'0,"0"-1"0,0 1 0,0 0 0,0 0 0,0 0 0,-1 0 0,1-1 0,0 1 0,0 0 0,0 0 0,0 0 0,-1 0 0,1 0 0,0 0 0,0 0 0,0 0 0,-1-1 0,1 1 0,0 0 0,0 0 0,-1 0 0,1 0 0,0 0 0,0 0 0,0 0 0,-1 0 0,1 0 0,0 0 0,0 0 0,0 1 0,-1-1 0,1 0 0,0 0 0,0 0 0,-1 0 0,-3 8 0,1 13 0,3-21 0,0 29 0,1 0 0,1 0 0,6 31 0,11 69 0,-19-127 0,0-1 0,1 1 0,-1-1 0,0 1 0,1-1 0,0 1 0,-1-1 0,1 0 0,0 1 0,0-1 0,-1 0 0,1 0 0,0 1 0,0-1 0,1 0 0,-1 0 0,0 0 0,0 0 0,0-1 0,1 1 0,-1 0 0,0 0 0,1-1 0,-1 1 0,1-1 0,-1 1 0,1-1 0,-1 1 0,3-1 0,5 1 0,1 0 0,-1-1 0,0 0 0,9-2 0,1 1 0,61 1 0,28-2 0,-103 2-124,0 0 0,1-1 0,-1 0 0,0 0 0,0 0 0,0 0-1,0-1 1,0 0 0,0 0 0,8-6 0,-3 0-6702</inkml:trace>
</inkml:ink>
</file>

<file path=ppt/ink/ink2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9:51.3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59 0 24575,'-3'1'0,"0"0"0,0 0 0,0 0 0,0 0 0,0 0 0,0 1 0,1-1 0,-1 1 0,0 0 0,1 0 0,-1 0 0,1 0 0,0 0 0,0 0 0,0 1 0,0-1 0,0 1 0,0-1 0,1 1 0,-1 0 0,1 0 0,0-1 0,-1 1 0,1 0 0,1 0 0,-1 1 0,0-1 0,1 0 0,0 0 0,-1 0 0,1 0 0,1 5 0,1 9 0,0 0 0,1 0 0,1 0 0,11 28 0,-7-21 0,-5-14-341,-1 0 0,0 0-1,1 19 1,-2-17-6485</inkml:trace>
</inkml:ink>
</file>

<file path=ppt/ink/ink2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9:51.6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24575,'0'2'0,"2"2"0,1 1 0,3 4 0,0 1 0,-1 0-8191</inkml:trace>
</inkml:ink>
</file>

<file path=ppt/ink/ink2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9:52.3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 0 24575,'-5'19'0,"1"0"0,1-1 0,0 2 0,2-1 0,0 0 0,1 0 0,3 22 0,-3-40 0,0 0 0,0 0 0,0 0 0,0 0 0,0 0 0,1 0 0,-1 0 0,0 0 0,1 0 0,-1 0 0,1 0 0,-1-1 0,1 1 0,-1 0 0,1 0 0,-1 0 0,1-1 0,0 1 0,0 0 0,-1-1 0,1 1 0,0-1 0,0 1 0,0-1 0,-1 1 0,1-1 0,0 1 0,0-1 0,0 0 0,0 1 0,0-1 0,1 0 0,4 0 0,-1 0 0,0 0 0,0-1 0,0 1 0,7-3 0,16-1 0,-14 6 0,-1 0 0,1 0 0,0 1 0,-1 1 0,1 1 0,-1-1 0,23 14 0,-24-12 0,0 1 0,0 1 0,-1 0 0,0 0 0,-1 1 0,1 1 0,14 17 0,-23-23 0,0-1 0,0 1 0,-1 0 0,1 0 0,-1-1 0,0 1 0,0 0 0,0 0 0,0 0 0,-1 0 0,1 1 0,-1-1 0,0 0 0,-1 0 0,1 0 0,-1 0 0,1 0 0,-1 0 0,-1 0 0,1 0 0,0 0 0,-1-1 0,0 1 0,0 0 0,0-1 0,0 1 0,0-1 0,-1 0 0,0 0 0,1 0 0,-1 0 0,0 0 0,-1-1 0,-5 5 0,-2-2 0,0 1 0,-1-2 0,1 0 0,-1 0 0,0-1 0,0 0 0,-1-1 0,1-1 0,0 0 0,-1 0 0,-17-2 0,7-5-1365,14 3-5461</inkml:trace>
</inkml:ink>
</file>

<file path=ppt/ink/ink2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9:52.7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45 24575,'32'-7'0,"16"-3"0,6 1 0,0 1 0,-6 3 0,-4 1 0,-6 3 0,-5 2 0,-2 3 0,-4-1 0,-2 0 0,-3-1 0,-3 0 0,-4-2-8191</inkml:trace>
</inkml:ink>
</file>

<file path=ppt/ink/ink2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0:12.5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 24575,'0'0'0,"0"-1"0,0 1 0,1 0 0,-1 0 0,0 0 0,0 0 0,0-1 0,0 1 0,0 0 0,1 0 0,-1 0 0,0 0 0,0 0 0,0 0 0,1 0 0,-1 0 0,0-1 0,0 1 0,0 0 0,1 0 0,-1 0 0,0 0 0,0 0 0,1 0 0,-1 0 0,0 0 0,0 0 0,0 0 0,1 0 0,-1 1 0,0-1 0,0 0 0,0 0 0,1 0 0,-1 0 0,4 8 0,-1 13 0,-3-21 0,7 69 0,1 38 0,-9-85 0,1-15 0,-1-1 0,1 1 0,0 0 0,0 0 0,1-1 0,0 1 0,2 7 0,-2-12 0,0-1 0,0 1 0,0-1 0,0 0 0,0 1 0,0-1 0,1 0 0,-1 0 0,0 0 0,1 0 0,-1 0 0,1 0 0,-1 0 0,1-1 0,-1 1 0,1 0 0,0-1 0,-1 1 0,1-1 0,0 0 0,0 0 0,-1 1 0,1-1 0,2-1 0,5 1 0,-1 0 0,1-1 0,12-2 0,200-41 0,-218 43-61,0 1-26,1-1 0,0 0 0,-1 0 0,1 0 1,-1 0-1,1 0 0,-1-1 0,1 1 0,-1-1 0,0 0 0,0 0 0,0 0 0,0-1 0,4-3 0</inkml:trace>
</inkml:ink>
</file>

<file path=ppt/ink/ink2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0:12.8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42 1 24575,'-2'1'0,"-1"0"0,1 0 0,-1 0 0,1 1 0,0-1 0,0 1 0,0 0 0,-1-1 0,1 1 0,1 0 0,-1 0 0,0 1 0,0-1 0,1 0 0,0 0 0,-1 1 0,1-1 0,0 1 0,0-1 0,0 1 0,0 0 0,1-1 0,-1 1 0,1 0 0,-1 4 0,1 7 0,0 0 0,0 0 0,5 26 0,-2-22 0,11 86 0,-11-83 50,2 11-1465,-2-23-5411</inkml:trace>
</inkml:ink>
</file>

<file path=ppt/ink/ink2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0:13.1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24575,'2'0'0</inkml:trace>
</inkml:ink>
</file>

<file path=ppt/ink/ink2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0:13.6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84 0 24575,'-9'5'0,"1"0"0,0 1 0,0 0 0,1 1 0,-1-1 0,1 1 0,-6 9 0,11-14 0,0 0 0,1 1 0,-1 0 0,1-1 0,0 1 0,0 0 0,0-1 0,0 1 0,0 0 0,0 0 0,1 0 0,-1 0 0,1 0 0,0 0 0,0 0 0,0 0 0,0 0 0,1 0 0,-1 0 0,1 0 0,0-1 0,-1 1 0,2 0 0,-1 0 0,0 0 0,0-1 0,3 5 0,-1-4 0,0 1 0,0-1 0,0 1 0,1-1 0,-1 0 0,1 0 0,0 0 0,0-1 0,8 5 0,5 1 0,20 6 0,-20-8 0,24 7 0,-24-9 0,-1 2 0,30 13 0,-42-17 0,-1 0 0,1 0 0,0 0 0,-1 1 0,0 0 0,0-1 0,0 1 0,0 0 0,0 1 0,0-1 0,-1 0 0,1 1 0,-1-1 0,0 1 0,0 0 0,2 7 0,-3-9 0,-1 0 0,1 1 0,-1-1 0,1 1 0,-1-1 0,0 1 0,0-1 0,0 0 0,-1 1 0,1-1 0,0 1 0,-1-1 0,1 0 0,-1 1 0,0-1 0,0 0 0,0 0 0,-2 3 0,1-2 0,-1 1 0,1-2 0,-1 1 0,0 0 0,0 0 0,0-1 0,0 0 0,0 0 0,-1 0 0,-4 3 0,-4-1 0,0 1 0,-1-2 0,1 1 0,-1-2 0,-25 3 0,32-5-105,-1 0 0,0-1 0,0 0 0,0 0 0,1-1 0,-1 0 0,1 0 0,-1 0 0,1-1 0,0 0 0,0 0 0,-11-8 0,8 6-6721</inkml:trace>
</inkml:ink>
</file>

<file path=ppt/ink/ink2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0:13.9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60 24575,'27'-12'0,"11"-5"0,5 2 0,-4 5 0,-2 4 0,-6 6 0,-5 3 0,-5 1 0,-4 2 0,-4 0-8191</inkml:trace>
</inkml:ink>
</file>

<file path=ppt/ink/ink2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0:14.5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285 1 24575,'2'16'0,"0"1"0,1-1 0,0 1 0,2-1 0,5 16 0,4 11 0,6 42 0,-3 0 0,6 107 0,-22-176 0,-1 1 0,0-1 0,-2 1 0,-3 17 0,-19 62 0,21-88 0,2-5 0,1 0 0,-1 0 0,0-1 0,1 1 0,-1 0 0,1 0 0,0 0 0,0 0 0,0 0 0,0 0 0,2 4 0,-1-5 0,-1 0 0,1-1 0,0 1 0,1 0 0,-1-1 0,0 1 0,0-1 0,0 0 0,1 1 0,-1-1 0,1 0 0,-1 0 0,1 0 0,0 0 0,-1 0 0,1 0 0,0-1 0,-1 1 0,3 0 0,6 2 0,-3 0 0,-15-1 0,-24 2 0,-69 5 0,-125-9-1365,199 0-5461</inkml:trace>
</inkml:ink>
</file>

<file path=ppt/ink/ink2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0:15.7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26 24575,'0'-1'0,"0"-1"0,1 1 0,-1 0 0,1-1 0,-1 1 0,1 0 0,0-1 0,-1 1 0,1 0 0,0 0 0,0 0 0,0 0 0,0 0 0,0 0 0,0 0 0,0 0 0,1 0 0,-1 0 0,0 1 0,0-1 0,1 0 0,-1 1 0,0-1 0,3 0 0,-3 2 0,0-1 0,0 0 0,1 0 0,-1 1 0,0-1 0,0 0 0,0 1 0,1-1 0,-1 1 0,0 0 0,0-1 0,0 1 0,0 0 0,0 0 0,0-1 0,0 1 0,-1 0 0,1 0 0,0 0 0,0 0 0,-1 0 0,1 0 0,0 0 0,-1 1 0,1-1 0,-1 0 0,0 0 0,1 2 0,2 9 0,0-1 0,-1 1 0,-1 0 0,0 0 0,0 0 0,-2 0 0,0 14 0,-1 26 0,10 44 0,-2-38 0,-2-6 0,7 131 0,-12-152 0,2 40 0,-1-69 0,0-1 0,0 0 0,0 1 0,1-1 0,-1 0 0,1 1 0,-1-1 0,1 0 0,-1 0 0,1 1 0,0-1 0,0 0 0,-1 0 0,1 0 0,0 0 0,0 0 0,0 0 0,0 0 0,0 0 0,0-1 0,1 1 0,-1 0 0,0 0 0,0-1 0,1 1 0,-1-1 0,0 1 0,0-1 0,2 0 0,5 2 0,-1-2 0,0 1 0,1-1 0,10-1 0,2 1 0,67 9 0,-65-6 0,-8 0-1365,-1 0-5461</inkml:trace>
</inkml:ink>
</file>

<file path=ppt/ink/ink2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0:17.1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14 24575,'37'-3'0,"136"-8"0,-161 12 0,0-1 0,-1 2 0,1-1 0,0 2 0,-1 0 0,1 0 0,-1 1 0,15 7 0,-25-11 0,-1 0 0,0 0 0,1 1 0,-1-1 0,0 0 0,1 0 0,-1 0 0,0 0 0,1 1 0,-1-1 0,0 0 0,1 1 0,-1-1 0,0 0 0,0 0 0,1 1 0,-1-1 0,0 0 0,0 1 0,0-1 0,1 0 0,-1 1 0,0-1 0,0 1 0,0-1 0,0 1 0,-8 4 0,-15-3 0,-137-2 0,100-10 0,31 5 0,27 5-114,1 0 1,-1-1-1,0 1 0,1-1 0,-1 1 1,1-1-1,-1 0 0,1 1 0,-1-1 1,1 0-1,-2-1 0</inkml:trace>
</inkml:ink>
</file>

<file path=ppt/ink/ink2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0:17.4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403 46 24575,'-27'-7'0,"-14"-3"0,-2 1 0,1 1 0,5 3 0,7 1 0,6 3 0,4 0 0,4 1 0,1 0 0,2 3 0,-1 1 0,1-1 0,0 2 0,-1 1 0,0-2 0,0-1 0,2-1-8191</inkml:trace>
</inkml:ink>
</file>

<file path=ppt/ink/ink2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0:18.1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17 24575,'0'-12'0,"0"7"0,0 11 0,1 12 0,2 0 0,0 0 0,0-1 0,2 0 0,6 18 0,-4-16 0,0 0 0,-2 1 0,-1-1 0,0 1 0,2 31 0,-6-48 0,0-1 0,0 0 0,0 0 0,0 0 0,0 0 0,1 1 0,-1-1 0,1 0 0,0 0 0,-1 0 0,1 0 0,0 0 0,3 3 0,-3-4 0,1 1 0,-1-1 0,1 0 0,-1 0 0,1 0 0,-1 0 0,1 0 0,0-1 0,-1 1 0,1 0 0,0-1 0,0 0 0,0 1 0,0-1 0,-1 0 0,5 0 0,11 1 0,1-2 0,0 0 0,23-5 0,53-16 0,-46 10 0,-32 9 0,-1-1 0,1-1 0,-1 0 0,-1-2 0,17-8 0,-29 14-136,-1 0-1,1 0 1,-1 0-1,0 0 1,1-1-1,-1 1 1,0-1-1,0 1 0,2-3 1,1-4-6690</inkml:trace>
</inkml:ink>
</file>

<file path=ppt/ink/ink2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0:18.4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90 1 24575,'-6'3'0,"-4"3"0,0 0 0,1 0 0,0 1 0,-12 11 0,18-15 0,0 1 0,1-1 0,0 0 0,0 1 0,0-1 0,0 1 0,0 0 0,1 0 0,-1-1 0,1 1 0,0 0 0,0 0 0,1 0 0,-1 0 0,1 1 0,0 3 0,1 4 0,0 0 0,0 0 0,1-1 0,1 1 0,7 19 0,27 53 0,-11-30 0,-19-31-1365,-5-13-5461</inkml:trace>
</inkml:ink>
</file>

<file path=ppt/ink/ink2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0:19.4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 0 24575,'-4'20'0,"-3"8"0,1 3 0,1-2 0,4-4 0,4-3 0,5-5 0,0-4 0,2-3 0,1-4 0,0-3-8191</inkml:trace>
</inkml:ink>
</file>

<file path=ppt/ink/ink2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0:19.6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 10 24575,'-3'-5'0,"0"1"0,0 3 0</inkml:trace>
</inkml:ink>
</file>

<file path=ppt/ink/ink2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0:20.0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215 28 24575,'-65'-21'0,"56"19"0,1 0 0,0 1 0,-1 0 0,1 0 0,-17 2 0,24-1 0,-1 0 0,0 0 0,0 0 0,1 1 0,-1-1 0,0 1 0,1-1 0,-1 1 0,0-1 0,1 1 0,-1 0 0,1 0 0,-1 0 0,1 0 0,-1 0 0,1 0 0,0 0 0,0 0 0,-1 0 0,1 1 0,0-1 0,0 1 0,0-1 0,0 1 0,-1 2 0,2-1 0,-1-1 0,1 1 0,0 0 0,0 0 0,0-1 0,0 1 0,0 0 0,0 0 0,1-1 0,0 1 0,-1 0 0,1-1 0,0 1 0,0-1 0,2 4 0,12 20 0,1-1 0,2 0 0,21 23 0,-6-7 0,-11-16 0,-15-18 0,-1 1 0,1-1 0,-1 1 0,-1 1 0,5 8 0,-9-16 0,-1-1 0,0 1 0,1 0 0,-1 0 0,0-1 0,0 1 0,1 0 0,-1 0 0,0-1 0,0 1 0,0 0 0,0 0 0,0 0 0,0-1 0,0 1 0,0 0 0,-1 0 0,1-1 0,0 1 0,0 0 0,0 0 0,-1-1 0,1 1 0,-1 0 0,1-1 0,-1 2 0,0-1 0,-1 0 0,1 0 0,0 0 0,-1 0 0,1-1 0,0 1 0,-1 0 0,1-1 0,-1 1 0,0-1 0,1 0 0,-3 1 0,-6 0 0,0-1 0,-1 0 0,-12-1 0,18 1 0,-32-5-219,-45-11-1,62 12-706,4 0-5900</inkml:trace>
</inkml:ink>
</file>

<file path=ppt/ink/ink2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0:21.0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24575,'3'10'0,"0"-1"0,1 1 0,0-1 0,0 0 0,1 0 0,1-1 0,0 1 0,0-1 0,0 0 0,1-1 0,0 0 0,10 9 0,-1-4 0,0 0 0,1-1 0,0-1 0,1 0 0,23 8 0,-36-16 0,1 0 0,0 0 0,-1-1 0,1 0 0,0 0 0,0 0 0,0-1 0,10 0 0,-14 0 0,0 0 0,-1 0 0,1-1 0,-1 1 0,1 0 0,-1-1 0,1 1 0,-1-1 0,1 0 0,-1 1 0,1-1 0,-1 0 0,0 0 0,1 0 0,-1 0 0,0 0 0,0 0 0,0 0 0,0-1 0,0 1 0,0 0 0,0 0 0,0-1 0,0 1 0,-1-1 0,1 1 0,0-1 0,-1 1 0,0-1 0,1 1 0,-1-1 0,0 1 0,0-1 0,1 0 0,-1 1 0,-1-4 0,1 0 0,-1-1 0,0 0 0,-1 0 0,1 0 0,-1 1 0,0-1 0,-6-9 0,2 3 0,-2 1 0,-10-15 0,66 59 0,-41-28 0,1 0 0,0 0 0,0-1 0,1 0 0,0 0 0,-1-1 0,1 0 0,18 3 0,-25-6 0,-1 0 0,0 0 0,1 0 0,-1 0 0,1-1 0,-1 1 0,0 0 0,1-1 0,-1 1 0,0-1 0,1 0 0,-1 1 0,0-1 0,0 0 0,0 0 0,1 0 0,-1 0 0,0 0 0,0 0 0,0 0 0,-1 0 0,1 0 0,0 0 0,0-1 0,-1 1 0,1 0 0,1-3 0,-1 2 0,0-1 0,0 1 0,1 0 0,-1 0 0,1 0 0,4-4 0,-6 6 0,1-1 0,0 1 0,-1 0 0,1-1 0,0 1 0,-1 0 0,1 0 0,0 0 0,0 0 0,-1 0 0,1 0 0,0 0 0,-1 0 0,1 0 0,0 0 0,0 0 0,-1 0 0,1 0 0,0 0 0,-1 1 0,1-1 0,0 0 0,-1 1 0,1-1 0,0 0 0,0 2 0,20 15 0,-8-7 0,3-1-136,0-1-1,1 0 1,0-1-1,0-1 1,0-1-1,1 0 1,0-1-1,0-1 0,28 1 1,-33-4-6690</inkml:trace>
</inkml:ink>
</file>

<file path=ppt/ink/ink2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0:21.3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90 0 24575,'-5'2'0,"-5"2"0,0 0 0,1 0 0,0 1 0,-16 11 0,24-15 0,-1 0 0,0 0 0,1 1 0,-1-1 0,1 1 0,0-1 0,-1 1 0,1 0 0,0-1 0,0 1 0,0 0 0,0 0 0,0 0 0,1 0 0,-1 0 0,0 0 0,1 0 0,0 0 0,-1 0 0,1 0 0,0 0 0,0 0 0,0 0 0,0 0 0,0 0 0,1 0 0,-1 0 0,1 0 0,-1 0 0,3 4 0,-2-4 0,0-1 0,0 1 0,0-1 0,0 1 0,1-1 0,-1 1 0,1-1 0,-1 0 0,1 1 0,0-1 0,-1 0 0,1 0 0,0 0 0,0-1 0,-1 1 0,1 0 0,0-1 0,0 1 0,0-1 0,0 1 0,0-1 0,0 0 0,0 0 0,0 0 0,0 0 0,0 0 0,0 0 0,0-1 0,3 0 0,-1 0 0,-1 0 0,0 1 0,1-1 0,-1-1 0,0 1 0,0 0 0,0-1 0,0 1 0,0-1 0,0 0 0,-1 0 0,1 0 0,-1-1 0,1 1 0,-1-1 0,0 1 0,3-4 0,-3-1 0,1 0 0,-1-1 0,0 0 0,2-13 0,0-4 0,2 37 0,0 9 0,-3-11-273,0 0 0,0 0 0,2 0 0,5 11 0,-1-8-6553</inkml:trace>
</inkml:ink>
</file>

<file path=ppt/ink/ink2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0:21.7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24575,'9'7'0,"7"6"0,5 2 0,1 1 0,-1 1 0,2-1 0,-2-2 0,-1-2 0,-1 0 0,-3-2 0,0-3 0,-1 0 0,-1-2 0,0-1 0,-2-3 0</inkml:trace>
</inkml:ink>
</file>

<file path=ppt/ink/ink2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0:21.9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205 1 24575,'-22'24'0,"-10"11"0,-2 2 0,5-3 0,5-2 0,4-5 0,3-4 0,2-5 0,3-7-8191</inkml:trace>
</inkml:ink>
</file>

<file path=ppt/ink/ink2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0:23.2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59 129 24575,'8'69'0,"2"-1"0,21 76 0,-26-131 0,-1 0 0,2-1 0,0 1 0,0-1 0,1-1 0,15 19 0,-15-23 0,-7-14 0,-6-14 0,-5-2 0,-30-45 0,-2-6 0,31 51 0,1-1 0,2 0 0,0-1 0,2 0 0,0 0 0,2-1 0,1 0 0,1 1 0,0-39 0,3 52 0,2-14 0,0 23 0,2 7 0,1 6 0,4 11 0,1-1 0,1 0 0,1-1 0,0 0 0,2-1 0,0 0 0,1-1 0,22 19 0,-29-29 0,1 0 0,0-1 0,0 0 0,0-1 0,1 0 0,0-1 0,0 1 0,0-2 0,1 0 0,16 3 0,-22-5 0,-1 0 0,1-1 0,-1 0 0,1 0 0,-1 0 0,0 0 0,1-1 0,-1 0 0,1 0 0,-1 0 0,0-1 0,0 1 0,0-1 0,0 0 0,0 0 0,0 0 0,0-1 0,0 1 0,-1-1 0,0 0 0,1 0 0,-1 0 0,0 0 0,0-1 0,-1 1 0,1-1 0,-1 0 0,2-4 0,4-7 0,-2 0 0,0-1 0,-1 0 0,0 0 0,-2 0 0,0 0 0,2-30 0,-2 66 0,0-1 0,12 34 0,-6-24 0,3 0 0,0-2 0,1 1 0,2-2 0,1 0 0,1-1 0,37 43 0,-35-45-1365,-12-12-5461</inkml:trace>
</inkml:ink>
</file>

<file path=ppt/ink/ink2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1:03.56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1548 45 24575,'6'-3'0,"15"-11"0,-20 14 0,0-1 0,0 0 0,0 0 0,0 1 0,-1-1 0,1 0 0,0 0 0,0 0 0,-1 0 0,1 0 0,0 0 0,-1 0 0,1-1 0,-1 1 0,1-2 0,-1 3 0,0 0 0,0-1 0,0 1 0,0-1 0,0 1 0,-1 0 0,1-1 0,0 1 0,0-1 0,0 1 0,0 0 0,-1-1 0,1 1 0,0 0 0,0-1 0,-1 1 0,1 0 0,0-1 0,-1 1 0,1 0 0,0 0 0,-1 0 0,1-1 0,-1 1 0,1 0 0,0 0 0,-1 0 0,1 0 0,0 0 0,-1-1 0,1 1 0,-1 0 0,1 0 0,-1 0 0,1 0 0,0 0 0,-1 0 0,1 0 0,-1 1 0,-21 1 0,19-1 0,-50 4 0,0-2 0,0-3 0,-55-6 0,63 3 0,-396-2 0,257 7 0,150-2 0,-216 8 0,26-1 0,151-8 0,70 1 0,1 0 0,0 0 0,0 0 0,0 0 0,1 0 0,-1 0 0,0 0 0,0 0 0,0 1 0,1-1 0,-1 1 0,0 0 0,1-1 0,-1 1 0,-1 1 0,3-2 0,0 0 0,-1 0 0,1 1 0,0-1 0,0 0 0,0 0 0,0 0 0,0 0 0,0 1 0,0-1 0,1 0 0,-1 0 0,0 0 0,0 0 0,0 1 0,0-1 0,0 0 0,0 0 0,0 0 0,0 0 0,0 1 0,0-1 0,0 0 0,1 0 0,-1 0 0,0 0 0,0 0 0,0 0 0,0 1 0,0-1 0,1 0 0,-1 0 0,0 0 0,0 0 0,0 0 0,0 0 0,1 0 0,-1 0 0,0 0 0,0 0 0,0 0 0,0 0 0,1 0 0,-1 0 0,0 0 0,0 0 0,1 0 0,9 2 0,39 1 0,55-3 0,22 1 0,402 42 0,-101-7 0,-310-30 0,52 5 0,-164-11 0,-1 1 0,0-1 0,1 0 0,-1 0 0,0 0 0,1-1 0,-1 0 0,0 0 0,1 0 0,4-2 0,-9 3 0,0 0 0,0 0 0,0 0 0,0 0 0,0 0 0,0 0 0,0 0 0,0 0 0,0 0 0,0 0 0,0 0 0,0 0 0,0 0 0,1 0 0,-1 0 0,0 0 0,0 0 0,0 0 0,0-1 0,0 1 0,0 0 0,0 0 0,0 0 0,0 0 0,0 0 0,0 0 0,0 0 0,0 0 0,0 0 0,0 0 0,0 0 0,0 0 0,0 0 0,0-1 0,0 1 0,0 0 0,0 0 0,0 0 0,0 0 0,0 0 0,-1 0 0,1 0 0,0 0 0,0 0 0,0 0 0,0 0 0,0 0 0,0 0 0,0 0 0,0 0 0,0 0 0,0 0 0,0 0 0,0 0 0,0 0 0,0-1 0,-7-2 0,-8-3 0,-10 2 0,0 0 0,0 2 0,-1 1 0,-30 2 0,-13 0 0,-77-8 0,-41 0 0,-10 0 0,-12-1 0,-303 9-1365,500-1-5461</inkml:trace>
</inkml:ink>
</file>

<file path=ppt/ink/ink2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1:20.89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314 104 24575,'528'-14'0,"-482"14"0,-239-9 0,87 3 0,-183-9 0,186 9 0,-71-2 0,173 8 0,-18 0 0,16 0 0,13 0 0,799 0 0,-801 0 0,-3 0 0,1 0 0,0 0 0,-1 1 0,1-1 0,0 1 0,9 3 0,-15-4 0,0 0 0,0 0 0,0 0 0,1 0 0,-1 0 0,0 0 0,0 0 0,0 0 0,0 0 0,0 0 0,0 0 0,0 0 0,0 0 0,0 0 0,0 0 0,1 0 0,-1 0 0,0 0 0,0 0 0,0 0 0,0 0 0,0 1 0,0-1 0,0 0 0,0 0 0,0 0 0,0 0 0,0 0 0,0 0 0,0 0 0,0 0 0,0 0 0,1 0 0,-1 0 0,0 0 0,0 0 0,0 1 0,0-1 0,0 0 0,0 0 0,0 0 0,0 0 0,0 0 0,0 0 0,0 0 0,0 0 0,0 0 0,0 0 0,0 1 0,0-1 0,0 0 0,0 0 0,-1 0 0,1 0 0,0 0 0,0 0 0,0 0 0,0 0 0,0 0 0,-7 3 0,-12-1 0,-133-16 0,57 3 0,30 5 0,-260-19 0,311 24 0,-25-1 0,37 2 0,1 0 0,-1 0 0,0 0 0,0 1 0,0-1 0,0 0 0,0 1 0,0 0 0,0-1 0,1 1 0,-1 0 0,0 0 0,0 0 0,-2 2 0,4-3 0,0 0 0,-1 1 0,1-1 0,0 0 0,0 0 0,0 0 0,-1 1 0,1-1 0,0 0 0,0 0 0,0 1 0,0-1 0,0 0 0,-1 1 0,1-1 0,0 0 0,0 0 0,0 1 0,0-1 0,0 0 0,0 1 0,0-1 0,0 0 0,0 1 0,0-1 0,0 0 0,0 0 0,0 1 0,0-1 0,1 0 0,-1 1 0,0-1 0,0 0 0,0 0 0,0 1 0,1-1 0,11 7 0,16-3 0,174-2 0,-103-4 0,220 2 0,-305-2 0,-19-1 0,-21-3 0,-127-7 0,-162 8 0,265 7 0,1 2 0,-48 11 0,87-13 0,-1 1 0,1 1 0,0 0 0,-15 9 0,23-13-151,0 1-1,1 0 0,-1 0 0,0-1 1,0 1-1,1-1 0,-1 1 1,-4-1-1</inkml:trace>
</inkml:ink>
</file>

<file path=ppt/ink/ink2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2:27.2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667 46 24575,'-6'-6'0,"5"5"0,-1-1 0,1 1 0,-1-1 0,1 1 0,-1-1 0,0 1 0,1 0 0,-1 0 0,0 0 0,0 0 0,0 0 0,0 0 0,0 0 0,-4 0 0,-94-13 0,78 11 0,0 0 0,-1 2 0,1 1 0,-28 2 0,-37 13 0,69-12 0,0 0 0,0 2 0,0 0 0,1 2 0,-1-1 0,2 2 0,-1 1 0,-21 13 0,30-15 0,0 0 0,0 0 0,1 0 0,-11 15 0,-22 38 0,33-50 0,3-2 0,0 0 0,0 1 0,0-1 0,1 1 0,1 0 0,-1 0 0,1 0 0,-1 13 0,2-1 0,0 0 0,4 34 0,-2-49 0,0 0 0,0 1 0,0-1 0,1 0 0,0 0 0,0 0 0,1 0 0,0 0 0,0-1 0,0 1 0,0-1 0,6 7 0,-3-6 0,0 0 0,0 0 0,1-1 0,0 0 0,0 0 0,0-1 0,0 1 0,11 3 0,9 2 0,1-2 0,0-1 0,0-1 0,38 4 0,-57-9 0,97 8 0,145-6 0,-146-4 0,-102 1-117,12 0 368,-15 0-309,1 0 1,-1 0-1,1 0 0,-1 0 1,1 0-1,-1 0 0,1 0 1,-1 0-1,0-1 0,1 1 1,-1 0-1,1 0 0,-1 0 1,0 0-1,1-1 1,-1 1-1,0 0 0,1 0 1,-1-1-1,0 1 0,1 0 1,-1-1-1,0 1 0,0 0 1,1-1-1</inkml:trace>
</inkml:ink>
</file>

<file path=ppt/ink/ink2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2:29.1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148 75 24575,'-2'-4'0,"0"-1"0,0 1 0,0-1 0,0 0 0,1 1 0,0-1 0,-1-6 0,2 10 0,0 0 0,0 0 0,0-1 0,0 1 0,0 0 0,1 0 0,-1 0 0,0-1 0,1 1 0,-1 0 0,1 0 0,-1 0 0,1 0 0,-1 0 0,1 0 0,0 0 0,-1 0 0,1 0 0,0 0 0,0 0 0,0 1 0,0-1 0,0 0 0,0 0 0,0 1 0,0-1 0,0 1 0,0-1 0,0 1 0,0-1 0,0 1 0,1 0 0,-1 0 0,2-1 0,5 0 0,-1 1 0,1 0 0,-1 0 0,1 1 0,-1-1 0,1 2 0,-1-1 0,1 1 0,-1 0 0,0 1 0,0-1 0,0 1 0,7 5 0,10 6 0,0 1 0,23 19 0,-42-30 0,-1-1 0,-1 1 0,1 0 0,-1 0 0,1 0 0,-1 0 0,0 1 0,-1-1 0,1 1 0,-1 0 0,0 0 0,0 0 0,2 7 0,-4-9 0,1-1 0,-1 0 0,1 1 0,-1-1 0,0 1 0,0-1 0,0 1 0,0-1 0,-1 0 0,1 1 0,-1-1 0,1 1 0,-1-1 0,0 0 0,0 1 0,0-1 0,0 0 0,0 0 0,-1 0 0,1 0 0,-1 0 0,1 0 0,-1 0 0,0-1 0,1 1 0,-1 0 0,0-1 0,0 1 0,0-1 0,-4 2 0,-7 2 0,1 0 0,-1-1 0,0 0 0,0-1 0,0 0 0,0-1 0,-1-1 0,1 0 0,0-1 0,-16-1 0,8-1 0,0-1 0,1-1 0,-1-1 0,1-1 0,-34-14 0,49 17 0,0 1 0,0-1 0,0 1 0,0-2 0,0 1 0,1 0 0,0-1 0,-7-6 0,10 8 0,-1 0 0,1 0 0,0 0 0,-1-1 0,1 1 0,0 0 0,1 0 0,-1-1 0,0 1 0,1 0 0,-1-1 0,1 1 0,0-1 0,0 1 0,0-1 0,0 1 0,0 0 0,0-1 0,1 1 0,-1-1 0,1 1 0,1-3 0,-2 2 6,1 1 0,0-1-1,0 1 1,1-1 0,-1 1-1,0 0 1,1 0 0,-1 0 0,1 0-1,0 0 1,0 0 0,0 0-1,0 0 1,0 1 0,0-1-1,0 1 1,1-1 0,-1 1 0,0 0-1,5-1 1,0 0-254,1 0 1,-1 1-1,1 0 1,-1 1-1,15 0 1,-9 1-6579</inkml:trace>
</inkml:ink>
</file>

<file path=ppt/ink/ink2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2:29.6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14 173 24575,'-1'21'0,"1"-16"0,-1 0 0,1 1 0,0-1 0,0 1 0,0-1 0,1 0 0,0 1 0,0-1 0,0 0 0,3 8 0,-4-13 0,1 1 0,-1-1 0,0 0 0,0 1 0,0-1 0,0 0 0,1 0 0,-1 1 0,0-1 0,0 0 0,0 0 0,1 1 0,-1-1 0,0 0 0,0 0 0,1 0 0,-1 0 0,0 1 0,1-1 0,-1 0 0,0 0 0,1 0 0,-1 0 0,0 0 0,1 0 0,-1 0 0,0 0 0,1 0 0,-1 0 0,1 0 0,5-8 0,-5 6 0,0-1 0,-1 0 0,1 0 0,0 1 0,-1-1 0,0-3 0,-2-11 0,-1 1 0,0 0 0,-8-19 0,7 21 0,0 1 0,0-1 0,1 0 0,-1-26 0,4 38 4,0 0 1,0 0-1,0-1 0,1 1 0,-1 0 0,1 0 0,0-1 0,-1 1 0,1 0 1,0 0-1,0 0 0,1 0 0,-1 0 0,0 0 0,1 0 0,-1 1 0,1-1 1,-1 0-1,1 1 0,0-1 0,-1 1 0,1 0 0,0-1 0,0 1 0,0 0 1,0 0-1,1 0 0,1 0 0,0 0-91,-1 0-1,1 0 1,0 0 0,-1 1-1,1 0 1,0-1 0,0 1-1,-1 1 1,1-1-1,0 0 1,0 1 0,-1 0-1,1 0 1,-1 0 0,1 0-1,4 3 1,2 2-6739</inkml:trace>
</inkml:ink>
</file>

<file path=ppt/ink/ink2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2:30.1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1 173 24575,'-1'13'0,"2"0"0,-1 0 0,1 0 0,1 0 0,0 0 0,1 0 0,8 21 0,-11-34 0,0 0 0,0 1 0,0-1 0,0 0 0,0 0 0,0 1 0,0-1 0,0 0 0,0 0 0,0 1 0,0-1 0,0 0 0,0 0 0,1 0 0,-1 1 0,0-1 0,0 0 0,0 0 0,0 0 0,0 1 0,1-1 0,-1 0 0,0 0 0,0 0 0,0 0 0,1 0 0,-1 1 0,0-1 0,0 0 0,1 0 0,-1 0 0,0 0 0,0 0 0,0 0 0,1 0 0,-1 0 0,0 0 0,0 0 0,1 0 0,-1 0 0,4-11 0,-4-18 0,-2 9 0,-10-35 0,7 39 0,1-1 0,1 0 0,-1-23 0,4 34 0,0 0 0,1 0 0,-1 0 0,1 1 0,1-1 0,-1 0 0,1 0 0,3-8 0,-3 11 0,-1 1 0,0 0 0,1-1 0,-1 1 0,1 0 0,-1 0 0,1 0 0,0 0 0,0 0 0,0 0 0,0 1 0,1-1 0,-1 1 0,0-1 0,1 1 0,-1 0 0,1 0 0,-1 0 0,1 0 0,-1 0 0,4 0 0,-4 1-170,0 0-1,1 0 0,-1 0 1,0 0-1,0 0 0,0 1 1,4 0-1,4 2-6655</inkml:trace>
</inkml:ink>
</file>

<file path=ppt/ink/ink2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2:30.6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1 232 24575,'91'-32'0,"-81"28"0,0 0 0,-1-1 0,0-1 0,0 1 0,-1-1 0,0-1 0,9-8 0,-14 12 0,-1 0 0,0 0 0,0 0 0,0 0 0,0 0 0,-1 0 0,1-1 0,-1 1 0,0-1 0,0 1 0,0-1 0,0 1 0,-1-1 0,0 0 0,1 1 0,-1-1 0,0 0 0,-1 1 0,1-1 0,-1 0 0,1 1 0,-1-1 0,0 1 0,-1-1 0,1 1 0,-1 0 0,1-1 0,-1 1 0,0 0 0,0 0 0,0 0 0,-4-3 0,4 3 0,-1 0 0,0 0 0,0 0 0,0 1 0,0-1 0,-1 1 0,1 0 0,-1 0 0,1 0 0,-1 0 0,0 1 0,-7-3 0,8 4 0,0-1 0,0 1 0,0 0 0,0 0 0,0 0 0,0 0 0,-1 0 0,1 1 0,0 0 0,0-1 0,1 1 0,-1 0 0,0 0 0,0 1 0,0-1 0,1 1 0,-1-1 0,-3 4 0,1-1 0,1 1 0,0-1 0,0 1 0,0 0 0,0 1 0,1-1 0,0 1 0,0-1 0,0 1 0,1 0 0,0 0 0,0 0 0,1 0 0,-1 0 0,1 1 0,1-1 0,-1 0 0,1 1 0,0-1 0,0 0 0,1 1 0,2 8 0,-2-12 0,0-1 0,0 1 0,1 0 0,-1 0 0,1-1 0,-1 1 0,1-1 0,0 0 0,0 1 0,0-1 0,0 0 0,1 0 0,-1 0 0,1-1 0,-1 1 0,1 0 0,-1-1 0,7 2 0,4 2 0,0 0 0,26 4 0,-24-6 0,68 11 0,-47-9 0,36 0-1365,-58-5-5461</inkml:trace>
</inkml:ink>
</file>

<file path=ppt/ink/ink2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2:31.3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88 709 24575,'8'-9'0,"10"-12"0,29-43 0,-43 56 0,1 0 0,-1-1 0,-1 1 0,1-1 0,-1 0 0,-1 0 0,0 0 0,0 0 0,0-14 0,-2-1 0,0 1 0,-2 0 0,-1-1 0,-11-40 0,-35-88 0,23 80 0,-3-33 0,29 103 0,-1-1 0,0 0 0,0 1 0,0-1 0,0 1 0,-3-5 0,4 6 0,0 1 0,-1 0 0,1 0 0,0-1 0,0 1 0,-1 0 0,1 0 0,0-1 0,-1 1 0,1 0 0,0 0 0,-1 0 0,1-1 0,0 1 0,-1 0 0,1 0 0,0 0 0,-1 0 0,1 0 0,0 0 0,-1 0 0,1 0 0,-1 0 0,0 0 0,0 0 0,1 1 0,-1-1 0,0 1 0,0-1 0,1 1 0,-1-1 0,0 1 0,1-1 0,-1 1 0,1-1 0,-1 1 0,1 0 0,-1-1 0,0 2 0,-5 7 0,1 0 0,0 1 0,1-1 0,0 1 0,0 0 0,1 0 0,0 0 0,1 1 0,0-1 0,1 1 0,0 0 0,0-1 0,1 1 0,2 15 0,3 10 0,2 0 0,19 64 0,-6-45 0,42 87 0,-54-126 0,1 0 0,1-1 0,13 17 0,-16-24 0,0 0 0,0 0 0,1-1 0,0 0 0,1 0 0,15 9 0,-22-15-65,1 0 0,-1 1 0,1-1 0,0 0 0,0-1 0,0 1 0,0 0 0,-1-1 0,1 0 0,0 0 0,0 1 0,0-2 0,0 1 0,0 0 0,0-1 0,0 1 0,0-1 0,-1 0 0,1 0 0,3-1 0,6-4-6761</inkml:trace>
</inkml:ink>
</file>

<file path=ppt/ink/ink2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2:31.8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136 52 24575,'-7'-7'0,"-1"1"0,0 1 0,0 0 0,0 0 0,-1 0 0,0 1 0,0 1 0,0-1 0,-14-2 0,22 5 0,-1 1 0,1 0 0,0 0 0,-1 0 0,1 0 0,0 0 0,0 0 0,-1 0 0,1 1 0,0-1 0,0 0 0,-1 1 0,1-1 0,0 1 0,0-1 0,0 1 0,0-1 0,0 1 0,-1 0 0,0 1 0,0 0 0,1-1 0,0 1 0,0 0 0,0-1 0,1 1 0,-1 0 0,0 0 0,0 0 0,1 0 0,-1-1 0,1 1 0,0 3 0,-1 4 0,1 0 0,1 0 0,-1 1 0,4 13 0,-1-11 0,0-1 0,1 0 0,0 0 0,1 0 0,0 0 0,0-1 0,1 0 0,0 0 0,1 0 0,0-1 0,1 0 0,0 0 0,14 11 0,-19-18 0,1 1 0,-1-1 0,0 0 0,1-1 0,-1 1 0,1 0 0,0-1 0,-1 0 0,1 0 0,0 0 0,0 0 0,5 0 0,-8-1 0,1 0 0,0 0 0,0 0 0,-1 0 0,1 0 0,0-1 0,-1 1 0,1-1 0,0 1 0,-1-1 0,1 1 0,-1-1 0,1 0 0,-1 0 0,1 0 0,-1 0 0,1 0 0,-1 0 0,0 0 0,0 0 0,0-1 0,1 1 0,-1 0 0,0-1 0,-1 1 0,1-1 0,0 1 0,0-1 0,-1 1 0,2-3 0,0-5 0,-1 0 0,1 0 0,-2-1 0,1 1 0,-1 0 0,0-1 0,-1 1 0,0-1 0,-1 1 0,0 0 0,0 0 0,-1 0 0,0 0 0,-1 0 0,-6-10 0,4 12 0,4 13 0,5 14 0,1-12 17,-1 1 0,1-1 1,0 0-1,1 0 0,0 0 0,5 6 0,39 40-1502,-40-44-5341</inkml:trace>
</inkml:ink>
</file>

<file path=ppt/ink/ink2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2:32.2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16 24575,'-5'-15'0,"8"25"0,9 26 0,53 163 0,-42-122 0,11 21 0,17 61 0,-50-153 0,1 0 0,-1 0 0,0 1 0,-1-1 0,0 8 0,0-13 0,0 0 0,0 0 0,0-1 0,0 1 0,0 0 0,0 0 0,0 0 0,-1 0 0,1 0 0,0 0 0,-1 0 0,1-1 0,-1 1 0,1 0 0,-1 0 0,1-1 0,-1 1 0,1 0 0,-1 0 0,0-1 0,1 1 0,-1-1 0,0 1 0,0-1 0,1 1 0,-1-1 0,0 1 0,0-1 0,0 0 0,0 1 0,0-1 0,1 0 0,-1 0 0,0 0 0,0 0 0,0 1 0,0-1 0,0 0 0,0-1 0,0 1 0,0 0 0,0 0 0,0 0 0,0-1 0,-6-1-91,0 0 1,1-1-1,0 0 0,0 0 0,0-1 0,-8-6 0,8 7-638,-7-6-6097</inkml:trace>
</inkml:ink>
</file>

<file path=ppt/ink/ink2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2:32.5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48 24575,'61'-5'0,"-12"2"0,77-16 0,-103 10 0,2-2 0,-24 11 0,0 0 0,0 0 0,0 0 0,0 0 0,0 0 0,0 0 0,0 0 0,0 0 0,0 0 0,0 0 0,0 1 0,0-1 0,0 0 0,0 1 0,0-1 0,0 1 0,0-1 0,0 1 0,0-1 0,0 1 0,-1 0 0,2 0 0,7 10 0,-1 0 0,-1 0 0,1 1 0,9 22 0,8 14 0,-25-47-35,6 8-297,0 0-1,0-1 1,11 12-1</inkml:trace>
</inkml:ink>
</file>

<file path=ppt/ink/ink2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2:32.7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24575,'2'0'0,"4"2"0,0 6 0,0 4 0,-2 0-8191</inkml:trace>
</inkml:ink>
</file>

<file path=ppt/ink/ink2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2:33.2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103 1 24575,'17'10'0,"0"2"0,-1 0 0,21 19 0,-28-22 0,0 1 0,-1 0 0,-1 0 0,1 0 0,-2 1 0,10 18 0,-12-20 0,0 1 0,0-1 0,-1 1 0,-1 0 0,1 0 0,0 13 0,-3-20 0,1-1 0,-1 1 0,0-1 0,-1 1 0,1-1 0,0 1 0,-1-1 0,1 1 0,-1-1 0,0 1 0,0-1 0,0 0 0,0 1 0,0-1 0,-1 0 0,1 0 0,-1 0 0,1 0 0,-1 0 0,0 0 0,0 0 0,0-1 0,0 1 0,0-1 0,0 1 0,0-1 0,0 0 0,-1 1 0,1-1 0,-3 0 0,-6 2 0,1-1 0,0 0 0,-1-1 0,0 0 0,1-1 0,-1 0 0,1 0 0,-1-2 0,1 1 0,-1-1 0,1 0 0,0-1 0,-19-8 0,23 8 0,1 1 0,0-1 0,1 0 0,-1 0 0,0 0 0,1-1 0,0 0 0,0 0 0,0 0 0,-5-7 0,7 8 0,0-1 0,0 1 0,0-1 0,1 1 0,0-1 0,0 1 0,0-1 0,0 0 0,0 0 0,1 1 0,-1-1 0,1 0 0,0 0 0,1 0 0,-1 1 0,2-8 0,-1 7-59,-1 1 0,1-1-1,0 0 1,1 0-1,-1 1 1,1-1 0,0 1-1,0-1 1,0 1 0,0 0-1,0-1 1,1 1 0,-1 0-1,1 1 1,0-1-1,0 0 1,0 1 0,0 0-1,1 0 1,-1 0 0,0 0-1,7-2 1,1 1-6767</inkml:trace>
</inkml:ink>
</file>

<file path=ppt/ink/ink2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2:33.7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24575,'25'42'0,"-15"-23"0,1 0 0,1 0 0,0-1 0,2 0 0,30 30 0,-43-47 0,0 0 0,0 0 0,1 0 0,-1 0 0,0 0 0,0 0 0,0-1 0,1 1 0,-1-1 0,0 1 0,1-1 0,-1 1 0,1-1 0,-1 0 0,1 1 0,-1-1 0,1 0 0,-1 0 0,0 0 0,1 0 0,-1 0 0,3-1 0,-2 0 0,0 0 0,0 0 0,0 0 0,0 0 0,-1-1 0,1 1 0,0 0 0,-1-1 0,1 0 0,0 1 0,-1-1 0,0 0 0,2-2 0,2-4 0,-1-1 0,0 0 0,0 0 0,-1 0 0,4-16 0,-6 20 0,0 0 0,0 0 0,1 1 0,-1-1 0,1 1 0,0-1 0,5-7 0,-6 11 0,0 0 0,0 0 0,0 0 0,0 0 0,1 0 0,-1 0 0,0 0 0,0 0 0,1 1 0,-1-1 0,0 1 0,1-1 0,-1 1 0,0-1 0,1 1 0,-1 0 0,1-1 0,-1 1 0,0 0 0,1 0 0,-1 0 0,1 0 0,-1 0 0,1 1 0,-1-1 0,1 0 0,-1 1 0,0-1 0,1 1 0,-1-1 0,2 2 0,14 7 0,1 1 0,-2 1 0,25 19 0,-10-7 0,17 12-1365,-38-26-5461</inkml:trace>
</inkml:ink>
</file>

<file path=ppt/ink/ink2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2:34.9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103 26 24575,'4'-4'0,"-1"0"0,0 1 0,0-1 0,4-7 0,-37 30 0,24-13 0,1-1 0,-1 1 0,1-1 0,0 2 0,0-1 0,0 0 0,1 1 0,0 0 0,1 0 0,0 0 0,0 0 0,-3 12 0,-2 10 0,-7 56 0,10-39 0,2-1 0,2 1 0,9 91 0,-3-104 0,1 0 0,2 0 0,1-1 0,1 0 0,2 0 0,18 33 0,-22-50 14,2 0-1,-1-1 0,2 0 0,0-1 1,0 0-1,1-1 0,1 0 1,24 17-1,-19-17-225,1-1 0,0-1 0,0 0-1,1-2 1,0 0 0,33 8 0,-40-13-6614</inkml:trace>
</inkml:ink>
</file>

<file path=ppt/ink/ink2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2:36.7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 24575,'0'6'0,"0"2"0,0 0 0,0 0 0,1 1 0,3 12 0,-4-20 0,1 0 0,-1 1 0,0-1 0,1 0 0,-1 0 0,1 0 0,-1 1 0,1-1 0,0 0 0,0 0 0,-1 0 0,1 0 0,0 0 0,0 0 0,0 0 0,0 0 0,0-1 0,0 1 0,0 0 0,0-1 0,0 1 0,1 0 0,-1-1 0,0 1 0,0-1 0,1 0 0,-1 1 0,0-1 0,0 0 0,1 0 0,-1 0 0,0 0 0,1 0 0,-1 0 0,0 0 0,3-1 0,-3 1 0,1-1 0,0 1 0,0-1 0,0 0 0,0 0 0,0 1 0,-1-1 0,1 0 0,0-1 0,-1 1 0,1 0 0,-1 0 0,0-1 0,1 1 0,-1-1 0,0 1 0,0-1 0,1 1 0,-1-1 0,1-3 0,0-1 0,1-1 0,-2 0 0,1 0 0,1-9 0,2-9 0,-5 25 0,0 0 0,0-1 0,0 1 0,0 0 0,0 0 0,0-1 0,0 1 0,0 0 0,0 0 0,0 0 0,0-1 0,0 1 0,1 0 0,-1 0 0,0 0 0,0 0 0,0-1 0,0 1 0,1 0 0,-1 0 0,0 0 0,0 0 0,0 0 0,0 0 0,1 0 0,-1-1 0,0 1 0,0 0 0,1 0 0,-1 0 0,0 0 0,0 0 0,0 0 0,1 0 0,-1 0 0,0 0 0,0 0 0,1 0 0,9 7 0,9 16 0,-16-20 0,54 65-1365,-45-55-5461</inkml:trace>
</inkml:ink>
</file>

<file path=ppt/ink/ink2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2:38.1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191 66 24575,'-13'-9'0,"-53"-29"0,60 35 0,0 0 0,-1 1 0,0-1 0,0 1 0,0 1 0,0-1 0,0 1 0,-8 0 0,13 1 0,1 0 0,-1 0 0,1 0 0,-1 1 0,1-1 0,-1 0 0,1 1 0,-1-1 0,1 1 0,-1-1 0,1 1 0,0 0 0,-1 0 0,1 0 0,0-1 0,0 1 0,0 0 0,-2 2 0,1 0 0,1-1 0,-1 0 0,1 1 0,0-1 0,0 1 0,0 0 0,0-1 0,0 1 0,0 4 0,-1 3 0,1 0 0,1 0 0,0 0 0,2 16 0,-1-20 0,1 0 0,-1 0 0,1 0 0,0 0 0,0 0 0,1 0 0,0 0 0,0-1 0,0 1 0,0-1 0,1 0 0,0 0 0,0 0 0,1-1 0,-1 1 0,1-1 0,0 0 0,7 4 0,8 4 0,1-1 0,1 0 0,34 11 0,-13-6 0,-25-8-195,0-1 0,1 0 0,1-1 0,-1-2 0,1 0 0,27 2 0,-33-6-6631</inkml:trace>
</inkml:ink>
</file>

<file path=ppt/ink/ink2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2:38.5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143 90 24575,'-15'-4'0,"0"0"0,-22-3 0,34 7 0,-1-1 0,0 1 0,1 0 0,-1 0 0,0 0 0,1 1 0,-1-1 0,0 1 0,1 0 0,-1 0 0,-4 3 0,7-4 0,-1 1 0,1-1 0,0 1 0,0 0 0,0-1 0,0 1 0,0 0 0,0 0 0,0 0 0,0 0 0,0 0 0,1 0 0,-1 0 0,0 0 0,1 0 0,-1 0 0,0 1 0,1-1 0,0 0 0,-1 0 0,1 0 0,-1 3 0,1-2 0,0 1 0,1-1 0,-1 0 0,1 0 0,-1 0 0,1 0 0,-1 0 0,1 0 0,0 0 0,0 0 0,0 0 0,3 3 0,0 0 0,0 0 0,0 0 0,1 0 0,0 0 0,0-1 0,0 0 0,12 7 0,-11-8 0,0-1 0,0 0 0,1 0 0,-1 0 0,1-1 0,-1 0 0,1 0 0,-1 0 0,9-1 0,-12 0 0,0 0 0,-1 0 0,1-1 0,0 1 0,0-1 0,0 1 0,0-1 0,0 0 0,-1 0 0,1 0 0,0-1 0,-1 1 0,1-1 0,-1 1 0,1-1 0,-1 0 0,0 0 0,0 0 0,0 0 0,0 0 0,0-1 0,2-3 0,-2 2 0,1 0 0,-2 0 0,1-1 0,-1 1 0,1-1 0,-1 1 0,0-1 0,-1 1 0,1-1 0,-1 0 0,0 0 0,0 1 0,0-1 0,-1 0 0,0 1 0,0-1 0,0 1 0,0-1 0,-1 1 0,0-1 0,0 1 0,0 0 0,0 0 0,0 0 0,-1 0 0,0 0 0,0 1 0,0-1 0,0 1 0,-1 0 0,1 0 0,-1 0 0,0 0 0,0 0 0,0 1 0,0 0 0,0 0 0,0 0 0,-1 0 0,1 1 0,-8-2 0,2 2-136,1 0-1,-1 0 1,0 1-1,1 0 1,-1 1-1,1 0 1,-1 1-1,1 0 0,-17 5 1,12-1-6690</inkml:trace>
</inkml:ink>
</file>

<file path=ppt/ink/ink2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2:39.0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24575,'9'16'0,"0"-1"0,1 0 0,1-1 0,0 0 0,1 0 0,1-1 0,-1-1 0,20 15 0,-28-25 0,-1 0 0,1 0 0,-1 0 0,1 0 0,0 0 0,0 0 0,-1-1 0,1 0 0,0 0 0,0 0 0,1 0 0,-1-1 0,0 0 0,6 0 0,-8 0 0,0 0 0,1-1 0,-1 1 0,0-1 0,0 0 0,0 0 0,0 0 0,0 0 0,0 0 0,0 0 0,0 0 0,-1 0 0,1-1 0,0 1 0,-1-1 0,1 0 0,-1 1 0,1-1 0,-1 0 0,0 0 0,0 0 0,0 0 0,0 0 0,0 0 0,0 0 0,0 0 0,0-4 0,3-17 0,-4 18 0,0 1 0,1 0 0,-1 0 0,1 0 0,0 0 0,1 0 0,1-6 0,-2 9 0,-1 1 0,1-1 0,-1 0 0,1 1 0,0-1 0,-1 0 0,1 1 0,0-1 0,-1 1 0,1-1 0,0 1 0,-1 0 0,1-1 0,0 1 0,0 0 0,0-1 0,0 1 0,1 0 0,0-1 0,0 1 0,-1 0 0,1 1 0,0-1 0,0 0 0,-1 0 0,1 1 0,0-1 0,-1 1 0,3 0 0,12 7 0,-1 1 0,1 0 0,-2 1 0,19 15 0,-10-7 0,11 8-682,44 43-1,-69-60-6143</inkml:trace>
</inkml:ink>
</file>

<file path=ppt/ink/ink2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2:39.5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68 24575,'31'31'0,"1"0"0,30 38 0,-28-29 0,-30-37 0,-1 0 0,0 0 0,1-1 0,0 1 0,-1-1 0,1 1 0,0-1 0,0 0 0,7 2 0,-10-4 0,0 0 0,0 0 0,0 1 0,0-1 0,0 0 0,0 0 0,0 0 0,0 0 0,0-1 0,0 1 0,0 0 0,-1 0 0,1-1 0,0 1 0,0 0 0,0-1 0,0 1 0,0-1 0,-1 1 0,1-1 0,0 1 0,0-1 0,0 0 0,1-1 0,-1 0 0,1 0 0,-1 0 0,0 0 0,0-1 0,1 1 0,-1 0 0,1-5 0,0-3 0,0 0 0,0 0 0,0-13 0,0-27 0,-5-59 0,3 108-50,0 0-1,0 0 1,0 0-1,0 0 0,0 0 1,-1 0-1,1 0 1,0 0-1,0 0 1,-1 0-1,1 0 0,-1 0 1,1 0-1,-1 0 1,1 0-1,-1 0 1,0 1-1,1-1 0,-1 0 1,0 0-1,0 1 1,1-1-1,-1 1 1,0-1-1,0 0 1,-1 0-1</inkml:trace>
</inkml:ink>
</file>

<file path=ppt/ink/ink2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2:40.3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102 177 24575,'10'-31'0,"3"-10"0,-12 38 0,-1 0 0,1 0 0,-1-1 0,0 1 0,0 0 0,0 0 0,0 0 0,0 0 0,-1-1 0,0-3 0,-2 2 0,0 0 0,0 0 0,-1 0 0,1 0 0,-1 1 0,0-1 0,-1 1 0,1 0 0,-1 0 0,1 1 0,-1-1 0,0 1 0,-10-5 0,14 8 0,0 0 0,0-1 0,-1 1 0,1 0 0,0 0 0,0 0 0,-1 0 0,1 0 0,0 0 0,0 0 0,0 0 0,-1 0 0,1 1 0,0-1 0,0 0 0,0 1 0,0-1 0,-1 1 0,1-1 0,-2 2 0,1 0 0,0 0 0,0 0 0,1 0 0,-1 0 0,0 0 0,1 0 0,-1 0 0,1 1 0,-2 2 0,1 1 0,-1 0 0,1 0 0,1 0 0,-1 0 0,1 0 0,0 0 0,0 12 0,2-11 0,0 0 0,0-1 0,1 1 0,0 0 0,0-1 0,0 1 0,1-1 0,0 0 0,0 0 0,1 0 0,-1 0 0,1 0 0,1-1 0,-1 0 0,1 0 0,0 0 0,0 0 0,0-1 0,1 0 0,-1 0 0,1 0 0,0-1 0,0 0 0,1 0 0,-1-1 0,0 1 0,1-1 0,0-1 0,-1 1 0,11 0 0,-12-2 0,0 1 0,0-1 0,0-1 0,0 1 0,-1-1 0,1 0 0,9-3 0,-12 4 0,-1-1 0,1 0 0,0 0 0,-1 0 0,1 0 0,-1-1 0,0 1 0,1 0 0,-1 0 0,0-1 0,0 1 0,0-1 0,0 1 0,0-1 0,0 0 0,0 1 0,0-1 0,-1 0 0,1 1 0,-1-1 0,1 0 0,-1 0 0,0 0 0,1-1 0,-1-3 6,0 0-1,0 0 1,0 1-1,-1-1 0,0 0 1,0 1-1,0-1 1,0 1-1,-1-1 1,0 1-1,0 0 1,-1-1-1,0 1 0,1 0 1,-2 1-1,1-1 1,0 0-1,-1 1 1,0 0-1,0 0 1,-6-5-1,3 4-111,0 0 0,0 0 0,-1 1 0,0 0 0,1 0 0,-1 1-1,-1 0 1,1 0 0,0 1 0,-1 0 0,1 1 0,-1 0 0,-13-1 0,10 3-6720</inkml:trace>
</inkml:ink>
</file>

<file path=ppt/ink/ink2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2:41.6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102 583 24575,'11'0'0,"-1"0"0,0-1 0,1 0 0,-1-1 0,14-3 0,-22 4 0,1 0 0,-1 0 0,1 0 0,-1 0 0,0 0 0,0 0 0,0-1 0,1 1 0,-1-1 0,0 0 0,-1 0 0,1 1 0,0-1 0,-1 0 0,1 0 0,-1-1 0,1 1 0,-1 0 0,0 0 0,0-1 0,0 1 0,0-1 0,0 1 0,-1-1 0,1 1 0,-1-5 0,1-10 0,-1-1 0,-1 1 0,0-1 0,-1 1 0,-6-19 0,-27-85 0,30 105 0,-11-34 0,-1-6 0,-36-78 0,53 133 0,-1 0 0,1-1 0,-1 1 0,1 0 0,-1-1 0,0 1 0,0 0 0,0 0 0,0 0 0,0 0 0,0 0 0,0 0 0,0 0 0,0 0 0,-3-1 0,4 2 0,-1 0 0,0 0 0,0 0 0,0 1 0,0-1 0,1 0 0,-1 0 0,0 1 0,0-1 0,0 0 0,1 1 0,-1-1 0,0 1 0,1-1 0,-1 1 0,0 0 0,1-1 0,-1 1 0,1-1 0,-1 1 0,1 0 0,-1 0 0,1-1 0,-1 1 0,1 0 0,-1 1 0,-7 13 0,1 0 0,0 0 0,2 0 0,-1 1 0,2 0 0,0 0 0,1 0 0,1 0 0,0 1 0,1 19 0,2-27 0,0 0 0,0-1 0,2 1 0,-1-1 0,1 1 0,0-1 0,0 0 0,1 0 0,0-1 0,1 1 0,6 8 0,-1-3 0,1 0 0,0 0 0,1-1 0,25 19 0,-16-15 0,1-2 0,42 21 0,-50-28 0,1-1 0,0-1 0,0 0 0,0-1 0,31 4 0,-44-8 0,1 0 0,0 1 0,-1-1 0,1-1 0,0 1 0,-1 0 0,1-1 0,-1 1 0,1-1 0,0 0 0,-1 0 0,1 0 0,-1 0 0,0 0 0,1 0 0,-1-1 0,0 1 0,0-1 0,4-3 0,-4 2 0,0 0 0,0 0 0,0 0 0,0-1 0,-1 1 0,0 0 0,1-1 0,-1 1 0,0-1 0,0 1 0,-1-1 0,1 1 0,-1-1 0,0-3 0,1-3 0,-1-1 0,1 1 0,-2 0 0,1 0 0,-1-1 0,-1 1 0,-3-14 0,2 17 0,4 16 0,5 13 0,-2-11 0,0 0 0,0-1 0,1 1 0,1-1 0,-1 0 0,1-1 0,1 0 0,9 11 0,-12-16 0,0 0 0,0 0 0,1 0 0,-1-1 0,1 0 0,0 0 0,0 0 0,0 0 0,0-1 0,0 0 0,1 0 0,-1 0 0,1-1 0,-1 0 0,1 0 0,-1 0 0,1-1 0,8 0 0,-11 0 0,0 0 0,-1 0 0,1-1 0,0 0 0,0 1 0,-1-1 0,1 0 0,0 0 0,-1-1 0,1 1 0,-1 0 0,1-1 0,-1 0 0,0 1 0,0-1 0,0 0 0,0 0 0,0 0 0,0-1 0,0 1 0,-1 0 0,3-4 0,-1-1 0,0 0 0,0 0 0,-1-1 0,0 1 0,0-1 0,1-14 0,-3 21 0,0 0 0,0-1 0,1 1 0,-1 0 0,0 0 0,0 0 0,1-1 0,-1 1 0,1 0 0,-1 0 0,1 0 0,-1 0 0,1 0 0,1-1 0,-2 2 0,1-1 0,-1 1 0,1 0 0,-1 0 0,1 0 0,0 0 0,-1 0 0,1 0 0,-1 0 0,1 0 0,-1 0 0,1 0 0,-1 0 0,1 0 0,-1 0 0,1 1 0,0-1 0,-1 0 0,1 0 0,-1 0 0,1 1 0,-1-1 0,0 0 0,1 1 0,-1-1 0,1 0 0,-1 1 0,1-1 0,-1 1 0,0-1 0,1 1 0,32 33 65,-21-20-780,24 19 0,-26-25-6111</inkml:trace>
</inkml:ink>
</file>

<file path=ppt/ink/ink2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2:42.3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4 24575,'-3'-3'0,"3"3"0,3 8 0,20 107 0,1 9 0,-19-106 0,6 22 0,16 41 0,-23-70 0,2 1 0,-1-1 0,2 0 0,-1 0 0,1-1 0,1 0 0,16 17 0,-21-25 6,-1 0-1,0 0 1,1 0-1,-1-1 0,1 1 1,0-1-1,0 0 1,-1 1-1,1-1 1,0 0-1,0-1 1,0 1-1,0-1 0,0 1 1,0-1-1,0 0 1,0 0-1,0 0 1,0 0-1,0-1 1,5 0-1,-4 0-92,-1-1-1,1 1 1,0-1 0,-1 1-1,1-1 1,-1 0 0,0 0-1,0-1 1,1 1-1,-2-1 1,1 1 0,0-1-1,0 0 1,-1 0 0,1 0-1,1-5 1,2-2-6739</inkml:trace>
</inkml:ink>
</file>

<file path=ppt/ink/ink2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2:42.5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332 9 24575,'-27'-2'0,"-11"-1"0,-2-1 0,3 4 0,6 2 0,4 0 0,3 2 0,3 1 0,3 2 0,3-1 0,0-1 0,1 2 0,1-2 0,1 0-8191</inkml:trace>
</inkml:ink>
</file>

<file path=ppt/ink/ink2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2:42.7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24575,'2'10'0,"4"6"0,0 2 0,3-2 0,1-1 0,-1 0 0,1-1 0,-2 0 0,1 0 0,-2 0 0,1-2 0</inkml:trace>
</inkml:ink>
</file>

<file path=ppt/ink/ink2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2:42.9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 24575,'3'-5'0,"0"3"0,0 5 0,-1 4 0</inkml:trace>
</inkml:ink>
</file>

<file path=ppt/ink/ink2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2:43.4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219 1 24575,'0'21'0,"1"-7"0,-1 1 0,-1-1 0,0 0 0,-5 24 0,5-34 0,0-1 0,0 0 0,0 0 0,-1 0 0,1 0 0,-1-1 0,1 1 0,-1 0 0,0-1 0,0 1 0,0-1 0,0 1 0,-1-1 0,1 0 0,-1 0 0,1 0 0,-1 0 0,0 0 0,1-1 0,-1 1 0,0-1 0,0 0 0,0 0 0,-1 0 0,1 0 0,-4 0 0,-1 0 0,0 0 0,-1-1 0,1 0 0,0 0 0,0-1 0,0 0 0,0 0 0,0-1 0,0 0 0,-9-4 0,14 5 0,0-1 0,0 1 0,0-1 0,0 1 0,1-1 0,-1 0 0,0 0 0,1 0 0,0 0 0,-1-1 0,1 1 0,0-1 0,0 1 0,0-1 0,1 0 0,-1 0 0,1 0 0,-1 0 0,1 0 0,0 0 0,0 0 0,0 0 0,1 0 0,-1 0 0,1-1 0,0 1 0,0-7 0,0 6-68,1 0 0,-1 0-1,1 0 1,0 0 0,0 0 0,1 0-1,-1 0 1,1 0 0,0 1 0,0-1-1,0 0 1,0 1 0,0 0 0,1-1-1,0 1 1,0 0 0,0 0-1,0 1 1,6-5 0,3 0-6758</inkml:trace>
</inkml:ink>
</file>

<file path=ppt/ink/ink2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2:43.9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24575,'1'0'0,"9"33"0,20 39 0,-26-63 0,1-1 0,0 1 0,0-1 0,1 0 0,0 0 0,1-1 0,-1 0 0,1 0 0,11 8 0,-17-14 0,0 0 0,0-1 0,0 1 0,0 0 0,0-1 0,0 1 0,0-1 0,0 1 0,0-1 0,0 0 0,0 1 0,0-1 0,1 0 0,-1 0 0,0 0 0,0 0 0,0 0 0,0 0 0,0 0 0,1 0 0,-1 0 0,0-1 0,2 1 0,-2-1 0,0 0 0,0 0 0,0 0 0,1 0 0,-1 0 0,0-1 0,0 1 0,0 0 0,-1 0 0,1-1 0,0 1 0,0 0 0,-1-1 0,1 1 0,0-2 0,1-5 0,0-1 0,0 1 0,-1 0 0,0-1 0,-1-8 0,-1 2 0,1 7 0,-1 0 0,1 0 0,0 0 0,3-12 0,-3 19 0,0 0 0,0 0 0,0 0 0,1 0 0,-1 0 0,0 0 0,1 0 0,-1 0 0,1 1 0,-1-1 0,1 0 0,-1 0 0,1 0 0,-1 1 0,1-1 0,0 0 0,0 1 0,-1-1 0,1 0 0,0 1 0,0-1 0,0 1 0,-1-1 0,1 1 0,0 0 0,0-1 0,0 1 0,0 0 0,0 0 0,0-1 0,0 1 0,0 0 0,0 0 0,0 0 0,0 0 0,0 0 0,0 1 0,0-1 0,0 0 0,0 0 0,0 0 0,-1 1 0,3 0 0,9 5 0,-1 0 0,0 1 0,0 0 0,-1 0 0,0 1 0,0 1 0,9 10 0,-14-14-170,0 1-1,0-1 0,-1 1 1,0 0-1,0 1 0,0-1 1,4 10-1,-4-3-6655</inkml:trace>
</inkml:ink>
</file>

<file path=ppt/ink/ink2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2:44.8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59 24575,'12'12'0,"1"0"0,20 14 0,-30-24 0,1 1 0,0-1 0,0 0 0,0 0 0,0 0 0,0 0 0,0-1 0,0 0 0,0 1 0,1-2 0,-1 1 0,0 0 0,1-1 0,8 0 0,-12 0 0,1-1 0,0 1 0,-1-1 0,1 1 0,-1-1 0,1 1 0,-1-1 0,1 0 0,-1 0 0,0 0 0,1 0 0,-1 0 0,0 0 0,0 0 0,0 0 0,0 0 0,0-1 0,0 1 0,0 0 0,0-1 0,0 1 0,0-1 0,-1 1 0,1-1 0,-1 1 0,1-1 0,0-2 0,0-5 0,0 0 0,-1 1 0,0-1 0,-1-11 0,0-7 0,1 27 0,0-1 0,0 0 0,0 1 0,0-1 0,0 0 0,0 0 0,0 1 0,0-1 0,1 0 0,-1 1 0,0-1 0,0 1 0,1-1 0,-1 0 0,0 1 0,1-1 0,-1 1 0,1-1 0,-1 1 0,0-1 0,1 1 0,-1-1 0,1 1 0,0-1 0,0 1 0,0-1 0,-1 1 0,1 0 0,0 0 0,0 0 0,0 0 0,0 0 0,0 0 0,0 1 0,-1-1 0,1 0 0,0 0 0,0 1 0,0-1 0,0 0 0,-1 1 0,2 0 0,5 4 0,0 0 0,-1 0 0,8 8 0,-10-8 0,43 43-1365,-38-39-5461</inkml:trace>
</inkml:ink>
</file>

<file path=ppt/ink/ink2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2:46.1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 24575,'1'-1'0,"-1"0"0,0 0 0,0 0 0,1 0 0,-1 0 0,1 1 0,-1-1 0,1 0 0,-1 0 0,1 0 0,-1 1 0,1-1 0,0 0 0,0 0 0,-1 1 0,1-1 0,0 1 0,0-1 0,0 1 0,-1-1 0,1 1 0,0-1 0,1 1 0,0 0 0,-1 0 0,1 0 0,-1 0 0,1 0 0,-1 0 0,1 0 0,-1 1 0,1-1 0,-1 0 0,1 1 0,-1-1 0,1 1 0,1 1 0,4 2 0,0 1 0,0 0 0,-1 1 0,8 6 0,8 12 0,-1 0 0,27 41 0,30 61 0,-66-106 0,16 28 0,-3 0 0,36 94 0,-53-118 0,-2-1 0,0 1 0,-1 1 0,-1-1 0,-1 1 0,-2-1 0,0 1 0,-5 41 0,3-55 0,-1-1 0,-1 0 0,0 1 0,0-1 0,0 0 0,-2 0 0,1-1 0,-8 12 0,8-15 0,0 0 0,-1-1 0,0 0 0,0 0 0,0 0 0,-1 0 0,1-1 0,-1 0 0,0 0 0,0 0 0,-1-1 0,1 0 0,-8 3 0,-5-1-1365,3-1-5461</inkml:trace>
</inkml:ink>
</file>

<file path=ppt/ink/ink2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2:47.2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204 62 24575,'1'0'0,"-1"0"0,1-1 0,-1 1 0,1 0 0,-1 0 0,1-1 0,-1 1 0,1 0 0,-1 0 0,1-1 0,-1 1 0,1-1 0,-1 1 0,0 0 0,1-1 0,-1 1 0,0-1 0,1 1 0,-1-1 0,0 1 0,0-1 0,1 1 0,-1-1 0,0 1 0,0-1 0,0 1 0,0-1 0,0 1 0,0-1 0,0 0 0,0 1 0,0-1 0,0 1 0,0-1 0,0 1 0,0-1 0,0 1 0,0-1 0,-1 1 0,1-1 0,0 1 0,0-1 0,-1 1 0,1-1 0,0 1 0,-1-1 0,1 1 0,0-1 0,-1 1 0,1 0 0,-1-1 0,1 1 0,-1 0 0,0-1 0,-2-2 0,-1 1 0,1-1 0,-1 1 0,1 0 0,-9-3 0,-5 0 0,0 0 0,-20-3 0,32 7 0,-1 1 0,1-1 0,-1 1 0,0 0 0,1 0 0,-1 1 0,1 0 0,-1 0 0,1 0 0,-11 4 0,14-4 0,-1 1 0,0 0 0,1 0 0,0 0 0,-1 1 0,1-1 0,0 0 0,0 1 0,0 0 0,1-1 0,-1 1 0,0 0 0,1 0 0,0 0 0,0 0 0,0 0 0,0 0 0,0 0 0,1 0 0,-1 0 0,1 1 0,0-1 0,0 3 0,0-3 0,0 0 0,0 0 0,0 0 0,0 0 0,1 0 0,-1 0 0,1 0 0,0 0 0,0 0 0,0 0 0,0-1 0,0 1 0,1 0 0,-1-1 0,1 1 0,0-1 0,-1 1 0,1-1 0,0 0 0,1 0 0,-1 0 0,0 0 0,0 0 0,5 2 0,2 0 0,-1-1 0,1 0 0,0-1 0,0 0 0,0 0 0,0-1 0,16 0 0,-21-1 0,0 0 0,0-1 0,0 1 0,0-1 0,-1 0 0,1 0 0,0 0 0,-1-1 0,1 1 0,-1-1 0,1 0 0,-1 0 0,0 0 0,0-1 0,0 1 0,0-1 0,0 1 0,0-1 0,-1 0 0,4-5 0,-5 7 0,0-1 0,-1 1 0,1-1 0,0 1 0,1 0 0,-1 0 0,0-1 0,0 1 0,0 0 0,1 0 0,1-1 0,-3 2 0,1 0 0,0 0 0,0 0 0,-1 0 0,1 0 0,0 1 0,-1-1 0,1 0 0,0 0 0,-1 0 0,1 1 0,-1-1 0,1 0 0,0 1 0,-1-1 0,1 1 0,-1-1 0,1 0 0,-1 1 0,1-1 0,-1 1 0,1 0 0,-1-1 0,0 1 0,1-1 0,-1 1 0,0 0 0,1-1 0,-1 2 0,16 22 0,0 0 0,2-1 0,23 24 0,-26-33-1365,-3-1-5461</inkml:trace>
</inkml:ink>
</file>

<file path=ppt/ink/ink2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2:47.7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256 63 24575,'-5'-6'0,"0"0"0,0 0 0,-1 0 0,0 1 0,0-1 0,0 2 0,-1-1 0,1 1 0,-1 0 0,-10-5 0,16 9 0,0-1 0,0 1 0,1 0 0,-1 0 0,0-1 0,0 1 0,0 0 0,0 0 0,1 0 0,-1 0 0,0 0 0,0 0 0,0 0 0,0 0 0,1 1 0,-1-1 0,0 0 0,0 0 0,0 1 0,1-1 0,-1 1 0,0-1 0,0 0 0,1 1 0,-2 0 0,1 1 0,0-1 0,0 0 0,1 1 0,-1-1 0,1 0 0,-1 1 0,1-1 0,-1 1 0,1-1 0,0 1 0,0-1 0,-1 1 0,1 1 0,1 4 0,-1 0 0,1-1 0,0 1 0,0 0 0,4 8 0,0-2 0,0 0 0,2 0 0,0-1 0,12 18 0,39 39 0,-4-5 0,-54-63 0,1 0 0,0-1 0,-1 1 0,1 0 0,0 0 0,-1 0 0,0 0 0,1 0 0,-1 0 0,1 0 0,-1 0 0,0 0 0,0 0 0,1 0 0,-1 0 0,0 0 0,0 0 0,0 0 0,0 2 0,-1-2 0,1-1 0,-1 1 0,1 0 0,-1-1 0,1 1 0,-1 0 0,1-1 0,-1 1 0,1-1 0,-1 1 0,0-1 0,1 1 0,-1-1 0,0 1 0,0-1 0,1 0 0,-1 1 0,0-1 0,-1 0 0,-5 2 0,-1-1 0,1 0 0,0-1 0,-11 0 0,11 0 0,-226-2-1365,213 2-5461</inkml:trace>
</inkml:ink>
</file>

<file path=ppt/ink/ink2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2:50.4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34 24575,'-1'-3'0,"-4"-14"0,4 16 0,1 1 0,0-1 0,0 0 0,0 1 0,0-1 0,-1 0 0,1 1 0,0-1 0,0 0 0,0 1 0,1-1 0,-1 0 0,0 1 0,0-1 0,0 0 0,0 1 0,1-1 0,0-1 0,-1 2 0,0 0 0,0 0 0,0 0 0,1 0 0,-1 0 0,0 0 0,0 0 0,1 0 0,-1 0 0,0 1 0,0-1 0,1 0 0,-1 0 0,0 0 0,0 0 0,1 0 0,-1 0 0,0 0 0,0 1 0,0-1 0,0 0 0,1 0 0,-1 0 0,0 1 0,0-1 0,0 0 0,0 0 0,0 0 0,1 1 0,-1-1 0,0 0 0,0 0 0,0 1 0,5 9 0,-4-8 0,31 70 0,13 24 0,-24-61 0,-19-33 0,0 1 0,0-1 0,0 0 0,0 1 0,0-1 0,1 0 0,-1-1 0,0 1 0,1 0 0,0-1 0,3 2 0,-6-3 0,1 1 0,0-1 0,0 0 0,0 0 0,0 0 0,0 0 0,0 0 0,0 0 0,0 0 0,0 0 0,0 0 0,0-1 0,-1 1 0,1 0 0,0-1 0,0 1 0,0 0 0,0-1 0,-1 1 0,1-1 0,0 1 0,0-1 0,-1 0 0,1 1 0,0-1 0,-1 0 0,1 1 0,-1-1 0,1 0 0,-1 0 0,1 0 0,0-1 0,1-3 0,1-1 0,-1 1 0,3-12 0,-3 12 0,1-8 0,-1 1 0,0-1 0,0-19 0,1-10 0,-3 42 0,0 0 0,0-1 0,0 1 0,0 0 0,0 0 0,0 0 0,0 0 0,0-1 0,0 1 0,0 0 0,1 0 0,-1 0 0,0-1 0,0 1 0,0 0 0,0 0 0,0 0 0,0 0 0,0 0 0,0-1 0,0 1 0,1 0 0,-1 0 0,0 0 0,0 0 0,0 0 0,0 0 0,0 0 0,1-1 0,-1 1 0,0 0 0,0 0 0,0 0 0,1 0 0,5 4 0,6 13 0,-10-15 0,5 10 0,2-1 0,-1 0 0,2 0 0,11 10 0,-17-17 0,-1-1 0,1-1 0,0 1 0,0-1 0,1 1 0,-1-1 0,0 0 0,1-1 0,-1 1 0,1-1 0,-1 0 0,1 0 0,0 0 0,0-1 0,-1 1 0,6-2 0,-8 1 0,-1 0 0,1 0 0,0 0 0,-1-1 0,1 1 0,-1-1 0,1 1 0,0-1 0,-1 0 0,0 1 0,1-1 0,-1 0 0,1 0 0,-1 0 0,0 0 0,0 0 0,1-1 0,-1 1 0,0 0 0,0-1 0,0 1 0,0 0 0,-1-1 0,2-2 0,1-3 0,-1 0 0,0-1 0,0 1 0,1-11 0,-3 12 0,1 1 0,0-1 0,0 1 0,1-1 0,0 1 0,3-8 0,-4 12 0,-1 1 0,1-1 0,-1 1 0,1-1 0,-1 1 0,1-1 0,0 1 0,-1 0 0,1-1 0,0 1 0,-1 0 0,1 0 0,0-1 0,0 1 0,-1 0 0,1 0 0,0 0 0,0 0 0,-1 0 0,1 0 0,0 0 0,0 0 0,-1 0 0,1 0 0,0 0 0,0 1 0,-1-1 0,1 0 0,0 1 0,-1-1 0,1 0 0,0 1 0,-1-1 0,1 1 0,0-1 0,-1 1 0,1 0 0,26 22 0,-23-19 0,54 55 56,28 27-1477,-78-79-5405</inkml:trace>
</inkml:ink>
</file>

<file path=ppt/ink/ink2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2:50.9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175 51 24575,'-16'-11'0,"-32"-15"0,43 23 0,0 1 0,1 1 0,-1-1 0,0 0 0,-1 1 0,1 0 0,0 1 0,0-1 0,0 1 0,0 0 0,-10 1 0,13-1 0,0 1 0,0 0 0,0 0 0,0 0 0,0 0 0,0 0 0,0 0 0,1 0 0,-1 1 0,0-1 0,1 1 0,-1-1 0,1 1 0,-1 0 0,1-1 0,0 1 0,0 0 0,0 0 0,0 0 0,0 0 0,0 0 0,0 0 0,1 0 0,-1 0 0,0 4 0,-1 5 0,1 0 0,0 0 0,1 18 0,0-27 0,0 1 0,0 1 0,1-1 0,-1 0 0,1 1 0,0-1 0,0 1 0,0-1 0,0 0 0,1 0 0,-1 0 0,1 0 0,3 5 0,-4-7 0,0 0 0,0 0 0,0 0 0,0 0 0,0 0 0,0-1 0,0 1 0,0 0 0,0-1 0,1 1 0,-1-1 0,0 1 0,0-1 0,0 0 0,1 1 0,-1-1 0,0 0 0,1 0 0,-1 0 0,0 0 0,0 0 0,1 0 0,-1 0 0,0 0 0,0-1 0,1 1 0,-1 0 0,0-1 0,0 1 0,0-1 0,1 0 0,-1 1 0,0-1 0,0 0 0,0 0 0,0 1 0,1-3 0,2 0 0,-1-1 0,0 0 0,1 1 0,-2-1 0,1-1 0,0 1 0,-1 0 0,2-5 0,-2 5 0,-1 0 0,1 0 0,0 1 0,1-1 0,-1 1 0,1-1 0,-1 1 0,1 0 0,0 0 0,5-4 0,-6 6 0,-1 1 0,0 0 0,1-1 0,-1 1 0,0 0 0,1 0 0,-1-1 0,1 1 0,-1 0 0,1 0 0,-1 1 0,0-1 0,1 0 0,-1 0 0,1 1 0,-1-1 0,0 1 0,1-1 0,-1 1 0,0 0 0,0-1 0,1 1 0,-1 0 0,1 1 0,6 3 0,-1 1 0,9 10 0,-13-13 0,57 55-1365,-49-47-5461</inkml:trace>
</inkml:ink>
</file>

<file path=ppt/ink/ink2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2:51.4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24575,'30'104'0,"-5"-14"0,64 153 0,-74-211 0,2 0 0,27 40 0,-38-66-1365</inkml:trace>
</inkml:ink>
</file>

<file path=ppt/ink/ink2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2:51.6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264 12 24575,'-27'-5'0,"-12"1"0,-1 1 0,4 4 0,5 1 0,5 1 0,6 2 0,2 2 0,3 1 0,4-2-8191</inkml:trace>
</inkml:ink>
</file>

<file path=ppt/ink/ink2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2:51.9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18 203 24575,'35'23'0,"-57"-72"0,16 37 0,0 0 0,1-1 0,-5-22 0,9 29 0,0 0 0,0 0 0,0-1 0,1 1 0,0 0 0,0-1 0,1 1 0,0 0 0,0-1 0,2-6 0,-2 11-44,0 1 0,-1-1 0,1 0 0,0 0 0,1 1 0,-1-1 0,0 1 0,0-1 0,1 1 0,-1 0 0,0-1 0,1 1 0,0 0 0,-1 0 0,1 0 0,0 0 0,-1 0 0,1 0-1,0 1 1,0-1 0,0 0 0,-1 1 0,1 0 0,0-1 0,0 1 0,0 0 0,0 0 0,0 0 0,0 0 0,3 1 0,4 2-6782</inkml:trace>
</inkml:ink>
</file>

<file path=ppt/ink/ink2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2:52.2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24575,'0'2'0,"0"4"0,3 3 0,0 2 0,0 2 0,0 1 0,1-1 0,0-1 0,0 0 0,1 0 0,0 1 0,2-2 0,-1 0 0,2 0 0,1-2 0</inkml:trace>
</inkml:ink>
</file>

<file path=ppt/ink/ink2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2:52.4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24575,'3'2'0,"0"4"0,0 3 0,0 2 0,-1 0-8191</inkml:trace>
</inkml:ink>
</file>

<file path=ppt/ink/ink2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2:52.7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24575,'25'24'0,"1"0"0,1-2 0,0-1 0,2-1 0,43 23 0,-61-37 0,0-1 0,0 0 0,1-1 0,-1 0 0,20 4 0,-21-9-1365,-2-1-5461</inkml:trace>
</inkml:ink>
</file>

<file path=ppt/ink/ink2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2:53.0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171 0 24575,'-7'5'0,"-3"4"0,-2 3 0,-1 2 0,1 1 0,1 0 0,2 0 0,-1 1 0,1-1 0,-3 0 0,0-1 0,-1 1 0,-1-1 0,0-2 0,2-1 0</inkml:trace>
</inkml:ink>
</file>

<file path=ppt/ink/ink2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2:54.1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310 59 24575,'-25'-8'0,"-12"-1"0,-6-1 0,3 3 0,3 1 0,5 1 0,3 0 0,5 1 0,1 1 0,4 2-8191</inkml:trace>
</inkml:ink>
</file>

<file path=ppt/ink/ink2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2:54.7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 24575,'9'5'0,"1"1"0,-2 0 0,1 0 0,-1 1 0,0 0 0,11 12 0,37 52 0,-10-9 0,30 18 0,-76-79 0,1 0 0,0 0 0,0-1 0,-1 1 0,1 0 0,0-1 0,0 1 0,-1-1 0,1 1 0,0-1 0,0 1 0,0-1 0,0 0 0,2 1 0,-3-1 0,1 0 0,-1 0 0,1 0 0,-1 0 0,1 0 0,-1 0 0,1-1 0,-1 1 0,1 0 0,-1 0 0,1 0 0,-1-1 0,1 1 0,-1 0 0,0-1 0,1 1 0,-1 0 0,1-1 0,-1 1 0,1-1 0,1-2 0,-1 0 0,1 0 0,-1 0 0,0 0 0,1 0 0,-1 0 0,1-6 0,11-60 0,6-24 0,-16 82 0,0 3 0,0-1 0,-1 0 0,-1 0 0,1 0 0,-1-13 0,-3 16-1365</inkml:trace>
</inkml:ink>
</file>

<file path=ppt/ink/ink2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2:55.1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1 197 24575,'20'-10'0,"-1"0"0,0-2 0,23-17 0,-36 24 0,-1 0 0,0 1 0,-1-2 0,1 1 0,-1-1 0,5-8 0,-7 11 0,0-1 0,0 0 0,-1 1 0,0-1 0,0 0 0,0 0 0,0 0 0,-1 0 0,1 0 0,-1 0 0,0 1 0,0-7 0,0 9 0,-1-1 0,1 1 0,0-1 0,0 0 0,-1 1 0,1-1 0,-1 1 0,1-1 0,-1 1 0,0 0 0,1-1 0,-1 1 0,0 0 0,0-1 0,0 1 0,0 0 0,0 0 0,0 0 0,0 0 0,-1 0 0,1 0 0,0 0 0,-1 0 0,1 0 0,0 1 0,-1-1 0,1 0 0,-1 1 0,1-1 0,-1 1 0,1 0 0,-2-1 0,0 1 0,1 0 0,-1 1 0,1-1 0,-1 0 0,1 1 0,-1-1 0,1 1 0,0 0 0,-1 0 0,1 0 0,0 0 0,0 0 0,0 0 0,0 1 0,0-1 0,0 1 0,0 0 0,0-1 0,0 1 0,-1 2 0,-2 3 0,0 1 0,0 0 0,1 0 0,0 0 0,1 0 0,0 1 0,0 0 0,0-1 0,1 1 0,1 0 0,-2 9 0,3-13 0,0-1 0,0 0 0,1 1 0,-1-1 0,1 0 0,0 0 0,0 1 0,0-1 0,0 0 0,1 0 0,2 4 0,-2-5 0,-1-1 0,1 1 0,0 0 0,1-1 0,-1 0 0,0 1 0,1-1 0,-1 0 0,1 0 0,0-1 0,0 1 0,0 0 0,0-1 0,0 0 0,0 1 0,4 0 0,11 3 0,0-1 0,1-1 0,33 2 0,-40-5 0,0 0 0,-1-1 0,1 0 0,-1-1 0,1 0 0,-1-1 0,15-5 0,-24 7-151,1-1-1,-1 1 0,0 0 0,0 0 1,1-1-1,-1 1 0,0-1 1,3-3-1,1-3-6674</inkml:trace>
</inkml:ink>
</file>

<file path=ppt/ink/ink2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2:55.5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81 1 24575,'-5'1'0,"0"0"0,0 0 0,0 1 0,0 0 0,0 0 0,1 0 0,-1 1 0,1 0 0,-1-1 0,1 1 0,-7 6 0,10-6 0,-1-1 0,0 0 0,0 0 0,1 0 0,-1 1 0,1-1 0,0 1 0,0-1 0,0 1 0,0 0 0,0-1 0,1 1 0,-1 0 0,1-1 0,-1 1 0,1 0 0,0 0 0,0 0 0,1-1 0,-1 1 0,0 0 0,1 0 0,1 3 0,1 4 0,1-1 0,0 1 0,0-1 0,1 0 0,1 0 0,-1 0 0,1-1 0,1 0 0,0 0 0,0 0 0,0-1 0,11 8 0,-13-11 0,1 0 0,-1-1 0,1 1 0,0-1 0,0 0 0,0-1 0,0 0 0,1 0 0,-1 0 0,1 0 0,-1-1 0,1 0 0,-1-1 0,1 1 0,0-1 0,-1 0 0,1-1 0,-1 0 0,1 0 0,8-2 0,-12 1 10,0 1 0,0-1 0,1 1 0,-1-1 0,0 0 0,-1 0 0,1 0 0,0-1 0,-1 1 0,1-1 0,2-3 0,0-1-381,0 1-1,-1-1 1,6-14 0,-4 8-6455</inkml:trace>
</inkml:ink>
</file>

<file path=ppt/ink/ink2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2:55.8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24575,'10'20'0,"3"13"0,2 7 0,0 3 0,-1 0 0,-1-1 0,-1-2 0,-2-3 0,0 0 0,0-2 0,2-2 0,0-4 0,-1-2 0,0-3 0,0-4 0,-2-2 0,1-1 0,-2-5-8191</inkml:trace>
</inkml:ink>
</file>

<file path=ppt/ink/ink2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2:56.0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304 39 24575,'-25'-10'0,"-10"-1"0,-2 2 0,3 2 0,5 5 0,2 3 0,4 0 0,3 4 0,2 0 0,2 0 0,2 1 0,0 0 0,2-2-8191</inkml:trace>
</inkml:ink>
</file>

<file path=ppt/ink/ink2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2:56.5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86 60 24575,'-4'-6'0,"-1"-1"0,1 0 0,-10-10 0,13 16 0,0 0 0,0 0 0,0 0 0,0 0 0,1 0 0,-1 0 0,0 1 0,-1-1 0,1 0 0,0 1 0,0-1 0,0 0 0,0 1 0,0 0 0,-1-1 0,1 1 0,0 0 0,0 0 0,-1-1 0,1 1 0,0 0 0,0 0 0,-1 0 0,1 1 0,-2-1 0,2 1 0,0-1 0,0 1 0,0 0 0,0 0 0,0 0 0,0-1 0,0 1 0,1 0 0,-1 0 0,0 1 0,0-1 0,1 0 0,-1 0 0,1 0 0,-1 0 0,1 0 0,-1 1 0,1-1 0,0 0 0,0 0 0,-1 2 0,-1 29 0,2-28 0,0 2 0,1-1 0,-1 1 0,1-1 0,0 1 0,0-1 0,0 0 0,1 1 0,0-1 0,0 0 0,0 0 0,1 0 0,0-1 0,0 1 0,0 0 0,0-1 0,1 0 0,-1 0 0,6 5 0,-3-5 0,0 0 0,0 0 0,0 0 0,0-1 0,1 0 0,0 0 0,-1-1 0,1 0 0,0 0 0,0 0 0,0-1 0,0 0 0,12 0 0,-15-1 0,1 0 0,0 0 0,0 0 0,0-1 0,-1 0 0,1 0 0,7-2 0,-10 2 0,-1 0 0,1 0 0,-1 1 0,0-1 0,1 0 0,-1 0 0,0 0 0,0 0 0,0 0 0,0-1 0,0 1 0,0 0 0,0 0 0,0-1 0,0 1 0,0-1 0,-1 1 0,1-1 0,-1 1 0,1-1 0,-1 1 0,1-1 0,-1 1 0,0-1 0,0 1 0,0-4 0,0-1 0,-1-1 0,0 1 0,0 0 0,-1 0 0,0-1 0,0 1 0,0 0 0,-1 0 0,0 1 0,0-1 0,0 1 0,-6-7 0,4 5 0,-1 0 0,0 1 0,0 0 0,0 0 0,-1 0 0,0 1 0,0 0 0,-13-7 0,11 8-151,-1 1-1,-1 0 0,1 0 0,0 1 1,-1 1-1,1-1 0,-1 2 1,-19 0-1,18 1-6674</inkml:trace>
</inkml:ink>
</file>

<file path=ppt/ink/ink2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2:57.0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0 160 24575,'11'27'0,"1"5"0,1-1 0,24 39 0,-36-68 0,0 0 0,1 0 0,-1-1 0,1 1 0,-1-1 0,1 1 0,-1-1 0,1 0 0,2 2 0,-3-3 0,-1 1 0,0-1 0,0 0 0,1 0 0,-1 0 0,0 0 0,0 0 0,1 0 0,-1 0 0,0 0 0,0 0 0,1 0 0,-1 0 0,0 0 0,0 0 0,1 0 0,-1 0 0,0 0 0,0 0 0,0 0 0,1 0 0,-1 0 0,0 0 0,0-1 0,1 1 0,-1 0 0,0 0 0,0 0 0,0 0 0,1-1 0,-1 1 0,1-1 0,-1 0 0,0 0 0,0 0 0,1 1 0,-1-1 0,0 0 0,0 0 0,0 0 0,0 0 0,0 0 0,0 1 0,0-1 0,-1-1 0,-2-18 0,-2 0 0,0 0 0,-11-26 0,1 4 0,7 17 0,-20-68 0,28 91 0,-1 1 0,1-1 0,0 0 0,0 0 0,0 0 0,0 0 0,0 0 0,0 1 0,0-1 0,0 0 0,1 0 0,-1 0 0,1 1 0,-1-1 0,1 0 0,0 0 0,0 1 0,-1-1 0,1 0 0,1 1 0,-1-1 0,1-1 0,0 2 0,0-1 0,0 1 0,0-1 0,1 1 0,-1 0 0,0 0 0,0 0 0,1 0 0,-1 0 0,1 1 0,-1-1 0,1 1 0,-1-1 0,1 1 0,-1 0 0,4 0 0,-2 1-114,1-1 1,-1 1-1,1 0 0,-1 0 0,0 1 1,0 0-1,1-1 0,-1 1 0,-1 1 1,1-1-1,5 4 0,1 2-6712</inkml:trace>
</inkml:ink>
</file>

<file path=ppt/ink/ink2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2:58.1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99 24575,'1'21'0,"0"0"0,2 0 0,1 0 0,0 0 0,2-1 0,10 28 0,2-7 0,44 76 0,-47-94 0,32 39 0,-39-56 0,-9-13 0,-8-16 0,-12-18 0,-36-52 0,-7-14 0,55 91 0,1-1 0,1-1 0,1 1 0,-7-29 0,11 37 0,0 0 0,1-1 0,0 1 0,1 0 0,0-1 0,0 1 0,3-14 0,-3 20 0,1 1 0,-1-1 0,1 1 0,0 0 0,0-1 0,0 1 0,0 0 0,1 0 0,-1 0 0,1 0 0,-1 0 0,1 0 0,0 0 0,0 0 0,-1 1 0,1-1 0,0 1 0,0-1 0,1 1 0,-1 0 0,0 0 0,0 0 0,1 0 0,-1 0 0,1 0 0,-1 1 0,0-1 0,1 1 0,-1 0 0,1 0 0,-1 0 0,5 0 0,0 1 0,1-1 0,-1 1 0,0 1 0,0 0 0,-1 0 0,1 0 0,0 1 0,-1 0 0,1 0 0,-1 0 0,9 7 0,-6-4 0,-2 1 0,1-1 0,-1 2 0,0-1 0,0 1 0,-1 0 0,9 13 0,-14-19 0,0 0 0,0 0 0,0 0 0,0-1 0,0 1 0,0 0 0,-1 0 0,1 0 0,-1 0 0,1 0 0,-1 0 0,0 0 0,0 0 0,0 0 0,0 1 0,0-1 0,0 0 0,-1 0 0,1 0 0,-1 0 0,1 0 0,-1 0 0,0-1 0,0 1 0,-1 3 0,-1-2 0,0 0 0,0 1 0,0-1 0,0-1 0,-1 1 0,1 0 0,-1-1 0,0 0 0,1 0 0,-1 0 0,-6 2 0,1-1-124,-1-1 0,1 0 0,-1 0 0,0-1 0,0 0 0,0 0-1,0-2 1,0 1 0,0-1 0,-19-4 0,13 1-6702</inkml:trace>
</inkml:ink>
</file>

<file path=ppt/ink/ink2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2:58.5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75 204 24575,'8'21'0,"-8"-21"0,1 0 0,-1 1 0,0-1 0,0 1 0,0-1 0,0 1 0,0-1 0,0 0 0,1 1 0,-1-1 0,0 1 0,0-1 0,-1 1 0,1-1 0,0 1 0,0-1 0,0 1 0,0-1 0,0 0 0,0 1 0,0-1 0,-1 1 0,1-1 0,0 0 0,0 1 0,-1-1 0,1 1 0,0-1 0,-1 0 0,1 1 0,0-1 0,-1 0 0,1 0 0,0 1 0,-1-1 0,1 0 0,-1 0 0,1 0 0,0 1 0,-1-1 0,1 0 0,-1 0 0,0 0 0,0 0 0,-1 0 0,1-1 0,-1 1 0,1-1 0,0 1 0,-1-1 0,1 0 0,0 1 0,0-1 0,0 0 0,-1 0 0,1 0 0,0 0 0,0 0 0,0 0 0,-1-2 0,-14-19 0,11 12 0,-1 0 0,2-1 0,-1 0 0,1 0 0,1 0 0,0 0 0,1 0 0,0-1 0,1 1 0,0-1 0,0 1 0,2-17 0,0 26 0,-1 0 0,0 0 0,0 0 0,1 1 0,-1-1 0,1 0 0,0 0 0,0 0 0,-1 0 0,1 1 0,0-1 0,0 0 0,1 1 0,-1-1 0,0 1 0,0-1 0,1 1 0,-1 0 0,1-1 0,-1 1 0,1 0 0,0 0 0,-1 0 0,1 0 0,0 1 0,0-1 0,0 0 0,3 0 0,-3 0 0,1 1 0,0 0 0,0 0 0,0 0 0,0 0 0,0 0 0,0 1 0,0-1 0,-1 1 0,1 0 0,0-1 0,0 1 0,-1 1 0,1-1 0,0 0 0,-1 1 0,1-1 0,3 5 0,6 5-1365,-1 0-5461</inkml:trace>
</inkml:ink>
</file>

<file path=ppt/ink/ink2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2:58.8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156 113 24575,'-11'-4'0,"-44"-14"0,49 16 0,0 1 0,0 0 0,0 0 0,0 0 0,0 1 0,0 0 0,-7 1 0,11-1 0,1 0 0,-1 1 0,1-1 0,-1 1 0,1-1 0,-1 1 0,1 0 0,-1-1 0,1 1 0,-1 0 0,1 0 0,0 0 0,0 0 0,0 0 0,-1 0 0,1 0 0,0 0 0,-1 3 0,1-2 0,-1 1 0,1-1 0,0 1 0,1-1 0,-1 1 0,0 0 0,1-1 0,-1 1 0,1-1 0,0 5 0,0-1 0,1 0 0,-1 0 0,1 0 0,1 0 0,-1 0 0,1-1 0,0 1 0,0-1 0,4 8 0,-2-8 0,-1 0 0,1-1 0,0 0 0,0 1 0,0-1 0,0 0 0,1-1 0,0 1 0,0-1 0,0 0 0,0 0 0,0-1 0,0 0 0,7 3 0,-7-4 0,-1 0 0,1 0 0,0 0 0,-1 0 0,1 0 0,0-1 0,0 0 0,0 0 0,-1-1 0,1 1 0,0-1 0,-1 0 0,1 0 0,0-1 0,-1 1 0,1-1 0,7-4 0,-9 3 0,0 1 0,-1-1 0,1 1 0,-1-1 0,1 0 0,-1 0 0,0 0 0,0 0 0,0-1 0,-1 1 0,1 0 0,-1-1 0,0 0 0,0 1 0,0-1 0,0 1 0,-1-1 0,1 0 0,-1-7 0,0 2 0,0-1 0,-1 1 0,0 0 0,0-1 0,-1 1 0,-6-16 0,5 18 12,0 0 0,0 1 0,-1-1 0,0 1 0,0 0 0,-1 0 0,1 1 0,-1-1 0,-6-4 0,8 7-99,-1 0-1,1 1 1,-1-1 0,0 1-1,0-1 1,0 1 0,0 1-1,0-1 1,0 0-1,0 1 1,-1 0 0,1 0-1,0 0 1,-1 1 0,1 0-1,-5-1 1,-4 3-6739</inkml:trace>
</inkml:ink>
</file>

<file path=ppt/ink/ink2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2:59.8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151 382 24575,'-11'-3'0,"1"1"0,-1 1 0,1-1 0,-1 2 0,1 0 0,-19 2 0,26-2 0,1 0 0,-1 1 0,0 0 0,0-1 0,1 1 0,-1 0 0,1 1 0,-1-1 0,1 0 0,-1 1 0,1-1 0,0 1 0,0 0 0,-1 0 0,1 0 0,1 0 0,-1 0 0,0 0 0,0 0 0,1 1 0,-1-1 0,1 1 0,0-1 0,0 1 0,0-1 0,0 1 0,0 0 0,1-1 0,-1 1 0,0 3 0,1 0 0,0-1 0,0 1 0,0-1 0,1 1 0,-1-1 0,1 1 0,1-1 0,-1 0 0,1 1 0,0-1 0,0 0 0,0 0 0,1 0 0,0 0 0,0-1 0,0 1 0,7 7 0,-6-8 0,1 1 0,0-1 0,0 0 0,0 0 0,1 0 0,-1 0 0,1-1 0,0 0 0,0-1 0,0 1 0,0-1 0,1 0 0,-1 0 0,11 0 0,-13-1 0,0-1 0,0 1 0,0-1 0,0-1 0,0 1 0,0 0 0,0-1 0,-1 0 0,1 0 0,0 0 0,5-2 0,-7 1 0,1 1 0,-1-1 0,0 0 0,0 0 0,0 0 0,0 0 0,0 0 0,0 0 0,0-1 0,0 1 0,-1-1 0,0 1 0,1-1 0,-1 1 0,0-1 0,1-4 0,1-5 0,0 0 0,-1 0 0,-1-1 0,0 1 0,0-1 0,-1 1 0,-3-17 0,-17-86 0,-48-139 0,63 237 0,4 12 0,0 1 0,-1 0 0,1 0 0,-1 0 0,-2-4 0,4 7 0,0 1 0,0 0 0,0-1 0,-1 1 0,1 0 0,0-1 0,0 1 0,-1 0 0,1-1 0,0 1 0,-1 0 0,1 0 0,0 0 0,0-1 0,-1 1 0,1 0 0,-1 0 0,1 0 0,0 0 0,-1 0 0,1 0 0,0-1 0,-1 1 0,1 0 0,-1 0 0,1 0 0,0 0 0,-1 0 0,1 0 0,-1 1 0,1-1 0,0 0 0,-1 0 0,1 0 0,0 0 0,-1 0 0,1 1 0,0-1 0,-1 0 0,1 0 0,0 0 0,-1 1 0,1-1 0,0 0 0,0 0 0,-1 1 0,1-1 0,0 0 0,0 1 0,0-1 0,-1 1 0,-10 19 0,7-9 0,1 0 0,1 0 0,-1 0 0,2 0 0,0 0 0,0 0 0,1 14 0,2 3 0,9 46 0,-4-43 0,1-1 0,1 0 0,2 0 0,20 40 0,-20-49 0,1 0 0,1-1 0,1 0 0,1-1 0,1 0 0,23 21 0,-32-35 0,-1 1 0,1-1 0,0-1 0,0 1 0,1-1 0,-1-1 0,1 1 0,0-1 0,8 2 0,-14-4 0,0-1 0,0 1 0,1-1 0,-1 0 0,0 0 0,1 0 0,-1 0 0,0 0 0,1 0 0,-1 0 0,0-1 0,0 1 0,1-1 0,-1 0 0,0 0 0,0 0 0,0 0 0,0 0 0,0 0 0,0 0 0,0 0 0,0-1 0,0 1 0,-1-1 0,1 0 0,-1 1 0,1-1 0,-1 0 0,0 0 0,1 0 0,-1 0 0,0 0 0,0 0 0,0 0 0,-1 0 0,2-4 0,2-8 0,-1 1 0,0-1 0,-1 1 0,0-19 0,-1 25 0,-2-1 0,1 0 0,-1 1 0,0-1 0,-1 1 0,0-1 0,0 1 0,0-1 0,-5-7 0,7 14 0,0 1 0,0 0 0,0-1 0,0 1 0,0 0 0,-1-1 0,1 1 0,0 0 0,0-1 0,0 1 0,-1 0 0,1-1 0,0 1 0,0 0 0,-1 0 0,1-1 0,0 1 0,0 0 0,-1 0 0,1 0 0,0-1 0,-1 1 0,1 0 0,0 0 0,-1 0 0,0 0 0,-1 8 0,3 16 0,1-15 0,1 1 0,0-1 0,1 1 0,0-1 0,1 0 0,0-1 0,0 1 0,1-1 0,8 9 0,-11-13 0,1-1 0,-1 0 0,1 0 0,-1 0 0,1 0 0,0-1 0,0 1 0,0-1 0,8 3 0,-9-4 0,0-1 0,0 1 0,1-1 0,-1 1 0,0-1 0,0 0 0,0 0 0,0 0 0,1-1 0,-1 1 0,0-1 0,0 0 0,0 0 0,0 0 0,5-2 0,-6 2 0,0-1 0,0 1 0,0-1 0,0 0 0,-1 1 0,1-1 0,0 0 0,-1 0 0,1 0 0,-1-1 0,0 1 0,0 0 0,0 0 0,0-1 0,0 1 0,0 0 0,0-5 0,9-16 0,-10 22 0,1 1 0,-1-1 0,0 1 0,0-1 0,1 1 0,-1 0 0,0-1 0,1 1 0,-1-1 0,1 1 0,-1 0 0,1-1 0,-1 1 0,0 0 0,1 0 0,-1-1 0,1 1 0,-1 0 0,1 0 0,0 0 0,-1 0 0,1-1 0,-1 1 0,1 0 0,-1 0 0,1 0 0,0 1 0,0-1 0,0 0 0,0 1 0,0-1 0,0 1 0,0-1 0,0 1 0,0-1 0,-1 1 0,1 0 0,0-1 0,0 1 0,0 1 0,3 3 0,0 1 0,-1-1 0,5 9 0,-7-11 0,4 6-273,-1 1 0,0 0 0,0 0 0,2 12 0,-3-9-6553</inkml:trace>
</inkml:ink>
</file>

<file path=ppt/ink/ink2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3:00.3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120 0 24575,'-11'2'0,"1"0"0,-1 0 0,0 1 0,1 0 0,-1 1 0,-10 6 0,19-9 0,-1 0 0,1 1 0,0 0 0,0-1 0,-1 1 0,1 0 0,1 0 0,-1 0 0,0 0 0,0 1 0,1-1 0,-1 0 0,1 1 0,0-1 0,0 1 0,0 0 0,0-1 0,0 1 0,0 0 0,1-1 0,-1 1 0,1 0 0,0 0 0,0-1 0,0 1 0,0 0 0,0 0 0,1-1 0,1 6 0,-1-2 0,2 1 0,-1 0 0,1-1 0,0 1 0,0-1 0,1 0 0,0 0 0,0 0 0,0-1 0,1 1 0,0-1 0,0 0 0,8 6 0,-6-6 0,-1 0 0,0-1 0,1 0 0,0-1 0,0 1 0,0-1 0,0-1 0,0 1 0,1-1 0,-1 0 0,1-1 0,10 1 0,-13-2-97,1-1-1,0 1 1,-1-1-1,1 0 1,0-1-1,-1 1 1,1-1-1,-1 0 1,0-1-1,1 1 1,-1-1-1,-1 0 0,9-6 1</inkml:trace>
</inkml:ink>
</file>

<file path=ppt/ink/ink2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3:01.0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 24575,'1'-1'0,"1"-1"0,0 1 0,-1 0 0,1 1 0,0-1 0,-1 0 0,1 0 0,0 1 0,0-1 0,-1 1 0,1-1 0,0 1 0,0 0 0,0 0 0,0 0 0,0 0 0,-1 0 0,1 0 0,0 0 0,3 1 0,-4 0 0,1 0 0,-1 0 0,0 0 0,1 0 0,-1 0 0,0 0 0,0 1 0,0-1 0,0 0 0,0 1 0,0-1 0,0 1 0,-1-1 0,1 1 0,0-1 0,-1 1 0,1-1 0,-1 1 0,1-1 0,-1 1 0,0 0 0,0-1 0,0 3 0,1 51 0,-2-41 0,1 0 0,0-1 0,4 25 0,8 17 0,28 114 0,-33-144 0,-2-8 0,12 30 0,-15-42 0,0-1 0,0 1 0,1-1 0,0 1 0,0-1 0,0 0 0,1 0 0,-1-1 0,1 1 0,7 5 0,-10-8-39,0-1 0,0 1 0,0-1 0,0 1 0,0-1 0,0 0 0,0 1 0,0-1 0,0 0 0,0 0 0,0 0 0,0 1 0,0-1 0,0 0 0,0 0 0,0-1 0,0 1 0,1 0 0,-1 0 0,0 0 0,0-1 0,0 1 0,0 0 0,-1-1 0,1 1 0,0-1 0,0 1 0,0-1 0,0 0 0,0 1 0,0-1 0,-1 0 0,1 0 0,1-1 0,4-7-6787</inkml:trace>
</inkml:ink>
</file>

<file path=ppt/ink/ink2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3:01.2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244 3 24575,'-29'-2'0,"-15"1"0,-5 1 0,1 3 0,6 4 0,11 0-8191</inkml:trace>
</inkml:ink>
</file>

<file path=ppt/ink/ink2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3:06.0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5 24575,'-3'-4'0,"3"6"0,3 13 0,7 23 0,9 22 0,43 89 0,-40-107 0</inkml:trace>
</inkml:ink>
</file>

<file path=ppt/ink/ink2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3:06.3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87 24575,'10'-8'0,"1"0"0,0 0 0,1 1 0,-1 1 0,1 0 0,0 1 0,1 0 0,13-3 0,-7 3 0,0 2 0,1 0 0,0 1 0,34 1 0,-35 2 0,-13 0 0,1 0 0,0-1 0,0 0 0,-1-1 0,9-1 0,-15 2-2,0 0 0,1 0 0,-1 0 0,0 0 0,0 0 0,0 0 0,1 0 0,-1 0 0,0 0 0,0 0 0,0 0 0,1 0 0,-1 0 0,0 0 0,0 0 0,0 0 0,1 0 0,-1 0 0,0-1 0,0 1 0,0 0 0,0 0 0,1 0 0,-1 0 0,0 0 0,0-1 0,0 1 0,0 0 0,0 0 0,0 0 0,1 0 0,-1-1 0,0 1 0,0 0 0,0 0 0,0 0 0,0-1 0,-8-2 191,-13-1-1667,8 3-5348</inkml:trace>
</inkml:ink>
</file>

<file path=ppt/ink/ink2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3:06.7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24575,'29'3'0,"13"0"0,1 0 0,-4-1 0,-7 0 0,-5-1 0,-6 0 0,-8-1 0,-10 0 0,-6 0 0,-7 0 0,-3 0 0,-2 0 0,-1 0 0,2 0-8191</inkml:trace>
</inkml:ink>
</file>

<file path=ppt/ink/ink2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3:07.0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24575,'21'9'0,"0"-1"0,1-1 0,0-2 0,0 0 0,0-1 0,1-1 0,0 0 0,29-3 0,-22-2-341,-1-1 0,1-2-1,29-9 1,-47 11-6485</inkml:trace>
</inkml:ink>
</file>

<file path=ppt/ink/ink2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3:07.4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24575,'121'64'0,"34"16"0,-33-29 0,-113-48 0,9 9-1365</inkml:trace>
</inkml:ink>
</file>

<file path=ppt/ink/ink2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3:07.7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194 1 24575,'-39'40'0,"-48"62"0,84-97-100,-2 1 159,1 0-1,0-1 0,-7 6 0,9-10-133,1 1 0,0-1 0,0 0 0,-1-1 0,1 1 0,-1 0 1,1 0-1,-1-1 0,1 1 0,-1-1 0,1 1 0,-1-1 0,0 1 0,1-1 0,-1 0 1,1 0-1,-1 0 0,0 0 0,-1 0 0,-5-3-6751</inkml:trace>
</inkml:ink>
</file>

<file path=ppt/ink/ink2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3:08.2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128 3 24575,'-7'-1'0,"-1"0"0,0 0 0,1 1 0,-1 0 0,0 1 0,1-1 0,-1 1 0,0 1 0,-9 2 0,15-3 0,-1 0 0,1 0 0,0 0 0,-1 0 0,1 1 0,0-1 0,0 1 0,0-1 0,0 1 0,0 0 0,0 0 0,0-1 0,1 1 0,-1 1 0,1-1 0,-1 0 0,1 0 0,0 1 0,0-1 0,0 0 0,0 1 0,0-1 0,1 1 0,-1-1 0,1 1 0,-1-1 0,1 1 0,0 0 0,0-1 0,1 5 0,-1-4 0,1 0 0,-1 0 0,1 0 0,0 0 0,0 0 0,0 0 0,0 0 0,1 0 0,-1 0 0,1-1 0,0 1 0,-1-1 0,1 1 0,0-1 0,1 0 0,3 3 0,-3-2 0,1 0 0,0 0 0,0-1 0,0 0 0,1 0 0,-1 0 0,0 0 0,1-1 0,-1 0 0,8 1 0,-8-1 0,1-1 0,-1 1 0,0-1 0,0-1 0,0 1 0,0-1 0,0 1 0,0-1 0,-1 0 0,1 0 0,0-1 0,5-1 0,-7 1 0,0 1 0,1-1 0,-1 0 0,0 0 0,0 1 0,0-1 0,0-1 0,0 1 0,0 0 0,0 0 0,-1-1 0,1 1 0,-1-1 0,0 1 0,0-1 0,0 0 0,0 1 0,1-6 0,-1-2 0,2-14 0,-3 24 0,0-1 0,0 1 0,1 0 0,-1-1 0,0 1 0,0 0 0,0-1 0,0 1 0,1 0 0,-1-1 0,0 1 0,0 0 0,1-1 0,-1 1 0,0 0 0,1 0 0,-1-1 0,0 1 0,1 0 0,-1 0 0,0 0 0,1-1 0,-1 1 0,0 0 0,1 0 0,-1 0 0,1 0 0,-1 0 0,0 0 0,1 0 0,-1 0 0,1 0 0,-1 0 0,0 0 0,1 0 0,-1 0 0,1 0 0,-1 0 0,0 0 0,1 1 0,-1-1 0,0 0 0,1 0 0,-1 0 0,0 0 0,1 1 0,9 6 0,0 0 0,0 1 0,9 9 0,-13-11 0,-1-1 0,1 1 0,1-1 0,-1-1 0,1 1 0,-1-1 0,1 0 0,1 0 0,-1-1 0,10 3 0,-7-5-1365</inkml:trace>
</inkml:ink>
</file>

<file path=ppt/ink/ink2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3:08.9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24575,'1'2'0,"0"0"0,0 0 0,0 0 0,1-1 0,-1 1 0,0 0 0,1-1 0,-1 1 0,1-1 0,-1 1 0,1-1 0,0 0 0,3 2 0,1 1 0,5 6 0,0-1 0,-1-1 0,1 0 0,1-1 0,0 0 0,0 0 0,16 6 0,-27-12 0,1-1 0,-1 0 0,0 1 0,1-1 0,-1 1 0,0-1 0,1 0 0,-1 0 0,0 0 0,1 0 0,-1 0 0,0 0 0,1 0 0,-1 0 0,0-1 0,1 1 0,-1-1 0,0 1 0,0-1 0,1 1 0,-1-1 0,0 1 0,0-1 0,0 0 0,0 0 0,0 0 0,0 0 0,0 1 0,0-1 0,0 0 0,0-1 0,0 1 0,-1 0 0,2-2 0,0-3 0,0 0 0,0 0 0,0 0 0,-1 0 0,1-13 0,-1 7 0,-1 12 0,0 0 0,0 0 0,0 0 0,0-1 0,0 1 0,1 0 0,-1 0 0,0 0 0,0-1 0,0 1 0,0 0 0,0 0 0,0 0 0,0-1 0,0 1 0,1 0 0,-1 0 0,0 0 0,0 0 0,0-1 0,0 1 0,1 0 0,-1 0 0,0 0 0,0 0 0,0 0 0,1 0 0,-1 0 0,0 0 0,0 0 0,0-1 0,1 1 0,-1 0 0,10 3 0,12 12 0,-18-12 0,6 4 0,0 0 0,16 7 0,-23-12 0,0-1 0,0 0 0,0 0 0,0 0 0,0 0 0,0 0 0,0-1 0,0 1 0,0-1 0,0 0 0,0 0 0,0 0 0,0-1 0,0 1 0,5-2 0,-6 1 0,-1 0 0,1 0 0,0 0 0,-1 0 0,1-1 0,-1 1 0,1-1 0,-1 1 0,1-1 0,-1 1 0,0-1 0,0 0 0,0 0 0,0 1 0,0-1 0,0 0 0,-1 0 0,1 0 0,0-3 0,-1 3 0,1 0 0,-1 0 0,1 0 0,0 0 0,0 0 0,0 0 0,0 0 0,0 1 0,0-1 0,0 0 0,1 1 0,-1-1 0,1 0 0,-1 1 0,1 0 0,0-1 0,-1 1 0,4-2 0,-2 2 0,1 1 0,-1-1 0,1 0 0,0 1 0,-1 0 0,1 0 0,0 0 0,-1 0 0,1 1 0,0 0 0,-1-1 0,1 1 0,-1 0 0,1 1 0,-1-1 0,1 1 0,-1-1 0,3 3 0,9 5 0,-1 1 0,19 16 0,-31-25 0,7 8-1365</inkml:trace>
</inkml:ink>
</file>

<file path=ppt/ink/ink2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3:09.4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1 107 24575,'14'27'0,"-1"1"0,-1 1 0,-2 0 0,9 41 0,-8-29 0,23 54 0,-19-57 0,-15-46 0,-3-8 0,-5-8 0,-2 1 0,-21-39 0,17 36 0,-16-43 0,25 53 0,1 1 0,0-1 0,1 0 0,-1-22 0,3 31 0,1 0 0,0 0 0,1 0 0,-1 0 0,1 1 0,1-1 0,-1 0 0,1 0 0,0 0 0,1 1 0,-1-1 0,6-8 0,-5 12 0,0-1 0,0 1 0,0 1 0,0-1 0,0 0 0,1 1 0,-1 0 0,1-1 0,-1 1 0,1 1 0,0-1 0,0 0 0,0 1 0,0 0 0,0 0 0,0 0 0,0 1 0,0-1 0,0 1 0,1 0 0,6 1 0,-1 0 0,0 0 0,0 0 0,-1 2 0,1-1 0,-1 1 0,1 0 0,-1 1 0,11 6 0,-17-8 0,0 0 0,0 0 0,0 0 0,0 1 0,0-1 0,-1 1 0,1 0 0,-1 0 0,1 0 0,-1 0 0,0 0 0,0 0 0,-1 1 0,1-1 0,-1 1 0,2 3 0,-3-4 0,1 0 0,-1-1 0,1 1 0,-1-1 0,0 1 0,0 0 0,0-1 0,-1 1 0,1 0 0,-1-1 0,1 1 0,-1-1 0,0 1 0,0-1 0,0 1 0,0-1 0,0 0 0,-1 1 0,1-1 0,-1 0 0,1 0 0,-1 0 0,0 0 0,-2 2 0,-4 2 20,-1 1-1,0-1 1,0-1-1,0 1 1,-14 4-1,-52 16-1411,73-25 1302,-16 4-6736</inkml:trace>
</inkml:ink>
</file>

<file path=ppt/ink/ink2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3:10.3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17 641 24575,'14'-7'0,"0"0"0,-1-1 0,-1 0 0,21-18 0,-28 22 0,-1 0 0,0-1 0,0 1 0,-1-1 0,0 0 0,0 0 0,0 0 0,0 0 0,-1-1 0,1 1 0,-2-1 0,1 0 0,0 1 0,-1-1 0,1-7 0,0-29 0,-2 1 0,-1 0 0,-12-71 0,2 57 0,-2 0 0,-24-62 0,36 114 0,0-1 0,-1 1 0,1-1 0,-1 1 0,-4-7 0,6 10 0,0-1 0,0 1 0,-1-1 0,1 1 0,0 0 0,-1-1 0,1 1 0,-1 0 0,1-1 0,0 1 0,-1 0 0,1 0 0,-1 0 0,1-1 0,-1 1 0,1 0 0,0 0 0,-1 0 0,1 0 0,-1 0 0,1 0 0,-1 0 0,1 0 0,-1 0 0,1 0 0,-1 0 0,1 0 0,-1 0 0,1 0 0,-1 0 0,1 0 0,-1 0 0,1 1 0,-1-1 0,1 0 0,0 0 0,-1 1 0,1-1 0,-1 0 0,1 1 0,0-1 0,-1 0 0,1 1 0,0-1 0,-1 0 0,1 1 0,0 0 0,-5 5 0,0 1 0,1 0 0,0 0 0,0 0 0,1 1 0,0-1 0,0 1 0,1 0 0,0-1 0,-3 17 0,4-4 0,-1-1 0,2 1 0,3 27 0,0-30 0,1-1 0,0 1 0,1-1 0,1 0 0,1 0 0,0-1 0,17 26 0,-9-16 0,2-2 0,0 0 0,1-1 0,2-1 0,0 0 0,28 20 0,-39-33 0,1-2 0,0 1 0,1-1 0,0-1 0,0 0 0,0 0 0,0-1 0,1-1 0,-1 0 0,14 2 0,-22-5 0,-1 0 0,1 0 0,0-1 0,0 1 0,0 0 0,-1-1 0,1 0 0,0 0 0,-1 0 0,1 0 0,-1 0 0,1 0 0,-1-1 0,3-1 0,-1 0 0,0 0 0,0-1 0,-1 0 0,1 1 0,-1-1 0,0-1 0,3-4 0,0-3 0,1-1 0,-2 0 0,0 0 0,6-22 0,-9 25 0,0-1 0,0 1 0,-1-1 0,0-15 0,-2 20 0,1 0 0,-1 0 0,0 0 0,0 1 0,-1-1 0,1 0 0,-1 1 0,-1 0 0,-4-10 0,6 14 0,1 0 0,-1 0 0,0 0 0,0 0 0,1 0 0,-1 0 0,0 0 0,0 0 0,0 0 0,0 1 0,0-1 0,0 0 0,-1 1 0,1-1 0,0 1 0,0-1 0,0 1 0,-1-1 0,1 1 0,0 0 0,0-1 0,-1 1 0,1 0 0,0 0 0,-1 0 0,1 0 0,0 0 0,0 1 0,-1-1 0,1 0 0,0 1 0,0-1 0,-1 0 0,1 1 0,0-1 0,0 1 0,0 0 0,0-1 0,0 1 0,0 0 0,-2 1 0,-1 1 0,0 1 0,0-1 0,0 1 0,1 0 0,0 0 0,-1 1 0,1-1 0,1 1 0,-4 4 0,1 4 0,0 0 0,-5 26 0,8-33 0,1 0 0,0 1 0,1-1 0,0 0 0,0 0 0,0 1 0,0-1 0,3 11 0,-1-12 0,0 0 0,1-1 0,-1 1 0,1 0 0,0-1 0,0 0 0,0 0 0,1 0 0,-1 0 0,1 0 0,0-1 0,0 0 0,1 1 0,-1-1 0,0-1 0,1 1 0,7 2 0,1 1 0,1-1 0,1-1 0,-1 0 0,29 4 0,0-6-1365,-31-1-5461</inkml:trace>
</inkml:ink>
</file>

<file path=ppt/ink/ink2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3:11.0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 24575,'3'-2'0,"0"1"0</inkml:trace>
</inkml:ink>
</file>

<file path=ppt/ink/ink2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3:11.2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24575,'5'4'0,"1"5"0,3 1 0</inkml:trace>
</inkml:ink>
</file>

<file path=ppt/ink/ink2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3:29.0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23 24575,'0'-2'0,"0"0"0,0 0 0,1 0 0,-1 0 0,1 0 0,-1 0 0,1 0 0,0-2 0,-1 4 0,0 0 0,1 0 0,-1 0 0,0-1 0,0 1 0,0 0 0,0 0 0,0 0 0,0 0 0,0 0 0,0-1 0,1 1 0,-1 0 0,0 0 0,0 0 0,0 0 0,0 0 0,1 0 0,-1 0 0,0 0 0,0 0 0,0 0 0,0 0 0,1-1 0,-1 1 0,0 0 0,0 0 0,0 0 0,0 0 0,1 0 0,-1 0 0,0 1 0,7 7 0,-1 9 0,-1 0 0,-1 0 0,0 0 0,1 20 0,4 16 0,6-1 0,1 0 0,45 90 0,-49-115 0,6 13 0,1-2 0,29 42 0,-38-72 0,-7-8 0,-6-7 0,-1 0-1365</inkml:trace>
</inkml:ink>
</file>

<file path=ppt/ink/ink2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3:29.8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 0 24575,'-1'13'0,"-1"-1"0,0 0 0,-1 1 0,-7 18 0,4-11 0,-16 33 0,21-53 0,1 1 0,0-1 0,0 1 0,-1 0 0,1-1 0,0 1 0,0-1 0,0 1 0,0-1 0,0 1 0,0 0 0,0-1 0,0 1 0,0-1 0,0 1 0,0 0 0,0-1 0,0 1 0,0-1 0,0 1 0,1 0 0,-1-1 0,0 1 0,1-1 0,-1 1 0,0-1 0,1 1 0,-1-1 0,0 1 0,1-1 0,-1 0 0,1 1 0,-1-1 0,1 1 0,-1-1 0,1 0 0,-1 0 0,1 1 0,-1-1 0,1 0 0,-1 0 0,1 1 0,0-1 0,0 0 0,-2 3 0,1-3 0,-1 0 0,1 0 0,0 1 0,0-1 0,0 0 0,-1 0 0,1 0 0,0 1 0,0-1 0,0 0 0,0 0 0,-1 1 0,1-1 0,0 0 0,0 0 0,0 1 0,0-1 0,0 0 0,0 0 0,0 1 0,0-1 0,0 0 0,0 1 0,0-1 0,0 0 0,0 0 0,0 1 0,0-1 0,0 0 0,0 0 0,0 1 0,0-1 0,0 0 0,1 0 0,-1 1 0,0-1 0,0 0 0,0 0 0,0 1 0,1-1 0,-1 0 0,0 0 0,0 0 0,0 1 0,1-1 0,-1 0 0,0 0 0,0 0 0,1 0 0,-1 0 0,9 4 0,1-1 0,-1 0 0,1-1 0,-1 0 0,12 0 0,1 1 0,13 3-90,79 10-1185,-101-14-5551</inkml:trace>
</inkml:ink>
</file>

<file path=ppt/ink/ink2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3:30.6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105 280 24575,'7'-24'0,"7"-44"0,-13 60 0,0 1 0,0-1 0,-1 0 0,-1 0 0,1 1 0,-1-1 0,0 0 0,-1 1 0,-5-15 0,5 18 0,0 1 0,0-1 0,-1 1 0,0-1 0,1 1 0,-1 0 0,-1 0 0,1 1 0,0-1 0,-1 1 0,1-1 0,-1 1 0,1 0 0,-1 0 0,-7-2 0,9 3 0,0 1 0,0-1 0,0 1 0,-1 0 0,1-1 0,0 1 0,0 0 0,0 0 0,0 0 0,-1 0 0,1 1 0,0-1 0,-4 2 0,5-1 0,-1-1 0,1 1 0,-1 0 0,1 0 0,0 0 0,-1 0 0,1 0 0,0 1 0,0-1 0,0 0 0,0 1 0,0-1 0,0 0 0,0 1 0,1-1 0,-1 1 0,0-1 0,1 1 0,-1 0 0,0 1 0,0 3 0,0 0 0,0 0 0,0 0 0,0 0 0,1 0 0,0 0 0,1 0 0,-1 0 0,1 0 0,0 0 0,3 7 0,-3-9 0,1 0 0,-1 0 0,1-1 0,0 1 0,1-1 0,-1 0 0,0 0 0,1 0 0,0 0 0,0 0 0,0 0 0,0-1 0,0 1 0,0-1 0,1 0 0,-1 0 0,7 2 0,3 1 0,0 0 0,1-2 0,-1 1 0,1-2 0,15 2 0,69-2 0,-73-3 0,-17 1 0,-1 0 0,1-1 0,-1 0 0,0-1 0,1 1 0,-1-1 0,9-4 0,-14 5 0,-1 1 0,1-1 0,0 0 0,-1 0 0,1 0 0,0 0 0,-1 0 0,1 0 0,-1 0 0,0-1 0,1 1 0,-1-1 0,0 1 0,0-1 0,0 1 0,0-1 0,0 1 0,0-1 0,0 0 0,-1 0 0,1 1 0,0-1 0,-1 0 0,0 0 0,1 0 0,-1 0 0,0 0 0,0 1 0,0-1 0,0 0 0,0 0 0,-1-3 0,-9-25 0,6 19 0,1 0 0,0 0 0,0 0 0,-1-16 0,4 25 0,0-1 0,0 1 0,0-1 0,0 1 0,1-1 0,-1 1 0,1-1 0,-1 1 0,1-1 0,0 1 0,0 0 0,0-1 0,0 1 0,0 0 0,1 0 0,-1 0 0,1 0 0,-1 0 0,1 0 0,0 0 0,0 0 0,0 1 0,0-1 0,4-2 0,-3 2 8,1 0-1,0 1 1,0-1-1,-1 1 1,1 0-1,0 0 1,0 0-1,0 1 1,0-1-1,0 1 1,0 0-1,0 0 1,0 0-1,0 1 1,7 1-1,-3 0-219,0 1 0,1 0 0,-1 0-1,0 1 1,-1 0 0,8 6 0,-3-3-6614</inkml:trace>
</inkml:ink>
</file>

<file path=ppt/ink/ink2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3:31.2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24575,'1'6'0,"0"0"0,1 0 0,-1 0 0,1 0 0,1 0 0,-1-1 0,1 1 0,0-1 0,0 0 0,8 9 0,-9-10 0,1 0 0,1-1 0,-1 1 0,0-1 0,1 0 0,0 0 0,0 0 0,0 0 0,0-1 0,8 4 0,-10-5 0,0-1 0,-1 1 0,1-1 0,0 1 0,0-1 0,0 0 0,-1 0 0,1 0 0,0 0 0,0 0 0,0-1 0,-1 1 0,1 0 0,0-1 0,0 1 0,-1-1 0,1 0 0,0 0 0,-1 0 0,1 1 0,-1-1 0,1 0 0,-1-1 0,1 1 0,-1 0 0,0 0 0,0-1 0,1 1 0,-1-1 0,0 1 0,1-3 0,10-22 0,-9 20 0,-1 0 0,1-1 0,1 1 0,-1 1 0,7-10 0,-9 14 0,0 0 0,0 0 0,0 0 0,0 1 0,0-1 0,0 0 0,0 1 0,0-1 0,0 1 0,0-1 0,0 1 0,1-1 0,-1 1 0,0 0 0,0-1 0,0 1 0,0 0 0,1 0 0,-1 0 0,0 0 0,0 0 0,0 0 0,1 1 0,-1-1 0,0 0 0,0 1 0,0-1 0,0 0 0,1 1 0,-1-1 0,0 1 0,0 0 0,0-1 0,0 1 0,0 0 0,1 1 0,16 14 0,-1 1 0,30 37 0,-27-30 0,-11-13-1365,-2-1-5461</inkml:trace>
</inkml:ink>
</file>

<file path=ppt/ink/ink2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3:31.7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0 204 24575,'45'-27'0,"-23"15"0,0-1 0,-2-1 0,1-1 0,35-34 0,-55 47 0,1 1 0,-1-1 0,1 0 0,-1 0 0,0 0 0,0-1 0,0 1 0,0 0 0,0 0 0,0 0 0,0-1 0,-1 1 0,0 0 0,1-1 0,-1 1 0,0-5 0,0 6 0,0-1 0,-1 1 0,1 0 0,-1-1 0,1 1 0,-1-1 0,1 1 0,-1 0 0,0 0 0,1-1 0,-1 1 0,0 0 0,0 0 0,0 0 0,0 0 0,0 0 0,0 0 0,0 0 0,-1 0 0,1 0 0,0 0 0,0 1 0,-1-1 0,1 1 0,0-1 0,-1 1 0,-2-1 0,-1 0 0,0 0 0,0 0 0,0 1 0,-1 0 0,1 0 0,0 0 0,0 0 0,0 1 0,0 0 0,0 0 0,0 1 0,0-1 0,0 1 0,-8 4 0,11-4 0,0-1 0,-1 0 0,1 1 0,0 0 0,0-1 0,0 1 0,0 0 0,1 0 0,-1 0 0,0 0 0,1 0 0,-1 1 0,1-1 0,0 0 0,0 1 0,0-1 0,0 1 0,0-1 0,1 1 0,-1 0 0,1-1 0,-1 1 0,1-1 0,0 1 0,0 0 0,0-1 0,1 1 0,-1 0 0,0-1 0,2 5 0,0-3 0,0 1 0,0-1 0,0 1 0,0-1 0,1 0 0,0 0 0,0 0 0,0 0 0,0-1 0,0 1 0,1-1 0,0 0 0,0 0 0,0 0 0,0 0 0,0-1 0,0 1 0,1-1 0,5 2 0,9 2 0,0 0 0,1-1 0,24 4 0,-44-9 0,43 4-1365,-31-4-5461</inkml:trace>
</inkml:ink>
</file>

<file path=ppt/ink/ink2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3:32.4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119 659 24575,'15'-55'0,"9"-42"0,-22 84 0,-1 1 0,0-1 0,-1 1 0,0-1 0,-1 1 0,-2-15 0,-55-189 0,44 169 0,7 22 0,2 6 0,0 1 0,-2 0 0,-14-30 0,20 47 0,1 0 0,0 0 0,-1 1 0,1-1 0,-1 0 0,1 0 0,-1 1 0,0-1 0,1 0 0,-1 1 0,0-1 0,1 1 0,-1-1 0,0 0 0,1 1 0,-1 0 0,0-1 0,0 1 0,0-1 0,0 1 0,0 0 0,1 0 0,-1 0 0,0-1 0,0 1 0,0 0 0,0 0 0,-1 0 0,1 1 0,0-1 0,0 1 0,0-1 0,0 1 0,0 0 0,1-1 0,-1 1 0,0 0 0,0 0 0,1 0 0,-1-1 0,0 1 0,1 0 0,-1 0 0,1 0 0,-1 0 0,1 0 0,-1 0 0,1 0 0,0 0 0,0 0 0,-1 0 0,1 2 0,-2 11 0,1 0 0,1 0 0,0 0 0,1 0 0,0 0 0,1 0 0,4 16 0,4 6 0,20 50 0,-14-47 0,1-1 0,3-1 0,39 57 0,-49-81 0,0-1 0,2 0 0,-1-1 0,1 0 0,1-1 0,0 0 0,16 8 0,-26-16-170,1 0-1,-1-1 0,1 1 1,-1-1-1,1 0 0,0 0 1,7 1-1,0-2-6655</inkml:trace>
</inkml:ink>
</file>

<file path=ppt/ink/ink2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3:33.9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28 24575,'7'-7'0,"-6"5"0,0 0 0,1 1 0,-1-1 0,1 1 0,-1-1 0,1 1 0,2-2 0,-3 3 0,-1 0 0,1 0 0,0-1 0,-1 1 0,1 0 0,-1 0 0,1 0 0,-1 0 0,1 0 0,0 1 0,-1-1 0,1 0 0,-1 0 0,1 0 0,-1 0 0,1 1 0,-1-1 0,1 0 0,-1 0 0,1 1 0,-1-1 0,1 0 0,-1 1 0,0-1 0,1 0 0,-1 1 0,1-1 0,-1 1 0,0-1 0,1 1 0,-1-1 0,0 1 0,0-1 0,1 1 0,8 16 0,9 21 0,-10-21 0,15 26 0,-18-36 0,0 1 0,0 0 0,1 0 0,0 0 0,0-1 0,9 8 0,-14-14 0,0 0 0,0 0 0,1-1 0,-1 1 0,0 0 0,1 0 0,-1 0 0,0-1 0,1 1 0,-1-1 0,1 1 0,-1-1 0,1 0 0,-1 0 0,1 1 0,-1-1 0,1 0 0,-1 0 0,1 0 0,-1-1 0,1 1 0,-1 0 0,1 0 0,-1-1 0,1 1 0,-1-1 0,1 0 0,-1 1 0,0-1 0,1 0 0,-1 0 0,0 0 0,0 0 0,1 0 0,-1 0 0,0 0 0,0 0 0,0 0 0,1-3 0,0 1 0,0 0 0,0 0 0,0 0 0,0 0 0,-1-1 0,1 1 0,-1 0 0,0-1 0,0 1 0,0-1 0,0-3 0,-1-5 0,1 1 0,-2-14 0,0 17 0,0 0 0,1 0 0,1 0 0,-1 0 0,4-13 0,-4 20 0,0 1 0,0 0 0,0-1 0,0 1 0,0 0 0,0 0 0,0-1 0,0 1 0,0 0 0,1-1 0,-1 1 0,0 0 0,0 0 0,0-1 0,0 1 0,1 0 0,-1 0 0,0 0 0,0 0 0,1-1 0,-1 1 0,0 0 0,0 0 0,1 0 0,-1 0 0,0 0 0,1-1 0,-1 1 0,0 0 0,0 0 0,1 0 0,-1 0 0,0 0 0,1 0 0,-1 0 0,0 0 0,0 0 0,1 0 0,-1 0 0,0 1 0,1-1 0,-1 0 0,0 0 0,0 0 0,1 0 0,-1 0 0,0 0 0,0 1 0,1-1 0,-1 0 0,0 0 0,0 0 0,1 1 0,-1-1 0,0 0 0,0 0 0,0 1 0,0-1 0,1 1 0,14 18 0,-12-15 0,13 18 0,1-1 0,1-1 0,28 24 0,-38-37 0,0-1 0,0 0 0,0 0 0,1-1 0,0 0 0,0-1 0,0 0 0,1 0 0,0-1 0,-1 0 0,1-1 0,12 2 0,-20-4 0,0 0 0,0 0 0,0 0 0,0 0 0,0 0 0,0 0 0,0-1 0,1 1 0,-1-1 0,0 1 0,-1-1 0,1 0 0,0 1 0,0-1 0,0 0 0,0 0 0,-1-1 0,1 1 0,0 0 0,-1-1 0,1 1 0,-1-1 0,3-2 0,-2 0 0,0 0 0,0 0 0,-1 0 0,0 0 0,1-1 0,-1 1 0,-1 0 0,1 0 0,-1-1 0,1-6 0,-2 5 9,1 0 1,0 1-1,-1-1 0,0 1 0,0-1 1,-1 1-1,0-1 0,0 1 0,0 0 0,0-1 1,-1 1-1,-3-4 0,-1 0-257,0 0 1,0 1-1,0 0 1,-1 1-1,-12-10 1,4 5-6579</inkml:trace>
</inkml:ink>
</file>

<file path=ppt/ink/ink2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3:34.8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277 102 24575,'-16'-11'0,"-71"-41"0,73 44 0,0 2 0,-1 0 0,1 0 0,-23-4 0,35 9 0,-1 1 0,1-1 0,-1 1 0,1 0 0,-1 0 0,1 0 0,-1 0 0,1 0 0,-1 0 0,1 1 0,-1-1 0,1 1 0,0 0 0,-1 0 0,1 0 0,0 0 0,-1 0 0,1 0 0,0 1 0,0-1 0,0 1 0,0-1 0,0 1 0,1 0 0,-1 0 0,0 0 0,1 0 0,-1 0 0,1 0 0,-2 4 0,1-1 0,0 0 0,0 0 0,1 1 0,-1-1 0,1 0 0,1 1 0,-1-1 0,1 1 0,0-1 0,0 1 0,0-1 0,1 1 0,1 5 0,5 13 0,2 0 0,0 0 0,21 37 0,11 27 0,-37-77 0,0 1 0,0 1 0,-2-1 0,1 0 0,0 23 0,-3 0 0,-1-15 0,2-1 0,0 0 0,4 21 0,-4-35 0,0 0 0,1 0 0,-1 0 0,1 0 0,0-1 0,0 1 0,1 0 0,-1-1 0,1 1 0,0-1 0,1 0 0,-1 0 0,0 0 0,1-1 0,0 1 0,5 3 0,-3-4 0,1 1 0,0-1 0,-1 0 0,1 0 0,0-1 0,0 0 0,1 0 0,12 1 0,-15-2 0,0-1 0,0 0 0,0 0 0,1 0 0,-1-1 0,0 1 0,0-1 0,0 0 0,0-1 0,0 1 0,0-1 0,-1 0 0,8-4 0,-3-2-1365,-1 0-5461</inkml:trace>
</inkml:ink>
</file>

<file path=ppt/ink/ink2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3:35.4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24 24575,'18'28'0,"-11"-14"0,16 23 0,-20-33 0,0 0 0,1 0 0,-1 0 0,1-1 0,0 1 0,-1-1 0,2 0 0,-1 0 0,8 4 0,-11-7 0,-1 0 0,1 1 0,-1-1 0,1 0 0,0 0 0,-1 0 0,1 0 0,-1 0 0,1 0 0,0 0 0,-1 0 0,1 0 0,0 0 0,-1 0 0,1 0 0,-1 0 0,1 0 0,0 0 0,-1-1 0,1 1 0,-1 0 0,1-1 0,-1 1 0,1 0 0,-1-1 0,1 1 0,-1 0 0,1-1 0,-1 1 0,1-1 0,-1 1 0,0-1 0,1 1 0,-1-1 0,0 1 0,1-1 0,-1 0 0,0 1 0,0-1 0,0 1 0,1-1 0,-1 0 0,0 1 0,0-2 0,1-4 0,0 0 0,0-1 0,-1-10 0,1 8 0,4-32 0,-4 38 0,0 0 0,-1 0 0,1 0 0,0 0 0,1 1 0,-1-1 0,0 0 0,1 1 0,0-1 0,-1 1 0,5-5 0,-5 7 0,0-1 0,0 0 0,0 1 0,0-1 0,1 1 0,-1-1 0,0 1 0,0 0 0,1-1 0,-1 1 0,0 0 0,1 0 0,-1 0 0,0 0 0,1 0 0,-1 0 0,0 0 0,1 1 0,-1-1 0,0 0 0,0 1 0,1-1 0,1 2 0,4 1 0,0 1 0,12 8 0,-10-6 0,9 5-119,75 51-1127</inkml:trace>
</inkml:ink>
</file>

<file path=ppt/ink/ink2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3:35.9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58 24575,'4'-2'0,"25"-13"0,39-13 0,-60 25 0,0 1 0,0 0 0,1 0 0,-1 0 0,1 1 0,-1 1 0,1-1 0,0 1 0,-1 1 0,10 1 0,-15-1 0,0-1 0,-1 1 0,1 0 0,0 0 0,-1 0 0,1 1 0,-1-1 0,1 1 0,-1-1 0,0 1 0,0 0 0,1 0 0,-1 0 0,-1 0 0,1 0 0,0 0 0,0 0 0,-1 1 0,1-1 0,0 3 0,2 5 0,-1-1 0,0 1 0,-1-1 0,2 15 0,5 19 0,0-17 0,2 1 0,0-2 0,2 1 0,30 43 0,-17-29 0,-1 2 0,27 64 0,-48-97 0,0 0 0,-1 0 0,0 1 0,-1-1 0,3 18 0,-5-24 0,0-1 0,0 0 0,0 0 0,0 0 0,0 0 0,0 0 0,-1 0 0,1 0 0,-1 0 0,1 0 0,-1 0 0,0 0 0,0 0 0,1 0 0,-1 0 0,-1-1 0,1 1 0,0 0 0,0-1 0,-1 1 0,1-1 0,-1 1 0,1-1 0,-1 0 0,0 1 0,1-1 0,-1 0 0,0 0 0,0 0 0,0 0 0,0-1 0,0 1 0,-3 0 0,-18 5-455,-1-2 0,-30 2 0,42-6-6371</inkml:trace>
</inkml:ink>
</file>

<file path=ppt/ink/ink2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3:36.6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290 45 24575,'-27'-8'0,"-12"-1"0,-1-1 0,4 3 0,5 1 0,6 3 0,4 1 0,6 4 0,3 1 0,1 1 0,0-1 0,0-1 0,1-1-8191</inkml:trace>
</inkml:ink>
</file>

<file path=ppt/ink/ink2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3:36.8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196 46 24575,'-27'-9'0,"-11"-5"0,-2 4 0,4 4 0,5 2 0,8 2-8191</inkml:trace>
</inkml:ink>
</file>

<file path=ppt/ink/ink2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3:39.0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204 45 24575,'-5'-4'0,"0"0"0,0 0 0,0 0 0,-1 1 0,0 0 0,1 0 0,-1 0 0,0 1 0,-13-3 0,5 2 0,0 0 0,0 1 0,-21 0 0,33 2 0,-1 0 0,0 0 0,1 0 0,-1 1 0,1-1 0,-1 0 0,0 1 0,1 0 0,-1 0 0,1-1 0,0 1 0,-1 1 0,1-1 0,0 0 0,0 1 0,-3 1 0,3-1 0,1 0 0,-1 0 0,1 1 0,-1-1 0,1 0 0,0 1 0,0-1 0,0 1 0,0-1 0,1 1 0,-1-1 0,1 1 0,-1 0 0,1-1 0,0 6 0,1 5 0,1 0 0,0 0 0,1 0 0,0 0 0,1 0 0,6 14 0,1 6 0,103 288 0,-85-250 0,-14-39 0,-2 0 0,-1 1 0,-2 0 0,8 43 0,-12-44 0,-4-25 0,-1 1 0,1-1 0,-1 0 0,-1 0 0,1 1 0,-1-1 0,0 1 0,-3 13 0,2-19 0,1-1 0,-1 0 0,1 1 0,-1-1 0,1 1 0,0-1 0,0 1 0,0-1 0,-1 0 0,2 1 0,-1-1 0,0 1 0,0-1 0,0 1 0,1-1 0,-1 1 0,0-1 0,1 0 0,-1 1 0,1-1 0,0 0 0,0 1 0,-1-1 0,1 0 0,0 0 0,0 0 0,0 1 0,0-1 0,0 0 0,0-1 0,0 1 0,1 0 0,-1 0 0,0 0 0,1-1 0,-1 1 0,0 0 0,1-1 0,-1 1 0,0-1 0,1 0 0,-1 0 0,1 1 0,-1-1 0,1 0 0,1 0 0,84 12-1365,-74-11-5461</inkml:trace>
</inkml:ink>
</file>

<file path=ppt/ink/ink2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3:39.8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28 24575,'0'-1'0,"0"0"0,0 1 0,0-1 0,0 1 0,0-1 0,0 0 0,0 1 0,0-1 0,0 1 0,0-1 0,0 0 0,1 1 0,-1-1 0,0 1 0,0-1 0,1 1 0,-1-1 0,0 1 0,0-1 0,1 1 0,-1-1 0,1 0 0,0 1 0,-1 0 0,1 0 0,-1 0 0,1 0 0,-1 0 0,1 0 0,-1 0 0,1 1 0,-1-1 0,1 0 0,-1 0 0,0 0 0,1 0 0,-1 1 0,1-1 0,-1 0 0,0 1 0,1-1 0,-1 0 0,0 1 0,1-1 0,17 24 0,10 23 0,-19-31 0,0 0 0,1-1 0,0 0 0,1-1 0,1 0 0,14 14 0,-24-27 0,-1 0 0,1 1 0,-1-1 0,1 0 0,-1 0 0,1 0 0,0 0 0,0-1 0,-1 1 0,1 0 0,0-1 0,2 1 0,-3-1 0,0 0 0,0 0 0,0 0 0,0-1 0,0 1 0,0 0 0,-1-1 0,1 1 0,0 0 0,0-1 0,0 1 0,-1-1 0,1 1 0,0-1 0,0 0 0,-1 1 0,1-1 0,0 0 0,-1 1 0,1-1 0,-1 0 0,1 0 0,-1 0 0,1 1 0,-1-1 0,0 0 0,1-1 0,1-3 0,-1-1 0,1 0 0,-1 1 0,0-1 0,0 1 0,-1-7 0,1 6 0,-1 1 0,1-1 0,0 0 0,0 1 0,2-7 0,-2 11 0,-1 0 0,0 1 0,1-1 0,-1 0 0,1 1 0,-1-1 0,1 1 0,-1-1 0,1 1 0,-1-1 0,1 1 0,0-1 0,-1 1 0,1 0 0,0-1 0,-1 1 0,1 0 0,0-1 0,0 1 0,-1 0 0,1 0 0,0 0 0,0-1 0,-1 1 0,1 0 0,0 0 0,0 0 0,-1 0 0,1 1 0,0-1 0,0 0 0,-1 0 0,1 0 0,0 1 0,1-1 0,3 2 0,0 1 0,0-1 0,8 6 0,-8-5 0,-1-1 0,75 42 0,-68-39 0,-1-1 0,1 0 0,0 0 0,0-1 0,19 3 0,-28-6 0,0 0 0,0 0 0,-1 1 0,1-1 0,0-1 0,0 1 0,-1 0 0,1 0 0,0-1 0,-1 1 0,1-1 0,0 1 0,-1-1 0,1 0 0,-1 1 0,1-1 0,-1 0 0,1 0 0,-1 0 0,1 0 0,-1-1 0,0 1 0,0 0 0,0 0 0,0-1 0,0 1 0,0-1 0,0 1 0,0-1 0,0 1 0,-1-1 0,1 0 0,0 1 0,-1-1 0,0 0 0,1 1 0,-1-1 0,0 0 0,0-2 0,0-7 0,0 0 0,0-1 0,-2 1 0,-3-19 0,5 30 0,-3-13-341,-1 0 0,0 1-1,-9-19 1,6 17-6485</inkml:trace>
</inkml:ink>
</file>

<file path=ppt/ink/ink2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3:40.6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131 35 24575,'-2'-2'0,"0"-1"0,0 0 0,0 1 0,0 0 0,-1-1 0,1 1 0,-1 0 0,1 0 0,-1 0 0,0 0 0,0 1 0,0-1 0,1 1 0,-2 0 0,1 0 0,0 0 0,-5-1 0,6 2 0,0-1 0,-1 1 0,1 1 0,-1-1 0,1 0 0,0 1 0,-1-1 0,1 1 0,0-1 0,-1 1 0,1 0 0,0 0 0,0 0 0,0 1 0,0-1 0,0 0 0,0 1 0,0-1 0,0 1 0,0 0 0,1-1 0,-1 1 0,1 0 0,-2 3 0,-1 0 0,1 1 0,0-1 0,0 1 0,1 0 0,0 0 0,0 0 0,0 1 0,0-1 0,1 0 0,0 1 0,0 9 0,2 3 0,0 0 0,6 29 0,-2-19 0,52 259 0,-57-286 0,1 0 0,-1 0 0,1 0 0,-1 0 0,1 0 0,0 0 0,0 0 0,0 0 0,0 0 0,0-1 0,1 1 0,-1 0 0,0-1 0,1 1 0,-1-1 0,4 3 0,-3-3 0,1 0 0,-1-1 0,1 1 0,-1 0 0,1-1 0,-1 0 0,1 1 0,-1-1 0,1 0 0,-1-1 0,1 1 0,-1 0 0,5-2 0,7 0-170,0 0-1,0 1 0,0 0 1,0 1-1,0 1 0,0 0 1,19 4-1,-21-2-6655</inkml:trace>
</inkml:ink>
</file>

<file path=ppt/ink/ink2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3:41.1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72 70 24575,'-2'-4'0,"0"0"0,0-1 0,0 1 0,0 0 0,-1 1 0,1-1 0,-1 0 0,0 1 0,-5-5 0,8 8 0,-1-1 0,0 0 0,0 1 0,0-1 0,0 0 0,0 1 0,0-1 0,0 1 0,0 0 0,0-1 0,0 1 0,0 0 0,0 0 0,0-1 0,0 1 0,0 0 0,0 0 0,-1 0 0,1 1 0,-1-1 0,1 1 0,0-1 0,0 1 0,0-1 0,0 1 0,0 0 0,0 0 0,0-1 0,1 1 0,-1 0 0,0 0 0,0 0 0,1 0 0,-1 0 0,0 0 0,1 0 0,-1 0 0,1 0 0,-1 2 0,0 0 0,0-1 0,0 1 0,0 0 0,1 0 0,-1-1 0,1 1 0,0 0 0,-1 0 0,1 0 0,1 0 0,-1 0 0,0-1 0,1 1 0,0 3 0,1-1 0,0 0 0,0 0 0,0-1 0,1 1 0,-1-1 0,1 0 0,5 6 0,1 0 0,1 0 0,0-1 0,0 0 0,24 14 0,-27-19 0,-1 0 0,1-1 0,0 1 0,0-2 0,0 1 0,0-1 0,0 0 0,8 1 0,-13-3 0,0 0 0,-1 1 0,1-1 0,0 0 0,0 0 0,-1-1 0,1 1 0,0 0 0,0-1 0,-1 1 0,1-1 0,0 1 0,-1-1 0,1 0 0,-1 0 0,1 1 0,-1-1 0,1 0 0,-1-1 0,0 1 0,1 0 0,-1 0 0,0 0 0,0-1 0,0 1 0,0-1 0,0 1 0,0-1 0,0 1 0,-1-1 0,1 1 0,0-1 0,-1 0 0,1 1 0,-1-1 0,0 0 0,0 0 0,1 1 0,-1-4 0,0-4 0,-1 0 0,0 0 0,0 0 0,0 0 0,-1 0 0,0 1 0,-1-1 0,0 1 0,-1-1 0,1 1 0,-1 0 0,-1 1 0,0-1 0,0 1 0,-9-11 0,11 15-195,-1 0 0,0 0 0,0 0 0,0 1 0,0-1 0,-8-3 0,1 2-6631</inkml:trace>
</inkml:ink>
</file>

<file path=ppt/ink/ink2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3:42.0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24575,'34'21'0,"-30"-19"0,1 0 0,-1 0 0,1 1 0,-1 0 0,0 0 0,0 0 0,0 1 0,0-1 0,-1 1 0,1 0 0,-1 0 0,0 0 0,3 6 0,-2-2 0,0-1 0,-1-1 0,0 1 0,2 7 0,-5-12 0,1 0 0,-1 0 0,0 0 0,1-1 0,-1 1 0,0 0 0,0 0 0,-1 0 0,1 0 0,0-1 0,0 1 0,-1 0 0,1 0 0,-1-1 0,0 1 0,1 0 0,-3 2 0,0 2 0,0 0 0,0 1 0,1-1 0,-1 1 0,1 0 0,1 0 0,-1 0 0,1 0 0,1 0 0,-1 0 0,1 0 0,0 0 0,1 0 0,0 0 0,0 0 0,2 8 0,5 13 0,0-1 0,20 42 0,-27-66 0,1-1 0,-1 1 0,0 0 0,0 0 0,0 0 0,-1 0 0,1 1 0,-1-1 0,1 0 0,-1 0 0,0 0 0,0 0 0,-1 4 0,0-6 0,1 1 0,-1 0 0,1-1 0,-1 1 0,0 0 0,0-1 0,0 1 0,0-1 0,0 1 0,0-1 0,0 0 0,0 0 0,0 1 0,-1-1 0,1 0 0,-1 0 0,1 0 0,-1 0 0,1 0 0,-1-1 0,1 1 0,-1 0 0,-2 0 0,-79 23-1365,71-20-5461</inkml:trace>
</inkml:ink>
</file>

<file path=ppt/ink/ink2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3:42.2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0 24575,'0'12'0,"0"7"0,0 2 0,-2 1 0,-1-2 0,-1-1 0,0 0 0,-4 1 0,1-5-8191</inkml:trace>
</inkml:ink>
</file>

<file path=ppt/ink/ink2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3:43.2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24575,'0'10'0,"1"0"0,0 0 0,1 0 0,0-1 0,1 1 0,0-1 0,1 1 0,0-1 0,0 0 0,1 0 0,6 9 0,-7-12 0,0 0 0,0 0 0,1-1 0,0 1 0,0-1 0,0-1 0,1 1 0,0-1 0,0 1 0,0-2 0,0 1 0,0-1 0,1 0 0,-1 0 0,1-1 0,9 3 0,-15-5 0,0 0 0,0 0 0,0 0 0,0 0 0,0 0 0,0 0 0,0 0 0,1 0 0,-1 0 0,0-1 0,0 1 0,0 0 0,0-1 0,0 1 0,0-1 0,0 1 0,0-1 0,0 1 0,0-1 0,0 0 0,0 0 0,0 0 0,1-2 0,0 1 0,-1 0 0,1-1 0,-1 1 0,0-1 0,0 1 0,0-1 0,2-5 0,-1-3 0,0-1 0,-1 1 0,0-16 0,-1 24 0,0 1 0,0-1 0,1 0 0,-1 0 0,1 0 0,-1 0 0,1 0 0,2-4 0,-3 6 0,0 1 0,1-1 0,-1 1 0,0-1 0,1 1 0,-1 0 0,1-1 0,-1 1 0,0 0 0,1-1 0,-1 1 0,1 0 0,-1 0 0,1-1 0,-1 1 0,1 0 0,-1 0 0,1 0 0,-1-1 0,1 1 0,1 0 0,-1 0 0,0 1 0,0-1 0,1 0 0,-1 0 0,0 1 0,0-1 0,0 0 0,1 1 0,-1-1 0,0 1 0,1 1 0,20 12 0,28 26 0,-36-28 0,0 0 0,1-2 0,0 1 0,1-2 0,17 9 0,-29-17 0,5 3 0,-1-1 0,1 0 0,0 0 0,14 2 0,-21-5 0,-1 0 0,1 1 0,-1-1 0,1 0 0,-1 0 0,1 0 0,0-1 0,-1 1 0,1 0 0,-1 0 0,1-1 0,-1 1 0,1-1 0,-1 1 0,0-1 0,1 0 0,-1 0 0,0 1 0,1-1 0,-1 0 0,0 0 0,0 0 0,0-1 0,0 1 0,0 0 0,0 0 0,0 0 0,0-1 0,0 1 0,-1 0 0,1-1 0,0 1 0,-1-1 0,0 1 0,1-2 0,0-3 10,0 0 0,0-1 0,0 1 0,-1 0 0,0 0 0,-1 0 0,1 0 0,-1 0 0,-1 0 0,1 0 0,-3-8 0,-1 2-307,-1-1 0,0 2 0,-1-1 0,-8-12 0,8 15-6529</inkml:trace>
</inkml:ink>
</file>

<file path=ppt/ink/ink2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3:43.9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275 106 24575,'0'-1'0,"-88"-62"0,77 57 0,0 0 0,1 0 0,-2 1 0,1 1 0,-1 0 0,-21-5 0,30 9 0,0-1 0,0 1 0,0 0 0,-1 0 0,1 0 0,0 0 0,0 1 0,0-1 0,0 1 0,0 0 0,0-1 0,1 1 0,-1 1 0,0-1 0,0 0 0,1 1 0,-1-1 0,0 1 0,1 0 0,0 0 0,-1 0 0,1 0 0,0 0 0,0 1 0,0-1 0,-2 4 0,3-3 0,-1 1 0,0-1 0,1 0 0,0 1 0,0 0 0,0-1 0,0 1 0,1-1 0,-1 1 0,1 0 0,0 0 0,0-1 0,0 1 0,1 0 0,-1-1 0,1 1 0,0 0 0,0-1 0,0 1 0,1-1 0,1 4 0,20 32 0,-18-32 0,0 1 0,0-1 0,-1 0 0,0 1 0,-1 0 0,0 0 0,0 0 0,-1 0 0,3 17 0,2 47 0,21 99 0,-12-111 0,34 87 0,-45-135 0,-4-7 0,0-1 0,1 0 0,0 0 0,3 6 0,-5-9 0,1 0 0,-1 0 0,1 0 0,0-1 0,-1 1 0,1 0 0,0-1 0,0 1 0,0 0 0,-1-1 0,1 1 0,0-1 0,0 1 0,0-1 0,0 0 0,0 1 0,0-1 0,0 0 0,0 0 0,0 1 0,0-1 0,0 0 0,0 0 0,0 0 0,1 0 0,13-3 0,-1 0 0,25-10 0,-16 6 0,-18 5-170,1 1-1,-1-1 0,0-1 1,0 1-1,-1-1 0,1 1 1,7-7-1</inkml:trace>
</inkml:ink>
</file>

<file path=ppt/ink/ink2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3:44.2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9 24575,'0'-1'0,"0"1"0,0-1 0,0 1 0,0-1 0,-1 1 0,1 0 0,0-1 0,0 1 0,0-1 0,-1 1 0,1 0 0,0-1 0,-1 1 0,1 0 0,0-1 0,-1 1 0,1 0 0,0-1 0,-1 1 0,1 0 0,-1 0 0,1-1 0,-1 11 0,7 18 0,6 7-341,1 0 0,2-1-1,30 51 1,-38-73-6485</inkml:trace>
</inkml:ink>
</file>

<file path=ppt/ink/ink2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3:44.8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71 24575,'31'-16'0,"1"2"0,37-11 0,-55 21 0,-1 0 0,1 2 0,-1 0 0,1 0 0,0 1 0,0 1 0,0 0 0,17 3 0,-21-2 0,-4 0 0,0 0 0,0 0 0,0 1 0,9 3 0,-14-5 0,0 1 0,1-1 0,-1 1 0,0-1 0,0 1 0,0 0 0,0-1 0,0 1 0,0 0 0,-1 0 0,1 0 0,0 0 0,0 0 0,-1 0 0,1 0 0,0 0 0,-1 0 0,1 0 0,-1 0 0,1 1 0,-1-1 0,0 0 0,0 0 0,1 0 0,-1 1 0,0-1 0,0 0 0,0 2 0,-3 36 0,0-20 0,2 0 0,0 1 0,1-1 0,1 1 0,1-1 0,5 23 0,3-9 0,2 0 0,1 0 0,31 55 0,-20-38 0,-22-45 0,0 0 0,0 1 0,0-1 0,-1 1 0,0 0 0,-1 0 0,1 7 0,-1-11 0,0 0 0,-1 1 0,1-1 0,-1 0 0,1 0 0,-1 0 0,0 0 0,0 0 0,0 0 0,0 0 0,0 0 0,0 0 0,-1 0 0,-2 2 0,1-1 0,0 0 0,-1 0 0,1-1 0,-1 1 0,0-1 0,1 0 0,-6 2 0,-4 0 0,0 0 0,0-1 0,-25 4 0,-20-5-1365,45-2-5461</inkml:trace>
</inkml:ink>
</file>

<file path=ppt/ink/ink2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3:45.1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 1 24575,'-8'12'0,"-1"7"0,-3 2 0,1 0 0,0 0 0,2-3 0,0-1 0,1-3-8191</inkml:trace>
</inkml:ink>
</file>

<file path=ppt/ink/ink2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3:46.1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46 24575,'-13'-10'0,"12"13"0,6 6 0,1-1 0,59 83 0,-57-80 0,1-1 0,0-1 0,1 0 0,0 0 0,1-1 0,15 9 0,-25-16 0,0 0 0,1 0 0,-1 0 0,0-1 0,1 1 0,-1-1 0,1 1 0,-1-1 0,1 1 0,-1-1 0,1 0 0,-1 0 0,1 0 0,-1 0 0,1 0 0,0 0 0,-1 0 0,1-1 0,-1 1 0,1 0 0,1-2 0,-1 1 0,0 0 0,-1 0 0,1-1 0,-1 1 0,0 0 0,1-1 0,-1 0 0,0 1 0,0-1 0,0 1 0,0-1 0,0 0 0,-1 0 0,1 0 0,0 0 0,0-3 0,1-4 0,-1 0 0,0 0 0,-1 0 0,-1-15 0,1 17 0,-1-1 0,1 1 0,1-1 0,-1 1 0,1 0 0,0-1 0,4-8 0,-5 15 0,0 0 0,0 0 0,1 1 0,-1-1 0,1 0 0,-1 0 0,0 1 0,1-1 0,0 0 0,-1 1 0,1-1 0,-1 0 0,1 1 0,0-1 0,-1 1 0,1-1 0,0 1 0,0-1 0,-1 1 0,1 0 0,0-1 0,0 1 0,0 0 0,1-1 0,0 1 0,-1 0 0,1 0 0,0 1 0,0-1 0,-1 0 0,1 1 0,0-1 0,0 1 0,-1-1 0,1 1 0,2 1 0,3 2 0,0 1 0,0 0 0,12 11 0,2 4 0,-4-4 0,0 0 0,0-2 0,2 0 0,22 13 0,-38-25 0,0-1 0,0 0 0,0 1 0,0-1 0,0 0 0,0-1 0,0 1 0,1 0 0,-1-1 0,0 0 0,0 0 0,1 0 0,-1 0 0,5-1 0,-6 0 0,0 1 0,0-1 0,0 0 0,0 0 0,-1 0 0,1 0 0,0 0 0,-1 0 0,1-1 0,-1 1 0,0-1 0,1 1 0,-1-1 0,0 1 0,0-1 0,0 1 0,0-1 0,0 0 0,0 0 0,0 0 0,-1 0 0,1 1 0,0-1 0,-1-4 0,1 1 6,0 1 0,-1-1 0,0 1 0,0-1 0,0 0 0,-1 1 0,0-1 0,0 1 0,0-1 0,0 1 0,-1-1 0,1 1 0,-1 0 0,0 0 0,-5-8 0,-3-2-296,-1 1 0,-23-24 0,25 27-301,-1 0-6235</inkml:trace>
</inkml:ink>
</file>

<file path=ppt/ink/ink2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3:47.2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198 63 24575,'0'0'0,"-16"-12"0,0 1 0,-21-10 0,32 19 0,-1-1 0,1 1 0,-1 0 0,0 1 0,1-1 0,-1 1 0,0 0 0,0 1 0,0-1 0,0 1 0,-9 1 0,12 0 0,-1-1 0,1 0 0,0 0 0,0 0 0,-1 0 0,1 0 0,0-1 0,0 0 0,-1 1 0,-3-3 0,7 3 0,0 0 0,-1 0 0,1 0 0,0 0 0,0 0 0,-1 0 0,1-1 0,0 1 0,-1 0 0,1 0 0,0 0 0,0 0 0,-1 0 0,1 0 0,0 0 0,-1 1 0,1-1 0,0 0 0,0 0 0,-1 0 0,1 0 0,0 0 0,-1 0 0,1 0 0,0 1 0,0-1 0,-1 0 0,1 0 0,0 1 0,-2 9 0,7 19 0,-3-21 0,30 187 0,-24-131 0,-1 70 0,-8-86 0,1 45 0,1-88 0,0-1 0,0 0 0,1 0 0,-1 1 0,1-1 0,0 0 0,4 6 0,4 10 0,-10-19 0,1 1 0,0-1 0,0 0 0,0 1 0,0-1 0,0 0 0,0 0 0,0 0 0,1 0 0,-1 0 0,0 0 0,1 0 0,-1 0 0,0 0 0,1-1 0,-1 1 0,1 0 0,-1-1 0,1 0 0,-1 1 0,1-1 0,0 0 0,-1 0 0,1 0 0,-1 0 0,1 0 0,2 0 0,6-1 0,0-1 0,0 0 0,13-4 0,-11 2 0,3 1-273,1 0 0,1 1 0,-1 1 0,21 0 0,-24 1-6553</inkml:trace>
</inkml:ink>
</file>

<file path=ppt/ink/ink2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3:47.8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86 24575,'0'-5'0,"0"0"0,1 0 0,-1 0 0,1 1 0,0-1 0,0 0 0,1 0 0,-1 1 0,1-1 0,0 1 0,3-6 0,-4 9 0,1-1 0,-1 0 0,1 0 0,-1 1 0,1-1 0,0 1 0,0-1 0,-1 1 0,1 0 0,0-1 0,0 1 0,0 0 0,0 0 0,1 1 0,-1-1 0,0 0 0,0 1 0,0-1 0,1 1 0,-1 0 0,0 0 0,1 0 0,-1 0 0,0 0 0,4 1 0,-1-1 0,0 1 0,0 1 0,0-1 0,0 1 0,0-1 0,0 1 0,-1 1 0,1-1 0,-1 1 0,1-1 0,-1 1 0,6 5 0,-8-5 0,0-1 0,1 1 0,-1 0 0,0 0 0,-1 0 0,1 0 0,0 0 0,-1 0 0,0 0 0,1 1 0,-1-1 0,-1 0 0,1 1 0,0-1 0,-1 1 0,0-1 0,1 1 0,-2 6 0,-1 1 0,0-1 0,-1 0 0,0 0 0,-1 0 0,-8 17 0,-5 15 0,14-36 0,3-4 0,-1 0 0,0 0 0,0 0 0,1 0 0,-1 0 0,1 0 0,0 0 0,0 5 0,0-7 0,0 1 0,1 0 0,-1 0 0,0-1 0,1 1 0,-1 0 0,1-1 0,-1 1 0,1-1 0,-1 1 0,1-1 0,-1 1 0,1-1 0,0 1 0,-1-1 0,1 1 0,0-1 0,-1 0 0,1 1 0,0-1 0,0 0 0,-1 0 0,1 1 0,0-1 0,0 0 0,0 0 0,-1 0 0,3 0 0,53 2 0,-39-2 0,25 3 0,90 17-1365,-120-18-5461</inkml:trace>
</inkml:ink>
</file>

<file path=ppt/ink/ink2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3:48.5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24 24575,'12'-5'0,"1"1"0,0 0 0,0 1 0,26-4 0,-32 7 0,0 0 0,0 0 0,0 0 0,0 1 0,0 0 0,0 0 0,0 1 0,0 0 0,0 0 0,-1 0 0,8 4 0,-13-5 0,-1 0 0,1-1 0,0 1 0,0 0 0,0-1 0,-1 1 0,1 0 0,0 0 0,-1 0 0,1-1 0,0 1 0,-1 0 0,0 0 0,1 0 0,-1 0 0,1 0 0,-1 0 0,0 0 0,1 2 0,-1 23 0,0-8 0,4 0 0,0-1 0,2 1 0,0-1 0,8 17 0,9 23 0,6 20 0,6 17 0,-30-79 0,-1 1 0,0-1 0,-1 1 0,-1 0 0,-1 0 0,0 0 0,-2 20 0,1-34 0,-1 0 0,1 0 0,0 0 0,-1 0 0,1 0 0,-1 0 0,0 0 0,0-1 0,0 1 0,1 0 0,-2 0 0,1-1 0,0 1 0,0 0 0,0-1 0,-1 0 0,-2 3 0,1-2 0,1-1 0,-1 1 0,0-1 0,1 0 0,-1 0 0,0 0 0,0 0 0,0-1 0,0 1 0,-5 0 0,-6-1 0,1-1 0,0 0 0,-1-1 0,-16-4 0,22 4 0,-6-1-1365,2 1-5461</inkml:trace>
</inkml:ink>
</file>

<file path=ppt/ink/ink2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3:49.7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89 24575,'5'-7'0,"0"1"0,0 1 0,0-1 0,1 1 0,0-1 0,0 2 0,1-1 0,-1 1 0,1 0 0,0 0 0,0 1 0,1-1 0,-1 2 0,0-1 0,1 1 0,0 0 0,0 1 0,-1 0 0,1 0 0,0 1 0,11 0 0,9 2 0,27 1 0,-50-3 0,-1-1 0,0 1 0,0-1 0,1 0 0,-1 0 0,0 0 0,0 0 0,0-1 0,0 0 0,4-2 0,-8 4 0,0-1 0,1 1 0,0 0 0,-1-1 0,1 1 0,-1-1 0,1 1 0,-1 0 0,1-1 0,0 1 0,-1 0 0,1 0 0,0 0 0,-1-1 0,1 1 0,0 0 0,-1 0 0,1 0 0,0 0 0,-1 0 0,1 0 0,0 0 0,0 0 0,-1 1 0,1-1 0,0 0 0,-1 0 0,1 0 0,-1 1 0,1-1 0,0 0 0,-1 1 0,2 0 0,-1 1 0,1 1 0,-1-1 0,0 0 0,0 1 0,0-1 0,0 1 0,1 4 0,5 24 0,-2 0 0,0 0 0,-1 34 0,17 203 0,-16-210 0,14 123 0,-13-131 0,-3-31 0,2 30 0,-5-44 0,0 1 0,0 1 0,0-1 0,-1 1 0,0-1 0,-2 12 0,2-16 0,0 0 0,0 0 0,0-1 0,0 1 0,0 0 0,0-1 0,0 1 0,0-1 0,-1 1 0,1-1 0,-1 1 0,1-1 0,-1 0 0,0 0 0,1 0 0,-1 0 0,0 0 0,0 0 0,1 0 0,-1-1 0,0 1 0,0-1 0,-3 1 0,-10 1-12,-1 0-1,0-1 1,-31-3 0,14 1-1304,12 0-5510</inkml:trace>
</inkml:ink>
</file>

<file path=ppt/ink/ink2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4:13.5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2 24575,'0'0'0,"0"0"0,0 0 0,0 0 0,-1 0 0,1 1 0,0-1 0,0 0 0,0 0 0,0 0 0,0 0 0,-1 0 0,1 0 0,0 0 0,0 1 0,0-1 0,0 0 0,-1 0 0,1 0 0,0 0 0,0 0 0,0 0 0,-1 0 0,1 0 0,0 0 0,0 0 0,0 0 0,0 0 0,-1 0 0,1 0 0,0 0 0,0 0 0,0 0 0,-1 0 0,1 0 0,0-1 0,0 1 0,0 0 0,0 0 0,0 0 0,-1 0 0,1 0 0,0 0 0,0 0 0,0-1 0,0 1 0,0 0 0,-1 0 0,1 0 0,0 0 0,0-1 0,1 0 0,5 8 0,7 13 0,-2 0 0,10 23 0,6 11 0,-22-45 0,0 0 0,0-1 0,1 0 0,7 8 0,-10-13 0,-1-1 0,1 0 0,0 1 0,0-1 0,0 0 0,0-1 0,0 1 0,0-1 0,1 1 0,-1-1 0,1 0 0,-1 0 0,0 0 0,7 0 0,-4 0 0,-1-1 0,1 0 0,-1 0 0,1 0 0,-1-1 0,1 1 0,-1-1 0,1-1 0,-1 1 0,0-1 0,1 0 0,4-3 0,-6 3 0,0-1 0,-1 1 0,1-1 0,-1 0 0,1 0 0,-1-1 0,0 1 0,-1-1 0,1 1 0,0-1 0,-1 0 0,0 0 0,0 0 0,0 0 0,1-7 0,4-12 0,-2-1 0,3-30 0,-6 17 0,16 79 0,70 189 0,-6-22 0,-82-208 0,3 7 0,0 0 0,-1 0 0,0 0 0,2 16 0,-4-22 0,0 0 0,0-1 0,0 1 0,0 0 0,0 0 0,-1-1 0,1 1 0,0 0 0,-1-1 0,1 1 0,-1 0 0,0-1 0,0 1 0,1-1 0,-1 1 0,0-1 0,0 1 0,-1-1 0,1 0 0,0 1 0,0-1 0,-1 0 0,1 0 0,0 0 0,-1 0 0,1 0 0,-1 0 0,0 0 0,-2 0 0,-1 1 0,0-1 0,0 0 0,0-1 0,0 1 0,0-1 0,0 0 0,0 0 0,0 0 0,0-1 0,0 0 0,0 0 0,0 0 0,0 0 0,0-1 0,0 0 0,1 0 0,-8-4 0,5 1 0,0 1 0,0 0 0,1-1 0,0-1 0,0 1 0,0-1 0,0 0 0,1 0 0,0 0 0,-5-10 0,7 12 0,1 1 0,1-1 0,-1 0 0,1 0 0,-1 0 0,1 1 0,-1-6 0,2 8 0,0 0 0,0 0 0,0-1 0,1 1 0,-1 0 0,0 0 0,0 0 0,1-1 0,-1 1 0,0 0 0,1 0 0,-1 0 0,1 0 0,0 0 0,-1 0 0,1 0 0,0 0 0,0 0 0,0 0 0,-1 0 0,1 0 0,0 0 0,0 1 0,0-1 0,0 0 0,0 1 0,3-2 0,8-3 0,1 0 0,24-6 0,-26 8 0,0 0 0,-1 0 0,1-1 0,-1 0 0,13-9 0,-13 5-1365,-2 0-5461</inkml:trace>
</inkml:ink>
</file>

<file path=ppt/ink/ink2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4:14.5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89 57 24575,'-5'-8'0,"0"1"0,0 0 0,-9-10 0,13 16 0,0-1 0,-1 1 0,1-1 0,-1 1 0,0 0 0,1 0 0,-1-1 0,0 1 0,0 0 0,0 0 0,1 1 0,-1-1 0,0 0 0,0 1 0,0-1 0,-1 1 0,1 0 0,0-1 0,0 1 0,-3 1 0,4-1 0,0 0 0,0 1 0,0-1 0,0 1 0,0-1 0,0 1 0,0 0 0,0-1 0,0 1 0,0 0 0,1 0 0,-1-1 0,0 1 0,0 0 0,1 0 0,-1 0 0,1 0 0,-1 0 0,1 0 0,-1 0 0,1 0 0,-1 0 0,1 1 0,0-1 0,0 0 0,0 0 0,-1 0 0,1 0 0,0 0 0,1 2 0,-1 5 0,0-1 0,1 1 0,2 9 0,-2-14 0,3 18 0,9 41 0,-3 1 0,3 80 0,-5-53 0,-1 8 0,-7-94 0,0 1 0,1-1 0,-1 0 0,1 0 0,0 0 0,1 0 0,-1 0 0,1 0 0,-1 0 0,1 0 0,0 0 0,1-1 0,-1 1 0,1-1 0,-1 0 0,1 1 0,0-1 0,0-1 0,1 1 0,-1 0 0,0-1 0,1 1 0,0-1 0,-1 0 0,1-1 0,5 3 0,-7-3 0,1-1 0,-1 1 0,0-1 0,1 0 0,-1 0 0,1 0 0,-1 0 0,1 0 0,-1 0 0,1 0 0,-1-1 0,4-1 0,31-12 0,-16 4 0,-12 8 22,0 0 0,0 0 0,0 1-1,0 0 1,13 0 0,-9 1-770,22-4 0,-23 1-6078</inkml:trace>
</inkml:ink>
</file>

<file path=ppt/ink/ink2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4:15.1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4 24575,'0'-1'0,"0"1"0,0 0 0,0 0 0,0 0 0,0 0 0,-1-1 0,1 1 0,0 0 0,0 0 0,0 0 0,0 0 0,0 0 0,0-1 0,-1 1 0,1 0 0,0 0 0,0 0 0,0 0 0,0 0 0,-1 0 0,1 0 0,0 0 0,0 0 0,0 0 0,-1 0 0,1 0 0,0 0 0,0 0 0,0 0 0,-1 0 0,1 0 0,0 0 0,0 0 0,0 0 0,0 0 0,-1 0 0,1 0 0,0 0 0,0 0 0,0 0 0,-2 9 0,5 12 0,0-10 0,1-1 0,0 0 0,1 1 0,0-2 0,0 1 0,1 0 0,0-1 0,1 0 0,0-1 0,0 0 0,1 0 0,0 0 0,1-1 0,13 10 0,-21-17 0,-1 1 0,1-1 0,-1 1 0,1-1 0,0 1 0,-1-1 0,1 0 0,0 1 0,-1-1 0,1 0 0,0 0 0,-1 1 0,1-1 0,0 0 0,0 0 0,-1 0 0,1 0 0,0 0 0,0 0 0,-1 0 0,1 0 0,0 0 0,0 0 0,-1-1 0,1 1 0,0 0 0,0 0 0,-1-1 0,1 1 0,0-1 0,-1 1 0,1 0 0,-1-1 0,1 1 0,0-1 0,-1 1 0,1-1 0,-1 0 0,1 1 0,-1-1 0,0 1 0,1-1 0,-1 0 0,0 1 0,1-1 0,-1 0 0,0 0 0,0 1 0,1-1 0,-1 0 0,0 0 0,0-1 0,1-6 0,0 0 0,-1 0 0,-1-17 0,1 18 0,-1-7 0,0 5 0,1 1 0,0-1 0,0 1 0,3-17 0,-3 24 0,0 0 0,0-1 0,1 1 0,-1 0 0,1 0 0,-1-1 0,1 1 0,-1 0 0,1 0 0,0 0 0,0 0 0,-1-1 0,1 1 0,0 0 0,0 1 0,0-1 0,0 0 0,0 0 0,1 0 0,-1 1 0,0-1 0,0 0 0,0 1 0,1-1 0,-1 1 0,0-1 0,0 1 0,1 0 0,-1 0 0,0-1 0,1 1 0,-1 0 0,0 0 0,1 0 0,-1 1 0,0-1 0,3 0 0,3 2 0,1 0 0,0 1 0,0 0 0,-1 0 0,0 0 0,0 1 0,0 0 0,7 5 0,51 45 0,-45-36 0,-11-11-103,-6-5-2,0-1 0,-1 2 0,1-1-1,-1 0 1,1 0 0,-1 1 0,0 0 0,0-1-1,0 1 1,0 0 0,1 3 0</inkml:trace>
</inkml:ink>
</file>

<file path=ppt/ink/ink2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4:15.7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41 24575,'34'-10'0,"-10"3"0,0 0 0,0 2 0,1 0 0,39-1 0,-60 6 0,1 0 0,-1 0 0,1 1 0,-1 0 0,0 0 0,1 0 0,-1 0 0,0 1 0,0-1 0,0 1 0,0 0 0,0 0 0,-1 1 0,5 2 0,-6-2 0,1-1 0,0 1 0,-1 0 0,0 0 0,0 0 0,0 1 0,0-1 0,0 0 0,0 1 0,-1-1 0,0 1 0,0-1 0,0 1 0,0 0 0,0 0 0,0 5 0,6 51 0,2 0 0,4-1 0,1-1 0,31 77 0,8-19 0,-46-104 0,-6-9 0,0 0 0,0-1 0,0 1 0,0 0 0,0 0 0,0 0 0,-1 0 0,1 0 0,-1 0 0,0 0 0,0 3 0,0-4 0,0-1 0,-1 0 0,1 0 0,0 0 0,-1 0 0,1 1 0,-1-1 0,1 0 0,-1 0 0,0 0 0,0 0 0,1 0 0,-1 0 0,0-1 0,0 1 0,0 0 0,0 0 0,0 0 0,0-1 0,0 1 0,0-1 0,0 1 0,0-1 0,0 1 0,-1-1 0,1 0 0,0 1 0,0-1 0,-2 0 0,-16 2 17,1 0-1,-1-2 1,-24-2-1,-4 0-1447,35 2-5395</inkml:trace>
</inkml:ink>
</file>

<file path=ppt/ink/ink2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4:16.1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244 13 24575,'-7'-2'0,"-6"-1"0,-2 0 0,-1 0 0,-1 1 0,3 4 0,2 0 0,-1 1 0,1 0 0,-1-1 0,-1-1 0,0 0 0,0-1 0,0 0 0,-1 0 0,1-3 0,-1 0 0,3 0-8191</inkml:trace>
</inkml:ink>
</file>

<file path=ppt/ink/ink2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4:16.5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286 45 24575,'-3'-5'0,"-3"-2"0,-2 1 0,-4 1 0,-1 2 0,-1 0 0,-1 2 0,-2 1 0,-2 0 0,-1-3 0,-3 0 0,-3 1 0,2-1 0,-1 2 0,1 0 0,3 0 0,5 1-8191</inkml:trace>
</inkml:ink>
</file>

<file path=ppt/ink/ink2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4:20.8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547 124 24575,'24'-17'0,"-3"2"0,1 1 0,0 1 0,0 1 0,29-10 0,-39 18 0,-1 2 0,1 0 0,13-1 0,19-3 0,-30 3 0,0 2 0,1 0 0,17 1 0,17-1 0,-48 1 0,0 0 0,0 0 0,0 0 0,0 0 0,0-1 0,0 1 0,0 0 0,0-1 0,0 1 0,0 0 0,0-1 0,0 1 0,1-2 0,-4 0 0,-9 2 0,-53 7 0,-125-5 0,98-3 0,-262 1 0,347 0 0,-1 0 0,1 1 0,0 0 0,-1 0 0,1 1 0,0 0 0,0 0 0,0 1 0,0-1 0,0 1 0,1 0 0,-7 5 0,11-8 0,1 1 0,0-1 0,0 0 0,-1 0 0,1 1 0,0-1 0,0 0 0,0 1 0,-1-1 0,1 0 0,0 1 0,0-1 0,0 0 0,0 1 0,0-1 0,0 1 0,-1-1 0,1 0 0,0 1 0,0-1 0,0 0 0,0 1 0,0-1 0,1 1 0,-1-1 0,0 0 0,0 1 0,0-1 0,0 0 0,0 1 0,0-1 0,1 0 0,-1 1 0,0-1 0,0 0 0,0 1 0,1-1 0,-1 0 0,0 1 0,0-1 0,1 0 0,-1 0 0,0 0 0,1 1 0,-1-1 0,0 0 0,1 0 0,-1 0 0,0 0 0,1 1 0,21 9 0,-19-9 0,88 29 0,32 14 0,-92-30 0,-5-3 0,32 19 0,-52-26 0,1 0 0,0 1 0,-1 0 0,0 0 0,0 1 0,0-1 0,-1 1 0,0 1 0,5 7 0,-8-12 0,-1 0 0,0 0 0,0 0 0,-1 0 0,1-1 0,0 1 0,-1 1 0,1-1 0,-1 0 0,0 0 0,0 0 0,1 0 0,-1 0 0,-1 0 0,1 0 0,0 0 0,0 0 0,-1 2 0,0-1 0,-1 0 0,1 0 0,-1 0 0,1-1 0,-1 1 0,0-1 0,0 1 0,0-1 0,0 0 0,0 0 0,-3 2 0,-4 3 0,-1-1 0,0 0 0,-1 0 0,1-1 0,-15 5 0,-29 8 0,15-5 0,1 1 0,-46 26 0,46-19 0,-117 74 0,142-86 0,1-1 0,-16 15 0,25-21 0,1 0 0,0 0 0,0 1 0,0-1 0,0 0 0,0 1 0,1 0 0,-1-1 0,1 1 0,-1 0 0,1 0 0,0 0 0,0 3 0,1-5 0,0 1 0,0-1 0,0 0 0,0 0 0,0 0 0,1 0 0,-1 0 0,0 0 0,1 1 0,-1-1 0,1 0 0,0 0 0,-1 0 0,1 0 0,0-1 0,-1 1 0,1 0 0,0 0 0,0 0 0,0 0 0,0-1 0,0 1 0,0 0 0,0-1 0,0 1 0,0-1 0,0 1 0,0-1 0,0 0 0,2 1 0,5 2 0,0-1 0,17 2 0,-20-3 0,38 3 0,1-1 0,59-5 0,-74 1 0,218-13 0,116-2 0,-355 16-455,0 1 0,14 1 0,-10 1-6371</inkml:trace>
</inkml:ink>
</file>

<file path=ppt/ink/ink2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4:21.5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28 24575,'-2'-5'0,"2"2"0,-1 1 0,1-1 0,-1 1 0,0-1 0,0 1 0,-2-4 0,3 6 0,0 0 0,0 0 0,0 0 0,0-1 0,0 1 0,-1 0 0,1 0 0,0 0 0,0 0 0,0 0 0,0 0 0,0 0 0,0 0 0,0 0 0,0 0 0,0 0 0,-1 0 0,1 0 0,0 0 0,0 0 0,0 0 0,0 0 0,0 0 0,0 0 0,0 0 0,-1 0 0,1 0 0,0 0 0,0 0 0,0 0 0,0 0 0,0 0 0,0 0 0,0 0 0,0 0 0,0 0 0,-1 0 0,1 1 0,0-1 0,0 0 0,0 0 0,0 0 0,0 0 0,0 0 0,0 0 0,0 0 0,0 0 0,0 0 0,0 1 0,0-1 0,0 0 0,0 0 0,0 0 0,0 0 0,0 0 0,0 0 0,0 0 0,0 0 0,0 1 0,0-1 0,0 0 0,0 0 0,0 0 0,0 0 0,0 0 0,0 0 0,0 0 0,-1 9 0,3 12 0,2 0 0,0 0 0,11 32 0,-7-26 0,50 151 0,-53-165 0,9 35 0,-14-47-4,0 0-1,0-1 0,0 1 0,0 0 1,0-1-1,0 1 0,0 0 0,0-1 1,0 1-1,0-1 0,0 1 0,0 0 1,0-1-1,0 1 0,-1 0 1,1 0-1,-1-1 12,1 0 1,0 0-1,0 1 0,0-1 1,-1 0-1,1 0 1,0 0-1,0 0 1,-1 0-1,1 0 0,0 1 1,0-1-1,-1 0 1,1 0-1,0 0 0,0 0 1,-1 0-1,1 0 1,0 0-1,-1 0 1,1 0-1,0 0 0,0-1 1,-1 1-1,1 0 1,0 0-1,-2-1-172,0 0 0,0 0 0,0 0 0,1 0 0,-1 0 0,0 0 0,1-1 0,-3-1 0</inkml:trace>
</inkml:ink>
</file>

<file path=ppt/ink/ink2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4:21.9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 16 24575,'0'-1'0,"-1"0"0,1 1 0,0-1 0,-1 0 0,1 0 0,-1 0 0,1 1 0,-1-1 0,1 0 0,-1 0 0,0 1 0,1-1 0,-1 1 0,0-1 0,1 0 0,-1 1 0,0 0 0,0-1 0,1 1 0,-1-1 0,0 1 0,0 0 0,0-1 0,-1 1 0,1 0 0,0 0 0,0 1 0,0-1 0,0 1 0,0-1 0,0 1 0,0-1 0,0 1 0,1-1 0,-1 1 0,0 0 0,0-1 0,1 1 0,-1 0 0,0 0 0,1 0 0,-2 1 0,-2 5 0,0 1 0,0 0 0,-4 13 0,7-21 0,-2 9 0,2-7 0,0 1 0,0-1 0,0 0 0,1 1 0,-1-1 0,1 1 0,-1-1 0,1 3 0,0-4 0,0 0 0,0-1 0,1 1 0,-1 0 0,0-1 0,1 1 0,-1 0 0,0-1 0,1 1 0,-1 0 0,1-1 0,-1 1 0,1-1 0,-1 1 0,1-1 0,0 1 0,-1-1 0,1 1 0,-1-1 0,1 0 0,0 1 0,0-1 0,-1 0 0,1 0 0,0 1 0,-1-1 0,1 0 0,0 0 0,0 0 0,-1 0 0,3 0 0,55 3 0,-2-1 0,35 6-1365,-79-7-5461</inkml:trace>
</inkml:ink>
</file>

<file path=ppt/ink/ink2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4:22.9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22 24575,'-3'-3'0,"9"11"0,7 19 0,1 0 0,27 38 0,-32-52 0,2 0 0,-1-1 0,1 0 0,1 0 0,0-1 0,19 12 0,-30-22 0,0 0 0,0 0 0,1 0 0,-1-1 0,0 1 0,0 0 0,1-1 0,-1 1 0,0-1 0,0 1 0,1-1 0,-1 0 0,1 1 0,-1-1 0,0 0 0,1 0 0,-1 0 0,0 0 0,1 0 0,-1-1 0,1 1 0,-1 0 0,0 0 0,1-1 0,-1 1 0,2-2 0,-1 0 0,0 0 0,0 0 0,-1 0 0,1 0 0,0 0 0,-1 0 0,0 0 0,0-1 0,1 1 0,-1-1 0,-1 1 0,1-1 0,1-2 0,2-29 0,-4 29 0,0 1 0,0-1 0,1 1 0,-1 0 0,1-1 0,0 1 0,0 0 0,1 0 0,-1 0 0,4-6 0,-4 9 0,1 0 0,-1 0 0,0 0 0,1 0 0,-1 0 0,1 0 0,-1 0 0,1 0 0,-1 1 0,1-1 0,0 1 0,-1-1 0,1 1 0,0 0 0,-1 0 0,1-1 0,0 1 0,-1 0 0,1 1 0,0-1 0,-1 0 0,1 0 0,0 1 0,-1-1 0,1 1 0,3 1 0,3 1 0,1 1 0,0 0 0,10 7 0,-12-6 0,11 6 0,36 17 0,-47-26 0,0 1 0,-1-1 0,1-1 0,0 1 0,0-1 0,0 0 0,0-1 0,0 0 0,12-1 0,-18 1 0,0 0 0,1 0 0,-1 0 0,0-1 0,1 1 0,-1-1 0,0 1 0,1-1 0,-1 1 0,0-1 0,0 0 0,0 1 0,1-1 0,-1 0 0,0 0 0,0 0 0,0 0 0,0 0 0,-1 0 0,1 0 0,1-2 0,-1 0 0,0 1 0,0-1 0,0 1 0,-1-1 0,1 0 0,-1 1 0,0-1 0,0 0 0,0 1 0,0-6 0,-1 0 0,-1 0 0,0 0 0,0 0 0,-1 0 0,0 0 0,-5-10 0,-32-53-1365,34 62-5461</inkml:trace>
</inkml:ink>
</file>

<file path=ppt/ink/ink2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4:23.8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275 37 24575,'-31'-9'0,"-52"-12"0,70 19 0,0 0 0,0 0 0,-1 1 0,-16 2 0,25-1 0,0 1 0,0 0 0,0 0 0,0 0 0,0 1 0,0-1 0,1 1 0,-1 0 0,-6 4 0,10-4 0,-1-1 0,0 0 0,1 0 0,-1 1 0,1-1 0,-1 1 0,1-1 0,0 1 0,0-1 0,0 1 0,-1 0 0,2 0 0,-1-1 0,0 1 0,0 0 0,1 0 0,-1 0 0,1 0 0,-1 0 0,1 0 0,0 0 0,0 0 0,0 0 0,0 0 0,0 3 0,30 150 0,-22-121 0,22 62 0,21 29 0,-14-40 0,-30-65 0,0 0 0,-1 0 0,-2 1 0,5 39 0,-9-59 0,0 0 0,0 0 0,0 0 0,1 0 0,-1 0 0,0 0 0,0 0 0,1 0 0,-1 0 0,1 0 0,-1 0 0,2 1 0,-2-1 0,1-1 0,-1 0 0,0 0 0,1 1 0,-1-1 0,1 0 0,-1 0 0,0 1 0,1-1 0,-1 0 0,1 0 0,-1 0 0,1 0 0,-1 0 0,1 0 0,-1 0 0,1 0 0,-1 0 0,0 0 0,2 0 0,1-1 0,0 0 0,0 0 0,0 0 0,0-1 0,0 1 0,5-4 0,7-4 0,-2 4 27,1 1-1,17-3 0,-21 5-266,1-1-1,-1 1 0,0-2 0,0 1 1,12-8-1</inkml:trace>
</inkml:ink>
</file>

<file path=ppt/ink/ink2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4:24.2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 24575,'0'-11'0,"0"19"0,2 15 0,5 22 0,1 0 0,2 0 0,3-1 0,1 0 0,2-1 0,33 63 0,-35-83-1365,-8-15-5461</inkml:trace>
</inkml:ink>
</file>

<file path=ppt/ink/ink2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4:24.5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 1 24575,'-21'18'0,"14"-12"0,-1 0 0,-9 11 0,16-16 0,-1 1 0,1 0 0,0 0 0,-1 0 0,1 0 0,0 0 0,0 0 0,0 0 0,1 0 0,-1 0 0,0 0 0,1 1 0,-1-1 0,1 0 0,0 4 0,0-6 0,0 1 0,0 0 0,0 0 0,0-1 0,1 1 0,-1 0 0,0 0 0,0-1 0,1 1 0,-1 0 0,0-1 0,1 1 0,-1 0 0,1-1 0,-1 1 0,1 0 0,-1-1 0,1 1 0,-1-1 0,1 1 0,-1-1 0,2 1 0,0 0 0,-1 0 0,1-1 0,0 1 0,0-1 0,0 1 0,0-1 0,-1 0 0,1 1 0,2-1 0,3 0 0,0-1 0,0 0 0,13-3 0,32-12 0,-37 11 0,0 0 0,0 0 0,1 2 0,27-3 0,-4 6-1365</inkml:trace>
</inkml:ink>
</file>

<file path=ppt/ink/ink2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4:25.1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24 24575,'9'-4'0,"0"0"0,0 1 0,1 0 0,0 0 0,-1 1 0,14-2 0,-18 4 0,0 0 0,0-1 0,0 1 0,0 1 0,0-1 0,0 1 0,0 0 0,0 0 0,0 0 0,0 1 0,-1 0 0,1 0 0,-1 0 0,6 4 0,-8-5 0,0 1 0,0 0 0,0 0 0,0 0 0,-1 0 0,1 0 0,-1 1 0,0-1 0,1 0 0,-1 1 0,0-1 0,0 1 0,0 2 0,7 40 0,-4-16 0,31 83 0,-11-42 0,43 118 0,-2-9 0,-65-177 0,1-1 0,-1 1 0,1 0 0,-1 0 0,0-1 0,1 1 0,-1 0 0,0 0 0,0 0 0,0-1 0,-1 1 0,1 0 0,0 0 0,-1 0 0,1-1 0,-1 1 0,-1 3 0,1-4 0,0 1 0,-1 0 0,1-1 0,-1 0 0,1 1 0,-1-1 0,0 0 0,1 0 0,-1 0 0,0 0 0,0 0 0,0 0 0,1 0 0,-1-1 0,-4 1 0,1 0-170,1 0-1,-1 0 0,1 0 1,-1-1-1,1 0 0,-1 0 1,-7-2-1,-1-1-6655</inkml:trace>
</inkml:ink>
</file>

<file path=ppt/ink/ink2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4:27.6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8 24575,'0'0'0,"0"0"0,0 0 0,-1 0 0,1-1 0,0 1 0,0 0 0,0 0 0,0 0 0,-1 0 0,1 0 0,0 0 0,0 0 0,0 0 0,0 0 0,0 0 0,0-1 0,0 1 0,-1 0 0,1 0 0,0 0 0,0 0 0,0 0 0,0 0 0,0-1 0,0 1 0,0 0 0,0 0 0,0 0 0,0 0 0,0-1 0,0 1 0,0 0 0,0 0 0,0 0 0,0 0 0,0 0 0,0-1 0,0 1 0,0 0 0,0 0 0,0 0 0,0 0 0,0-1 0,0 1 0,0 0 0,0 0 0,0 0 0,0 0 0,0 0 0,1 0 0,-1-1 0,0 1 0,0 0 0,0 0 0,0 0 0,0 0 0,0 0 0,1 0 0,-1 0 0,0 0 0,0 0 0,11 2 0,11 12 0,24 22 0,15 11 0,75 32 131,-39-24-1627</inkml:trace>
</inkml:ink>
</file>

<file path=ppt/ink/ink2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4:28.0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229 8 24575,'0'-1'0,"-1"0"0,0 1 0,1-1 0,-1 0 0,1 1 0,-1-1 0,0 1 0,0 0 0,1-1 0,-1 1 0,0-1 0,0 1 0,1 0 0,-1 0 0,0-1 0,0 1 0,0 0 0,1 0 0,-1 0 0,0 0 0,0 0 0,0 0 0,0 0 0,1 0 0,-1 0 0,0 1 0,0-1 0,0 0 0,1 0 0,-1 1 0,0-1 0,0 1 0,1-1 0,-1 0 0,0 1 0,1-1 0,-1 1 0,1 0 0,-2 0 0,-2 4 0,0 0 0,0 0 0,1 0 0,-5 10 0,-1 0 0,-56 71 0,57-76-170,0 0-1,-1-1 0,0 0 1,-1 0-1,0-1 0,0-1 1,-15 9-1,13-8-6655</inkml:trace>
</inkml:ink>
</file>

<file path=ppt/ink/ink2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4:28.9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221 25 24575,'-14'-5'0,"0"0"0,0 1 0,0 1 0,0 0 0,-29-1 0,39 4 0,-1 0 0,1 0 0,-1 0 0,1 1 0,0-1 0,-1 1 0,1 0 0,0 1 0,-1-1 0,1 1 0,0 0 0,0-1 0,0 2 0,0-1 0,1 0 0,-1 1 0,1 0 0,-1 0 0,1 0 0,0 0 0,0 1 0,0-1 0,-3 6 0,4-5 0,0 1 0,1-1 0,-1 1 0,1-1 0,0 1 0,0 0 0,0-1 0,1 1 0,0 0 0,0 0 0,0 0 0,1 5 0,2 8 0,9 33 0,-6-32 0,47 228 0,-28-123 0,-17-82 0,-1-5 0,13 39 0,-19-74 0,-1 0 0,1 0 0,0 0 0,0-1 0,0 1 0,0 0 0,0-1 0,0 1 0,0 0 0,1-1 0,-1 0 0,1 1 0,-1-1 0,1 0 0,-1 0 0,1 0 0,0 0 0,-1 0 0,1 0 0,0 0 0,0-1 0,0 1 0,0-1 0,0 1 0,0-1 0,0 0 0,3 1 0,5-2 0,-1 1 0,1-1 0,-1-1 0,16-4 0,-4 1 0,-10 3-341,-1-1 0,1 0-1,13-5 1,-15 3-6485</inkml:trace>
</inkml:ink>
</file>

<file path=ppt/ink/ink2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4:29.5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14 24575,'-3'-14'0,"8"18"0,10 20 0,-3-6 0,0 0 0,2-1 0,0 0 0,0-1 0,18 14 0,-30-28 0,1 0 0,-1 0 0,0 0 0,1-1 0,0 1 0,-1-1 0,1 1 0,5 1 0,-7-3 0,0 0 0,-1 0 0,1 0 0,0 0 0,0 1 0,0-1 0,0-1 0,0 1 0,0 0 0,0 0 0,0 0 0,-1 0 0,1-1 0,0 1 0,0 0 0,0-1 0,0 1 0,-1-1 0,1 1 0,0-1 0,0 1 0,-1-1 0,1 1 0,-1-1 0,1 0 0,0 1 0,-1-1 0,1 0 0,-1 0 0,1 1 0,-1-1 0,0 0 0,1-2 0,11-33 0,0-4 0,-11 37 0,0 1 0,1-1 0,-1 0 0,1 0 0,0 1 0,-1-1 0,1 1 0,0-1 0,5-3 0,-6 6 0,0-1 0,0 1 0,0-1 0,0 1 0,0-1 0,0 1 0,0 0 0,0 0 0,0-1 0,0 1 0,0 0 0,0 0 0,0 0 0,0 0 0,0 0 0,0 1 0,0-1 0,0 0 0,0 0 0,0 1 0,0-1 0,0 0 0,0 1 0,2 0 0,23 18 0,-19-13 0,13 11 67,30 32 0,2 3-1566,-42-44-5327</inkml:trace>
</inkml:ink>
</file>

<file path=ppt/ink/ink2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4:29.9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 24575,'0'0'0,"0"0"0,0 0 0,0 0 0,0 0 0,0 0 0,0 0 0,0 0 0,0-1 0,0 1 0,0 0 0,0 0 0,0 0 0,0 0 0,0 0 0,0 0 0,0 0 0,0 0 0,0 0 0,0 0 0,0 0 0,0 0 0,0 0 0,0-1 0,0 1 0,0 0 0,0 0 0,0 0 0,0 0 0,0 0 0,0 0 0,0 0 0,0 0 0,0 0 0,0 0 0,0 0 0,0 0 0,1 0 0,-1 0 0,0 0 0,0 0 0,0 0 0,0 0 0,0 0 0,0 0 0,0 0 0,0 0 0,0 0 0,0 0 0,0 0 0,0 0 0,0 0 0,1 0 0,-1 0 0,0 0 0,0 0 0,0 0 0,0 0 0,0 0 0,0 0 0,0 0 0,0 0 0,6 5 0,3 8 0,3 9 35,0 2 0,8 27-1,-12-29-401,1 0 0,1-1-1,15 24 1,-19-36-6459</inkml:trace>
</inkml:ink>
</file>

<file path=ppt/ink/ink2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4:30.1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259 18 24575,'-27'-5'0,"-11"-2"0,-5 4 0,4 1 0,2 4 0,6 1 0,6 1 0,6-1-8191</inkml:trace>
</inkml:ink>
</file>

<file path=ppt/ink/ink2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4:30.7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24575,'13'39'0,"14"61"0,74 179 0,-64-196-1365</inkml:trace>
</inkml:ink>
</file>

<file path=ppt/ink/ink2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4:31.1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2 24575,'0'0'0,"0"0"0,0 0 0,0 0 0,0-1 0,-1 1 0,1 0 0,0 0 0,0 0 0,0 0 0,0 0 0,-1 0 0,1 0 0,0 0 0,0 0 0,-1 0 0,1 0 0,0 0 0,0 0 0,0 0 0,-1 0 0,1 0 0,0 0 0,0 0 0,0 0 0,-1 0 0,1 0 0,0 0 0,0 0 0,0 0 0,-1 0 0,1 0 0,0 0 0,0 1 0,0-1 0,0 0 0,-1 0 0,1 0 0,0 0 0,0 0 0,0 1 0,0-1 0,-8 13 0,0 14 0,4-11 0,0 3 0,-5 35 0,9-53 0,0 1 0,0-1 0,0 0 0,0 0 0,0 0 0,0 1 0,1-1 0,-1 0 0,0 0 0,1 0 0,-1 0 0,1 0 0,-1 0 0,1 0 0,0 0 0,-1 0 0,1 0 0,0 0 0,0 0 0,0 0 0,-1 0 0,1 0 0,0-1 0,0 1 0,0 0 0,0-1 0,0 1 0,0-1 0,1 1 0,-1-1 0,0 0 0,0 1 0,2-1 0,5 2 0,1-1 0,-1-1 0,0 0 0,10 0 0,11 0 0,-18 1-341,0 1 0,-1 1-1,20 7 1,-21-7-6485</inkml:trace>
</inkml:ink>
</file>

<file path=ppt/ink/ink2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4:32.1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24575,'41'1'0,"0"2"0,0 1 0,53 14 0,-92-18 0,0 1 0,0-1 0,-1 1 0,1 0 0,0 0 0,-1 0 0,1 0 0,0 0 0,-1 0 0,0 0 0,1 0 0,-1 0 0,0 1 0,1-1 0,-1 1 0,0-1 0,0 1 0,0-1 0,0 1 0,0 0 0,-1-1 0,2 3 0,0 4 0,-1-1 0,1 1 0,-1-1 0,0 10 0,0 0 0,7 34 0,27 101 0,40 62 0,-72-208 0,-1 0 0,0 0 0,-1 0 0,1 0 0,-1 0 0,0 0 0,-1 0 0,1 8 0,-1-12 0,-1 0 0,1-1 0,0 1 0,-1 0 0,1-1 0,-1 1 0,1 0 0,-1-1 0,0 1 0,0-1 0,1 1 0,-1-1 0,0 1 0,0-1 0,-1 0 0,1 1 0,0-1 0,0 0 0,-1 0 0,1 0 0,-1 0 0,1 0 0,-1 0 0,1 0 0,-1-1 0,1 1 0,-1 0 0,0-1 0,1 1 0,-1-1 0,0 0 0,0 0 0,-2 0 0,-65 1-92,47-2-1181,4 1-5553</inkml:trace>
</inkml:ink>
</file>

<file path=ppt/ink/ink2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4:36.9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244 1 24575,'30'0'0,"-18"0"0,-10 0 0,-3 0 0,-68-1 0,-79 3 0,91 9-1365,45-10-5461</inkml:trace>
</inkml:ink>
</file>

<file path=ppt/ink/ink2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4:37.3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240 29 24575,'-13'-5'0,"-6"-2"0,-2 1 0,0 1 0,1 2 0,1 0 0,2 5 0,-2 1 0,1 0 0,0-1 0,-1 3 0,0-1 0,3 0-8191</inkml:trace>
</inkml:ink>
</file>

<file path=ppt/ink/ink2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4:39.4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798 27 24575,'20'-4'0,"115"-18"0,-128 22 0,-12 2 0,-13 3 0,-163 13 0,-153-16 0,180-3 0,131 1 0,0 1 0,-37 6 0,32-3 0,23-4 0,-1 1 0,1-1 0,-1 1 0,1 0 0,-1 1 0,1-1 0,0 1 0,0 0 0,-1 0 0,-7 6 0,13-8 0,0 0 0,0 0 0,0 0 0,0 0 0,-1 0 0,1 0 0,0 1 0,0-1 0,0 0 0,0 0 0,0 0 0,0 0 0,-1 1 0,1-1 0,0 0 0,0 0 0,0 0 0,0 0 0,0 1 0,0-1 0,0 0 0,0 0 0,0 0 0,0 1 0,0-1 0,0 0 0,0 0 0,0 0 0,0 1 0,0-1 0,0 0 0,0 0 0,0 0 0,0 1 0,0-1 0,0 0 0,1 0 0,-1 0 0,0 1 0,0-1 0,0 0 0,0 0 0,0 0 0,0 0 0,1 0 0,-1 1 0,0-1 0,0 0 0,0 0 0,0 0 0,1 0 0,-1 0 0,0 0 0,0 0 0,0 0 0,1 0 0,14 5 0,-12-4 0,106 24 0,-57-15 0,78 27 0,-117-32 0,6 1 0,-1 2 0,1 0 0,19 13 0,-34-19 0,0 1 0,-1-1 0,1 1 0,0 0 0,-1 0 0,0 0 0,0 1 0,0-1 0,0 1 0,0 0 0,-1-1 0,0 1 0,1 1 0,-1-1 0,-1 0 0,1 0 0,-1 1 0,0-1 0,2 8 0,-3-8 0,-1 0 0,1 0 0,-1 0 0,0 0 0,1 0 0,-2-1 0,1 1 0,0 0 0,-1-1 0,0 1 0,0-1 0,-3 6 0,-4 2 0,1 0 0,-13 12 0,11-14 0,0 0 0,-1 0 0,0-1 0,-17 9 0,-52 22 0,58-28 0,-134 63 0,136-64 0,-11 6 0,-40 26 0,60-35 0,9-7 0,0 1 0,1 0 0,-1 0 0,0 0 0,1 0 0,-1 0 0,1 0 0,-1 0 0,1 1 0,-1-1 0,1 1 0,-2 1 0,3-2 0,0 0 0,0-1 0,0 1 0,0 0 0,0-1 0,0 1 0,1-1 0,-1 1 0,0 0 0,0-1 0,1 1 0,-1-1 0,0 1 0,0-1 0,1 1 0,-1-1 0,1 1 0,-1-1 0,0 1 0,1-1 0,-1 0 0,1 1 0,-1-1 0,1 0 0,-1 1 0,1-1 0,-1 0 0,1 1 0,0-1 0,-1 0 0,1 0 0,0 0 0,20 7 0,1-5 0,0 0 0,40-3 0,-21 0 0,187-19 0,-66 2 0,169 12-1365,-303 6-5461</inkml:trace>
</inkml:ink>
</file>

<file path=ppt/ink/ink2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4:40.9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24575,'5'10'0,"1"8"0,84 389 0,-90-400 0,2-1 0,-1 0 0,1 0 0,2 7 0,-1-10-1365</inkml:trace>
</inkml:ink>
</file>

<file path=ppt/ink/ink2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4:41.3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100 0 24575,'-10'5'0,"0"0"0,1 1 0,0 0 0,0 1 0,-10 9 0,15-13 0,1 0 0,0 1 0,0-1 0,1 1 0,-1 0 0,1 0 0,0 0 0,0 0 0,0 1 0,0-1 0,1 1 0,0-1 0,0 1 0,0-1 0,0 6 0,0-9 0,1 0 0,0 1 0,0-1 0,1 0 0,-1 0 0,0 0 0,0 0 0,0 0 0,1 1 0,-1-1 0,0 0 0,1 0 0,-1 0 0,1 0 0,0 0 0,-1 0 0,1 0 0,0 0 0,0 0 0,-1-1 0,1 1 0,0 0 0,0 0 0,0-1 0,0 1 0,0 0 0,0-1 0,0 1 0,0-1 0,0 1 0,0-1 0,0 0 0,2 1 0,4 0 0,0 0 0,0 0 0,0-1 0,12-1 0,-2 1 0,58 6 0,14 0 0,-71-5-1365,-3-2-5461</inkml:trace>
</inkml:ink>
</file>

<file path=ppt/ink/ink2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4:41.7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172 21 24575,'-2'-5'0,"-4"-1"0,-3-1 0,1 5 0,-2 1 0,-1 2 0,-2 1 0,0 1 0,-1 2 0,0-1 0,-1-1 0,0-1 0,1-1 0,-1-3 0,3-1-8191</inkml:trace>
</inkml:ink>
</file>

<file path=ppt/ink/ink2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4:41.9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262 45 24575,'-23'-7'0,"-11"-3"0,-3 1 0,3 1 0,4 3 0,5 2 0,4 1 0,4 1 0,1 1 0,2 0 0,3 1-8191</inkml:trace>
</inkml:ink>
</file>

<file path=ppt/ink/ink2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4:42.4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 31 24575,'-3'-1'0,"-1"0"0,1 1 0,0 0 0,0-1 0,-1 1 0,1 1 0,0-1 0,0 0 0,-1 1 0,1-1 0,0 1 0,0 0 0,0 0 0,0 1 0,-3 1 0,4-2 0,1 0 0,-1 0 0,1 0 0,-1 1 0,1-1 0,0 1 0,-1-1 0,1 1 0,0 0 0,0-1 0,0 1 0,1 0 0,-1 0 0,0 0 0,1-1 0,-1 1 0,1 0 0,-1 0 0,1 0 0,0 0 0,0 0 0,0 0 0,0 0 0,0 0 0,0 0 0,1 2 0,1 3 0,0 0 0,0 0 0,1 0 0,0 0 0,0-1 0,0 1 0,1-1 0,0 0 0,0 0 0,1 0 0,-1-1 0,1 1 0,0-1 0,1 0 0,0-1 0,9 7 0,-8-6 0,2 0 0,-1 0 0,0-1 0,1 0 0,0-1 0,0 0 0,0 0 0,0-1 0,1 0 0,-1 0 0,0-1 0,13 0 0,-19-1 0,0-1 0,0 1 0,0 0 0,0-1 0,0 0 0,-1 1 0,1-1 0,0 0 0,0-1 0,-1 1 0,1 0 0,-1-1 0,1 1 0,-1-1 0,0 0 0,1 0 0,-1 0 0,0 0 0,0 0 0,0 0 0,-1-1 0,1 1 0,0-1 0,-1 1 0,0-1 0,2-3 0,-2 1 0,1 0 0,-1 0 0,0 0 0,0 0 0,-1-1 0,0 1 0,0 0 0,0 0 0,0-1 0,-1 1 0,0 0 0,0 0 0,-3-9 0,2 8 0,-1 0 0,0-1 0,0 1 0,0 0 0,-1 1 0,0-1 0,0 1 0,0-1 0,-1 1 0,1 0 0,-1 1 0,-1-1 0,1 1 0,0 0 0,-1 0 0,0 1 0,0 0 0,0 0 0,0 0 0,-1 1 0,1 0 0,-1 0 0,0 0 0,1 1 0,-1 0 0,-8 0 0,-18 0-1365,20 1-5461</inkml:trace>
</inkml:ink>
</file>

<file path=ppt/ink/ink2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4:43.7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47 24575,'5'-5'0,"1"1"0,0-1 0,0 1 0,0 1 0,1-1 0,-1 1 0,1 0 0,0 0 0,0 1 0,0 0 0,0 0 0,11-1 0,1 1 0,0 1 0,-1 1 0,33 3 0,-49-3 0,-1 0 0,1 1 0,-1-1 0,1 1 0,-1-1 0,1 1 0,-1-1 0,1 1 0,-1 0 0,0 0 0,1 0 0,-1 0 0,0 0 0,0 0 0,1 0 0,-1 0 0,1 2 0,0-1 0,-1 1 0,1 0 0,0 0 0,-1 1 0,0-1 0,1 0 0,0 6 0,0 4 0,0-1 0,-1 1 0,-1 16 0,0-26 0,0 2 0,0 0 0,-1 0 0,0 0 0,1 0 0,-2 0 0,1 0 0,0-1 0,-1 1 0,0 0 0,0-1 0,-1 1 0,-3 4 0,-2 2 0,-1-1 0,0 0 0,-13 10 0,12-10 0,9-10 0,0 1 0,0-1 0,0 1 0,1 0 0,-1 0 0,0-1 0,1 1 0,-1 0 0,0 0 0,1 0 0,-1-1 0,1 1 0,0 0 0,-1 0 0,1 0 0,0 0 0,-1 0 0,1 0 0,0 0 0,0 0 0,0 1 0,0-1 0,0-1 0,1 1 0,-1 0 0,1-1 0,-1 1 0,0-1 0,1 1 0,-1 0 0,1-1 0,0 0 0,-1 1 0,1-1 0,-1 1 0,1-1 0,0 0 0,-1 1 0,1-1 0,0 0 0,-1 0 0,1 1 0,1-1 0,6 1 0,0 1 0,0-2 0,14 1 0,-21-1 0,144-2-1365,-132 2-5461</inkml:trace>
</inkml:ink>
</file>

<file path=ppt/ink/ink2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4:49.6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23 24575,'0'-1'0,"1"-18"0,-1 19 0,0 0 0,0 0 0,0 0 0,0 0 0,0 0 0,0 0 0,0 0 0,0 0 0,0 0 0,0-1 0,0 1 0,0 0 0,0 0 0,0 0 0,0 0 0,0 0 0,0 0 0,0 0 0,0 0 0,0 0 0,0 0 0,0 0 0,0 0 0,0-1 0,0 1 0,1 0 0,-1 0 0,0 0 0,0 0 0,0 0 0,0 0 0,0 0 0,0 0 0,0 0 0,0 0 0,0 0 0,0 0 0,0 0 0,1 0 0,-1 0 0,0 0 0,0 0 0,0 0 0,0 0 0,0 0 0,0 0 0,0 0 0,0 0 0,6 9 0,11 34 0,-8-18 0,2-1 0,24 42 0,-25-50 0,-4-5 0,1 0 0,9 10 0,-15-19 0,1 0 0,-1 0 0,1-1 0,0 1 0,0-1 0,-1 1 0,1-1 0,0 1 0,1-1 0,-1 0 0,0 0 0,0 0 0,0 0 0,1-1 0,-1 1 0,0 0 0,3-1 0,-3 0 0,0 0 0,-1 0 0,1-1 0,0 1 0,-1-1 0,1 0 0,0 1 0,-1-1 0,1 0 0,-1 0 0,0 0 0,1 0 0,-1 0 0,0 0 0,1 0 0,-1-1 0,0 1 0,0 0 0,0-1 0,0 1 0,0-1 0,0 1 0,-1-1 0,1 1 0,0-1 0,-1 0 0,1-1 0,1-5 0,1 0 0,-2 0 0,1 0 0,0-11 0,-2-6 0,-1 17 0,2 0 0,-1 1 0,2-12 0,-2 18 0,0 1 0,0 0 0,1-1 0,-1 1 0,0 0 0,0-1 0,0 1 0,0 0 0,0-1 0,0 1 0,1 0 0,-1-1 0,0 1 0,0 0 0,1 0 0,-1-1 0,0 1 0,0 0 0,1 0 0,-1-1 0,0 1 0,1 0 0,-1 0 0,0 0 0,0 0 0,1-1 0,-1 1 0,1 0 0,-1 0 0,0 0 0,1 0 0,-1 0 0,1 0 0,13 6 0,14 17 0,-26-21 0,9 8 0,0-1 0,1 0 0,0-1 0,0 0 0,1-1 0,0 0 0,0-1 0,1 0 0,-1-1 0,24 5 0,-34-10 0,0 1 0,0-1 0,0 1 0,0-1 0,-1 0 0,1 0 0,0 0 0,0 0 0,0-1 0,0 1 0,0-1 0,-1 0 0,1 0 0,0 0 0,0 0 0,3-2 0,-4 1 0,0 1 0,0-1 0,-1 0 0,1 0 0,-1 1 0,1-1 0,-1 0 0,0 0 0,1-1 0,-1 1 0,0 0 0,-1 0 0,1 0 0,0-1 0,0 1 0,-1-1 0,0 1 0,1 0 0,-1-5 0,0-1-72,0 1 1,-1-1-1,0 1 0,0-1 0,-1 1 0,0 0 0,0-1 0,0 1 1,-1 0-1,0 0 0,-1 1 0,0-1 0,0 1 0,0-1 0,-1 1 1,1 1-1,-1-1 0,-10-8 0,4 4-6754</inkml:trace>
</inkml:ink>
</file>

<file path=ppt/ink/ink2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4:50.3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147 50 24575,'-2'-1'0,"-47"-29"0,43 26 0,0 2 0,0-1 0,0 1 0,0 0 0,0 0 0,-12-1 0,17 3 0,-1-1 0,1 1 0,-1 0 0,1 0 0,-1 0 0,1 0 0,-1 1 0,1-1 0,-1 0 0,1 1 0,-1-1 0,1 1 0,-1-1 0,1 1 0,0 0 0,-1-1 0,1 1 0,0 0 0,-1 0 0,1 0 0,0 0 0,0 0 0,0 0 0,0 0 0,0 1 0,0-1 0,0 0 0,1 1 0,-1-1 0,0 0 0,1 1 0,-1-1 0,1 1 0,-1-1 0,1 1 0,0-1 0,0 1 0,-1-1 0,1 1 0,1 2 0,-1 2 0,0 1 0,0 0 0,1-1 0,0 0 0,1 1 0,0-1 0,-1 0 0,5 9 0,38 61 0,-8-14 0,-26-40 0,0 0 0,-2 1 0,8 30 0,9 72 0,-20-95 0,-3-16 0,1 0 0,0 0 0,1 0 0,1 0 0,12 24 0,-14-34 0,-1 0 0,1 0 0,-1 0 0,1 0 0,1 0 0,-1-1 0,0 0 0,1 1 0,0-1 0,0-1 0,0 1 0,0 0 0,0-1 0,0 0 0,1 0 0,-1 0 0,1-1 0,-1 1 0,1-1 0,0 0 0,6 0 0,19 1 0,55-5 0,-84 4-33,0-1 0,0-1-1,0 1 1,0 0 0,0 0-1,0 0 1,0 0 0,0-1 0,0 1-1,-1-1 1,1 1 0,0 0-1,0-1 1,0 0 0,0 1-1,0-1 1,-1 1 0,1-1 0,0 0-1,-1 0 1,1 1 0,0-1-1,-1 0 1,1 0 0,-1 0-1,1 0 1,-1 0 0,1 1 0,-1-1-1,0 0 1,0 0 0,1 0-1,-1 0 1,0 0 0,0 0-1,0 0 1,0 0 0,0 0 0,0 0-1,0-1 1,-2-9-6793</inkml:trace>
</inkml:ink>
</file>

<file path=ppt/ink/ink2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4:50.6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33 24575,'-9'-26'0,"6"20"0,8 20 0,36 127 0,-8-23 0,-21-84 0,0 0 0,2-1 0,2 0 0,36 56 0,-41-70-1365,-8-10-5461</inkml:trace>
</inkml:ink>
</file>

<file path=ppt/ink/ink2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4:51.0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 1 24575,'-2'0'0,"0"0"0,1 1 0,-1-1 0,0 1 0,1-1 0,-1 1 0,1 0 0,-1 0 0,1 0 0,-1 0 0,1 0 0,0 0 0,0 0 0,-1 0 0,1 1 0,0-1 0,0 0 0,0 1 0,0-1 0,0 1 0,0-1 0,0 2 0,-4 7 0,1-1 0,-4 14 0,7-19 0,-2 7 0,0 0 0,-2 18 0,4-25 0,1 1 0,0 0 0,0-1 0,0 1 0,0-1 0,1 1 0,0 0 0,2 8 0,-2-12 0,0 1 0,0-1 0,0 0 0,0 1 0,1-1 0,-1 0 0,0 0 0,0 1 0,1-1 0,-1 0 0,1-1 0,-1 1 0,1 0 0,0 0 0,-1-1 0,1 1 0,0-1 0,-1 1 0,1-1 0,0 0 0,-1 1 0,4-1 0,5 0 0,0 0 0,17-2 0,-26 2 0,18-3 0,-1-1 0,30-11 0,-31 9 0,-1 1 0,1 1 0,28-4 0,46 7-1365</inkml:trace>
</inkml:ink>
</file>

<file path=ppt/ink/ink2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4:51.6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24575,'37'0'0,"-1"2"0,72 11 0,-96-11 0,-1 1 0,0 0 0,-1 1 0,1 0 0,0 0 0,-1 2 0,0-1 0,0 1 0,-1 0 0,0 1 0,0 0 0,0 1 0,13 15 0,-20-22 0,-1 1 0,0-1 0,0 1 0,0-1 0,-1 1 0,1 0 0,0-1 0,-1 1 0,1 0 0,-1 0 0,1-1 0,-1 1 0,0 0 0,0 0 0,0 0 0,0 0 0,0 3 0,-1 0 0,-1 0 0,1 0 0,-1 0 0,-4 8 0,4-10 0,0 1 0,1 0 0,-1-1 0,1 1 0,-1 0 0,1 0 0,1 0 0,-1 0 0,1 0 0,-1 6 0,3-1 0,0 0 0,0-1 0,1 1 0,1-1 0,-1 1 0,7 9 0,6 15 0,87 225 0,-100-249 0,0 1 0,0-1 0,-1 1 0,-1-1 0,0 1 0,0 0 0,-1 0 0,0-1 0,0 1 0,-1 0 0,-3 11 0,3-19 3,1 0-1,-1-1 1,0 1-1,0 0 1,0 0-1,0-1 1,0 1-1,0-1 1,0 1-1,-1-1 1,1 1-1,-1-1 0,1 0 1,-1 1-1,1-1 1,-1 0-1,0 0 1,1 0-1,-1-1 1,0 1-1,0 0 1,0 0-1,1-1 1,-1 0-1,-3 1 1,-5 0-110,0 0 1,0-1 0,-19-1-1,8-1-897,5 2-5822</inkml:trace>
</inkml:ink>
</file>

<file path=ppt/ink/ink2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4:52.3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24575,'3'7'0,"0"6"0,0 2 0,0-2-8191</inkml:trace>
</inkml:ink>
</file>

<file path=ppt/ink/ink2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4:52.7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24575,'110'69'0,"48"30"0,-61-40 0,11 8 0,-102-62-1365</inkml:trace>
</inkml:ink>
</file>

<file path=ppt/ink/ink2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4:52.9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154 0 24575,'-12'5'0,"-5"4"0,-1 3 0,0 2 0,3 3 0,1 2 0,4 0 0,0-2 0,2 0 0,1 2 0,0-1 0,0 0 0,1-1 0,1-3-8191</inkml:trace>
</inkml:ink>
</file>

<file path=ppt/ink/ink2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4:53.9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249 39 24575,'-17'-8'0,"-1"2"0,0 0 0,0 1 0,0 1 0,-1 0 0,-31-1 0,46 5 0,0 0 0,0 0 0,1 1 0,-1-1 0,0 1 0,1 0 0,-1 0 0,1 0 0,-1 1 0,1-1 0,-1 1 0,1 0 0,0 0 0,0 0 0,0 0 0,0 1 0,0-1 0,0 1 0,1 0 0,-1-1 0,-2 6 0,3-4 0,-1 1 0,1-1 0,1 1 0,-1-1 0,1 1 0,-1 0 0,2-1 0,-1 1 0,0 0 0,1 0 0,0 0 0,0 0 0,0 0 0,1-1 0,-1 1 0,3 5 0,2 8 0,1-1 0,11 21 0,3 11 0,18 94 0,-30-103 0,3 0 0,25 65 0,-26-80 0,7 30 0,-14-47 0,-3-7 0,1 1 0,0 0 0,-1-1 0,1 1 0,0-1 0,0 1 0,0-1 0,0 0 0,0 1 0,1-1 0,-1 0 0,0 0 0,1 0 0,-1 0 0,1 0 0,-1 0 0,1 0 0,-1 0 0,1-1 0,-1 1 0,1-1 0,0 1 0,-1-1 0,4 1 0,5 0 0,-1-1 0,0 1 0,15-3 0,-8 1 0,-2 0 0,-1-1 0,1 0 0,-1-1 0,21-7 0,-21 4-1365,-1-1-5461</inkml:trace>
</inkml:ink>
</file>

<file path=ppt/ink/ink2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4:54.4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24575,'0'5'0,"1"0"0,0 0 0,0-1 0,0 1 0,1 0 0,-1-1 0,1 0 0,0 1 0,0-1 0,1 0 0,-1 0 0,5 5 0,-1-1 0,1-1 0,-1 0 0,1 0 0,16 12 0,-16-14 0,1 0 0,-1-1 0,1 0 0,0 0 0,0-1 0,13 4 0,-19-7 0,0 1 0,0 0 0,0-1 0,0 0 0,0 0 0,0 1 0,0-1 0,0 0 0,0-1 0,0 1 0,0 0 0,0-1 0,0 1 0,0-1 0,0 1 0,0-1 0,0 0 0,0 0 0,0 0 0,-1 0 0,1 0 0,0 0 0,-1-1 0,1 1 0,-1 0 0,1-1 0,-1 1 0,0-1 0,1 0 0,-1 1 0,0-1 0,1-3 0,4-11 0,-4 11 0,0-1 0,0 1 0,0 0 0,1-1 0,3-5 0,-5 10 0,-1 1 0,1-1 0,0 0 0,-1 1 0,1-1 0,0 0 0,0 1 0,-1-1 0,1 1 0,0-1 0,0 1 0,0-1 0,0 1 0,0-1 0,0 1 0,-1 0 0,1 0 0,0 0 0,0-1 0,0 1 0,0 0 0,0 0 0,0 0 0,0 0 0,0 0 0,0 1 0,0-1 0,0 0 0,0 0 0,0 1 0,0-1 0,0 0 0,-1 1 0,1-1 0,0 1 0,1 0 0,12 10 0,0-1 0,-1 1 0,13 16 0,6 4 0,-19-18-1365</inkml:trace>
</inkml:ink>
</file>

<file path=ppt/ink/ink2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4:54.7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24575,'2'2'0,"1"4"0,3 5 0,0 4 0,1 3 0,0 5 0,1 0 0,2 1 0,-2-1 0,2 1 0,0-2 0,-1-2 0,1-1 0,-2-3 0,-2-3-8191</inkml:trace>
</inkml:ink>
</file>

<file path=ppt/ink/ink2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4:54.9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210 13 24575,'-29'-5'0,"-13"1"0,-1 1 0,4 4 0,6 1 0,9 0-8191</inkml:trace>
</inkml:ink>
</file>

<file path=ppt/ink/ink2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4:55.4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24575,'5'14'0,"4"11"0,3 5 0,-1 5 0,1 2 0,-2-1 0,-1 1 0,-1-1 0,0-2 0,2-1 0,-2-2 0,-1-4 0,-3-3 0,1-4 0,0-3 0,-2-2 0,0 0 0,-2-4-8191</inkml:trace>
</inkml:ink>
</file>

<file path=ppt/ink/ink2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4:55.8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103 0 24575,'-9'4'0,"0"1"0,0-1 0,0 1 0,0 1 0,1 0 0,0 0 0,-12 11 0,18-15 0,0 0 0,0 0 0,0 0 0,1 0 0,-1 0 0,1 1 0,-1-1 0,1 0 0,0 1 0,0-1 0,0 1 0,0-1 0,0 1 0,1-1 0,-1 1 0,1 0 0,0-1 0,0 1 0,0 0 0,0-1 0,0 1 0,0 0 0,1-1 0,-1 1 0,1 0 0,0-1 0,0 1 0,0-1 0,0 0 0,0 1 0,0-1 0,1 0 0,2 4 0,-1-3 0,-1 0 0,1 0 0,0-1 0,0 1 0,0-1 0,1 0 0,-1 0 0,1 0 0,-1 0 0,8 2 0,4 0 0,22 5 0,-19-5 0,146 38-1365,-150-39-5461</inkml:trace>
</inkml:ink>
</file>

<file path=ppt/ink/ink2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4:56.4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 24575,'21'-5'0,"1"1"0,-1 1 0,25 0 0,-33 3 0,0 1 0,-1 1 0,1 0 0,0 0 0,-1 1 0,22 8 0,-28-8 0,0-1 0,0 1 0,-1 0 0,8 4 0,-12-5 0,1-1 0,0 0 0,-1 1 0,1 0 0,-1-1 0,0 1 0,0 0 0,1-1 0,-1 1 0,0 0 0,-1 0 0,1 0 0,0 0 0,0 0 0,-1 0 0,1 4 0,7 49 0,3-1 0,17 56 0,-12-60 0,-3 2 0,11 87 0,-18-107 0,-3-18 0,2 24 0,-5-35 0,0 0 0,0 1 0,0-1 0,0 0 0,-1 0 0,0 0 0,1 1 0,-1-1 0,0 0 0,0 0 0,-1 0 0,-2 5 0,3-7 1,0 1 0,-1-1 0,1 1 0,-1-1 0,1 0 0,-1 0 0,1 0 0,-1 0 0,0 0 0,1 0 0,-1 0 0,0 0 0,0-1 0,0 1 0,-2 0 0,-32 3-39,11-2-1305,12 0-5483</inkml:trace>
</inkml:ink>
</file>

<file path=ppt/ink/ink2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5:00.4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24575,'1'4'0,"0"1"0,0-1 0,1 1 0,-1-1 0,1 0 0,0 0 0,0 0 0,3 5 0,2 4 0,3 6 0,1-1 0,0 0 0,1 0 0,1-1 0,1-1 0,19 18 0,-29-30 0,0-1 0,0 0 0,0 1 0,1-2 0,0 1 0,-1-1 0,1 1 0,0-1 0,0-1 0,9 3 0,-12-4 0,0 1 0,0-1 0,0 0 0,0 0 0,0 0 0,0 0 0,0 0 0,0 0 0,0-1 0,0 1 0,0-1 0,0 0 0,-1 1 0,1-1 0,0 0 0,0 0 0,0 0 0,-1 0 0,1 0 0,0-1 0,-1 1 0,1 0 0,-1-1 0,0 1 0,1-1 0,-1 1 0,0-1 0,0 0 0,0 0 0,1-2 0,0-3 0,0 0 0,0 0 0,-1 0 0,0 0 0,0 0 0,-1 0 0,0 0 0,0 0 0,-2-13 0,1 10 0,0-1 0,1 1 0,1-13 0,-1 23 0,0 0 0,0 0 0,0 0 0,0 0 0,0-1 0,0 1 0,0 0 0,0 0 0,0 0 0,0-1 0,0 1 0,0 0 0,0 0 0,0 0 0,0 0 0,0-1 0,0 1 0,0 0 0,0 0 0,1 0 0,-1 0 0,0 0 0,0-1 0,0 1 0,0 0 0,0 0 0,0 0 0,1 0 0,-1 0 0,0 0 0,0 0 0,0 0 0,0 0 0,0-1 0,1 1 0,-1 0 0,0 0 0,0 0 0,6 6 0,3 13 0,-8-18 0,52 125 0,68 137 0,-91-213 0,25 51 0,-54-99 0,0 0 0,-1-1 0,1 1 0,0 0 0,-1 0 0,1 0 0,-1 0 0,0 0 0,0 0 0,1 0 0,-1-1 0,0 1 0,-1 3 0,1-4 0,-1 0 0,1 0 0,-1-1 0,1 1 0,-1 0 0,1 0 0,-1 0 0,1-1 0,-1 1 0,0 0 0,0-1 0,1 1 0,-1-1 0,0 1 0,0-1 0,1 1 0,-1-1 0,0 1 0,0-1 0,0 0 0,0 0 0,0 1 0,0-1 0,0 0 0,0 0 0,0 0 0,0 0 0,1 0 0,-3 0 0,-5-1 0,-1 0 0,1 0 0,-1 0 0,1-1 0,0-1 0,0 1 0,0-1 0,0-1 0,-11-5 0,-1-3 0,0-1 0,-21-18 0,37 27 0,0 1 0,0-1 0,0 0 0,1 0 0,-1-1 0,1 1 0,0-1 0,1 0 0,-1 1 0,1-1 0,0 0 0,-2-7 0,3 9 0,1 0 0,-1 0 0,1 0 0,-1 0 0,1 0 0,0 0 0,0 1 0,0-1 0,1 0 0,-1 0 0,1 0 0,0 0 0,-1 0 0,1 0 0,1 0 0,-1 1 0,0-1 0,1 0 0,-1 1 0,1-1 0,0 1 0,0 0 0,3-4 0,5-3-1365,1 0-5461</inkml:trace>
</inkml:ink>
</file>

<file path=ppt/ink/ink2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5:01.1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149 11 24575,'-18'-4'0,"-26"-2"0,38 6 0,-1-1 0,1 1 0,0 1 0,-1-1 0,1 1 0,0 0 0,-11 4 0,16-5 0,-1 1 0,1 0 0,-1-1 0,1 1 0,0 0 0,-1 0 0,1 0 0,0 0 0,0 0 0,-1 0 0,1 0 0,0 0 0,0 0 0,0 1 0,1-1 0,-1 0 0,0 1 0,0-1 0,0 3 0,0-2 0,1 1 0,-1 0 0,1-1 0,0 1 0,0 0 0,0-1 0,0 1 0,0-1 0,1 1 0,0 4 0,2 2 0,1 0 0,-1-1 0,1 1 0,1-1 0,8 12 0,20 30 0,-2 2 0,-3 1 0,-1 2 0,27 83 0,-53-133 0,1 0 0,0 0 0,1 0 0,-1 0 0,1 0 0,0-1 0,0 1 0,1-1 0,3 4 0,-4-5 0,-1-1 0,1 0 0,0 0 0,0 0 0,0-1 0,1 1 0,-1-1 0,0 1 0,1-1 0,-1 0 0,1 0 0,-1-1 0,1 1 0,5-1 0,6 2-273,0-2 0,-1 0 0,1-1 0,26-5 0,-32 3-6553</inkml:trace>
</inkml:ink>
</file>

<file path=ppt/ink/ink2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5:01.6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58 24575,'7'-7'0,"0"0"0,0 1 0,1-1 0,0 2 0,0-1 0,13-6 0,-17 11 0,-1-1 0,1 1 0,0 0 0,-1 0 0,1 0 0,0 1 0,0-1 0,-1 1 0,1 0 0,0 0 0,0 0 0,0 1 0,-1-1 0,1 1 0,0 0 0,0 0 0,-1 0 0,1 1 0,4 2 0,3 2 0,-1 0 0,-1 1 0,0 1 0,0-1 0,0 1 0,-1 1 0,0 0 0,0 0 0,-1 0 0,0 1 0,-1 0 0,0 0 0,-1 1 0,8 19 0,-13-28 0,1 0 0,0 0 0,-1 0 0,1 0 0,-1 0 0,0 0 0,1 0 0,-1 0 0,0 0 0,0 1 0,0-1 0,-1 0 0,1 0 0,-1 0 0,1 0 0,-1 0 0,1 0 0,-1 0 0,0 0 0,0 0 0,0-1 0,0 1 0,0 0 0,-1 0 0,1-1 0,0 1 0,-1-1 0,1 1 0,-1-1 0,0 0 0,1 1 0,-1-1 0,0 0 0,0 0 0,0 0 0,0 0 0,0-1 0,0 1 0,-2 0 0,-4 1 0,0-1 0,0 0 0,0 0 0,0-1 0,0 0 0,0 0 0,0-1 0,-16-2 0,16 1 0,0 0 0,0-1 0,0 0 0,0 0 0,0 0 0,1-1 0,0 0 0,-11-8 0,14 9 0,1 0 0,0 0 0,-1-1 0,2 1 0,-1-1 0,0 0 0,1 0 0,-1 0 0,1 0 0,0 0 0,0 0 0,1-1 0,-1 1 0,1-1 0,0 1 0,-1-10 0,2 8-227,-1 0-1,1 0 1,1 1-1,-1-1 1,2-9-1,2 3-6598</inkml:trace>
</inkml:ink>
</file>

<file path=ppt/ink/ink2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5:02.1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52 24575,'46'-15'0,"66"-14"0,-96 26 0,-1 1 0,2 1 0,-1 0 0,0 1 0,0 1 0,0 0 0,0 1 0,18 5 0,-24-4 0,-4-2 0,0 0 0,-1 1 0,1 0 0,0 0 0,6 4 0,-11-5 0,0 0 0,1 0 0,-1 0 0,0 0 0,0 0 0,0 1 0,0-1 0,0 0 0,0 0 0,0 1 0,0-1 0,0 0 0,-1 1 0,1-1 0,-1 1 0,1-1 0,-1 1 0,1-1 0,-1 1 0,0 0 0,0-1 0,0 1 0,0-1 0,0 4 0,-6 38 0,4-33 0,1 0 0,0 0 0,0 0 0,1 0 0,0 0 0,0 1 0,3 12 0,8 12 0,1 0 0,28 56 0,-7-17 0,-8-24 0,-16-31 0,13 33 0,-18-40 0,-2-8 0,0 0 0,-1 0 0,0 0 0,0 0 0,0 0 0,0 8 0,-1-11 0,0 0 0,0 0 0,-1 0 0,1 0 0,0 0 0,-1 0 0,1 0 0,-1 0 0,1 0 0,-1 0 0,1 0 0,-1 0 0,1 0 0,-1 0 0,0-1 0,0 1 0,1 0 0,-1 0 0,0-1 0,0 1 0,0-1 0,0 1 0,0-1 0,0 1 0,0-1 0,0 0 0,0 1 0,0-1 0,0 0 0,0 0 0,0 1 0,-2-1 0,-9 1-82,0 0 0,-22-2 0,20 0-1037,1 1-5707</inkml:trace>
</inkml:ink>
</file>

<file path=ppt/ink/ink2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5:02.5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256 16 24575,'-13'-3'0,"-5"0"0,-4 0 0,1 0 0,1 2 0,1 0 0,2 0 0,1 1 0,1 0 0,0 0 0,1 0 0,-3 0 0,0 0 0,0 0 0,2 0-8191</inkml:trace>
</inkml:ink>
</file>

<file path=ppt/ink/ink2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5:02.8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182 7 24575,'-2'-2'0,"-4"-2"0,-3 4 0,-2 0 0,-2 2 0,-4-1 0,-1 3 0,-3 0 0,-2 0 0,0-2 0,1 0 0,5 0-8191</inkml:trace>
</inkml:ink>
</file>

<file path=ppt/ink/ink2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5:06.0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40 24575,'0'-1'0,"0"1"0,0 0 0,1-1 0,-1 1 0,0-1 0,0 1 0,0 0 0,1-1 0,-1 1 0,0 0 0,1-1 0,-1 1 0,0 0 0,1-1 0,-1 1 0,0 0 0,1 0 0,-1 0 0,1-1 0,-1 1 0,0 0 0,1 0 0,-1 0 0,1 0 0,-1 0 0,1-1 0,-1 1 0,0 0 0,1 0 0,-1 0 0,1 0 0,0 1 0,0-1 0,1 1 0,-1 0 0,0-1 0,1 1 0,-1 0 0,0 0 0,0 0 0,0 0 0,0 0 0,2 2 0,3 5 0,-1 0 0,7 12 0,-10-17 0,16 26 0,1-1 0,1 0 0,33 33 0,-47-55 0,-4-4 0,0 1 0,1 0 0,-1-1 0,1 1 0,0-1 0,-1 0 0,1 0 0,0 0 0,0 0 0,0 0 0,5 1 0,-7-3 0,-1 0 0,1 0 0,-1 0 0,1 0 0,0-1 0,-1 1 0,1 0 0,-1-1 0,1 1 0,-1 0 0,1-1 0,-1 1 0,1 0 0,-1-1 0,1 1 0,-1-1 0,1 1 0,-1-1 0,0 1 0,1-1 0,-1 1 0,0-1 0,0 1 0,1-1 0,-1 0 0,0 1 0,0-1 0,0 1 0,0-1 0,1 0 0,-1 1 0,0-1 0,-1-1 0,3-25 0,-3 24 0,1-8 0,-1 1 0,-4-17 0,1 8 0,4 18 0,0 1 0,0-1 0,0 0 0,0 1 0,0-1 0,0 1 0,0-1 0,0 1 0,0-1 0,0 1 0,0-1 0,0 0 0,0 1 0,0-1 0,0 1 0,0-1 0,1 1 0,-1-1 0,0 1 0,1-1 0,-1 0 0,1 1 0,-1 0 0,0 0 0,1 0 0,-1 0 0,0 0 0,1 0 0,-1 0 0,1 0 0,-1 0 0,0 0 0,1 0 0,-1 0 0,0 0 0,1 0 0,-1 0 0,1 0 0,-1 0 0,0 0 0,1 0 0,-1 0 0,1 1 0,22 15 0,-18-12 0,45 41 0,-41-35 0,1 0 0,1-1 0,0 0 0,0-1 0,0 0 0,20 10 0,-31-18 0,1 1 0,0-1 0,0 0 0,-1 1 0,1-1 0,0 0 0,0 0 0,0 0 0,0 0 0,-1 1 0,1-1 0,0 0 0,0-1 0,0 1 0,0 0 0,0 0 0,-1 0 0,1 0 0,0-1 0,0 1 0,0 0 0,-1-1 0,1 1 0,1-1 0,-1 0 0,-1 0 0,1 0 0,0 0 0,0 0 0,0 0 0,-1 0 0,1-1 0,-1 1 0,1 0 0,-1 0 0,1-1 0,-1 1 0,1-3 0,-1-4 0,1 0 0,-1 0 0,-1-15 0,0 22 0,0-13-97,-2 0-1,0 0 1,0 1-1,-2-1 1,1 1-1,-2-1 1,0 2-1,0-1 1,-1 1-1,-1 0 1,0 0-1,-1 1 0,-18-20 1,18 24-6729</inkml:trace>
</inkml:ink>
</file>

<file path=ppt/ink/ink2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5:06.8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132 105 24575,'-13'-15'0,"1"0"0,0 1 0,0 1 0,-2 0 0,-18-14 0,31 26 0,0 0 0,0 1 0,0-1 0,0 0 0,0 1 0,0-1 0,0 1 0,0-1 0,0 1 0,0 0 0,0-1 0,0 1 0,0 0 0,-1 0 0,1 0 0,0 0 0,0 0 0,0 0 0,0 0 0,0 0 0,-3 1 0,3-1 0,1 1 0,-1 0 0,0-1 0,0 1 0,1 0 0,-1 0 0,1-1 0,-1 1 0,0 0 0,1 0 0,0 0 0,-1 0 0,1 0 0,-1 0 0,1 0 0,0 0 0,0 0 0,0 0 0,-1 1 0,1 5 0,0 0 0,0 0 0,0 0 0,1 0 0,3 12 0,8 29 0,14 63 0,-15-59 0,21 63 0,-20-77 0,3 26 0,-9-38 0,8 26 0,-13-51 0,-1 1 0,1 0 0,0 0 0,0-1 0,0 1 0,0 0 0,0-1 0,0 1 0,0-1 0,0 1 0,1-1 0,-1 0 0,0 1 0,1-1 0,-1 0 0,1 0 0,0 0 0,-1 0 0,1 0 0,0-1 0,0 1 0,0 0 0,-1-1 0,1 1 0,0-1 0,0 0 0,3 0 0,3 0 0,0-1 0,0 0 0,0 0 0,0-1 0,10-3 0,-3 1 0,-10 3-195,0-1 0,0 0 0,0 0 0,0-1 0,0 1 0,4-5 0</inkml:trace>
</inkml:ink>
</file>

<file path=ppt/ink/ink2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5:07.3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86 64 24575,'2'-6'0,"0"1"0,1-1 0,-1 1 0,1 0 0,0 0 0,0 0 0,7-8 0,-9 12 0,0-1 0,1 1 0,-1 0 0,0 0 0,0 0 0,1 0 0,-1 0 0,0 1 0,1-1 0,-1 0 0,1 1 0,-1-1 0,1 1 0,-1-1 0,1 1 0,-1 0 0,1-1 0,0 1 0,-1 0 0,1 0 0,-1 0 0,1 1 0,-1-1 0,1 0 0,0 0 0,-1 1 0,1-1 0,-1 1 0,1-1 0,-1 1 0,0 0 0,1 0 0,-1 0 0,2 0 0,5 6 0,0 1 0,0-1 0,-1 1 0,0 0 0,-1 1 0,0 0 0,8 13 0,15 22 0,-26-40 0,0 0 0,1 1 0,-2 0 0,1 0 0,0 0 0,2 8 0,-5-12 0,1 0 0,-1 0 0,0 0 0,0 1 0,1-1 0,-1 0 0,0 0 0,0 0 0,-1 0 0,1 1 0,0-1 0,0 0 0,0 0 0,-1 0 0,1 0 0,-1 0 0,1 0 0,-1 0 0,1 0 0,-1 0 0,1 0 0,-1 0 0,0 0 0,0 0 0,1 0 0,-1 0 0,0-1 0,0 1 0,0 0 0,0-1 0,0 1 0,0 0 0,0-1 0,0 1 0,0-1 0,0 0 0,-2 1 0,-3 0 0,0 1 0,0-1 0,0-1 0,1 1 0,-1-1 0,0 0 0,0-1 0,0 1 0,0-1 0,1 0 0,-1-1 0,-8-2 0,-3-2 0,1-1 0,-29-16 0,43 22 0,-12-7 0,0-1 0,-24-19 0,36 26 0,-1-1 0,0 1 0,1 0 0,0-1 0,0 0 0,-1 1 0,1-1 0,1 0 0,-1 0 0,0 0 0,1-1 0,0 1 0,0 0 0,0 0 0,0-1 0,0 1 0,0 0 0,1-1 0,0 1 0,0-6 0,0 8-50,0-1-1,1 1 1,-1-1-1,0 1 0,1 0 1,-1-1-1,1 1 1,0-1-1,0 1 1,-1 0-1,1-1 0,0 1 1,0 0-1,0 0 1,0 0-1,0 0 1,1 0-1,-1 0 0,0 0 1,0 0-1,1 0 1,-1 1-1,0-1 1,1 0-1,-1 1 1,3-1-1,7-2-6775</inkml:trace>
</inkml:ink>
</file>

<file path=ppt/ink/ink2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5:07.9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45 24575,'12'-7'0,"0"0"0,0 1 0,1 1 0,0 0 0,22-5 0,-30 8 0,1 1 0,0 1 0,0-1 0,0 1 0,-1 0 0,1 0 0,0 0 0,0 1 0,-1 0 0,1 0 0,0 1 0,-1 0 0,1 0 0,-1 0 0,10 6 0,-13-7 0,0 0 0,0 1 0,-1-1 0,1 1 0,-1 0 0,1-1 0,-1 1 0,0 0 0,0 0 0,0 0 0,0 0 0,0 0 0,0 0 0,0 0 0,-1 0 0,1 1 0,-1-1 0,1 3 0,-1 6 0,1-1 0,-2 19 0,-1 0 0,5-1 0,1-1 0,14 50 0,-10-47 0,2 2 0,1 0 0,16 31 0,13 34 0,-39-92 0,1 0 0,-1 0 0,0 1 0,0-1 0,0 1 0,-1-1 0,0 7 0,0-11 0,0 1 0,0 0 0,-1-1 0,1 1 0,0-1 0,-1 1 0,1-1 0,-1 1 0,0-1 0,1 0 0,-1 1 0,0-1 0,0 0 0,0 1 0,0-1 0,0 0 0,0 0 0,0 0 0,0 0 0,-1 0 0,1 0 0,0 0 0,-1 0 0,1 0 0,-1-1 0,1 1 0,-1-1 0,-2 2 0,-8 0-1,0-1 0,0 0 0,0-1 0,-22-2 0,2 1-1359,19 0-5466</inkml:trace>
</inkml:ink>
</file>

<file path=ppt/ink/ink2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5:08.7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24575,'72'44'0,"-18"-6"0,107 69 0,-146-98-95,-10-7-46,0 1 0,0 0 0,1 0-1,-2 1 1,1 0 0,0 0 0,-1 0 0,6 6 0</inkml:trace>
</inkml:ink>
</file>

<file path=ppt/ink/ink2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5:09.0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115 0 24575,'-3'2'0,"-1"-1"0,1 1 0,0 0 0,-1 0 0,1 0 0,0 0 0,0 1 0,0-1 0,0 1 0,1 0 0,-1 0 0,1 0 0,-1 0 0,1 0 0,0 1 0,0-1 0,1 0 0,-3 6 0,-1 7 0,1 0 0,0-1 0,-2 21 0,0 0 0,4-30-79,0 5-82,0 0 0,-1-1 1,0 1-1,-1-1 0,0 1 0,0-1 1,-9 12-1</inkml:trace>
</inkml:ink>
</file>

<file path=ppt/ink/ink2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5:09.7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264 65 24575,'-20'-9'0,"-9"-4"0,-1 2 0,-1 0 0,-41-8 0,68 18 0,1 1 0,0 0 0,-1-1 0,1 1 0,-1 1 0,1-1 0,0 0 0,-1 1 0,1-1 0,0 1 0,-1 0 0,1 0 0,0 1 0,0-1 0,0 1 0,0-1 0,-4 4 0,6-4 0,-1 1 0,0 0 0,1 0 0,-1 0 0,1 0 0,-1 0 0,1 0 0,0 0 0,0 0 0,0 0 0,0 1 0,1-1 0,-1 0 0,0 1 0,1-1 0,0 0 0,-1 1 0,1-1 0,0 1 0,0-1 0,1 1 0,-1-1 0,0 0 0,2 5 0,2 4 0,0-1 0,1 1 0,0 0 0,0-1 0,1 0 0,1-1 0,7 10 0,13 21 0,-12-15 0,-1 1 0,18 50 0,-27-60 0,0 1 0,-1 0 0,0 1 0,-2-1 0,1 35 0,-3-37 0,0 0 0,5 27 0,-4-38 0,0 0 0,0 1 0,0-1 0,1 0 0,-1 0 0,1 0 0,0 0 0,0-1 0,0 1 0,0 0 0,1-1 0,0 0 0,-1 1 0,6 3 0,-4-5 0,0 0 0,0 0 0,-1 0 0,1-1 0,0 0 0,0 0 0,0 0 0,1 0 0,-1-1 0,0 1 0,0-1 0,7 0 0,3-1 0,0-1 0,19-4 0,-19 2-1365,-1 2-5461</inkml:trace>
</inkml:ink>
</file>

<file path=ppt/ink/ink2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5:10.2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17 24575,'7'-2'0,"7"-2"0,0 1 0,0 0 0,0 1 0,21 0 0,-32 2 0,1 0 0,0 0 0,-1 1 0,1-1 0,0 1 0,-1 0 0,1 0 0,-1 1 0,0-1 0,1 1 0,-1 0 0,0-1 0,0 1 0,0 1 0,0-1 0,0 0 0,0 1 0,-1-1 0,1 1 0,-1 0 0,0 0 0,3 4 0,-2-2 0,-1 0 0,1 1 0,-1-1 0,0 1 0,-1-1 0,1 1 0,-1 0 0,0-1 0,0 1 0,-1 0 0,0 0 0,0 0 0,0-1 0,-1 1 0,-2 9 0,3-12 0,-1 1 0,-1-1 0,1 0 0,0 1 0,-1-1 0,0 0 0,1 0 0,-1 0 0,0 0 0,-1 0 0,1-1 0,0 1 0,-1-1 0,0 1 0,1-1 0,-1 0 0,0 0 0,0 0 0,0 0 0,-1-1 0,1 1 0,0-1 0,-1 0 0,1 0 0,0 0 0,-5 0 0,1 0 0,-1 0 0,1-1 0,0 0 0,0 0 0,0-1 0,-1 0 0,-7-2 0,11 2 0,0 0 0,0-1 0,0 1 0,0-1 0,0 0 0,0 0 0,0-1 0,1 1 0,-1-1 0,1 1 0,0-1 0,0 0 0,-4-5 0,6 7 5,0-1-1,0 1 0,1 0 0,-1-1 1,0 1-1,1-1 0,-1 1 0,1-1 1,-1 0-1,1 1 0,0-1 1,-1 1-1,1-1 0,0 0 0,0 1 1,0-1-1,0 0 0,1 1 0,-1-1 1,0 0-1,1 1 0,-1-1 1,1 1-1,0-1 0,-1 1 0,1-1 1,1-1-1,0 1-118,0-1 0,0 1-1,0-1 1,0 1 0,0-1 0,1 1-1,-1 0 1,1 0 0,0 1 0,0-1-1,-1 0 1,7-1 0,1-1-6712</inkml:trace>
</inkml:ink>
</file>

<file path=ppt/ink/ink2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5:11.0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24575,'4'0'0,"112"3"0,-94-1 0,1 1 0,-1 0 0,24 8 0,-35-7 0,0-1 0,0 1 0,13 8 0,-21-10 0,0-1 0,0 1 0,-1 0 0,1 0 0,-1 0 0,1 0 0,-1 1 0,0-1 0,0 1 0,0-1 0,0 1 0,-1 0 0,1-1 0,-1 1 0,1 0 0,0 5 0,37 175 0,5 22 0,-43-203 0,-1 0 0,1 0 0,0 1 0,-1-1 0,1 0 0,-1 0 0,0 1 0,0-1 0,0 0 0,0 1 0,0-1 0,-1 0 0,1 1 0,-1-1 0,1 0 0,-1 0 0,0 1 0,0-1 0,0 0 0,0 0 0,0 0 0,0 0 0,0 0 0,-1 0 0,1-1 0,-1 1 0,0 0 0,1-1 0,-1 1 0,0-1 0,0 0 0,0 1 0,0-1 0,0 0 0,0 0 0,-3 1 0,-8 3-1365,0 0-5461</inkml:trace>
</inkml:ink>
</file>

<file path=ppt/ink/ink2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5:14.7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9 24575,'-1'-1'0,"1"0"0,-1 0 0,1 1 0,-1-1 0,0 1 0,1-1 0,-1 1 0,0-1 0,0 1 0,1-1 0,-1 1 0,0 0 0,0-1 0,0 1 0,0 0 0,1 0 0,-1-1 0,-2 1 0,3 0 0,-1 0 0,1 1 0,0-1 0,-1 0 0,1 0 0,-1 1 0,1-1 0,0 0 0,-1 1 0,1-1 0,-1 0 0,1 1 0,0-1 0,0 0 0,-1 1 0,1-1 0,0 1 0,0-1 0,-1 1 0,1-1 0,0 0 0,0 1 0,0 0 0,-1 3 0,0-1 0,1 1 0,0-1 0,0 1 0,0-1 0,0 1 0,2 6 0,6 21 0,3 0 0,22 48 0,-10-24 0,-18-45-90,5 11 297,-10-20-281,0-1 0,1 1 0,-1 0-1,0 0 1,0 0 0,0 0 0,1 0 0,-1-1 0,0 1 0,0 0 0,0 0 0,0 0 0,-1 0 0,1 0-1,0-1 1,0 1 0,-1 0 0,1 0 0,-1 1 0</inkml:trace>
</inkml:ink>
</file>

<file path=ppt/ink/ink2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5:14.9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289 38 24575,'-30'-5'0,"-11"-2"0,-2-1 0,4-1 0,3 3 0,7 3 0,4 4 0,5 0 0,6 4 0,2 0 0</inkml:trace>
</inkml:ink>
</file>

<file path=ppt/ink/ink2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5:16.4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0 24575,'-1'2'0,"0"-1"0,0 1 0,0-1 0,1 1 0,-1 0 0,0-1 0,1 1 0,-1 0 0,1-1 0,0 1 0,0 0 0,0 0 0,0-1 0,0 1 0,0 0 0,0 0 0,0-1 0,1 4 0,10 32 0,-1-10 0,23 41 0,-27-56 0,1 0 0,1-1 0,0 0 0,0-1 0,17 17 0,-22-25 0,0 0 0,-1 0 0,1 0 0,0 0 0,0-1 0,0 1 0,0-1 0,0 1 0,0-1 0,0 0 0,4 0 0,-6 0 0,1-1 0,-1 0 0,0 0 0,1 0 0,-1-1 0,0 1 0,0 0 0,1 0 0,-1-1 0,0 1 0,0-1 0,1 1 0,-1-1 0,0 1 0,0-1 0,0 0 0,0 0 0,0 0 0,0 1 0,0-1 0,0 0 0,0 0 0,0 0 0,0 0 0,-1-1 0,1 1 0,0 0 0,-1 0 0,1 0 0,0-2 0,0-1 0,0 0 0,0 0 0,0 0 0,0 0 0,0-5 0,3-17 0,-3 25 0,-1 1 0,0-1 0,0 1 0,0-1 0,1 1 0,-1-1 0,0 1 0,1 0 0,-1-1 0,0 1 0,1-1 0,-1 1 0,0 0 0,1-1 0,-1 1 0,1 0 0,-1-1 0,1 1 0,-1 0 0,1 0 0,-1-1 0,1 1 0,-1 0 0,1 0 0,-1 0 0,1 0 0,1 0 0,-1 0 0,0 0 0,0 0 0,0 1 0,1-1 0,-1 0 0,0 1 0,0-1 0,0 1 0,0-1 0,2 2 0,2 2 0,1 0 0,-1 1 0,7 5 0,-10-7 0,6 5 0,0-1 0,0 0 0,1-1 0,0 0 0,0 0 0,12 5 0,-18-10 0,0 0 0,0 0 0,0 0 0,1 0 0,-1 0 0,0-1 0,0 0 0,0 1 0,1-1 0,5-1 0,-7 0 0,0 1 0,0-1 0,1 0 0,-1 0 0,0 0 0,0 0 0,0 0 0,0 0 0,0 0 0,-1-1 0,1 1 0,0-1 0,-1 1 0,1-1 0,-1 0 0,1 0 0,0-1 0,2-3 9,-1 0-1,0 0 1,-1 0-1,0 0 1,0-1 0,0 1-1,0-1 1,-1 1-1,0-1 1,-1 1-1,1-1 1,-1 1-1,-2-14 1,-1 3-306,0 0 0,-1 0 0,-1 0 0,-8-18 0,8 22-6529</inkml:trace>
</inkml:ink>
</file>

<file path=ppt/ink/ink2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5:17.1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197 31 24575,'-4'-4'0,"0"1"0,0 0 0,0 0 0,0 1 0,-1-1 0,1 1 0,-1 0 0,1 0 0,-1 1 0,0-1 0,0 1 0,0 0 0,0 0 0,0 1 0,0-1 0,0 1 0,-5 1 0,0 0 0,0 0 0,-1 0 0,1 1 0,0 1 0,0 0 0,1 0 0,-13 7 0,21-10 0,0 0 0,0 1 0,0-1 0,0 1 0,0-1 0,0 1 0,1 0 0,-1-1 0,0 1 0,0 0 0,0-1 0,1 1 0,-1 0 0,0 0 0,1 0 0,-1 0 0,1 0 0,-1 0 0,1 0 0,0 0 0,-1 0 0,1 0 0,0 0 0,0 0 0,-1 0 0,1 0 0,0 0 0,0 0 0,0 0 0,0 0 0,0 0 0,1 0 0,-1 0 0,0 0 0,0 0 0,1 0 0,-1 0 0,1 1 0,3 4 0,-1 1 0,1-1 0,0-1 0,10 11 0,0 2 0,-6-6 0,-1 1 0,-1 0 0,0 0 0,-1 1 0,5 18 0,11 73 0,1 1 0,-20-98 0,1 2 0,0 1 0,0-1 0,1 0 0,7 13 0,-10-21 0,1 1 0,0 0 0,0 0 0,1-1 0,-1 0 0,0 1 0,1-1 0,-1 0 0,1 0 0,0 0 0,0 0 0,0-1 0,0 1 0,0-1 0,0 0 0,0 0 0,0 0 0,5 1 0,2 0 0,0-1 0,0 0 0,1 0 0,-1-1 0,0 0 0,1-1 0,19-4 0,-28 4-114,-1 1 1,1-1-1,0 0 0,0 0 0,-1 0 1,1 0-1,-1 0 0,1 0 0,-1 0 1,0-1-1,3-1 0,2-6-6712</inkml:trace>
</inkml:ink>
</file>

<file path=ppt/ink/ink2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5:17.4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24575,'0'2'0,"0"7"0,0 3 0,3 2 0,0 2 0,0 0 0,2 2 0,3 1 0,-1-1 0,2 0 0,1-2 0,-1 0 0,1-1 0,1 0 0,1-1 0,-2-2-8191</inkml:trace>
</inkml:ink>
</file>

<file path=ppt/ink/ink2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5:18.0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55 24575,'17'-10'0,"0"2"0,0 0 0,1 1 0,35-9 0,-45 14 0,0 0 0,0 1 0,0 1 0,1-1 0,-1 2 0,0-1 0,0 1 0,0 0 0,1 0 0,-1 1 0,0 0 0,-1 1 0,16 6 0,-18-6 0,-1-1 0,0 0 0,1 1 0,-1 0 0,0 0 0,6 6 0,-9-7 0,0-1 0,0 1 0,0-1 0,0 0 0,-1 1 0,1 0 0,0-1 0,-1 1 0,1-1 0,-1 1 0,0 0 0,1-1 0,-1 1 0,0 0 0,0-1 0,0 1 0,0 0 0,0-1 0,-1 1 0,1 0 0,0-1 0,-1 1 0,-1 2 0,-1 4 0,1-1 0,-1 1 0,1 0 0,0 0 0,1 0 0,0 0 0,0 0 0,1 0 0,0 0 0,0 0 0,1 0 0,0 0 0,1 0 0,3 12 0,13 26 0,2-1 0,3 0 0,34 50 0,-56-93 0,1 2 0,10 15 0,0 0 0,-2 1 0,0 0 0,12 39 0,-21-57 0,-1 0 0,1 0 0,-1 0 0,0 0 0,1 1 0,-1-1 0,0 0 0,0 0 0,-1 0 0,1 0 0,0 0 0,-1 0 0,1 0 0,-1 0 0,0 0 0,0 0 0,0 0 0,-1 3 0,0-3 0,0 0 0,0 0 0,0 0 0,0 0 0,0-1 0,0 1 0,-1-1 0,1 0 0,0 1 0,-1-1 0,1 0 0,-5 1 0,-7 1 0,1-1 0,0 0 0,0-1 0,-23-1 0,31 0 0,0 0-106,-6 0-314,1 0 1,-15-3-1,12-1-6406</inkml:trace>
</inkml:ink>
</file>

<file path=ppt/ink/ink2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5:18.3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1 24575,'-2'2'0,"-1"4"0,0 3 0</inkml:trace>
</inkml:ink>
</file>

<file path=ppt/ink/ink2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5:19.2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24575,'3'0'0,"0"0"0,0 1 0,1 0 0,-1 0 0,0 0 0,0 0 0,0 0 0,0 0 0,0 1 0,5 3 0,29 24 0,-19-14 0,170 118 0,-78-58 0,-106-72-66,-3-3-21,-1 1 0,1-1 1,0 0-1,-1 1 1,1-1-1,-1 1 1,1-1-1,-1 1 0,1-1 1,-1 1-1,1-1 1,-1 1-1,1-1 1,0 2-1</inkml:trace>
</inkml:ink>
</file>

<file path=ppt/ink/ink2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5:19.5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121 1 24575,'-14'5'0,"-8"4"0,0 3 0,4 2 0,4 1 0,6 0 0,1 3 0,2 0 0,1 0 0,2 0 0,1-2 0,1 0 0,1-1 0,-1 0 0,0-1 0,-2 0 0,-1-2-8191</inkml:trace>
</inkml:ink>
</file>

<file path=ppt/ink/ink2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5:20.2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243 26 24575,'-27'-6'0,"1"-1"0,-48-4 0,67 10 0,0 1 0,1 0 0,-1 0 0,0 0 0,1 1 0,-1 0 0,0 1 0,1-1 0,-1 1 0,1 1 0,0-1 0,-9 6 0,14-8 0,-1 1 0,1 0 0,0-1 0,0 1 0,-1 0 0,1 0 0,0 0 0,0 0 0,0 0 0,0 0 0,0 1 0,0-1 0,0 0 0,0 1 0,1-1 0,-1 0 0,0 1 0,1-1 0,-1 0 0,1 1 0,0-1 0,-1 1 0,1-1 0,0 1 0,0-1 0,0 1 0,0-1 0,0 1 0,0-1 0,1 1 0,-1-1 0,0 1 0,1-1 0,-1 1 0,2 2 0,2 3 0,1 0 0,0 0 0,0-1 0,0 1 0,10 8 0,7 9 0,-15-15 0,-1 2 0,0-1 0,-1 1 0,0-1 0,-1 1 0,6 18 0,9 73 0,-10-48 0,-8-50 0,0 6 0,1 0 0,1 1 0,0-1 0,7 17 0,-8-24 0,-1 0 0,1 0 0,0-1 0,0 1 0,0-1 0,0 1 0,1-1 0,-1 0 0,1 0 0,-1 0 0,1 0 0,0 0 0,-1-1 0,1 1 0,0-1 0,0 0 0,0 0 0,0 0 0,1 0 0,2 0 0,5 1 40,1-1 0,20 0 0,-28-1-164,0 0 0,-1 0 1,1-1-1,0 1 0,0-1 0,0 0 1,0 0-1,-1-1 0,1 1 0,0-1 1,4-3-1</inkml:trace>
</inkml:ink>
</file>

<file path=ppt/ink/ink2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5:20.5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24575,'5'9'0,"2"7"0,2 2 0,-1 1 0,1-1 0,1 0 0,0-1 0,-1 1 0,2 0 0,-2 0 0,1-1 0,-2-1 0,-2-3-8191</inkml:trace>
</inkml:ink>
</file>

<file path=ppt/ink/ink2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5:21.1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24575,'73'17'0,"-43"-9"0,1-1 0,0-2 0,55 3 0,-84-8 0,1 0 0,-1 0 0,1-1 0,-1 1 0,1-1 0,-1 0 0,1 0 0,-1 0 0,1 0 0,-1 0 0,4-3 0,-2 2 0,-4 3 0,0-1 0,0 0 0,1 0 0,-1 0 0,0 0 0,0 0 0,0 0 0,1 0 0,-1 1 0,0-1 0,0 0 0,0 0 0,1 0 0,-1 0 0,0 1 0,0-1 0,0 0 0,0 0 0,0 1 0,1-1 0,-1 0 0,0 0 0,0 0 0,0 1 0,0-1 0,0 0 0,0 0 0,0 1 0,0-1 0,0 0 0,0 0 0,0 1 0,0-1 0,0 0 0,0 0 0,0 1 0,0-1 0,-1 1 0,1 13 0,0-13 0,0 17 0,1-1 0,0 1 0,1 0 0,1-1 0,1 0 0,0 0 0,10 26 0,-4-17 0,1-1 0,1 0 0,1 0 0,29 39 0,-39-60 0,0 1 0,0 0 0,0-1 0,0 1 0,-1 0 0,0 1 0,2 7 0,-3-11 0,-1 0 0,1 0 0,-1 0 0,0 0 0,0 0 0,0 0 0,0 0 0,-1 0 0,1 0 0,0 0 0,-1 1 0,1-1 0,-1 0 0,0-1 0,0 1 0,0 0 0,0 0 0,0 0 0,0 0 0,0-1 0,0 1 0,-3 2 0,-2 1-70,0 0 0,-1-1 0,0 0 0,1 0 0,-1 0 0,-10 3 0,8-3-805,-6 3-5951</inkml:trace>
</inkml:ink>
</file>

<file path=ppt/ink/ink2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5:22.2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24575,'1'5'0,"0"0"0,1 1 0,0-1 0,0 0 0,0 0 0,0 0 0,7 8 0,-6-6 0,115 189-1365,-112-187-5461</inkml:trace>
</inkml:ink>
</file>

<file path=ppt/ink/ink2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5:22.4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283 45 24575,'-27'-8'0,"-11"-2"0,-2 1 0,1 2 0,5 1 0,5 3 0,6 1 0,6 4 0,4 1 0,4 3 0,2 0 0,1 2 0</inkml:trace>
</inkml:ink>
</file>

<file path=ppt/ink/ink2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5:23.0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58 24575,'7'12'0,"1"0"0,0-1 0,18 19 0,-4-4 0,-11-13 0,0 0 0,1-1 0,1 0 0,0-1 0,0 0 0,1-1 0,1-1 0,30 15 0,-44-23 0,1 0 0,0 0 0,-1-1 0,1 1 0,0-1 0,0 1 0,-1-1 0,1 0 0,0 1 0,0-1 0,0 0 0,0 0 0,-1 0 0,1 0 0,0-1 0,0 1 0,0-1 0,-1 1 0,1-1 0,0 1 0,-1-1 0,1 0 0,3-2 0,-4 2 0,0 0 0,0-1 0,1 0 0,-1 1 0,0-1 0,0 0 0,-1 1 0,1-1 0,0 0 0,0 0 0,-1 0 0,1 0 0,-1 0 0,0 1 0,0-1 0,1 0 0,-1 0 0,0 0 0,-1 0 0,1 0 0,0 0 0,-1-2 0,-3-11 0,-2-13 0,6 27 0,0 0 0,0-1 0,0 1 0,0 0 0,0 0 0,0-1 0,0 1 0,0 0 0,0 0 0,1 0 0,-1-1 0,0 1 0,1 0 0,-1 0 0,1 0 0,0 0 0,0-2 0,0 3 0,0-1 0,0 1 0,0-1 0,0 1 0,0-1 0,0 1 0,0 0 0,0 0 0,0-1 0,0 1 0,0 0 0,0 0 0,0 0 0,0 0 0,0 0 0,0 0 0,0 1 0,0-1 0,0 0 0,0 0 0,0 1 0,-1-1 0,1 0 0,0 1 0,1 0 0,27 16 0,-23-13 0,11 7 0,53 29 0,-63-36 0,0-1 0,1 0 0,-1 0 0,1-1 0,0 0 0,0-1 0,13 2 0,-20-3 0,1 0 0,0 0 0,-1 0 0,1 0 0,-1 0 0,1 0 0,-1 0 0,1-1 0,-1 1 0,1 0 0,-1-1 0,1 1 0,-1-1 0,1 0 0,-1 0 0,0 1 0,1-1 0,-1 0 0,0 0 0,0 0 0,0 0 0,0 0 0,0 0 0,0-1 0,0 1 0,0 0 0,0-1 0,0 1 0,-1 0 0,1-1 0,0 1 0,-1-1 0,0 1 0,1-1 0,-1 1 0,1-3 0,-1-1 0,0-1 0,-1 0 0,1 1 0,-1-1 0,0 1 0,0-1 0,-1 1 0,-3-10 0,-4-6 0,-19-33 0,23 45 0,-1 1 0,0-1 0,-1 1 0,1 0 0,-2 1 0,-7-8 0,1 7-1365,2 2-5461</inkml:trace>
</inkml:ink>
</file>

<file path=ppt/ink/ink2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5:23.8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177 79 24575,'-1'-6'0,"0"0"0,-1 0 0,0 1 0,0-1 0,0 0 0,-1 1 0,1-1 0,-7-8 0,8 13 0,0-1 0,0 1 0,0-1 0,-1 1 0,1 0 0,0 0 0,-1 0 0,1 0 0,-1 0 0,1 0 0,-1 0 0,0 0 0,1 0 0,-1 1 0,0-1 0,0 1 0,1-1 0,-1 1 0,0 0 0,0 0 0,0 0 0,1 0 0,-1 0 0,0 0 0,0 0 0,0 0 0,1 1 0,-1-1 0,0 1 0,0-1 0,1 1 0,-4 2 0,-10 4 0,1 2 0,1-1 0,-1 2 0,-17 17 0,30-26 0,0 0 0,0 1 0,0-1 0,0 1 0,0-1 0,0 1 0,1-1 0,-1 1 0,1-1 0,-1 1 0,1 0 0,-1-1 0,1 1 0,0 0 0,0-1 0,0 1 0,0 0 0,0 0 0,0-1 0,1 1 0,-1 0 0,1 2 0,2 5 0,1 1 0,7 16 0,-3-10 0,11 37 0,-3 1 0,12 71 0,-16-69 0,4 16 0,-16-71 4,0 0 0,0 0-1,0 1 1,1-1-1,-1 0 1,0 0 0,1 0-1,-1 1 1,1-1 0,0 0-1,-1 0 1,1 0-1,0 0 1,0 0 0,-1 0-1,1 0 1,0 0 0,0 0-1,0-1 1,0 1-1,0 0 1,0-1 0,0 1-1,1 0 1,-1-1 0,0 0-1,0 1 1,0-1-1,1 1 1,-1-1 0,0 0-1,2 0 1,0 0-128,0 0 0,0-1 1,0 0-1,1 1 0,-1-1 0,-1 0 1,1 0-1,0-1 0,0 1 0,0 0 1,4-4-1,1-1-6702</inkml:trace>
</inkml:ink>
</file>

<file path=ppt/ink/ink2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5:24.4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76 24575,'4'-7'0,"1"0"0,0 1 0,0 0 0,0 0 0,1 0 0,0 1 0,0-1 0,11-6 0,-14 10 0,0 0 0,0 1 0,0-1 0,0 1 0,1-1 0,-1 1 0,0 0 0,1 0 0,-1 1 0,1-1 0,-1 1 0,1-1 0,-1 1 0,1 0 0,0 0 0,-1 1 0,1-1 0,-1 1 0,1 0 0,-1 0 0,6 2 0,-7-2 0,-1 0 0,0-1 0,0 1 0,0 0 0,1 0 0,-1 0 0,0 0 0,0 0 0,0 0 0,0 0 0,0 0 0,-1 0 0,1 1 0,0-1 0,-1 0 0,1 1 0,0-1 0,0 3 0,-1-1 0,1 0 0,-1-1 0,0 1 0,0 0 0,0 0 0,0 0 0,-1 0 0,0 5 0,-3 4 0,0 0 0,-1-1 0,-9 16 0,11-22 0,-5 14 0,1 0 0,0 0 0,-6 31 0,12-49 0,1 1 0,-1-1 0,1 1 0,0-1 0,-1 0 0,1 1 0,0-1 0,0 1 0,0-1 0,0 1 0,0-1 0,1 0 0,-1 1 0,0-1 0,1 1 0,-1-1 0,1 0 0,-1 1 0,1-1 0,0 0 0,0 2 0,1-2 0,-1 0 0,1-1 0,-1 1 0,1 0 0,-1-1 0,1 1 0,-1-1 0,1 1 0,-1-1 0,1 0 0,0 0 0,-1 0 0,1 0 0,0 0 0,-1 0 0,1 0 0,0 0 0,1-1 0,78-16 0,-56 12-1365,-14 4-5461</inkml:trace>
</inkml:ink>
</file>

<file path=ppt/ink/ink2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5:25.3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62 24575,'2'-4'0,"0"0"0,1 0 0,-1 1 0,1-1 0,0 1 0,0-1 0,0 1 0,1 0 0,-1 0 0,1 0 0,-1 1 0,1-1 0,0 1 0,0 0 0,0 0 0,7-2 0,-4 2 0,1 0 0,0 0 0,0 1 0,0 0 0,1 1 0,-1 0 0,0 0 0,11 2 0,-18-2 0,1 1 0,-1-1 0,1 1 0,-1-1 0,1 1 0,-1-1 0,0 1 0,1 0 0,-1-1 0,0 1 0,0 0 0,1 0 0,-1 0 0,0 0 0,0 0 0,0 0 0,0 1 0,0-1 0,-1 0 0,1 0 0,0 1 0,0-1 0,-1 0 0,1 1 0,0 2 0,1 4 0,-1 0 0,0 0 0,1 15 0,-1-2 0,5 19 0,2-1 0,2 0 0,17 45 0,54 107 0,-67-162 0,9 20 0,-23-48 0,1 0 0,-1 0 0,0 0 0,1-1 0,-1 1 0,0 0 0,0 0 0,0 0 0,0 0 0,0 0 0,0 0 0,0 0 0,0 0 0,-1 0 0,1 0 0,0-1 0,0 1 0,-1 0 0,1 0 0,0 0 0,-1 0 0,1 0 0,-1 0 0,-1 0 0,1 1 0,-1-1 0,1 0 0,-1 0 0,1 0 0,-1 0 0,0 0 0,1 0 0,-1 0 0,-3 0 0,-4 2 0,0-2 0,0 1 0,-15 0 0,24-2 0,-45 0-1365,32 0-5461</inkml:trace>
</inkml:ink>
</file>

<file path=ppt/ink/ink2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5:26.0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1 24575,'-7'0'0,"-3"2"0,1 4 0</inkml:trace>
</inkml:ink>
</file>

<file path=ppt/ink/ink2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5:26.5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24575,'25'24'0,"2"-2"0,42 29 0,63 29 0,-114-69-120,-8-5-35,0 1-1,0-2 0,1 1 1,0-2-1,0 1 0,1-1 1,19 3-1,-19-6-6670</inkml:trace>
</inkml:ink>
</file>

<file path=ppt/ink/ink2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5:26.7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147 0 24575,'-18'10'0,"-4"6"0,-3 2 0,5 1 0,2-1 0,4 0 0,5-2 0,1 0 0,3-1 0,1 0 0,2-1 0,1 0 0,1 1 0,0-1 0,0-2-8191</inkml:trace>
</inkml:ink>
</file>

<file path=ppt/ink/ink2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5:27.4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304 35 24575,'-31'-8'0,"-70"-15"0,90 22 0,0 0 0,0 0 0,0 1 0,1 0 0,-1 1 0,0 0 0,-14 4 0,21-4 0,0 0 0,0 0 0,1 1 0,-1-1 0,0 1 0,0 0 0,1 0 0,-1 1 0,1-1 0,0 1 0,0-1 0,0 1 0,0 0 0,0 0 0,1 1 0,-1-1 0,1 0 0,-2 5 0,2-5 0,1 1 0,0 0 0,0 0 0,0 0 0,0 0 0,1 0 0,-1 0 0,1 0 0,0 0 0,1 0 0,-1 0 0,0 0 0,1 0 0,0 0 0,0-1 0,0 1 0,1 0 0,2 5 0,10 17 0,1-1 0,26 32 0,-25-35 0,0 1 0,-1 0 0,12 27 0,-18-26 0,0 0 0,-1 0 0,-1 1 0,-2 0 0,-1 0 0,3 51 0,-7-74 0,0 1 0,0-1 0,0 0 0,0 0 0,1 0 0,-1 0 0,1 1 0,0-1 0,-1 0 0,1 0 0,0 0 0,0 0 0,2 3 0,-2-4 0,1 0 0,-1 0 0,0 0 0,0 0 0,1 0 0,-1-1 0,1 1 0,-1 0 0,1 0 0,-1-1 0,1 1 0,-1-1 0,1 0 0,0 1 0,-1-1 0,1 0 0,-1 0 0,1 0 0,2 0 0,6-1-151,1-1-1,-1 1 0,1-2 0,-1 1 1,0-2-1,0 1 0,-1-1 1,14-7-1</inkml:trace>
</inkml:ink>
</file>

<file path=ppt/ink/ink2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5:28.1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76 24575,'0'-4'0,"0"0"0,0 0 0,1 1 0,-1-1 0,1 0 0,0 0 0,0 0 0,0 1 0,1-1 0,-1 0 0,4-4 0,-4 6 0,1 0 0,0 0 0,-1 1 0,1-1 0,0 0 0,0 1 0,0-1 0,0 1 0,0 0 0,0-1 0,0 1 0,0 0 0,1 0 0,-1 1 0,0-1 0,1 0 0,-1 1 0,0-1 0,4 1 0,1-1 0,0 1 0,0-1 0,0 1 0,1 1 0,-1 0 0,12 2 0,-16-2 0,0 0 0,0 0 0,0 1 0,-1-1 0,1 0 0,-1 1 0,1 0 0,-1 0 0,1 0 0,-1 0 0,0 0 0,0 0 0,0 0 0,0 1 0,-1-1 0,1 1 0,0-1 0,1 6 0,0 1 0,0 1 0,-1 0 0,0 0 0,0 0 0,-1 0 0,-1 0 0,1 0 0,-2 1 0,1-1 0,-2 0 0,1 0 0,-6 16 0,6-22 0,-1 0 0,0-1 0,0 1 0,0 0 0,-1-1 0,1 0 0,-1 1 0,0-1 0,0 0 0,0-1 0,0 1 0,-5 3 0,-1 1 0,8-3 0,7-3 0,9 0 0,-15-1 0,26 1 0,-16-1 0,-1 1 0,0-1 0,1-1 0,-1 1 0,1-2 0,-1 1 0,13-5 0,-13 1-1365</inkml:trace>
</inkml:ink>
</file>

<file path=ppt/ink/ink2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5:28.7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30 24575,'22'-7'0,"1"1"0,-1 0 0,32-3 0,-45 8 0,0 1 0,0 0 0,0 0 0,0 1 0,0 0 0,0 1 0,-1-1 0,1 2 0,0-1 0,-1 1 0,14 7 0,-20-9 0,0 1 0,-1-1 0,1 0 0,-1 1 0,1-1 0,-1 1 0,1 0 0,-1-1 0,0 1 0,0 0 0,0 0 0,0-1 0,0 1 0,0 0 0,-1 0 0,1 0 0,-1 0 0,1 0 0,0 4 0,-1 5 0,1-1 0,-3 20 0,1-11 0,1 5 0,2-1 0,0 1 0,2 0 0,0-1 0,12 35 0,-14-51 0,4 18 0,2-2 0,0 1 0,2-1 0,0 0 0,21 32 0,-29-53 0,0 1 0,0 0 0,0 0 0,0 0 0,-1 1 0,1-1 0,1 6 0,-3-8 0,0 1 0,0-1 0,0 0 0,0 0 0,0 0 0,0 0 0,-1 0 0,1 0 0,0 0 0,-1 0 0,1 0 0,0 0 0,-1 0 0,0 0 0,1 0 0,-1 0 0,1 0 0,-1 0 0,0 0 0,0-1 0,1 1 0,-1 0 0,0-1 0,0 1 0,0 0 0,0-1 0,0 1 0,0-1 0,-1 1 0,-9 4 20,0 0 0,0-1 0,0-1 0,0 0 0,-14 2 0,-58 3-1505,65-7-5341</inkml:trace>
</inkml:ink>
</file>

<file path=ppt/ink/ink2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5:36.8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24 24575,'-6'-8'0,"3"11"0,4 15 0,1-7 0,2 0 0,-1 1 0,2-2 0,-1 1 0,2-1 0,-1 1 0,1-1 0,9 11 0,3 1 0,0-1 0,28 24 0,-42-42 0,0 0 0,0 0 0,0-1 0,0 0 0,1 1 0,-1-1 0,1-1 0,-1 1 0,1-1 0,0 0 0,-1 0 0,1 0 0,8 0 0,-11-1 0,1 0 0,0 0 0,0 0 0,0 0 0,-1 0 0,1-1 0,0 1 0,-1-1 0,1 0 0,0 0 0,-1 0 0,1 0 0,-1-1 0,1 1 0,-1 0 0,0-1 0,0 0 0,1 0 0,-1 1 0,-1-1 0,1-1 0,0 1 0,0 0 0,2-4 0,-1-2 0,0 0 0,0-1 0,0 0 0,-1 1 0,0-1 0,-1 0 0,0 0 0,0 0 0,-1 0 0,-2-16 0,-1 1 0,-1 1 0,-13-42 0,16 64 0,0 4 0,0 9 0,3 16 0,8 16 0,2 0 0,22 51 0,44 82 0,-55-127 0,-1-5 0,-10-22 0,-1 1 0,11 32 0,-21-55 0,-1 1 0,1 0 0,-1 0 0,0 0 0,1 0 0,-1-1 0,0 1 0,0 0 0,0 0 0,0 0 0,-1 0 0,1 0 0,0-1 0,-1 1 0,1 0 0,-1 0 0,0 0 0,1-1 0,-1 1 0,0 0 0,0-1 0,-2 3 0,1-3 0,1 1 0,-1-1 0,0 0 0,1 0 0,-1 0 0,0 0 0,0-1 0,0 1 0,0 0 0,0-1 0,1 1 0,-1-1 0,0 0 0,0 0 0,0 0 0,0 0 0,0 0 0,0 0 0,0 0 0,0-1 0,-3 0 0,-4-1 0,-1-1 0,1 0 0,0-1 0,0 0 0,0 0 0,0-1 0,1 0 0,0 0 0,0-1 0,0 0 0,1-1 0,0 0 0,-11-13 0,9 10 0,3 4 0,1 0 0,0-1 0,0 1 0,1-1 0,-5-9 0,8 14 0,0-1 0,0 1 0,1 0 0,-1-1 0,1 1 0,-1-1 0,1 1 0,0-1 0,0 1 0,0-1 0,0 1 0,1-1 0,-1 1 0,0-1 0,1 1 0,0-1 0,0 1 0,0 0 0,0-1 0,0 1 0,2-3 0,0 1-2,-1 1-1,1 0 0,-1 0 1,1 0-1,0 0 1,1 0-1,-1 1 1,0-1-1,8-3 0,1 0 69,22-7-1,-23 9-432,0 0-1,-1 0 1,11-7-1</inkml:trace>
</inkml:ink>
</file>

<file path=ppt/ink/ink2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5:37.6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276 36 24575,'-232'-34'0,"232"34"0,-5-1 0,1 1 0,-1 0 0,1-1 0,-8 2 0,11-1 0,1 0 0,-1 0 0,0 0 0,1 0 0,-1 1 0,1-1 0,-1 0 0,1 0 0,-1 1 0,0-1 0,1 0 0,-1 0 0,1 1 0,-1-1 0,1 1 0,-1-1 0,1 0 0,0 1 0,-1-1 0,1 1 0,0-1 0,-1 1 0,1-1 0,0 1 0,-1 0 0,1-1 0,0 1 0,0-1 0,0 1 0,-1-1 0,1 1 0,0 0 0,0-1 0,0 1 0,0-1 0,0 1 0,0 0 0,0-1 0,0 1 0,1-1 0,-1 1 0,0 0 0,4 9 0,-1-1 0,2 0 0,-1 0 0,1 0 0,1-1 0,0 1 0,0-1 0,12 12 0,-7-7 0,0 0 0,9 16 0,-18-26 0,58 113 0,-54-102 0,-1 0 0,0 0 0,-1 1 0,-1 0 0,0-1 0,1 27 0,-6 30 0,1-37 0,2 35 0,-1-66 0,0 0 0,1 0 0,-1 0 0,1 0 0,0 0 0,0-1 0,0 1 0,0 0 0,0 0 0,1-1 0,-1 1 0,1-1 0,-1 1 0,1-1 0,0 0 0,0 0 0,0 0 0,1 0 0,-1 0 0,0 0 0,4 1 0,-1 0 0,1-1 0,0 1 0,-1-1 0,1-1 0,0 1 0,0-1 0,0 0 0,1-1 0,6 0 0,-3 1-119,-3-1 182,-1 0 0,1 0 1,8-1-1,-14 1-135,1 0 1,-1-1 0,1 1-1,-1-1 1,0 1 0,1-1-1,-1 1 1,0-1-1,1 0 1,-1 1 0,0-1-1,0 0 1,0 0 0,0 0-1,0 0 1,0 0-1,0 0 1,0-1 0,0 1-1,1-2 1,1-6-6755</inkml:trace>
</inkml:ink>
</file>

<file path=ppt/ink/ink2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5:38.0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10 24575,'-12'-10'0,"12"10"0,0 1 0,0-1 0,0 0 0,0 0 0,0 0 0,0 0 0,-1 0 0,1 0 0,0 0 0,0 0 0,0 0 0,0 0 0,0 0 0,0 0 0,0 0 0,0 1 0,0-1 0,-1 0 0,1 0 0,0 0 0,0 0 0,0 0 0,0 0 0,0 1 0,0-1 0,0 0 0,0 0 0,0 0 0,0 0 0,0 0 0,0 0 0,0 1 0,0-1 0,0 0 0,0 0 0,0 0 0,0 0 0,0 0 0,0 0 0,0 1 0,0-1 0,0 0 0,0 0 0,0 0 0,1 0 0,-1 0 0,0 1 0,11 26 0,-7-18 0,13 31 0,-1 0 0,37 66 0,-49-94 120,-4-10-322,-5-7-1081</inkml:trace>
</inkml:ink>
</file>

<file path=ppt/ink/ink2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5:38.5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22 24575,'32'-5'0,"86"-11"0,-105 15 0,-1 1 0,1 0 0,-1 1 0,0 1 0,1 0 0,-1 0 0,17 7 0,-27-9 0,0 1 0,0 0 0,0 0 0,0 0 0,0 0 0,0 0 0,0 0 0,-1 0 0,1 1 0,0-1 0,-1 1 0,1-1 0,-1 1 0,1 0 0,-1-1 0,0 1 0,0 0 0,0 0 0,2 4 0,-3-3 0,1 0 0,-1 0 0,0 0 0,0 0 0,0 1 0,0-1 0,0 0 0,-1 0 0,1 0 0,-1 0 0,0 0 0,0 0 0,-2 4 0,-1 4 0,0 1 0,0-1 0,2 1 0,-1 0 0,1 0 0,1 0 0,0 0 0,1 0 0,0 1 0,3 14 0,1-7 0,0-1 0,1 0 0,1 0 0,1-1 0,14 29 0,-9-25 0,15 33 0,-25-49 0,1 1 0,-1-1 0,0 1 0,-1-1 0,1 1 0,-1 9 0,-1-14 5,1 0 0,-1-1 0,-1 1 0,1-1 0,0 1 0,0 0 0,-1-1 0,1 1 0,0-1 0,-1 1 0,0-1 0,1 1 0,-1-1 0,0 1 0,0-1 0,0 0 0,0 1 0,0-1 0,0 0 0,0 0 0,0 0 0,0 0 0,-2 1 0,0 0-154,0-1 1,-1 1-1,1-1 1,0 0-1,0 0 1,-1-1-1,1 1 1,0-1-1,-7 1 1,-3-1-6678</inkml:trace>
</inkml:ink>
</file>

<file path=ppt/ink/ink3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5:41.0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158 1 24575,'57'12'0,"-36"-8"0,24 8 0,-75-11 0,-52 0 0,-60-3 0,128 0-1365,2-1-5461</inkml:trace>
</inkml:ink>
</file>

<file path=ppt/ink/ink3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5:41.3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244 63 24575,'-19'-12'0,"-10"-4"0,-1 0 0,3 6 0,5 5 0,3 2 0,2 3 0,3 3 0,0 1 0,0 0 0,0 2 0,1 0 0,1-1-8191</inkml:trace>
</inkml:ink>
</file>

<file path=ppt/ink/ink3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5:42.8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 63 24575,'-6'-6'0,"0"1"0,0-1 0,0 1 0,-1 0 0,-13-6 0,20 10 0,0 1 0,0 0 0,-1 0 0,1 0 0,0 0 0,0-1 0,-1 1 0,1 0 0,0 0 0,0 0 0,-1 0 0,1 0 0,0 0 0,0 0 0,-1 0 0,1 0 0,0 0 0,-1 0 0,1 0 0,0 0 0,0 0 0,-1 0 0,1 0 0,0 0 0,0 0 0,-1 1 0,1-1 0,0 0 0,0 0 0,-1 0 0,1 0 0,0 0 0,0 1 0,-1-1 0,0 11 0,7 13 0,5-1 0,1 0 0,0 0 0,2-2 0,20 26 0,-7-9 0,-24-34 0,0 0 0,0 0 0,0 0 0,0 0 0,1 0 0,6 4 0,-10-8 0,1 0 0,-1 1 0,1-1 0,-1 0 0,1 1 0,0-1 0,-1 0 0,1 0 0,-1 0 0,1 0 0,0 0 0,-1 1 0,1-1 0,0 0 0,-1 0 0,1 0 0,0-1 0,-1 1 0,1 0 0,-1 0 0,1 0 0,1-1 0,-1 0 0,0 1 0,0-1 0,0 0 0,0 0 0,0-1 0,-1 1 0,1 0 0,0 0 0,0 0 0,-1 0 0,1-1 0,-1 1 0,1 0 0,-1-1 0,1 0 0,1-6 0,-1 1 0,0-1 0,0 1 0,-1-1 0,-1-12 0,1 12 0,0 1 0,0-1 0,0 1 0,1-1 0,2-7 0,-3 15 0,0 0 0,0-1 0,0 1 0,0-1 0,1 1 0,-1 0 0,0-1 0,0 1 0,1 0 0,-1-1 0,0 1 0,1 0 0,-1-1 0,0 1 0,1 0 0,-1 0 0,0 0 0,1-1 0,-1 1 0,0 0 0,1 0 0,-1 0 0,1 0 0,-1 0 0,1-1 0,-1 1 0,0 0 0,1 0 0,-1 0 0,1 0 0,-1 0 0,0 0 0,1 1 0,-1-1 0,1 0 0,-1 0 0,1 0 0,-1 0 0,0 0 0,1 1 0,-1-1 0,0 0 0,1 0 0,-1 0 0,0 1 0,1-1 0,-1 0 0,1 1 0,20 17 0,-17-14 0,10 8 0,5 6 0,2-1 0,24 16 0,-39-29 0,1 0 0,0-1 0,0 1 0,0-1 0,0-1 0,1 1 0,-1-1 0,1 0 0,0-1 0,-1 0 0,15 0 0,-20-1 0,0 0 0,-1 0 0,1 0 0,0 0 0,0 0 0,-1-1 0,1 1 0,-1 0 0,1-1 0,0 0 0,-1 1 0,1-1 0,-1 0 0,1 0 0,-1 0 0,0 0 0,1 0 0,-1 0 0,0 0 0,1 0 0,-1 0 0,0-1 0,0 1 0,0 0 0,0-1 0,-1 1 0,1-1 0,0 1 0,-1-1 0,1 0 0,0 1 0,-1-1 0,0 1 0,1-1 0,-1 0 0,0 0 0,0 1 0,0-1 0,0 0 0,0 1 0,-1-1 0,1-1 0,-2-6 0,0 0 0,0 1 0,-1-1 0,0 1 0,0 0 0,-9-14 0,0 0-120,1 3-129,-1-1 0,0 2 0,-1 0 0,-20-21 0,24 29-6577</inkml:trace>
</inkml:ink>
</file>

<file path=ppt/ink/ink3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5:43.5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224 88 24575,'-9'-6'0,"-70"-41"0,67 40 0,-1 1 0,-1 0 0,1 2 0,-18-5 0,29 8 0,0 1 0,-1-1 0,1 1 0,0 0 0,0 0 0,0-1 0,-1 2 0,1-1 0,0 0 0,0 0 0,0 1 0,-1-1 0,1 1 0,0 0 0,-3 1 0,4-1 0,0 0 0,-1 0 0,1 0 0,0 0 0,0 1 0,0-1 0,0 0 0,1 1 0,-1-1 0,0 1 0,0-1 0,1 0 0,-1 1 0,1 0 0,-1-1 0,1 1 0,0-1 0,0 1 0,0-1 0,0 1 0,0 2 0,0 4 0,0 0 0,1-1 0,0 1 0,1-1 0,-1 1 0,2-1 0,-1 0 0,7 14 0,-1-6 0,2 0 0,20 25 0,3 3 0,36 58 0,-62-86 0,0 1 0,-1-1 0,-1 1 0,0 0 0,-1 0 0,2 20 0,-4-20 0,1 1 0,1-1 0,0 0 0,2 0 0,0 0 0,9 17 0,-10-24 0,0 0 0,0-1 0,2 0 0,6 8 0,-11-13 0,1-1 0,0 0 0,-1 0 0,1 0 0,0 0 0,0-1 0,0 1 0,0-1 0,0 0 0,0 0 0,1 0 0,-1 0 0,0 0 0,1-1 0,-1 1 0,4-1 0,-1 0-72,5 1 122,0-1 1,0-1-1,12-1 0,-20 1-138,0 1 1,-1-1-1,1 0 0,0 0 0,0 0 0,-1 0 0,1-1 0,-1 1 0,1-1 0,-1 1 0,1-1 0,-1 0 1,0 0-1,0 0 0,0 0 0,3-4 0,1-5-6738</inkml:trace>
</inkml:ink>
</file>

<file path=ppt/ink/ink3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5:43.9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113 102 24575,'-6'-3'0,"0"-2"0,-1 1 0,0 0 0,1 0 0,-1 1 0,-1 0 0,1 0 0,0 0 0,-1 1 0,-13-2 0,20 4 0,0 0 0,0-1 0,1 1 0,-1 0 0,0 0 0,0 1 0,0-1 0,0 0 0,0 0 0,1 0 0,-1 0 0,0 1 0,0-1 0,0 0 0,1 1 0,-1-1 0,0 1 0,0-1 0,1 1 0,-1-1 0,0 1 0,1 0 0,-1-1 0,0 2 0,0-1 0,1 1 0,-1-1 0,1 0 0,0 1 0,0-1 0,0 0 0,0 0 0,0 1 0,0-1 0,0 0 0,0 1 0,0-1 0,0 0 0,1 3 0,2 2 0,-1 1 0,1-1 0,0 1 0,8 10 0,-3-4 0,2-1 0,0 0 0,0 0 0,1-1 0,0-1 0,16 11 0,-21-16 0,0-1 0,1 0 0,-1 0 0,1-1 0,0 0 0,0 0 0,0-1 0,1 0 0,-1 0 0,0-1 0,1 0 0,-1 0 0,1-1 0,12 0 0,-18 0 0,-1 0 0,0 0 0,1-1 0,-1 1 0,0-1 0,0 1 0,1 0 0,-1-1 0,0 0 0,0 1 0,0-1 0,0 0 0,0 0 0,0 1 0,0-1 0,0 0 0,0 0 0,0 0 0,0 0 0,0 0 0,0-2 0,0 1 0,0-1 0,0 1 0,0-1 0,0 0 0,-1 1 0,1-1 0,-1 0 0,0 0 0,0-4 0,-1-3 0,0 0 0,0 0 0,-2 0 0,-4-15 0,3 14 0,-1 1 0,0-1 0,-1 1 0,0 0 0,-1 0 0,0 1 0,0 0 0,-1 0 0,0 1 0,-1 0 0,0 0 0,0 1 0,0 0 0,-12-6 0,18 11-76,-1 0 1,1 1-1,-1 0 0,1 0 0,0 0 0,-1 0 0,0 0 0,1 1 1,-1 0-1,1-1 0,-1 1 0,0 0 0,1 1 0,-1-1 1,1 1-1,-1 0 0,-3 1 0,-2 1-6750</inkml:trace>
</inkml:ink>
</file>

<file path=ppt/ink/ink3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5:44.5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 24575,'20'-5'0,"0"1"0,0 1 0,0 1 0,33 1 0,-47 1 0,0 1 0,-1 0 0,1 0 0,-1 0 0,1 1 0,-1 0 0,0 0 0,1 0 0,5 4 0,-8-4 0,0 1 0,1 0 0,-1-1 0,-1 1 0,1 0 0,0 0 0,-1 1 0,1-1 0,-1 0 0,0 1 0,0 0 0,0-1 0,-1 1 0,2 5 0,1 7 0,-1 0 0,0 0 0,-1 0 0,-1 0 0,-1 20 0,1 24 0,0-53 0,0 1 0,1-1 0,-1 0 0,1 0 0,1 1 0,-1-1 0,1-1 0,4 8 0,3 3 0,22 25 0,-9-12 0,-17-22 0,0 1 0,-1 0 0,0 1 0,0-1 0,-1 1 0,0 0 0,4 18 0,-7-24 0,0-1 0,-1 1 0,1 0 0,-1-1 0,0 1 0,0-1 0,0 1 0,-1 0 0,1-1 0,-1 1 0,0-1 0,0 1 0,0-1 0,-1 1 0,1-1 0,-1 0 0,0 0 0,1 0 0,-2 0 0,1 0 0,0 0 0,0 0 0,-1-1 0,0 1 0,1-1 0,-5 3 0,-10 6-273,0-2 0,0 0 0,-1 0 0,-29 8 0,37-14-6553</inkml:trace>
</inkml:ink>
</file>

<file path=ppt/ink/ink3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5:45.7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23 24575,'-21'-14'0,"6"5"0,28 18 0,52 37 0,10 8 0,96 52 0,-164-102 0,-5-3 0,0 0 0,0 1 0,1-1 0,-1 0 0,1 0 0,-1 0 0,1-1 0,-1 1 0,5 0 0,-5-3-1365</inkml:trace>
</inkml:ink>
</file>

<file path=ppt/ink/ink3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5:45.9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181 0 24575,'-17'2'0,"2"-1"0,0 1 0,0 0 0,0 1 0,-18 7 0,30-9 0,0 0 0,0 0 0,0 1 0,0-1 0,0 1 0,0 0 0,0-1 0,1 1 0,-1 1 0,1-1 0,0 0 0,0 1 0,-1-1 0,1 1 0,1-1 0,-1 1 0,0 0 0,1 0 0,-1 0 0,1 0 0,0 0 0,0 0 0,0 0 0,1 1 0,-1 4 0,1 40-11,1-41-102,0 0 0,-1 0 0,0 0 1,0 0-1,-1 0 0,0 0 0,0 0 0,0 0 0,-1 0 1,0-1-1,-4 10 0,1-7-6713</inkml:trace>
</inkml:ink>
</file>

<file path=ppt/ink/ink3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5:46.7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302 45 24575,'-58'-15'0,"0"3"0,-73-5 0,128 16 0,-1 1 0,1 0 0,0 0 0,0 1 0,-1-1 0,1 1 0,0-1 0,0 1 0,0 0 0,-6 2 0,8-2 0,0 0 0,0 0 0,0-1 0,0 1 0,0 0 0,0 0 0,1 0 0,-1 0 0,0 0 0,0 0 0,1 0 0,-1 0 0,1 1 0,-1-1 0,1 0 0,-1 0 0,1 0 0,0 1 0,-1-1 0,1 0 0,0 0 0,0 1 0,0-1 0,0 0 0,0 1 0,1-1 0,-1 0 0,0 0 0,0 1 0,1 0 0,1 4 0,1 0 0,-1 0 0,1 0 0,0-1 0,1 1 0,0-1 0,4 5 0,13 22 0,-10-11 0,-1 1 0,-2 1 0,0-1 0,-1 1 0,7 46 0,-8-31 0,16 61 0,-18-86 0,1-1 0,0 0 0,0 1 0,1-2 0,1 1 0,0-1 0,0 0 0,14 15 0,-14-20 0,-1 0 0,1-1 0,0 1 0,1-2 0,-1 1 0,1-1 0,0 0 0,0 0 0,1-1 0,-1 0 0,11 2 0,-16-5-42,-1 0-1,0 0 0,0 0 1,0-1-1,0 1 0,0-1 1,0 1-1,0-1 0,0 1 1,0-1-1,0 0 0,0 0 1,0 0-1,-1 0 0,1 0 1,0 0-1,-1-1 0,1 1 1,-1-1-1,1 1 0,-1-1 1,0 1-1,1-1 0,-1 0 1,0 0-1,0 1 0,0-1 1,0 0-1,-1 0 0,1 0 1,0-4-1,1-4-6783</inkml:trace>
</inkml:ink>
</file>

<file path=ppt/ink/ink3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5:47.0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0 24575,'-2'5'0,"-1"4"0,0 3 0,0 2 0,1 1 0,4 0 0,0 0 0,4 1 0,-1-1 0,3 0 0,1-1 0,0 1 0,1-3 0,-2-1 0,1-2 0,-2-5 0</inkml:trace>
</inkml:ink>
</file>

<file path=ppt/ink/ink3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5:47.6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67 24575,'15'-7'0,"109"-38"0,-111 41 0,0 1 0,0 0 0,1 1 0,-1 1 0,1 0 0,-1 1 0,22 2 0,-28-1 0,0 1 0,1-1 0,-1 1 0,0 0 0,0 1 0,0 0 0,8 5 0,-14-7 0,0-1 0,-1 1 0,1 0 0,-1 0 0,1 0 0,-1 0 0,1 0 0,-1-1 0,1 1 0,-1 0 0,0 0 0,1 0 0,-1 0 0,0 0 0,0 0 0,0 0 0,0 0 0,0 0 0,0 1 0,0-1 0,0 0 0,-1 1 0,-9 28 0,5-14 0,2-5 0,2 0 0,-1 0 0,1 0 0,1 0 0,0-1 0,1 1 0,3 21 0,-1-18 0,1 1 0,1-1 0,0 0 0,1-1 0,10 17 0,9 15 0,-2-6 0,20 47 0,-40-79 0,-1 0 0,0 0 0,0 0 0,-1 0 0,1 0 0,-2 0 0,1 0 0,-1 0 0,-1 9 0,1-13 0,0 0 0,-1 0 0,1 0 0,-1-1 0,0 1 0,0 0 0,0 0 0,0-1 0,-1 1 0,1 0 0,0-1 0,-1 1 0,0-1 0,0 0 0,0 0 0,0 0 0,0 0 0,0 0 0,0 0 0,-1 0 0,1 0 0,-1-1 0,1 0 0,-5 2 0,-22 6-1365,16-5-5461</inkml:trace>
</inkml:ink>
</file>

<file path=ppt/ink/ink3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5:48.0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24575,'3'0'0,"0"3"0,3 3 0,-1 5 0,3 3 0,1 5 0,0 1 0,0 0 0,2 1 0,1 0 0,-2-2 0,1 1 0,0 0 0,-2-1 0,1-4 0,-2-2 0,0-1 0,-1-2-8191</inkml:trace>
</inkml:ink>
</file>

<file path=ppt/ink/ink3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5:48.2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205 0 24575,'-27'3'0,"-11"0"0,-2 3 0,1-1 0,5 3 0,8-1-8191</inkml:trace>
</inkml:ink>
</file>

<file path=ppt/ink/ink3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5:49.7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10 139 24575,'-10'-8'0,"13"15"0,13 18 0,-14-23 0,106 140 0,-108-141 0,1 0 0,-1-1 0,1 1 0,0 0 0,-1-1 0,1 1 0,0 0 0,-1-1 0,1 1 0,0-1 0,0 1 0,-1-1 0,1 0 0,0 1 0,0-1 0,0 0 0,0 1 0,0-1 0,1 0 0,-1 0 0,-1 0 0,0-1 0,1 1 0,-1-1 0,1 1 0,-1-1 0,0 1 0,1-1 0,-1 1 0,0-1 0,0 1 0,1-1 0,-1 1 0,0-1 0,0 1 0,0-1 0,1 1 0,-1-1 0,0 0 0,0 1 0,0-1 0,0 1 0,0-1 0,0 0 0,-1 1 0,1-1 0,0 1 0,0-1 0,0 1 0,-1-2 0,-2-15 0,1 11 0,1 1 0,0 0 0,0-1 0,0 1 0,1-1 0,0 1 0,0-1 0,0 1 0,1-1 0,1-5 0,-2 10 0,0 1 0,1-1 0,-1 1 0,1-1 0,-1 1 0,1-1 0,-1 1 0,1 0 0,-1-1 0,1 1 0,-1 0 0,1-1 0,-1 1 0,1 0 0,-1 0 0,1-1 0,0 1 0,-1 0 0,1 0 0,-1 0 0,1 0 0,0 0 0,-1 0 0,1 0 0,0 0 0,-1 0 0,1 0 0,-1 0 0,1 0 0,0 0 0,-1 1 0,1-1 0,-1 0 0,1 0 0,0 1 0,-1-1 0,2 1 0,24 16 0,-22-13 0,24 17 0,-12-9 0,24 15 0,-35-24 0,1-1 0,-1 1 0,0-1 0,1 0 0,0 0 0,-1-1 0,1 1 0,0-1 0,8 0 0,-13-1 0,1 0 0,0 0 0,0 0 0,-1 0 0,1-1 0,0 1 0,-1 0 0,1-1 0,0 0 0,-1 1 0,1-1 0,-1 0 0,1 1 0,-1-1 0,1 0 0,-1 0 0,0 0 0,3-3 0,-2 2 0,-1 0 0,0 0 0,1-1 0,-1 1 0,0 0 0,0-1 0,0 1 0,0-1 0,-1 1 0,1-1 0,-1-3 0,1-4 0,-1 1 0,0-1 0,-1 0 0,0 0 0,-4-15 0,-2-3 60,-16-43 0,19 62-246,0-1 1,0 1-1,-1 0 0,-1 0 1,0 1-1,0-1 1,-14-13-1,10 13-6640</inkml:trace>
</inkml:ink>
</file>

<file path=ppt/ink/ink3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5:50.4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265 66 24575,'-30'-13'0,"-59"-22"0,76 31 0,1 0 0,0 1 0,-1 1 0,1 0 0,-18 0 0,28 2 0,0 0 0,0 0 0,0 0 0,0 0 0,0 1 0,0-1 0,0 0 0,0 1 0,0-1 0,0 1 0,0 0 0,0 0 0,0 0 0,0 0 0,1 0 0,-1 0 0,0 0 0,1 1 0,-1-1 0,1 1 0,-1-1 0,1 1 0,0-1 0,-2 4 0,1-1 0,1-1 0,0 1 0,0 0 0,0 0 0,1 0 0,-1-1 0,1 1 0,0 0 0,0 0 0,0 0 0,2 8 0,-1-6 0,1 0 0,0 1 0,0-1 0,1 0 0,-1 0 0,1-1 0,0 1 0,7 8 0,37 41 0,-19-23 0,-5-5 0,26 41 0,-43-57 0,0 0 0,0 1 0,-1-1 0,0 1 0,-1 0 0,-1 1 0,3 16 0,-4-10 0,-1 32 0,0 3 0,-1-52 0,0 1 0,1 0 0,-1 0 0,1-1 0,0 1 0,0-1 0,0 1 0,0 0 0,0-1 0,1 0 0,-1 1 0,1-1 0,-1 0 0,1 0 0,2 3 0,-1-2 0,1-1 0,-1 1 0,0-1 0,1 0 0,0 0 0,-1 0 0,1-1 0,0 1 0,5 0 0,6 1 0,1 0 0,-1-2 0,1 1 0,18-3 0,-32 1 0,2 0 17,0 0 0,-1 0 1,1 0-1,0-1 0,-1 0 0,8-2 0,-9 2-104,-1 0-1,1 0 1,-1 1 0,1-1-1,-1-1 1,1 1 0,-1 0-1,0 0 1,1 0-1,-1-1 1,0 1 0,0 0-1,0-1 1,0 1 0,0-1-1,0-2 1,3-7-6739</inkml:trace>
</inkml:ink>
</file>

<file path=ppt/ink/ink3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5:50.6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24575,'2'13'0,"1"5"0,3 6 0,2 1 0,3 1 0,-1-2 0,0-2 0,2 0 0,0-1 0,1-2 0,-1-2 0,-2-3 0,-1-2 0,0-3 0</inkml:trace>
</inkml:ink>
</file>

<file path=ppt/ink/ink3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5:51.3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31 24575,'18'-3'0,"44"-8"0,123-5 0,-184 16 0,-1-1 0,1 1 0,-1 0 0,1 0 0,-1 0 0,0 0 0,1 0 0,-1 0 0,1 0 0,-1 1 0,1-1 0,-1 0 0,0 0 0,1 0 0,-1 0 0,1 0 0,-1 1 0,0-1 0,1 0 0,-1 0 0,0 1 0,1-1 0,-1 0 0,0 0 0,1 1 0,-1-1 0,0 0 0,0 1 0,1-1 0,-1 0 0,0 1 0,0-1 0,0 1 0,1-1 0,-1 0 0,0 1 0,0-1 0,0 1 0,0-1 0,0 1 0,0 0 0,-7 19 0,3-7 0,2-6 0,1 1 0,0 0 0,0 0 0,1 0 0,0 0 0,1 0 0,0-1 0,0 1 0,1 0 0,4 14 0,4 5 0,23 43 0,-22-49 0,18 35 0,3-2 0,38 51 0,-69-103 0,1 0 0,-1 0 0,1 1 0,-1-1 0,0 0 0,0 1 0,0-1 0,0 0 0,-1 1 0,1-1 0,-1 1 0,1 3 0,-1-5 0,0 0 0,0 0 0,0 1 0,-1-1 0,1 0 0,0 0 0,-1 0 0,1 0 0,-1 0 0,1 0 0,-1 0 0,0-1 0,1 1 0,-1 0 0,0 0 0,1 0 0,-1-1 0,0 1 0,0 0 0,0-1 0,0 1 0,0 0 0,0-1 0,0 1 0,0-1 0,0 0 0,0 1 0,0-1 0,0 0 0,0 0 0,-1 1 0,-33 5-682,-51 2-1,69-7-6143</inkml:trace>
</inkml:ink>
</file>

<file path=ppt/ink/ink3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5:51.9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10 24575,'-3'-5'0,"0"1"0,-2 3 0,-4 2 0</inkml:trace>
</inkml:ink>
</file>

<file path=ppt/ink/ink3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5:52.3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24575,'9'10'0,"9"5"0,4 4 0,2-1 0,0 1 0,1-2 0,-1 0 0,-3-1 0,0-1 0,0 0 0,-3-4 0,0 1 0,-2-1 0,-1-2 0,-1 0 0,1-1 0,-1 0 0,-3-1-8191</inkml:trace>
</inkml:ink>
</file>

<file path=ppt/ink/ink3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5:52.5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140 1 24575,'-13'5'0,"-5"4"0,-1 3 0,3 4 0,2 2 0,4 0 0,3 0 0,0-1 0,2 0 0,-2 0 0,2 2 0,-2-4 0,1-2 0,1-2-8191</inkml:trace>
</inkml:ink>
</file>

<file path=ppt/ink/ink3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5:53.9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232 15 24575,'-38'-4'0,"-1"-1"0,-73 0 0,110 5 0,0 0 0,0 0 0,0 0 0,0 0 0,0 1 0,1-1 0,-1 1 0,0-1 0,0 1 0,0 0 0,0 0 0,0 0 0,1 0 0,-1 0 0,1 0 0,-1 0 0,0 0 0,1 1 0,-2 1 0,2-1 0,0 0 0,1-1 0,-1 1 0,0 0 0,1-1 0,0 1 0,-1 0 0,1-1 0,0 1 0,0 0 0,0 0 0,0 0 0,0-1 0,0 1 0,1 0 0,-1 0 0,0-1 0,1 1 0,0 0 0,-1-1 0,2 3 0,34 65 0,-25-50 0,0 0 0,-2 0 0,9 27 0,-10-16 0,-2 0 0,-1 1 0,-1-1 0,-2 1 0,-1 38 0,-1-64 0,0 0 0,0-1 0,1 1 0,-1 0 0,1-1 0,0 1 0,1 0 0,-1-1 0,1 1 0,0-1 0,0 0 0,0 0 0,1 0 0,0 0 0,-1 0 0,1 0 0,0 0 0,7 5 0,-4-5 0,0 1 0,1-1 0,0 0 0,0 0 0,0-1 0,0 0 0,0 0 0,1-1 0,-1 0 0,15 2 0,-8-2-1365,-2-1-5461</inkml:trace>
</inkml:ink>
</file>

<file path=ppt/ink/ink3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5:54.4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0 104 24575,'7'-12'0,"1"-1"0,1 2 0,14-18 0,-20 25 0,1 1 0,-1 0 0,1-1 0,0 1 0,0 0 0,0 1 0,0-1 0,0 1 0,1 0 0,-1 0 0,1 0 0,0 1 0,-1-1 0,7 0 0,-9 2 0,0 0 0,0 0 0,1 0 0,-1 0 0,0 0 0,0 0 0,0 0 0,0 1 0,0-1 0,0 1 0,0 0 0,0-1 0,0 1 0,0 0 0,0 0 0,-1 0 0,1 0 0,0 1 0,3 2 0,-3-2 0,-1 1 0,1 0 0,0-1 0,-1 1 0,1 0 0,-1 0 0,0 0 0,0 0 0,0 0 0,0 0 0,0 0 0,-1 4 0,1 1 0,0 1 0,-1 0 0,-1 0 0,0-1 0,0 1 0,0 0 0,-1-1 0,-5 15 0,-4 0 0,8-17 0,-1 1 0,1 1 0,0-1 0,1 0 0,-2 10 0,4-16 0,0 0 0,-1 0 0,1 0 0,1 0 0,-1 0 0,0 0 0,0-1 0,0 1 0,0 0 0,0 0 0,1 0 0,-1 0 0,0-1 0,1 1 0,-1 0 0,1 0 0,-1-1 0,1 1 0,-1 0 0,1-1 0,-1 1 0,1 0 0,1 0 0,-1 0 0,1 0 0,0 0 0,0 0 0,0 0 0,0-1 0,0 1 0,0 0 0,0-1 0,4 1 0,0-1 0,0 1 0,0-1 0,1-1 0,-1 1 0,12-3 0,7-5-682,26-12-1,-39 15-6143</inkml:trace>
</inkml:ink>
</file>

<file path=ppt/ink/ink3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5:55.0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44 24575,'16'-9'0,"0"1"0,25-9 0,-35 15 0,-1 0 0,0 0 0,1 1 0,-1 0 0,1 0 0,-1 1 0,1 0 0,-1-1 0,1 2 0,0-1 0,-1 1 0,9 2 0,-12-3 0,0 1 0,-1 0 0,1 1 0,0-1 0,0 0 0,0 0 0,-1 1 0,1-1 0,-1 1 0,1 0 0,-1-1 0,2 4 0,15 26 0,-10-15 0,6 12 0,-1 0 0,-2 1 0,12 41 0,-8-21 0,2-5 0,25 46 0,-11-25 0,-19-41 0,-9-18 0,0-1 0,0 1 0,0 0 0,0 0 0,-1 1 0,2 11 0,-4-16 2,0-1 1,0 0-1,0 1 0,0-1 0,0 1 0,0-1 0,-1 0 1,1 1-1,-1-1 0,1 0 0,-1 0 0,1 1 0,-1-1 0,0 0 1,0 0-1,0 0 0,1 0 0,-1 0 0,0 0 0,0 0 1,0 0-1,-1 0 0,1 0 0,0-1 0,0 1 0,0 0 0,-1-1 1,-1 2-1,-4 0-103,-1 1 0,0-1 0,-14 2 0,6-1-923,4 0-5802</inkml:trace>
</inkml:ink>
</file>

<file path=ppt/ink/ink3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5:55.6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1 24575,'-2'5'0,"-1"4"0,-1 3 0,4 1 0,2 2 0,2 3 0,4 1 0,0-1 0,1 0 0,-1-2 0,1 0 0,1-1 0,-1 0 0,1-1 0,0 1 0,2-3 0,-2-4-8191</inkml:trace>
</inkml:ink>
</file>

<file path=ppt/ink/ink3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5:55.8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263 12 24575,'-30'-5'0,"-12"1"0,-1 1 0,2 4 0,5 1 0,6 1 0,7 1 0,6 2-8191</inkml:trace>
</inkml:ink>
</file>

<file path=ppt/ink/ink3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5:56.6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84 24575,'0'10'0,"1"1"0,-1-1 0,2 1 0,4 17 0,-5-22 0,2 0 0,-1 0 0,1-1 0,0 0 0,0 1 0,0-1 0,1 0 0,0 0 0,6 6 0,-3-4 0,3 3 0,-1 0 0,1-1 0,1-1 0,12 9 0,-20-16 0,0 1 0,0-1 0,0 0 0,0 1 0,0-1 0,0-1 0,0 1 0,0 0 0,6 0 0,-7-1 0,0-1 0,0 1 0,1 0 0,-1-1 0,0 1 0,0-1 0,0 1 0,-1-1 0,1 0 0,0 0 0,0 0 0,0 0 0,0 0 0,-1 0 0,1-1 0,2-2 0,-2 2 0,-1 0 0,1 0 0,0 0 0,-1-1 0,1 1 0,-1 0 0,0-1 0,0 0 0,0 1 0,0-1 0,0 1 0,0-5 0,1-34 0,-2 18 0,0 22 0,0 1 0,0-1 0,0 1 0,0-1 0,0 1 0,0-1 0,0 1 0,0-1 0,0 1 0,0-1 0,1 1 0,-1-1 0,0 1 0,0-1 0,1 1 0,-1-1 0,0 1 0,1-1 0,-1 1 0,0 0 0,1-1 0,-1 1 0,1-1 0,-1 1 0,1 0 0,-1 0 0,0-1 0,1 1 0,-1 0 0,1 0 0,0 0 0,-1-1 0,1 1 0,-1 0 0,1 0 0,-1 0 0,1 0 0,-1 0 0,1 0 0,-1 0 0,1 0 0,-1 0 0,1 0 0,-1 1 0,1-1 0,0 0 0,-1 0 0,1 0 0,0 1 0,4 1 0,0 0 0,1 1 0,7 5 0,-8-5 0,15 9 0,36 15 0,-50-24 0,0-1 0,0 0 0,0 0 0,0-1 0,0 0 0,0 0 0,0 0 0,0-1 0,0 0 0,0 0 0,12-2 0,-16 1 0,0 1 0,0-1 0,0 0 0,1 1 0,-1-1 0,0 0 0,0 0 0,0-1 0,-1 1 0,1 0 0,0-1 0,0 1 0,-1-1 0,1 0 0,-1 1 0,1-1 0,-1 0 0,2-3 0,-2 3 0,0-1 0,0 0 0,0-1 0,0 1 0,-1 0 0,1 0 0,-1 0 0,0 0 0,0-1 0,0 1 0,-1-5 0,-1-3 0,-1 1 0,0 0 0,0 0 0,-1 0 0,0 0 0,-10-15 0,10 19-114,0 0 1,0 0-1,-1 1 0,0 0 0,0 0 1,0 0-1,0 0 0,-1 1 0,0 0 1,0 0-1,-12-6 0,3 4-6712</inkml:trace>
</inkml:ink>
</file>

<file path=ppt/ink/ink3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5:57.4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188 46 24575,'-14'-9'0,"-1"2"0,0 0 0,-17-6 0,26 11 0,-1 0 0,1 0 0,-1 1 0,1 0 0,-1 0 0,1 1 0,-1-1 0,0 1 0,1 1 0,-11 1 0,15-1 0,1-1 0,-1 0 0,1 1 0,-1-1 0,1 1 0,0 0 0,-1-1 0,1 1 0,0 0 0,-1 0 0,1 0 0,0 0 0,0 0 0,0 0 0,0 0 0,0 0 0,0 1 0,0-1 0,0 0 0,1 1 0,-1-1 0,0 0 0,1 1 0,-1-1 0,1 1 0,0-1 0,-1 1 0,1-1 0,0 1 0,0-1 0,0 1 0,0-1 0,0 1 0,1 2 0,0 5 0,1 1 0,1-1 0,0-1 0,6 15 0,-4-12 0,51 141 0,12 30 0,-62-167 0,-3-7 0,0 0 0,0 0 0,1 0 0,0-1 0,0 0 0,1 0 0,8 11 0,-11-17 0,0 0 0,0 0 0,0 0 0,0 0 0,0-1 0,0 1 0,0 0 0,0-1 0,0 1 0,0-1 0,0 0 0,0 0 0,0 0 0,0 0 0,0 0 0,0 0 0,1-1 0,-1 1 0,0-1 0,0 1 0,0-1 0,3-1 0,6-3 0,0 0 0,17-12 0,-19 12 0,3-4-1365,-2 2-5461</inkml:trace>
</inkml:ink>
</file>

<file path=ppt/ink/ink3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5:58.7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39 24575,'3'-3'0,"0"-1"0,1 1 0,0-1 0,0 1 0,0 1 0,0-1 0,1 1 0,-1-1 0,1 1 0,-1 0 0,1 1 0,0-1 0,-1 1 0,1 0 0,0 0 0,0 0 0,0 1 0,0 0 0,0 0 0,0 0 0,8 2 0,37 2 0,-49-4 0,0 1 0,0-1 0,0 1 0,0-1 0,0 1 0,0-1 0,0 1 0,0-1 0,0 1 0,0 0 0,-1 0 0,1-1 0,0 1 0,-1 0 0,1 0 0,0 0 0,-1 0 0,1 0 0,-1 0 0,1-1 0,-1 1 0,0 1 0,1-1 0,-1 0 0,0 0 0,1 2 0,0 4 0,-1 1 0,1 15 0,-1-4 0,3 2 0,2-1 0,0 1 0,1-1 0,13 30 0,43 75 0,-27-59 0,-22-41 0,-7-16 0,-2 0 0,1 0 0,-1 0 0,0 0 0,-1 0 0,4 19 0,-7-26 0,0-1 0,0 1 0,0 0 0,0-1 0,0 1 0,0-1 0,0 1 0,-1 0 0,1-1 0,-1 1 0,1-1 0,-1 1 0,0-1 0,0 1 0,1-1 0,-1 0 0,0 1 0,0-1 0,0 0 0,0 0 0,-1 1 0,1-1 0,0 0 0,0 0 0,-1 0 0,1-1 0,-1 1 0,1 0 0,-1 0 0,1-1 0,-1 1 0,1-1 0,-1 1 0,1-1 0,-4 0 0,-6 2 0,-1-1 0,1 0 0,0-1 0,-14-2 0,8 1 0,-19 0-1365,19 1-5461</inkml:trace>
</inkml:ink>
</file>

<file path=ppt/ink/ink3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5:59.5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73 24575,'-2'-4'0,"0"0"0,0 0 0,0-1 0,-6-5 0,6 7 0,0 1 0,0-1 0,0 0 0,0 0 0,1 0 0,-1 0 0,1 0 0,-2-6 0,3 8 0,0 1 0,0-1 0,0 1 0,1-1 0,-1 0 0,0 1 0,0-1 0,0 1 0,0-1 0,1 1 0,-1-1 0,0 1 0,0-1 0,1 1 0,-1-1 0,1 1 0,-1-1 0,0 1 0,1 0 0,-1-1 0,1 1 0,-1-1 0,1 1 0,-1 0 0,1 0 0,-1-1 0,1 1 0,-1 0 0,1 0 0,-1 0 0,1-1 0,-1 1 0,1 0 0,0 0 0,-1 0 0,1 0 0,-1 0 0,1 0 0,0 0 0,-1 0 0,2 1 0,24 3 0,-4 4 0,-1 2 0,0 0 0,-1 1 0,0 1 0,23 19 0,17 10 0,131 73 0,-135-80 0,-56-34-49,1 1 1,-1-1-1,0 0 0,1 0 0,-1 1 1,1-1-1,-1 0 0,0 0 0,1 0 1,-1 0-1,0 0 0,1 1 0,-1-1 1,1 0-1,-1 0 0,1 0 0,-1 0 1,0 0-1,1 0 0,-1 0 0,1 0 1,-1 0-1,0 0 0,1-1 0,-1 1 0,1 0 1,-1 0-1</inkml:trace>
</inkml:ink>
</file>

<file path=ppt/ink/ink3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5:59.8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169 1 24575,'-22'7'0,"-7"5"0,-2 3 0,5 2 0,7-1 0,7 3 0,2 1 0,4-2 0,2 0 0,2-2 0,1 2 0,2 1 0,-1-2 0,-2 0 0,0-1 0,-1-3-8191</inkml:trace>
</inkml:ink>
</file>

<file path=ppt/ink/ink3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6:00.5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165 55 24575,'-6'-7'0,"-1"1"0,0 0 0,0 0 0,-1 1 0,1 0 0,-17-7 0,21 10 0,0 1 0,0 0 0,0 0 0,0 0 0,0 1 0,0-1 0,0 1 0,-1 0 0,1 0 0,0 0 0,0 0 0,0 0 0,0 1 0,0-1 0,0 1 0,0 0 0,0 0 0,0 0 0,0 0 0,0 1 0,0-1 0,1 1 0,-5 3 0,4-3 0,1 0 0,0 1 0,0-1 0,0 1 0,1-1 0,-1 1 0,1 0 0,-1 0 0,1 0 0,0 0 0,0 0 0,0 0 0,1 0 0,-1 0 0,1 0 0,-1 0 0,1 0 0,0 1 0,0-1 0,1 0 0,0 6 0,2 4 0,0 0 0,0 1 0,9 19 0,5 9 0,6 14 0,-2 0 0,16 73 0,-22-53 0,-15-75 0,1 1 0,-1-1 0,1 1 0,-1-1 0,1 1 0,-1-1 0,1 1 0,0-1 0,0 0 0,-1 1 0,1-1 0,0 0 0,0 0 0,1 0 0,-1 0 0,0 0 0,0 0 0,0 0 0,1 0 0,-1 0 0,0 0 0,1-1 0,-1 1 0,1-1 0,-1 1 0,1-1 0,-1 1 0,1-1 0,-1 0 0,1 0 0,-1 0 0,2 0 0,6 0 0,0-1 0,0 0 0,0 0 0,13-5 0,-1 2 0,-9 2-120,-2 0-87,-1 1-1,0-1 1,1-1-1,-1 0 1,13-6-1,-13 4-6618</inkml:trace>
</inkml:ink>
</file>

<file path=ppt/ink/ink3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6:01.0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26 24575,'10'-5'0,"1"1"0,1 0 0,-1 1 0,0 0 0,1 1 0,0 0 0,-1 1 0,1 0 0,0 1 0,0 0 0,-1 1 0,1 0 0,0 1 0,-1 0 0,1 1 0,-1 0 0,0 1 0,15 7 0,-17-5 0,-9-5 0,0-1 0,1 0 0,-1 0 0,0 0 0,0 0 0,0 0 0,0 0 0,0 1 0,0-1 0,0 0 0,0 0 0,0 0 0,0 0 0,0 0 0,0 1 0,0-1 0,0 0 0,0 0 0,0 0 0,0 0 0,0 0 0,0 1 0,0-1 0,0 0 0,0 0 0,0 0 0,0 0 0,-1 0 0,1 0 0,0 1 0,0-1 0,0 0 0,0 0 0,0 0 0,0 0 0,-18 7 0,-2 0 0,18-5 0,1-1 0,0 0 0,-1 1 0,1-1 0,0 1 0,0 0 0,-1-1 0,1 1 0,0 0 0,1 0 0,-1 0 0,0-1 0,1 1 0,-1 0 0,1 0 0,-1 0 0,1 0 0,0 0 0,0 0 0,0 0 0,0 0 0,0 0 0,0 0 0,1 0 0,-1 0 0,0 0 0,1 0 0,0 0 0,1 2 0,2 6 0,1 0 0,0-1 0,1 0 0,7 10 0,-10-15 0,15 17 0,7 9 0,-24-28 0,1 0 0,-1 1 0,0-1 0,0 0 0,0 0 0,0 0 0,0 1 0,-1-1 0,1 1 0,-1-1 0,1 0 0,-1 4 0,0-5 0,0 0 0,0 0 0,-1-1 0,1 1 0,0 0 0,0 0 0,-1 0 0,1-1 0,-1 1 0,1 0 0,-1-1 0,1 1 0,-1 0 0,1-1 0,-1 1 0,0-1 0,1 1 0,-1 0 0,0-1 0,1 0 0,-1 1 0,0-1 0,0 1 0,0-1 0,1 0 0,-1 0 0,0 1 0,0-1 0,-1 0 0,-28 2 0,25-2 0,-20-2 43,0 0 0,-44-11 0,-13-1-1537,69 13-5332</inkml:trace>
</inkml:ink>
</file>

<file path=ppt/ink/ink3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6:01.7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 24575,'14'-4'0,"0"2"0,0 0 0,0 0 0,0 1 0,0 1 0,0 0 0,1 1 0,-1 1 0,0 0 0,0 1 0,0 1 0,-1 0 0,1 0 0,13 8 0,-12-6 0,-10-3 0,0-1 0,1 0 0,-2 1 0,1 0 0,6 4 0,-9-5 0,-1 0 0,1-1 0,-1 1 0,0 0 0,1 0 0,-1 0 0,0 0 0,0 0 0,0 0 0,0 0 0,-1 0 0,1 0 0,-1 0 0,1 1 0,-1-1 0,0 0 0,1 3 0,-1 13 0,1-2 0,0 1 0,1 0 0,0-1 0,7 21 0,22 53 0,17 62 0,-47-147 0,0-1 0,0 1 0,-1 0 0,1-1 0,-1 1 0,0 0 0,0-1 0,-1 1 0,1 0 0,-3 7 0,2-9 0,0 0 0,-1 0 0,1-1 0,-1 1 0,0-1 0,1 1 0,-1-1 0,0 1 0,0-1 0,0 0 0,-1 0 0,1 0 0,-1 0 0,1-1 0,-1 1 0,1-1 0,-6 3 0,1-2-227,0 1-1,0-1 1,0 0-1,0-1 1,-13 2-1,8-3-6598</inkml:trace>
</inkml:ink>
</file>

<file path=ppt/ink/ink3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6:03.2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21 24575,'-2'-2'0,"0"0"0,0 0 0,-1 0 0,1 1 0,0-1 0,-1 1 0,1-1 0,-4 0 0,5 2 0,1-1 0,-1 1 0,0 0 0,1 0 0,-1 0 0,1 0 0,-1 0 0,0 0 0,1 0 0,-1 0 0,1 0 0,-1 0 0,1 1 0,-1-1 0,0 0 0,1 0 0,-1 0 0,1 1 0,-1-1 0,1 0 0,-1 1 0,1-1 0,-1 0 0,1 1 0,0-1 0,-1 1 0,1-1 0,-1 0 0,1 1 0,0-1 0,-1 1 0,1-1 0,0 1 0,0 0 0,-1-1 0,1 1 0,0-1 0,0 1 0,0-1 0,0 1 0,0 0 0,0-1 0,0 1 0,0-1 0,0 2 0,0 2 0,0 1 0,0-1 0,1 0 0,-1 1 0,1-1 0,0 0 0,0 0 0,1 0 0,-1 0 0,1 0 0,0 0 0,0 0 0,0 0 0,1-1 0,-1 1 0,4 3 0,4 4 0,0-1 0,0 0 0,18 13 0,-19-17 0,-1 0 0,1-1 0,0 0 0,0 0 0,1-1 0,0-1 0,-1 1 0,1-1 0,1-1 0,-1 0 0,18 1 0,-26-3 0,0 0 0,1 0 0,-1 0 0,0-1 0,0 1 0,0-1 0,0 1 0,0-1 0,0 0 0,0 0 0,0 0 0,0 0 0,0 0 0,0 0 0,-1-1 0,1 1 0,2-3 0,-2 1 0,0 0 0,0 0 0,0 0 0,0 0 0,0 0 0,-1 0 0,0-1 0,0 1 0,2-7 0,-1-2 0,-1-1 0,0 0 0,-1 0 0,-3-23 0,-2 7 0,5 27 0,0 1 0,-1-1 0,1 1 0,-1 0 0,1-1 0,-1 1 0,1 0 0,-1-1 0,0 1 0,0 0 0,0 0 0,1 0 0,-1-1 0,0 1 0,0 0 0,-1 0 0,0 0 0,2 1 0,-1 0 0,1 0 0,0 0 0,-1 0 0,1 0 0,0 0 0,0 0 0,-1 0 0,1 1 0,0-1 0,-1 0 0,1 0 0,0 0 0,0 1 0,-1-1 0,1 0 0,0 0 0,0 0 0,0 1 0,-1-1 0,1 0 0,0 1 0,0-1 0,0 0 0,0 0 0,-1 1 0,1-1 0,0 0 0,0 1 0,0-1 0,0 0 0,0 1 0,0-1 0,0 1 0,-2 14 0,2-14 0,-2 22 0,2 0 0,1 1 0,0-1 0,2 1 0,10 39 0,43 111 0,-9-36 0,-46-133 0,1 1 0,-1-1 0,-1 1 0,1 0 0,-1 7 0,0-12 0,1 0 0,-1-1 0,0 1 0,0 0 0,-1 0 0,1 0 0,0 0 0,0 0 0,0 0 0,-1 0 0,1 0 0,0-1 0,-1 1 0,1 0 0,-1 0 0,1 0 0,-1-1 0,1 1 0,-1 0 0,1 0 0,-1-1 0,0 1 0,1-1 0,-1 1 0,0 0 0,0-1 0,0 1 0,1-1 0,-1 0 0,0 1 0,0-1 0,0 0 0,0 1 0,0-1 0,0 0 0,1 0 0,-1 0 0,0 0 0,0 0 0,0 0 0,-2 0 0,-3-2 0,0 1 0,0-1 0,0 0 0,0 0 0,0-1 0,1 0 0,-1 0 0,1 0 0,0-1 0,0 0 0,0 0 0,-7-7 0,-6-7 0,-25-37 0,38 49 0,-2-3 0,0 0 0,1-1 0,0 0 0,1 0 0,0 0 0,1-1 0,0 0 0,-5-17 0,9 26 5,0 0-1,0 0 1,0 0-1,0 0 0,0 0 1,1 0-1,-1 0 1,1 1-1,-1-1 1,1 0-1,0 0 0,-1 0 1,1 0-1,0 0 1,0 1-1,0-1 1,0 0-1,1 1 1,-1-1-1,0 1 0,1 0 1,-1-1-1,1 1 1,0 0-1,-1 0 1,4-2-1,3-1-252,-1 1 1,1 0-1,-1 0 1,1 0-1,10-1 1,-5 1-6579</inkml:trace>
</inkml:ink>
</file>

<file path=ppt/ink/ink3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6:03.8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176 41 24575,'-7'-4'0,"-50"-22"0,51 24 0,-1 0 0,1 0 0,0 1 0,-1 0 0,1 0 0,-1 0 0,-8 1 0,13 0 0,0 0 0,0 0 0,0 0 0,0 1 0,0-1 0,0 1 0,0 0 0,0 0 0,0-1 0,0 1 0,0 0 0,0 0 0,1 1 0,-1-1 0,0 0 0,1 1 0,-1-1 0,1 1 0,-2 1 0,1 1 0,0-1 0,0 0 0,1 0 0,0 1 0,-1-1 0,1 0 0,0 1 0,1-1 0,-1 1 0,0 5 0,1 1 0,0-1 0,1 0 0,0 0 0,0 0 0,1 0 0,0 0 0,1 0 0,3 9 0,2-3 0,17 26 0,-17-29 0,0 1 0,11 24 0,-14-25 0,-2 0 0,1 0 0,-2 0 0,3 23 0,-4 49 0,-1-62 0,0-15 0,0 0 0,1 0 0,-1-1 0,2 1 0,-1 0 0,1 0 0,0-1 0,0 1 0,0-1 0,1 1 0,0-1 0,7 10 0,-6-12 0,-1 0 0,0 0 0,1 0 0,0-1 0,0 0 0,0 0 0,0 0 0,1 0 0,-1 0 0,1-1 0,-1 0 0,1 0 0,0 0 0,0-1 0,0 0 0,0 0 0,9 1 0,-11-2-51,53 3 229,-52-3-328,1 0 1,0 0 0,-1-1 0,1 0 0,0 0 0,-1 0-1,1 0 1,-1-1 0,7-2 0,-2-3-6677</inkml:trace>
</inkml:ink>
</file>

<file path=ppt/ink/ink3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6:04.3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1 136 24575,'0'-11'0,"0"0"0,1 0 0,0 1 0,1-1 0,0 0 0,6-16 0,-7 24 0,0 1 0,0-1 0,0 1 0,1-1 0,-1 1 0,1 0 0,-1-1 0,1 1 0,0 0 0,0 0 0,0 0 0,0 0 0,1 1 0,-1-1 0,0 1 0,1-1 0,-1 1 0,1 0 0,-1 0 0,1 0 0,-1 0 0,1 0 0,0 0 0,0 1 0,-1-1 0,1 1 0,0 0 0,0 0 0,0 0 0,4 1 0,0 0 0,0 0 0,0 1 0,0 0 0,-1 0 0,1 1 0,0 0 0,-1 0 0,0 0 0,1 1 0,-1 0 0,-1 0 0,1 1 0,-1-1 0,1 1 0,-1 0 0,-1 1 0,1-1 0,-1 1 0,0 0 0,0 0 0,-1 0 0,1 1 0,-1-1 0,-1 1 0,1 0 0,-1 0 0,1 8 0,-3-10 0,1-1 0,-1 1 0,0 0 0,-1 0 0,1-1 0,-1 1 0,0-1 0,0 1 0,0 0 0,-1-1 0,-2 6 0,-3 2 0,0 0 0,-12 16 0,14-22 0,4-4 0,0-1 0,0 0 0,1 1 0,-1-1 0,0 0 0,0 1 0,1-1 0,-1 1 0,1-1 0,-1 1 0,1 0 0,0-1 0,-1 1 0,1-1 0,0 1 0,0 0 0,0-1 0,0 1 0,1 2 0,0-3 0,-1 1 0,1-1 0,0 0 0,0 0 0,0 1 0,0-1 0,0 0 0,0 0 0,0 0 0,0 0 0,0 0 0,1 0 0,-1-1 0,0 1 0,0 0 0,1-1 0,-1 1 0,1-1 0,-1 1 0,0-1 0,4 1 0,12 1 0,0 0 0,1-1 0,-1-1 0,33-4 0,-48 4-68,0 0 0,0-1-1,0 1 1,1 0 0,-1-1 0,0 1-1,0-1 1,0 0 0,-1 0 0,1 0-1,0 0 1,0 0 0,0 0 0,-1 0-1,1-1 1,0 1 0,-1-1-1,1 1 1,0-3 0,3-4-6758</inkml:trace>
</inkml:ink>
</file>

<file path=ppt/ink/ink3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6:04.8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93 24575,'13'-9'0,"8"-5"0,0 1 0,1 0 0,0 2 0,1 1 0,27-9 0,-47 18 0,1 0 0,-1 1 0,1-1 0,0 1 0,0 0 0,-1 0 0,1 0 0,0 0 0,-1 1 0,1-1 0,0 1 0,-1 0 0,1 0 0,0 0 0,-1 1 0,0-1 0,1 1 0,3 3 0,-3-3 0,0 2 0,-1-1 0,0 0 0,1 1 0,-1-1 0,-1 1 0,1 0 0,-1 0 0,1 0 0,-1 0 0,0 1 0,0-1 0,-1 1 0,2 5 0,0 8 0,-1 1 0,0-1 0,-2 1 0,-2 31 0,0-1 0,2-10 0,1 58 0,0-83 0,1 0 0,0 1 0,1-2 0,8 24 0,-8-29 0,1 0 0,1 0 0,0 0 0,8 9 0,-9-12 0,0 0 0,0 0 0,-1 0 0,0 1 0,0-1 0,0 1 0,0 0 0,-1-1 0,0 1 0,2 8 0,-4-13 2,0 0 0,0 0 0,0 0 0,0 0-1,0 0 1,0 0 0,-1 0 0,1 0 0,0 0 0,-1 0 0,1 0-1,0 0 1,-1 0 0,1 0 0,-1 0 0,1 0 0,-1 0-1,0 0 1,1 0 0,-1-1 0,0 1 0,1 0 0,-1 0 0,0-1-1,0 1 1,0-1 0,0 1 0,0-1 0,0 1 0,-1 0-1,-3 1-70,-1-1-1,1 1 0,-1-1 0,-8 1 0,-1 0-1003,2 0-5753</inkml:trace>
</inkml:ink>
</file>

<file path=ppt/ink/ink3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6:05.4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158 0 24575,'-3'3'0,"-2"0"0,-4 0 0,-2 0 0,-3-2 0,0 1 0,-1-2 0,0 0 0,0 0 0,0 0 0,0 0 0,1 0 0,2 0-8191</inkml:trace>
</inkml:ink>
</file>

<file path=ppt/ink/ink3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6:05.6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184 40 24575,'-30'-8'0,"-11"-1"0,-2-1 0,4 3 0,9 1-8191</inkml:trace>
</inkml:ink>
</file>

<file path=ppt/ink/ink3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6:06.7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 4 24575,'-2'0'0,"1"-1"0,-1 0 0,1 1 0,-1-1 0,1 1 0,-1 0 0,1 0 0,-1-1 0,1 1 0,-1 0 0,1 0 0,-1 0 0,1 1 0,-1-1 0,1 0 0,-1 0 0,1 1 0,-1-1 0,1 1 0,-1 0 0,1-1 0,-1 1 0,1 0 0,0 0 0,0 0 0,-1 0 0,1 0 0,0 0 0,0 0 0,0 0 0,0 0 0,0 0 0,0 1 0,-1 2 0,1-1 0,0 0 0,0 0 0,0 0 0,1 0 0,-1 1 0,1-1 0,0 0 0,0 1 0,0-1 0,0 0 0,0 1 0,1-1 0,0 0 0,-1 0 0,3 5 0,4 10 0,1 0 0,1-1 0,0-1 0,16 22 0,-19-30 0,1 0 0,0 0 0,1 0 0,-1-1 0,1 0 0,1-1 0,-1 0 0,1 0 0,14 7 0,-20-12 0,1 1 0,0 0 0,0-1 0,0 1 0,0-1 0,1 0 0,7 2 0,-11-4 0,0 1 0,0 0 0,1 0 0,-1 0 0,0-1 0,0 1 0,0 0 0,0-1 0,1 1 0,-1-1 0,0 1 0,0-1 0,0 0 0,0 0 0,0 1 0,0-1 0,0 0 0,-1 0 0,1 0 0,0 0 0,0 0 0,-1 0 0,1 0 0,0 0 0,-1 0 0,1 0 0,-1 0 0,0-1 0,1 0 0,0-3 0,1-1 0,-1 1 0,-1-1 0,1 0 0,-1 1 0,0-1 0,0 1 0,0-1 0,-1 0 0,0 1 0,-3-10 0,-2-26 0,6 40 0,-1 0 0,1 0 0,0 1 0,0-1 0,0 0 0,0 0 0,1 0 0,-1 1 0,0-1 0,0 0 0,0 0 0,1 1 0,-1-1 0,0 0 0,1 0 0,-1 1 0,0-1 0,1 0 0,0 0 0,0 1 0,-1-1 0,1 1 0,-1 0 0,1 0 0,-1 0 0,1 0 0,-1 0 0,1 0 0,-1-1 0,1 1 0,-1 0 0,1 0 0,-1 0 0,1 1 0,-1-1 0,1 0 0,-1 0 0,1 0 0,-1 0 0,1 0 0,0 1 0,4 2 0,1 0 0,-1 0 0,-1 1 0,6 4 0,-3-2 0,12 10 0,-10-8 0,-1-1 0,1 0 0,18 11 0,-25-17 0,0 0 0,0 0 0,0 0 0,1 0 0,-1-1 0,0 1 0,0-1 0,1 1 0,-1-1 0,0 0 0,0 0 0,1 1 0,-1-2 0,0 1 0,1 0 0,-1 0 0,0-1 0,0 1 0,1-1 0,-1 0 0,0 0 0,0 0 0,0 0 0,2-1 0,-2 0 0,0 0 0,0 0 0,0 0 0,0 0 0,-1 0 0,1 0 0,-1 0 0,0-1 0,0 1 0,1-1 0,-2 1 0,1 0 0,0-1 0,0 0 0,-1 1 0,1-1 0,-1 1 0,0-1 0,0 0 0,0 1 0,0-1 0,0 0 0,-1-3 0,-1-1 0,1-1 0,-1 1 0,0-1 0,-1 1 0,0 0 0,-6-12 0,4 11-273,-1 0 0,1 1 0,-2-1 0,-11-10 0,7 8-6553</inkml:trace>
</inkml:ink>
</file>

<file path=ppt/ink/ink3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6:07.4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135 39 24575,'-8'-6'0,"-1"0"0,0 1 0,1 0 0,-14-5 0,19 9 0,1 0 0,-1 0 0,0 0 0,0 0 0,0 1 0,0-1 0,1 1 0,-1 0 0,0 0 0,0 0 0,0 0 0,0 0 0,0 1 0,0-1 0,0 1 0,0 0 0,0-1 0,1 2 0,-5 0 0,6 0 0,-1 0 0,0-1 0,1 1 0,0 0 0,-1 0 0,1 0 0,0 0 0,0 0 0,0 1 0,0-1 0,0 0 0,0 0 0,1 1 0,-1-1 0,1 0 0,0 1 0,-1-1 0,1 0 0,1 5 0,-1 6 0,1 0 0,3 14 0,11 55 0,29 92 0,-27-123 0,3 0 0,46 88 0,-63-134 0,0-1 0,-1 1 0,2-1 0,-1 0 0,0 0 0,1 0 0,0 0 0,0 0 0,5 3 0,-7-6 0,1 1 0,0-1 0,-1 0 0,1 0 0,0 0 0,-1 0 0,1-1 0,0 1 0,0-1 0,0 0 0,0 1 0,-1-1 0,1-1 0,0 1 0,0 0 0,0-1 0,-1 1 0,6-3 0,8-3-227,-1-1-1,-1-1 1,1 0-1,-1-1 1,15-12-1,-18 12-6598</inkml:trace>
</inkml:ink>
</file>

<file path=ppt/ink/ink3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6:08.3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47 24575,'87'-40'0,"-84"39"0,-1 0 0,1 0 0,0 0 0,0 0 0,0 1 0,0-1 0,0 1 0,0 0 0,0-1 0,0 2 0,0-1 0,0 0 0,0 0 0,0 1 0,0 0 0,6 1 0,2 3 0,0-1 0,20 13 0,-25-13 0,-4-3 0,1 1 0,0-1 0,-1 1 0,1 0 0,-1 0 0,0 0 0,1 0 0,-1 1 0,0-1 0,0 0 0,-1 1 0,1 0 0,-1-1 0,1 1 0,-1 0 0,0 0 0,0 0 0,0 0 0,0 0 0,0 0 0,-1 0 0,1 0 0,-1 0 0,0 0 0,0 0 0,0 0 0,0 0 0,-1 0 0,1 0 0,-2 4 0,2-4 0,-4 19 0,-1 0 0,-14 41 0,18-61 0,0 0 0,0 0 0,0 0 0,0 0 0,-1 0 0,1 0 0,-1 0 0,1 0 0,-1-1 0,1 1 0,-1-1 0,0 1 0,0-1 0,1 0 0,-1 1 0,0-1 0,0 0 0,-1 0 0,-3 1 0,3-2 0,-1 1 0,0-1 0,0 0 0,0 0 0,1 0 0,-1 0 0,0-1 0,0 1 0,1-1 0,-8-2 0,-2-3 0,1 1 0,0-2 0,0 1 0,0-2 0,-16-13 0,26 20 0,-10-9 0,0 0 0,-22-25 0,32 33 0,0-1 0,0 1 0,0-1 0,0 0 0,0 0 0,1 0 0,-1 0 0,1 0 0,0 0 0,0-1 0,0 1 0,0 0 0,1 0 0,-1-1 0,1 1 0,0-1 0,0 1 0,0 0 0,0-1 0,2-5 0,-1 7 7,0-1 0,0 1-1,0 0 1,1 0 0,-1 0-1,1 0 1,0 0-1,-1 0 1,1 1 0,0-1-1,0 0 1,0 1 0,0 0-1,0-1 1,1 1 0,-1 0-1,4-1 1,2-1-378,1 0-1,-1 1 1,16-3 0,-11 4-6455</inkml:trace>
</inkml:ink>
</file>

<file path=ppt/ink/ink3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6:09.0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72 24575,'46'-22'0,"-29"12"0,1 2 0,1 0 0,0 1 0,31-8 0,-48 15 0,0-1 0,0 1 0,0 0 0,0 0 0,0-1 0,0 1 0,0 1 0,0-1 0,-1 0 0,1 0 0,0 1 0,0-1 0,0 1 0,0-1 0,0 1 0,0 0 0,-1 0 0,1 0 0,0 0 0,-1 0 0,1 0 0,-1 1 0,1-1 0,-1 0 0,1 1 0,-1-1 0,0 1 0,0-1 0,0 1 0,2 3 0,-2-1 0,1 1 0,-1-1 0,0 1 0,0 0 0,0-1 0,-1 1 0,0 0 0,0 0 0,0 0 0,0-1 0,-2 8 0,0-1 0,-15 110 0,16-104 0,1-1 0,0 1 0,1 0 0,1-1 0,6 22 0,-2-17 0,0 0 0,2 0 0,1-1 0,17 29 0,-4-15 0,39 48 0,-61-82 0,1 1 0,0 0 0,-1 0 0,1 0 0,0-1 0,-1 1 0,1 0 0,-1 0 0,1 0 0,-1 0 0,1 0 0,-1 0 0,0 0 0,0 0 0,1 0 0,-1 0 0,0 0 0,0 0 0,0 0 0,0 0 0,0 0 0,0 0 0,0 0 0,-1 0 0,1 0 0,0 0 0,-1 2 0,0-2 0,0 0 0,-1 1 0,1-1 0,0 0 0,-1 0 0,1 0 0,-1 0 0,1 0 0,-1-1 0,1 1 0,-1 0 0,1-1 0,-1 1 0,0-1 0,1 1 0,-4-1 0,-8 2-193,-2-1 0,-23-1 0,29-1-593,-4 1-6040</inkml:trace>
</inkml:ink>
</file>

<file path=ppt/ink/ink3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6:09.4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24575,'3'3'0,"0"2"0,3 4 0,-1 2 0,0 0-8191</inkml:trace>
</inkml:ink>
</file>

<file path=ppt/ink/ink3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6:10.4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21 24575,'-15'-20'0,"26"51"0,-4-20 0,0-1 0,0 1 0,1-2 0,0 1 0,1-1 0,17 14 0,65 41 0,-54-39 0,42 24 0,39 29 0,-93-54-1365,-16-13-5461</inkml:trace>
</inkml:ink>
</file>

<file path=ppt/ink/ink3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6:10.7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326 39 24575,'-5'-3'0,"-5"-4"0,0 0 0,-14-7 0,21 13 0,1 0 0,-1 0 0,1 0 0,-1 0 0,1 0 0,-1 1 0,0-1 0,1 1 0,-1 0 0,0 0 0,0-1 0,1 2 0,-1-1 0,0 0 0,1 1 0,-4 0 0,4 0 0,1-1 0,0 1 0,-1 0 0,1 0 0,0-1 0,0 1 0,0 0 0,-1 0 0,1 1 0,0-1 0,0 0 0,1 0 0,-1 0 0,0 1 0,0-1 0,0 0 0,1 1 0,-1-1 0,1 1 0,-1-1 0,1 0 0,-1 3 0,0 3 0,1 0 0,-1 1 0,1 10 0,0 7 0,-1-17 0,-1 1 0,1-2 0,-2 1 0,1 0 0,-1 0 0,0-1 0,-1 1 0,0-1 0,0 0 0,-7 9 0,-1-1 0,-2-1 0,0 0 0,-18 14 0,-53 49-1365,76-68-5461</inkml:trace>
</inkml:ink>
</file>

<file path=ppt/ink/ink3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6:11.9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248 47 24575,'-21'-9'0,"-5"-1"0,-36-11 0,55 19 0,0 0 0,0 1 0,0 0 0,0 0 0,0 1 0,0 0 0,0 0 0,0 1 0,0 0 0,-12 2 0,16-1 0,0-1 0,1 0 0,-1 1 0,0-1 0,0 1 0,1 0 0,-1 0 0,1 0 0,-1 0 0,1 0 0,0 0 0,0 1 0,0-1 0,0 1 0,0 0 0,0-1 0,1 1 0,-1 0 0,1 0 0,0 0 0,0 0 0,0 0 0,1 0 0,-1 0 0,1 1 0,-1-1 0,1 5 0,0 8 0,1 0 0,0 0 0,2 0 0,4 19 0,-5-22 0,10 45 0,-2-3 0,25 80 0,-34-134 0,8 28 0,2-1 0,24 44 0,-32-67 10,0 0 0,0-1 0,0 0 0,1 1 0,-1-1 0,1-1 0,0 1 0,0-1 0,1 1 0,-1-1 0,7 3 0,-8-4-84,0-1-1,1 0 1,-1 0 0,0 0 0,0 0-1,1-1 1,-1 1 0,0-1 0,1 0-1,-1 0 1,1 0 0,-1 0 0,0-1-1,1 1 1,-1-1 0,0 0 0,0 0-1,1 0 1,3-3 0,5-2-6752</inkml:trace>
</inkml:ink>
</file>

<file path=ppt/ink/ink3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6:12.4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1 101 24575,'2'-9'0,"1"0"0,0 1 0,1 0 0,0-1 0,0 2 0,10-15 0,-12 19 0,0 1 0,0 0 0,0 0 0,0 0 0,0 0 0,0 0 0,1 0 0,-1 0 0,1 1 0,-1 0 0,1-1 0,0 1 0,0 0 0,-1 0 0,1 0 0,0 1 0,0-1 0,0 1 0,0-1 0,0 1 0,0 0 0,0 0 0,0 0 0,4 2 0,2-1 0,-1 1 0,1 1 0,-1 0 0,0 0 0,0 1 0,0 0 0,0 0 0,0 1 0,-1 0 0,0 0 0,8 8 0,-13-12 0,-1 1 0,0 0 0,0-1 0,0 1 0,0 0 0,0 0 0,0 0 0,-1-1 0,1 1 0,-1 0 0,1 0 0,-1 0 0,1 0 0,-1 0 0,0 0 0,0 0 0,0 0 0,0 0 0,-1 0 0,1 0 0,0 0 0,-1 0 0,1 0 0,-1 0 0,0 0 0,0 0 0,0-1 0,0 1 0,-2 3 0,-3 3 0,-1 0 0,0 0 0,0 0 0,-13 9 0,10-7 0,3-4 0,1-2 0,1 1 0,1-1 0,-1 1 0,-6 10 0,10-14 0,0-1 0,1 2 0,-1-1 0,0 0 0,1 0 0,0 0 0,-1 0 0,1 0 0,0 0 0,-1 0 0,1 1 0,0-1 0,0 0 0,0 0 0,0 0 0,0 1 0,0-1 0,0 0 0,1 0 0,-1 0 0,0 0 0,0 0 0,1 1 0,-1-1 0,1 0 0,-1 0 0,1 0 0,0 0 0,-1 0 0,1 0 0,0 0 0,1 1 0,3 2 0,1 0 0,-1-1 0,0 1 0,1-1 0,0 0 0,0-1 0,0 1 0,0-1 0,0 0 0,9 1 0,5 0 0,0 0 0,21-1 0,-39-2-22,13 1 58,-1-1 1,0-1-1,28-4 0,-38 4-101,-1 0 0,0 0 1,0 0-1,1 0 0,-1 0 1,0-1-1,0 1 0,0-1 1,-1 0-1,1 0 0,0 0 1,-1 0-1,1-1 0,-1 1 0,1-1 1,-1 1-1,0-1 0,0 0 1,-1 0-1,1 1 0,0-1 1,1-6-1,0-3-6761</inkml:trace>
</inkml:ink>
</file>

<file path=ppt/ink/ink3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6:12.9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69 24575,'11'-6'0,"55"-32"0,-56 34 0,-1-1 0,1 2 0,0-1 0,1 2 0,10-3 0,-20 5 0,1-1 0,0 1 0,0 0 0,-1 0 0,1 0 0,0 0 0,0 0 0,0 0 0,-1 0 0,1 1 0,0-1 0,-1 1 0,1-1 0,0 1 0,-1-1 0,1 1 0,0 0 0,-1 0 0,1 0 0,-1 0 0,0 0 0,1 0 0,-1 1 0,0-1 0,1 0 0,0 2 0,0 2 0,0-1 0,0 1 0,0-1 0,-1 1 0,0 0 0,0 0 0,0-1 0,0 8 0,6 33 0,1 1 0,3-1 0,1-1 0,3 0 0,22 47 0,-27-70 0,-2 1 0,0 1 0,-1-1 0,-1 2 0,-1-1 0,-1 0 0,0 26 0,-3-46-68,-1-1 0,0 1-1,0-1 1,0 1 0,-1-1 0,1 1-1,-1-1 1,1 0 0,-1 1 0,0-1-1,1 1 1,-1-1 0,-1 0 0,1 0-1,0 0 1,0 0 0,-1 0-1,1 0 1,-4 3 0,-4 1-6758</inkml:trace>
</inkml:ink>
</file>

<file path=ppt/ink/ink3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6:13.6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3 24575,'0'0'0,"0"0"0,0 0 0,0-1 0,0 1 0,0 0 0,-1 0 0,1 0 0,0 0 0,0 0 0,0-1 0,0 1 0,-1 0 0,1 0 0,0 0 0,0 0 0,0 0 0,-1 0 0,1 0 0,0 0 0,0 0 0,0 0 0,-1 0 0,1-1 0,0 1 0,0 0 0,0 1 0,-1-1 0,1 0 0,0 0 0,0 0 0,-1 0 0,1 0 0,0 0 0,0 0 0,0 0 0,-1 0 0,1 0 0,0 1 0,-4 8 0,4 13 0,6 9 0,1 0 0,2 0 0,14 32 0,-10-28 0,-7-20-341,-1 0 0,2-1-1,15 27 1</inkml:trace>
</inkml:ink>
</file>

<file path=ppt/ink/ink3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6:13.8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249 1 24575,'-27'0'0,"-11"0"0,-2 0 0,4 0 0,5 0 0,5 0 0,6 0 0,2 0 0,5 0-8191</inkml:trace>
</inkml:ink>
</file>

<file path=ppt/ink/ink3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6:14.5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87 24575,'0'3'0,"1"0"0,-1 0 0,1 0 0,0 0 0,0 0 0,0-1 0,0 1 0,0 0 0,1 0 0,-1-1 0,1 1 0,2 3 0,28 29 0,-20-23 0,9 8 0,1-1 0,1-1 0,27 16 0,-37-25 0,-12-8 0,0 0 0,0-1 0,0 1 0,0-1 0,-1 1 0,1-1 0,0 0 0,0 1 0,0-1 0,0 0 0,0 1 0,0-1 0,0 0 0,2 0 0,-2 0 0,0 0 0,-1-1 0,1 1 0,-1 0 0,1 0 0,-1-1 0,0 1 0,1 0 0,-1 0 0,1-1 0,-1 1 0,1-1 0,-1 1 0,0 0 0,1-1 0,-1 1 0,0-1 0,1 1 0,-1-1 0,0 0 0,2-4 0,-1 1 0,0-1 0,0 0 0,0 0 0,-1-7 0,4-14 0,-4 25 0,1-1 0,-1 1 0,1 0 0,-1 0 0,1 0 0,0 0 0,-1-1 0,1 1 0,0 0 0,0 1 0,0-1 0,0 0 0,0 0 0,0 0 0,0 0 0,0 1 0,0-1 0,0 0 0,0 1 0,2-1 0,-2 0 0,1 1 0,0 0 0,0 0 0,0 0 0,0 0 0,0 0 0,0 0 0,0 0 0,0 0 0,0 1 0,0-1 0,1 2 0,7 2 0,-1 0 0,0 1 0,0 0 0,9 8 0,-10-7 0,10 6 0,-11-6 0,1 0 0,1-1 0,-1 0 0,1 0 0,0-1 0,0 0 0,16 4 0,-24-8 0,0 1 0,0-1 0,0 0 0,1 0 0,-1 0 0,0 0 0,0 0 0,1 0 0,-1 0 0,0-1 0,0 1 0,0 0 0,1-1 0,-1 1 0,0-1 0,0 1 0,0-1 0,0 0 0,0 1 0,0-1 0,1-1 0,0 0 0,-1 1 0,0-1 0,0 0 0,1 0 0,-1 0 0,-1 0 0,1 0 0,0 0 0,0 0 0,-1 0 0,1-3 0,0-2 0,0 0 0,0 0 0,-1 0 0,0 0 0,-1-1 0,-1-8 0,-1 1-124,-1-1 0,-1 1 0,0 1 0,-1-1 0,-1 1 0,0 0-1,-1 0 1,0 1 0,-1 0 0,-19-22 0,14 22-6702</inkml:trace>
</inkml:ink>
</file>

<file path=ppt/ink/ink3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6:15.1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286 60 24575,'-24'-13'0,"0"1"0,-33-12 0,50 22 0,0 0 0,-1 0 0,1 0 0,0 1 0,0 0 0,-1 0 0,1 1 0,-1 0 0,1 0 0,0 1 0,-1 0 0,1 0 0,-11 4 0,13-3 0,1 0 0,0 1 0,-1-1 0,1 1 0,1 0 0,-1 0 0,0 0 0,1 1 0,-1-1 0,1 1 0,0 0 0,0 0 0,0 0 0,1 0 0,-3 7 0,3-8 0,1 0 0,0 0 0,0 1 0,0-1 0,0 1 0,0-1 0,1 1 0,-1-1 0,1 1 0,0-1 0,0 1 0,1-1 0,-1 0 0,1 1 0,-1-1 0,1 1 0,0-1 0,0 0 0,1 1 0,-1-1 0,4 6 0,4 0 0,-1 1 0,2-1 0,-1-1 0,1 1 0,18 10 0,1 2 0,-19-13 0,-1 1 0,-1 0 0,1 1 0,-2-1 0,1 2 0,-1-1 0,-1 1 0,0 0 0,-1 0 0,0 0 0,0 1 0,-1 0 0,3 14 0,-5 9 0,-2-30 0,0 0 0,0 0 0,0 0 0,1 0 0,-1 0 0,1 0 0,0 0 0,1 0 0,-1 0 0,1-1 0,4 9 0,-4-12 0,-1 1 0,0-1 0,1 0 0,0 0 0,-1 1 0,1-1 0,0 0 0,-1 0 0,1-1 0,0 1 0,0 0 0,0-1 0,0 1 0,0-1 0,0 1 0,3-1 0,36 0 0,-29-1 0,-7 1-151,0 0-1,0-1 0,0 0 0,-1 0 1,1 0-1,0 0 0,-1-1 1,8-3-1,-2-1-6674</inkml:trace>
</inkml:ink>
</file>

<file path=ppt/ink/ink3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6:15.5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24575,'16'60'0,"-13"-44"0,1 0 0,1-1 0,0 1 0,11 20 0,-7-19 0,2 0 0,0 0 0,1-1 0,23 23 0,-31-33 120,-4-6-144,-1 0-1,1 0 1,0-1 0,0 1-1,0 0 1,0 0 0,0 0-1,0 0 1,0 0 0,0 0-1,0 0 1,0 0-1,0 0 1,0 0 0,0 0-1,-1 0 1,1 0 0,0 0-1,0 0 1,0 0 0,0 0-1,0 0 1,0 0 0,0 0-1,0 0 1,0 0 0,0 0-1,0 0 1,0 0 0,0 0-1,0 0 1,-1 1 0,1-1-1,0 0 1,0 0 0,0 0-1,0 0 1,0 0 0,0 0-1,0 0 1,0 0-1,0 0 1,0 0 0,0 0-1,0 0 1,0 0 0,0 0-1,0 0 1,0 1 0,0-1-1,0 0 1,0 0 0,0 0-1,0 0 1,0 0 0,0 0-1,0 0 1,0 0 0,0 0-1,0 0 1</inkml:trace>
</inkml:ink>
</file>

<file path=ppt/ink/ink3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6:16.2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66 24575,'9'-6'0,"0"0"0,1 1 0,0 0 0,0 1 0,0 0 0,1 0 0,-1 1 0,14-2 0,1-1 0,-7-2 0,-15 6 0,-1 1 0,1 0 0,0-1 0,0 1 0,-1 0 0,4 0 0,-5 1 0,0 0 0,0 0 0,0 0 0,-1 0 0,1 0 0,0 0 0,0 0 0,0 0 0,-1 1 0,1-1 0,0 0 0,0 1 0,0-1 0,-1 0 0,1 1 0,0-1 0,-1 1 0,1-1 0,0 1 0,-1-1 0,1 1 0,-1 0 0,1-1 0,-1 1 0,2 1 0,9 19 0,0 1 0,0 0 0,11 40 0,-2-6 0,43 83 0,-62-137 0,1 2 0,1 0 0,-1 1 0,-1 0 0,1 0 0,1 8 0,-3-11 0,0-1 0,0 1 0,0-1 0,0 1 0,0-1 0,0 1 0,-1-1 0,1 1 0,0-1 0,-1 1 0,0-1 0,1 0 0,-1 1 0,0-1 0,1 0 0,-1 1 0,0-1 0,0 0 0,0 0 0,0 0 0,-1 0 0,1 0 0,-2 2 0,-64 39-1365,56-33-5461</inkml:trace>
</inkml:ink>
</file>

<file path=ppt/ink/ink3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6:17.1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24575,'22'12'0,"10"10"0,4 2 0,1 3 0,-1-1 0,-4-2 0,-2-1 0,-5-2 0,-1-1 0,-2-2 0,-2-5 0,-6-1 0,-1-3 0,-1-3 0</inkml:trace>
</inkml:ink>
</file>

<file path=ppt/ink/ink3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6:17.4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113 0 24575,'-13'25'0,"-5"10"0,-1 2 0,1-3 0,3-5 0,2-7 0,3-5 0,4-6-8191</inkml:trace>
</inkml:ink>
</file>

<file path=ppt/ink/ink3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6:18.1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262 129 24575,'-42'-31'0,"-33"-23"0,63 45 0,-1 2 0,-1 0 0,1 1 0,-15-5 0,26 10 0,0 0 0,0 1 0,1-1 0,-1 1 0,0-1 0,0 1 0,0 0 0,0 0 0,1 0 0,-1 0 0,0 0 0,0 1 0,0-1 0,0 0 0,1 1 0,-1-1 0,0 1 0,0 0 0,1-1 0,-1 1 0,1 0 0,-1 0 0,0 0 0,1 0 0,0 1 0,-1-1 0,1 0 0,0 1 0,0-1 0,-1 0 0,1 1 0,0 0 0,0-1 0,1 1 0,-1-1 0,0 1 0,0 0 0,0 3 0,0 0 0,-1 1 0,1 0 0,0-1 0,1 1 0,-1 0 0,1 0 0,1-1 0,-1 1 0,1 0 0,0 0 0,2 6 0,48 142 0,-29-97 0,-5-15 0,17 68 0,-30-90 0,-2-9 0,0-1 0,0 0 0,1 0 0,7 14 0,-9-21 0,0-1 0,1 0 0,-1 0 0,1 1 0,-1-1 0,1 0 0,0 0 0,0-1 0,0 1 0,0 0 0,0-1 0,0 1 0,1-1 0,-1 1 0,0-1 0,1 0 0,-1 0 0,1 0 0,-1 0 0,1-1 0,0 1 0,3 0 0,5-1-227,0 1-1,0-1 1,0-1-1,0 0 1,20-5-1,-18 2-6598</inkml:trace>
</inkml:ink>
</file>

<file path=ppt/ink/ink3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6:18.7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39 24575,'9'-6'0,"1"1"0,0 0 0,0 1 0,1 0 0,-1 0 0,1 1 0,-1 1 0,1 0 0,0 0 0,0 1 0,0 0 0,0 1 0,0 0 0,12 2 0,110 19 0,-132-21 0,-1 0 0,1 0 0,-1 0 0,1 0 0,0 0 0,-1 0 0,1 1 0,-1-1 0,1 0 0,-1 0 0,1 0 0,-1 0 0,1 1 0,0-1 0,-1 0 0,1 1 0,-1-1 0,0 0 0,1 1 0,0 0 0,-1-1 0,0 1 0,0-1 0,0 0 0,-1 1 0,1-1 0,0 0 0,0 1 0,0-1 0,-1 0 0,1 1 0,0-1 0,0 0 0,-1 1 0,1-1 0,0 0 0,-1 0 0,1 1 0,0-1 0,-1 0 0,1 0 0,-1 1 0,-27 10 0,26-10 0,-4 1 0,0 1 0,-1-1 0,1 1 0,1 1 0,-1-1 0,0 1 0,-9 8 0,14-10 0,-1-1 0,1 1 0,-1 0 0,1-1 0,0 1 0,0 0 0,0 0 0,0 0 0,0 0 0,0 0 0,0 0 0,1 0 0,-1 0 0,1 0 0,-1 0 0,1 0 0,0 1 0,0-1 0,0 0 0,0 0 0,0 0 0,0 0 0,1 0 0,-1 1 0,1-1 0,-1 0 0,1 0 0,1 2 0,3 4 0,-1-1 0,2 0 0,-1 0 0,1 0 0,0-1 0,0 0 0,1 0 0,-1-1 0,10 6 0,-8-5 0,0 1 0,0-1 0,0 2 0,-1-1 0,11 14 0,-17-20 0,-1-1 0,0 1 0,1 0 0,-1-1 0,0 1 0,0-1 0,1 1 0,-1 0 0,0-1 0,0 1 0,0 0 0,0-1 0,0 1 0,0 0 0,0-1 0,0 1 0,0 0 0,0-1 0,0 1 0,0-1 0,0 1 0,-1 0 0,1-1 0,0 1 0,0 0 0,-1 0 0,-1 1 0,1-1 0,0 1 0,-1-1 0,1 0 0,-1 1 0,1-1 0,-1 0 0,0 0 0,-1 1 0,-4 1 0,1 0 0,0-1 0,-1 0 0,-10 2 0,-9-1-8,0-2-1,-38-2 1,21 0-1332,29 1-5486</inkml:trace>
</inkml:ink>
</file>

<file path=ppt/ink/ink3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6:19.2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 24575,'26'-2'0,"0"0"0,0 1 0,0 2 0,0 1 0,47 9 0,-73-11 0,6 1 0,-1 1 0,0 0 0,1-1 0,7 6 0,-12-7 0,0 1 0,0 0 0,0-1 0,0 1 0,0 0 0,0 0 0,0-1 0,-1 1 0,1 0 0,0 0 0,-1 0 0,1 0 0,0 0 0,-1 0 0,1 0 0,-1 1 0,0-1 0,1 0 0,-1 0 0,0 0 0,0 0 0,1 0 0,-1 1 0,0-1 0,0 0 0,-1 3 0,0 9 0,0 1 0,1 0 0,1 0 0,0 0 0,0 0 0,2 0 0,0 0 0,0-1 0,1 0 0,8 16 0,104 248 0,-115-276 0,6 15 0,6 22 0,-12-34 0,1 0 0,-2 0 0,1 0 0,0 0 0,-1 0 0,0 0 0,0 0 0,0 0 0,0 0 0,-1 0 0,1 0 0,-2 4 0,1-6 0,-1 0 0,1 0 0,0 0 0,-1 0 0,1-1 0,-1 1 0,1 0 0,-1-1 0,0 1 0,0-1 0,1 1 0,-1-1 0,0 0 0,-1 0 0,1 0 0,0 0 0,0 0 0,0-1 0,0 1 0,-1-1 0,-2 1 0,-7 1 0,0-1 0,-23-1 0,26 0 0,-53-1-1365,49 1-5461</inkml:trace>
</inkml:ink>
</file>

<file path=ppt/ink/ink3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6:20.1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24575,'7'16'0,"0"0"0,1-1 0,17 26 0,-17-29 0,1 2 0,-2-1 0,0 1 0,0 0 0,4 16 0,8 42-1365</inkml:trace>
</inkml:ink>
</file>

<file path=ppt/ink/ink3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6:20.2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348 31 24575,'-27'-2'0,"-11"-4"0,-5 0 0,1 0 0,5 2 0,6 1 0,3 1 0,5 1 0,3 1 0,3 0 0,1 0 0,2 3 0,3 1-8191</inkml:trace>
</inkml:ink>
</file>

<file path=ppt/ink/ink3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6:21.0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67 24575,'0'0'0,"0"0"0,0 0 0,-1 0 0,1 0 0,0 0 0,-1 0 0,1 1 0,0-1 0,0 0 0,-1 0 0,1 0 0,0 0 0,0 1 0,-1-1 0,1 0 0,0 0 0,0 0 0,-1 1 0,1-1 0,0 0 0,0 0 0,0 1 0,0-1 0,0 0 0,-1 0 0,1 1 0,0-1 0,0 0 0,0 1 0,0-1 0,0 0 0,0 0 0,0 1 0,0-1 0,0 0 0,0 1 0,0-1 0,0 0 0,0 1 0,0-1 0,0 0 0,0 0 0,0 1 0,1-1 0,-1 0 0,0 1 0,7 15 0,-7-14 0,5 6 0,0 0 0,0-1 0,0 1 0,1-1 0,0 0 0,0 0 0,10 7 0,54 38 0,-65-48 0,3 1 0,1 1 0,0-1 0,0 0 0,9 3 0,-16-7 0,0-1 0,0 1 0,0-1 0,0 1 0,0-1 0,0 0 0,-1 0 0,1 0 0,0 0 0,0 0 0,0 0 0,3-1 0,-4 1 0,0-1 0,0 1 0,0-1 0,0 0 0,0 1 0,0-1 0,0 0 0,-1 1 0,1-1 0,0 0 0,0 0 0,0 0 0,-1 0 0,1 0 0,-1 0 0,1 0 0,-1 0 0,1 0 0,-1 0 0,1 0 0,-1 0 0,0 0 0,0-2 0,1-1 0,-1-1 0,0 0 0,0 1 0,0-1 0,-1 0 0,1 1 0,-4-9 0,0-9 0,4 22 0,0 0 0,0 1 0,1-1 0,-1 0 0,0 0 0,0 0 0,0 0 0,0 0 0,0 0 0,0 0 0,0 0 0,0 0 0,0 0 0,0 0 0,0 1 0,1-1 0,-1 0 0,0 0 0,0 0 0,0 0 0,0 0 0,0 0 0,0 0 0,0 0 0,1 0 0,-1 0 0,0 0 0,0 0 0,0 0 0,0 0 0,0 0 0,0 0 0,0 0 0,1 0 0,-1 0 0,0 0 0,0 0 0,0 0 0,0 0 0,0-1 0,0 1 0,0 0 0,0 0 0,0 0 0,1 0 0,-1 0 0,0 0 0,0 0 0,0 0 0,0 0 0,0 0 0,0-1 0,0 1 0,0 0 0,0 0 0,0 0 0,0 0 0,0 0 0,0 0 0,0 0 0,0-1 0,0 1 0,0 0 0,0 0 0,0 0 0,0 0 0,0 0 0,8 7 0,-7-6 0,16 17 0,-6-6 0,0 0 0,16 12 0,-24-22 0,0 0 0,0 1 0,0-1 0,0-1 0,1 1 0,-1 0 0,0-1 0,1 0 0,-1 0 0,1 0 0,0 0 0,-1 0 0,1-1 0,-1 0 0,6 1 0,-7-2 0,0 1 0,0 0 0,0-1 0,0 1 0,-1-1 0,1 1 0,0-1 0,0 0 0,-1 0 0,1 0 0,-1 0 0,1 0 0,-1 0 0,1 0 0,-1-1 0,1 1 0,1-3 0,-1 1 0,-1 1 0,1-1 0,-1 0 0,0 0 0,0 0 0,0 0 0,0 0 0,0 0 0,0-6 0,0-2 0,-1 1 0,-1-1 0,0 0 0,0 1 0,-3-13 0,2 14-114,0-1 1,-1 1-1,0 0 0,0 0 0,-1 0 1,0 0-1,-1 0 0,0 1 0,0 0 1,-1 0-1,-11-13 0,9 14-6712</inkml:trace>
</inkml:ink>
</file>

<file path=ppt/ink/ink3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6:22.1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264 106 24575,'-27'-18'0,"-11"-4"0,-2 0 0,4 4 0,5 6 0,5 4 0,6 4 0,2 2 0,6 5 0,3 3 0,5 4 0,2 2 0,1 0-8191</inkml:trace>
</inkml:ink>
</file>

<file path=ppt/ink/ink3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6:31.0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9 24575,'0'-1'0,"0"1"0,0-1 0,0 1 0,0-1 0,-1 1 0,1 0 0,0-1 0,0 1 0,-1-1 0,1 1 0,0 0 0,0-1 0,-1 1 0,1 0 0,-1-1 0,1 1 0,0 0 0,-1 0 0,1-1 0,-1 1 0,1 0 0,0 0 0,-1 0 0,1-1 0,-1 1 0,1 0 0,-1 0 0,1 0 0,-1 0 0,1 0 0,-1 0 0,1 0 0,-1 0 0,1 0 0,-1 0 0,1 0 0,0 1 0,-1-1 0,1 0 0,-1 0 0,1 0 0,-1 0 0,1 1 0,0-1 0,-1 0 0,1 1 0,-1-1 0,1 0 0,0 1 0,-1-1 0,0 2 0,0 0 0,0-1 0,0 1 0,0 0 0,0-1 0,1 1 0,-1 0 0,1 0 0,-1 0 0,1 0 0,-1-1 0,1 1 0,0 0 0,0 0 0,0 0 0,0 0 0,1 0 0,0 3 0,1 5 0,0 0 0,5 12 0,-3-11 0,31 87 0,-17-53 0,-3 1 0,15 70 0,-2 14 0,-17-95 0,-8-26 0,0 0 0,2 14 0,-4-22-4,-1 0 0,0 0 0,0 1 0,1-1 0,-1 0 0,0 0 0,1 0 0,0 0 0,-1 0 0,1 0 0,-1 0 0,1 0 0,0 0 0,0 0 0,-1-1 0,1 1 0,0 0 0,0 0 0,2 0 0,-1 0 24,0 0 0,0 0 0,1 0 0,-1 0 0,0-1 0,1 1 0,-1-1 0,0 0 0,3 0 0,4 0-317,0-1 0,0 0 0,-1 0 0,11-3 0,-6 0-6529</inkml:trace>
</inkml:ink>
</file>

<file path=ppt/ink/ink3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6:31.8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75 24575,'-1'-3'0,"1"0"0,-1 0 0,1 0 0,-1 0 0,1 0 0,0 0 0,0 0 0,0-1 0,1 1 0,-1 0 0,1 0 0,-1 0 0,1 0 0,0 0 0,0 1 0,3-5 0,-3 5 0,0 0 0,1 1 0,-1 0 0,1-1 0,-1 1 0,1 0 0,-1-1 0,1 1 0,0 0 0,-1 0 0,1 1 0,0-1 0,0 0 0,0 1 0,0-1 0,0 1 0,0-1 0,0 1 0,0 0 0,0 0 0,0 0 0,0 0 0,0 0 0,0 0 0,0 1 0,2 0 0,4 0 0,0 2 0,0-1 0,-1 1 0,1 0 0,-1 1 0,12 6 0,-14-7 0,-1 0 0,0 0 0,0 1 0,0-1 0,0 1 0,0 0 0,-1 0 0,1 0 0,-1 0 0,0 1 0,3 5 0,-5-7 0,-1 0 0,1-1 0,0 1 0,-1 0 0,0-1 0,1 1 0,-1 0 0,0-1 0,-1 1 0,1 0 0,0 0 0,-1-1 0,1 1 0,-1-1 0,0 1 0,0 0 0,0-1 0,0 1 0,0-1 0,-1 0 0,1 1 0,-1-1 0,0 0 0,-3 3 0,-4 4 0,0 0 0,-1-1 0,-20 14 0,27-20 0,2-2 0,0 1 0,0-1 0,1 1 0,-1-1 0,0 1 0,0 0 0,1-1 0,-1 1 0,0 0 0,1 0 0,-1 0 0,0-1 0,1 1 0,-1 0 0,1 0 0,0 0 0,-1 0 0,1 0 0,0 0 0,-1 0 0,1 0 0,0 0 0,0 0 0,0 1 0,0-1 0,1 0 0,-1 0 0,1 0 0,-1 0 0,1 0 0,-1-1 0,1 1 0,-1 0 0,1-1 0,0 1 0,-1 0 0,1-1 0,0 1 0,0 0 0,0-1 0,-1 0 0,1 1 0,0-1 0,0 1 0,0-1 0,0 0 0,0 0 0,0 1 0,0-1 0,1 0 0,11 2-195,1-1 0,-1 0 0,0-1 0,0-1 0,0 0 0,26-6 0,-26 4-6631</inkml:trace>
</inkml:ink>
</file>

<file path=ppt/ink/ink3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6:33.0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47 24575,'3'-4'0,"0"1"0,0-1 0,1 1 0,0-1 0,-1 1 0,1 0 0,0 1 0,0-1 0,1 1 0,-1-1 0,1 1 0,-1 0 0,1 1 0,5-2 0,-6 2 0,0 0 0,0 0 0,1 0 0,-1 1 0,0 0 0,0 0 0,0 0 0,0 0 0,0 1 0,0-1 0,0 1 0,0 0 0,0 1 0,0-1 0,0 0 0,0 1 0,4 3 0,-5-3 0,0 1 0,0 0 0,-1 0 0,1 0 0,-1 0 0,0 0 0,0 0 0,0 1 0,0-1 0,0 1 0,-1-1 0,1 1 0,-1 0 0,0 0 0,-1-1 0,1 1 0,0 0 0,-1 0 0,0 7 0,0-4 0,0 0 0,-1 0 0,0 0 0,0 0 0,-1 0 0,0 0 0,0 0 0,-1 0 0,1-1 0,-5 7 0,-7 0 0,13-12 0,0 0 0,0-1 0,-1 1 0,1 0 0,0 1 0,0-1 0,0 0 0,0 0 0,0 0 0,-1 3 0,2-4 0,0 1 0,0-1 0,0 0 0,0 1 0,0-1 0,1 0 0,-1 1 0,0-1 0,0 0 0,0 1 0,1-1 0,-1 0 0,0 1 0,0-1 0,1 0 0,-1 0 0,0 1 0,1-1 0,-1 0 0,0 0 0,1 0 0,-1 0 0,0 1 0,1-1 0,-1 0 0,0 0 0,1 0 0,-1 0 0,1 0 0,-1 0 0,0 0 0,1 0 0,-1 0 0,1 0 0,-1 0 0,1 0 0,18 1 0,-18-1 0,15 1 0,128-3 0,-142 2-105,-1-1 0,1 1 0,0 0 0,-1-1 0,1 1 0,-1 0 0,1-1 0,-1 0 0,0 1 0,1-1 0,-1 0 0,2-1 0</inkml:trace>
</inkml:ink>
</file>

<file path=ppt/ink/ink3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6:33.6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 24575,'105'-6'0,"-88"7"0,0 0 0,0 1 0,-1 0 0,21 6 0,-26-4 0,0 1 0,-1 0 0,1 0 0,-1 1 0,-1 0 0,1 1 0,9 8 0,-17-12 0,1-1 0,-1 1 0,0 0 0,0 0 0,0 0 0,0 0 0,-1 0 0,1 0 0,-1 0 0,2 6 0,6 36 0,-5-19 0,8 38 0,3 66 0,-1-17 0,-11-94 0,-2-16 0,0 0 0,0 0 0,-1 0 0,0 0 0,0 0 0,0 0 0,0 5 0,-1-7 0,1 1 0,-1-1 0,1 0 0,-1 1 0,0-1 0,0 1 0,0-1 0,1 0 0,-1 0 0,-1 1 0,1-1 0,0 0 0,0 0 0,0 0 0,-1 0 0,1 0 0,0 0 0,-3 0 0,-3 2-136,0 0-1,0-1 1,0 1-1,0-2 1,-1 1-1,1-1 1,-1 0-1,0-1 0,-12 0 1,7 0-6690</inkml:trace>
</inkml:ink>
</file>

<file path=ppt/ink/ink3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6:34.4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24575,'4'0'0,"0"1"0,0 0 0,-1 1 0,1-1 0,0 0 0,-1 1 0,1 0 0,-1 0 0,4 2 0,37 28 0,-33-24 0,178 113 0,-182-118-1365</inkml:trace>
</inkml:ink>
</file>

<file path=ppt/ink/ink3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6:34.6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149 0 24575,'-14'10'0,"-6"6"0,-1 2 0,3 1 0,1-1 0,5 0 0,3-2 0,2 0 0,1-1 0,2 0 0,0-1 0,-1 0 0,-1 1 0,1-3-8191</inkml:trace>
</inkml:ink>
</file>

<file path=ppt/ink/ink3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6:35.3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177 25 24575,'-23'-6'0,"-40"-9"0,55 13 0,-1 1 0,1 1 0,0 0 0,-1 0 0,-11 1 0,18 0 0,1-1 0,0 0 0,-1 0 0,1 1 0,0-1 0,-1 1 0,1-1 0,0 1 0,0-1 0,0 1 0,0 0 0,-1 0 0,1 0 0,0-1 0,0 1 0,1 0 0,-1 0 0,0 0 0,0 0 0,-1 3 0,1-2 0,1 0 0,-1 0 0,0 0 0,1 0 0,0 0 0,-1 1 0,1-1 0,0 0 0,0 0 0,0 1 0,1 2 0,1 5 0,1 1 0,0-1 0,0 0 0,6 10 0,-8-18 0,7 16 0,44 113 0,-46-112 0,-1 0 0,0 1 0,-2-1 0,0 1 0,-1 21 0,-3-21 0,1-14 0,-1 1 0,1-1 0,0 1 0,2 11 0,-1-17 0,-1 0 0,0 1 0,1-1 0,-1 0 0,1 1 0,-1-1 0,1 0 0,0 0 0,0 0 0,-1 0 0,1 1 0,0-1 0,0 0 0,0 0 0,0-1 0,0 1 0,0 0 0,0 0 0,1 0 0,-1-1 0,0 1 0,0-1 0,1 1 0,-1-1 0,0 1 0,1-1 0,1 1 0,15 1 0,0-1 0,1-1 0,20-2 0,6-1 0,-18 4-46,-18 0-218,0-1 0,1 0 1,-1-1-1,18-2 0,-18 0-6562</inkml:trace>
</inkml:ink>
</file>

<file path=ppt/ink/ink3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6:35.7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24575,'2'10'0,"0"0"0,1 1 0,1-1 0,5 11 0,-6-13 0,0-1 0,1 1 0,0-1 0,1 0 0,-1-1 0,1 1 0,0-1 0,11 10 0,-12-14 0,0 0 0,0 0 0,0 0 0,0-1 0,0 0 0,0 1 0,0-2 0,1 1 0,-1 0 0,0-1 0,5 0 0,50-4 0,-53 4 0,80-15 0,-51 8 120,-32 6-269,0 1 1,-1-1-1,1-1 1,0 1-1,-1 0 1,1 0-1,0-1 1,-1 0-1,4-2 1</inkml:trace>
</inkml:ink>
</file>

<file path=ppt/ink/ink3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6:36.0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24575,'0'24'0,"3"11"0,0 5 0,2-3 0,1-5 0,2-3 0,1-4 0,0-3 0,0-2 0,-1 0 0,1-3 0,-2 0 0,-1-4-8191</inkml:trace>
</inkml:ink>
</file>

<file path=ppt/ink/ink3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6:36.6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24575,'48'5'0,"0"1"0,0 3 0,56 18 0,-88-21 0,-9-4 0,-1 1 0,1-1 0,-1 0 0,1-1 0,7 1 0,-19 21 0,4-8 0,0 1 0,0-1 0,2 1 0,0 0 0,5 25 0,25 76 0,-30-112 0,16 45 0,6 21 0,-21-62 0,0 0 0,0 1 0,-1-1 0,-1 1 0,0 14 0,0-22 0,0 0 0,0 0 0,-1 0 0,1 0 0,-1 0 0,1 0 0,-1-1 0,0 1 0,0 0 0,0 0 0,0-1 0,0 1 0,0 0 0,0-1 0,0 1 0,-1-1 0,1 0 0,-1 1 0,1-1 0,-1 0 0,1 0 0,-1 0 0,0 0 0,0 0 0,1 0 0,-1 0 0,0-1 0,0 1 0,-3 0 0,-5 0 0,0 0 0,-1 0 0,1-1 0,-18-2 0,4 1 0,10 0-1365,1 1-5461</inkml:trace>
</inkml:ink>
</file>

<file path=ppt/ink/ink3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7:26.7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105 17 24575,'3'-1'0,"1"0"0,-1 0 0,0 0 0,0 0 0,1 1 0,-1-1 0,0 1 0,1 0 0,6 0 0,-16 2 0,-7-2 0,0-3 0,0 0 0,1 1 0,-15-1 0,24 2 0,1 1 0,-1 0 0,0 0 0,1 0 0,-1 1 0,0-1 0,1 0 0,-1 1 0,0 0 0,1 0 0,-1 0 0,1 0 0,-1 0 0,1 0 0,-5 4 0,6-3 0,-1-1 0,1 1 0,-1 1 0,1-1 0,0 0 0,0 0 0,0 0 0,0 1 0,0-1 0,1 0 0,-1 1 0,1-1 0,-1 0 0,1 6 0,1 39 0,0-28 0,0 5 0,-1-5 0,1 0 0,1 0 0,4 22 0,-3-24 0,-1 1 0,0-1 0,-2 0 0,-1 21 0,0-20 0,1 1 0,1-1 0,4 31 0,5 1 0,-7-27 0,1-1 0,8 21 0,-6-25 0,-2 0 0,0 0 0,3 35 0,-4 56 0,-4-88 0,2-10 0,0-1 0,5 21 0,-4-19 0,0-1 0,1 15 0,4 36 0,-3-43 0,0 30 0,-4-15 0,-1-14 0,1 0 0,1-1 0,7 38 0,7 29 0,-15-85 0,6 24 0,-1-1 0,-1 1 0,1 38 0,-5-39 0,-2-1 0,-5 32 0,3-29 0,1-1 0,2 1 0,0-1 0,4 32 0,4-10 0,-4-29 0,2 32 0,-4-23 0,7 35 0,-6-50 0,13 89 0,-3 0 0,-8-66 0,-1 0 0,-4 63 0,0-35 0,1-53 0,-1 20 0,2 0 0,8 45 0,6 28 0,-8-17 0,0-4 0,-1 2 0,2 8 0,-3-45 0,-2 0 0,-4 58 0,0-29 0,1-58 0,0 13 0,-1 0 0,-7 47 0,4-50 0,2 1 0,1 55 0,2-37 0,0-33 0,0 0 0,5 17 0,-4-15 0,3 24 0,-4-19 0,5 20 0,-3-22 0,2 30 0,-6 28 0,1 57 0,7-82 0,-3-33 0,0 31 0,-5 166 0,1-198 0,-7 31 0,4-30 0,-1 24 0,4 160 0,1-188 0,0-1 0,4 17 0,-2-15 0,2 24 0,-3-22 0,0 0 0,2 1 0,0-1 0,1-1 0,12 31 0,-13-34 0,-1-1 0,-1 1 0,0 0 0,-1 0 0,-1 0 0,-2 28 0,1-2 0,0-28 0,1 15 0,0-25 0,0-1 0,0 1 0,0-1 0,0 0 0,1 1 0,-1-1 0,0 1 0,1-1 0,-1 0 0,1 1 0,0-1 0,-1 0 0,3 3 0,-3-4 0,1 0 0,0 1 0,-1-1 0,1 0 0,0 1 0,0-1 0,-1 0 0,1 0 0,0 1 0,0-1 0,-1 0 0,1 0 0,0 0 0,0 0 0,-1 0 0,1 0 0,0 0 0,0-1 0,-1 1 0,1 0 0,1-1 0,20-8 0,-8 3 0,-8 5-21,-1 1 0,1-1 1,-1 1-1,1 0 0,0 1 0,-1-1 0,1 1 0,5 2 0,3 0-1156,-1-1-5649</inkml:trace>
</inkml:ink>
</file>

<file path=ppt/ink/ink3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8:20.7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279 101 24575,'24'-25'0,"-15"15"0,1-1 0,1 1 0,-1 1 0,16-11 0,-22 18 0,0 0 0,-1 0 0,1 0 0,0 0 0,0 1 0,0 0 0,0 0 0,0 0 0,0 0 0,1 1 0,-1-1 0,0 1 0,0 0 0,0 1 0,1-1 0,-1 0 0,0 1 0,0 0 0,4 2 0,3 1 0,-1 0 0,1 0 0,-1 1 0,-1 1 0,1 0 0,-1 0 0,0 1 0,0 0 0,-1 0 0,0 1 0,0 0 0,-1 1 0,0 0 0,6 10 0,-4-5 0,-1-1 0,-1 1 0,0 1 0,-1-1 0,-1 1 0,0 0 0,-1 0 0,0 0 0,-1 1 0,-1 0 0,0 25 0,-2-38 0,0 0 0,0-1 0,-1 1 0,1 0 0,-1-1 0,0 1 0,0-1 0,1 1 0,-2-1 0,1 1 0,0-1 0,0 0 0,-1 1 0,0-1 0,1 0 0,-4 2 0,2-1 0,0 0 0,-1-1 0,1 1 0,-1-1 0,0 0 0,0 0 0,0-1 0,0 1 0,-6 1 0,-3-1 0,0 0 0,0 0 0,0-1 0,0-1 0,-22-2 0,-7-5 0,1-1 0,0-2 0,1-2 0,-52-22 0,60 21 0,-45-25 0,64 30 0,0-1 0,0 0 0,1 0 0,0-1 0,-18-21 0,26 26 0,0 0 0,1-1 0,-1 1 0,1-1 0,0 0 0,1 0 0,-1 0 0,1 0 0,0-1 0,-1-11 0,2 15 0,1 0 0,0 0 0,0 0 0,0 0 0,0 0 0,0 0 0,1 0 0,-1 0 0,1 0 0,0 0 0,0 0 0,0 1 0,0-1 0,0 0 0,1 0 0,-1 1 0,1-1 0,0 1 0,-1-1 0,1 1 0,0 0 0,1 0 0,-1 0 0,0 0 0,4-2 0,7-3-1365,-1 2-5461</inkml:trace>
</inkml:ink>
</file>

<file path=ppt/ink/ink3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7:09.2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 84 24575,'0'-9'0,"-1"6"0,1 1 0,0 0 0,0-1 0,0 1 0,0-1 0,0 1 0,0 0 0,1-1 0,-1 1 0,1-1 0,1-2 0,-2 5 0,0 0 0,1 0 0,-1 0 0,0 0 0,0 0 0,1 0 0,-1 0 0,0 0 0,0 0 0,1 0 0,-1 0 0,0 0 0,0 1 0,1-1 0,-1 0 0,0 0 0,0 0 0,1 0 0,-1 0 0,0 1 0,0-1 0,0 0 0,0 0 0,1 0 0,-1 1 0,0-1 0,0 0 0,0 0 0,0 0 0,0 1 0,1-1 0,-1 0 0,0 0 0,0 1 0,0-1 0,0 0 0,0 0 0,0 1 0,0-1 0,0 1 0,5 14 0,-4-13 0,1 5 0,35 90 0,-32-88 0,-1 0 0,1-1 0,0 0 0,1 0 0,-1 0 0,2-1 0,-1 0 0,12 10 0,-13-14 0,0 0 0,-1 0 0,1-1 0,0 1 0,1-1 0,-1 0 0,0-1 0,0 1 0,1-1 0,-1 0 0,1-1 0,-1 1 0,1-1 0,-1 0 0,1 0 0,7-2 0,-9 1 0,0 1 0,-1-1 0,1 0 0,-1 0 0,1-1 0,-1 1 0,0-1 0,1 0 0,-1 1 0,0-2 0,0 1 0,0 0 0,0 0 0,-1-1 0,1 0 0,-1 1 0,1-1 0,-1 0 0,0 0 0,0-1 0,0 1 0,-1 0 0,1 0 0,-1-1 0,2-3 0,0-11 0,-1 0 0,0 0 0,-2 0 0,-1-27 0,-1 9 0,2 30 0,0-1 0,0 0 0,-1 0 0,0 1 0,-1-1 0,-3-10 0,5 17 0,0 0 0,0 0 0,0 0 0,0 0 0,0 0 0,0 0 0,0 0 0,0-1 0,0 1 0,0 0 0,0 0 0,0 0 0,0 0 0,0 0 0,0 0 0,0 0 0,0 0 0,0 0 0,0 0 0,0 0 0,0 0 0,0 0 0,0 0 0,0 0 0,0 0 0,0-1 0,0 1 0,0 0 0,0 0 0,0 0 0,-1 0 0,1 0 0,0 0 0,0 0 0,0 0 0,0 0 0,0 0 0,0 0 0,0 0 0,0 0 0,0 0 0,0 0 0,0 0 0,0 0 0,0 0 0,0 0 0,-1 0 0,1 0 0,0 0 0,0 0 0,0 0 0,0 0 0,0 0 0,0 0 0,0 0 0,0 0 0,0 0 0,0 0 0,0 1 0,0-1 0,0 0 0,0 0 0,-2 6 0,0 10 0,2 2 0,1 1 0,1-1 0,1 0 0,0 1 0,12 31 0,40 87 0,-18-51 0,-12-23 0,45 128 0,-62-152 0,-7-36 0,-1 0 0,0 0 0,1 0 0,-1 0 0,-1 0 0,1 0 0,0 0 0,-1 0 0,1-1 0,-1 1 0,-1 3 0,1-5 0,1 0 0,-1-1 0,1 1 0,-1 0 0,0-1 0,0 1 0,1-1 0,-1 1 0,0-1 0,0 1 0,0-1 0,1 0 0,-1 0 0,0 1 0,0-1 0,0 0 0,0 0 0,0 0 0,0 0 0,1 0 0,-1 0 0,0 0 0,0 0 0,0 0 0,0 0 0,0 0 0,0-1 0,0 1 0,1 0 0,-1-1 0,0 1 0,0 0 0,-1-2 0,-30-17 0,29 17 0,-10-6 0,-17-12 0,0-1 0,1-2 0,-45-45 0,72 67 0,1-1 0,-1 0 0,1 0 0,-1 0 0,1 0 0,0 0 0,0 0 0,0 0 0,0 0 0,0 0 0,1 0 0,-1-1 0,1 1 0,-1 0 0,1-1 0,0 1 0,0 0 0,0-1 0,0 1 0,1-4 0,-1 4 0,1 0 0,0 0 0,0 0 0,0 0 0,0 0 0,1 0 0,-1 0 0,0 0 0,1 1 0,0-1 0,-1 0 0,1 1 0,0-1 0,0 1 0,-1 0 0,1 0 0,0 0 0,0 0 0,0 0 0,1 0 0,2-1 0,8-1-43,1 1 0,0 0-1,-1 1 1,1 0 0,25 3-1,-15-1-1061,-4-1-5721</inkml:trace>
</inkml:ink>
</file>

<file path=ppt/ink/ink3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7:10.1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248 12 24575,'-47'-5'0,"19"2"0,0 0 0,0 2 0,-52 5 0,78-4 0,0 0 0,0 0 0,0 1 0,1-1 0,-1 1 0,0-1 0,0 1 0,1 0 0,-1 0 0,0 0 0,1 0 0,-1 0 0,1 0 0,-1 0 0,1 0 0,0 0 0,-1 1 0,1-1 0,0 1 0,-2 2 0,3-3 0,0 1 0,-1-1 0,1 1 0,0-1 0,0 1 0,0-1 0,0 1 0,0-1 0,0 1 0,0-1 0,0 1 0,1 0 0,-1-1 0,1 1 0,-1-1 0,1 0 0,-1 1 0,1-1 0,0 1 0,0-1 0,0 0 0,0 0 0,0 1 0,1 0 0,10 12 0,20 16 0,-22-21 0,-1 0 0,1 1 0,-1 0 0,12 18 0,-8-4 0,-1 0 0,-1 0 0,-1 1 0,-1 1 0,7 35 0,17 72 0,-33-130 0,2 5 0,0 1 0,0 0 0,1 0 0,4 9 0,-6-16 0,0 0 0,0 0 0,0 0 0,1 0 0,-1 0 0,1 0 0,-1-1 0,1 1 0,-1-1 0,1 1 0,0-1 0,0 0 0,0 1 0,0-1 0,0 0 0,0 0 0,0-1 0,0 1 0,0 0 0,0-1 0,5 2 0,18-1 0,1 0 0,39-5 0,-60 4-170,-1-1-1,1 1 0,-1-1 1,1-1-1,-1 1 0,1-1 1,3-2-1,2-1-6655</inkml:trace>
</inkml:ink>
</file>

<file path=ppt/ink/ink3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7:10.5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 63 24575,'10'-6'0,"49"-28"0,-51 29 0,0 2 0,0-1 0,1 1 0,0 1 0,10-3 0,-16 5 0,1 0 0,-1 0 0,0 0 0,0 0 0,0 1 0,0-1 0,0 1 0,0 0 0,0 0 0,0 0 0,0 0 0,0 1 0,-1-1 0,1 1 0,0-1 0,-1 1 0,1 0 0,-1 0 0,0 0 0,0 1 0,1-1 0,-1 0 0,2 5 0,4 5 0,0 1 0,0 1 0,8 20 0,-12-24 0,0-1 0,-1 0 0,0 0 0,0 0 0,-1 1 0,0-1 0,-1 1 0,0-1 0,0 1 0,-2 11 0,1-20 0,0 0 0,0 1 0,0-1 0,-1 0 0,1 1 0,-1-1 0,1 0 0,-1 0 0,1 1 0,-1-1 0,0 0 0,1 0 0,-1 0 0,0 0 0,0 0 0,0 0 0,0 0 0,0 0 0,0 0 0,0 0 0,-2 0 0,1 0 0,-1 1 0,0-1 0,0 0 0,0-1 0,0 1 0,1 0 0,-1-1 0,0 0 0,-4 0 0,-3 0 0,1-1 0,-1 0 0,1-1 0,0 0 0,-12-4 0,1-1 0,0-2 0,1 0 0,1-2 0,0 0 0,-33-26 0,49 35 0,0 1 0,0 0 0,1-1 0,-1 1 0,1-1 0,0 0 0,-1 1 0,1-1 0,0 0 0,0 0 0,0 0 0,0 0 0,0 0 0,1 0 0,-1 0 0,1 0 0,-1 0 0,1 0 0,0-1 0,-1 1 0,1 0 0,1-4 0,-1 4 0,1 0 0,0-1 0,0 1 0,0 0 0,0 0 0,1 0 0,-1 0 0,0 0 0,1 0 0,0 0 0,-1 0 0,1 1 0,0-1 0,0 1 0,0-1 0,0 1 0,0 0 0,0-1 0,0 1 0,3-1 0,47-13-1365,-40 11-5461</inkml:trace>
</inkml:ink>
</file>

<file path=ppt/ink/ink3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7:11.1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33 24575,'1'0'0,"34"-10"0,1 2 0,40-4 0,-65 10 0,0 2 0,1 0 0,-1 0 0,0 1 0,1 1 0,-1-1 0,0 2 0,0 0 0,0 0 0,0 1 0,11 6 0,-14-7 0,-1 1 0,0 1 0,-1-1 0,1 1 0,-1 0 0,0 1 0,0 0 0,0 0 0,7 11 0,-9-11 0,-1 0 0,1 0 0,-1 1 0,-1-1 0,1 1 0,-1 0 0,-1 0 0,1 0 0,-1 0 0,0 0 0,-1 9 0,-1 66 0,1 39 0,1-113 0,0-1 0,1 0 0,0 1 0,0-1 0,0 0 0,1 0 0,0-1 0,1 1 0,-1-1 0,1 1 0,1-1 0,-1 0 0,1 0 0,6 6 0,-8-9 0,0 0 0,0 0 0,-1 0 0,0 1 0,1 0 0,-1-1 0,0 1 0,1 4 0,-3-7 0,1 1 0,-1-1 0,0 0 0,0 0 0,0 0 0,0 1 0,0-1 0,0 0 0,0 0 0,0 0 0,-1 1 0,1-1 0,0 0 0,-1 0 0,1 0 0,-1 0 0,1 0 0,-1 1 0,1-1 0,-1 0 0,0 0 0,0-1 0,1 1 0,-1 0 0,0 0 0,0 0 0,0 0 0,0-1 0,0 1 0,0 0 0,0-1 0,-2 1 0,-10 6 12,-1-2-1,0 0 1,0 0 0,-28 4-1,-5 2-1434,34-7-5403</inkml:trace>
</inkml:ink>
</file>

<file path=ppt/ink/ink3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7:12.3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24575,'0'13'0,"0"0"0,1-1 0,1 1 0,0 0 0,1-1 0,6 18 0,-7-24 0,1 0 0,-1-1 0,1 1 0,1-1 0,-1 0 0,1 0 0,-1 0 0,1-1 0,1 1 0,-1-1 0,1 0 0,-1 0 0,1 0 0,0-1 0,9 5 0,-9-6 0,0 1 0,1-1 0,0 0 0,-1-1 0,1 1 0,0-1 0,0 0 0,0 0 0,9-1 0,-13 0 0,1 0 0,-1-1 0,0 1 0,0-1 0,0 1 0,0-1 0,0 0 0,0 0 0,0 1 0,0-2 0,0 1 0,0 0 0,0 0 0,-1-1 0,1 1 0,-1 0 0,1-1 0,-1 0 0,1 1 0,-1-1 0,0 0 0,0 0 0,0 0 0,0 0 0,0 0 0,0 0 0,0 0 0,-1 0 0,2-3 0,0-8 0,-1 1 0,0-1 0,-1 0 0,-1-21 0,-1 4 0,2 26 0,0 2 0,0 0 0,0 0 0,0 1 0,0-1 0,0 0 0,0 0 0,-1 0 0,1 0 0,-1 0 0,1 1 0,-1-1 0,0 0 0,-1-3 0,2 5 0,-1 0 0,1 0 0,0 0 0,0 0 0,0 0 0,0 0 0,-1 0 0,1 0 0,0 0 0,0 0 0,0 0 0,0 0 0,-1 0 0,1 0 0,0 1 0,0-1 0,0 0 0,0 0 0,-1 0 0,1 0 0,0 0 0,0 0 0,0 0 0,0 0 0,0 1 0,-1-1 0,1 0 0,0 0 0,0 0 0,0 0 0,0 0 0,0 1 0,0-1 0,0 0 0,0 0 0,0 0 0,0 0 0,0 1 0,-1-1 0,1 0 0,0 0 0,0 0 0,0 1 0,0-1 0,0 0 0,1 0 0,-1 0 0,0 1 0,-2 9 0,4 14 0,0 0 0,2-1 0,1 1 0,13 37 0,-13-44 0,58 145 0,-2-7 0,-58-148 0,-1 1 0,-1 0 0,1 0 0,-1 13 0,-1-19 0,0-1 0,0 0 0,0 1 0,0-1 0,0 0 0,0 0 0,-1 0 0,1 1 0,-1-1 0,1 0 0,-1 0 0,1 0 0,-1 0 0,1 0 0,-1 0 0,-1 2 0,1-3 0,0 1 0,0-1 0,0 1 0,0-1 0,0 0 0,0 1 0,0-1 0,0 0 0,0 0 0,0 0 0,0 1 0,0-1 0,0 0 0,0 0 0,0-1 0,0 1 0,0 0 0,0 0 0,0 0 0,0-1 0,0 1 0,0-1 0,-1 0 0,-4-2 0,0 0 0,0 0 0,0-1 0,0 0 0,1 0 0,0 0 0,-6-6 0,-32-39 0,33 37 0,5 6 0,1 1 0,0-1 0,0 0 0,1-1 0,-1 1 0,1 0 0,-2-8 0,5 12 0,-1 1 0,1 0 0,-1-1 0,1 1 0,0-1 0,-1 1 0,1 0 0,0-1 0,0 1 0,0-1 0,0 1 0,1-1 0,-1 1 0,0-1 0,1 1 0,-1 0 0,0-1 0,1 1 0,0 0 0,-1-1 0,1 1 0,0 0 0,0 0 0,-1-1 0,1 1 0,0 0 0,0 0 0,0 0 0,0 0 0,1 0 0,-1 1 0,0-1 0,0 0 0,1 0 0,-1 1 0,0-1 0,1 1 0,-1-1 0,0 1 0,1-1 0,1 1 0,9-2-92,0 1-1,0 0 0,22 2 1,-21 0-903,1-1-5831</inkml:trace>
</inkml:ink>
</file>

<file path=ppt/ink/ink3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7:13.1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71 16 24575,'-2'-12'0,"2"11"0,0 1 0,0 0 0,0 0 0,0 0 0,0 0 0,0 0 0,0-1 0,0 1 0,0 0 0,0 0 0,0 0 0,0 0 0,0 0 0,0 0 0,0 0 0,1-1 0,-1 1 0,0 0 0,0 0 0,0 0 0,0 0 0,0 0 0,0 0 0,0 0 0,1 0 0,-1 0 0,0 0 0,0 0 0,0 0 0,0 0 0,0 0 0,0 0 0,1 0 0,-1 0 0,0 0 0,0 0 0,0 0 0,0 0 0,1 0 0,0 0 0,0 1 0,0-1 0,0 1 0,0 0 0,0 0 0,0-1 0,0 1 0,-1 0 0,1 0 0,0 0 0,0 0 0,-1 0 0,1 0 0,1 2 0,-1-1 0,0 1 0,0-1 0,0 1 0,0-1 0,0 1 0,0-1 0,-1 1 0,1 0 0,-1-1 0,0 1 0,0 0 0,0-1 0,0 1 0,0 0 0,-2 3 0,2-4 0,-1 0 0,0-1 0,1 1 0,-1 0 0,0-1 0,0 1 0,0-1 0,0 0 0,0 1 0,-1-1 0,1 0 0,0 0 0,-1 0 0,1 0 0,-1 0 0,1 0 0,-1 0 0,1 0 0,-1 0 0,0-1 0,1 1 0,-1-1 0,0 1 0,-2-1 0,-12 3 0,13-3 0,-1 0 0,0 1 0,1-1 0,-1 1 0,1 0 0,0 0 0,-6 3 0,8-4 0,0 1 0,1 0 0,-1-1 0,0 1 0,0 0 0,1 0 0,-1-1 0,1 1 0,-1 0 0,1 0 0,-1 0 0,1 0 0,0 0 0,-1 0 0,1 0 0,0 0 0,0 0 0,0 0 0,0 0 0,-1 0 0,2 0 0,-1 0 0,0 0 0,0 0 0,0 0 0,0 0 0,0 0 0,1 0 0,-1 0 0,0-1 0,1 1 0,-1 0 0,1 1 0,29 67 0,5 14 0,-31-70 0,0-1 0,-1 1 0,0 0 0,1 26 0,-6 30 0,1-38 0,3 33 0,-2-60 0,0 0 0,1 0 0,-1-1 0,1 1 0,0 0 0,1-1 0,-1 1 0,0-1 0,1 1 0,0-1 0,0 0 0,0 0 0,3 4 0,-3-5 0,1 0 0,-1 0 0,0 0 0,1-1 0,-1 1 0,1-1 0,0 1 0,0-1 0,-1 0 0,1 0 0,0 0 0,0-1 0,0 1 0,0 0 0,0-1 0,5 0 0,5 1-151,1-1-1,0-1 0,-1 0 0,1 0 1,0-1-1,-1-1 0,0-1 1,19-6-1,-24 6-6674</inkml:trace>
</inkml:ink>
</file>

<file path=ppt/ink/ink3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7:13.4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24575,'0'15'0,"3"9"0,0 4 0,3-1 0,-1-3 0,3-2 0,-1-3 0,1-2 0,1-2 0,0-1 0,0 0 0,-1 0 0,1-2 0</inkml:trace>
</inkml:ink>
</file>

<file path=ppt/ink/ink3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7:13.9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24575,'142'5'0,"-116"-2"0,-1 0 0,1 2 0,35 12 0,-48-13 0,-9-3 0,-1 0 0,0 0 0,0 0 0,0 0 0,-1 0 0,6 3 0,-8-3 0,1 0 0,0 0 0,0 0 0,0-1 0,-1 1 0,1 0 0,-1 0 0,1 0 0,0 0 0,-1 0 0,0 0 0,1 0 0,-1 0 0,0 0 0,1 1 0,-1-1 0,0 0 0,0 0 0,0 0 0,0 0 0,0 0 0,0 0 0,0 2 0,-2 14 0,2 1 0,0 0 0,1-1 0,7 31 0,22 69 0,-10-44 0,11 18 0,-8-28 0,-23-61 0,1-1 0,-1 1 0,1 0 0,-1 0 0,0-1 0,1 1 0,-1 0 0,0 0 0,0 0 0,0-1 0,-1 1 0,1 0 0,0 0 0,-1 0 0,1-1 0,-1 1 0,1 0 0,-1-1 0,-1 3 0,1-2 0,-1-1 0,1 1 0,-1 0 0,0-1 0,0 1 0,1-1 0,-1 0 0,0 0 0,0 0 0,-1 0 0,1 0 0,0 0 0,0 0 0,-4 0 0,-13 4-682,-24 3-1,27-6-6143</inkml:trace>
</inkml:ink>
</file>

<file path=ppt/ink/ink3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7:15.2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5 24575,'2'9'0,"4"8"0,0 0 0,0 0 0,2-1 0,13 22 0,-19-34 0,0-1 0,1 1 0,0-1 0,0 0 0,0 0 0,0 0 0,0 0 0,1 0 0,-1-1 0,1 1 0,0-1 0,-1 0 0,1 0 0,0-1 0,0 1 0,1-1 0,-1 0 0,0 0 0,0 0 0,0 0 0,1-1 0,-1 0 0,0 0 0,5 0 0,-7 0 0,0-1 0,0 1 0,0-1 0,0 1 0,0-1 0,0 0 0,0 0 0,0 0 0,0 0 0,0 0 0,-1 0 0,1-1 0,0 1 0,-1 0 0,1-1 0,-1 1 0,1-1 0,-1 0 0,0 1 0,0-1 0,0 0 0,0 0 0,0 0 0,0 0 0,0 0 0,-1 0 0,1 0 0,-1 0 0,1-2 0,1-8 0,-1 0 0,-1 0 0,1 1 0,-3-14 0,2 10 0,0 10 0,0 3 0,0 0 0,0 0 0,0 0 0,0-1 0,-1 1 0,1 0 0,0 0 0,-1 0 0,0 0 0,1 0 0,-1 0 0,0 0 0,-1-2 0,2 4 0,-1 0 0,1 0 0,0 0 0,0 0 0,0 0 0,-1 0 0,1 0 0,0 0 0,0 0 0,0 0 0,0 0 0,-1 0 0,1 0 0,0 0 0,0 0 0,0 0 0,-1 0 0,1 0 0,0 1 0,0-1 0,0 0 0,0 0 0,-1 0 0,1 0 0,0 0 0,0 0 0,0 1 0,0-1 0,0 0 0,0 0 0,-1 0 0,1 0 0,0 1 0,0-1 0,0 0 0,0 0 0,0 0 0,0 1 0,0-1 0,0 0 0,0 0 0,0 0 0,0 0 0,0 1 0,0-1 0,0 0 0,0 0 0,0 0 0,0 1 0,-2 11 0,2 1 0,0 1 0,0-1 0,1 1 0,1-1 0,6 24 0,25 64 0,41 71 0,-15-39 0,-58-130 0,1 0 0,-1-1 0,-1 1 0,1 0 0,0 0 0,-1 0 0,1 0 0,-1 0 0,0 6 0,0-8 0,0 0 0,-1 0 0,1 0 0,-1 0 0,1 0 0,0 0 0,-1 0 0,0 0 0,1 0 0,-1-1 0,0 1 0,1 0 0,-1 0 0,0 0 0,0-1 0,0 1 0,1 0 0,-1-1 0,0 1 0,0-1 0,0 1 0,0-1 0,0 0 0,0 1 0,0-1 0,0 0 0,0 0 0,0 1 0,-1-1 0,0 0 0,-4 1 0,-1-1 0,0 0 0,1 0 0,-1-1 0,1 1 0,-1-1 0,1-1 0,-1 1 0,1-1 0,-1 0 0,1-1 0,0 1 0,0-1 0,1 0 0,-11-8 0,11 8 0,1 0 0,1-1 0,-1 0 0,0 1 0,1-1 0,0 0 0,0-1 0,0 1 0,0 0 0,1-1 0,-1 0 0,1 1 0,0-1 0,1 0 0,-1 0 0,1 0 0,0 0 0,0-1 0,1 1 0,-1-9 0,2 12 4,-1 0-1,0 0 0,0-1 1,1 1-1,-1 0 0,1 0 1,0 0-1,0 0 0,0-1 1,0 1-1,0 0 1,0 1-1,0-1 0,1 0 1,-1 0-1,1 0 0,-1 1 1,1-1-1,0 1 0,0-1 1,0 1-1,-1 0 1,4-2-1,3 0-128,0 0 0,0 0 0,1 1 0,14-3 0,-7 2-696,-3 0-6005</inkml:trace>
</inkml:ink>
</file>

<file path=ppt/ink/ink3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7:16.0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142 0 24575,'0'8'0,"0"-1"0,-1 0 0,0 0 0,0 0 0,-1 0 0,1 0 0,-2 0 0,-4 12 0,4-15 0,1 0 0,-1 0 0,1 0 0,-1-1 0,0 1 0,0-1 0,-1 0 0,1 1 0,-1-1 0,0-1 0,1 1 0,-1-1 0,0 1 0,-7 2 0,5-3 0,-27 9 0,32-11 0,-1 1 0,1-1 0,-1 0 0,0 0 0,1 0 0,-1 0 0,1 0 0,-1 0 0,0-1 0,1 1 0,-1 0 0,1-1 0,-1 1 0,1-1 0,-1 0 0,1 1 0,0-1 0,-2-1 0,9 13 0,-1 0 0,0 0 0,7 23 0,-3 0 0,-2 0 0,6 61 0,-9-55 0,15 66 0,-15-95 0,20 69 0,-20-68 0,1 0 0,1 0 0,-1-1 0,12 15 0,-16-24-29,1 1-1,-1-1 0,1 0 1,0 0-1,0-1 0,0 1 1,0 0-1,0-1 0,0 1 0,0-1 1,0 1-1,1-1 0,-1 0 1,0 0-1,1 0 0,-1-1 1,1 1-1,-1 0 0,1-1 1,0 0-1,-1 1 0,1-1 1,-1 0-1,1 0 0,0-1 1,-1 1-1,1-1 0,-1 1 1,1-1-1,-1 0 0,1 0 0,-1 0 1,1 0-1,-1 0 0,0 0 1,0-1-1,0 1 0,0-1 1,0 1-1,0-1 0,0 0 1,0 0-1,0 0 0,-1 0 1,3-4-1,1-3-6796</inkml:trace>
</inkml:ink>
</file>

<file path=ppt/ink/ink3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7:16.5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16 24575,'17'-5'0,"1"2"0,0 0 0,0 1 0,23 0 0,-34 2 0,-1 0 0,0 1 0,0-1 0,0 2 0,0-1 0,0 0 0,0 1 0,-1 0 0,1 1 0,-1-1 0,1 1 0,-1 0 0,0 0 0,0 1 0,0-1 0,6 7 0,-9-7 0,0 0 0,1 0 0,-1 0 0,-1 0 0,1 0 0,0 1 0,-1-1 0,0 1 0,1-1 0,-1 1 0,-1 0 0,1-1 0,-1 1 0,1 0 0,-1-1 0,0 1 0,0 0 0,-1 0 0,1-1 0,-2 7 0,-2 2 0,1 0 0,-2 0 0,0 0 0,-10 18 0,14-29 0,0 0 0,1-1 0,-1 1 0,1 0 0,-1-1 0,1 1 0,0 0 0,-1 0 0,1 0 0,0 0 0,-1-1 0,1 1 0,0 0 0,0 0 0,0 0 0,0 0 0,0 0 0,0 0 0,0-1 0,0 1 0,0 0 0,0 0 0,1 0 0,-1 0 0,0 0 0,1-1 0,-1 1 0,0 0 0,1 0 0,-1-1 0,2 2 0,-1-1 0,0 0 0,1-1 0,-1 1 0,1-1 0,0 1 0,-1-1 0,1 0 0,-1 1 0,1-1 0,0 0 0,-1 0 0,1 0 0,-1 0 0,1-1 0,0 1 0,2-1 0,40-9-1365,-31 5-5461</inkml:trace>
</inkml:ink>
</file>

<file path=ppt/ink/ink3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7:17.1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 24575,'43'-2'0,"-1"2"0,1 2 0,80 13 0,-121-15 0,-1 1 0,1-1 0,0 1 0,-1 0 0,1-1 0,0 1 0,-1 0 0,1 0 0,-1 0 0,1 0 0,-1 0 0,0 0 0,1 1 0,-1-1 0,0 0 0,0 1 0,0-1 0,0 1 0,0-1 0,0 1 0,0 0 0,1 2 0,0 4 0,1 0 0,-2 0 0,3 15 0,-1-1 0,30 96 0,-18-71 0,12 73 0,-23-89 0,2 1 0,17 56 0,-23-88 0,1 1 0,-1 0 0,0 0 0,0-1 0,1 1 0,-1 0 0,0 0 0,0-1 0,0 1 0,0 0 0,0 0 0,0 0 0,0-1 0,-1 1 0,1 0 0,0 0 0,0-1 0,0 1 0,-1 0 0,1 0 0,0-1 0,-1 1 0,1 0 0,-1-1 0,1 1 0,-1 0 0,1-1 0,-1 1 0,1-1 0,-1 1 0,0-1 0,1 1 0,-1-1 0,0 0 0,0 1 0,-4 1 0,1 0 0,-1 0 0,0-1 0,-8 2 0,-1 0 0,-113 44-1365,111-40-5461</inkml:trace>
</inkml:ink>
</file>

<file path=ppt/ink/ink3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7:18.5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 0 24575,'0'0'0,"-1"0"0,1 0 0,0 0 0,0 0 0,-1 0 0,1 0 0,0 0 0,0 0 0,-1 0 0,1 0 0,0 1 0,0-1 0,0 0 0,-1 0 0,1 0 0,0 0 0,0 0 0,0 0 0,-1 1 0,1-1 0,0 0 0,0 0 0,0 0 0,0 1 0,0-1 0,-1 0 0,1 0 0,0 0 0,0 1 0,0-1 0,0 0 0,0 0 0,0 1 0,1 10 0,8 10 0,35 44 0,-14-22 0,-25-36 0,0 0 0,0-1 0,1 1 0,-1-1 0,1 0 0,0-1 0,1 0 0,0 0 0,7 5 0,-12-9 0,1 0 0,-1 0 0,0 0 0,0 0 0,0 0 0,0-1 0,1 1 0,-1-1 0,0 1 0,1-1 0,-1 0 0,0 0 0,1 0 0,-1 0 0,0 0 0,1-1 0,-1 1 0,0-1 0,0 1 0,1-1 0,-1 0 0,0 0 0,0 0 0,0 0 0,0 0 0,0-1 0,0 1 0,0-1 0,-1 1 0,1-1 0,0 1 0,-1-1 0,1 0 0,-1 0 0,0 0 0,2-3 0,1-2 0,0 0 0,-1 0 0,0 0 0,-1 0 0,1 0 0,-2-1 0,1 1 0,1-13 0,-2-5 0,-2-33 0,0 36 0,2 48 0,1 0 0,1 1 0,11 46 0,7-6 0,31 114 0,-44-146 0,-2-1 0,-1 2 0,0 45 0,-5-77 0,0-1 0,0 1 0,0 0 0,-1-1 0,0 1 0,1 0 0,-2-1 0,1 1 0,0-1 0,-1 1 0,1-1 0,-4 5 0,4-6 0,-1 0 0,0-1 0,0 1 0,0 0 0,0 0 0,0-1 0,0 1 0,0-1 0,0 0 0,-1 0 0,1 0 0,-1 0 0,1 0 0,0 0 0,-1-1 0,0 1 0,1-1 0,-4 1 0,-1-1 0,0 1 0,-1-1 0,1-1 0,0 1 0,0-1 0,0 0 0,-8-3 0,11 2 0,0 1 0,0-1 0,0 0 0,0 0 0,0-1 0,0 1 0,1-1 0,-1 1 0,1-1 0,0-1 0,0 1 0,-5-6 0,-7-12 0,7 12 0,1-1 0,0 0 0,-5-12 0,10 19 0,1 0 0,0 0 0,-1 0 0,1-1 0,1 1 0,-1 0 0,0-1 0,1 1 0,0-1 0,0 1 0,0 0 0,0-1 0,0 1 0,1-1 0,1-4 0,-1 6 0,0-1 0,1 1 0,-1 0 0,1-1 0,-1 1 0,1 0 0,0 0 0,0 0 0,0 1 0,0-1 0,0 0 0,0 1 0,0-1 0,0 1 0,1 0 0,-1 0 0,1 0 0,-1 0 0,1 0 0,3 0 0,4-2 0,1 1 0,0 0 0,16-1 0,-8 3-1365,-4 0-5461</inkml:trace>
</inkml:ink>
</file>

<file path=ppt/ink/ink3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7:19.4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239 28 24575,'-31'-6'0,"-14"-2"0,-76-6 0,93 16 0,16 4 0,12-6 0,0 0 0,0 0 0,0 1 0,-1-1 0,1 0 0,0 0 0,0 1 0,0-1 0,0 0 0,0 1 0,0-1 0,-1 0 0,1 1 0,0-1 0,0 0 0,0 1 0,0-1 0,0 0 0,0 1 0,0-1 0,0 0 0,1 0 0,-1 1 0,0-1 0,0 0 0,0 1 0,0-1 0,0 0 0,0 1 0,1-1 0,-1 1 0,7 13 0,0 0 0,-2 0 0,0 1 0,0 0 0,-1 1 0,3 28 0,-3-17 0,9 26 0,63 136 0,-12-37 0,-61-141 0,0 0 0,-1 1 0,0-1 0,0 22 0,-1-17 0,-1-15 0,0 0 0,0 0 0,0 0 0,0 0 0,1-1 0,-1 1 0,0 0 0,0 0 0,0 0 0,1 0 0,-1 0 0,1-1 0,-1 1 0,0 0 0,1 0 0,0-1 0,-1 1 0,1 0 0,-1-1 0,1 1 0,0 0 0,-1-1 0,1 1 0,0-1 0,0 1 0,-1-1 0,1 1 0,0-1 0,0 0 0,0 1 0,0-1 0,-1 0 0,1 0 0,0 0 0,0 0 0,0 0 0,0 0 0,0 0 0,0 0 0,1 0 0,5-1 0,-1-1 0,1 1 0,-1-1 0,11-5 0,-1 1 0,-3 2-87,30-12-1191,-33 11-5548</inkml:trace>
</inkml:ink>
</file>

<file path=ppt/ink/ink3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7:20.3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17 24575,'7'-3'0,"-1"0"0,1 1 0,0 0 0,0 0 0,0 0 0,0 1 0,0 0 0,14 0 0,0 2 0,35 7 0,-34-4 0,35 1 0,-55-5 0,0 0 0,0 0 0,0 0 0,1 0 0,-1 1 0,0-1 0,0 1 0,0-1 0,0 1 0,0 0 0,0-1 0,0 1 0,0 0 0,2 2 0,-3-2 0,0 1 0,0-1 0,0 1 0,0 0 0,0-1 0,0 1 0,0 0 0,0-1 0,-1 1 0,1 0 0,-1 0 0,1-1 0,-1 1 0,0 0 0,1 0 0,-1 3 0,0-2 0,0 0 0,0 1 0,0-1 0,0 0 0,0 0 0,-1 0 0,0 0 0,1 0 0,-1 0 0,0 1 0,-1-2 0,1 1 0,0 0 0,-3 4 0,2-5 0,0 0 0,-1 0 0,1 0 0,0 0 0,-1 0 0,1-1 0,-1 1 0,1-1 0,-1 1 0,0-1 0,1 0 0,-1 0 0,0-1 0,0 1 0,0 0 0,-3-1 0,-63 2 0,69-2 0,0 0 0,0 0 0,0 0 0,0 0 0,-1 0 0,1 0 0,0 0 0,0 0 0,0 0 0,-1 0 0,1 0 0,0 0 0,0 0 0,0 0 0,0 0 0,-1 0 0,1 0 0,0 0 0,0 0 0,0 0 0,0 1 0,0-1 0,-1 0 0,1 0 0,0 0 0,0 0 0,0 0 0,0 0 0,0 0 0,0 1 0,0-1 0,-1 0 0,1 0 0,0 0 0,0 0 0,0 0 0,0 1 0,0-1 0,0 0 0,0 0 0,0 0 0,0 0 0,0 1 0,7 5 0,12 5 0,12 1 0,51 23 0,-69-28 0,-1-1 0,1 2 0,-2 0 0,13 10 0,-22-17 0,-1 1 0,1-1 0,0 1 0,-1 0 0,1 0 0,-1 0 0,0 0 0,1 0 0,-1 0 0,0 0 0,0 0 0,0 0 0,0 1 0,-1-1 0,1 0 0,-1 0 0,1 1 0,-1-1 0,0 3 0,0-1 0,-1-1 0,1 0 0,-1 0 0,0 0 0,0 0 0,0 0 0,-1 0 0,1 0 0,-1 0 0,1-1 0,-1 1 0,-4 4 0,1-1 0,0-1 0,-1 0 0,1 0 0,-1 0 0,-1-1 0,1 0 0,-1 0 0,1 0 0,-1-1 0,0 0 0,-10 3 0,0-2-118,-1 0-298,0 0 1,-29 2-1,34-5-6410</inkml:trace>
</inkml:ink>
</file>

<file path=ppt/ink/ink3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7:20.9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 24575,'35'-3'0,"1"1"0,44 4 0,-69-1 0,0 0 0,0 1 0,0 1 0,0 0 0,0 0 0,-1 1 0,0 0 0,0 1 0,0 0 0,0 1 0,13 10 0,-16-11 0,9 9 0,-15-13 0,-1 0 0,1-1 0,-1 1 0,1-1 0,-1 1 0,0 0 0,1-1 0,-1 1 0,0 0 0,0 0 0,1-1 0,-1 1 0,0 0 0,0 0 0,0-1 0,0 1 0,0 0 0,0-1 0,0 1 0,0 0 0,-1 0 0,1-1 0,0 1 0,-1 1 0,-1 4 0,0 0 0,0 1 0,1-1 0,0 1 0,0-1 0,0 1 0,1-1 0,0 1 0,0-1 0,1 1 0,0-1 0,3 13 0,3 6 0,20 46 0,-18-50 0,2 6 0,4 9 0,0 1 0,-3 0 0,11 55 0,-21-82 0,-1 1 0,0 0 0,0 0 0,-2 18 0,0-26 0,1-1 0,-1 1 0,1 0 0,-1 0 0,0 0 0,0-1 0,0 1 0,-1 0 0,1-1 0,-1 1 0,1-1 0,-1 0 0,0 1 0,0-1 0,0 0 0,0 0 0,0 0 0,0-1 0,-1 1 0,1 0 0,0-1 0,-4 2 0,-6 2-455,0 0 0,-13 2 0,13-4-6371</inkml:trace>
</inkml:ink>
</file>

<file path=ppt/ink/ink3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7:29.7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31 24575,'2'-2'0,"0"-1"0,-1 1 0,1 0 0,0 0 0,1 0 0,-1 0 0,0 1 0,0-1 0,1 0 0,-1 1 0,1 0 0,-1-1 0,1 1 0,0 0 0,-1 0 0,1 1 0,0-1 0,0 1 0,5-1 0,0 0 0,0 0 0,1 1 0,-1 0 0,1 1 0,12 2 0,4 2 0,1-2 0,0 0 0,27-1 0,-49-2 0,-1 1 0,1-1 0,-1 1 0,0-1 0,1 1 0,-1 0 0,0 0 0,0 0 0,0 1 0,0-1 0,0 1 0,0 0 0,0 0 0,0 0 0,-1 0 0,1 0 0,-1 1 0,1-1 0,-1 1 0,3 3 0,0 2 0,0 0 0,-1 0 0,0 1 0,0 0 0,-1-1 0,4 13 0,-1 6 0,-1 1 0,-1-1 0,0 29 0,-4 84 0,-1-59 0,1 320 0,1-386 0,0-1 0,4 17 0,-2-15 0,2 24 0,-4 320 0,-2-175 0,-1-113 0,4 79 0,5-98 0,0 15 0,-7-49 0,-2 0 0,-4 23 0,3-29 0,1 0 0,1 1 0,0-1 0,0 0 0,2 0 0,2 21 0,43 148 0,-17-77 0,-16-52 0,-3 1 0,4 62 0,-13-99 0,8 82 0,2-9 0,7 45 0,-4-19 0,-9-78 0,-2 0 0,-4 63 0,0-32 0,1 216 0,1-264 0,5 31 0,1 14 0,-6 0 0,-2-26 0,10 78 0,6 13 0,-8-59 0,-6-48 0,5 24 0,-4-30 0,1 34 0,-3-35 0,1 0 0,4 23 0,16 76 0,-19-64 0,-3-44 0,1 1 0,0-1 0,0 0 0,1 1 0,1-1 0,-1 0 0,1 0 0,0 0 0,5 11 0,-4-13 0,0 0 0,-1 1 0,0-1 0,0 1 0,0 0 0,-1-1 0,0 1 0,0 0 0,-1 7 0,-1 0 0,0 0 0,0-1 0,-6 22 0,4-20 0,1 0 0,1 0 0,0 0 0,1 0 0,1 0 0,1-1 0,3 19 0,1 12 0,-3-22 0,10 34 0,-4-22 0,-8-28 0,-1 0 0,0 0 0,0 0 0,0-1 0,-1 1 0,0 0 0,-2 9 0,1-7 0,1-1 0,0 1 0,0 16 0,3-9 0,-1-13 0,-1 0 0,1 0 0,-1 0 0,0 0 0,0 1 0,0 4 0,0-7 0,0-1 0,-1 1 0,1 0 0,0 0 0,-1 0 0,1 0 0,-1-1 0,1 1 0,-1 0 0,1 0 0,-1-1 0,0 1 0,1 0 0,-1-1 0,0 1 0,1-1 0,-1 1 0,0-1 0,0 1 0,0-1 0,1 0 0,-1 1 0,0-1 0,0 0 0,0 0 0,0 1 0,-1-1 0,-24 2-1365,14-3-5461</inkml:trace>
</inkml:ink>
</file>

<file path=ppt/ink/ink3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7:30.5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213 16 24575,'-5'-3'0,"-4"0"0,-3 0 0,-2 1 0,-1 0 0,0 1 0,-1 0 0,1 1 0,0 0 0,0 0 0,0 0 0,1 0 0,-1 0 0,1 0 0,2 3 0,1 0 0</inkml:trace>
</inkml:ink>
</file>

<file path=ppt/ink/ink3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7:30.9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259 16 24575,'-17'-3'0,"-8"0"0,-3 0 0,2 1 0,2 0 0,3 1 0,3 0 0,-1 1 0,1 0 0,0 0 0,2 0 0,0 0 0,4 0-8191</inkml:trace>
</inkml:ink>
</file>

<file path=ppt/ink/ink3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7:35.3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83 24575,'2'-3'0,"1"1"0,0 0 0,-1 0 0,1 0 0,0 0 0,0 0 0,0 0 0,0 1 0,4-2 0,-5 3 0,-1-1 0,0 1 0,1 0 0,-1 0 0,0 0 0,1-1 0,-1 1 0,0 1 0,1-1 0,-1 0 0,0 0 0,0 0 0,1 1 0,-1-1 0,0 1 0,0-1 0,1 1 0,-1-1 0,0 1 0,0 0 0,0-1 0,0 1 0,0 0 0,0 0 0,0 0 0,1 2 0,6 8 0,-1 1 0,0 0 0,-1 1 0,0-1 0,-1 1 0,0 0 0,4 23 0,12 31 0,-21-66 0,0 0 0,1 0 0,-1 0 0,1-1 0,-1 1 0,0 0 0,1 0 0,0 0 0,-1-1 0,1 1 0,-1 0 0,1-1 0,0 1 0,-1-1 0,1 1 0,0 0 0,0-1 0,-1 0 0,1 1 0,0-1 0,0 1 0,0-1 0,0 0 0,0 0 0,-1 1 0,1-1 0,0 0 0,0 0 0,0 0 0,0 0 0,0 0 0,0 0 0,0 0 0,0-1 0,0 1 0,-1 0 0,1 0 0,0-1 0,0 1 0,0 0 0,0-1 0,-1 1 0,1-1 0,1 0 0,2-2 0,0 0 0,-1 1 0,1-1 0,-1-1 0,0 1 0,0 0 0,5-8 0,-4 4 0,0-1 0,0 0 0,-1 0 0,0 0 0,-1-1 0,4-14 0,-6 22 0,0 0 0,0 0 0,0 0 0,1-1 0,-1 1 0,0 0 0,1 0 0,-1 0 0,1 0 0,0 0 0,-1 0 0,2-1 0,-2 2 0,1-1 0,-1 1 0,0 0 0,0 0 0,1 0 0,-1 0 0,0 0 0,1 0 0,-1 0 0,0 0 0,1-1 0,-1 1 0,0 0 0,0 0 0,1 0 0,-1 0 0,0 1 0,1-1 0,-1 0 0,0 0 0,1 0 0,-1 0 0,0 0 0,0 0 0,1 0 0,-1 0 0,0 1 0,0-1 0,1 0 0,2 3 0,0 0 0,0 0 0,-1 0 0,1 0 0,2 6 0,0-3 0,-2-1 0,1 1 0,1-1 0,-1 0 0,1-1 0,0 1 0,0-1 0,0 0 0,0 0 0,1-1 0,10 5 0,-13-6 0,0-1 0,0 0 0,1 0 0,-1-1 0,0 1 0,1 0 0,-1-1 0,0 0 0,1 0 0,-1 0 0,0 0 0,0-1 0,1 1 0,-1-1 0,0 0 0,0 0 0,1 0 0,-1 0 0,0-1 0,0 1 0,0-1 0,-1 0 0,4-2 0,-4 2 0,1 0 0,-1 0 0,0-1 0,0 1 0,-1-1 0,1 1 0,-1-1 0,1 0 0,-1 1 0,0-1 0,0 0 0,0 0 0,0 0 0,0 0 0,-1 0 0,1 0 0,-1 0 0,0 0 0,0 0 0,0 0 0,0 0 0,-1 0 0,0-6 0,-2-1 0,1 1 0,-1-1 0,-1 1 0,1 0 0,-2 0 0,-4-9 0,3 8-195,-1 1 0,0 0 0,0 0 0,-1 1 0,0-1 0,-17-12 0,16 14-6631</inkml:trace>
</inkml:ink>
</file>

<file path=ppt/ink/ink3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7:36.1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248 49 24575,'-31'-10'0,"7"1"0,-1 1 0,0 1 0,0 1 0,-30-3 0,51 9 0,0 0 0,0 0 0,0 1 0,0-1 0,0 1 0,0 0 0,0 0 0,0 0 0,0 1 0,-3 1 0,6-3 0,0 1 0,0 0 0,0-1 0,0 1 0,0-1 0,0 1 0,1 0 0,-1 0 0,0-1 0,0 1 0,1 0 0,-1 0 0,1 0 0,-1 0 0,1 0 0,-1 0 0,1 0 0,-1 0 0,1 0 0,0 0 0,-1 0 0,1 0 0,0 0 0,0 0 0,0 0 0,0 0 0,0 0 0,0 1 0,0-1 0,0 0 0,1 0 0,-1 0 0,0 0 0,1 0 0,-1 0 0,1 0 0,-1 0 0,1 0 0,-1 0 0,1 0 0,0 0 0,26 34 0,-21-27 0,0 0 0,0 0 0,0 0 0,5 12 0,-5-5 0,0 1 0,-1 0 0,4 27 0,3 53 0,4 20 0,-12-95 0,-2-13 0,-1 0 0,1 0 0,0 0 0,4 10 0,-5-16 0,0 0 0,0 0 0,0 0 0,1 0 0,-1-1 0,0 1 0,1 0 0,0-1 0,-1 1 0,1-1 0,0 1 0,-1-1 0,1 0 0,0 0 0,0 0 0,0 0 0,0 0 0,0 0 0,0 0 0,4 0 0,9 1 0,1-1 0,0 0 0,27-2 0,-5-1 0,-36 2-52,0 1-1,-1-1 1,1 0-1,0 0 1,-1 0-1,1 0 1,0-1-1,0 1 1,-1 0-1,1-1 1,0 1-1,-1-1 1,1 0-1,-1 1 1,1-1-1,-1 0 1,1 0-1,-1 0 1,1 0-1,-1 0 1,0 0-1,0-1 0,0 1 1,1 0-1,0-2 1,1-6-6774</inkml:trace>
</inkml:ink>
</file>

<file path=ppt/ink/ink3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7:36.6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124 24 24575,'4'-3'0,"0"0"0,-1 1 0,1-1 0,0 1 0,1 0 0,-1 0 0,0 0 0,0 1 0,1 0 0,8-2 0,-10 3 0,-1 0 0,1 0 0,0 1 0,0-1 0,0 1 0,0-1 0,0 1 0,0 0 0,0 0 0,-1 0 0,1 0 0,0 1 0,-1-1 0,1 1 0,-1 0 0,0-1 0,4 5 0,4 4 0,-1 0 0,0 0 0,-1 1 0,-1 0 0,1 1 0,-2-1 0,1 1 0,6 20 0,-13-31 0,1 1 0,-1-1 0,1 0 0,-1 1 0,0-1 0,1 1 0,-1-1 0,0 1 0,0-1 0,0 1 0,0-1 0,0 0 0,-1 1 0,1-1 0,0 1 0,-1-1 0,1 1 0,-1-1 0,1 0 0,-1 1 0,-1 1 0,0-2 0,1 1 0,-1-1 0,1 0 0,-1 0 0,0 0 0,1 0 0,-1 0 0,0-1 0,0 1 0,0 0 0,0-1 0,0 0 0,1 1 0,-1-1 0,0 0 0,-3 0 0,-9 0 0,0-1 0,0 0 0,0-1 0,1-1 0,-1 0 0,-23-9 0,8 1 0,1-2 0,-26-15 0,49 25 0,1 1 0,0-1 0,0 0 0,0 0 0,1 0 0,-1-1 0,-3-3 0,7 6 0,-1 1 0,1-1 0,-1 0 0,1 0 0,0 1 0,-1-1 0,1 0 0,0 0 0,-1 0 0,1 0 0,0 1 0,0-1 0,0 0 0,0 0 0,0 0 0,0 0 0,0 0 0,0-1 0,1 1 0,-1 0 0,1 0 0,-1 0 0,1 0 0,0 0 0,0-1 0,-1 1 0,1 1 0,0-1 0,0 0 0,0 0 0,0 0 0,0 0 0,0 1 0,0-1 0,2 0 0,2-2 12,1 1 0,-1 0 0,0 0 0,1 1 0,0-1 0,-1 1 0,1 1 0,0-1 0,7 1 0,1 0-507,0 1 0,22 5 0,-19-3-6331</inkml:trace>
</inkml:ink>
</file>

<file path=ppt/ink/ink3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7:37.2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59 24575,'10'-8'0,"2"0"0,-1 1 0,1 1 0,1 0 0,-1 0 0,1 1 0,13-3 0,-19 7 0,0-1 0,0 2 0,1-1 0,-1 1 0,0 0 0,0 0 0,1 1 0,-1 0 0,0 0 0,0 1 0,0 0 0,0 0 0,0 0 0,11 7 0,-6-3 0,5 3 0,29 19 0,-42-26 0,0 1 0,-1 0 0,1 0 0,-1 0 0,0 1 0,0-1 0,0 1 0,0-1 0,-1 1 0,1 0 0,-1 0 0,0 0 0,2 6 0,-4-8 0,1 0 0,-1 0 0,0 0 0,1 0 0,-1 0 0,0 0 0,0 0 0,0 0 0,-1 0 0,1 0 0,0 0 0,-1 0 0,1 0 0,-1 0 0,0 0 0,-1 2 0,0 0 0,-1 0 0,0-1 0,0 1 0,-7 6 0,7-8 0,0 1 0,1 0 0,-1-1 0,1 1 0,-1 0 0,1 0 0,0 0 0,0 0 0,1 1 0,-1-1 0,-1 4 0,3-4 0,-1 0 0,1 0 0,0-1 0,0 1 0,0 0 0,0-1 0,1 1 0,-1 0 0,1-1 0,0 1 0,0 0 0,-1-1 0,3 4 0,20 32 0,-10-16 0,0 2 0,11 28 0,-20-42 0,-1-1 0,0 1 0,-1 0 0,0 0 0,0 0 0,-1 14 0,-1-22 4,0 1 0,0-1 0,0 0 0,-1 1 0,1-1 0,-1 0 0,1 0 0,-1 0 0,0 0 0,0 0 0,0 0 0,0 0 0,-1 0 0,1 0 0,0 0 0,-1 0 0,1-1 0,-1 1 0,0 0 0,0-1 0,1 0 0,-1 1 0,0-1 0,0 0 0,0 0 0,0 0 0,0 0 0,-1 0 0,-2 0 0,-5 1-252,0 0 1,1 0-1,-1-1 1,0-1-1,-14 0 1,11-1-6579</inkml:trace>
</inkml:ink>
</file>

<file path=ppt/ink/ink3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8:15.7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62 193 24575,'-8'-8'0,"2"1"0,-1-1 0,1-1 0,0 1 0,0-1 0,1 0 0,-5-13 0,8 19 0,1 0 0,0-1 0,0 1 0,0 0 0,1-1 0,-1 1 0,1 0 0,-1-1 0,1 1 0,0-1 0,1 1 0,-1-1 0,0 1 0,1 0 0,0-1 0,0 1 0,0 0 0,0-1 0,1 1 0,-1 0 0,1 0 0,0 0 0,-1 0 0,2 0 0,3-4 0,-3 5 0,0-1 0,1 1 0,0-1 0,-1 1 0,1 0 0,0 1 0,0-1 0,0 1 0,0 0 0,0 0 0,0 0 0,1 0 0,-1 1 0,5-1 0,10 1 0,34 3 0,-42-2 0,11 3 0,0 0 0,0 2 0,-1 0 0,0 2 0,0 0 0,-1 1 0,23 14 0,-26-13 0,-1 0 0,0 1 0,0 1 0,18 18 0,-28-24 0,1 1 0,-1 1 0,-1-1 0,1 1 0,-1 0 0,-1 0 0,1 0 0,-2 1 0,1 0 0,4 17 0,-2-3 0,-3-14 0,-1 1 0,0 0 0,0 1 0,0 13 0,-2-21 0,-1 0 0,1 0 0,0 0 0,-1 0 0,0 0 0,1 0 0,-1 0 0,0-1 0,-1 1 0,1 0 0,0-1 0,-1 1 0,0 0 0,1-1 0,-1 0 0,0 1 0,0-1 0,0 0 0,-5 3 0,0-1 0,0 1 0,0-1 0,-1-1 0,1 0 0,-1 0 0,0 0 0,0-1 0,0 0 0,0 0 0,0-1 0,-14 0 0,-5-1 0,-1-1 0,-30-5 0,29 2 0,0-1 0,1-1 0,0-2 0,0-1 0,1-1 0,-36-18 0,58 25 0,0 0 0,0 0 0,1 0 0,-1-1 0,1 0 0,0 0 0,0 0 0,-6-8 0,9 10 0,0 0 0,0 0 0,0 0 0,0 0 0,0 0 0,0 0 0,0 0 0,1 0 0,-1 0 0,1-1 0,0 1 0,0 0 0,0 0 0,0-1 0,0 1 0,0 0 0,0 0 0,1 0 0,-1-1 0,1 1 0,-1 0 0,1 0 0,0 0 0,2-4 0,4-5-1365,0 2-5461</inkml:trace>
</inkml:ink>
</file>

<file path=ppt/ink/ink3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8:17.6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254 32 24575,'5'-4'0,"0"1"0,-1 0 0,1 0 0,1 0 0,-1 0 0,0 1 0,0 0 0,1 0 0,0 0 0,-1 1 0,1 0 0,0 0 0,-1 0 0,1 1 0,0 0 0,0 0 0,0 0 0,-1 1 0,1 0 0,0 0 0,-1 1 0,1-1 0,5 3 0,10 3 0,-1 1 0,-1 1 0,0 1 0,0 0 0,0 1 0,-2 1 0,1 1 0,-2 1 0,28 27 0,-41-37 0,0 0 0,0 0 0,0 0 0,-1 0 0,1 0 0,-1 1 0,0-1 0,-1 1 0,1-1 0,-1 1 0,1 0 0,-1 0 0,-1 0 0,1 0 0,-1 0 0,0-1 0,0 1 0,0 0 0,-1 0 0,0 0 0,0 0 0,0 0 0,0-1 0,-1 1 0,1 0 0,-1-1 0,-1 1 0,1-1 0,-1 0 0,1 0 0,-1 0 0,0 0 0,-1 0 0,1-1 0,-1 1 0,1-1 0,-1 0 0,-7 4 0,0-1 0,-1-1 0,0 0 0,0-1 0,0 0 0,0-1 0,0-1 0,-1 0 0,0 0 0,1-1 0,-14-1 0,1-1 0,0-1 0,0-1 0,0-1 0,-26-8 0,23 3 0,0 0 0,1-2 0,-34-18 0,47 20 0,-1 1 0,1-2 0,1 0 0,-1-1 0,2 0 0,0-1 0,-13-15 0,23 25 10,1 0 0,-1 0 0,0-1 0,1 1 0,0-1 0,-1 0 0,1 1 0,0-1 0,0 0 0,1 0 0,-2-5 0,2 6-97,0 0-1,1 0 1,-1-1 0,0 1-1,1 0 1,-1 0 0,1 0-1,0 0 1,0 0-1,0 0 1,0 0 0,0 1-1,0-1 1,0 0 0,1 0-1,1-1 1,9-10-6739</inkml:trace>
</inkml:ink>
</file>

<file path=ppt/ink/ink3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8:24.2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279 75 24575,'-2'-4'0,"-1"1"0,1-1 0,-1 1 0,0 0 0,0 0 0,0 0 0,0 0 0,0 1 0,-1-1 0,1 1 0,-1 0 0,1 0 0,-1 0 0,-4-2 0,-3 0 0,0 1 0,0 0 0,-21-3 0,0-1 0,18 4 0,0 1 0,-15-1 0,25 3 0,0 0 0,1 0 0,-1 0 0,0 1 0,0-1 0,1 1 0,-1 0 0,0 0 0,1 0 0,-1 1 0,1-1 0,-5 4 0,6-4 0,0 1 0,0 0 0,1-1 0,-1 1 0,1 0 0,-1 0 0,1 0 0,0 0 0,0 0 0,0 0 0,0 0 0,0 0 0,0 0 0,0 1 0,1-1 0,-1 0 0,1 1 0,0-1 0,0 0 0,0 1 0,0-1 0,0 0 0,1 5 0,1 4 0,0 1 0,1-1 0,6 16 0,-7-21 0,50 136 0,-43-118 0,-4-11 0,0-1 0,-1 1 0,-1 0 0,0 0 0,-1 0 0,1 16 0,-3-3 0,0-9 0,1 0 0,0 0 0,5 28 0,1-17 0,-2 2 0,0-1 0,-1 37 0,-5-53 0,0 0 0,-5 20 0,4-24 0,0 0 0,1 0 0,0 1 0,0-1 0,1 0 0,0 0 0,2 12 0,10 24 0,-7-27 0,4 24 0,-9-35 0,1-1 0,-1 0 0,0 0 0,0 1 0,-1-1 0,1 0 0,-4 12 0,2-12 0,0 1 0,1 0 0,-1-1 0,2 1 0,-1 0 0,1-1 0,0 1 0,0 0 0,1 0 0,-1-1 0,2 1 0,-1-1 0,1 1 0,4 10 0,0 2 0,0-1 0,-2 1 0,4 31 0,4 14 0,-8-40 0,0 0 0,-2 0 0,-1 0 0,-1 0 0,-3 29 0,-4-14 0,4-29 0,1 1 0,-1 16 0,2-14 0,-5 24 0,4-24 0,-3 25 0,4-17 0,-6 23 0,5-31 0,0-1 0,0 1 0,1 0 0,1 0 0,0-1 0,3 20 0,15 40 0,-9-39 0,6 35 0,-11-36 0,1-6 0,0 46 0,-3-35 0,1-1 0,12 52 0,-7-46 0,-5-27 0,2 11 0,-2 0 0,2 36 0,-6 314 0,2-362 0,0 0 0,4 17 0,-2-15 0,2 24 0,-6 38 0,2 32 0,13-24 0,-7-28 0,-4-38 0,2 32 0,-6 280 0,2-321 0,0 0 0,5 19 0,-4-19 0,0 1 0,1 14 0,-3-26 0,1 27 0,6 47 0,8 56 0,-9-82 0,3 11 0,-2-18 0,-1 0 0,-2 1 0,-1 59 0,-5-37 0,4 88 0,12-65 0,-7-29 0,-4-38 0,2 32 0,-5-47 0,0 28 0,0 1 0,-9 53 0,-3-1 0,12-86 0,-1 1 0,1 0 0,0-1 0,0 1 0,0 0 0,0-1 0,0 1 0,0 0 0,0-1 0,0 1 0,0 0 0,0-1 0,0 1 0,0 0 0,0-1 0,1 1 0,-1 0 0,0-1 0,0 1 0,1-1 0,-1 1 0,0 0 0,1-1 0,-1 1 0,1-1 0,-1 1 0,0-1 0,1 1 0,0-1 0,0 1 0,1-1 0,0 1 0,0-1 0,0 0 0,0 0 0,0 0 0,0 0 0,0 0 0,3-1 0,2 0 0,0 0-170,0 0-1,1 1 0,-1-1 1,0 1-1,1 1 0,-1 0 1,9 1-1,-7 1-6655</inkml:trace>
</inkml:ink>
</file>

<file path=ppt/ink/ink3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8:24.9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0 115 24575,'5'-5'0,"12"-12"0,0 0 0,2 1 0,27-19 0,-41 32 0,0 0 0,0 0 0,1 0 0,-1 1 0,1 0 0,0 0 0,-1 0 0,1 1 0,0-1 0,0 1 0,0 1 0,0-1 0,0 1 0,0 0 0,0 1 0,0-1 0,0 1 0,0 0 0,6 3 0,5 2-1365,-2 0-5461</inkml:trace>
</inkml:ink>
</file>

<file path=ppt/ink/ink3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7:38.3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70 24575,'-1'10'0,"1"1"0,1 0 0,0 0 0,0 0 0,1-1 0,1 1 0,4 14 0,-2-14 0,-1-1 0,11 17 0,-13-24 0,0 0 0,0 0 0,0-1 0,1 1 0,-1 0 0,1-1 0,-1 0 0,1 1 0,0-1 0,0 0 0,0 0 0,6 2 0,-8-4 0,0 1 0,0-1 0,0 0 0,0 1 0,0-1 0,1 0 0,-1 0 0,0 0 0,0 0 0,0 0 0,0 0 0,0 0 0,0-1 0,1 1 0,-1 0 0,0 0 0,0-1 0,0 1 0,0-1 0,0 1 0,0-1 0,0 0 0,0 1 0,0-1 0,0 0 0,-1 1 0,1-1 0,0 0 0,0 0 0,-1 0 0,1 0 0,0 0 0,-1 0 0,1 0 0,-1 0 0,1 0 0,-1 0 0,0 0 0,1 0 0,-1 0 0,0 0 0,0-2 0,2-5 0,-1-1 0,0 1 0,-1-1 0,0-10 0,0 15 0,0 2 0,0 1 0,0-1 0,0 1 0,0-1 0,0 1 0,0-1 0,0 1 0,0-1 0,1 1 0,-1-1 0,1 1 0,-1 0 0,1-1 0,0-1 0,0 3 0,0 0 0,0-1 0,0 1 0,-1 0 0,1 0 0,0 0 0,0-1 0,0 1 0,0 0 0,-1 0 0,1 0 0,0 0 0,0 0 0,0 1 0,-1-1 0,1 0 0,0 0 0,0 0 0,0 1 0,-1-1 0,1 1 0,0-1 0,0 0 0,-1 1 0,1-1 0,0 1 0,0 0 0,12 7 0,6 3 0,-1-1 0,38 15 0,-51-23 0,0 0 0,0-1 0,0 0 0,0 0 0,0 0 0,1 0 0,-1-1 0,0 0 0,0 0 0,1-1 0,-1 1 0,0-1 0,0 0 0,1 0 0,-1-1 0,9-4 0,-9 4 0,-1-1 0,0 0 0,-1 0 0,1-1 0,0 1 0,-1-1 0,0 1 0,0-1 0,0 0 0,0-1 0,-1 1 0,1 0 0,-1-1 0,0 1 0,0-1 0,-1 0 0,0 1 0,0-1 0,0 0 0,1-6 0,-2 7 0,0 0 0,1 0 0,-1-1 0,-1 1 0,1 0 0,-1 0 0,1 0 0,-1-1 0,0 1 0,-1 0 0,1 0 0,-1 0 0,0 1 0,0-1 0,0 0 0,0 1 0,-1-1 0,1 1 0,-1 0 0,0 0 0,0 0 0,0 0 0,-5-4 0,-20-7-1365,15 9-5461</inkml:trace>
</inkml:ink>
</file>

<file path=ppt/ink/ink3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7: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110 19 24575,'-3'-2'0,"0"0"0,0 0 0,0 0 0,0 1 0,0-1 0,0 1 0,0-1 0,-1 1 0,1 0 0,0 0 0,-1 1 0,1-1 0,-1 1 0,1 0 0,-1-1 0,1 2 0,-1-1 0,1 0 0,0 1 0,-1-1 0,1 1 0,-1 0 0,1 0 0,0 0 0,0 1 0,-1-1 0,1 1 0,0 0 0,-3 3 0,5-4 0,0 0 0,0 0 0,0 0 0,1 0 0,-1 0 0,0 0 0,1 1 0,-1-1 0,1 0 0,-1 1 0,1-1 0,0 0 0,-1 1 0,1-1 0,0 0 0,0 1 0,0-1 0,0 0 0,0 1 0,1-1 0,-1 2 0,10 31 0,-6-24 0,10 35 0,-3 1 0,-1 0 0,-3 0 0,2 67 0,-8-91 0,-1-8 0,0 0 0,1 0 0,0 0 0,6 21 0,-6-32 0,0 0 0,0 0 0,0 0 0,1 0 0,-1 0 0,0-1 0,1 1 0,0-1 0,0 1 0,0-1 0,0 0 0,0 1 0,0-1 0,1 0 0,-1 0 0,0-1 0,1 1 0,0 0 0,-1-1 0,1 0 0,0 1 0,0-1 0,0 0 0,0-1 0,0 1 0,4 0 0,0 0 20,1 0 0,0-1 0,0 0 0,0-1 0,9-1 0,-13 1-144,0 0 0,0 0 1,0 0-1,0-1 0,0 1 0,0-1 1,-1 0-1,1 0 0,0-1 0,-1 1 1,4-4-1</inkml:trace>
</inkml:ink>
</file>

<file path=ppt/ink/ink3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7:39.2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 1 24575,'-5'7'0,"1"5"0,1 3 0,4 4 0,3 1 0,5 2 0,-1 0 0,2-2 0,2 2 0,3-2 0,-1-1 0,0-2 0,-3 0 0,0-2 0,-3-3-8191</inkml:trace>
</inkml:ink>
</file>

<file path=ppt/ink/ink3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7:39.8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24575,'259'27'0,"-202"-23"0,-56-4 0,-1 0 0,0 0 0,1 0 0,-1 1 0,1-1 0,-1 0 0,0 0 0,1 1 0,-1-1 0,0 0 0,1 1 0,-1-1 0,0 0 0,1 1 0,-1-1 0,0 1 0,0-1 0,0 0 0,1 1 0,-1-1 0,0 1 0,0-1 0,0 1 0,0-1 0,0 1 0,1 15 0,0-8 0,4 23 0,2-1 0,1 0 0,17 41 0,4 13 0,5 55 0,-31-124 0,-1-11 0,-2 0 0,1-1 0,0 1 0,-1 0 0,0 0 0,0 7 0,0-10 0,-1 1 0,1-1 0,-1 1 0,1-1 0,-1 1 0,0-1 0,1 1 0,-1-1 0,0 0 0,0 0 0,0 1 0,0-1 0,-1 0 0,1 0 0,0 0 0,0 0 0,-1 0 0,1 0 0,0 0 0,-3 0 0,-1 2 0,-1-1 0,1 0 0,-1-1 0,1 1 0,-1-1 0,1 0 0,-8 0 0,-41-2 0,28 1 0,-49-1-1365,56 1-5461</inkml:trace>
</inkml:ink>
</file>

<file path=ppt/ink/ink3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7:40.9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38 24575,'46'79'0,"-33"-59"0,2 0 0,27 30 0,-40-48 0,-1-1 0,0 1 0,1-1 0,-1 0 0,1 1 0,0-1 0,-1 0 0,1 0 0,0 0 0,0 0 0,-1 0 0,1-1 0,0 1 0,0 0 0,0-1 0,0 0 0,0 1 0,0-1 0,0 0 0,0 0 0,0 0 0,0 0 0,0 0 0,0-1 0,0 1 0,0-1 0,0 1 0,0-1 0,0 0 0,0 1 0,0-1 0,-1 0 0,3-2 0,-1 1 0,0-1 0,0 0 0,0-1 0,0 1 0,0 0 0,-1-1 0,0 0 0,0 1 0,0-1 0,0 0 0,0 0 0,-1 0 0,0 0 0,2-8 0,-2 5 0,0 2 0,-1 1 0,1 0 0,0-1 0,1 1 0,2-6 0,-4 9 0,0 0 0,1 1 0,-1-1 0,0 1 0,1-1 0,-1 1 0,1-1 0,-1 1 0,1-1 0,-1 1 0,1-1 0,-1 1 0,1 0 0,0-1 0,-1 1 0,1 0 0,-1-1 0,1 1 0,0 0 0,-1 0 0,1 0 0,0 0 0,-1 0 0,1 0 0,0 0 0,-1 0 0,1 0 0,0 0 0,-1 0 0,1 0 0,0 0 0,-1 0 0,1 0 0,0 1 0,-1-1 0,1 0 0,0 1 0,-1-1 0,1 0 0,-1 1 0,1-1 0,0 1 0,34 23 0,-18-12 0,0-1 0,25 13 0,-37-22 0,0 0 0,0 0 0,1 0 0,-1-1 0,0 0 0,1 0 0,-1 0 0,1 0 0,-1-1 0,1 0 0,-1 0 0,1-1 0,8-1 0,-12 1 0,0 0 0,0 1 0,0-1 0,0 0 0,0 0 0,0-1 0,-1 1 0,1 0 0,0-1 0,-1 1 0,1 0 0,-1-1 0,0 0 0,1 1 0,-1-1 0,0 0 0,0 0 0,0 0 0,0 0 0,0 0 0,-1 0 0,1 0 0,-1 0 0,1 0 0,-1 0 0,1-4 0,0-5 0,-1 0 0,0 0 0,-3-20 0,2 25 0,1 1-91,-1 1 0,0-1 0,0 1 0,0 0 0,0-1 0,-1 1 0,0 0 0,0 0 0,0 0 0,0 0 0,-1 0 0,1 0 0,-1 1 0,-5-6 0,-2 1-6735</inkml:trace>
</inkml:ink>
</file>

<file path=ppt/ink/ink3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7:41.6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271 12 24575,'-41'-4'0,"16"0"0,0 2 0,-1 0 0,1 2 0,-50 6 0,70-5 0,1 0 0,0 1 0,-1-1 0,1 1 0,0 0 0,0 0 0,0 0 0,-7 5 0,10-6 0,1 0 0,-1-1 0,0 1 0,1 0 0,-1-1 0,0 1 0,1 0 0,-1 0 0,1 0 0,0 0 0,-1-1 0,1 1 0,0 0 0,-1 0 0,1 0 0,0 0 0,0 0 0,0 1 0,0 0 0,0-1 0,0 0 0,1 0 0,-1 0 0,1 1 0,-1-1 0,1 0 0,0 0 0,-1 0 0,1 0 0,0 0 0,0 0 0,-1 0 0,1 0 0,0-1 0,0 1 0,0 0 0,2 0 0,26 18 0,-21-14 0,0 0 0,0 1 0,8 7 0,-14-10 0,1 0 0,0 0 0,-1 0 0,0 0 0,0 0 0,0 1 0,0-1 0,0 1 0,-1-1 0,0 1 0,2 5 0,3 22 0,0 1 0,-3-1 0,1 50 0,-4-73 0,1-1 0,0 1 0,0-1 0,1 1 0,0-1 0,0 0 0,1 1 0,0-1 0,7 12 0,-5-10 0,1-1 0,-1 0 0,1-1 0,1 1 0,-1-1 0,1-1 0,11 9 0,-13-12 0,0 0 0,-1-1 0,1 1 0,0-1 0,0-1 0,1 1 0,-1-1 0,0 1 0,0-2 0,9 2 0,0-2 0,1 0 0,23-3 0,-26 0-1365,-3 0-5461</inkml:trace>
</inkml:ink>
</file>

<file path=ppt/ink/ink3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7:42.1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47 24575,'5'-5'0,"0"1"0,0 0 0,1 0 0,-1 0 0,1 1 0,0-1 0,0 2 0,0-1 0,1 1 0,-1-1 0,12-1 0,-5 2 0,1 1 0,-1 0 0,0 1 0,27 2 0,-38-2 0,-1 0 0,1 0 0,-1 1 0,1-1 0,0 0 0,-1 1 0,1-1 0,-1 1 0,1-1 0,-1 1 0,1 0 0,-1 0 0,0-1 0,1 1 0,-1 0 0,0 0 0,0 0 0,0 1 0,1-1 0,-1 0 0,0 0 0,-1 1 0,3 1 0,-3-1 0,0 0 0,1 0 0,-1 0 0,0 1 0,0-1 0,0 0 0,0 0 0,0 0 0,0 0 0,-1 0 0,1 0 0,-1 0 0,1 0 0,-1 0 0,0 0 0,0 0 0,-1 3 0,-28 44 0,19-33 0,-16 33 0,26-45 0,-1 0 0,0-1 0,1 1 0,0 0 0,0 1 0,-1 6 0,2-9 0,0-1 0,0 1 0,1-1 0,-1 1 0,0-1 0,1 0 0,-1 1 0,1-1 0,-1 1 0,1-1 0,0 0 0,0 0 0,0 1 0,-1-1 0,1 0 0,0 0 0,1 0 0,-1 0 0,0 0 0,0 0 0,0 0 0,3 1 0,3 2 10,0-1 0,0 0 0,0 0 0,1 0 0,-1-1 0,1 0 0,0-1 0,-1 0 0,1 0 0,0 0 0,11-1 0,-11 0-159,1-1 1,0 0-1,0-1 1,-1 0-1,1 0 1,-1 0-1,1-1 1,-1-1-1,15-7 1,-14 4-6678</inkml:trace>
</inkml:ink>
</file>

<file path=ppt/ink/ink3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7:42.8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15 24575,'210'-14'0,"-208"14"0,1-1 0,-1 1 0,0 0 0,0 0 0,0 0 0,0 1 0,0-1 0,3 1 0,-5-1 0,1 1 0,-1-1 0,0 0 0,1 0 0,-1 1 0,0-1 0,1 0 0,-1 1 0,0-1 0,0 1 0,0-1 0,1 0 0,-1 1 0,0-1 0,0 1 0,0-1 0,0 1 0,0-1 0,1 0 0,-1 1 0,0-1 0,0 1 0,0-1 0,0 1 0,-1-1 0,1 1 0,0-1 0,0 0 0,0 1 0,0-1 0,0 1 0,0-1 0,-1 1 0,1-1 0,0 0 0,-1 1 0,-2 8 0,0-1 0,1 1 0,0 0 0,0 0 0,1-1 0,0 1 0,1 0 0,0 0 0,1 12 0,1-5 0,2 0 0,0 0 0,0 0 0,9 19 0,71 155 0,-82-186 0,-1 0 0,1 1 0,-1-1 0,0 1 0,0-1 0,-1 1 0,1 5 0,-1-9 0,0 0 0,0 1 0,0-1 0,0 0 0,-1 0 0,1 1 0,-1-1 0,1 0 0,0 0 0,-1 0 0,0 0 0,1 1 0,-1-1 0,0 0 0,0 0 0,1 0 0,-1 0 0,0-1 0,0 1 0,0 0 0,0 0 0,0 0 0,0-1 0,0 1 0,-1-1 0,1 1 0,0-1 0,0 1 0,0-1 0,-2 1 0,-18 3 66,-24 2 1,-10 2-1565,39-5-5328</inkml:trace>
</inkml:ink>
</file>

<file path=ppt/ink/ink3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7:45.7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24575,'0'16'0,"1"-1"0,0 1 0,1-1 0,1 1 0,7 20 0,-7-27 0,0 0 0,1-1 0,0 0 0,0 0 0,1 0 0,0 0 0,1-1 0,0 1 0,0-1 0,0-1 0,10 9 0,-7-9 0,-1 0 0,2-1 0,-1 1 0,0-2 0,20 8 0,-25-11 0,1 1 0,0-1 0,0 0 0,0 0 0,0 0 0,0-1 0,0 0 0,0 0 0,0 0 0,0 0 0,0-1 0,-1 0 0,1 0 0,8-2 0,-11 1 0,-1 1 0,1 0 0,0-1 0,-1 1 0,1-1 0,-1 1 0,0-1 0,1 1 0,-1-1 0,0 0 0,0 0 0,0 0 0,0 0 0,0 0 0,-1 0 0,1 0 0,-1 0 0,1 0 0,-1 0 0,0 0 0,1 0 0,-1-4 0,0-3 0,-1-1 0,1 0 0,-4-15 0,-3-6 0,-14-36 0,8 27 0,17 47 0,1 0 0,-1 0 0,2 0 0,10 11 0,4 4 0,-3-1 0,1 0 0,25 21 0,-35-34 0,1-1 0,1-1 0,-1 1 0,1-1 0,0-1 0,0 0 0,1 0 0,11 3 0,-21-8 0,1 1 0,0-1 0,-1 1 0,1-1 0,0 0 0,0 0 0,-1 1 0,1-1 0,0-1 0,0 1 0,-1 0 0,1 0 0,0-1 0,0 1 0,-1-1 0,1 1 0,0-1 0,-1 0 0,1 1 0,-1-1 0,3-2 0,-2 1 0,-1 1 0,1-1 0,-1 0 0,1 0 0,-1-1 0,0 1 0,0 0 0,1 0 0,-2-1 0,1 1 0,0-1 0,0 1 0,0-4 0,0-4 0,-1-1 0,1 1 0,-2-1 0,1 1 0,-2 0 0,-2-13 0,2 15-341,0 0 0,-1 0-1,-4-8 1,3 7-6485</inkml:trace>
</inkml:ink>
</file>

<file path=ppt/ink/ink3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7:46.4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121 22 24575,'-5'-2'0,"-8"-4"0,-22-5 0,32 10 0,0 1 0,0-1 0,-1 1 0,1-1 0,0 1 0,0 0 0,-1 0 0,1 1 0,0-1 0,0 1 0,0-1 0,-7 3 0,9-2 0,0 0 0,-1 0 0,1 0 0,0 0 0,-1 1 0,1-1 0,0 0 0,0 1 0,0-1 0,0 1 0,0-1 0,0 1 0,1-1 0,-1 1 0,0 0 0,1-1 0,-1 1 0,1 0 0,0-1 0,0 1 0,-1 3 0,1 5 0,0 1 0,1 15 0,1-11 0,1 9 0,1 0 0,1 0 0,1 0 0,16 39 0,-11-32 0,32 75 0,-42-104 0,0 0 0,1 0 0,-1 0 0,1 0 0,-1 0 0,1 0 0,0 0 0,0-1 0,-1 1 0,1 0 0,0-1 0,0 0 0,1 1 0,-1-1 0,0 0 0,0 0 0,1 0 0,-1-1 0,0 1 0,1-1 0,-1 1 0,1-1 0,-1 0 0,1 1 0,-1-1 0,1-1 0,2 1 0,8-2 0,0 0 0,0 0 0,24-9 0,-19 5 0,-13 5-170,0-1-1,0 0 0,1 0 1,-1 0-1,0 0 0,-1-1 1,7-4-1</inkml:trace>
</inkml:ink>
</file>

<file path=ppt/ink/ink3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7:46.8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51 1 24575,'12'0'0,"0"0"0,-1 1 0,1 1 0,-1 0 0,1 0 0,14 6 0,-19-5 0,1 0 0,-1 1 0,0 0 0,0 1 0,0-1 0,0 1 0,-1 1 0,0-1 0,9 11 0,-6-5 0,0 0 0,0 1 0,12 23 0,-20-34 0,-1 0 0,0 0 0,1-1 0,-1 1 0,0 0 0,1 0 0,-1 0 0,0 0 0,0-1 0,0 1 0,0 0 0,1 0 0,-1 0 0,-1 0 0,1 0 0,0 0 0,0-1 0,0 1 0,0 0 0,-1 0 0,1 0 0,0 0 0,-1-1 0,1 1 0,-1 1 0,-1-1 0,1 0 0,0 0 0,0 0 0,-1 0 0,1 0 0,0 0 0,-1-1 0,1 1 0,-1-1 0,1 1 0,-1-1 0,0 1 0,-1-1 0,-5 1 0,1 0 0,-1-1 0,0 0 0,-13-2 0,5 0 0,0-1 0,1-1 0,-1 0 0,1-2 0,-1 1 0,2-2 0,-1 0 0,-22-14 0,34 18 0,0 1 0,0-1 0,-1 0 0,2 0 0,-1-1 0,0 1 0,1-1 0,-1 1 0,1-1 0,0 0 0,0 0 0,1 0 0,-3-5 0,4 7 0,0 0 0,-1 0 0,1 0 0,0 0 0,0 0 0,0 0 0,1 0 0,-1 0 0,0 0 0,1 1 0,-1-1 0,1 0 0,-1 0 0,1 0 0,0 0 0,0 1 0,0-1 0,0 0 0,0 1 0,0-1 0,1 1 0,-1-1 0,0 1 0,1-1 0,-1 1 0,1 0 0,0 0 0,-1 0 0,1 0 0,3-1 0,6-3-1365,-1 2-5461</inkml:trace>
</inkml:ink>
</file>

<file path=ppt/ink/ink3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7:47.5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 24575,'32'-3'0,"64"3"0,-83 1 0,0 1 0,0 0 0,-1 1 0,1 0 0,-1 0 0,0 2 0,23 10 0,-34-14 0,0 0 0,1-1 0,-1 1 0,1 0 0,-1 0 0,0 0 0,0 0 0,1 1 0,-1-1 0,0 0 0,0 0 0,0 1 0,0-1 0,0 1 0,-1-1 0,1 1 0,0-1 0,-1 1 0,1-1 0,-1 1 0,1-1 0,-1 1 0,0 0 0,0-1 0,0 3 0,-1 2 0,0-1 0,0 1 0,0-1 0,-1 0 0,0 1 0,-3 5 0,2-6 0,1-1 0,0 1 0,0 0 0,1 0 0,-1 1 0,1-1 0,-1 8 0,4-2 0,0-1 0,0 0 0,1 1 0,0-1 0,1 0 0,0 0 0,6 11 0,7 16 0,-1 3 0,28 80 0,-43-118 0,-1-1 0,1 0 0,-1 1 0,1-1 0,-1 0 0,0 1 0,0-1 0,0 1 0,1-1 0,-2 1 0,1-1 0,0 1 0,0-1 0,0 0 0,-1 1 0,1-1 0,0 1 0,-1-1 0,1 0 0,-1 1 0,-1 1 0,0-2 0,1 1 0,-1-1 0,1 0 0,-1 0 0,0 0 0,0-1 0,1 1 0,-1 0 0,0-1 0,0 1 0,0-1 0,0 1 0,0-1 0,0 0 0,0 0 0,-2 0 0,-41 0 17,25 0-708,-38 3 0,41 0-6135</inkml:trace>
</inkml:ink>
</file>

<file path=ppt/ink/ink3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7:48.4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54 24575,'0'16'0,"0"-3"0,0 0 0,3 21 0,-2-29 0,0 0 0,1 0 0,0 0 0,-1-1 0,1 1 0,1-1 0,-1 1 0,1-1 0,0 0 0,4 6 0,-3-6 0,0 0 0,1 0 0,-1 0 0,1-1 0,-1 1 0,1-1 0,0 0 0,1-1 0,-1 1 0,0-1 0,9 3 0,-12-5 0,1 1 0,-1-1 0,1 1 0,-1-1 0,1 0 0,-1 0 0,1 0 0,-1 0 0,1 0 0,-1-1 0,0 1 0,1-1 0,-1 0 0,1 1 0,-1-1 0,0 0 0,0-1 0,0 1 0,1 0 0,-1 0 0,0-1 0,-1 0 0,1 1 0,0-1 0,0 0 0,-1 0 0,1 0 0,-1 0 0,2-2 0,1-4 0,0 0 0,-1 0 0,0-1 0,0 1 0,-1 0 0,1-12 0,4-12 0,-7 31 0,1-1 0,-1 1 0,1-1 0,-1 1 0,1 0 0,-1-1 0,1 1 0,0 0 0,-1-1 0,1 1 0,0 0 0,0 0 0,0 0 0,0 0 0,0 0 0,0 0 0,0 0 0,2-1 0,-1 2 0,-1-1 0,0 1 0,1 0 0,-1 0 0,0 0 0,1 0 0,-1 0 0,0 0 0,1 0 0,-1 0 0,0 1 0,0-1 0,1 0 0,-1 1 0,0-1 0,0 1 0,1 0 0,-1-1 0,0 1 0,1 1 0,13 8 0,21 20 0,-24-19 0,1-1 0,0 0 0,16 9 0,-25-17 0,0 1 0,0-2 0,1 1 0,-1 0 0,0-1 0,1 0 0,-1 0 0,1 0 0,-1-1 0,1 1 0,-1-1 0,1 0 0,0 0 0,-1-1 0,8-1 0,-10 1 0,0 1 0,-1-1 0,1 1 0,0-1 0,-1 0 0,1 0 0,-1 0 0,1 0 0,-1 0 0,1 0 0,-1 0 0,0 0 0,0 0 0,1-1 0,-1 1 0,0-1 0,0 1 0,1-2 0,-1 0 0,0 0 0,0 0 0,0 0 0,0 0 0,-1-1 0,1 1 0,-1 0 0,0 0 0,0-6 0,0 3 0,-1-1 0,-1 0 0,1 0 0,-1 1 0,0-1 0,0 1 0,-1 0 0,1-1 0,-6-6 0,3 7-227,0-1-1,0 0 1,-1 1-1,0 0 1,-12-8-1,8 7-6598</inkml:trace>
</inkml:ink>
</file>

<file path=ppt/ink/ink3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7:49.2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126 87 24575,'0'-6'0,"-1"1"0,1-1 0,-1 1 0,0 0 0,0-1 0,0 1 0,-1 0 0,0 0 0,0 0 0,-3-5 0,4 8 0,0 1 0,0-1 0,0 0 0,0 1 0,-1-1 0,1 1 0,0 0 0,-1-1 0,0 1 0,1 0 0,-1 0 0,0 0 0,1 0 0,-1 0 0,0 0 0,0 1 0,0-1 0,0 1 0,0-1 0,1 1 0,-1 0 0,0-1 0,0 1 0,0 0 0,0 0 0,0 0 0,0 1 0,0-1 0,0 1 0,-2 0 0,0 0 0,1 0 0,-1 0 0,1 1 0,0-1 0,-1 1 0,1 0 0,0 0 0,0 0 0,0 0 0,0 1 0,1-1 0,-4 4 0,5-4 0,0-1 0,-1 1 0,1 0 0,0 0 0,0 0 0,0 0 0,1 0 0,-1 0 0,0 0 0,1 0 0,-1 0 0,1 0 0,0 0 0,0 1 0,0-1 0,0 0 0,0 0 0,0 0 0,0 0 0,1 1 0,0 2 0,83 284 0,-33-91 0,-50-197 0,-1 1 0,0-1 0,0 0 0,1 0 0,-1 0 0,0 0 0,1 0 0,-1 0 0,1 0 0,-1 0 0,1 0 0,0 0 0,-1 0 0,1 0 0,0 0 0,0 0 0,0-1 0,0 1 0,0 0 0,0 0 0,0-1 0,0 1 0,0-1 0,0 1 0,0-1 0,0 1 0,0-1 0,0 0 0,0 0 0,0 1 0,1-1 0,-1 0 0,0 0 0,0 0 0,0 0 0,0 0 0,1 0 0,-1-1 0,2 0 0,4-1 0,0-1 0,0-1 0,0 1 0,0-1 0,7-6 0,7-3 0,-1 5-35,-16 7-86,-1 0 0,1-1 0,-1 1 1,1-1-1,-1 0 0,0 0 0,0 0 0,0 0 0,0 0 0,5-6 0,-2-1-6705</inkml:trace>
</inkml:ink>
</file>

<file path=ppt/ink/ink3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7:49.4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24575,'0'12'0,"0"9"0,3 4 0,2-1 0,4 1 0,3-1 0,1 0 0,1-2 0,1 1 0,0-2 0,-3-1 0,0-2 0,0-2 0,-2-3-8191</inkml:trace>
</inkml:ink>
</file>

<file path=ppt/ink/ink3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7:50.0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37 24575,'7'-4'0,"0"-1"0,0 1 0,1 0 0,-1 1 0,1-1 0,0 2 0,0-1 0,0 1 0,1 0 0,-1 1 0,0 0 0,1 0 0,-1 1 0,1 0 0,-1 0 0,1 1 0,-1 0 0,0 1 0,15 4 0,45 9 0,-68-14 0,1-1 0,-1 0 0,1 0 0,-1 1 0,1-1 0,-1 0 0,1 1 0,-1-1 0,1 1 0,-1-1 0,1 0 0,-1 1 0,0-1 0,1 1 0,-1-1 0,0 1 0,0-1 0,1 1 0,-1 0 0,0-1 0,0 1 0,0-1 0,0 1 0,1-1 0,-1 1 0,0 0 0,0-1 0,0 1 0,0-1 0,0 1 0,-1 0 0,1-1 0,0 2 0,-10 23 0,4-11 0,5-7 0,0 1 0,0-1 0,1 1 0,0-1 0,0 1 0,0-1 0,1 1 0,1-1 0,2 11 0,4 10 0,14 29 0,-13-37 0,36 77 0,-3-9 0,-41-84 0,1 0 0,-1 0 0,1 0 0,-1 1 0,0-1 0,-1 0 0,1 1 0,-1-1 0,1 0 0,-2 1 0,1-1 0,0 1 0,-1-1 0,0 0 0,0 0 0,0 1 0,0-1 0,-1 0 0,1 0 0,-1 0 0,0 0 0,0 0 0,-1-1 0,1 1 0,-1-1 0,0 1 0,0-1 0,0 0 0,0 0 0,-1 0 0,1-1 0,-1 1 0,1-1 0,-1 0 0,0 0 0,0 0 0,0 0 0,0-1 0,-1 0 0,-7 2 0,-14 2-682,-43 4-1,53-9-6143</inkml:trace>
</inkml:ink>
</file>

<file path=ppt/ink/ink3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7:51.0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0 108 24575,'0'0'0,"0"0"0,0 0 0,0-1 0,0 1 0,0 0 0,0 0 0,0-1 0,0 1 0,0 0 0,0-1 0,0 1 0,1 0 0,-1 0 0,0 0 0,0-1 0,0 1 0,0 0 0,0 0 0,1-1 0,-1 1 0,0 0 0,0 0 0,0 0 0,1 0 0,-1-1 0,0 1 0,0 0 0,0 0 0,1 0 0,-1 0 0,0 0 0,0 0 0,1 0 0,-1-1 0,0 1 0,0 0 0,1 0 0,-1 0 0,0 0 0,0 0 0,1 0 0,-1 0 0,0 0 0,1 1 0,-1-1 0,0 0 0,0 0 0,1 0 0,-1 0 0,0 0 0,0 0 0,0 0 0,1 0 0,-1 1 0,0-1 0,0 0 0,0 0 0,1 1 0,13 9 0,15 20 0,66 64 0,-77-78 0,1-1 0,0 0 0,32 17 0,-50-32 0,0 1 0,0-1 0,0 1 0,0-1 0,0 1 0,0-1 0,0 0 0,0 1 0,0-1 0,0 0 0,0 0 0,0 0 0,0 0 0,0 0 0,0 0 0,0 0 0,0 0 0,0 0 0,2-1 0,-3 1 0,1-1 0,0 1 0,0-1 0,-1 0 0,1 1 0,0-1 0,-1 0 0,1 1 0,0-1 0,-1 0 0,1 0 0,-1 0 0,1 1 0,-1-1 0,0 0 0,1 0 0,-1-1 0,1-5 0,0 0 0,0 0 0,-1 0 0,0-13 0,0 12 0,-1-18 0,0-32 0,1 58 0,0-1 0,0 0 0,0 0 0,0 1 0,0-1 0,0 0 0,0 0 0,0 1 0,1-1 0,-1 0 0,0 1 0,0-1 0,1 0 0,-1 1 0,0-1 0,1 0 0,-1 1 0,1-1 0,-1 1 0,1-1 0,-1 1 0,1-1 0,-1 1 0,1-1 0,1 0 0,-2 1 0,1 0 0,0 0 0,0 0 0,0 0 0,0 0 0,0 1 0,-1-1 0,1 0 0,0 0 0,0 1 0,0-1 0,0 1 0,-1-1 0,1 1 0,0-1 0,-1 1 0,2 1 0,5 4 0,0 1 0,10 15 0,-15-19 0,8 9 0,-1 0 0,2 0 0,0-1 0,0-1 0,1 1 0,0-2 0,0 0 0,1 0 0,1-2 0,-1 1 0,20 6 0,-31-13 0,-1 0 0,1-1 0,0 1 0,0-1 0,0 0 0,0 0 0,0 1 0,0-1 0,-1 0 0,1 0 0,0-1 0,0 1 0,0 0 0,0-1 0,0 1 0,0-1 0,-1 1 0,1-1 0,0 0 0,0 0 0,-1 0 0,1 0 0,-1 0 0,1 0 0,-1-1 0,1 1 0,-1 0 0,0-1 0,1 1 0,-1-1 0,0 1 0,0-1 0,0 0 0,0 1 0,-1-1 0,1 0 0,1-2 0,0-3 0,0 0 0,0-1 0,0 1 0,-1-1 0,0 1 0,-1-1 0,1 1 0,-2-11 0,-2-6 0,-1 0 0,-1 1 0,-1 0 0,-1 0 0,-1 1 0,-13-25 0,20 44 15,0 1 0,0 0 0,-1-1 0,1 1 0,-1 0 0,0 0 0,-3-4 0,4 6-60,0-1 0,1 1 0,-1 0 0,0-1 0,1 1 0,-1 0 0,0 0 0,0-1 0,1 1 0,-1 0 0,0 0 0,1 0 0,-1 0 0,0 0 0,0 0 0,1 0 0,-1 1 0,0-1 0,0 0 0,1 0 0,-1 0 0,0 1 0,1-1 0,-1 0 0,0 1 0,1-1 0,-1 1 0,1-1 0,-1 0 0,0 1 0,1 0 0,-1 0 0,-8 8-6781</inkml:trace>
</inkml:ink>
</file>

<file path=ppt/ink/ink3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7:51.8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142 57 24575,'-5'-6'0,"0"0"0,0 1 0,0 0 0,-1 0 0,1 0 0,-1 0 0,-1 1 0,-7-5 0,12 8 0,-1 0 0,1 0 0,-1 0 0,1 1 0,-1-1 0,0 1 0,1-1 0,-1 1 0,1 0 0,-1 0 0,0 0 0,1 0 0,-1 0 0,0 1 0,1-1 0,-1 1 0,1 0 0,-1 0 0,1 0 0,-1 0 0,1 0 0,0 0 0,-1 0 0,1 1 0,0 0 0,-3 2 0,4-3 0,0-1 0,0 1 0,0 0 0,0 0 0,0 0 0,1 0 0,-1 0 0,0 0 0,0 0 0,1 0 0,-1 0 0,0 0 0,1 0 0,0 1 0,-1-1 0,1 0 0,0 0 0,-1 1 0,1-1 0,0 0 0,0 0 0,0 1 0,0-1 0,0 0 0,0 0 0,0 1 0,1-1 0,-1 0 0,0 0 0,1 1 0,-1-1 0,2 2 0,1 2 0,1 0 0,0 0 0,0 0 0,0-1 0,9 7 0,-8-7 0,-1 1 0,1-1 0,6 9 0,7 19 0,-1 0 0,-1 2 0,16 50 0,-24-56 0,7 53 0,-10-49 0,9 32 0,-13-59 0,0-1 0,1 0 0,-1 0 0,1 0 0,0-1 0,0 1 0,1 0 0,-1-1 0,1 1 0,0-1 0,0 0 0,0 0 0,5 4 0,-5-5 0,0 0 0,0-1 0,0 1 0,0-1 0,0 0 0,0 0 0,1 0 0,-1 0 0,0 0 0,1-1 0,-1 1 0,1-1 0,-1 0 0,1 0 0,-1 0 0,0-1 0,5 0 0,-1 0-86,1-1-30,0 1 0,0-1-1,0 0 1,0 0 0,0-1-1,-1 0 1,0 0 0,1-1 0,-1 0-1,11-8 1</inkml:trace>
</inkml:ink>
</file>

<file path=ppt/ink/ink3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7:52.3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1 120 24575,'2'-11'0,"1"1"0,1 0 0,0 0 0,0 0 0,1 0 0,9-14 0,-12 21 0,0 0 0,0 1 0,0-1 0,0 1 0,1 0 0,-1 0 0,1 0 0,-1 0 0,1 0 0,0 0 0,0 1 0,-1-1 0,1 1 0,0 0 0,1 0 0,-1 0 0,0 0 0,0 0 0,0 1 0,0-1 0,1 1 0,-1 0 0,0 0 0,0 0 0,1 1 0,2 0 0,2 1 0,0 0 0,0 0 0,-1 1 0,1 0 0,-1 1 0,0 0 0,0 0 0,0 0 0,9 8 0,-14-10 0,-1-1 0,1 1 0,0 0 0,0 0 0,-1 0 0,1 0 0,-1 0 0,0 0 0,0 0 0,0 0 0,0 0 0,0 1 0,0-1 0,0 0 0,-1 1 0,1-1 0,-1 1 0,0-1 0,1 1 0,-1-1 0,0 1 0,-1-1 0,1 0 0,0 1 0,-1-1 0,1 1 0,-1-1 0,0 0 0,0 1 0,0-1 0,0 0 0,0 0 0,0 0 0,-3 4 0,-16 16 0,16-17 0,0-1 0,0 1 0,0 0 0,-5 8 0,8-11 0,0 0 0,0 0 0,1-1 0,-1 1 0,1 0 0,-1 0 0,1 0 0,0 0 0,-1 0 0,1 0 0,0 0 0,0 0 0,1 0 0,-1 0 0,0 0 0,1 0 0,-1 0 0,2 3 0,-1-3 0,0 0 0,1 0 0,-1 0 0,1-1 0,-1 1 0,1 0 0,-1-1 0,1 0 0,0 1 0,0-1 0,0 0 0,0 0 0,0 1 0,0-2 0,0 1 0,0 0 0,0 0 0,4 0 0,4 1 0,0 0 0,17 1 0,-15-2-170,0-1-1,0 0 0,0-1 1,0 0-1,0-1 0,0 0 1,21-7-1,-21 4-6655</inkml:trace>
</inkml:ink>
</file>

<file path=ppt/ink/ink3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7:53.0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69 24575,'13'-8'0,"0"1"0,1 1 0,0 1 0,0 0 0,1 0 0,-1 2 0,18-3 0,-26 4 0,1 1 0,-1-1 0,9-5 0,-12 5 0,0 1 0,1-1 0,-1 1 0,1-1 0,0 1 0,-1 0 0,1 0 0,0 1 0,-1-1 0,1 1 0,0 0 0,4 0 0,-6 1 0,0 0 0,-1 0 0,1-1 0,-1 1 0,1 0 0,-1 0 0,1 1 0,-1-1 0,0 0 0,1 0 0,-1 1 0,0-1 0,0 1 0,0-1 0,0 1 0,0-1 0,0 1 0,0 2 0,12 36 0,-9-25 0,6 13 0,19 37 0,2 3 0,-21-45 0,-5-12 0,-1 0 0,0 0 0,2 12 0,-5-22 0,-1 1 0,0 0 0,0-1 0,-1 1 0,1 0 0,0 0 0,0-1 0,-1 1 0,1 0 0,-1-1 0,1 1 0,-1-1 0,0 1 0,0 0 0,0-1 0,0 0 0,0 1 0,0-1 0,0 1 0,0-1 0,0 0 0,-1 0 0,1 0 0,0 0 0,-1 0 0,1 0 0,-1 0 0,-1 0 0,-7 4 0,0-1 0,0 0 0,-16 4 0,11-4 0,-35 13-1365,35-12-5461</inkml:trace>
</inkml:ink>
</file>

<file path=ppt/ink/ink3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7:56.0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 31 24575,'-1'-5'0,"1"4"0,0 0 0,0-1 0,0 1 0,0 0 0,0-1 0,0 1 0,0 0 0,0-1 0,1 1 0,-1 0 0,0-1 0,1 1 0,-1 0 0,1 0 0,0-1 0,-1 1 0,2-2 0,-2 3 0,0 0 0,1 0 0,-1 0 0,0 0 0,0 0 0,0 0 0,0 0 0,0 0 0,0 0 0,0 0 0,1 0 0,-1 0 0,0 0 0,0 0 0,0 0 0,0 0 0,0 0 0,0 0 0,0 0 0,0 0 0,1 0 0,-1 0 0,0 0 0,0 0 0,0 0 0,0 0 0,0 1 0,0-1 0,0 0 0,0 0 0,0 0 0,1 0 0,-1 0 0,0 0 0,0 0 0,0 0 0,0 0 0,0 0 0,0 1 0,0-1 0,0 0 0,0 0 0,0 0 0,3 9 0,-1 7 0,-1 8 0,0-5 0,0-1 0,1 1 0,7 23 0,-5-27 0,0-1 0,2 0 0,-1 0 0,2 0 0,0-1 0,0 0 0,2 0 0,-1-1 0,1 0 0,1-1 0,0 0 0,19 16 0,-23-23 0,-1 1 0,1-1 0,1 0 0,-1-1 0,0 0 0,9 3 0,-13-5 0,0 0 0,0 0 0,0-1 0,0 1 0,0-1 0,1 0 0,-1 0 0,0 0 0,0 0 0,0 0 0,1 0 0,-1 0 0,0-1 0,0 1 0,0-1 0,1 0 0,-1 1 0,0-1 0,0 0 0,0 0 0,-1-1 0,1 1 0,0 0 0,2-2 0,-2 1 0,-1-1 0,1 1 0,-1 0 0,1-1 0,-1 1 0,0-1 0,0 1 0,0-1 0,0 0 0,-1 1 0,1-1 0,-1 0 0,0 1 0,1-5 0,-3-40 0,1 43 0,0-4 0,-1 0 0,-5-16 0,5 18 0,0 0 0,0-1 0,1 1 0,-1-11 0,1 17 0,1 0 0,0 0 0,0 0 0,0-1 0,0 1 0,0 0 0,0 0 0,0 0 0,0-1 0,0 1 0,0 0 0,0 0 0,0 0 0,0-1 0,0 1 0,0 0 0,0 0 0,0 0 0,0-1 0,0 1 0,0 0 0,0 0 0,0 0 0,0 0 0,0-1 0,0 1 0,1 0 0,-1 0 0,0 0 0,0 0 0,0-1 0,0 1 0,0 0 0,1 0 0,-1 0 0,0 0 0,0 0 0,0 0 0,0-1 0,1 1 0,-1 0 0,0 0 0,0 0 0,0 0 0,1 0 0,-1 0 0,0 0 0,0 0 0,0 0 0,1 0 0,-1 0 0,0 0 0,0 0 0,0 0 0,1 0 0,-1 0 0,0 0 0,0 0 0,0 0 0,1 1 0,-1-1 0,0 0 0,0 0 0,0 0 0,1 0 0,11 12 0,-9-9 0,87 81 0,-73-70 0,-1-1 0,1-1 0,37 19 0,-53-31 0,-1 1 0,1-1 0,0 1 0,0-1 0,0 0 0,0 1 0,0-1 0,0 0 0,0 0 0,0 0 0,0 0 0,0 1 0,0-1 0,0 0 0,0-1 0,0 1 0,0 0 0,0 0 0,0 0 0,0-1 0,0 1 0,0 0 0,0-1 0,1 0 0,-1 0 0,0 0 0,0-1 0,0 1 0,0 0 0,0 0 0,-1-1 0,1 1 0,0 0 0,-1-1 0,1 1 0,-1-1 0,0 1 0,1-1 0,-1-2 0,1-4 0,-1-1 0,0 1 0,-1-1 0,-2-14 0,0 9-273,0 0 0,-1 1 0,0 0 0,-9-19 0,6 19-6553</inkml:trace>
</inkml:ink>
</file>

<file path=ppt/ink/ink3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7:56.7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186 43 24575,'-19'-10'0,"-43"-15"0,57 24 0,-1-1 0,1 1 0,-1 0 0,0 0 0,1 0 0,-1 1 0,0 0 0,0 0 0,0 0 0,1 1 0,-1 0 0,0 0 0,-5 2 0,9-2 0,1-1 0,0 1 0,0 0 0,-1 0 0,1 0 0,0 0 0,0 0 0,0 0 0,0 0 0,0 0 0,0 1 0,1-1 0,-1 0 0,0 0 0,1 1 0,-1-1 0,0 1 0,1-1 0,0 0 0,-1 1 0,1-1 0,0 1 0,0-1 0,0 1 0,0-1 0,0 1 0,0-1 0,0 4 0,2 4 0,0 1 0,0 0 0,4 11 0,-3-13 0,90 268 0,-49-135 0,-43-139 0,0 0 0,0 0 0,0 0 0,0-1 0,0 1 0,1 0 0,-1-1 0,1 1 0,-1-1 0,1 1 0,-1-1 0,1 0 0,0 1 0,-1-1 0,1 0 0,0 0 0,0 0 0,0-1 0,0 1 0,0 0 0,0-1 0,0 1 0,0-1 0,3 0 0,6 1 0,1 0 0,-1-1 0,17-2 0,-4 0 0,23 2 0,28-1 0,-64-1-1365,-1-2-5461</inkml:trace>
</inkml:ink>
</file>

<file path=ppt/ink/ink3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7:57.2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133 28 24575,'0'-3'0,"1"1"0,0-1 0,-1 1 0,1-1 0,0 1 0,0 0 0,3-4 0,-3 5 0,-1 1 0,0-1 0,1 1 0,-1 0 0,1-1 0,-1 1 0,1 0 0,-1 0 0,1-1 0,-1 1 0,1 0 0,-1 0 0,1 0 0,0 0 0,-1 0 0,1 0 0,-1 0 0,1 0 0,-1 0 0,1 0 0,-1 0 0,1 0 0,0 0 0,-1 0 0,1 0 0,-1 0 0,1 1 0,-1-1 0,1 0 0,-1 0 0,1 1 0,-1-1 0,1 0 0,-1 1 0,0-1 0,1 0 0,-1 1 0,1-1 0,-1 1 0,1 0 0,6 7 0,1 1 0,-1 1 0,-1-1 0,0 1 0,0 1 0,5 14 0,3 3 0,-1-5 0,-7-13 0,0 0 0,-1 0 0,0 1 0,5 16 0,-10-26 0,0-1 0,0 1 0,0 0 0,0-1 0,1 1 0,-1 0 0,0-1 0,0 1 0,0 0 0,0-1 0,-1 1 0,1 0 0,0-1 0,0 1 0,0-1 0,0 1 0,-1 0 0,1-1 0,0 1 0,-1-1 0,1 1 0,0 0 0,-1-1 0,1 1 0,-1-1 0,1 1 0,-1-1 0,1 0 0,-1 1 0,-1 0 0,0 0 0,1-1 0,-1 1 0,0-1 0,1 1 0,-1-1 0,0 0 0,0 0 0,1 0 0,-5 0 0,-1-1 0,0 0 0,0 0 0,0-1 0,-11-3 0,-12-9 0,0-1 0,1-1 0,-34-25 0,58 37 0,1 1 0,-1-1 0,1 0 0,-1-1 0,1 1 0,1-1 0,-7-9 0,10 13 0,-1 0 0,0 0 0,0-1 0,1 1 0,-1-1 0,1 1 0,0 0 0,-1-1 0,1 1 0,0-1 0,0 1 0,0-1 0,0 1 0,0-1 0,0 1 0,0-1 0,0 1 0,1-1 0,-1 1 0,0-1 0,1 1 0,-1 0 0,1-1 0,0 1 0,0 0 0,-1-1 0,1 1 0,0 0 0,0 0 0,0 0 0,0 0 0,0 0 0,0 0 0,1 0 0,1-2 0,1 1-273,-1 0 0,1 1 0,-1-1 0,8-2 0,2 1-6553</inkml:trace>
</inkml:ink>
</file>

<file path=ppt/ink/ink3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7:57.7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 24575,'21'-2'0,"-1"1"0,1 0 0,0 2 0,0 0 0,0 1 0,-1 1 0,1 1 0,-1 1 0,0 1 0,24 10 0,-42-15 0,1 1 0,-1-1 0,1 0 0,-1 1 0,0-1 0,0 1 0,0 0 0,0 0 0,0 0 0,0 0 0,0 0 0,-1 0 0,1 0 0,-1 0 0,3 5 0,-3-3 0,0-1 0,0 0 0,-1 1 0,1-1 0,-1 1 0,0-1 0,0 1 0,0-1 0,0 1 0,0-1 0,-3 7 0,0 5 0,1 1 0,1-1 0,0 0 0,0 1 0,2-1 0,0 1 0,1-1 0,0 0 0,1 0 0,10 29 0,28 55 0,0-3 0,-38-86 0,0 1 0,-1-1 0,1 21 0,-2-25 0,-1 0 0,0 0 0,0-1 0,-1 1 0,0 0 0,0 0 0,0-1 0,-4 10 0,3-13 7,1 0 0,0 0 0,-1 0-1,1-1 1,-1 1 0,0 0 0,1-1 0,-1 0-1,0 1 1,0-1 0,0 0 0,0 0-1,0 0 1,-1 0 0,1 0 0,-4 1 0,-4 0-453,-1 1 1,-11 0 0,20-3 300,-11 1-6681</inkml:trace>
</inkml:ink>
</file>

<file path=ppt/ink/ink3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7:58.6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86 24575,'-10'-14'0,"6"11"0,7 9 0,7 10 0,1 0 0,1-1 0,19 20 0,-4-6 0,-19-20 0,0-1 0,16 13 0,-22-19 0,0 0 0,0-1 0,0 1 0,0-1 0,0 0 0,0 0 0,0 0 0,1 0 0,-1 0 0,0 0 0,0-1 0,1 1 0,-1-1 0,1 1 0,-1-1 0,0 0 0,1 0 0,-1 0 0,5-1 0,-6 0 0,1 1 0,-1-1 0,0 0 0,0 0 0,0 0 0,1 0 0,-1 0 0,0 0 0,0-1 0,0 1 0,-1 0 0,1 0 0,0-1 0,0 1 0,-1 0 0,1-1 0,-1 1 0,1-1 0,-1 1 0,1-1 0,-1 1 0,0-3 0,1-5 0,0 0 0,-2-14 0,1 14 0,-1-5 0,1 11 0,-1 0 0,1-1 0,0 1 0,0 0 0,0-1 0,0 1 0,1-1 0,-1 1 0,1 0 0,1-4 0,-2 7 0,1 0 0,-1-1 0,1 1 0,-1 0 0,1-1 0,-1 1 0,1 0 0,-1 0 0,1 0 0,-1-1 0,1 1 0,-1 0 0,1 0 0,0 0 0,-1 0 0,1 0 0,-1 0 0,1 0 0,0 0 0,-1 0 0,1 1 0,-1-1 0,1 0 0,-1 0 0,1 0 0,-1 1 0,1-1 0,-1 0 0,1 0 0,-1 1 0,1-1 0,19 13 0,-19-12 0,18 13 0,3 2 0,24 13 0,-40-25 0,1-1 0,-1 0 0,1 0 0,-1-1 0,1 0 0,0 0 0,0 0 0,0-1 0,8 0 0,-13-1 0,1 0 0,-1 0 0,0 0 0,1 0 0,-1-1 0,0 0 0,0 1 0,1-1 0,-1 0 0,0 0 0,0 0 0,0 0 0,0 0 0,0 0 0,0-1 0,0 1 0,-1-1 0,1 1 0,0-1 0,-1 0 0,1 0 0,-1 0 0,0 0 0,0 0 0,1 0 0,-1 0 0,0 0 0,-1 0 0,1 0 0,0 0 0,0-5 0,1-4 0,-1 1 0,0-1 0,-1 0 0,0 0 0,-2-16 0,2 24-68,-1-1 0,1 0-1,-1 0 1,0 0 0,-1 1 0,1-1-1,-1 1 1,1-1 0,-1 1 0,0 0-1,0-1 1,0 1 0,-1 0 0,1 0-1,-1 1 1,0-1 0,0 0-1,0 1 1,-5-4 0,-4 0-6758</inkml:trace>
</inkml:ink>
</file>

<file path=ppt/ink/ink3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7:59.3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210 71 24575,'-5'-8'0,"0"0"0,-1 1 0,0-1 0,0 2 0,-14-13 0,17 18 0,1-1 0,0 0 0,-1 1 0,0-1 0,1 1 0,-1 0 0,0 0 0,0 0 0,1 0 0,-1 1 0,0-1 0,0 1 0,0 0 0,0 0 0,0 0 0,0 0 0,0 0 0,0 0 0,1 1 0,-1 0 0,0-1 0,-4 3 0,-13 5 0,1 1 0,-23 15 0,41-23 0,0 0 0,0-1 0,1 1 0,-1 0 0,0 0 0,0-1 0,0 1 0,1 0 0,-1 0 0,0 0 0,1 0 0,-1 0 0,1 0 0,-1 0 0,1 1 0,0-1 0,-1 0 0,1 0 0,0 0 0,0 0 0,0 0 0,0 0 0,0 1 0,0-1 0,0 0 0,0 0 0,0 0 0,1 2 0,1 4 0,1-1 0,-1 0 0,1-1 0,4 8 0,1 1 0,4 14 0,-1 0 0,10 40 0,8 61 0,-8 8 0,-19-115 0,-1-11 0,0 0 0,1 0 0,0 0 0,4 12 0,-5-20 0,0-1 0,0 1 0,0-1 0,0 0 0,0 0 0,1 0 0,-1 0 0,1 0 0,-1 0 0,1 0 0,0 0 0,0 0 0,0-1 0,0 1 0,0-1 0,0 1 0,0-1 0,0 0 0,1 0 0,-1 0 0,1 0 0,-1 0 0,4 0 0,-1-1-68,1 1 0,-1-1-1,0 0 1,0 0 0,0-1 0,1 0-1,-1 0 1,0 0 0,0 0 0,0-1-1,0 0 1,-1 0 0,1 0 0,0-1-1,-1 0 1,0 1 0,1-2-1,-1 1 1,5-5 0,-2-1-6758</inkml:trace>
</inkml:ink>
</file>

<file path=ppt/ink/ink3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7:59.6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24575,'0'4'0,"0"5"0,2 6 0,4 2 0,3 1 0,0 2 0,1 1 0,1-2 0,-1-1 0,0-1 0,0-1 0,0-1 0,-3-3-8191</inkml:trace>
</inkml:ink>
</file>

<file path=ppt/ink/ink3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8:00.3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9 24575,'32'-4'0,"-1"1"0,1 2 0,0 1 0,35 4 0,-59-3 0,-4-1 0,0 1 0,-1 0 0,1-1 0,-1 1 0,1 0 0,3 2 0,-6-2 0,0 0 0,0-1 0,0 1 0,0 0 0,0 0 0,0 0 0,0 0 0,0 0 0,0 0 0,0 0 0,-1 0 0,1 1 0,0-1 0,-1 0 0,1 0 0,-1 1 0,0-1 0,1 0 0,-1 0 0,1 3 0,6 34 0,3 1 0,1-2 0,17 38 0,-17-47 0,-9-23 0,10 25 0,-2 1 0,11 48 0,-21-76 6,0 0 0,1 0 0,-1 0 0,0 0 0,-1 0 0,1-1 0,0 1 0,-1 0 0,0 0 0,0 0 0,0 0 0,0-1 0,0 1 0,0 0 0,-1-1 0,1 1 0,-1-1 0,0 0 0,-2 4 0,0-2-171,-1 0 0,1 0 0,-1-1 0,0 1 0,0-1 0,0 0 0,-1-1 0,-8 4 0,3-2-6661</inkml:trace>
</inkml:ink>
</file>

<file path=ppt/ink/ink3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8:01.3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 43 24575,'-2'-2'0,"-12"-16"0,14 18 0,-1-1 0,1 0 0,-1 1 0,1-1 0,-1 1 0,1-1 0,-1 1 0,0-1 0,1 1 0,-1-1 0,0 1 0,1 0 0,-1-1 0,0 1 0,1 0 0,-1 0 0,0-1 0,0 1 0,1 0 0,-1 0 0,-1 0 0,1 0 0,1 1 0,0-1 0,0 1 0,-1-1 0,1 1 0,0-1 0,0 0 0,0 1 0,0-1 0,0 1 0,-1-1 0,1 1 0,0-1 0,0 1 0,0-1 0,0 1 0,0-1 0,1 1 0,-1-1 0,0 1 0,0-1 0,0 1 0,0 0 0,5 15 0,-4-14 0,7 24 0,23 47 0,-24-59 0,1-1 0,0 0 0,0-1 0,1 0 0,12 12 0,-16-19 0,0-1 0,1 1 0,-1-1 0,12 7 0,-16-10 0,1-1 0,-1 1 0,0 0 0,0-1 0,0 1 0,1-1 0,-1 1 0,0-1 0,0 0 0,1 1 0,-1-1 0,0 0 0,1 0 0,-1 0 0,0 0 0,1 0 0,-1 0 0,0 0 0,1-1 0,-1 1 0,0 0 0,0-1 0,1 1 0,-1-1 0,0 1 0,0-1 0,0 0 0,0 0 0,0 1 0,0-1 0,0 0 0,1-1 0,1-2 0,-1 1 0,1-1 0,-1 0 0,0 0 0,-1-1 0,1 1 0,-1 0 0,0-1 0,2-7 0,-2-3 0,0-25 0,-1 1 0,0 38 0,0 0 0,0 0 0,0 0 0,0 0 0,0 0 0,1 0 0,-1 0 0,0 0 0,1 0 0,-1 0 0,0 0 0,1 0 0,0 0 0,-1 0 0,1 0 0,-1 0 0,1 0 0,0 1 0,1-2 0,-1 1 0,0 1 0,-1 0 0,1-1 0,0 1 0,0 0 0,0 0 0,0 0 0,0-1 0,0 1 0,0 0 0,0 0 0,0 1 0,0-1 0,-1 0 0,1 0 0,0 0 0,0 1 0,1-1 0,5 4 0,0-1 0,0 1 0,0 0 0,9 8 0,-2-2 0,-11-9 0,8 7 0,0-1 0,1-1 0,0 0 0,24 7 0,-34-12 0,1 0 0,0-1 0,0 1 0,0-1 0,-1 1 0,1-1 0,0 0 0,0 0 0,0-1 0,0 1 0,0 0 0,-1-1 0,1 0 0,0 1 0,0-1 0,-1 0 0,1-1 0,-1 1 0,1 0 0,-1-1 0,1 1 0,-1-1 0,0 0 0,0 0 0,0 0 0,0 0 0,0 0 0,0 0 0,2-4 0,-2 2-42,0-1-1,0 1 0,-1 0 1,1 0-1,-1-1 0,0 1 1,0-1-1,-1 1 0,1-1 1,-1 1-1,0-1 0,0 0 1,-1 1-1,1-1 0,-1 1 1,0-1-1,0 1 0,-1 0 1,1-1-1,-1 1 0,0 0 1,0 0-1,0 0 0,-1 0 1,1 0-1,-1 1 0,0-1 1,0 1-1,-1 0 0,1 0 1,-5-4-1,-4 1-6783</inkml:trace>
</inkml:ink>
</file>

<file path=ppt/ink/ink3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8:02.4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198 45 24575,'-10'-7'0,"0"1"0,-1 1 0,1 0 0,-1 0 0,0 1 0,-16-4 0,22 6 0,0 1 0,-1 1 0,1-1 0,0 1 0,-1 0 0,1 0 0,0 0 0,0 1 0,-1 0 0,1 0 0,0 0 0,0 1 0,0-1 0,0 1 0,0 1 0,-7 3 0,11-5 0,0-1 0,0 1 0,0 0 0,1 0 0,-1 0 0,0 0 0,0 0 0,1 0 0,-1 0 0,0 0 0,1 0 0,-1 0 0,1 0 0,-1 1 0,1-1 0,0 0 0,-1 0 0,1 0 0,0 1 0,0-1 0,0 0 0,0 0 0,0 1 0,0-1 0,0 2 0,2 4 0,0-1 0,-1 1 0,6 10 0,1 5 0,3 20 0,88 311 0,-95-344 0,-1 0 0,1 0 0,0 0 0,1 0 0,5 7 0,-9-14 0,0 0 0,0-1 0,1 1 0,-1-1 0,0 1 0,1-1 0,-1 0 0,1 1 0,-1-1 0,1 0 0,-1 0 0,1 0 0,0 0 0,0 0 0,-1 0 0,1-1 0,0 1 0,0-1 0,0 1 0,0-1 0,0 0 0,0 1 0,0-1 0,0 0 0,0 0 0,0-1 0,-1 1 0,1 0 0,0-1 0,0 1 0,2-2 0,5-2-227,0 1-1,1 0 1,-1 0-1,1 0 1,10 0-1,-8 2-6598</inkml:trace>
</inkml:ink>
</file>

<file path=ppt/ink/ink3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8:02.9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44 24575,'8'-6'0,"1"0"0,0 1 0,0 0 0,0 0 0,0 1 0,14-4 0,-19 7 0,0 0 0,1 0 0,-1 0 0,0 1 0,1-1 0,-1 1 0,0 0 0,1 0 0,-1 1 0,1-1 0,-1 1 0,0 0 0,0 0 0,1 0 0,-1 1 0,0 0 0,4 2 0,-6-3 0,-1 0 0,0-1 0,0 1 0,0 0 0,-1 0 0,1 0 0,0 0 0,0 0 0,0 0 0,-1 1 0,1-1 0,0 0 0,-1 0 0,1 0 0,-1 1 0,0-1 0,1 0 0,-1 1 0,0-1 0,0 0 0,0 1 0,0-1 0,0 0 0,0 1 0,0-1 0,0 0 0,-1 0 0,1 1 0,-1 1 0,-1 4 0,-1 0 0,0 1 0,-8 12 0,4-8 0,3-3 0,0-2 0,0 1 0,0 0 0,1 0 0,0 0 0,-1 9 0,3-15 0,1-1 0,0 1 0,0 0 0,0-1 0,0 1 0,0-1 0,0 1 0,0 0 0,0-1 0,1 1 0,-1-1 0,1 1 0,-1-1 0,1 1 0,-1-1 0,1 1 0,0-1 0,0 1 0,0-1 0,0 0 0,0 0 0,0 1 0,0-1 0,0 0 0,0 0 0,1 0 0,-1 0 0,0 0 0,1 0 0,-1-1 0,1 1 0,-1 0 0,3 0 0,2 1 2,0-1 1,0 1-1,1-1 0,-1 0 0,0-1 0,0 0 0,10 0 1,44-10-52,-17 3-1285,-32 5-5492</inkml:trace>
</inkml:ink>
</file>

<file path=ppt/ink/ink3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8:03.5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25 24575,'24'-6'0,"61"-10"0,-75 15 0,1 0 0,-1 1 0,0 0 0,1 0 0,-1 1 0,13 3 0,-22-3 0,1-1 0,-1 1 0,1 0 0,-1-1 0,0 1 0,0 0 0,1 0 0,-1 0 0,0 0 0,0 0 0,0 0 0,0 0 0,0 0 0,0 0 0,0 0 0,0 1 0,-1-1 0,1 0 0,0 1 0,-1-1 0,1 0 0,0 3 0,1 3 0,-1 1 0,1 0 0,-1 10 0,2 6 0,13 42 0,33 91 0,-14-77 0,-10-26 0,-24-53 0,-1 0 0,1 0 0,-1 0 0,1 1 0,-1-1 0,0 0 0,1 0 0,-1 1 0,0-1 0,0 0 0,0 0 0,0 1 0,0-1 0,0 0 0,-1 0 0,1 1 0,0-1 0,-1 0 0,1 0 0,-1 0 0,1 0 0,-1 1 0,1-1 0,-1 0 0,0 0 0,1 0 0,-1 0 0,0 0 0,0 0 0,0-1 0,0 1 0,0 0 0,0 0 0,0-1 0,0 1 0,0 0 0,-2 0 0,-5 2 0,0 0 0,-1-1 0,1 1 0,-14 0 0,6 0 0,-69 15-1365,68-13-5461</inkml:trace>
</inkml:ink>
</file>

<file path=ppt/ink/ink3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8:05.5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24575,'42'110'0,"-41"-107"0,11 27 0,20 47 0,-27-65 0,2-1 0,-1 0 0,1-1 0,12 15 0,-17-23 0,1 0 0,-1 1 0,0-1 0,1 0 0,-1-1 0,1 1 0,-1 0 0,1-1 0,0 1 0,0-1 0,0 0 0,4 1 0,-5-1 0,-1-1 0,0 0 0,0 0 0,0 0 0,1 0 0,-1-1 0,0 1 0,0 0 0,1 0 0,-1-1 0,0 1 0,0-1 0,0 1 0,0-1 0,0 1 0,0-1 0,0 0 0,0 1 0,0-1 0,0 0 0,0 0 0,0 0 0,0 0 0,0 0 0,-1 0 0,1 0 0,0 0 0,-1 0 0,1 0 0,-1 0 0,1 0 0,-1 0 0,1-3 0,3-10 0,-1 0 0,0-1 0,-1 1 0,-1-1 0,0-17 0,1-10 0,-2 41 0,0 0 0,0 1 0,0-1 0,0 0 0,0 0 0,0 0 0,0 1 0,1-1 0,-1 0 0,0 1 0,0-1 0,1 0 0,-1 0 0,1 1 0,-1-1 0,0 0 0,1 1 0,-1-1 0,1 1 0,0-2 0,0 2 0,0 0 0,-1 0 0,1 0 0,0 0 0,-1 0 0,1 0 0,-1 0 0,1 0 0,0 0 0,-1 0 0,1 0 0,0 0 0,-1 0 0,1 0 0,-1 0 0,1 1 0,0-1 0,-1 0 0,2 1 0,3 3 0,0-1 0,1 1 0,-1 1 0,4 4 0,-3-3 0,25 25 0,-23-22 0,1 0 0,-1-1 0,2 0 0,-1 0 0,18 10 0,-26-17 0,0 0 0,0-1 0,1 1 0,-1-1 0,0 1 0,0-1 0,0 1 0,1-1 0,-1 0 0,0 1 0,0-1 0,1 0 0,-1 0 0,0 0 0,0 0 0,1 0 0,-1 0 0,0-1 0,0 1 0,1 0 0,-1-1 0,0 1 0,0-1 0,0 1 0,2-2 0,-1 1 0,-1-1 0,0 1 0,0-1 0,0 1 0,0-1 0,0 0 0,0 0 0,-1 1 0,1-1 0,0 0 0,-1 0 0,1 0 0,-1 0 0,0 0 0,0 1 0,0-4 0,0-3 14,0 1-1,-1-1 0,0 1 0,0-1 1,-1 1-1,0-1 0,0 1 1,-6-13-1,1 8-384,1 0-1,-1 0 1,-18-21 0,15 20-6455</inkml:trace>
</inkml:ink>
</file>

<file path=ppt/ink/ink3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8:06.3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132 76 24575,'-3'-8'0,"-1"1"0,0-1 0,0 1 0,-1-1 0,0 1 0,-9-10 0,13 16 0,0 0 0,0 0 0,0 0 0,-1 0 0,1 0 0,0 0 0,-1 0 0,1 0 0,-1 0 0,1 1 0,-1-1 0,1 1 0,-1-1 0,1 1 0,-1-1 0,0 1 0,1 0 0,-1 0 0,0 0 0,1 0 0,-1 0 0,1 0 0,-1 0 0,0 0 0,1 1 0,-1-1 0,1 1 0,-1-1 0,1 1 0,-1 0 0,1-1 0,-1 1 0,1 0 0,-1 0 0,1 0 0,0 0 0,0 0 0,0 1 0,-1-1 0,0 2 0,-2 1 0,1 0 0,0 0 0,0 0 0,1 0 0,-1 0 0,1 0 0,0 1 0,0-1 0,0 1 0,0 0 0,1 0 0,0-1 0,0 1 0,0 0 0,1 0 0,0 0 0,0 0 0,0 0 0,0 0 0,2 9 0,27 114 0,-6-26 0,-7-31 0,26 75 0,-41-144 0,0 0 0,0 0 0,0 0 0,1 0 0,-1 0 0,0-1 0,1 1 0,0 0 0,-1-1 0,1 1 0,0-1 0,0 0 0,0 0 0,-1 1 0,1-1 0,1 0 0,-1-1 0,0 1 0,0 0 0,0 0 0,0-1 0,1 0 0,-1 1 0,4-1 0,7 1 0,-1-1 0,0-1 0,16-2 0,-21 2 0,-2 0-170,0 1-1,0-2 0,0 1 1,0 0-1,0-1 0,0 0 1,4-3-1</inkml:trace>
</inkml:ink>
</file>

<file path=ppt/ink/ink3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8:06.7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96 64 24575,'5'-7'0,"0"1"0,0 0 0,0 0 0,1 1 0,-1 0 0,1-1 0,1 2 0,6-5 0,-10 7 0,-1 1 0,0 0 0,1 0 0,-1 0 0,1 0 0,-1 1 0,1-1 0,-1 1 0,1-1 0,0 1 0,-1 0 0,1 0 0,0 0 0,-1 0 0,1 0 0,-1 1 0,1-1 0,0 1 0,-1 0 0,1 0 0,-1 0 0,0 0 0,1 0 0,-1 0 0,0 1 0,0-1 0,4 4 0,-1 0 0,1 1 0,-1 0 0,0 0 0,0 1 0,0 0 0,-1 0 0,4 8 0,-2-2 0,0 1 0,7 28 0,-11-35 0,-1 0 0,0-1 0,0 1 0,-1 0 0,1-1 0,-2 9 0,1-13 0,0 0 0,0-1 0,-1 1 0,1 0 0,-1-1 0,1 1 0,-1-1 0,0 1 0,1-1 0,-1 1 0,0-1 0,0 1 0,0-1 0,0 0 0,0 1 0,0-1 0,-1 0 0,1 0 0,0 0 0,-1 0 0,1 0 0,-1 0 0,1 0 0,-1 0 0,1-1 0,-1 1 0,1-1 0,-1 1 0,-2 0 0,-4-1 0,-1 1 0,1-1 0,-1 0 0,1-1 0,-1 0 0,1 0 0,0-1 0,-14-4 0,-1-2 0,-37-19 0,45 20 0,-30-17 0,42 22 0,0 0 0,0 0 0,0 0 0,1-1 0,-1 1 0,1-1 0,0 1 0,0-1 0,0 0 0,0 0 0,-3-5 0,5 7 6,0 0-1,-1 0 0,1 0 1,0 0-1,0 0 0,0 0 1,0 0-1,0 0 0,0 0 1,0 0-1,0 0 0,0 0 1,0 1-1,1-1 1,-1 0-1,0 0 0,1 0 1,-1 0-1,1 0 0,-1 1 1,1-2-1,1 0-217,0 0 0,-1 0 0,1 0 1,0 0-1,0 1 0,4-3 0,5-3-6614</inkml:trace>
</inkml:ink>
</file>

<file path=ppt/ink/ink3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8:07.5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15 24575,'22'-5'0,"0"1"0,0 1 0,38 0 0,-45 4 0,-1 0 0,0 1 0,0 1 0,0 0 0,0 1 0,25 10 0,-30-10 0,0-1 0,15 4 0,-22-6 0,1-1 0,-1 0 0,0 1 0,1-1 0,-1 0 0,0 0 0,4-1 0,-5 1 0,0-1 0,-1 1 0,1 0 0,0 0 0,-1-1 0,1 1 0,0 0 0,-1-1 0,1 1 0,-1 0 0,1-1 0,0 1 0,-1-1 0,1 1 0,-1-1 0,0 1 0,1-1 0,-1 0 0,1 1 0,-1-1 0,0 1 0,1-1 0,-1 0 0,0 0 0,-7 26 0,6-9 0,1-1 0,0 1 0,1-1 0,1 1 0,0-1 0,8 24 0,36 88 0,-29-83 0,54 128 0,-70-170 0,0 0 0,0 0 0,-1 0 0,1 0 0,-1 0 0,1 1 0,-1-1 0,0 0 0,1 0 0,-1 1 0,-1-1 0,1 3 0,0-4 0,-1 0 0,1 0 0,-1 0 0,1 0 0,-1 0 0,0-1 0,1 1 0,-1 0 0,0 0 0,0 0 0,1-1 0,-1 1 0,0 0 0,0-1 0,0 1 0,0 0 0,0-1 0,0 1 0,0-1 0,0 0 0,0 1 0,0-1 0,0 0 0,0 0 0,0 0 0,-3 1 0,-16 0-20,-42-2 1,32 0-1307,14 1-5500</inkml:trace>
</inkml:ink>
</file>

<file path=ppt/ink/ink3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8:08.4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30 24575,'1'-15'0,"2"13"0,2 8 0,13 24 0,1-1 0,38 46 0,-31-43 0,-9-10 0,2 0 0,39 35 0,-57-56 0,0 0 0,1 0 0,-1 0 0,0 0 0,1-1 0,-1 1 0,1 0 0,-1-1 0,1 1 0,-1 0 0,1-1 0,-1 0 0,4 1 0,-4-1 0,0 0 0,-1-1 0,1 1 0,0 0 0,-1 0 0,1-1 0,0 1 0,-1-1 0,1 1 0,0 0 0,-1-1 0,1 1 0,-1-1 0,1 1 0,-1-1 0,1 0 0,-1 1 0,1-1 0,-1 0 0,1 1 0,-1-1 0,0 0 0,0 1 0,1-1 0,-1 0 0,0 0 0,0 1 0,0-1 0,0 0 0,0 0 0,0 0 0,1-10 0,-1 1 0,0-1 0,-1 1 0,0-1 0,0 1 0,-1 0 0,-7-19 0,5 13 0,-5-28 0,9 43 0,0 1 0,0 0 0,-1-1 0,1 1 0,0-1 0,0 1 0,0 0 0,0-1 0,0 1 0,0-1 0,0 1 0,0 0 0,0-1 0,1 1 0,-1-1 0,0 1 0,0 0 0,0-1 0,0 1 0,0 0 0,1-1 0,-1 1 0,0 0 0,0-1 0,1 1 0,-1 0 0,0-1 0,1 1 0,-1 0 0,1 0 0,0 0 0,-1 0 0,1 1 0,-1-1 0,1 0 0,-1 0 0,1 0 0,-1 0 0,0 1 0,1-1 0,-1 0 0,1 1 0,-1-1 0,1 0 0,0 1 0,21 24 0,-17-19 0,10 11 0,1 0 0,1-1 0,20 14 0,-30-25 0,1 0 0,0 0 0,1 0 0,-1-1 0,1-1 0,0 1 0,0-2 0,0 1 0,0-1 0,13 1 0,-17-2 0,0-1 0,0 1 0,1-1 0,-1-1 0,0 1 0,0-1 0,0 0 0,0 0 0,-1 0 0,7-3 0,-8 3 0,-1-1 0,1 0 0,-1 1 0,0-1 0,0 0 0,0 0 0,0 0 0,0 0 0,0-1 0,0 1 0,-1 0 0,1-1 0,-1 1 0,0-1 0,0 0 0,0 1 0,0-1 0,0 0 0,0-5 0,0 0 0,0-1 0,0 1 0,-1-1 0,-1 1 0,1-1 0,-2 1 0,1-1 0,-1 1 0,0-1 0,-1 1 0,0 0 0,0 0 0,0 1 0,-1-1 0,-1 1 0,1-1 0,-1 1 0,0 0 0,-1 1 0,-8-9 0,10 12-170,-1-1-1,1 1 0,-1 0 1,0 1-1,0-1 0,0 1 1,-9-3-1,-1 1-6655</inkml:trace>
</inkml:ink>
</file>

<file path=ppt/ink/ink3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8:09.3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177 82 24575,'-1'-4'0,"-14"-40"0,14 42 0,0-1 0,-1 1 0,1-1 0,0 1 0,-1 0 0,0-1 0,1 1 0,-1 0 0,0 0 0,0 0 0,0 1 0,-1-1 0,-2-2 0,3 4 0,1-1 0,0 1 0,0 0 0,0 0 0,0-1 0,0 1 0,0 0 0,0 0 0,0 0 0,-1 1 0,1-1 0,0 0 0,0 0 0,0 1 0,0-1 0,0 0 0,0 1 0,0-1 0,0 1 0,0-1 0,-1 2 0,-21 18 0,11-10 0,-20 8 0,26-15 0,0 0 0,0 0 0,0 1 0,-9 7 0,15-11 0,0 1 0,-1-1 0,1 1 0,0-1 0,-1 0 0,1 1 0,0-1 0,0 1 0,0-1 0,0 1 0,-1-1 0,1 1 0,0-1 0,0 1 0,0-1 0,0 1 0,0-1 0,0 1 0,0-1 0,0 0 0,0 1 0,0-1 0,1 1 0,-1-1 0,0 1 0,0-1 0,0 1 0,1-1 0,-1 1 0,11 14 0,-7-10 0,13 19 0,0 1 0,-2 0 0,21 49 0,-29-56 0,-1 0 0,-1 1 0,0 0 0,-1-1 0,-1 1 0,0 37 0,-3-39 0,-1-7 0,1-1 0,1 1 0,-1 0 0,1-1 0,4 13 0,-5-19 0,1-1 0,0 1 0,0-1 0,0 0 0,1 1 0,-1-1 0,1 0 0,-1 0 0,1 0 0,0 0 0,0 0 0,-1 0 0,1-1 0,1 1 0,-1-1 0,0 1 0,0-1 0,0 0 0,1 0 0,-1 1 0,1-2 0,-1 1 0,1 0 0,3 0 0,2 1 30,0-1 0,1 0 0,13-1 0,-18 0-154,-1 0 0,1-1 1,-1 1-1,1-1 0,-1 0 0,0 0 1,0 0-1,1 0 0,-1-1 0,0 1 1,4-4-1</inkml:trace>
</inkml:ink>
</file>

<file path=ppt/ink/ink3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8:09.6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24575,'5'5'0,"4"4"0,3 5 0,1 6 0,2 4 0,1 0 0,-1 1 0,0 1 0,0-1 0,-2-2 0,-2-1 0,-2-1 0,-3-5-8191</inkml:trace>
</inkml:ink>
</file>

<file path=ppt/ink/ink3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8:10.3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45 24575,'218'-15'0,"-214"15"0,-1-1 0,0 1 0,1-1 0,-1 0 0,6-2 0,-8 2 0,0 1 0,0 0 0,0-1 0,-1 1 0,1-1 0,0 1 0,0-1 0,0 0 0,-1 1 0,1-1 0,0 0 0,-1 0 0,1 1 0,-1-1 0,1 0 0,-1 0 0,1 0 0,-1 0 0,0 0 0,1 0 0,-1 0 0,0 1 0,1-3 0,-2-2 0,-2 9 0,-2 7 0,4-4 0,0-1 0,1 0 0,0 0 0,0 0 0,0 1 0,1-1 0,0 0 0,2 8 0,19 50 0,-15-45 0,61 188 0,-51-152 0,-15-49 0,0 1 0,-1-1 0,1 1 0,-1 0 0,0 10 0,-1-15 0,0-1 0,0 0 0,0 1 0,0-1 0,-1 1 0,1-1 0,0 0 0,-1 1 0,1-1 0,-1 0 0,1 0 0,-1 1 0,0-1 0,0 0 0,1 0 0,-1 0 0,0 0 0,0 0 0,0 0 0,0 0 0,0 0 0,0 0 0,-1 0 0,1 0 0,0-1 0,0 1 0,-1 0 0,1-1 0,0 1 0,-1-1 0,1 0 0,-3 1 0,-8 0-41,0 0-1,-24-2 0,18 0-1198,2 1-5586</inkml:trace>
</inkml:ink>
</file>

<file path=ppt/ink/ink3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8:11.3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70 24575,'1'4'0,"0"0"0,0 0 0,0 0 0,1 0 0,-1-1 0,1 1 0,4 6 0,21 31 0,-27-40 0,3 2 0,24 38 0,46 50 0,-70-87 0,1 0 0,0-1 0,0 0 0,0 0 0,5 3 0,-9-5 0,1-1 0,-1 0 0,1 1 0,0-1 0,-1 0 0,1 1 0,0-1 0,-1 0 0,1 0 0,0 1 0,-1-1 0,1 0 0,0 0 0,0 0 0,-1 0 0,1 0 0,0 0 0,-1 0 0,1 0 0,0 0 0,0 0 0,-1-1 0,1 1 0,0 0 0,-1 0 0,1-1 0,0 1 0,-1 0 0,1-1 0,-1 1 0,1-1 0,0 1 0,-1-1 0,1 1 0,-1-1 0,1 1 0,-1-1 0,0 1 0,1-1 0,-1 0 0,0 1 0,1-1 0,-1 0 0,0 1 0,1-2 0,1-6 0,-1 0 0,0-1 0,0 1 0,0-1 0,-1 1 0,-1 0 0,1-1 0,-1 1 0,-1-1 0,-3-12 0,2 8 0,1 0 0,0 0 0,0-15 0,2 27 0,0 0 0,0 0 0,0 0 0,0 0 0,0 0 0,0 0 0,0 0 0,0 1 0,1-1 0,-1 0 0,0 0 0,1 0 0,-1 0 0,1 0 0,-1 1 0,0-1 0,1 0 0,0 0 0,0 0 0,-1 1 0,1 0 0,-1 0 0,1 0 0,-1-1 0,1 1 0,-1 0 0,1 0 0,0 0 0,-1 0 0,1 0 0,-1 0 0,1 0 0,-1 0 0,1 0 0,-1 1 0,1-1 0,-1 0 0,1 0 0,-1 0 0,1 1 0,0-1 0,4 4 0,0-1 0,0 1 0,-1 0 0,6 6 0,-4-5 0,26 27 0,16 16 0,-42-43 0,0 0 0,0-1 0,1 1 0,-1-2 0,1 1 0,10 4 0,-16-8 0,1 1 0,-1 0 0,1-1 0,-1 1 0,1-1 0,-1 0 0,1 0 0,-1 1 0,1-1 0,0 0 0,-1 0 0,1 0 0,-1-1 0,1 1 0,-1 0 0,1 0 0,-1-1 0,1 1 0,-1-1 0,1 0 0,-1 1 0,0-1 0,1 0 0,-1 0 0,0 0 0,1 0 0,-1 0 0,0 0 0,0 0 0,0 0 0,0 0 0,0 0 0,0-1 0,0 1 0,-1 0 0,1-1 0,0 1 0,-1-1 0,1-1 0,1-3 0,-1 1 0,0 0 0,0-1 0,-1 1 0,1-1 0,-1 1 0,-1 0 0,1-1 0,-1 1 0,-1-8 0,-2 0 20,0 0 0,0 0 0,-2 1 0,1-1 0,-10-13 0,11 19-185,-2 0 0,1 0 0,-1 0 0,0 1 0,0-1 0,-1 1 0,0 1 0,-14-10 0,12 10-6661</inkml:trace>
</inkml:ink>
</file>

<file path=ppt/ink/ink3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8:12.0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282 128 24575,'-14'-13'0,"-52"-50"0,56 55 0,0 0 0,-1 0 0,0 1 0,-20-9 0,28 15 0,0 0 0,0 0 0,0 0 0,1 1 0,-1 0 0,0-1 0,0 1 0,0 0 0,0 0 0,0 1 0,0-1 0,0 1 0,0-1 0,1 1 0,-1 0 0,0 0 0,0 0 0,1 0 0,-1 1 0,1-1 0,-1 1 0,1 0 0,-1-1 0,1 1 0,-2 3 0,-5 3 0,1 1 0,0 0 0,1 1 0,-11 18 0,17-26 0,0-1 0,1 0 0,-1 0 0,1 1 0,-1-1 0,1 1 0,0-1 0,-1 0 0,1 1 0,0-1 0,0 1 0,0-1 0,0 0 0,0 1 0,0-1 0,1 1 0,-1-1 0,0 0 0,1 1 0,-1-1 0,1 1 0,-1-1 0,1 0 0,0 0 0,-1 1 0,3 0 0,2 4 0,0 0 0,0-1 0,1 1 0,6 4 0,8 8 0,-9-7 0,-1 0 0,-1 0 0,0 1 0,-1 0 0,0 1 0,-1 0 0,0 0 0,-1 1 0,4 15 0,-4-6 0,-1 0 0,2 40 0,-6 48 0,-1-108 0,0 0 0,0 0 0,1 0 0,-1 0 0,1-1 0,-1 1 0,1 0 0,0 0 0,0-1 0,0 1 0,0-1 0,0 1 0,1-1 0,-1 1 0,1-1 0,0 0 0,3 4 0,-2-3 0,0-1 0,0 0 0,0 0 0,1 0 0,-1-1 0,1 1 0,-1-1 0,1 0 0,-1 0 0,1 0 0,0 0 0,-1-1 0,6 1 0,2 0-273,0 0 0,0-1 0,0-1 0,16-2 0,-14-1-6553</inkml:trace>
</inkml:ink>
</file>

<file path=ppt/ink/ink3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8:12.6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78 24575,'4'-7'0,"0"1"0,0 1 0,0-1 0,1 1 0,0-1 0,1 1 0,-1 1 0,1-1 0,0 1 0,11-7 0,-12 9 0,0 0 0,0 0 0,0 0 0,0 1 0,0 0 0,0 0 0,0 0 0,1 0 0,-1 1 0,0 0 0,0 0 0,1 0 0,-1 1 0,0 0 0,9 2 0,-11-2 0,0 0 0,-1 1 0,1-1 0,0 0 0,-1 1 0,0 0 0,1-1 0,-1 1 0,0 0 0,0 0 0,0 1 0,0-1 0,0 0 0,0 1 0,-1-1 0,1 1 0,-1-1 0,0 1 0,1 0 0,-1 0 0,-1-1 0,1 1 0,0 0 0,-1 0 0,1 0 0,-1 0 0,0 4 0,0 1 0,0 0 0,-1 0 0,1 0 0,-2 0 0,1 0 0,-1 0 0,-1 0 0,1-1 0,-5 8 0,-8 8 0,-2 3 0,16-25 0,0 1 0,0-1 0,1 1 0,-1 0 0,1-1 0,-1 1 0,1 0 0,0-1 0,-1 1 0,1 0 0,0 0 0,0-1 0,1 4 0,-1-4 0,1 1 0,-1-1 0,1 1 0,0-1 0,-1 0 0,1 1 0,0-1 0,0 0 0,0 0 0,0 0 0,0 0 0,0 0 0,0 0 0,1 0 0,-1 0 0,0 0 0,0 0 0,1-1 0,-1 1 0,0 0 0,3 0 0,3 1 0,1 0 0,14 3 0,-11-3 0,186 33 0,-193-35-227,0 1-1,0 0 1,1-1-1,-1 0 1,4-1-1,2-1-6598</inkml:trace>
</inkml:ink>
</file>

<file path=ppt/ink/ink3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8:13.3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82 24575,'218'-30'0,"-213"30"0,1-1 0,-1 0 0,0 0 0,0 0 0,0-1 0,7-3 0,-10 4 0,0 0 0,0-1 0,1 1 0,-1-1 0,0 0 0,-1 1 0,1-1 0,0 0 0,0 0 0,-1-1 0,1 1 0,-1 0 0,2-5 0,-2 6 0,-1 1 0,0-1 0,0 1 0,1-1 0,-1 0 0,0 1 0,0-1 0,1 1 0,-1-1 0,1 1 0,-1-1 0,0 1 0,1-1 0,-1 1 0,1 0 0,-1-1 0,1 1 0,0 0 0,-1-1 0,1 1 0,-1 0 0,2-1 0,-2 1 0,1 0 0,0 1 0,-1-1 0,1 0 0,-1 0 0,1 0 0,-1 1 0,1-1 0,-1 0 0,1 1 0,-1-1 0,1 0 0,-1 1 0,0-1 0,1 0 0,-1 1 0,0-1 0,1 1 0,0 0 0,2 4 0,-1 1 0,1-1 0,2 10 0,-4-13 0,26 71 0,36 123 0,-54-159 0,2-1 0,0 1 0,3-2 0,23 45 0,-36-79 0,0 1 0,0 0 0,0-1 0,0 1 0,-1 0 0,1 0 0,0 0 0,-1 0 0,0 0 0,1-1 0,-1 1 0,0 0 0,0 0 0,0 0 0,0 0 0,0 3 0,-1-4 0,0 0 0,0 0 0,0 1 0,1-1 0,-1 0 0,0 0 0,0 0 0,-1 0 0,1 0 0,0 0 0,0 0 0,0-1 0,-1 1 0,1 0 0,0-1 0,-1 1 0,1-1 0,0 1 0,-1-1 0,1 0 0,-1 1 0,1-1 0,-2 0 0,-23 3-18,0-1 0,-49-3 0,31-1-1293,17 2-5515</inkml:trace>
</inkml:ink>
</file>

<file path=ppt/ink/ink3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8:16.7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74 90 24575,'0'-6'0,"0"0"0,1 1 0,-1-1 0,1 1 0,1-1 0,-1 1 0,1 0 0,0-1 0,4-8 0,-5 13 0,0-1 0,1 0 0,-1 0 0,0 1 0,0-1 0,1 1 0,-1-1 0,1 1 0,0 0 0,-1-1 0,1 1 0,0 0 0,0 0 0,-1 0 0,1 0 0,0 1 0,0-1 0,0 0 0,0 1 0,0-1 0,0 1 0,0 0 0,1 0 0,-1 0 0,0 0 0,0 0 0,0 0 0,0 0 0,2 1 0,9 3 0,-1 1 0,0 0 0,0 1 0,20 12 0,-7-4 0,-9-5 0,-1 0 0,0 1 0,-1 1 0,0 0 0,-1 1 0,0 0 0,0 1 0,14 20 0,-21-25 0,-1 0 0,0 1 0,0 0 0,0 0 0,-1 1 0,-1-1 0,0 1 0,0 0 0,-1 0 0,0 0 0,0 0 0,-1 0 0,-1 0 0,0 1 0,0-1 0,-2 11 0,1-17 0,0 0 0,0 0 0,0 0 0,0 0 0,0 0 0,-1-1 0,0 1 0,0 0 0,0-1 0,0 1 0,0-1 0,-1 0 0,0 0 0,0 0 0,-5 5 0,3-5 0,0 0 0,0 0 0,0 0 0,0-1 0,-1 0 0,1 0 0,-1 0 0,0 0 0,1-1 0,-7 1 0,-3-1 0,0-1 0,1 0 0,-1-1 0,0 0 0,0-1 0,1-1 0,-28-8 0,23 4 0,0-1 0,1 0 0,-20-13 0,29 15 0,-1 0 0,1-1 0,1 0 0,-1 0 0,1-1 0,1-1 0,-9-9 0,13 13 6,1 1 0,0 0 0,0-1 0,0 1 0,0-1 0,1 0 0,0 1 0,0-1 0,0 0 0,0 0 0,1 0 0,0 0 0,0 0 0,0 1 0,1-1 0,-1 0 0,1 0 0,0 0 0,4-9 0,-3 9-99,0-1 0,1 1 1,0-1-1,0 1 0,0 0 0,1 0 0,-1 0 0,1 0 1,0 1-1,1 0 0,-1-1 0,1 2 0,0-1 1,0 0-1,9-4 0,-3 4-6733</inkml:trace>
</inkml:ink>
</file>

<file path=ppt/ink/ink3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8:18.9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258 44 24575,'0'-2'0,"0"1"0,0-1 0,1 0 0,-1 1 0,0-1 0,0 0 0,1 1 0,-1-1 0,1 1 0,0-1 0,-1 1 0,1-1 0,0 1 0,0-1 0,0 1 0,0 0 0,0-1 0,3-1 0,-2 1 0,0 1 0,0-1 0,0 1 0,1 0 0,-1 0 0,1 0 0,-1 0 0,1 1 0,-1-1 0,1 1 0,2-1 0,4 1 0,-1-1 0,0 2 0,1-1 0,-1 1 0,1 1 0,11 3 0,-6-1 0,0 0 0,-1 2 0,1 0 0,-1 0 0,0 1 0,23 17 0,-30-19 0,0 0 0,0 1 0,-1 0 0,0 0 0,0 0 0,0 1 0,-1-1 0,0 1 0,0 0 0,-1 0 0,0 1 0,0-1 0,-1 1 0,3 11 0,-4-12 0,1-1 0,-1 1 0,-1-1 0,1 1 0,-1-1 0,0 1 0,-1 0 0,0-1 0,0 1 0,0-1 0,-1 0 0,0 1 0,0-1 0,0 0 0,-1 0 0,0 0 0,0 0 0,-1-1 0,1 1 0,-1-1 0,-1 0 0,1 0 0,-1 0 0,1-1 0,-1 0 0,0 0 0,-1 0 0,-6 4 0,1-3 0,0 0 0,0 0 0,-1-1 0,0 0 0,0-1 0,0 0 0,0-1 0,0 0 0,-1-1 0,1-1 0,0 0 0,-14-2 0,-4-1 0,-1-2 0,1-1 0,-49-18 0,76 23 0,-20-6 0,-30-16 0,47 20 0,1 1 0,0-1 0,0-1 0,0 1 0,0-1 0,1 0 0,-1 0 0,1 0 0,0-1 0,0 0 0,-4-6 0,7 9 0,0 1 0,0-1 0,1 0 0,-1 0 0,0 0 0,1 0 0,-1 0 0,1 0 0,0 0 0,0 0 0,0 1 0,0-1 0,0 0 0,0 0 0,0 0 0,1 0 0,-1 0 0,1 0 0,-1 0 0,1 0 0,0 0 0,-1 0 0,1 1 0,0-1 0,1 0 0,-1 1 0,0-1 0,3-2 0,3-3 0,1 0 0,0 0 0,1 1 0,13-8 0,8-5 0,-18 7-1365,-2 1-5461</inkml:trace>
</inkml:ink>
</file>

<file path=ppt/ink/ink3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8:19.9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127 51 24575,'8'-7'0,"0"1"0,1 0 0,0 1 0,0-1 0,0 2 0,12-5 0,-15 7 0,1 0 0,0 1 0,-1 0 0,1 0 0,0 1 0,0-1 0,0 1 0,-1 1 0,1-1 0,10 3 0,44 13 0,85 33 0,-141-47 0,0 0 0,0 0 0,0 1 0,0-1 0,-1 1 0,1 0 0,-1 1 0,1-1 0,-1 1 0,-1 0 0,1 0 0,0 0 0,-1 1 0,0-1 0,0 1 0,0 0 0,-1-1 0,1 1 0,-1 0 0,0 1 0,-1-1 0,1 0 0,-1 1 0,0-1 0,0 0 0,-1 1 0,0-1 0,0 1 0,0-1 0,0 1 0,-1-1 0,0 1 0,0-1 0,-1 0 0,1 1 0,-1-1 0,0 0 0,-6 9 0,5-8 0,-1 0 0,0 0 0,0 0 0,-1 0 0,0-1 0,0 0 0,0 0 0,0 0 0,-11 6 0,7-6 0,0 0 0,-1 0 0,1-1 0,-1 0 0,-20 4 0,3-3 0,0-1 0,-1-2 0,1-1 0,-32-2 0,34-1 0,0 0 0,-46-12 0,58 11 0,0-2 0,0 1 0,0-1 0,1-1 0,0-1 0,-21-13 0,31 18 0,0 1 0,0 0 0,0-1 0,0 0 0,0 1 0,1-1 0,-1 0 0,1 0 0,-1 0 0,1 0 0,0 0 0,0-1 0,-1 1 0,2 0 0,-1 0 0,0-1 0,0 1 0,0-3 0,2 2 0,-1 1 0,0 0 0,1-1 0,-1 1 0,1 0 0,0 0 0,0-1 0,-1 1 0,2 0 0,-1 0 0,0 0 0,0 0 0,1 0 0,-1 0 0,1 0 0,-1 1 0,1-1 0,3-2 0,11-9 18,1 2 0,26-16 0,-6 6-1437,-27 15-5407</inkml:trace>
</inkml:ink>
</file>

<file path=ppt/ink/ink3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8:26.6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232 59 24575,'2'-4'0,"0"0"0,0 1 0,0-1 0,1 1 0,-1-1 0,1 1 0,0 0 0,0 0 0,1 0 0,-1 0 0,0 1 0,1-1 0,0 1 0,7-3 0,-5 2 0,0 2 0,0-1 0,0 1 0,0 0 0,0 0 0,1 1 0,-1 0 0,0 0 0,8 1 0,8 3 0,-1 0 0,0 2 0,-1 1 0,37 16 0,-42-16 0,83 41 0,-87-42 0,-2 0 0,1 1 0,0 0 0,-1 1 0,-1 0 0,1 0 0,6 10 0,-13-15 0,0 0 0,0-1 0,0 1 0,0 0 0,-1 0 0,0 0 0,1 1 0,-1-1 0,0 0 0,-1 0 0,1 0 0,-1 1 0,1-1 0,-1 0 0,0 1 0,0-1 0,0 0 0,-1 1 0,0 3 0,0-3 0,-1 0 0,1 0 0,-1-1 0,0 1 0,0 0 0,-1-1 0,1 0 0,-1 1 0,1-1 0,-1 0 0,0 0 0,0 0 0,0-1 0,-1 1 0,-3 1 0,-5 3 0,-1-1 0,0 0 0,1-1 0,-2 0 0,1-1 0,-1-1 0,1 0 0,-26 2 0,-2-3 0,-69-5 0,80 0 0,0 0 0,-49-13 0,60 10 0,1 0 0,0-1 0,0-1 0,0-1 0,-18-13 0,23 15 0,1-1 0,1-1 0,0 0 0,0-1 0,-11-12 0,20 20 0,0-1 0,0 1 0,0-1 0,1 0 0,-1 1 0,1-1 0,0 0 0,-1 0 0,1 0 0,0 0 0,1 0 0,-1 0 0,1 0 0,-1 0 0,1 0 0,0-1 0,0 1 0,0 0 0,0 0 0,1 0 0,0 0 0,-1 0 0,1 0 0,0 0 0,0 0 0,0 0 0,1 0 0,-1 0 0,1 1 0,2-4 0,0 1 12,0 0 0,1 0-1,0 0 1,0 0 0,0 1 0,0-1-1,1 1 1,6-3 0,8-4-547,23-8 0,-36 16 134,10-4-6425</inkml:trace>
</inkml:ink>
</file>

<file path=ppt/ink/ink3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8:27.8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112 17 24575,'0'0'0,"0"0"0,0 0 0,-1 0 0,1 0 0,0 0 0,0-1 0,0 1 0,0 0 0,0 0 0,-1 0 0,1 0 0,0-1 0,0 1 0,0 0 0,0 0 0,0 0 0,0-1 0,0 1 0,0 0 0,0 0 0,0 0 0,0-1 0,0 1 0,0 0 0,0 0 0,0-1 0,0 1 0,0 0 0,0 0 0,0 0 0,0-1 0,0 1 0,0 0 0,0 0 0,1-1 0,7-3 0,13 1 0,8 1 0,1 2 0,-1 1 0,0 1 0,0 1 0,31 8 0,-48-8 0,0 1 0,-1 0 0,1 1 0,-1 0 0,0 1 0,14 9 0,-19-10 0,1 0 0,-1 1 0,0-1 0,-1 1 0,1 1 0,-1-1 0,0 1 0,-1-1 0,0 2 0,6 10 0,-7-11 0,-1 0 0,1 1 0,-1-1 0,-1 1 0,1 0 0,-1-1 0,0 1 0,-1 0 0,0 0 0,0-1 0,-1 1 0,0 0 0,0 0 0,-3 7 0,2-11 0,1 1 0,-1-1 0,0 0 0,0 0 0,0 0 0,-1 0 0,1-1 0,-1 1 0,0-1 0,0 1 0,0-1 0,0 0 0,-1 0 0,1-1 0,-1 1 0,0-1 0,0 1 0,0-1 0,0 0 0,0-1 0,0 1 0,0-1 0,-1 0 0,1 0 0,-7 1 0,-6-1 0,0 0 0,0-1 0,1-1 0,-1-1 0,0 0 0,1-2 0,-1 1 0,1-2 0,0 0 0,-30-15 0,26 10 0,1-1 0,0-1 0,0 0 0,2-2 0,-1 0 0,2-1 0,-28-32 0,39 42 0,1-2 0,0 1 0,0 0 0,0-1 0,1 0 0,0 0 0,0 0 0,-2-10 0,4 16 0,1-1 0,-1 0 0,1 0 0,0 0 0,0 0 0,-1 0 0,2 0 0,-1 0 0,0 0 0,0 0 0,1 0 0,-1 0 0,1 0 0,-1 0 0,1 0 0,0 1 0,0-1 0,0 0 0,0 0 0,0 1 0,0-1 0,0 1 0,0-1 0,1 1 0,-1-1 0,1 1 0,-1 0 0,1 0 0,-1 0 0,1 0 0,0 0 0,0 0 0,-1 0 0,1 0 0,0 1 0,3-2 0,24-2-1365,-16 4-5461</inkml:trace>
</inkml:ink>
</file>

<file path=ppt/ink/ink3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8:28.6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133 72 24575,'-8'-7'0,"-18"-16"0,25 22 0,-1-1 0,0 0 0,1 0 0,0 1 0,-1-1 0,1 0 0,0 0 0,0 0 0,0-1 0,0 1 0,0-3 0,1 4 0,0 0 0,0 1 0,0-1 0,0 0 0,0 1 0,0-1 0,0 1 0,0-1 0,1 0 0,-1 1 0,0-1 0,0 1 0,1-1 0,-1 1 0,0-1 0,1 1 0,-1-1 0,0 1 0,1-1 0,-1 1 0,1 0 0,-1-1 0,1 1 0,-1-1 0,1 1 0,-1 0 0,1 0 0,-1-1 0,1 1 0,-1 0 0,1 0 0,0 0 0,-1-1 0,1 1 0,-1 0 0,1 0 0,0 0 0,-1 0 0,1 0 0,0 0 0,27 3 0,3 5 0,0 2 0,-1 1 0,57 29 0,-87-40 0,24 12 0,0 0 0,38 29 0,-57-37 0,0 0 0,0 0 0,0 0 0,-1 1 0,1 0 0,-1 0 0,0 0 0,-1 1 0,1-1 0,-1 1 0,0 0 0,0 0 0,-1 0 0,0 0 0,0 0 0,0 1 0,0 6 0,-2-9 0,1 1 0,-2-1 0,1 1 0,0-1 0,-1 0 0,0 0 0,0 1 0,0-1 0,0 0 0,-1 0 0,0 0 0,0 0 0,-3 5 0,1-4 0,0 0 0,0 0 0,-1 0 0,1 0 0,-1 0 0,0-1 0,-1 0 0,-5 3 0,0 0 0,-1-1 0,1-1 0,-1 0 0,0-1 0,0 0 0,-1-1 0,1 0 0,-22 1 0,15-3 0,0-1 0,0-1 0,0-1 0,1 0 0,-24-7 0,29 6 0,1-1 0,1 0 0,-1-1 0,0-1 0,1 1 0,0-2 0,1 1 0,-19-17 0,26 21-54,0-1-1,0-1 0,1 1 1,0 0-1,-1 0 1,1-1-1,1 1 0,-1-1 1,0 0-1,1 0 1,0 0-1,0 1 0,0-1 1,0 0-1,1 0 0,-1 0 1,1 0-1,0 0 1,0 0-1,0 0 0,1 0 1,0 0-1,0 0 1,2-6-1,0-3-6771</inkml:trace>
</inkml:ink>
</file>

<file path=ppt/ink/ink3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8:29.8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150 131 24575,'6'-28'0,"-4"17"0,0 0 0,1 1 0,0-1 0,1 1 0,0 0 0,6-10 0,-9 18 0,1 0 0,-1 1 0,0-1 0,1 1 0,0 0 0,-1-1 0,1 1 0,0 0 0,-1 0 0,1 0 0,0 0 0,0 0 0,0 1 0,0-1 0,0 1 0,0-1 0,0 1 0,0-1 0,0 1 0,0 0 0,0 0 0,0 0 0,1 0 0,-1 1 0,0-1 0,0 1 0,0-1 0,2 1 0,7 3 0,1 0 0,-1 0 0,16 10 0,-24-13 0,32 18 0,-1 1 0,39 30 0,-60-40 0,-1 0 0,0 2 0,0-1 0,-1 1 0,-1 1 0,0 0 0,0 0 0,8 18 0,-16-27 0,0 0 0,0 0 0,-1 0 0,1 1 0,-1-1 0,0 0 0,0 1 0,-1-1 0,1 0 0,-1 1 0,-1 6 0,1-8 0,-1 0 0,1 0 0,-1-1 0,0 1 0,-1 0 0,1-1 0,0 1 0,-1 0 0,1-1 0,-1 0 0,0 1 0,0-1 0,0 0 0,0 0 0,0 0 0,0 0 0,0 0 0,-4 2 0,-2 0 0,-1 1 0,0-2 0,1 1 0,-1-1 0,0 0 0,-1-1 0,1 0 0,0 0 0,-1-1 0,-9 0 0,-2-1 0,1 0 0,-1-2 0,-31-6 0,17 0 0,1-1 0,0-3 0,0 0 0,-48-27 0,74 35 0,0-1 0,0 0 0,0 0 0,1-1 0,-1 0 0,1-1 0,1 0 0,-8-9 0,11 13 0,1 0 0,1 0 0,-1 0 0,0 0 0,1 0 0,-1-1 0,1 1 0,0-1 0,0 1 0,1-1 0,-1 1 0,1-1 0,-1 1 0,1-1 0,0 1 0,0-1 0,1 0 0,-1 1 0,1-1 0,0 1 0,0-1 0,0 1 0,0 0 0,3-6 0,-1 4 12,0 0 0,1 1 0,-1-1 0,1 1 0,0 0 0,0 0 0,0 0 0,1 0 0,9-5 0,-5 3-309,1 1 0,-1 0 0,1 1 0,13-4 0,-9 5-6529</inkml:trace>
</inkml:ink>
</file>

<file path=ppt/ink/ink3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8:30.7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62 181 24575,'-5'-25'0,"-6"-42"0,11 61 0,-1 0 0,1 0 0,1 0 0,-1 0 0,1 0 0,0 0 0,0-1 0,3-6 0,-3 11 0,0 1 0,-1-1 0,1 1 0,0-1 0,0 1 0,0 0 0,0-1 0,0 1 0,0 0 0,0 0 0,1 0 0,-1 0 0,0 0 0,1 0 0,-1 0 0,1 0 0,-1 0 0,3 0 0,-1 0 0,1 0 0,-1 1 0,0-1 0,1 1 0,-1 0 0,0 0 0,1 0 0,5 1 0,1 1 0,0 0 0,0 1 0,0 1 0,19 8 0,-8-1 0,-1 2 0,1 0 0,-2 1 0,0 1 0,-1 1 0,19 21 0,-32-31 0,0 0 0,0 0 0,0 1 0,-1-1 0,0 1 0,-1 0 0,6 15 0,-8-19 0,0 0 0,0 0 0,-1 0 0,1 1 0,-1-1 0,0 0 0,0 0 0,0 0 0,0 0 0,-1 0 0,1 0 0,-1 0 0,0 0 0,0 0 0,0 0 0,0 0 0,0 0 0,-1 0 0,1 0 0,-1-1 0,1 1 0,-5 4 0,0-2 0,0 1 0,-1-1 0,0 0 0,0 0 0,0-1 0,0 0 0,-1 0 0,0-1 0,1 0 0,-1-1 0,-1 1 0,1-1 0,0-1 0,-16 2 0,8-2 0,-1-1 0,0-1 0,0 0 0,0-1 0,0-1 0,-22-6 0,32 7 0,0-1 0,1 1 0,-1-1 0,0 0 0,1-1 0,0 1 0,0-1 0,0-1 0,-7-6 0,10 9 0,1-1 0,0 1 0,0-1 0,0 0 0,0 1 0,1-1 0,-1 0 0,1 0 0,0-1 0,-1 1 0,1 0 0,1 0 0,-1 0 0,0-1 0,1 1 0,0 0 0,0-1 0,0 1 0,0-1 0,0 1 0,1 0 0,0-4 0,7-22-1365,-5 16-5461</inkml:trace>
</inkml:ink>
</file>

<file path=ppt/ink/ink3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8:31.5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98 24575,'13'-12'0,"1"1"0,1 0 0,0 1 0,0 0 0,1 2 0,21-10 0,-28 14 0,1 1 0,0 0 0,-1 1 0,1 0 0,0 1 0,0 0 0,1 0 0,-1 1 0,0 0 0,0 1 0,0 0 0,16 4 0,-10 1 0,0 0 0,0 0 0,-1 2 0,0 0 0,0 0 0,-1 2 0,0 0 0,-1 0 0,0 1 0,-1 1 0,18 20 0,-26-27 0,0 1 0,1-1 0,-2 1 0,1 0 0,-1 0 0,0 1 0,0-1 0,-1 1 0,1-1 0,-2 1 0,3 10 0,-4-13 0,1 0 0,-1 1 0,-1-1 0,1 0 0,0 0 0,-1 0 0,0 0 0,0 0 0,0 0 0,0-1 0,-1 1 0,0 0 0,0-1 0,0 1 0,0-1 0,0 1 0,0-1 0,-1 0 0,0 0 0,-5 5 0,2-3 0,0-1 0,0 0 0,0 0 0,0 0 0,0-1 0,-1 0 0,0 0 0,0-1 0,1 0 0,-9 2 0,5-3 0,-1 1 0,0-1 0,1-1 0,-1 0 0,0-1 0,-13-2 0,6-1 0,0 0 0,1-2 0,-1 0 0,1 0 0,0-2 0,1 0 0,-25-17 0,33 20 0,1 0 0,0-1 0,0 0 0,1 0 0,0 0 0,-7-10 0,11 14 0,1 0 0,-1-1 0,1 1 0,0 0 0,0-1 0,0 1 0,0-1 0,0 1 0,0-1 0,1 0 0,-1 1 0,1-1 0,0 0 0,0 1 0,0-1 0,0 0 0,0 1 0,0-1 0,1 0 0,-1 1 0,1-1 0,0 1 0,0-1 0,2-4 0,2 0-273,0 0 0,0 0 0,1 0 0,8-8 0,-1 3-6553</inkml:trace>
</inkml:ink>
</file>

<file path=ppt/ink/ink3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8:34.7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72 24575,'0'-5'0,"0"1"0,1 0 0,-1 0 0,1 0 0,0 0 0,0 0 0,0 0 0,1 1 0,-1-1 0,4-6 0,-4 9 0,0-1 0,0 0 0,1 1 0,-1-1 0,0 1 0,1 0 0,-1-1 0,1 1 0,0 0 0,-1 0 0,1 0 0,0 0 0,0 0 0,-1 0 0,1 1 0,0-1 0,0 0 0,0 1 0,0 0 0,0-1 0,0 1 0,0 0 0,3 0 0,13 2 0,0 1 0,23 6 0,-25-4 0,0-2 0,0 0 0,21 1 0,-27-4 0,2 0 0,0 0 0,1 1 0,22 5 0,-32-5 0,1 0 0,-1 0 0,0 1 0,0-1 0,0 1 0,0-1 0,0 1 0,0 0 0,0 0 0,0 1 0,-1-1 0,1 0 0,-1 1 0,0-1 0,0 1 0,0 0 0,0 0 0,3 5 0,51 130 0,-53-126 0,-1-1 0,0 1 0,0 0 0,-1 0 0,-1 0 0,0 12 0,-1-9 0,1 0 0,1 0 0,4 17 0,4 4 0,22 58 0,-21-67 0,-1 0 0,-2 0 0,5 36 0,-7 10 0,1 10 0,3-29 0,22 112 0,-26-143 0,-2 1 0,0-1 0,-2 1 0,-3 43 0,1-12 0,1-36 0,0 11 0,0 1 0,9 48 0,-5-55 0,-2 2 0,0-1 0,-2 0 0,-3 33 0,-4-20 0,5-27 0,0 0 0,-1 16 0,2-11 0,3 126 0,4-103 0,-3-28 0,-1 0 0,1 15 0,-3-16 0,0 7 0,1-1 0,6 33 0,1-18 0,1 4 0,-2 0 0,4 46 0,-9-35 0,-5 52 0,-4-59 0,5-28 0,0 0 0,-1 15 0,2 319 0,2-167 0,0-154 0,0 0 0,6 27 0,2 37 0,-3-14 0,-1-16 0,-3 101 0,-4-76 0,1-19 0,3 73 0,5-88 0,-4-32 0,1 32 0,-4-20 0,0 1 0,1 1 0,6 38 0,-2-31 0,-2 0 0,-3 70 0,-2-38 0,2 239 0,-1-295 0,0 0 0,-4 18 0,2-17 0,-2 25 0,4-5 0,1-1 0,2 0 0,6 36 0,-1-13 0,-6-39 0,6 29 0,-3-31 0,0 0 0,13 28 0,-15-38 0,1 1 0,-2-1 0,1 1 0,-1 0 0,1-1 0,-1 10 0,-1-13 0,0 0 0,0 1 0,0-1 0,0 0 0,0 1 0,-1-1 0,0 0 0,1 0 0,-1 0 0,-1 0 0,1 0 0,0 0 0,-1 0 0,1 0 0,-3 3 0,2-5 0,0 1 0,0-1 0,0 1 0,0-1 0,0 0 0,0 0 0,0 0 0,-1 0 0,1 0 0,0 0 0,-1-1 0,1 1 0,-1-1 0,-3 0 0,-40 0 0,29-2 0,-4 2-1365,4 0-5461</inkml:trace>
</inkml:ink>
</file>

<file path=ppt/ink/ink3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8:47.1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5 24575,'-3'-5'0,"8"7"0,9 5 0,80 61 0,-39-30 0,36 21 0,0-1 0,-87-55 0,-3-2 0,1 0 0,0 0 0,-1 0 0,1 1 0,-1-1 0,1 0 0,-1 1 0,0-1 0,0 1 0,1 0 0,0 2 0,-2-1-70,-5-4 220,-5-5-1134,9 5 523</inkml:trace>
</inkml:ink>
</file>

<file path=ppt/ink/ink3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8:47.5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145 18 24575,'-3'-2'0,"0"-1"0,0 1 0,0 0 0,0 1 0,-1-1 0,1 0 0,-6-1 0,9 3 0,-1 0 0,0 0 0,0 0 0,0 0 0,0 0 0,0 0 0,0 0 0,0 0 0,0 0 0,0 0 0,0 1 0,0-1 0,0 0 0,1 1 0,-1-1 0,0 0 0,0 1 0,0-1 0,1 1 0,-1 0 0,0-1 0,0 1 0,1-1 0,-1 1 0,0 0 0,1 0 0,-1-1 0,1 1 0,-1 0 0,1 0 0,-1 0 0,1 0 0,-1 1 0,-13 45 0,12-36 0,-1 0 0,-1 0 0,-6 15 0,-7 4-55,11-20-132,1-1 0,0 1-1,0 0 1,1 0 0,0 0 0,-2 12 0,4-9-6639</inkml:trace>
</inkml:ink>
</file>

<file path=ppt/ink/ink3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8:48.3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276 6 24575,'0'0'0,"0"0"0,0 0 0,0-1 0,0 1 0,0 0 0,0 0 0,0 0 0,0-1 0,0 1 0,0 0 0,0 0 0,0-1 0,0 1 0,0 0 0,-1 0 0,1 0 0,0-1 0,0 1 0,0 0 0,0 0 0,0 0 0,0 0 0,-1-1 0,1 1 0,0 0 0,0 0 0,0 0 0,-1 0 0,1 0 0,0 0 0,0 0 0,-1-1 0,-7 3 0,-11 10 0,16-10 0,-5 3 0,1-1 0,-1 0 0,0 0 0,-1-1 0,1 0 0,-1-1 0,1 1 0,-1-2 0,0 1 0,0-1 0,-12 0 0,10-1 0,-1-1 0,1-1 0,-1 0 0,1 0 0,0-1 0,0 0 0,0-1 0,-13-6 0,24 9 0,-1 1 0,1 0 0,0 0 0,-1-1 0,1 1 0,0 0 0,-1 0 0,1 0 0,0 0 0,-1 0 0,1-1 0,0 1 0,-1 0 0,1 0 0,-1 0 0,1 0 0,0 0 0,-1 0 0,1 0 0,-1 0 0,1 0 0,0 1 0,-1-1 0,1 0 0,0 0 0,-1 0 0,1 0 0,0 0 0,-1 1 0,1-1 0,0 0 0,-1 0 0,1 1 0,-1 0 0,1 0 0,0 0 0,-1 0 0,1 0 0,0 0 0,0 0 0,0-1 0,0 1 0,0 0 0,0 0 0,0 0 0,0 2 0,10 30 0,-10-32 0,30 74 0,7 18 0,-27-62 0,-2 0 0,-1 1 0,-1 0 0,-2 1 0,1 40 0,-5-71 0,0 0 0,0 0 0,0 0 0,0 0 0,0 0 0,1 0 0,-1 0 0,1 0 0,-1 0 0,1 0 0,0 0 0,0-1 0,0 1 0,0 0 0,1 1 0,0-1 0,-1-1 0,1 0 0,-1 0 0,1 0 0,0 0 0,-1 0 0,1 0 0,0-1 0,0 1 0,-1-1 0,1 1 0,0-1 0,0 1 0,0-1 0,0 0 0,2 0 0,42 0 0,-30-1 0,-1 1 0,28 4 0,-17 0-682,47 1-1,-61-5-6143</inkml:trace>
</inkml:ink>
</file>

<file path=ppt/ink/ink3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8:48.8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74 102 24575,'4'-12'0,"1"-1"0,1 2 0,0-1 0,8-11 0,-12 20 0,0 0 0,0 1 0,1-1 0,-1 1 0,1-1 0,0 1 0,0 0 0,5-4 0,-6 5 0,0 1 0,0-1 0,0 0 0,0 1 0,0-1 0,0 1 0,0 0 0,0 0 0,0 0 0,0 0 0,0 0 0,0 0 0,0 0 0,-1 0 0,1 1 0,0-1 0,2 2 0,5 1 0,-1 2 0,0-1 0,-1 1 0,1 0 0,-1 0 0,0 1 0,0 0 0,-1 0 0,8 9 0,-5-4 0,-1 0 0,0 0 0,0 1 0,-2 0 0,9 18 0,-12-23 0,-1 0 0,0-1 0,0 1 0,-1 0 0,0 0 0,0 0 0,0 0 0,-2 13 0,1-18 0,0 0 0,0 1 0,-1-1 0,1 0 0,-1 0 0,0 0 0,0 0 0,0 0 0,0 0 0,0 0 0,0 0 0,0 0 0,-1 0 0,1 0 0,0-1 0,-1 1 0,0 0 0,1-1 0,-1 0 0,0 1 0,0-1 0,0 0 0,0 0 0,0 0 0,0 0 0,0 0 0,0 0 0,0-1 0,-1 1 0,-2 0 0,-5 0 0,0-1 0,0 1 0,0-2 0,0 1 0,0-1 0,0-1 0,0 0 0,0 0 0,1-1 0,-13-5 0,1-1 0,1-1 0,0-1 0,-27-19 0,43 27 0,0 0 0,0 0 0,1 0 0,-1-1 0,1 1 0,0-1 0,0 0 0,0 0 0,0 0 0,1-1 0,-4-6 0,5 9 0,1-1 0,-1 1 0,0 0 0,1 0 0,0-1 0,-1 1 0,1 0 0,0-1 0,0 1 0,1 0 0,-1-1 0,0 1 0,1 0 0,-1-1 0,1 1 0,0 0 0,0 0 0,0 0 0,0 0 0,0 0 0,0 0 0,1 0 0,-1 0 0,1 0 0,-1 0 0,4-2 0,2-1-71,0-1 1,1 2-1,-1-1 0,1 1 0,0 0 0,1 0 0,-1 1 0,16-3 0,-13 2-656,2 0-6099</inkml:trace>
</inkml:ink>
</file>

<file path=ppt/ink/ink3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8:49.4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37 24575,'25'-10'0,"51"-12"0,-67 21 0,0-1 0,0 1 0,0 1 0,0 0 0,0 0 0,0 1 0,0 0 0,0 0 0,15 5 0,1 1 0,-16-5 0,-1 1 0,1-1 0,-1 1 0,13 7 0,-19-8 0,0-1 0,-1 0 0,1 1 0,-1-1 0,0 1 0,1 0 0,-1-1 0,0 1 0,0 0 0,0 0 0,0 0 0,0 0 0,-1 0 0,1 0 0,0 0 0,-1 0 0,0 0 0,1 3 0,0 5 0,-1 1 0,-1 15 0,0-11 0,1 8 0,1-1 0,1 1 0,1-1 0,1 0 0,8 24 0,0-9 0,1 0 0,21 37 0,-24-50 0,0 0 0,12 49 0,-21-72 0,-1 1 0,1-1 0,-1 1 0,0-1 0,0 1 0,0-1 0,1 1 0,-1-1 0,-1 1 0,1-1 0,0 1 0,0-1 0,0 0 0,-1 1 0,1-1 0,-1 1 0,1-1 0,-1 1 0,0-1 0,1 0 0,-1 0 0,0 1 0,0-1 0,0 0 0,0 0 0,0 0 0,0 0 0,0 0 0,0 0 0,-1 0 0,1 0 0,0 0 0,-1-1 0,1 1 0,0 0 0,-1-1 0,-1 1 0,-7 1 0,1 0 0,0-1 0,0 0 0,-1 0 0,-9-2 0,-1 2 0,8 0-168,0 1 0,1 1-1,-21 6 1,25-6-524,-4 1-6134</inkml:trace>
</inkml:ink>
</file>

<file path=ppt/ink/ink3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8:50.2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24575,'0'3'0,"0"-1"0,1 1 0,-1 0 0,1-1 0,0 1 0,0 0 0,0-1 0,0 1 0,1-1 0,-1 0 0,0 1 0,1-1 0,0 0 0,-1 0 0,1 0 0,4 3 0,5 4 0,-1-1 0,16 9 0,-8-6 0,-5-2 0,114 72 0,-5-10-1365,-111-66-5461</inkml:trace>
</inkml:ink>
</file>

<file path=ppt/ink/ink3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8:50.4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119 1 24575,'-15'5'0,"-7"4"0,0 3 0,4 2 0,5 1 0,2 0 0,3 0 0,3 1 0,2-1 0,2 0 0,1-1 0,0 1 0,1-1 0,-1 1 0,1-1 0,-1-2-8191</inkml:trace>
</inkml:ink>
</file>

<file path=ppt/ink/ink3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8:51.1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179 3 24575,'-18'-2'0,"0"1"0,-28 2 0,39 0 0,0 0 0,0 0 0,0 0 0,0 1 0,0 0 0,1 1 0,-1-1 0,0 1 0,-7 5 0,13-7 0,-1 0 0,1-1 0,0 1 0,-1 0 0,1 0 0,0 0 0,0 1 0,0-1 0,0 0 0,0 0 0,0 1 0,0-1 0,0 0 0,0 1 0,1-1 0,-1 1 0,0-1 0,1 1 0,-1-1 0,1 1 0,0 0 0,0-1 0,-1 1 0,1-1 0,0 1 0,0 0 0,1-1 0,-1 1 0,0 0 0,0-1 0,1 1 0,-1-1 0,1 1 0,0 1 0,3 4 0,1 1 0,-1-1 0,1-1 0,1 1 0,9 9 0,4 6 0,-7-6 0,-3-5 0,0 1 0,-1 0 0,0 1 0,0 0 0,-2 0 0,0 1 0,8 24 0,-11-20 0,-1 1 0,0 0 0,-2 27 0,1 14 0,0-59 0,-1 0 0,0 1 0,0-1 0,1 1 0,-1-1 0,1 0 0,-1 1 0,1-1 0,0 0 0,-1 1 0,1-1 0,0 0 0,0 0 0,0 0 0,0 0 0,0 0 0,0 0 0,0 0 0,0 0 0,1 0 0,-1 0 0,0-1 0,0 1 0,1 0 0,-1-1 0,1 1 0,-1-1 0,0 1 0,1-1 0,-1 0 0,2 0 0,7 1 0,-1 0 0,1-1 0,17-2 0,-9 1 0,6 1-106,-11 0 221,26-2 1,-36 2-216,-1 0 1,1-1 0,0 0-1,0 1 1,-1-1 0,1 0-1,0 0 1,-1-1 0,1 1 0,-1-1-1,1 1 1,-1-1 0,0 0-1,3-2 1,1-4-6727</inkml:trace>
</inkml:ink>
</file>

<file path=ppt/ink/ink3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8:51.3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24575,'2'17'0,"1"8"0,0 3 0,2-2 0,0-2 0,0-3 0,0-3 0,3-1 0,2-2 0,-1-3-8191</inkml:trace>
</inkml:ink>
</file>

<file path=ppt/ink/ink3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8:51.9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11 24575,'39'-3'0,"89"-5"0,-108 8 0,1 1 0,-1 1 0,0 1 0,25 6 0,6 2 0,-67 18 0,14-25 0,1 1 0,-1-1 0,1 0 0,0 1 0,1 0 0,-1-1 0,1 1 0,-1-1 0,1 1 0,1 0 0,-1-1 0,1 1 0,0-1 0,1 5 0,3 6 0,0-1 0,15 27 0,-2-4 0,-6-11 0,-6-14 0,-1-1 0,0 1 0,-1 0 0,0 0 0,-1 1 0,0-1 0,2 17 0,-6-26 4,1-1-1,0 1 1,0 0-1,-1-1 0,0 1 1,1 0-1,-1-1 1,0 1-1,0-1 0,-1 1 1,1-1-1,0 0 1,-1 1-1,1-1 1,-1 0-1,0 0 0,0 0 1,0 0-1,0-1 1,0 1-1,0 0 1,0-1-1,-1 1 0,1-1 1,-4 2-1,-5 1-153,-1 0 0,0 0-1,0-1 1,-15 2 0,12-2-553,2-1-6123</inkml:trace>
</inkml:ink>
</file>

<file path=ppt/ink/ink3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8:52.7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24575,'27'17'0,"11"8"0,2 3 0,-3-2 0,-4-2 0,-4-3 0,-5-3 0,-4-1 0,-4-5 0,0 0 0,-2-4 0,-3 0 0,-1-1 0</inkml:trace>
</inkml:ink>
</file>

<file path=ppt/ink/ink3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8:53.0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134 0 24575,'-17'22'0,"-9"10"0,1 2 0,5-3 0,2-3 0,5-5 0,5-4 0,3-2 0,3-4-8191</inkml:trace>
</inkml:ink>
</file>

<file path=ppt/ink/ink3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8:53.6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258 69 24575,'-26'-12'0,"-57"-24"0,70 31 0,0 1 0,0 0 0,0 1 0,-20-1 0,30 4 0,0 0 0,1 0 0,-1 0 0,1 0 0,-1 1 0,1 0 0,-1-1 0,1 1 0,-1 0 0,1 0 0,-1 0 0,1 0 0,0 1 0,0-1 0,0 1 0,-1-1 0,1 1 0,1 0 0,-1 0 0,0 0 0,0 0 0,1 0 0,-1 0 0,1 0 0,0 1 0,0-1 0,0 0 0,0 1 0,0-1 0,0 1 0,0-1 0,1 1 0,-1-1 0,1 1 0,0 0 0,0-1 0,0 1 0,0 2 0,2 0 0,-1 0 0,1 0 0,0-1 0,1 1 0,-1 0 0,1-1 0,-1 0 0,1 1 0,1-1 0,5 6 0,-3-4 0,-1 0 0,8 14 0,-2 3 0,-2 0 0,0 0 0,-2 1 0,-1 0 0,-1 1 0,4 37 0,9 47 0,-15-97 0,0 0 0,1 0 0,0-1 0,1 0 0,1 0 0,12 20 0,-16-29 0,0 0 0,0 0 0,1 0 0,-1 0 0,1 0 0,-1-1 0,1 1 0,0-1 0,-1 0 0,1 0 0,0 0 0,0 0 0,0 0 0,0 0 0,0-1 0,0 0 0,4 1 0,7-1 0,-1 0 0,20-3 0,-9-3-1365,-15 2-5461</inkml:trace>
</inkml:ink>
</file>

<file path=ppt/ink/ink3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8:54.1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76 24575,'1'-4'0,"0"0"0,0 0 0,0 0 0,1 0 0,-1 0 0,1 1 0,0-1 0,0 1 0,0-1 0,1 1 0,-1 0 0,1 0 0,-1 0 0,1 0 0,0 1 0,0-1 0,1 1 0,5-4 0,-5 4 0,-1 1 0,1-1 0,-1 1 0,1 0 0,-1 0 0,1 1 0,0-1 0,0 1 0,-1 0 0,1 0 0,0 0 0,0 1 0,-1-1 0,1 1 0,0 0 0,-1 0 0,1 0 0,-1 0 0,1 0 0,4 4 0,-6-4 0,0 0 0,0 0 0,0 0 0,0 1 0,0-1 0,0 1 0,-1-1 0,1 1 0,0 0 0,-1 0 0,1 0 0,-1-1 0,0 1 0,0 1 0,0-1 0,0 0 0,0 0 0,0 0 0,0 0 0,-1 1 0,1-1 0,-1 0 0,0 1 0,0 4 0,0 2 0,-2 0 0,1 1 0,-1-1 0,-1 0 0,-4 10 0,4-11 0,1 0 0,-1 1 0,1-1 0,1 0 0,-2 13 0,3-19 0,0-1 0,1 1 0,-1-1 0,0 0 0,1 1 0,-1-1 0,1 0 0,-1 1 0,1-1 0,-1 0 0,1 0 0,0 0 0,0 0 0,0 1 0,-1-1 0,1 0 0,0 0 0,0 0 0,0-1 0,1 1 0,-1 0 0,0 0 0,0-1 0,0 1 0,1 0 0,-1-1 0,0 1 0,1-1 0,-1 0 0,0 1 0,1-1 0,1 0 0,6 1 0,1 0 0,-1-1 0,18-2 0,-12 1 0,5 1-86,-11 0-170,0 0 0,0-1 0,0 0 1,17-4-1,-17 2-6570</inkml:trace>
</inkml:ink>
</file>

<file path=ppt/ink/ink3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8:54.7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43 24575,'17'-6'0,"14"-3"0,0 0 0,0 2 0,42-4 0,-66 10 0,1 1 0,0 1 0,-1-1 0,1 1 0,0 0 0,-1 1 0,0 0 0,1 0 0,-1 0 0,0 1 0,0 0 0,8 6 0,-13-8 0,0 1 0,0 0 0,-1 0 0,1 1 0,-1-1 0,1 0 0,-1 0 0,0 1 0,0-1 0,0 1 0,0-1 0,0 1 0,-1-1 0,1 1 0,-1-1 0,0 4 0,1 8 0,-1-1 0,-2 14 0,1-6 0,1-1 0,1-1 0,1 0 0,8 38 0,25 53 0,-31-99 0,2 0 0,0 0 0,8 13 0,-6-13 0,11 25 0,-19-35 0,0 0 0,1 0 0,-1 0 0,0 0 0,0 0 0,0 0 0,0 0 0,0 0 0,0 0 0,0 0 0,-1-1 0,1 1 0,0 0 0,0 0 0,-1 0 0,1 0 0,-1 0 0,1 0 0,-1 0 0,1 0 0,-1-1 0,1 1 0,-1 0 0,0 0 0,1-1 0,-1 1 0,0 0 0,0-1 0,1 1 0,-1-1 0,0 1 0,0-1 0,-2 1 0,-3 2 0,-1 0 0,1 0 0,-10 2 0,14-5 0,-159 42-1365,143-38-5461</inkml:trace>
</inkml:ink>
</file>

<file path=ppt/ink/ink3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8:55.4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24575,'7'1'0,"-1"0"0,0 1 0,1 0 0,-1 0 0,0 1 0,0-1 0,-1 1 0,10 6 0,-3-1 0,143 92 68,-81-49-1501,-62-43-5393</inkml:trace>
</inkml:ink>
</file>

<file path=ppt/ink/ink3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8:55.7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120 1 24575,'-17'12'0,"-6"7"0,1 2 0,2 0 0,5 2 0,4-1 0,4-2 0,4-1 0,2 0 0,1 0 0,0-1 0,1-1 0,0-1 0,0-1 0,-1-3-8191</inkml:trace>
</inkml:ink>
</file>

<file path=ppt/ink/ink3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8:56.3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164 8 24575,'-18'-3'0,"5"1"0,0 1 0,0 0 0,0 0 0,0 1 0,0 1 0,-25 4 0,36-4 0,1-1 0,-1 0 0,1 1 0,-1 0 0,1-1 0,0 1 0,-1 0 0,1 0 0,0-1 0,-1 1 0,1 0 0,0 0 0,0 0 0,0 1 0,0-1 0,0 0 0,0 0 0,0 1 0,0-1 0,1 0 0,-1 1 0,0-1 0,1 1 0,-1-1 0,1 1 0,-1-1 0,1 1 0,0-1 0,0 1 0,0-1 0,0 1 0,0 0 0,0-1 0,0 1 0,0-1 0,1 1 0,0 1 0,2 6 0,0 1 0,0-1 0,1-1 0,10 17 0,-9-16 0,7 13 0,-1 0 0,-2 1 0,0 0 0,-2 0 0,0 1 0,-2 0 0,0 0 0,-2 0 0,0 1 0,-2 31 0,-1-47 0,0 0 0,1 1 0,0-1 0,1 0 0,0 0 0,0 0 0,1 0 0,5 13 0,-6-20 0,0 0 0,0 1 0,0-1 0,0 0 0,0 0 0,0 0 0,1 0 0,-1 0 0,1 0 0,-1-1 0,1 1 0,0-1 0,0 0 0,0 0 0,-1 0 0,1 0 0,0 0 0,5 0 0,7 1 0,-1-1 0,23 0 0,-30-1 0,2-1 40,0 1 0,15-4 0,-21 3-175,0 1 0,0-1 0,0 0 0,0 0 0,0-1 0,0 1 0,-1-1 0,1 1 0,0-1 0,4-4 0</inkml:trace>
</inkml:ink>
</file>

<file path=ppt/ink/ink3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8:56.9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54 24575,'0'-3'0,"1"0"0,0 1 0,0-1 0,0 0 0,0 1 0,0-1 0,0 1 0,1 0 0,-1-1 0,1 1 0,-1 0 0,1 0 0,0 0 0,0 0 0,0 0 0,0 0 0,0 1 0,1-1 0,-1 1 0,1-1 0,-1 1 0,5-2 0,-2 2 0,0 0 0,0 0 0,0 1 0,0 0 0,0 0 0,0 0 0,0 0 0,0 1 0,1 0 0,-1 0 0,6 2 0,6 3 0,-1 1 0,26 14 0,-36-17 0,-5-4 0,0 0 0,0 1 0,0 0 0,1-1 0,-1 1 0,0-1 0,0 1 0,0 0 0,-1 0 0,1 0 0,0 0 0,0-1 0,0 1 0,0 0 0,-1 0 0,1 0 0,-1 1 0,1-1 0,-1 0 0,1 0 0,-1 0 0,1 0 0,-1 0 0,0 1 0,0-1 0,0 0 0,0 0 0,1 1 0,-2-1 0,1 2 0,-1-1 0,0 1 0,0 0 0,-1 0 0,1 0 0,-1-1 0,0 1 0,1-1 0,-1 0 0,0 1 0,-1-1 0,-2 2 0,3-1 0,-1-1 0,1 1 0,0-1 0,-1 1 0,1 0 0,0 0 0,1 0 0,-1 0 0,0 0 0,1 0 0,0 0 0,0 1 0,0-1 0,0 1 0,0-1 0,1 0 0,-1 1 0,1-1 0,0 1 0,0-1 0,0 1 0,1-1 0,-1 1 0,1-1 0,0 1 0,0-1 0,0 0 0,0 1 0,4 4 0,12 18 0,5 5 0,-21-30 0,0 1 0,0-1 0,-1 1 0,1 0 0,-1-1 0,1 1 0,-1 0 0,1 0 0,-1-1 0,0 1 0,0 0 0,0 0 0,0 0 0,0-1 0,0 1 0,-1 2 0,0-2 0,0 0 0,0-1 0,0 1 0,0 0 0,0-1 0,0 1 0,-1-1 0,1 1 0,-1-1 0,1 0 0,-1 0 0,1 1 0,-1-1 0,0 0 0,0 0 0,1-1 0,-1 1 0,0 0 0,0-1 0,0 1 0,-2 0 0,-5 1 0,-1-1 0,1 0 0,-10 0 0,-26 1-1365,33 1-5461</inkml:trace>
</inkml:ink>
</file>

<file path=ppt/ink/ink3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8:57.5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24575,'19'2'0,"-1"0"0,1 0 0,34 11 0,-15-3 0,-34-9 0,0-1 0,-1 1 0,1 1 0,0-1 0,-1 0 0,1 1 0,-1 0 0,1 0 0,4 3 0,-7-3 0,1 0 0,-1 0 0,1 0 0,-1-1 0,0 1 0,0 0 0,0 1 0,0-1 0,0 0 0,0 0 0,0 0 0,-1 1 0,1-1 0,-1 0 0,0 1 0,0 3 0,2 18 0,1 0 0,11 41 0,20 44 0,-22-74 0,-2 2 0,-2-1 0,-1 1 0,3 46 0,-10-81 0,0 1 0,0-1 0,0 0 0,0 0 0,0 0 0,-1 0 0,1 0 0,-1 0 0,1 0 0,-1 1 0,0-2 0,0 1 0,0 0 0,0 0 0,0 0 0,0 0 0,0-1 0,-1 1 0,-2 2 0,1-2 0,1 0 0,-1 0 0,0-1 0,0 1 0,0-1 0,0 0 0,0 0 0,0 0 0,0 0 0,0-1 0,-1 1 0,-4-1 0,-36 3-682,-48 10-1,76-9-6143</inkml:trace>
</inkml:ink>
</file>

<file path=ppt/ink/ink3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8:58.4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 3 24575,'-8'-3'0,"13"10"0,12 8 0,23 16 0,52 29 0,-24-16 0,-14-10-10,-27-18-442,-1 1 1,26 22-1,-44-31-6374</inkml:trace>
</inkml:ink>
</file>

<file path=ppt/ink/ink3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8:58.7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120 1 24575,'-18'12'0,"-5"7"0,2 2 0,3 0 0,3 0 0,4-3 0,4 2 0,3-1 0,2-1 0,2-1 0,0-3-8191</inkml:trace>
</inkml:ink>
</file>

<file path=ppt/ink/ink3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8:59.5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158 37 24575,'-6'-4'0,"-1"-1"0,0 1 0,0 0 0,-1 0 0,1 1 0,-1 0 0,1 0 0,-15-2 0,19 4 0,0 1 0,1-1 0,-1 1 0,0 0 0,0 0 0,0 0 0,0 1 0,1-1 0,-1 1 0,0-1 0,0 1 0,1 0 0,-1 0 0,0 0 0,1 0 0,-1 0 0,1 1 0,0-1 0,-1 1 0,1 0 0,0 0 0,0 0 0,0 0 0,0 0 0,0 0 0,0 0 0,1 1 0,-3 2 0,3-3 0,1 0 0,-1 0 0,0 0 0,1 0 0,-1 0 0,1 0 0,-1 0 0,1 0 0,0 0 0,0 1 0,0-1 0,0 0 0,0 0 0,0 0 0,1 0 0,-1 0 0,1 0 0,0 0 0,-1 0 0,2 3 0,3 3 0,-1-1 0,2 1 0,9 11 0,-9-12 0,-1 0 0,9 15 0,-3 3 0,-2 1 0,0 1 0,-2 0 0,0 0 0,-2 1 0,2 50 0,7 25 0,-13-94 0,0-1 0,1 0 0,0-1 0,0 1 0,1 0 0,0-1 0,1 1 0,6 9 0,-9-14 0,1 0 0,0-1 0,0 0 0,0 1 0,0-1 0,1 0 0,-1 0 0,1 0 0,-1 0 0,1-1 0,0 1 0,-1-1 0,1 1 0,0-1 0,0 0 0,0 0 0,0 0 0,0-1 0,0 1 0,0-1 0,0 1 0,0-1 0,1 0 0,5-1 0,5-1-227,0-1-1,1 0 1,-1-1-1,0-1 1,14-6-1,-18 6-6598</inkml:trace>
</inkml:ink>
</file>

<file path=ppt/ink/ink3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9:00.0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24575,'0'9'0,"1"-1"0,0 1 0,1-1 0,0 0 0,0 1 0,4 8 0,24 48 0,-21-47 0,-9-17 0,1 0 0,-1-1 0,0 1 0,0-1 0,1 1 0,-1-1 0,0 1 0,1-1 0,-1 1 0,1-1 0,-1 1 0,1-1 0,-1 1 0,1-1 0,-1 0 0,1 1 0,-1-1 0,1 0 0,-1 0 0,1 1 0,0-1 0,-1 0 0,1 0 0,-1 0 0,1 0 0,0 1 0,-1-1 0,1 0 0,0 0 0,-1 0 0,1-1 0,-1 1 0,1 0 0,0 0 0,-1 0 0,1 0 0,-1 0 0,1-1 0,0 1 0,3-3 0,0 1 0,0-1 0,0 0 0,5-5 0,7-5 0,-10 9 14,1 0-1,0 1 0,-1 0 0,1 0 1,0 1-1,1 0 0,-1 0 1,8 0-1,5 0-756,35 2 1,-42 0-6084</inkml:trace>
</inkml:ink>
</file>

<file path=ppt/ink/ink3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9:00.2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24575,'10'32'0,"3"13"0,2 3 0,1-3 0,-3-7 0,0-6 0,-1-5 0,-2-5 0,-2-4 0,-3-2 0,-3-4-8191</inkml:trace>
</inkml:ink>
</file>

<file path=ppt/ink/ink3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9:00.9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7 24575,'13'-2'0,"1"0"0,1 0 0,-1 1 0,28 2 0,-38-1 0,0 1 0,0 0 0,0 0 0,-1 0 0,1 0 0,0 0 0,0 1 0,-1 0 0,1 0 0,-1 0 0,1 0 0,-1 0 0,0 1 0,0 0 0,0-1 0,0 1 0,0 0 0,3 6 0,4 9 0,0 0 0,-2 0 0,0 1 0,-1 0 0,-1 1 0,4 24 0,-7-27 0,-2 0 0,0 0 0,-2 18 0,1-17 0,0-1 0,4 33 0,-2-41 0,1-1 0,0 1 0,7 14 0,-5-14 0,-1 1 0,4 13 0,-8-22 0,0 1 0,1-1 0,-1 0 0,0 1 0,0-1 0,0 0 0,0 1 0,0-1 0,-1 0 0,1 1 0,0-1 0,-1 0 0,1 1 0,0-1 0,-1 0 0,0 0 0,1 1 0,-1-1 0,0 0 0,1 0 0,-1 0 0,0 0 0,0 0 0,0 0 0,0 0 0,0 0 0,0-1 0,0 1 0,0 0 0,-1 0 0,1-1 0,0 1 0,-2 0 0,-5 2 0,1-1 0,-1 0 0,0 0 0,-11 1 0,14-2 0,-97 12-1365,80-11-5461</inkml:trace>
</inkml:ink>
</file>

<file path=ppt/ink/ink3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9:01.8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 2 24575,'-1'0'0,"1"0"0,-1 0 0,0-1 0,1 1 0,-1 0 0,0 0 0,0 0 0,1 0 0,-1-1 0,0 1 0,1 0 0,-1 0 0,0 1 0,0-1 0,1 0 0,-1 0 0,-1 1 0,2-1 0,-1 0 0,1 0 0,0 1 0,0-1 0,0 0 0,0 1 0,0-1 0,-1 0 0,1 1 0,0-1 0,0 0 0,0 0 0,0 1 0,0-1 0,0 0 0,0 1 0,0-1 0,0 1 0,0-1 0,0 0 0,0 0 0,0 1 0,0-1 0,0 0 0,1 1 0,-1-1 0,14 26 0,15 10 0,2-1 0,1-1 0,43 34 0,-48-43 0,21 19-64,83 73-1237,-122-110-5525</inkml:trace>
</inkml:ink>
</file>

<file path=ppt/ink/ink3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9:02.0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136 1 24575,'-17'5'0,"-6"4"0,2 3 0,3 2 0,3 1 0,4 0 0,4 0 0,3 3 0,2 0 0,1 0 0,2-1 0,-3 0 0,-3-2 0,-1 0 0,1-2-8191</inkml:trace>
</inkml:ink>
</file>

<file path=ppt/ink/ink3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9:02.7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174 9 24575,'-15'-2'0,"-5"-1"0,-31 0 0,47 3 0,-1 0 0,0 0 0,0 1 0,0 0 0,1 0 0,-1 0 0,0 0 0,1 1 0,-1 0 0,1 0 0,-9 5 0,11-6 0,0 1 0,0-1 0,1 1 0,-1 0 0,0 0 0,1 0 0,-1 0 0,1 0 0,0 0 0,0 0 0,-1 0 0,1 1 0,1-1 0,-1 0 0,0 1 0,1-1 0,-1 1 0,1-1 0,0 1 0,-1-1 0,1 0 0,0 1 0,1 4 0,2 4 0,-1 0 0,1-1 0,1 1 0,6 12 0,6 18 0,-13-22 0,0 0 0,-2 0 0,0 0 0,-2 27 0,0-23 0,1-1 0,5 38 0,-2-29 0,4 16 0,-6-43 0,0-1 0,0 1 0,0 0 0,1-1 0,-1 0 0,1 1 0,0-1 0,0 0 0,4 5 0,-4-6 0,-1-1 0,1 1 0,0-1 0,0 0 0,0 0 0,0 0 0,1 0 0,-1 0 0,0 0 0,0-1 0,1 1 0,-1-1 0,0 0 0,1 1 0,-1-1 0,0 0 0,1 0 0,-1-1 0,3 1 0,7-2 0,1-1 0,15-5 0,-17 5 0,61-13-1365,-60 13-5461</inkml:trace>
</inkml:ink>
</file>

<file path=ppt/ink/ink3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9:03.2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46 0 24575,'-12'30'0,"-13"33"0,23-55 0,0 0 0,1 0 0,-1 0 0,1 0 0,1 0 0,0 12 0,0-18 0,0-1 0,0 1 0,1 0 0,-1-1 0,0 1 0,1-1 0,-1 1 0,1-1 0,-1 1 0,1-1 0,0 1 0,0-1 0,-1 1 0,1-1 0,0 0 0,0 1 0,1-1 0,-1 0 0,0 0 0,0 0 0,0 0 0,1 0 0,-1 0 0,2 1 0,0-1 0,0-1 0,0 1 0,0 0 0,0-1 0,-1 0 0,1 0 0,0 0 0,0 0 0,0 0 0,0 0 0,0-1 0,4-1 0,-4 1 0,0 1 0,0-1 0,0 1 0,0-1 0,0 1 0,0 0 0,0 0 0,0 0 0,0 0 0,0 1 0,0-1 0,4 2 0,-6-1 0,1 0 0,0 0 0,0 0 0,-1 0 0,1 1 0,-1-1 0,1 1 0,-1-1 0,1 1 0,-1-1 0,0 1 0,0 0 0,0 0 0,0 0 0,0-1 0,0 1 0,-1 0 0,2 4 0,3 11 0,0 1 0,1 17 0,-5-29 0,0 0 0,-1 0 0,0 0 0,0 0 0,0-1 0,-1 1 0,0 0 0,0 0 0,0-1 0,-4 8 0,4-11 6,0-1-1,0 1 1,0-1-1,0 1 0,0-1 1,-1 1-1,1-1 1,0 0-1,-1 0 1,0 0-1,1 0 1,-1 0-1,1 0 0,-1 0 1,0-1-1,0 1 1,1-1-1,-1 1 1,0-1-1,0 1 1,-2-1-1,-2 0-253,1 1 1,-1-1-1,0-1 1,1 1-1,-11-3 1,3-1-6579</inkml:trace>
</inkml:ink>
</file>

<file path=ppt/ink/ink3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9:03.5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7 24575,'29'-2'0,"13"-1"0,1 2 0,-4 2 0,-6 3 0,-7 0 0,-7 0-8191</inkml:trace>
</inkml:ink>
</file>

<file path=ppt/ink/ink3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9:04.3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24575,'44'4'0,"-24"-3"0,-1 1 0,28 7 0,-45-9 0,0 1 0,-1-1 0,1 1 0,0 0 0,0 0 0,-1 0 0,1 0 0,0 0 0,-1 0 0,1 0 0,-1 0 0,0 1 0,1-1 0,-1 1 0,0-1 0,0 1 0,0-1 0,0 1 0,0 0 0,0-1 0,0 1 0,-1 0 0,1 0 0,0 3 0,0 2 0,0 1 0,-1 0 0,0-1 0,-2 16 0,1 5 0,3 11 0,2-1 0,12 53 0,0-3 0,-10-45 0,17 91 0,-20-123 0,-2-10 0,0 1 0,-1 0 0,1 0 0,-1-1 0,0 1 0,1 0 0,-1 0 0,0 0 0,0 2 0,-1-3 0,1 0 0,0-1 0,-1 1 0,1 0 0,-1-1 0,1 1 0,-1 0 0,1-1 0,-1 1 0,1-1 0,-1 1 0,1-1 0,-1 1 0,0-1 0,1 0 0,-1 1 0,0-1 0,0 0 0,1 0 0,-1 1 0,0-1 0,0 0 0,1 0 0,-1 0 0,0 0 0,0 0 0,-1 0 0,-20 3-119,-94 7-1127,100-9-5580</inkml:trace>
</inkml:ink>
</file>

<file path=ppt/ink/ink3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9:11.7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148 31 24575,'-1'-1'0,"1"-1"0,0 1 0,-1 0 0,1 0 0,0-1 0,-1 1 0,1 0 0,-1 0 0,0 0 0,1-1 0,-1 1 0,0 0 0,0 0 0,0 0 0,0 0 0,0 0 0,0 1 0,0-1 0,0 0 0,0 0 0,0 1 0,0-1 0,-1 0 0,1 1 0,0 0 0,0-1 0,-1 1 0,1 0 0,0-1 0,-3 1 0,-6-1 0,0-1 0,1 2 0,-12 0 0,15 0 0,1 0 0,1 0 0,-1 0 0,1 0 0,-1 0 0,1 1 0,-9 2 0,12-3 0,0 1 0,0-1 0,0 1 0,-1 0 0,1-1 0,0 1 0,0 0 0,0 0 0,0 0 0,0 0 0,0 0 0,0 0 0,1 0 0,-1 0 0,0 0 0,0 0 0,1 1 0,-1-1 0,1 0 0,-1 0 0,1 1 0,0-1 0,-1 3 0,0 2 0,1 1 0,-1-1 0,1 1 0,0-1 0,1 1 0,0-1 0,0 0 0,2 9 0,4 6 0,10 22 0,-10-29 0,-1 1 0,-1 0 0,6 28 0,-9-22 0,-2 37 0,0-41 0,0 0 0,0 0 0,6 27 0,-2-21 0,1 37 0,3 15 0,-1-20 0,-7-40 0,2-1 0,0 0 0,1 0 0,5 16 0,6 13 0,8 46 0,-15-60 0,-2 1 0,4 56 0,-8-68 0,5 29 0,-3-29 0,1 29 0,-5 7 0,1 28 0,1-69 0,0 0 0,1 0 0,0-1 0,6 17 0,1-2 0,-1 0 0,6 35 0,-9-30 0,-2-17 0,0 1 0,0 21 0,-4 267 0,2-284 0,7 36 0,-2-14 0,9 72 0,-9-67 0,-2-16 0,0 35 0,-5 193 0,2-242 0,1 0 0,5 20 0,-2-8 0,1 3 0,-3-20 0,-1-1 0,2 21 0,-2 4 0,2-1 0,11 42 0,-13-66 0,12 99 0,-9-61 0,-2 0 0,-4 53 0,0-26 0,1-50 0,-1 15 0,2 0 0,7 40 0,7 36 0,2 11 0,-12-67 0,2 14 0,-4-39 0,0-1 0,-4 39 0,2 32 0,13-11 0,-8-54 0,-2-17 0,1 30 0,2 16 0,-4-47 0,1 28 0,-3-9 0,6 45 0,1 13 0,-1-6 0,8 57 0,-10-76 0,-4-47 0,7 39 0,-4-33 0,-1 0 0,-3 66 0,-2-38 0,4-37 0,5 36 0,0-17 0,-1-2 0,-3-23 0,2 35 0,-5-21 0,0 8 0,8 71 0,0-9 0,-1-13 0,-7-83 0,29 193 0,-25-164 0,-2 0 0,-2 48 0,-1-31 0,1-47 0,0-1 0,-1 1 0,0 0 0,0-1 0,0 1 0,-1-1 0,-3 10 0,7-18 0,1-1 0,-1 0 0,1 1 0,0 0 0,0 0 0,1 0 0,-1 0 0,1 0 0,-1 0 0,1 1 0,0 0 0,0 0 0,0 0 0,8-3 0,1 2 0,0 0 0,1 1 0,-1 0 0,26 1 0,-10-1 0,-16 1-1365,-5-2-5461</inkml:trace>
</inkml:ink>
</file>

<file path=ppt/ink/ink3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9:14.4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40 24575,'0'-1'0,"0"0"0,1-1 0,-1 1 0,0 0 0,1 0 0,-1 0 0,1 0 0,-1 0 0,1 0 0,0 0 0,-1 0 0,1 0 0,0 0 0,0 0 0,0 1 0,0-1 0,-1 0 0,1 0 0,0 1 0,0-1 0,0 1 0,1-1 0,-1 1 0,0-1 0,0 1 0,0 0 0,1-1 0,4-1 0,0 1 0,0 0 0,10-1 0,39 1 0,-38 1 0,0 0 0,0-1 0,30-6 0,-46 7 0,1 0 0,-1-1 0,0 1 0,1 0 0,-1 0 0,1 0 0,-1 0 0,1 0 0,-1 0 0,1 0 0,-1 0 0,0 1 0,1-1 0,-1 1 0,1-1 0,-1 1 0,0-1 0,1 1 0,-1 0 0,0 0 0,0-1 0,0 1 0,1 0 0,-1 0 0,0 0 0,0 0 0,0 1 0,-1-1 0,1 0 0,0 0 0,0 0 0,0 3 0,2 4 0,0 0 0,-1 0 0,0 0 0,2 15 0,-1-3 0,4 25 0,-4-26 0,9 34 0,-5-24 0,-1 0 0,2 34 0,-3-25 0,-4-26 0,-1 1 0,-1-1 0,1 0 0,-6 23 0,3-18 0,0 26 0,3-22 0,1-1 0,7 40 0,-1-25 0,-1 0 0,2 63 0,-9-66 0,3 0 0,5 36 0,56 211 0,-58-258 0,-1-1 0,0 1 0,-1 27 0,-3 65 0,-1-44 0,1 483 0,0-534 0,7 30 0,-4-29 0,1 23 0,5 87 0,6 8 0,-11-86 0,-3 71 0,-2-71 0,8 74 0,5 6 0,4 21 0,-4-73 0,0 105 0,-5-61 0,1 2 0,-9-66 0,10 159 0,-5-168 0,-3 57 0,0 13 0,6-57 0,0 22 0,-6-60 0,-2 3 0,2 1 0,7 39 0,-5-44 0,-1 0 0,-1 43 0,-2-42 0,1 1 0,6 36 0,1-22 0,36 234 0,-26-100 0,-10-123 0,0 16 0,-4-33 0,8 43 0,-4-42 0,1 38 0,-1-14 0,-4-39 0,2 30 0,-5-23 0,1-1 0,6 37 0,-4-40 0,-1 0 0,-1 38 0,-2-38 0,2 1 0,4 33 0,1-9 0,-2 1 0,-4 84 0,-1-55 0,1-62 0,0-6 0,0 0 0,2 17 0,-1-23 0,0-1 0,0 1 0,0-1 0,0 0 0,1 1 0,-1-1 0,1 0 0,0 0 0,0 0 0,0 0 0,4 4 0,-3-4 0,-1 0 0,0 0 0,0 1 0,0-1 0,0 1 0,0-1 0,-1 1 0,0 0 0,1-1 0,-1 5 0,0-5 0,-1-1 0,1 0 0,-1 0 0,0 0 0,0 0 0,0 0 0,0 0 0,0 0 0,0 0 0,0 0 0,-1 1 0,1-1 0,-1 0 0,0 0 0,1 0 0,-1-1 0,0 1 0,0 0 0,-3 3 0,3-4 0,0 0 0,0-1 0,0 1 0,0-1 0,0 1 0,0-1 0,0 0 0,-1 1 0,1-1 0,0 0 0,0 0 0,0 0 0,-1 1 0,1-1 0,0-1 0,0 1 0,0 0 0,-1 0 0,1 0 0,0-1 0,0 1 0,-2-1 0,-27-13 0,24 11 0,-2-1-151,0 1-1,0 0 0,-1 0 0,1 1 1,-1 0-1,0 0 0,1 1 1,-13 0-1,9 1-6674</inkml:trace>
</inkml:ink>
</file>

<file path=ppt/ink/ink3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9:15.5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53 58 24575,'-5'-21'0,"5"21"0,0-1 0,0 1 0,0-1 0,0 1 0,0 0 0,-1-1 0,1 1 0,0-1 0,0 1 0,0 0 0,-1-1 0,1 1 0,0-1 0,0 1 0,-1 0 0,1-1 0,0 1 0,-1 0 0,1 0 0,0-1 0,-1 1 0,1 0 0,0 0 0,-1-1 0,1 1 0,-1 0 0,1 0 0,0 0 0,-1 0 0,1 0 0,-1 0 0,1 0 0,-1 0 0,1-1 0,0 2 0,-1-1 0,1 0 0,-1 0 0,1 0 0,-1 0 0,1 0 0,-1 0 0,0 1 0,1 0 0,0-1 0,-1 1 0,1 0 0,0-1 0,-1 1 0,1 0 0,0-1 0,0 1 0,-1 0 0,1 0 0,0-1 0,0 1 0,0 0 0,0 0 0,0-1 0,0 1 0,0 0 0,1 0 0,-1-1 0,0 1 0,0 0 0,1 0 0,-1-1 0,0 1 0,1 0 0,-1-1 0,0 1 0,1 0 0,-1-1 0,1 1 0,0 0 0,16 19 0,-10-14 0,-1 0 0,14 7 0,-18-11 0,1-1 0,-1 1 0,1-1 0,0 0 0,-1 0 0,1 0 0,0 0 0,0-1 0,0 1 0,0-1 0,4 1 0,-7-1 0,1 0 0,0 0 0,-1 0 0,1-1 0,0 1 0,-1 0 0,1 0 0,0 0 0,-1-1 0,1 1 0,-1 0 0,1 0 0,-1-1 0,1 1 0,0-1 0,-1 1 0,1 0 0,-1-1 0,0 1 0,1-1 0,-1 1 0,1-1 0,-1 1 0,1-2 0,-1 1 0,1 0 0,-1-1 0,0 1 0,0 0 0,0 0 0,1-1 0,-1 1 0,-1 0 0,1-1 0,0 1 0,-1-2 0,0-2 0,0 1 0,-1-1 0,1 1 0,-1 0 0,0 0 0,-3-4 0,2 3 0,-1 1 0,0 0 0,1 0 0,-1 1 0,0-1 0,-1 1 0,1 0 0,0 0 0,-1 0 0,0 1 0,-8-4 0,11 5 0,0 0 0,0 1 0,0-1 0,0 1 0,0-1 0,0 1 0,0 0 0,0 0 0,0 0 0,0 0 0,0 0 0,0 0 0,0 1 0,0-1 0,0 1 0,0-1 0,1 1 0,-1 0 0,0 0 0,0-1 0,0 1 0,1 1 0,-1-1 0,0 0 0,1 0 0,-1 1 0,1-1 0,-1 0 0,1 1 0,0 0 0,0-1 0,0 1 0,-2 2 0,0 7-1365,2-2-5461</inkml:trace>
</inkml:ink>
</file>

<file path=ppt/ink/ink3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9:20.5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54 24575,'0'-13'0,"0"9"0,0 11 0,0 6 0,0 0 0,0 0 0,1 0 0,0 0 0,4 16 0,-4-26 0,0 1 0,0 0 0,1 0 0,0 0 0,0-1 0,0 1 0,0-1 0,0 1 0,1-1 0,-1 0 0,1 0 0,0 0 0,0-1 0,0 1 0,1 0 0,-1-1 0,0 0 0,5 2 0,-1-1 0,1 0 0,-1 0 0,1-1 0,0 0 0,0-1 0,0 1 0,15-1 0,57-4 0,-75 2 0,0 1 0,-1-1 0,1 0 0,-1 0 0,1 0 0,-1-1 0,1 0 0,-1 0 0,0 0 0,0 0 0,0 0 0,0-1 0,0 0 0,-1 0 0,1 0 0,3-4 0,-3 2 0,-1 0 0,0 0 0,0 0 0,0 0 0,-1-1 0,0 1 0,0-1 0,0 1 0,0-1 0,-1 0 0,0 1 0,0-10 0,-1-63 0,0 59 0,0 19 0,0 0 0,0 0 0,0 0 0,0 0 0,0 0 0,0 0 0,0 0 0,0 0 0,0 0 0,0 0 0,0 0 0,0 0 0,0 0 0,0 0 0,0 0 0,0 0 0,1 0 0,-1 0 0,0 0 0,0 0 0,0 0 0,0 0 0,0 0 0,0 0 0,0 0 0,0 0 0,0 0 0,0 0 0,0 0 0,0 0 0,0 0 0,0 0 0,0 0 0,0 0 0,0 0 0,0 0 0,0 0 0,0 0 0,0 0 0,0 0 0,0 0 0,0 0 0,0 0 0,0 0 0,0 0 0,0 0 0,0 0 0,0 0 0,0 0 0,0-1 0,4 8 0,2 10 0,35 109 0,-10-32 0,35 103 0,2 7 0,-67-199 0,3 8 0,0 0 0,1 15 0,-4-26 0,-1 1 0,0-1 0,1 1 0,-1 0 0,0-1 0,-1 1 0,1 0 0,0-1 0,-1 1 0,1-1 0,-1 1 0,0-1 0,0 1 0,0-1 0,0 1 0,0-1 0,-3 4 0,2-5 0,0 1 0,0-1 0,0 0 0,0 0 0,0 0 0,-1 0 0,1 0 0,0 0 0,-1-1 0,1 1 0,0-1 0,-1 0 0,1 1 0,0-1 0,-1 0 0,1 0 0,-1-1 0,1 1 0,-4-1 0,-6-2 0,0 0 0,-15-6 0,15 5 0,1-2 0,0 1 0,1-2 0,-1 1 0,1-1 0,0-1 0,1 0 0,0 0 0,0-1 0,1 0 0,0 0 0,0-1 0,-7-14 0,11 19 0,1-1 0,0 0 0,1-1 0,0 1 0,0 0 0,0-1 0,1 1 0,-1-1 0,2 0 0,-1 1 0,1-10 0,0 11 0,1-1 0,0 1 0,1-1 0,-1 1 0,1 0 0,0 0 0,0 0 0,0 0 0,1 0 0,0 0 0,0 1 0,0-1 0,1 1 0,-1 0 0,7-5 0,2-2-105,1 1 0,1 1 0,0 1 0,0 0 0,0 0 0,1 1 0,0 1 0,1 1 0,-1 0 0,1 1 0,0 0 0,25-1 0,-26 4-6721</inkml:trace>
</inkml:ink>
</file>

<file path=ppt/ink/ink3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9:21.7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826 76 24575,'-65'0'0,"-153"-1"0,24-13 0,97 7 0,-14-1 0,89 7 0,-36-7 0,28 3 0,27 5 0,1-1 0,-1 0 0,1 1 0,-1-1 0,1 0 0,0-1 0,0 1 0,-1 0 0,-2-3 0,5 4 0,0 0 0,-1 0 0,1-1 0,0 1 0,0 0 0,-1 0 0,1-1 0,0 1 0,0 0 0,0 0 0,-1-1 0,1 1 0,0 0 0,0 0 0,0-1 0,0 1 0,0 0 0,0-1 0,0 1 0,0 0 0,0-1 0,0 1 0,0 0 0,0-1 0,0 1 0,0 0 0,0-1 0,0 1 0,1-1 0,-1 0 0,1 1 0,-1-1 0,1 1 0,0-1 0,0 1 0,-1-1 0,1 1 0,0 0 0,0-1 0,0 1 0,-1 0 0,1-1 0,0 1 0,0 0 0,1 0 0,18-3 0,1 2 0,-1 0 0,24 3 0,-3-1 0,180 7 0,36-1 0,-217-7 0,-60 1 22,0 2 1,0 0-1,-38 11 0,-4 1-1476,39-10-5372</inkml:trace>
</inkml:ink>
</file>

<file path=ppt/ink/ink3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9:22.8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127 17 24575,'68'6'0,"-16"-2"0,63 13 0,-114-17 0,1 0 0,1 1 0,-1-1 0,1 1 0,-1 0 0,0-1 0,1 1 0,-1 0 0,0 1 0,0-1 0,3 2 0,-5-3 0,0 1 0,0-1 0,0 0 0,0 0 0,0 0 0,0 1 0,0-1 0,0 0 0,0 0 0,0 0 0,-1 1 0,1-1 0,0 0 0,0 0 0,0 0 0,0 0 0,0 0 0,0 1 0,-1-1 0,1 0 0,0 0 0,0 0 0,0 0 0,0 0 0,-1 0 0,1 0 0,0 0 0,0 0 0,0 0 0,-1 1 0,1-1 0,0 0 0,0 0 0,0 0 0,0 0 0,-1 0 0,1 0 0,0 0 0,0 0 0,-1-1 0,-9 3 0,-15-2 0,1-1 0,-47-8 0,58 7 0,-11 0 0,1 1 0,-26 1 0,-28-1 0,74 1-65,-1 0 0,1-1 0,0 1 0,-1-1 0,1 0 0,0 0 0,0 0 0,-1 0 0,1-1 0,0 1 0,0-1 0,1 0 0,-1 0 0,0 0 0,1 0 0,-1-1 0,1 1 0,-1-1 0,1 1 0,-3-5 0,1-1-6761</inkml:trace>
</inkml:ink>
</file>

<file path=ppt/ink/ink3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9:23.1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366 0 24575,'-22'0'0,"-10"0"0,-4 0 0,1 0 0,4 0 0,3 0 0,4 0 0,0 0 0,3 0 0,-1 0 0,-1 0 0,-2 0 0,1 0 0,5 0-8191</inkml:trace>
</inkml:ink>
</file>

<file path=ppt/ink/ink3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9:26.3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81 24575,'0'0'0,"0"0"0,0 0 0,0 0 0,0-1 0,0 1 0,0 0 0,0 0 0,0 0 0,0 0 0,0 0 0,0 0 0,0-1 0,0 1 0,0 0 0,0 0 0,0 0 0,0 0 0,0 0 0,0-1 0,0 1 0,0 0 0,0 0 0,0 0 0,0 0 0,1 0 0,-1 0 0,0 0 0,0 0 0,0-1 0,0 1 0,0 0 0,0 0 0,0 0 0,1 0 0,-1 0 0,0 0 0,0 0 0,0 0 0,0 0 0,0 0 0,1 0 0,-1 0 0,0 0 0,0 0 0,0 0 0,0 0 0,0 0 0,0 0 0,1 0 0,-1 0 0,0 0 0,0 0 0,0 0 0,0 0 0,0 0 0,1 0 0,-1 0 0,0 0 0,0 0 0,0 0 0,0 1 0,0-1 0,0 0 0,0 0 0,1 0 0,11 13 0,13 20 0,117 222 0,-23-38 0,-51-90 0,-68-126 0,0 0 0,1 0 0,-1 0 0,1 0 0,-1 0 0,1 0 0,0 0 0,-1 0 0,1 0 0,0-1 0,0 1 0,-1 0 0,1-1 0,0 1 0,0 0 0,0-1 0,0 1 0,0-1 0,0 0 0,0 1 0,0-1 0,0 0 0,1 1 0,0-1 0,0 0 0,0-1 0,-1 1 0,1 0 0,0-1 0,-1 1 0,1-1 0,0 1 0,-1-1 0,1 0 0,-1 0 0,1 0 0,1-1 0,3-3 0,0 0 0,0 0 0,-1-1 0,0 0 0,6-8 0,-6 6 0,0 0 0,-1 1 0,0-1 0,-1-1 0,0 1 0,0 0 0,-1-1 0,0 0 0,1-8 0,-1-9 0,-1-45 0,-2 54 0,1 17 0,0-1 0,0 1 0,0 0 0,0 0 0,0-1 0,0 1 0,0 0 0,0-1 0,0 1 0,0 0 0,0 0 0,0-1 0,0 1 0,0 0 0,0 0 0,0-1 0,0 1 0,0 0 0,0 0 0,1-1 0,-1 1 0,0 0 0,0 0 0,0-1 0,0 1 0,1 0 0,-1 0 0,0 0 0,0-1 0,0 1 0,1 0 0,-1 0 0,0 0 0,9 5 0,13 24 0,-15-20 0,7 9 0,1-1 0,1-1 0,0 0 0,1-1 0,0-1 0,1 0 0,1-2 0,20 11 0,-37-22 0,-1 0 0,1 0 0,-1-1 0,1 1 0,0-1 0,-1 1 0,1-1 0,0 0 0,0 1 0,-1-1 0,1 0 0,0 0 0,-1 0 0,1 0 0,0-1 0,0 1 0,-1 0 0,1-1 0,0 1 0,-1-1 0,1 0 0,2-1 0,-2 0 0,0 1 0,-1-1 0,1 1 0,-1-1 0,1 0 0,-1 0 0,0 0 0,0 0 0,0 0 0,0 0 0,0 0 0,0 0 0,-1 0 0,1 0 0,-1-1 0,1 1 0,-1-4 0,0-12 0,-1 0 0,0 1 0,-2-1 0,0 0 0,-1 1 0,-7-19 0,0-7 0,-12-49 0,-44-215 0,66 298-112,1 8 38,0-1 0,0 0 1,-1 0-1,1 0 0,0 0 1,-1 0-1,1 0 0,-1 0 1,1 0-1,-1 1 0,0-1 0,0 0 1,0 1-1,0-1 0,0 0 1,-2-2-1</inkml:trace>
</inkml:ink>
</file>

<file path=ppt/ink/ink3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9:26.9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379 16 24575,'-3'-3'0,"-2"0"0,-4 0 0,-3 0 0,-1 1 0,-1 1 0,-3 1 0,-4 0 0,-5 0 0,-4 0 0,-1 0 0,-3 0 0,0 0 0,-2 0 0,0 0 0,4 0 0,7 0-8191</inkml:trace>
</inkml:ink>
</file>

<file path=ppt/ink/ink3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9:27.3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259 30 24575,'-14'-4'0,"-8"-3"0,-3 1 0,1 1 0,2 1 0,2 2 0,3 1 0,1 0 0,-2 1 0,0 1 0,1 1 0,1 2 0,0-1 0,3 0-8191</inkml:trace>
</inkml:ink>
</file>

<file path=ppt/ink/ink3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9:29.9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91 79 24575,'-20'-12'0,"13"8"0,0 0 0,0-1 0,0 0 0,1 0 0,0 0 0,0-1 0,0 0 0,1 0 0,-6-8 0,11 14 0,0 0 0,-1 0 0,1 0 0,0 0 0,0 0 0,0-1 0,0 1 0,0 0 0,-1 0 0,1 0 0,0 0 0,0 0 0,0-1 0,0 1 0,0 0 0,0 0 0,0 0 0,0 0 0,0-1 0,0 1 0,0 0 0,-1 0 0,1 0 0,0 0 0,0-1 0,0 1 0,0 0 0,0 0 0,0 0 0,0-1 0,1 1 0,-1 0 0,0 0 0,0 0 0,0 0 0,0-1 0,0 1 0,0 0 0,0 0 0,0 0 0,0 0 0,1-1 0,7 5 0,13 12 0,21 22 0,65 44 0,138 84 0,-298-207-1365,44 35-5461</inkml:trace>
</inkml:ink>
</file>

<file path=ppt/ink/ink3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9:30.5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242 45 24575,'3'-16'0,"-2"14"0,0 1 0,-1-1 0,1 0 0,-1 1 0,0-1 0,1 0 0,-1 0 0,0 1 0,0-1 0,0 0 0,0 0 0,0 1 0,-1-1 0,0-2 0,1 3 0,0 1 0,-1 0 0,1 0 0,0 0 0,-1 0 0,1 0 0,0 0 0,-1 0 0,1 0 0,0 0 0,-1 0 0,1 0 0,0 0 0,-1 0 0,1 1 0,0-1 0,-1 0 0,1 0 0,0 0 0,-1 0 0,1 1 0,0-1 0,0 0 0,-1 0 0,1 0 0,0 1 0,0-1 0,-1 0 0,1 0 0,0 1 0,0-1 0,0 1 0,-9 9 0,-28 35 0,-50 47 0,-2 2 0,81-83-1365,1-2-5461</inkml:trace>
</inkml:ink>
</file>

<file path=ppt/ink/ink3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9:30.9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390 1 24575,'0'1'0,"0"0"0,-1-1 0,1 1 0,0-1 0,-1 1 0,1 0 0,0-1 0,-1 1 0,1-1 0,-1 1 0,1-1 0,-1 1 0,1-1 0,-1 1 0,1-1 0,-1 0 0,0 1 0,1-1 0,-1 0 0,1 1 0,-1-1 0,0 0 0,1 0 0,-1 0 0,0 0 0,0 1 0,0-1 0,-23 2 0,21-2 0,-43 1 0,-81-10 0,107 7 0,-110-2-771,118 4 177,0 0-6232</inkml:trace>
</inkml:ink>
</file>

<file path=ppt/ink/ink3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9:39.36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24575,'12'30'0,"-8"-7"0,6 28 0,-2 0 0,2 83 0,-10-119 0,0 3 0,-1 1 0,-4 24 0,5-43 0,0 1 0,0-1 0,0 0 0,0 1 0,-1-1 0,1 0 0,0 1 0,0-1 0,0 0 0,0 1 0,0-1 0,0 1 0,0-1 0,0 0 0,0 1 0,0-1 0,0 0 0,0 1 0,1-1 0,-1 0 0,0 1 0,0-1 0,0 0 0,0 1 0,1-1 0,-1 0 0,0 1 0,0-1 0,0 0 0,1 0 0,-1 1 0,0-1 0,1 0 0,-1 0 0,0 1 0,0-1 0,1 0 0,-1 0 0,0 0 0,1 0 0,-1 0 0,1 1 0,-1-1 0,0 0 0,1 0 0,-1 0 0,0 0 0,1 0 0,-1 0 0,0 0 0,1 0 0,-1 0 0,1-1 0,24-7 0,-13 3 0,40-8 0,96-9 0,-129 19 0,-16 3-170,0 0-1,0-1 0,0 0 1,0 0-1,0 0 0,0 0 1,3-2-1,4-3-6655</inkml:trace>
</inkml:ink>
</file>

<file path=ppt/ink/ink3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9:39.67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29 0 24575,'-2'2'0,"0"-1"0,0 0 0,0 1 0,0 0 0,0 0 0,0-1 0,1 1 0,-1 0 0,0 0 0,1 0 0,0 1 0,0-1 0,-1 0 0,1 0 0,0 1 0,1-1 0,-1 1 0,0-1 0,1 1 0,0-1 0,-1 1 0,1-1 0,0 1 0,0-1 0,1 5 0,0 4 0,0 0 0,2 0 0,-1 0 0,6 14 0,42 107-1365,-46-120-5461</inkml:trace>
</inkml:ink>
</file>

<file path=ppt/ink/ink3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9:40.19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 3 24575,'-4'-3'0,"5"6"0,6 7 0,31 20 0,1-2 0,2-1 0,0-2 0,78 33 0,-106-53-1365,-2-1-5461</inkml:trace>
</inkml:ink>
</file>

<file path=ppt/ink/ink3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9:40.50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186 3 24575,'-4'-1'0,"1"1"0,-1-1 0,1 0 0,0 1 0,-1 0 0,1 0 0,-1 0 0,1 0 0,-1 1 0,1-1 0,-1 1 0,1 0 0,-6 2 0,7-1 0,-1-1 0,1 0 0,0 1 0,-1 0 0,1-1 0,0 1 0,0 0 0,1 0 0,-1 0 0,0 1 0,1-1 0,-1 0 0,1 0 0,0 1 0,0-1 0,0 1 0,0-1 0,-1 4 0,-2 7 30,0 1 0,-1-1 0,-12 22 0,14-29-165,-1-1 0,0 1 0,0-1 0,0 0 0,-1 0 0,1-1 0,-1 1 0,0-1 0,0 0 0,-9 4 0,3-2-6691</inkml:trace>
</inkml:ink>
</file>

<file path=ppt/ink/ink3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9:42.65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 4 24575,'0'-1'0,"0"1"0,0 0 0,0 0 0,0 0 0,-1 0 0,1-1 0,0 1 0,0 0 0,0 0 0,0 0 0,-1 0 0,1-1 0,0 1 0,0 0 0,0 0 0,0 0 0,-1 0 0,1 0 0,0 0 0,0 0 0,-1 0 0,1 0 0,0 0 0,0 0 0,0 0 0,-1 0 0,1 0 0,0 0 0,0 0 0,-1 0 0,1 0 0,0 0 0,0 0 0,0 0 0,-1 0 0,1 0 0,-3 9 0,5 12 0,14 45 0,-11-52 0,0 1 0,-2 0 0,0 1 0,0-1 0,-2 1 0,0 17 0,-1-30-65,0-1 0,-1 0 0,1 1 0,-1-1 0,0 0 0,1 1 0,-1-1 0,0 0 0,0 0 0,-1 0 0,1 0 0,0 0 0,-1 0 0,1 0 0,-1 0 0,0 0 0,0-1 0,0 1 0,1-1 0,-4 2 0</inkml:trace>
</inkml:ink>
</file>

<file path=ppt/ink/ink3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9:43.12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24575,'5'2'0,"56"18"0,101 48 0,-144-59 0,-1 1 0,0 1 0,-1 0 0,0 2 0,-1-1 0,0 2 0,-1 0 0,0 1 0,22 31 0,-28-33 0,-1 1 0,0-1 0,0 1 0,-1 0 0,-1 1 0,0-1 0,-1 1 0,3 30 0,-6-38 0,0 1 0,-1-1 0,-1 0 0,1 0 0,-1 1 0,0-1 0,-1 0 0,1 0 0,-2 0 0,1 0 0,-1 0 0,0-1 0,0 1 0,-1-1 0,1 0 0,-2 0 0,1 0 0,-1 0 0,1-1 0,-12 10 0,4-6-170,0 0-1,-1-1 0,0-1 1,0 0-1,-1 0 0,0-1 1,-16 4-1,8-5-6655</inkml:trace>
</inkml:ink>
</file>

<file path=ppt/ink/ink3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9:43.81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155 16 24575,'0'-1'0,"-1"-1"0,0 1 0,0 0 0,0 0 0,0 0 0,0-1 0,0 1 0,0 0 0,0 0 0,0 1 0,-1-1 0,-1-1 0,2 2 0,0 0 0,1 0 0,-1 0 0,0 0 0,1 0 0,-1 0 0,0 0 0,1 1 0,-1-1 0,1 0 0,-1 1 0,0-1 0,1 0 0,-1 1 0,1-1 0,-1 1 0,1-1 0,-1 0 0,1 1 0,-1-1 0,1 1 0,0 0 0,-1-1 0,1 1 0,0-1 0,-1 1 0,1 0 0,0-1 0,-1 2 0,-42 65 0,31-52 0,1 1 0,1 0 0,1 1 0,-14 34 0,19-39 0,1-1 0,0 1 0,1 0 0,0-1 0,1 1 0,1 0 0,-1 0 0,2 0 0,0 0 0,0 0 0,1 0 0,1-1 0,0 1 0,0-1 0,1 1 0,1-1 0,-1 0 0,8 10 0,0-1 24,1 0 0,1-1 0,1-1 0,28 28 0,-11-17-767,58 40 1,-77-60-6084</inkml:trace>
</inkml:ink>
</file>

<file path=ppt/ink/ink3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9:49.99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30 8 24575,'0'-1'0,"0"1"0,-1 0 0,1-1 0,0 1 0,0 0 0,0 0 0,0-1 0,0 1 0,0 0 0,0-1 0,0 1 0,0 0 0,-1 0 0,1-1 0,0 1 0,0 0 0,0 0 0,-1-1 0,1 1 0,0 0 0,0 0 0,-1 0 0,1-1 0,0 1 0,0 0 0,-1 0 0,1 0 0,0 0 0,-1 0 0,1 0 0,0-1 0,0 1 0,-1 0 0,1 0 0,0 0 0,-1 0 0,1 0 0,0 0 0,-1 0 0,-3 13 0,2 22 0,2-35 0,0 51 0,1-18 0,-2-1 0,-8 58 0,9-90 0,-1 7 0,-1 0 0,1 0 0,0 0 0,1-1 0,0 1 0,0 0 0,2 14 0,-2-21 0,0 1 0,1 0 0,-1-1 0,0 1 0,1-1 0,-1 1 0,1-1 0,-1 1 0,1 0 0,-1-1 0,1 0 0,-1 1 0,1-1 0,-1 1 0,1-1 0,0 0 0,-1 1 0,1-1 0,0 0 0,-1 0 0,1 1 0,0-1 0,-1 0 0,1 0 0,0 0 0,-1 0 0,1 0 0,0 0 0,0 0 0,-1 0 0,1 0 0,1-1 0,25-6 0,-20 4 0,17-3 0,35-5 0,-38 7 0,79-10 0,-85 12-1365,-3 0-5461</inkml:trace>
</inkml:ink>
</file>

<file path=ppt/ink/ink3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9:50.35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31 3 24575,'-1'-1'0,"1"1"0,-1 0 0,1-1 0,-1 1 0,1 0 0,-1 0 0,0 0 0,1-1 0,-1 1 0,0 0 0,1 0 0,-1 0 0,0 0 0,1 0 0,-1 0 0,0 0 0,1 0 0,-1 0 0,1 1 0,-1-1 0,0 0 0,1 0 0,-1 1 0,1-1 0,-1 0 0,0 0 0,1 1 0,-1-1 0,0 1 0,0 1 0,0-1 0,0 1 0,0-1 0,0 1 0,0-1 0,1 1 0,-1 0 0,1-1 0,-1 1 0,0 3 0,0 4 0,0-1 0,1 0 0,0 15 0,3-4 0,9 35 0,-7-38 0,-2 0 0,0 0 0,2 25 0,-5-25-49,-1-10-214,1 0 0,0 0-1,1 0 1,1 8 0,1-5-6563</inkml:trace>
</inkml:ink>
</file>

<file path=ppt/ink/ink3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9:50.74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24575,'3'7'0,"0"-1"0,0 1 0,0-1 0,1 0 0,0 0 0,1 0 0,-1-1 0,8 7 0,46 38 0,-48-42 0,2 1-93,64 48 318,-64-49-524,1 0-1,0-1 1,0-1-1,20 7 1,-24-10-6527</inkml:trace>
</inkml:ink>
</file>

<file path=ppt/ink/ink3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9:51.01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185 0 24575,'-10'8'0,"-5"1"0,-1 3 0,1 1 0,2 2 0,1-1 0,0 1 0,2 0 0,1 0 0,-1-3 0,-1 0 0,-2-3 0,0-3 0,-1-2 0,2-2-8191</inkml:trace>
</inkml:ink>
</file>

<file path=ppt/ink/ink3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9:52.01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347 48 24575,'-3'-4'0,"-1"0"0,0 0 0,0 1 0,0-1 0,0 1 0,-1 0 0,1 0 0,-1 0 0,0 0 0,0 1 0,0 0 0,0 0 0,0 0 0,0 1 0,-1 0 0,1 0 0,-10-1 0,8 2 0,0-1 0,0 1 0,0 0 0,-1 1 0,1-1 0,0 2 0,0-1 0,0 1 0,0 0 0,0 0 0,1 1 0,-1 0 0,-6 3 0,2 3 0,1 0 0,-1 1 0,2 0 0,-1 1 0,-10 16 0,5-7 0,5-7 0,1-1 0,1 2 0,-11 23 0,16-30 0,0 1 0,0-1 0,1 1 0,0-1 0,0 1 0,1 0 0,0 0 0,0 0 0,1 8 0,1-11 0,0-1 0,0 1 0,1-1 0,-1 0 0,1 0 0,0 1 0,0-1 0,0 0 0,1-1 0,-1 1 0,1 0 0,0-1 0,0 1 0,1-1 0,-1 0 0,0 0 0,1 0 0,0-1 0,7 5 0,6 1 0,-1 0 0,1 0 0,27 7 0,-33-12 0,0 0 0,1 0 0,-1-1 0,1-1 0,-1 0 0,15-1 0,-23 0 0,0 0 0,0-1 0,1 1 0,-1-1 0,0 0 0,0 0 0,0 0 0,0 0 0,0-1 0,0 1 0,4-4 0,-5 4 0,-1-1 0,1 0 0,0 1 0,-1-1 0,0 0 0,1 0 0,-1 0 0,0 0 0,0 0 0,0 0 0,0-1 0,0 1 0,-1 0 0,1 0 0,-1-1 0,1 1 0,-1 0 0,0-3 0,0 3 0,0 0 0,0-1 0,0 1 0,0 0 0,0 0 0,0 0 0,-1 0 0,1 0 0,-1-1 0,0 1 0,0 0 0,1 0 0,-1 0 0,-1 1 0,1-1 0,0 0 0,0 0 0,-1 0 0,1 1 0,-1-1 0,1 1 0,-1-1 0,0 1 0,1 0 0,-1 0 0,-2-2 0,0 2 0,0-1 0,0 1 0,1 0 0,-1 0 0,0 0 0,0 1 0,0-1 0,0 1 0,0 0 0,0 0 0,0 0 0,0 1 0,-5 1 0,-13 4-67,-24 10 0,26-9-1164,8-2-5595</inkml:trace>
</inkml:ink>
</file>

<file path=ppt/ink/ink3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9:52.51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24575,'17'9'0,"0"1"0,-1 0 0,0 1 0,-1 0 0,0 2 0,-1-1 0,17 20 0,-21-19 0,0 0 0,-1 1 0,0 0 0,-1 0 0,-1 1 0,0 0 0,-1 1 0,7 27 0,-8-22 0,-1 0 0,-1 0 0,-1 0 0,-1 0 0,-1 0 0,-1 0 0,0 0 0,-6 23 0,5-33 0,-1 1 0,0-1 0,-1-1 0,0 1 0,0 0 0,-2-1 0,1 0 0,-1 0 0,0 0 0,-1-1 0,-1 0 0,1-1 0,-1 1 0,0-1 0,-1-1 0,-12 9 0,-3-2-1365,3-3-5461</inkml:trace>
</inkml:ink>
</file>

<file path=ppt/ink/ink3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9:53.27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185 43 24575,'-5'-5'0,"0"1"0,0-1 0,0 1 0,0 1 0,-1-1 0,0 1 0,1-1 0,-14-3 0,17 6 0,-1 0 0,0 1 0,1-1 0,-1 1 0,0 0 0,0-1 0,0 2 0,1-1 0,-1 0 0,0 0 0,0 1 0,0-1 0,1 1 0,-1 0 0,0 0 0,1 0 0,-1 0 0,1 1 0,-1-1 0,1 0 0,0 1 0,0 0 0,-4 3 0,1 0 0,1 0 0,0 0 0,0 1 0,0 0 0,1 0 0,-1 0 0,1 0 0,1 0 0,-1 0 0,-1 11 0,-2 8 0,-2 38 0,6-42 0,1-5 0,0 1 0,2-1 0,0 1 0,1-1 0,0 1 0,2-1 0,0 0 0,0 0 0,2-1 0,0 1 0,1-1 0,0 0 0,1-1 0,1 0 0,15 20 0,-13-23 67,22 21 0,4 2-1566,-26-22-5327</inkml:trace>
</inkml:ink>
</file>

<file path=ppt/ink/ink3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9:54.06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45 35 24575,'2'-12'0,"-1"10"0,-1 0 0,0 0 0,1 0 0,-1 0 0,1 0 0,0 1 0,0-1 0,0 0 0,0 0 0,1-1 0,-2 4 0,1 0 0,-1 1 0,1-1 0,-1 0 0,0 1 0,1-1 0,-1 1 0,0-1 0,0 0 0,0 3 0,-13 81 0,2-23 0,0 19-51,-12 121-1263,23-186-5512</inkml:trace>
</inkml:ink>
</file>

<file path=ppt/ink/ink3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9:55.00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4 24575,'0'-3'0,"3"2"0,5 4 0,7 3 0,5 6 0,4 4 0,6 0 0,2 4 0,4 2 0,2 1 0,0 1 0,1 1 0,-1-1 0,0 0 0,-2-1 0,-4-5 0,-7-5-8191</inkml:trace>
</inkml:ink>
</file>

<file path=ppt/ink/ink3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0:02.19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262 87 24575,'5'-5'0,"-2"3"0,-1 0 0,0 0 0,0 0 0,0 0 0,0-1 0,2-4 0,-3 6 0,-1 0 0,0 0 0,0 0 0,0 0 0,1 0 0,-1 0 0,0 0 0,0 0 0,0 0 0,0 0 0,-1 0 0,1 0 0,0 0 0,0 0 0,-1 0 0,1 1 0,0-1 0,-1 0 0,1 0 0,-1 0 0,1 0 0,-1 1 0,1-1 0,-1 0 0,0 0 0,0 0 0,-4-3 0,1 0 0,-1 1 0,0-1 0,0 1 0,0 0 0,0 1 0,-1-1 0,1 1 0,-1 0 0,1 1 0,-1-1 0,0 1 0,0 0 0,0 0 0,0 1 0,1 0 0,-1 0 0,0 0 0,0 1 0,-11 2 0,8 0 0,1 1 0,0-1 0,0 1 0,0 1 0,0 0 0,0 0 0,1 0 0,0 1 0,0 0 0,1 1 0,0-1 0,0 1 0,0 0 0,-8 15 0,9-13 0,0 0 0,0 1 0,1-1 0,1 1 0,0 0 0,0 0 0,1 1 0,0-1 0,0 0 0,1 1 0,1-1 0,1 17 0,-1-21 0,1 0 0,0 0 0,0 0 0,1 0 0,0 0 0,0-1 0,0 1 0,0-1 0,1 0 0,0 1 0,0-1 0,1 0 0,-1-1 0,1 1 0,0-1 0,0 1 0,1-1 0,-1 0 0,1-1 0,0 1 0,0-1 0,0 0 0,11 5 0,-1-2 0,1-1 0,31 7 0,-39-10 0,0-1 0,1 0 0,-1-1 0,0 0 0,1 0 0,-1-1 0,15-2 0,-22 2 0,0 1 0,1 0 0,-1 0 0,1-1 0,-1 1 0,0-1 0,0 1 0,1-1 0,-1 0 0,0 1 0,0-1 0,1 0 0,-1 0 0,0 0 0,0 0 0,0 0 0,0 0 0,0 0 0,-1 0 0,1-1 0,0 1 0,0 0 0,-1 0 0,1-1 0,-1 1 0,1 0 0,-1-1 0,1 1 0,-1 0 0,0-1 0,0 1 0,0-1 0,0 1 0,0 0 0,0-1 0,0 1 0,0-1 0,0 1 0,-1-1 0,1 1 0,-1 0 0,1-1 0,-1 1 0,1 0 0,-1 0 0,-1-2 0,0-1 0,0 1 0,0-1 0,0 1 0,-1 0 0,1 0 0,-1 0 0,0 0 0,0 1 0,0-1 0,0 1 0,-1-1 0,1 1 0,0 0 0,-1 1 0,0-1 0,-3-1 0,0 2-91,0 0 0,1 0 0,-1 0 0,0 1 0,1 0 0,-1 1 0,0-1 0,1 1 0,-1 1 0,0-1 0,1 1 0,0 0 0,-1 1 0,-8 4 0,6-2-6735</inkml:trace>
</inkml:ink>
</file>

<file path=ppt/ink/ink3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0:02.68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5 24575,'0'-1'0,"1"1"0,0-1 0,0 1 0,0-1 0,0 1 0,0 0 0,-1-1 0,1 1 0,0 0 0,0 0 0,0 0 0,0 0 0,0 0 0,0 0 0,0 0 0,0 0 0,0 0 0,0 0 0,0 0 0,1 1 0,20 6 0,-17-5 0,32 14 0,48 28 0,22 10 0,-93-49-1365,-2-2-5461</inkml:trace>
</inkml:ink>
</file>

<file path=ppt/ink/ink3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0:02.90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244 0 24575,'-24'8'0,"-9"4"0,0 0 0,2 2 0,7-1 0,4-1 0,7-1 0,2-3 0,1 1 0,0 1 0,-1-2 0,-2 1 0,3-1-8191</inkml:trace>
</inkml:ink>
</file>

<file path=ppt/ink/ink3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0:03.39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24575,'0'12'0,"0"7"0,0 4 0,0 2 0,3-2 0,0 1 0,0-2 0,2-2 0,0-1 0,-1-3 0,0 0 0,0-2 0,0 0 0,0 0 0,-1-2-8191</inkml:trace>
</inkml:ink>
</file>

<file path=ppt/ink/ink3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0:03.89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24575,'41'20'0,"-1"1"0,-1 3 0,58 44 0,-85-57 0,0 0 0,-1 1 0,0 0 0,-1 1 0,14 23 0,-18-26 0,0 1 0,-2 0 0,1 0 0,-1 1 0,-1-1 0,0 1 0,-1 0 0,2 19 0,-3-17 15,-1 0 0,0 0 0,-1 0 0,-1-1 0,0 1 0,-1-1 0,-5 15 0,5-19-150,-1 0 0,0 0 0,0 0 0,-1-1 0,-1 1 0,1-1 0,-1-1 0,0 1 0,-1-1 0,-12 11 0,5-7-6691</inkml:trace>
</inkml:ink>
</file>

<file path=ppt/ink/ink3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0:04.74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105 41 24575,'0'-9'0,"1"7"0,-1-1 0,0 1 0,0 0 0,0-1 0,0 1 0,0 0 0,0-1 0,-1 1 0,1 0 0,-1 0 0,-1-4 0,2 6 0,0 0 0,0 0 0,-1 0 0,1 0 0,0 0 0,0 0 0,-1 0 0,1 0 0,0-1 0,-1 1 0,1 0 0,0 0 0,0 1 0,-1-1 0,1 0 0,0 0 0,-1 0 0,1 0 0,0 0 0,0 0 0,-1 0 0,1 0 0,0 0 0,0 1 0,-1-1 0,1 0 0,0 0 0,0 0 0,0 0 0,-1 1 0,1-1 0,0 0 0,0 1 0,-8 7 0,7-7 0,-9 12 0,1 0 0,0 1 0,1 1 0,1-1 0,0 1 0,1 1 0,0-1 0,1 1 0,-3 19 0,4-11 0,1 0 0,1 0 0,1 0 0,1 1 0,6 38 0,-4-49 0,2 0 0,-1 0 0,2 0 0,0-1 0,1 1 0,0-1 0,0 0 0,2-1 0,0 0 0,0 0 0,16 17 0,0-4 0,1-2 0,1 0 0,49 32 0,-57-43-1365,-2-3-5461</inkml:trace>
</inkml:ink>
</file>

<file path=ppt/ink/ink3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1:33.6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16 24575,'0'-1'0,"0"1"0,0-1 0,0 0 0,0 1 0,0-1 0,0 0 0,0 1 0,1-1 0,-1 0 0,0 0 0,0 1 0,1-1 0,-1 1 0,0-1 0,1 0 0,-1 1 0,0-1 0,1 1 0,-1-1 0,1 0 0,0 1 0,-1 0 0,1-1 0,-1 1 0,1 0 0,-1 0 0,1 0 0,-1 0 0,1 0 0,-1 0 0,1 0 0,-1 0 0,1 0 0,-1 0 0,1 0 0,-1 0 0,1 0 0,-1 0 0,1 0 0,-1 1 0,1-1 0,2 1 0,-1 0 0,1 1 0,-1-1 0,0 1 0,0 0 0,0-1 0,0 1 0,3 4 0,21 34 0,-1 0 0,35 83 0,-42-84 0,121 280 0,-132-301 0,8 18 0,-14-34 0,0 0 0,0 0 0,0 0 0,0 0 0,1 0 0,-1 0 0,1-1 0,0 1 0,-1 0 0,1-1 0,0 0 0,0 1 0,3 1 0,-5-3 0,1 0 0,0 0 0,0 0 0,0 0 0,0 0 0,0 0 0,-1 0 0,1 0 0,0 0 0,0 0 0,0 0 0,0 0 0,0-1 0,-1 1 0,1 0 0,0-1 0,0 1 0,0-1 0,-1 1 0,1 0 0,0-1 0,-1 0 0,1 1 0,0-1 0,-1 1 0,1-1 0,-1 0 0,1 1 0,-1-1 0,1 0 0,-1 0 0,0 0 0,1 1 0,-1-2 0,3-5 0,0 1 0,0-1 0,1-7 0,-3 9 0,4-17 0,0-1 0,2-45 0,-4 25 0,3-120 0,-4 38 0,-2 123 0,1 1 0,-1-1 0,0 1 0,0-1 0,0 1 0,1-1 0,-1 1 0,1 0 0,-1-1 0,1 1 0,0-1 0,-1 1 0,1 0 0,0 0 0,0-1 0,1-1 0,-1 3 0,-1 0 0,1 0 0,-1-1 0,0 1 0,1 0 0,-1 0 0,1 0 0,-1 0 0,0 0 0,1 0 0,-1-1 0,1 1 0,-1 0 0,1 0 0,-1 0 0,1 0 0,-1 1 0,0-1 0,1 0 0,-1 0 0,1 0 0,1 1 0,-1-1 0,0 1 0,0 0 0,0 0 0,0-1 0,0 1 0,0 0 0,0 0 0,0 0 0,1 2 0,12 17 0,21 41 0,-11-18 0,5 6 0,4 9 0,54 69 0,-79-116 0,4 3 0,14 16 0,-23-27 0,1 0 0,0 1 0,-1-1 0,1-1 0,0 1 0,1 0 0,-1-1 0,0 0 0,8 2 0,-11-4 0,0 1 0,0-1 0,1 0 0,-1 0 0,0 0 0,1 0 0,-1 0 0,0 0 0,0 0 0,1 0 0,-1-1 0,0 1 0,1 0 0,-1-1 0,0 1 0,0-1 0,0 0 0,0 1 0,0-1 0,1 0 0,-1 0 0,0 1 0,0-1 0,-1 0 0,1 0 0,0 0 0,0 0 0,0 0 0,-1-1 0,1 1 0,0 0 0,-1 0 0,1 0 0,-1-2 0,3-5 0,0 1 0,-1-2 0,0 1 0,1-9 0,-3 12 0,5-29 0,-2 0 0,-3-66 0,-1 78 0,-2 0 0,0 0 0,-2 0 0,0 1 0,-13-34 0,0 21-1365,10 23-5461</inkml:trace>
</inkml:ink>
</file>

<file path=ppt/ink/ink3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1:34.2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281 1 24575,'2'0'0,"-1"1"0,1 0 0,0-1 0,0 1 0,-1 0 0,1 1 0,0-1 0,-1 0 0,3 2 0,-4-2 0,0-1 0,0 0 0,1 0 0,-1 1 0,0-1 0,0 0 0,0 0 0,0 1 0,0-1 0,1 0 0,-1 0 0,0 1 0,0-1 0,0 0 0,0 0 0,0 1 0,0-1 0,0 0 0,0 1 0,0-1 0,0 0 0,0 0 0,0 1 0,0-1 0,-1 0 0,1 1 0,0-1 0,-1 1 0,1-1 0,-1 1 0,1-1 0,-1 1 0,0-1 0,1 1 0,-1-1 0,0 0 0,1 1 0,-1-1 0,0 0 0,1 0 0,-1 1 0,-1-1 0,-12 3 0,0-1 0,-17 0 0,-4 1 0,-140 5-1365,155-8-5461</inkml:trace>
</inkml:ink>
</file>

<file path=ppt/ink/ink3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1:35.0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225 55 24575,'1'-3'0,"0"1"0,0-1 0,1 1 0,-1-1 0,1 1 0,-1 0 0,1 0 0,0-1 0,-1 1 0,1 0 0,0 1 0,1-1 0,-1 0 0,0 0 0,0 1 0,1-1 0,-1 1 0,1 0 0,-1 0 0,1 0 0,-1 0 0,1 0 0,0 1 0,0-1 0,3 0 0,1 1 0,-5 0 0,0 0 0,0 0 0,0-1 0,0 1 0,0 0 0,0-1 0,0 0 0,0 1 0,0-1 0,3-2 0,-4 1 0,-6 1 0,-5 1 0,-69 13 0,-86 28 0,127-32-1365,21-5-5461</inkml:trace>
</inkml:ink>
</file>

<file path=ppt/ink/ink3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1:40.6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11463 0 24575,'2'0'0,"0"1"0,-1-1 0,1 0 0,0 1 0,0 0 0,0-1 0,-1 1 0,1 0 0,0 0 0,0 0 0,-1 0 0,1 0 0,-1 1 0,1-1 0,-1 0 0,0 1 0,1-1 0,-1 1 0,0-1 0,0 1 0,0-1 0,0 1 0,0 0 0,-1 0 0,1-1 0,0 1 0,-1 0 0,1 3 0,1 0 0,-1 0 0,0 1 0,-1-1 0,1 1 0,-1-1 0,0 1 0,0-1 0,-1 1 0,0 5 0,-1-6 0,0 1 0,0-1 0,-1 0 0,1 0 0,-1 0 0,0-1 0,0 1 0,-1 0 0,1-1 0,-1 0 0,0 0 0,0 0 0,-1-1 0,1 1 0,-7 3 0,-7 4 0,-1-2 0,-33 14 0,42-19 0,-81 35 0,45-17 0,-91 27 0,135-48 0,-13 3 0,0 0 0,-1-1 0,1-1 0,-23 1 0,-339-4 0,363 2 0,0 1 0,-1 1 0,1-1 0,0 2 0,-15 6 0,12-5 0,-1 1 0,-25 2 0,-4-5 0,-1-2 0,-89-10 0,57 2 0,-63-5 0,-114-5 0,225 17 0,-237 9 0,-130 35 0,109-37 0,176-9 0,-88-7 0,158 6 0,1 2 0,-85 8 0,-13 1 0,10-1 0,-184 0 0,196-8 0,17-7 0,2 1 0,77 6 0,-13 1 0,1 0 0,-59 10 0,61-6 0,0-1 0,0-2 0,-35-2 0,6 0 0,-374 1 0,412 1 0,-35 6 0,19-1 0,-44 8 0,71-11 0,1 1 0,0 0 0,0 0 0,-19 11 0,25-11 0,-1 1 0,1 0 0,0 0 0,1 1 0,-1 0 0,1 0 0,-5 7 0,2-2 0,1 0 0,1 1 0,-8 16 0,12-20 0,8-11 0,6-12 0,-9 8 0,-1 1 0,1 0 0,-1-1 0,0 0 0,-1 1 0,0-1 0,0 0 0,0 0 0,-1 0 0,0-9 0,0 12 0,0 1 0,-1-1 0,1 1 0,-1-1 0,0 1 0,0-1 0,0 1 0,-1-1 0,1 1 0,-1 0 0,1 0 0,-1 0 0,0 0 0,0 0 0,-1 0 0,1 0 0,-1 1 0,1-1 0,-1 1 0,0 0 0,-3-3 0,-20-7 0,-1 2 0,0 0 0,-44-9 0,-2 0 0,50 12 0,0 2 0,0 0 0,0 2 0,-1 0 0,-33 1 0,-15 2 0,-49 1 0,60 6 0,-23 1 0,-154-9 0,216 0 0,-30-5 0,-17-1 0,-146-16 0,210 22 0,-33-3 0,-77 3 0,5 1 0,51-7 0,-13 0 0,-29 0 0,-30-1 0,-238 8 0,349 1 0,0 2 0,-35 7 0,-16 2 0,11-5 0,-86 4 0,-204-11 0,246-8 0,2 1 0,57 7 0,-54 9 0,0-2 0,-6 0 0,2 2 0,19-3 0,-16-1 0,61-4 0,-46 7 0,22-1 0,43-6 0,0 1 0,-37 9 0,-9 8 0,-123 16 0,94-23 0,-41 2 0,44-6 0,6-1 0,-15-2 0,-1 1 0,15 2 0,-135-6 0,113-3 0,17 0 0,-99 2 0,130 8 0,29-4 0,29-4 0,-6 0 0,0 0 0,0 0 0,-14-1 0,19 0 0,0-1 0,1 0 0,-1 0 0,0 0 0,1 0 0,-1 0 0,1-1 0,-1 0 0,1 0 0,0 0 0,-5-3 0,-1-4 0,0 1 0,1-1 0,0 0 0,1-1 0,0 0 0,-10-19 0,-8-10 0,11 21-1365</inkml:trace>
</inkml:ink>
</file>

<file path=ppt/ink/ink3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2:16.7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471 32 24575,'-4'-3'0,"0"0"0,0 0 0,0 0 0,0 0 0,0 1 0,-1 0 0,0 0 0,1 0 0,-1 0 0,0 1 0,0 0 0,1 0 0,-7-1 0,-4 1 0,0 1 0,0 0 0,-17 2 0,11 2 0,0 0 0,1 2 0,-30 11 0,38-13 0,8-3 0,0 1 0,0 0 0,0-1 0,0 1 0,1 1 0,-7 4 0,9-7 0,0 1 0,1 0 0,-1-1 0,1 1 0,-1 0 0,1-1 0,-1 1 0,1 0 0,-1-1 0,1 1 0,0 0 0,-1 0 0,1 0 0,0-1 0,0 1 0,0 0 0,0 0 0,0 0 0,-1 0 0,1 0 0,1-1 0,-1 1 0,0 0 0,0 0 0,0 0 0,0 0 0,1-1 0,-1 1 0,0 0 0,1 0 0,-1-1 0,0 1 0,1 0 0,-1 0 0,1-1 0,0 1 0,-1-1 0,1 1 0,-1 0 0,2 0 0,6 5 0,0-1 0,0 1 0,0-2 0,0 1 0,1-1 0,0 0 0,13 3 0,-7-1 0,55 19 0,-28-11 0,-1 2 0,55 30 0,-93-45 0,0 1 0,0 1 0,0-1 0,0 0 0,0 1 0,-1-1 0,1 1 0,-1 0 0,0 0 0,0 0 0,0 0 0,2 4 0,-3-6 0,-1 1 0,0-1 0,1 0 0,-1 0 0,0 0 0,0 1 0,0-1 0,0 0 0,0 1 0,0-1 0,0 0 0,0 0 0,0 1 0,-1-1 0,1 0 0,0 0 0,-1 0 0,1 1 0,-1-1 0,1 0 0,-1 0 0,0 0 0,0 0 0,1 0 0,-1 0 0,0 0 0,0 0 0,0 0 0,0-1 0,0 1 0,0 0 0,0 0 0,0-1 0,0 1 0,0-1 0,-1 1 0,1-1 0,-1 1 0,-11 4 0,0-1 0,0 0 0,0-1 0,-1-1 0,-21 2 0,4-2 0,-41-4 0,-13-9 0,-89-21 0,149 26 0,-6-2-1365,21 3-5461</inkml:trace>
</inkml:ink>
</file>

<file path=ppt/ink/ink3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2:17.4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 45 24575,'-13'-31'0,"8"19"0,4 10 0,2 4 0,8 20 0,-1 1 0,6 32 0,-1-7 0,7 28 0,-11-37 0,2 0 0,21 49 0,-20-60 0,-4-10 0,0 0 0,22 32 0,-15-23 0,-13-26-1365</inkml:trace>
</inkml:ink>
</file>

<file path=ppt/ink/ink3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2:17.6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446 15 24575,'-32'-2'0,"-15"-2"0,-3 1 0,3 1 0,7 0 0,8 1 0,4 0 0,4 1 0,5 0 0,2 0 0,2 0 0,1 1 0,0-1 0,0 0 0,1 0 0,-1 0 0,0 0 0,2 0-8191</inkml:trace>
</inkml:ink>
</file>

<file path=ppt/ink/ink3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2:18.0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45 161 24575,'0'4'0,"0"1"0,1-1 0,0 0 0,0 1 0,1-1 0,-1 0 0,1 0 0,0 0 0,0 0 0,0 0 0,0 0 0,1 0 0,-1-1 0,1 1 0,0-1 0,0 0 0,6 4 0,-3-2 0,0 0 0,0-1 0,1 1 0,0-1 0,0-1 0,0 0 0,0 0 0,16 4 0,-23-6 0,0-1 0,1 0 0,-1 0 0,1 0 0,-1 1 0,1-1 0,-1 0 0,1 0 0,0 0 0,-1 0 0,1 0 0,-1 0 0,1 0 0,-1 0 0,1 0 0,-1 0 0,1 0 0,-1-1 0,1 1 0,-1 0 0,1 0 0,-1 0 0,1-1 0,-1 1 0,0 0 0,2-1 0,-2 0 0,0 1 0,0-1 0,0 0 0,0 1 0,0-1 0,0 0 0,-1 1 0,1-1 0,0 0 0,0 1 0,0-1 0,0 1 0,-1-1 0,1 1 0,0-1 0,-1 0 0,0 0 0,-21-25 0,-13-7 0,20 21 0,0-1 0,2-1 0,-1-1 0,2 0 0,-21-31 0,32 43 0,-1-1 0,0 0 0,1 0 0,0 1 0,0-1 0,0 0 0,0 0 0,1 0 0,0 0 0,0-7 0,0 9 0,0 1 0,0-1 0,1 0 0,-1 1 0,0-1 0,1 1 0,0-1 0,-1 1 0,1-1 0,0 1 0,0-1 0,-1 1 0,1 0 0,0-1 0,1 1 0,-1 0 0,0 0 0,0 0 0,0 0 0,1 0 0,-1 0 0,0 0 0,1 0 0,-1 1 0,1-1 0,-1 0 0,1 1 0,2-1 0,1 0-85,1 0 0,0 0-1,0 1 1,-1 0 0,1 0-1,0 1 1,-1-1 0,1 1-1,0 0 1,-1 1 0,1-1-1,-1 1 1,1 1 0,-1-1-1,6 4 1,-2-1-6741</inkml:trace>
</inkml:ink>
</file>

<file path=ppt/ink/ink3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2:18.3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 0 24575,'-3'8'0,"0"4"0,2 3 0,5 1 0,0 1 0,3-1 0,3 0 0,1 0 0,2-1 0,1 0 0,1-1 0,0-2 0,0-1 0,-3 1 0,-1-3 0,1 0 0,0-1 0,-2-2-8191</inkml:trace>
</inkml:ink>
</file>

<file path=ppt/ink/ink3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2:18.5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24575,'3'0'0,"0"3"0</inkml:trace>
</inkml:ink>
</file>

<file path=ppt/ink/ink3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2:19.4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167 362 24575,'-9'-2'0,"-11"-4"0,-28-4 0,43 10 0,0-1 0,0 1 0,0 0 0,-1 0 0,1 0 0,0 1 0,0-1 0,0 1 0,0 1 0,1-1 0,-7 3 0,10-3 0,-1-1 0,1 1 0,-1 0 0,1 0 0,0 0 0,-1 0 0,1 0 0,0 1 0,0-1 0,0 0 0,0 0 0,0 1 0,0-1 0,0 1 0,0-1 0,0 1 0,1-1 0,-2 4 0,2-2 0,-1 0 0,1 0 0,0 0 0,0 0 0,0 0 0,0-1 0,1 1 0,-1 0 0,1 0 0,1 3 0,2 5 0,1 0 0,0 0 0,1-1 0,7 11 0,-13-20 0,4 5 0,1 0 0,0-1 0,0 1 0,0-1 0,1 0 0,-1 0 0,1-1 0,0 0 0,0 0 0,1 0 0,-1-1 0,1 0 0,0 0 0,0 0 0,0-1 0,0 0 0,0-1 0,0 0 0,1 0 0,-1 0 0,1-1 0,13-1 0,-19 1 0,1 0 0,-1-1 0,1 1 0,-1-1 0,1 1 0,-1-1 0,0 0 0,1 0 0,-1 0 0,0 0 0,0-1 0,1 1 0,-1 0 0,0-1 0,-1 0 0,1 1 0,2-4 0,-2 2 0,0 0 0,0 0 0,0 0 0,-1 0 0,1-1 0,-1 1 0,0 0 0,0-1 0,0 1 0,0-8 0,0-1 0,-2 0 0,1 0 0,-1 0 0,-1 0 0,0 0 0,-4-14 0,-11-24 0,-29-61 0,25 64 0,-21-72 0,39 108 0,2 5 0,-1 0 0,1 0 0,-1 1 0,0-1 0,-1 1 0,-4-10 0,7 15 0,-1 0 0,1 0 0,0-1 0,0 1 0,0 0 0,0 0 0,0 0 0,0 0 0,0 0 0,0 0 0,-1 0 0,1 0 0,0 0 0,0 0 0,0 0 0,0 0 0,0 0 0,0 0 0,0 0 0,-1 0 0,1 0 0,0 0 0,0 0 0,0 0 0,0 0 0,0 0 0,-1 0 0,1 0 0,0 0 0,0 0 0,0 0 0,0 0 0,0 0 0,0 0 0,0 0 0,-1 0 0,1 0 0,0 0 0,0 0 0,0 0 0,0 0 0,0 1 0,0-1 0,-5 8 0,1 9 0,2-2 0,1 0 0,0 1 0,1-1 0,1 1 0,0-1 0,1 0 0,1 1 0,0-1 0,1 0 0,0 0 0,2-1 0,0 0 0,11 20 0,-12-24 0,36 56 0,-36-58 0,1-1 0,0 0 0,1-1 0,-1 1 0,1-1 0,12 7 0,1 0 0,2 0 0,0-2 0,35 13 0,-47-20 0,0-1 0,0-1 0,0 1 0,0-2 0,1 1 0,-1-2 0,0 1 0,1-1 0,-1-1 0,0 0 0,12-3 0,-18 3 0,-1 0 0,1 0 0,-1 0 0,1-1 0,-1 0 0,0 1 0,0-1 0,0 0 0,0-1 0,0 1 0,0-1 0,0 1 0,-1-1 0,3-3 0,-2 1 0,0 1 0,0-1 0,-1 0 0,0 0 0,0 0 0,0 0 0,-1 0 0,2-11 0,-1 5 0,-2 0 0,1 0 0,-2 0 0,1 0 0,-1 0 0,-1 0 0,0 1 0,-7-22 0,5 23 0,0 0 0,0 1 0,0-1 0,-1 1 0,-1 0 0,-8-11 0,12 17 0,0 0 0,0 0 0,-1 0 0,1 0 0,-1 0 0,0 0 0,1 0 0,-1 1 0,0-1 0,-4 0 0,5 1 0,0 1 0,0-1 0,0 1 0,0 0 0,0 0 0,0 0 0,0 0 0,0 0 0,0 1 0,0-1 0,0 0 0,0 1 0,0 0 0,0-1 0,0 1 0,0 0 0,-2 2 0,1-1 0,0 0 0,1 0 0,-1 1 0,1-1 0,0 1 0,-1 0 0,1 0 0,1 0 0,-1 0 0,0 0 0,1 0 0,-1 0 0,1 0 0,0 1 0,0-1 0,0 0 0,1 1 0,-1 5 0,-1 5 0,2 0 0,0 1 0,2 16 0,-2-25 0,1 1 0,0 0 0,1-1 0,0 1 0,0-1 0,0 0 0,0 1 0,1-1 0,0 0 0,7 9 0,-5-8 0,1 0 0,1-1 0,-1 0 0,1 0 0,0 0 0,0-1 0,12 7 0,0-2 0,1 0 0,0-2 0,0 0 0,1-1 0,-1-1 0,34 5 0,-5-5 0,87 0 0,-117-7-455,0 0 0,30-7 0,-36 5-6371</inkml:trace>
</inkml:ink>
</file>

<file path=ppt/ink/ink3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2:20.6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73 156 24575,'-9'-35'0,"7"34"0,2 8 0,2 10 0,7 13 0,2 0 0,26 51 0,-15-33 0,-17-39 0,7 17 0,-1 1 0,-1-1 0,10 42 0,-20-67 0,0-1 0,1 0 0,-1 0 0,0 1 0,0-1 0,0 0 0,0 1 0,0-1 0,0 0 0,1 1 0,-1-1 0,0 0 0,0 1 0,0-1 0,0 0 0,0 1 0,0-1 0,-1 0 0,1 1 0,0-1 0,0 0 0,0 1 0,0-1 0,0 0 0,0 0 0,0 1 0,-1-1 0,1 0 0,0 1 0,-7-9 0,-8-19 0,15 27 0,-54-116 0,-60-188 0,103 261 0,14 102 0,13 20-1365,-11-64-5461</inkml:trace>
</inkml:ink>
</file>

<file path=ppt/ink/ink3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2:21.5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24 24575,'2'-5'0,"1"-4"0,1 2 0,-2 5 0,0 4 0,-1 6 0,-3 3 0,-1-1-8191</inkml:trace>
</inkml:ink>
</file>

<file path=ppt/ink/ink3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5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84 14 24575,'3'-1'0,"-1"0"0,1 0 0,0 0 0,-1 1 0,1-1 0,-1 1 0,1 0 0,0 0 0,5 0 0,-13 2 0,-5-2 0,-1-3 0,1 1 0,0 0 0,-11-1 0,19 3 0,0 0 0,-1 0 0,1 0 0,0 0 0,0 0 0,0 1 0,0-1 0,0 0 0,0 1 0,-1 0 0,1 0 0,0-1 0,1 1 0,-1 0 0,-4 3 0,5-3 0,0 1 0,0 0 0,0-1 0,0 1 0,0 0 0,0-1 0,0 1 0,0 0 0,1 0 0,-1 0 0,1 0 0,-1 0 0,1 0 0,0 3 0,1 33 0,0-23 0,-1 5 0,0-5 0,1 0 0,0 1 0,4 16 0,-2-18 0,-1 0 0,-1 0 0,-1 0 0,-1 16 0,1-15 0,-1-1 0,2 1 0,3 24 0,4 2 0,-5-24 0,0 1 0,7 17 0,-6-21 0,0 0 0,-1 1 0,2 28 0,-3 44 0,-2-71 0,1-7 0,0 0 0,3 15 0,-2-15 0,0 1 0,0 10 0,4 30 0,-4-35 0,2 24 0,-4-11 0,-1-12 0,1-1 0,1 1 0,5 30 0,6 22 0,-12-67 0,5 19 0,-1 0 0,-1 0 0,2 30 0,-6-31 0,0-1 0,-5 27 0,3-25 0,1 1 0,1-1 0,0 1 0,4 24 0,2-7 0,-2-24 0,0 26 0,-2-18 0,5 27 0,-4-39 0,10 71 0,-3 0 0,-5-53 0,-2 0 0,-2 50 0,-1-27 0,1-43 0,-1 16 0,2 0 0,6 36 0,5 23 0,-6-15 0,-1-2 0,0 2 0,1 4 0,-2-34 0,-1 1 0,-4 45 0,0-24 0,1-45 0,0 9 0,0 1 0,-7 38 0,4-41 0,1 1 0,2 44 0,0-29 0,1-27 0,0 1 0,3 13 0,-1-13 0,0 20 0,-2-15 0,4 16 0,-3-18 0,2 24 0,-5 23 0,2 45 0,4-65 0,-2-26 0,0 23 0,-3 134 0,-1-158 0,-4 24 0,2-24 0,0 19 0,3 129 0,1-151 0,0-1 0,3 14 0,-1-12 0,0 19 0,-1-17 0,0-1 0,0 1 0,2-1 0,0 0 0,10 25 0,-11-28 0,-1 0 0,0 0 0,-1 0 0,0 0 0,-1 0 0,-1 22 0,0-1 0,0-22 0,1 12 0,0-21 0,0 0 0,0 1 0,0-1 0,0 0 0,1 0 0,-1 0 0,0 0 0,1 0 0,-1 0 0,1 1 0,-1-1 0,1 0 0,1 1 0,-2-1 0,1-1 0,-1 0 0,1 0 0,-1 1 0,1-1 0,-1 0 0,1 0 0,0 0 0,-1 1 0,1-1 0,-1 0 0,1 0 0,0 0 0,-1 0 0,1 0 0,-1 0 0,1 0 0,0-1 0,-1 1 0,1 0 0,0 0 0,17-8 0,-7 3 0,-6 5-21,-1-1 0,1 1 1,-1 0-1,1 0 0,-1 0 0,0 1 0,1-1 0,4 3 0,2-1-1156,0-1-5649</inkml:trace>
</inkml:ink>
</file>

<file path=ppt/ink/ink3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5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224 81 24575,'19'-20'0,"-12"11"0,1 1 0,0 0 0,1 1 0,12-9 0,-18 14 0,0 0 0,0 1 0,0-1 0,0 1 0,0 0 0,0 0 0,0 0 0,1 1 0,-1-1 0,0 1 0,1-1 0,-1 1 0,0 0 0,1 0 0,-1 1 0,1-1 0,-1 1 0,0 0 0,4 1 0,1 1 0,1 0 0,-1 1 0,0 0 0,0 0 0,-1 1 0,1 0 0,-1 0 0,0 1 0,0 0 0,-1 0 0,0 1 0,0 0 0,-1 0 0,6 8 0,-4-4 0,-1 0 0,0 0 0,0 1 0,-1-1 0,-1 1 0,0 0 0,-1 0 0,0 1 0,-1-1 0,0 1 0,0 20 0,-2-31 0,0 0 0,-1 0 0,1 1 0,0-1 0,-1 0 0,0 0 0,1 0 0,-1 0 0,0 0 0,0 0 0,0 0 0,0-1 0,0 1 0,-1 0 0,1 0 0,-2 1 0,0 0 0,0-1 0,0 0 0,1-1 0,-1 1 0,0 0 0,-1-1 0,1 1 0,0-1 0,-5 1 0,-2 0 0,-1 0 0,1-1 0,-1 0 0,1-1 0,-19-2 0,-4-3 0,0-1 0,1-3 0,-1 0 0,-40-18 0,47 16 0,-35-20 0,50 25 0,1-1 0,0 0 0,0-1 0,0 0 0,-14-16 0,21 20 0,0 0 0,0-1 0,0 1 0,1-1 0,-1 0 0,1 1 0,0-1 0,1 0 0,-1 0 0,-1-10 0,3 12 0,0 1 0,0 0 0,-1-1 0,1 1 0,1-1 0,-1 1 0,0 0 0,1-1 0,-1 1 0,1 0 0,0-1 0,0 1 0,-1 0 0,2 0 0,-1 0 0,0-1 0,0 1 0,1 1 0,-1-1 0,1 0 0,-1 0 0,1 0 0,0 1 0,0-1 0,2-1 0,7-2-1365,-1 0-5461</inkml:trace>
</inkml:ink>
</file>

<file path=ppt/ink/ink3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5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 68 24575,'-1'-8'0,"1"6"0,0 0 0,0 0 0,0 0 0,0 0 0,0 0 0,0 0 0,0 0 0,1 1 0,-1-1 0,0 0 0,2-2 0,-2 4 0,0 0 0,1-1 0,-1 1 0,0 0 0,0 0 0,0 1 0,1-1 0,-1 0 0,0 0 0,0 0 0,0 0 0,1 0 0,-1 0 0,0 0 0,0 0 0,0 0 0,0 0 0,1 0 0,-1 1 0,0-1 0,0 0 0,0 0 0,0 0 0,1 0 0,-1 0 0,0 1 0,0-1 0,0 0 0,0 0 0,0 0 0,0 1 0,0-1 0,0 0 0,0 0 0,0 0 0,0 1 0,0-1 0,1 0 0,-1 0 0,-1 1 0,6 11 0,-5-10 0,2 4 0,28 71 0,-27-70 0,1 0 0,0 0 0,0-1 0,0 1 0,1-1 0,0 0 0,0-1 0,10 9 0,-12-12 0,1 1 0,0-1 0,0 0 0,0 0 0,0-1 0,0 1 0,1-1 0,-1 0 0,0 0 0,1 0 0,-1 0 0,0-1 0,1 0 0,-1 0 0,1 0 0,5-2 0,-7 2 0,0-1 0,0 1 0,0-1 0,0 0 0,0 0 0,-1 0 0,1-1 0,0 1 0,-1-1 0,1 1 0,-1-1 0,0 0 0,1 0 0,-1 0 0,0 0 0,0 0 0,0 0 0,-1-1 0,1 1 0,0-1 0,-1 1 0,0-1 0,1 0 0,-1 0 0,1-2 0,0-10 0,0 1 0,-1 0 0,0-1 0,-3-21 0,1 8 0,1 22 0,0 1 0,0-1 0,-1 1 0,0-1 0,0 1 0,-3-8 0,4 13 0,0 0 0,0-1 0,0 1 0,0 0 0,0 0 0,0 0 0,0 0 0,0 0 0,0 0 0,0 0 0,0 0 0,0 0 0,0 0 0,0 0 0,0 0 0,0 0 0,0 0 0,0 0 0,0 0 0,0 0 0,0 0 0,0 0 0,0-1 0,0 1 0,0 0 0,0 0 0,0 0 0,0 0 0,-1 0 0,1 0 0,0 0 0,0 0 0,0 0 0,0 0 0,0 0 0,0 0 0,0 0 0,0 0 0,0 0 0,0 0 0,0 0 0,0 0 0,0 0 0,0 0 0,0 0 0,0 0 0,0 0 0,0 0 0,0 0 0,-1 0 0,1 0 0,0 0 0,0 0 0,0 0 0,0 0 0,0 0 0,0 0 0,0 0 0,0 0 0,0 0 0,0 0 0,0 1 0,-2 4 0,1 7 0,1 3 0,1 0 0,1-1 0,0 1 0,1 0 0,8 25 0,33 70 0,-14-41 0,-10-19 0,36 103 0,-49-121 0,-7-30 0,0 0 0,1 1 0,-1-1 0,0 0 0,0 1 0,-1-1 0,1 0 0,0 1 0,-1-1 0,1 0 0,-2 3 0,2-4 0,-1-1 0,1 1 0,-1-1 0,0 1 0,1-1 0,-1 1 0,1-1 0,-1 0 0,0 1 0,1-1 0,-1 0 0,0 1 0,1-1 0,-1 0 0,0 0 0,1 0 0,-1 0 0,0 0 0,1 1 0,-1-1 0,0 0 0,0-1 0,1 1 0,-1 0 0,0 0 0,1 0 0,-1 0 0,0-1 0,0 1 0,1 0 0,-1 0 0,1-1 0,-2 0 0,-24-14 0,24 13 0,-8-4 0,-15-10 0,1-1 0,1-1 0,-36-37 0,57 54 0,1 0 0,0-1 0,0 1 0,0-1 0,0 1 0,0-1 0,0 0 0,0 1 0,0-1 0,1 0 0,-1 0 0,1 0 0,-1 1 0,1-1 0,0 0 0,0 0 0,0 0 0,0 0 0,0 0 0,0-2 0,1 2 0,0 0 0,-1 1 0,1-1 0,0 0 0,0 1 0,0-1 0,0 1 0,0-1 0,1 1 0,-1 0 0,0-1 0,1 1 0,-1 0 0,0 0 0,1 0 0,0 0 0,-1 0 0,1 0 0,-1 1 0,1-1 0,2 0 0,7-2-43,0 2 0,0-1-1,0 1 1,0 1 0,20 1-1,-12 0-1061,-2-1-5721</inkml:trace>
</inkml:ink>
</file>

<file path=ppt/ink/ink3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5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198 10 24575,'-37'-4'0,"14"1"0,1 1 0,0 1 0,-43 4 0,64-3 0,0 0 0,-1 1 0,1-1 0,-1 0 0,1 1 0,-1-1 0,1 1 0,0-1 0,-1 1 0,1 0 0,0-1 0,0 1 0,-1 0 0,1 0 0,0 0 0,0 0 0,0 0 0,0 0 0,0 1 0,-1 1 0,2-2 0,-1 0 0,1 0 0,0 0 0,0 1 0,0-1 0,-1 0 0,1 0 0,1 1 0,-1-1 0,0 0 0,0 0 0,0 1 0,1-1 0,-1 0 0,0 0 0,1 0 0,-1 1 0,1-1 0,0 0 0,-1 0 0,1 0 0,0 0 0,0 0 0,0 1 0,10 9 0,14 13 0,-17-17 0,-1 0 0,1 1 0,-1 0 0,10 15 0,-6-4 0,-2 0 0,0 1 0,-1 0 0,-1 0 0,6 29 0,13 58 0,-25-105 0,0 5 0,0 0 0,1 0 0,0 0 0,4 8 0,-5-14 0,0 1 0,0 0 0,0-1 0,0 0 0,0 1 0,0-1 0,0 1 0,1-1 0,-1 0 0,0 0 0,1 0 0,-1 0 0,1 0 0,-1 0 0,1 0 0,-1 0 0,1-1 0,0 1 0,0 0 0,-1-1 0,5 1 0,14 0 0,1 0 0,31-4 0,-49 3-170,1-1-1,0 1 0,-1-1 1,1 0-1,-1 0 0,1-1 1,3-1-1,0-1-6655</inkml:trace>
</inkml:ink>
</file>

<file path=ppt/ink/ink3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5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 51 24575,'7'-5'0,"40"-23"0,-40 25 0,-1 0 0,1 0 0,0 1 0,0 0 0,9-2 0,-14 4 0,1 0 0,-1 0 0,1 0 0,-1 0 0,1 0 0,-1 1 0,1-1 0,-1 1 0,0 0 0,1 0 0,-1 0 0,0 0 0,0 0 0,1 0 0,-1 1 0,0-1 0,0 1 0,0-1 0,-1 1 0,1 0 0,0 0 0,-1 0 0,3 3 0,3 5 0,-1 0 0,0 1 0,7 17 0,-10-21 0,0 0 0,0 1 0,-1-1 0,0 1 0,0-1 0,0 1 0,-1-1 0,-1 1 0,1 0 0,-1 8 0,0-15 0,0 1 0,-1-1 0,1 0 0,0 0 0,0 0 0,-1 0 0,1 0 0,-1 0 0,1 0 0,-1 0 0,1 0 0,-1-1 0,1 1 0,-1 0 0,0 0 0,0 0 0,1-1 0,-1 1 0,0 0 0,0-1 0,-1 2 0,0-1 0,0 0 0,-1 0 0,1-1 0,0 1 0,-1-1 0,1 1 0,0-1 0,-1 0 0,-2 1 0,-3-2 0,1 1 0,-1-1 0,1-1 0,-1 1 0,-9-4 0,1-1 0,1-1 0,0-1 0,0 0 0,0-1 0,-26-21 0,40 29 0,0 0 0,-1 0 0,1 0 0,0-1 0,0 1 0,0 0 0,0-1 0,0 1 0,0-1 0,0 1 0,0-1 0,0 1 0,1-1 0,-1 1 0,1-1 0,-1 0 0,1 1 0,0-1 0,-1 0 0,1 0 0,0 1 0,1-4 0,-1 3 0,1 0 0,-1 0 0,1 1 0,0-1 0,0 0 0,0 1 0,0-1 0,0 0 0,1 1 0,-1-1 0,0 1 0,1 0 0,-1-1 0,1 1 0,-1 0 0,1 0 0,-1 0 0,1 0 0,0 0 0,2 0 0,37-12-1365,-31 10-5461</inkml:trace>
</inkml:ink>
</file>

<file path=ppt/ink/ink3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5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27 24575,'1'0'0,"27"-8"0,0 1 0,33-3 0,-52 9 0,0 1 0,1 0 0,-1 0 0,0 1 0,0 0 0,0 0 0,0 1 0,-1 1 0,1-1 0,0 1 0,9 5 0,-12-5 0,0 0 0,-1 1 0,0 0 0,1-1 0,-1 2 0,0-1 0,-1 1 0,1-1 0,6 10 0,-9-9 0,1 0 0,0 0 0,-1 0 0,0 0 0,0 1 0,0-1 0,-1 1 0,0-1 0,0 1 0,0 0 0,-1 7 0,-1 52 0,2 32 0,-1-91 0,1 0 0,1 0 0,-1 0 0,1-1 0,0 1 0,0 0 0,0-1 0,1 0 0,0 1 0,0-1 0,1 0 0,-1-1 0,1 1 0,5 5 0,-7-8 0,1 0 0,-1 1 0,0 0 0,0 0 0,0-1 0,-1 1 0,1 0 0,0 4 0,-1-6 0,-1 0 0,0 0 0,0 0 0,0 0 0,0 0 0,0 0 0,0 0 0,0 0 0,0 0 0,0 0 0,0 0 0,-1 0 0,1-1 0,0 1 0,0 0 0,-1 0 0,1 0 0,-1 0 0,1 0 0,-1 0 0,0-1 0,1 1 0,-1 0 0,1-1 0,-1 1 0,0 0 0,0-1 0,0 1 0,1-1 0,-1 1 0,0-1 0,-1 1 0,-9 4 12,0 0-1,0-1 1,0-1 0,-23 5-1,-3 0-1434,26-4-5403</inkml:trace>
</inkml:ink>
</file>

<file path=ppt/ink/ink3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5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24575,'0'10'0,"1"1"0,0-1 0,0 0 0,1 0 0,0 0 0,5 14 0,-5-19 0,0-1 0,0 1 0,1-1 0,-1 0 0,1 0 0,0 0 0,0 0 0,0 0 0,1-1 0,-1 1 0,1-1 0,0 0 0,0 0 0,0 0 0,6 3 0,-6-4 0,1 0 0,-1 0 0,1-1 0,-1 0 0,1 1 0,0-1 0,-1-1 0,1 1 0,8-1 0,-12 0 0,1 0 0,0 0 0,-1-1 0,1 1 0,0-1 0,-1 1 0,1-1 0,0 1 0,-1-1 0,1 0 0,-1 0 0,1 0 0,-1 0 0,1 0 0,-1 0 0,0 0 0,0-1 0,0 1 0,1 0 0,-1-1 0,0 1 0,-1-1 0,1 1 0,0-1 0,0 1 0,-1-1 0,1 0 0,-1 1 0,1-3 0,1-7 0,-1 1 0,0 0 0,-1 0 0,-1-17 0,0 3 0,1 20 0,0 3 0,0-1 0,0 1 0,0-1 0,0 1 0,0-1 0,-1 1 0,1-1 0,0 1 0,-1-1 0,1 1 0,-1 0 0,1-1 0,-2-2 0,1 4 0,1 0 0,0 0 0,0 0 0,0 0 0,0 0 0,0 0 0,-1 0 0,1 0 0,0 0 0,0 0 0,0 0 0,0 0 0,0 0 0,0 0 0,-1 0 0,1 1 0,0-1 0,0 0 0,0 0 0,0 0 0,0 0 0,0 0 0,-1 0 0,1 0 0,0 0 0,0 0 0,0 0 0,0 1 0,0-1 0,0 0 0,0 0 0,0 0 0,0 0 0,0 0 0,-1 0 0,1 1 0,0-1 0,0 0 0,0 0 0,0 0 0,0 0 0,0 0 0,0 1 0,0-1 0,0 0 0,0 0 0,0 0 0,0 0 0,-1 9 0,2 10 0,2 0 0,0 0 0,0 0 0,12 30 0,-11-36 0,46 117 0,0-6 0,-49-118 0,1 0 0,-1 1 0,0-1 0,1 11 0,-2-16 0,0 0 0,0 0 0,0 0 0,0 0 0,-1 0 0,1 0 0,0 0 0,0 0 0,-1 0 0,1 0 0,-1 0 0,1 0 0,-1 0 0,1 0 0,-1-1 0,0 2 0,0-1 0,0-1 0,1 0 0,-1 1 0,0-1 0,0 0 0,1 1 0,-1-1 0,0 0 0,0 0 0,0 0 0,0 0 0,1 0 0,-1 0 0,0 0 0,0 0 0,0 0 0,0 0 0,1 0 0,-1 0 0,0-1 0,0 1 0,0 0 0,0-1 0,-4-2 0,0 1 0,0-1 0,1 0 0,-1 0 0,1 0 0,0-1 0,-5-4 0,-25-31 0,25 30 0,6 4 0,-1 1 0,1-1 0,0 0 0,0 0 0,1 0 0,-1 0 0,-1-6 0,4 10 0,-1-1 0,1 1 0,0 0 0,-1 0 0,1 0 0,0 0 0,0 0 0,0-1 0,0 1 0,0 0 0,0 0 0,0 0 0,0 0 0,0 0 0,1-1 0,-1 1 0,0 0 0,1 0 0,-1 0 0,1 0 0,0 0 0,-1 0 0,1 0 0,-1 0 0,1 0 0,0 0 0,0 1 0,0-1 0,0 0 0,-1 0 0,1 1 0,0-1 0,0 0 0,0 1 0,0-1 0,1 1 0,-1-1 0,0 1 0,0 0 0,0 0 0,1-1 0,8 0-92,0 0-1,-1 0 0,19 2 1,-18-1-903,2 1-5831</inkml:trace>
</inkml:ink>
</file>

<file path=ppt/ink/ink3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5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57 13 24575,'-2'-10'0,"2"10"0,0 0 0,0-1 0,0 1 0,0 0 0,0 0 0,0 0 0,0 0 0,0 0 0,0 0 0,0 0 0,0 0 0,0 0 0,1-1 0,-1 1 0,0 0 0,0 0 0,0 0 0,0 0 0,0 0 0,0 0 0,0 0 0,0 0 0,0 0 0,0 0 0,0 0 0,1 0 0,-1 0 0,0 0 0,0-1 0,0 1 0,0 0 0,0 0 0,0 0 0,0 0 0,0 0 0,1 0 0,-1 0 0,0 0 0,0 0 0,1 1 0,0-1 0,0 1 0,0-1 0,-1 1 0,1 0 0,0-1 0,0 1 0,-1 0 0,1-1 0,-1 1 0,1 0 0,0 0 0,-1 0 0,1 1 0,0 0 0,0 0 0,0 0 0,0 0 0,0 0 0,-1 0 0,1 0 0,-1 0 0,1 0 0,-1 0 0,0 0 0,0 1 0,0-1 0,0 0 0,0 0 0,-1 3 0,0-3 0,1-1 0,-1 0 0,1 1 0,-1-1 0,0 0 0,0 0 0,1 0 0,-1 1 0,0-1 0,0 0 0,0 0 0,0 0 0,-1-1 0,1 1 0,0 0 0,0 0 0,0-1 0,-1 1 0,1 0 0,0-1 0,-1 1 0,1-1 0,0 0 0,-3 1 0,-8 1 0,9-2 0,0 0 0,0 0 0,0 1 0,0-1 0,1 1 0,-1 0 0,-4 2 0,6-3 0,1 1 0,-1 0 0,0-1 0,1 1 0,-1-1 0,1 1 0,-1 0 0,1-1 0,0 1 0,-1 0 0,1-1 0,0 1 0,-1 0 0,1 0 0,0-1 0,0 1 0,0 0 0,-1 0 0,1 0 0,0-1 0,0 1 0,0 0 0,1 0 0,-1 0 0,0-1 0,0 1 0,0 0 0,0 0 0,1 0 0,-1-1 0,0 1 0,1 0 0,0 0 0,22 54 0,5 12 0,-24-57 0,-1 0 0,-1 0 0,0 1 0,1 20 0,-4 24 0,0-30 0,3 27 0,-2-49 0,0 0 0,0 0 0,1 0 0,0-1 0,0 1 0,0 0 0,0 0 0,0 0 0,0 0 0,1-1 0,-1 1 0,1-1 0,2 4 0,-2-5 0,0 1 0,-1-1 0,1 1 0,0-1 0,0 0 0,1 1 0,-1-1 0,0 0 0,0-1 0,1 1 0,-1 0 0,0 0 0,1-1 0,-1 0 0,0 1 0,4-1 0,5 0-151,0 0-1,0 0 0,0-1 0,0 0 1,0-1-1,0 0 0,0-1 1,14-5-1,-18 5-6674</inkml:trace>
</inkml:ink>
</file>

<file path=ppt/ink/ink3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5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24575,'0'12'0,"2"7"0,1 3 0,1 0 0,1-2 0,1-3 0,-1-2 0,2-2 0,0 0 0,0-2 0,1 1 0,-2-1 0,1-2 0</inkml:trace>
</inkml:ink>
</file>

<file path=ppt/ink/ink3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5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24575,'113'4'0,"-92"-2"0,0 1 0,-1 1 0,29 10 0,-38-11 0,-9-3 0,1 1 0,-1 0 0,1 0 0,-1 0 0,0 0 0,4 2 0,-5-3 0,0 1 0,-1 0 0,1-1 0,-1 1 0,1 0 0,-1-1 0,1 1 0,-1 0 0,1 0 0,-1 0 0,0-1 0,1 1 0,-1 0 0,0 0 0,0 0 0,1 0 0,-1 0 0,0 0 0,0-1 0,0 1 0,0 0 0,0 0 0,-1 1 0,0 12 0,1 0 0,0 0 0,1 1 0,5 23 0,18 55 0,-7-34 0,7 14 0,-6-23 0,-17-49 0,-1 1 0,1-1 0,-1 1 0,0-1 0,1 1 0,-1-1 0,0 0 0,0 1 0,0-1 0,0 1 0,0-1 0,-1 1 0,1-1 0,0 1 0,-1-1 0,1 0 0,-1 1 0,1-1 0,-2 2 0,1-2 0,0 1 0,0-1 0,-1 0 0,1 0 0,0 0 0,-1 1 0,0-1 0,1 0 0,-1-1 0,1 1 0,-1 0 0,0 0 0,0-1 0,-3 1 0,-9 3-682,-21 3-1,22-6-6143</inkml:trace>
</inkml:ink>
</file>

<file path=ppt/ink/ink3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5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 24575,'2'7'0,"2"7"0,1-1 0,0 1 0,1-1 0,11 17 0,-15-27 0,0 0 0,0 0 0,0-1 0,0 1 0,1-1 0,-1 1 0,1-1 0,0 0 0,-1 0 0,1 0 0,0 0 0,0 0 0,1-1 0,-1 0 0,0 1 0,0-1 0,1 0 0,-1-1 0,0 1 0,1-1 0,-1 1 0,1-1 0,-1 0 0,4 0 0,-5-1 0,0 1 0,-1 0 0,1-1 0,-1 1 0,1-1 0,0 1 0,-1-1 0,1 0 0,-1 0 0,1 0 0,-1 0 0,0 0 0,1 0 0,-1 0 0,0 0 0,0 0 0,0-1 0,0 1 0,0 0 0,0-1 0,0 1 0,0-1 0,-1 1 0,1-1 0,0 1 0,-1-1 0,1 0 0,-1 1 0,0-3 0,2-5 0,-1-1 0,-1 1 0,0-1 0,-1-9 0,1 7 0,0 8 0,0 2 0,0 0 0,0 1 0,0-1 0,0 0 0,0 0 0,-1 1 0,1-1 0,0 0 0,-1 1 0,0-1 0,1 1 0,-1-1 0,-1-1 0,2 3 0,0 0 0,0 0 0,0 0 0,0 0 0,-1 0 0,1 0 0,0 0 0,0 0 0,0 0 0,0 0 0,0 0 0,-1 0 0,1 0 0,0 0 0,0 0 0,0 0 0,0 0 0,0 0 0,-1 0 0,1 0 0,0 0 0,0 1 0,0-1 0,0 0 0,0 0 0,0 0 0,-1 0 0,1 0 0,0 0 0,0 0 0,0 1 0,0-1 0,0 0 0,0 0 0,0 0 0,0 0 0,0 0 0,0 1 0,0-1 0,0 0 0,0 0 0,0 0 0,0 0 0,0 1 0,0-1 0,0 0 0,0 0 0,0 0 0,0 1 0,-2 8 0,2 2 0,0 0 0,0-1 0,1 1 0,1 0 0,4 18 0,20 52 0,34 57 0,-13-31 0,-46-105 0,0 0 0,0 0 0,-1 1 0,1-1 0,0 0 0,-1 1 0,0-1 0,1 1 0,-1 3 0,-1-5 0,1 0 0,0 0 0,0 0 0,-1 0 0,1-1 0,0 1 0,-1 0 0,1 0 0,-1-1 0,1 1 0,-1 0 0,0-1 0,1 1 0,-1-1 0,1 1 0,-1 0 0,0-1 0,0 1 0,1-1 0,-1 0 0,0 1 0,0-1 0,1 0 0,-1 1 0,0-1 0,0 0 0,0 0 0,0 0 0,0 0 0,0 1 0,-5-1 0,1 0 0,0 1 0,0-2 0,-1 1 0,1-1 0,0 1 0,-1-1 0,1-1 0,0 1 0,0-1 0,0 0 0,0 0 0,1 0 0,-1-1 0,-8-5 0,10 5 0,0 0 0,0 1 0,0-1 0,0 0 0,0 0 0,0-1 0,1 1 0,0-1 0,0 1 0,0-1 0,0 0 0,0 1 0,1-1 0,-1 0 0,1 0 0,0 0 0,0 0 0,1 0 0,-1-1 0,1-6 0,0 10 4,0-1-1,1 0 0,-1 0 1,0 0-1,1 1 0,-1-1 1,1 0-1,0 0 0,-1 1 1,1-1-1,0 1 1,0-1-1,0 0 0,0 1 1,0 0-1,1-1 0,-1 1 1,0 0-1,1 0 0,-1-1 1,1 1-1,-1 0 1,3-1-1,2 0-128,1-1 0,-1 1 0,1 0 0,12-2 0,-6 2-696,-3 0-6005</inkml:trace>
</inkml:ink>
</file>

<file path=ppt/ink/ink3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5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114 0 24575,'0'6'0,"0"0"0,-1 0 0,0-1 0,0 1 0,0-1 0,0 1 0,-1-1 0,-4 11 0,4-13 0,0 0 0,0 0 0,0 0 0,-1 0 0,1 0 0,-1 0 0,1-1 0,-1 1 0,0-1 0,0 1 0,0-1 0,0 0 0,0-1 0,-6 4 0,4-3 0,-21 6 0,25-8 0,0 1 0,-1-1 0,1 0 0,0 0 0,-1 0 0,1 0 0,0 0 0,0 0 0,-1-1 0,1 1 0,0 0 0,0-1 0,-1 1 0,1 0 0,0-1 0,0 0 0,0 1 0,-1-2 0,6 11 0,1 0 0,-1 0 0,5 18 0,-2 0 0,-1 0 0,4 50 0,-7-46 0,13 54 0,-13-75 0,16 53 0,-15-53 0,0 0 0,0-1 0,1 0 0,8 12 0,-12-19-29,0-1-1,0 1 0,1 0 1,-1-1-1,1 1 0,-1-1 1,1 0-1,-1 1 0,1-1 0,0 0 1,0 0-1,0 0 0,0 0 1,-1 0-1,1-1 0,0 1 1,0-1-1,1 1 0,-1-1 1,0 0-1,0 1 0,0-1 1,0 0-1,0 0 0,0-1 1,0 1-1,0 0 0,0-1 1,0 1-1,0-1 0,0 0 0,0 1 1,0-1-1,0 0 0,0 0 1,-1-1-1,1 1 0,0 0 1,-1 0-1,1-1 0,-1 1 1,1-1-1,-1 1 0,0-1 1,2-3-1,1-2-6796</inkml:trace>
</inkml:ink>
</file>

<file path=ppt/ink/ink3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5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12 24575,'14'-3'0,"0"0"0,0 1 0,1 0 0,18 1 0,-28 1 0,0 0 0,0 0 0,-1 1 0,1 0 0,0 0 0,0 0 0,-1 1 0,1-1 0,-1 1 0,1 0 0,-1 0 0,0 1 0,1-1 0,-1 1 0,-1 0 0,6 5 0,-7-6 0,0 0 0,-1 1 0,1-1 0,0 1 0,-1 0 0,0-1 0,0 1 0,0 0 0,0 0 0,0 0 0,0 0 0,-1-1 0,1 1 0,-1 0 0,0 0 0,0 0 0,0 0 0,0 0 0,-1 0 0,-1 5 0,0 2 0,-1-1 0,-1 1 0,0-1 0,-8 16 0,11-25 0,1 1 0,-1-1 0,1 1 0,-1 0 0,1-1 0,0 1 0,-1-1 0,1 1 0,0 0 0,0-1 0,0 1 0,-1 0 0,1-1 0,0 1 0,0 0 0,0 0 0,0-1 0,0 1 0,0 0 0,0-1 0,0 1 0,1 0 0,-1-1 0,0 1 0,0 0 0,0-1 0,1 1 0,-1 0 0,0-1 0,1 1 0,0 0 0,0 0 0,0-1 0,0 1 0,0-1 0,1 1 0,-1-1 0,0 0 0,1 1 0,-1-1 0,0 0 0,0 0 0,1 0 0,-1 0 0,0 0 0,1 0 0,-1 0 0,2-1 0,33-7-1365,-26 4-5461</inkml:trace>
</inkml:ink>
</file>

<file path=ppt/ink/ink3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5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 24575,'34'-2'0,"0"2"0,0 1 0,65 11 0,-98-11 0,1-1 0,-1 0 0,0 1 0,1-1 0,-1 1 0,0 0 0,1-1 0,-1 1 0,0 0 0,0 0 0,0 0 0,0 0 0,0 0 0,0 0 0,0 0 0,0 0 0,0 0 0,0 0 0,0 1 0,-1-1 0,1 0 0,0 3 0,1 2 0,0 1 0,0-1 0,1 13 0,-1-2 0,25 78 0,-16-58 0,11 59 0,-19-71 0,2 1 0,14 44 0,-19-69 0,0-1 0,0 1 0,0-1 0,1 1 0,-1 0 0,0-1 0,0 1 0,0-1 0,0 1 0,0 0 0,0-1 0,0 1 0,0 0 0,0-1 0,0 1 0,-1-1 0,1 1 0,0 0 0,0-1 0,-1 1 0,1-1 0,0 1 0,0-1 0,-1 1 0,1-1 0,-1 1 0,1-1 0,-1 1 0,1-1 0,-1 1 0,1-1 0,-1 0 0,1 1 0,-1-1 0,0 1 0,-2 0 0,-1 1 0,0-1 0,0 0 0,-6 1 0,-1 1 0,-91 34-1365,89-31-5461</inkml:trace>
</inkml:ink>
</file>

<file path=ppt/ink/ink3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5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 0 24575,'0'0'0,"0"0"0,0 0 0,0 0 0,0 0 0,-1 0 0,1 0 0,0 0 0,0 0 0,0 0 0,-1 0 0,1 0 0,0 1 0,0-1 0,0 0 0,0 0 0,-1 0 0,1 0 0,0 0 0,0 0 0,0 0 0,0 1 0,0-1 0,-1 0 0,1 0 0,0 0 0,0 0 0,0 1 0,0-1 0,0 0 0,0 0 0,0 0 0,0 0 0,0 1 0,1 8 0,6 8 0,28 34 0,-11-16 0,-20-29 0,0-1 0,0 0 0,1 1 0,-1-2 0,1 1 0,0-1 0,0 1 0,0-1 0,7 3 0,-10-6 0,0 0 0,-1 0 0,1 0 0,0-1 0,-1 1 0,1-1 0,0 1 0,0-1 0,0 0 0,0 1 0,-1-1 0,1 0 0,0 0 0,0 0 0,0-1 0,0 1 0,0 0 0,-1-1 0,1 1 0,0-1 0,0 1 0,-1-1 0,1 0 0,0 0 0,-1 0 0,1 0 0,-1 0 0,1 0 0,-1-1 0,1 1 0,-1 0 0,0-1 0,0 1 0,0-1 0,0 1 0,2-3 0,0-2 0,0 1 0,-1-1 0,1 1 0,-1-1 0,-1 0 0,1 0 0,-1 0 0,1-10 0,0-4 0,-3-26 0,0 28 0,2 39 0,0 0 0,1 0 0,10 38 0,5-6 0,24 93 0,-34-119 0,-2 1 0,-1 0 0,0 37 0,-4-62 0,0 0 0,0 0 0,-1 0 0,1 0 0,-1 0 0,1 0 0,-1 0 0,0-1 0,0 1 0,-1 0 0,1 0 0,-2 3 0,1-5 0,1 1 0,-1-1 0,1 1 0,-1-1 0,1 1 0,-1-1 0,0 0 0,1 0 0,-1 0 0,0 0 0,0 0 0,0 0 0,0-1 0,0 1 0,0-1 0,0 1 0,0-1 0,-3 0 0,-1 1 0,1-1 0,-1 0 0,0 0 0,1-1 0,-1 1 0,0-1 0,-6-2 0,9 1 0,0 1 0,-1 0 0,1-1 0,0 0 0,0 0 0,0 1 0,0-2 0,1 1 0,-1 0 0,0-1 0,1 1 0,-4-6 0,-7-8 0,7 8 0,1 1 0,-1-1 0,-4-10 0,9 16 0,0-1 0,0 0 0,0 1 0,0-1 0,0 0 0,1 1 0,-1-1 0,1 0 0,0 1 0,0-1 0,0 0 0,0 0 0,0 1 0,1-1 0,0-4 0,0 5 0,0 0 0,0 0 0,1 1 0,-1-1 0,0 0 0,0 1 0,1-1 0,-1 1 0,1-1 0,0 1 0,-1-1 0,1 1 0,0 0 0,0 0 0,0 0 0,0 0 0,-1 0 0,1 1 0,1-1 0,1 0 0,5-1 0,0 0 0,-1 0 0,14 1 0,-7 0-1365,-3 1-5461</inkml:trace>
</inkml:ink>
</file>

<file path=ppt/ink/ink3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5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191 22 24575,'-25'-4'0,"-10"-3"0,-62-4 0,74 13 0,14 2 0,9-4 0,0 0 0,-1 1 0,1-1 0,0 0 0,0 0 0,0 1 0,0-1 0,0 0 0,0 0 0,-1 1 0,1-1 0,0 0 0,0 0 0,0 1 0,0-1 0,0 0 0,0 0 0,0 1 0,0-1 0,0 0 0,0 0 0,0 1 0,1-1 0,-1 0 0,0 0 0,0 1 0,0-1 0,0 0 0,0 0 0,0 0 0,1 1 0,4 10 0,0 1 0,0-1 0,-1 1 0,0 0 0,-1 1 0,3 22 0,-3-14 0,7 22 0,51 109 0,-10-31 0,-48-112 0,-1 0 0,0 0 0,-1 0 0,1 18 0,-1-14 0,-1-13 0,0 1 0,0 0 0,0-1 0,0 1 0,0 0 0,0 0 0,1-1 0,-1 1 0,0 0 0,0-1 0,1 1 0,-1 0 0,0-1 0,1 1 0,-1 0 0,0-1 0,1 1 0,-1-1 0,1 1 0,-1-1 0,1 1 0,-1-1 0,1 1 0,0-1 0,-1 0 0,1 1 0,0-1 0,-1 0 0,1 1 0,0-1 0,-1 0 0,1 0 0,0 0 0,-1 0 0,1 0 0,0 1 0,0-1 0,-1 0 0,1-1 0,1 1 0,3-1 0,1 0 0,-1 0 0,0-1 0,8-3 0,0 0 0,-2 2-87,23-10-1191,-26 9-5548</inkml:trace>
</inkml:ink>
</file>

<file path=ppt/ink/ink3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5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14 24575,'5'-3'0,"1"1"0,-1 0 0,1 0 0,-1 1 0,1 0 0,0 0 0,-1 0 0,12 0 0,0 2 0,28 5 0,-28-3 0,29 1 0,-45-4 0,1 0 0,0 0 0,0 0 0,-1 1 0,1-1 0,0 0 0,-1 1 0,1-1 0,-1 1 0,1-1 0,0 1 0,-1 0 0,1 0 0,1 1 0,-2-1 0,0 0 0,0 0 0,0 0 0,0 1 0,-1-1 0,1 0 0,0 1 0,-1-1 0,1 0 0,-1 1 0,1-1 0,-1 1 0,0-1 0,0 1 0,1-1 0,-1 3 0,0-1 0,0-1 0,0 1 0,0-1 0,0 1 0,-1 0 0,1-1 0,0 1 0,-1-1 0,0 0 0,0 1 0,0-1 0,0 1 0,0-1 0,-2 3 0,1-3 0,1 0 0,-1-1 0,0 1 0,0-1 0,0 1 0,0-1 0,0 0 0,0 0 0,0 0 0,0 0 0,0 0 0,-1 0 0,1-1 0,0 1 0,0-1 0,-3 1 0,-50 0 0,54-1 0,1 0 0,0 0 0,0 0 0,0 0 0,0 0 0,0 0 0,0 0 0,-1 0 0,1 0 0,0 0 0,0 0 0,0 0 0,0 0 0,0 0 0,-1 0 0,1 0 0,0 0 0,0 1 0,0-1 0,0 0 0,0 0 0,0 0 0,-1 0 0,1 0 0,0 0 0,0 0 0,0 0 0,0 0 0,0 0 0,0 1 0,0-1 0,0 0 0,0 0 0,0 0 0,-1 0 0,1 0 0,0 0 0,0 1 0,0-1 0,0 0 0,0 0 0,0 0 0,0 0 0,6 6 0,9 2 0,10 2 0,41 18 0,-56-23 0,0 1 0,0 0 0,-1 0 0,10 8 0,-18-13 0,1 1 0,-1-1 0,0 0 0,1 1 0,-1-1 0,0 1 0,0-1 0,0 1 0,0 0 0,0-1 0,0 1 0,-1 0 0,1 0 0,-1-1 0,1 1 0,-1 0 0,1 0 0,-1 0 0,0 2 0,0-1 0,-1-1 0,1 1 0,-1-1 0,0 1 0,1-1 0,-1 0 0,0 1 0,-1-1 0,1 0 0,0 1 0,-1-1 0,-2 3 0,0 0 0,0-1 0,-1 0 0,0 0 0,1 0 0,-1-1 0,0 1 0,-1-1 0,1 0 0,-1-1 0,1 1 0,-9 1 0,1 0-118,-2-1-298,1 0 1,-24 2-1,28-5-6410</inkml:trace>
</inkml:ink>
</file>

<file path=ppt/ink/ink3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5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5 24575,'28'-3'0,"1"2"0,35 2 0,-55 0 0,0 0 0,0 1 0,-1 0 0,1 0 0,-1 1 0,1 0 0,-1 0 0,0 1 0,0 0 0,-1 1 0,12 8 0,-13-9 0,7 7 0,-13-10 0,1-1 0,-1 1 0,0-1 0,1 1 0,-1-1 0,0 1 0,0-1 0,1 1 0,-1 0 0,0-1 0,0 1 0,0-1 0,0 1 0,0-1 0,0 1 0,0 0 0,0-1 0,0 1 0,0-1 0,0 1 0,0 0 0,0-1 0,0 1 0,-1 0 0,-1 4 0,1 0 0,-1 0 0,1 0 0,0 1 0,1-1 0,-1 0 0,1 0 0,0 1 0,0-1 0,1 0 0,-1 0 0,4 10 0,1 5 0,17 37 0,-15-40 0,2 4 0,3 8 0,0 1 0,-2 0 0,8 43 0,-16-65 0,-1 1 0,-1 0 0,1-1 0,-2 16 0,1-22 0,-1 0 0,1 1 0,-1-1 0,1 0 0,-1 0 0,0 0 0,0 0 0,0 1 0,0-1 0,0 0 0,-1-1 0,1 1 0,0 0 0,-1 0 0,0 0 0,1-1 0,-1 1 0,0-1 0,0 0 0,0 1 0,0-1 0,-2 1 0,-6 2-455,1 0 0,-11 2 0,10-4-6371</inkml:trace>
</inkml:ink>
</file>

<file path=ppt/ink/ink3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5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25 24575,'2'-2'0,"-1"0"0,0 0 0,1 1 0,0-1 0,-1 0 0,1 1 0,0 0 0,0-1 0,0 1 0,0 0 0,0 0 0,0 0 0,0 0 0,0 0 0,0 1 0,0-1 0,1 0 0,-1 1 0,4-1 0,1 1 0,0-1 0,-1 1 0,1 0 0,0 1 0,10 1 0,3 2 0,1-1 0,0-1 0,21 0 0,-39-2 0,0 0 0,0 0 0,-1 1 0,1-1 0,-1 1 0,1 0 0,0 0 0,-1 0 0,1 0 0,-1 0 0,0 0 0,1 1 0,-1-1 0,0 1 0,0 0 0,0 0 0,0 0 0,0 0 0,0 0 0,2 3 0,0 1 0,0 1 0,-1-1 0,1 1 0,-1 0 0,-1 0 0,3 10 0,0 4 0,0 1 0,-2 0 0,0 23 0,-3 67 0,-1-47 0,1 256 0,1-309 0,0-1 0,3 14 0,-2-12 0,2 19 0,-3 256 0,-2-140 0,0-90 0,2 63 0,5-78 0,0 11 0,-7-39 0,0 0 0,-4 19 0,3-23 0,0-1 0,1 1 0,0-1 0,1 1 0,0 0 0,2 16 0,36 119 0,-15-63 0,-13-40 0,-2 0 0,3 50 0,-10-79 0,6 65 0,2-7 0,6 36 0,-4-15 0,-7-63 0,-2 1 0,-3 50 0,0-26 0,1 174 0,1-213 0,4 25 0,1 13 0,-6-1 0,0-21 0,7 62 0,5 11 0,-7-48 0,-4-37 0,4 18 0,-3-23 0,0 26 0,-2-27 0,1-1 0,3 20 0,13 59 0,-16-50 0,-1-35 0,0-1 0,0 1 0,0 0 0,1-1 0,0 1 0,0 0 0,1-1 0,-1 1 0,5 7 0,-4-9 0,0 0 0,0 0 0,0 1 0,-1-1 0,1 0 0,-1 1 0,-1-1 0,1 1 0,-1 5 0,0 0 0,-1 0 0,0 0 0,-5 17 0,4-16 0,0 0 0,1 0 0,1 0 0,0 0 0,1 0 0,0-1 0,3 15 0,1 11 0,-3-19 0,9 27 0,-4-16 0,-7-24 0,1 1 0,-1-1 0,0 1 0,0-1 0,-1 1 0,1-1 0,-3 8 0,1-6 0,1 0 0,0 0 0,0 13 0,3-7 0,-1-11 0,-1 0 0,1 1 0,-1-1 0,0 1 0,0-1 0,0 5 0,0-6 0,0-1 0,-1 1 0,1 0 0,0-1 0,-1 1 0,1 0 0,0-1 0,-1 1 0,1-1 0,-1 1 0,1 0 0,-1-1 0,1 1 0,-1-1 0,1 1 0,-1-1 0,1 0 0,-1 1 0,0-1 0,1 0 0,-1 1 0,0-1 0,1 0 0,-1 0 0,0 1 0,0-1 0,0 0 0,-20 1-1365,11-1-5461</inkml:trace>
</inkml:ink>
</file>

<file path=ppt/ink/ink3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5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170 13 24575,'-4'-2'0,"-3"-1"0,-2 1 0,-2 0 0,-1 0 0,-1 1 0,1 1 0,0 0 0,0 0 0,0 0 0,0 0 0,0 0 0,1 0 0,-1 0 0,3 2 0,0 1 0</inkml:trace>
</inkml:ink>
</file>

<file path=ppt/ink/ink3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5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208 13 24575,'-14'-2'0,"-6"-1"0,-2 1 0,1 0 0,1 0 0,4 1 0,1 1 0,0 0 0,0 0 0,1 0 0,1 0 0,0 0 0,3 0-8191</inkml:trace>
</inkml:ink>
</file>

<file path=ppt/ink/ink3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5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66 24575,'2'-2'0,"0"0"0,0 1 0,0-1 0,0 0 0,1 1 0,-1-1 0,1 1 0,-1 0 0,4-1 0,-5 1 0,0 1 0,0 0 0,0 0 0,0 0 0,0-1 0,0 1 0,0 0 0,0 0 0,0 1 0,0-1 0,0 0 0,0 0 0,0 0 0,0 1 0,0-1 0,0 0 0,0 1 0,0-1 0,0 1 0,0 0 0,0-1 0,0 1 0,0-1 0,-1 1 0,1 0 0,1 1 0,4 7 0,0 1 0,-1 0 0,0 0 0,0 0 0,-1 0 0,0 1 0,3 17 0,10 26 0,-17-53 0,0-1 0,1 1 0,-1 0 0,0-1 0,1 1 0,-1 0 0,0-1 0,1 1 0,-1-1 0,1 1 0,-1 0 0,1-1 0,-1 1 0,1-1 0,-1 0 0,1 1 0,0-1 0,-1 1 0,1-1 0,0 0 0,-1 1 0,1-1 0,0 0 0,-1 0 0,1 0 0,0 0 0,0 0 0,-1 1 0,1-1 0,0 0 0,-1-1 0,1 1 0,0 0 0,0 0 0,-1 0 0,1 0 0,0 0 0,-1-1 0,1 1 0,0 0 0,-1-1 0,1 1 0,0 0 0,0-2 0,2 0 0,0 0 0,0 0 0,0 0 0,-1-1 0,1 0 0,-1 1 0,5-7 0,-4 3 0,0 0 0,0 0 0,0-1 0,-1 0 0,0 1 0,2-13 0,-4 18 0,0 0 0,1 0 0,-1 1 0,0-1 0,0 0 0,1 0 0,-1 0 0,0 0 0,1 0 0,-1 1 0,1-1 0,0-1 0,0 2 0,-1 0 0,0 0 0,0-1 0,1 1 0,-1 0 0,0 0 0,0 0 0,0 0 0,1 0 0,-1 0 0,0 0 0,0 0 0,1 0 0,-1 0 0,0 0 0,0 0 0,1 0 0,-1 0 0,0 0 0,0 0 0,1 0 0,-1 0 0,0 0 0,0 0 0,1 1 0,-1-1 0,0 0 0,0 0 0,1 0 0,1 2 0,0 1 0,0-1 0,1 1 0,-1-1 0,2 5 0,0-2 0,-1 0 0,0-1 0,0 0 0,1 0 0,0-1 0,-1 1 0,1-1 0,1 0 0,-1 0 0,0 0 0,9 4 0,-10-6 0,-1 0 0,1 0 0,-1-1 0,1 1 0,0-1 0,-1 1 0,1-1 0,0 0 0,-1 0 0,1 0 0,0 0 0,-1 0 0,1-1 0,0 1 0,-1-1 0,1 0 0,-1 0 0,1 0 0,-1 0 0,0 0 0,1-1 0,-1 1 0,3-2 0,-4 1 0,1 0 0,0 0 0,-1 1 0,1-1 0,-1 0 0,1 0 0,-1-1 0,0 1 0,0 0 0,0 0 0,0 0 0,0-1 0,-1 1 0,1-1 0,-1 1 0,1 0 0,-1-1 0,0 1 0,0-1 0,0 1 0,0-1 0,-1 1 0,0-5 0,-1-1 0,0 1 0,0-1 0,-1 0 0,0 1 0,-1 0 0,-3-7 0,2 6-195,0 0 0,-1 1 0,0 0 0,0 0 0,0 1 0,-14-11 0,12 11-6631</inkml:trace>
</inkml:ink>
</file>

<file path=ppt/ink/ink3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5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198 40 24575,'-24'-9'0,"4"2"0,1 0 0,-1 2 0,-1 0 0,-23-2 0,41 7 0,0 0 0,0 0 0,-1 1 0,1-1 0,0 1 0,0-1 0,0 1 0,0 0 0,0 0 0,-3 2 0,5-3 0,0 1 0,0-1 0,1 1 0,-1-1 0,0 1 0,1-1 0,-1 1 0,0-1 0,1 1 0,-1 0 0,1-1 0,-1 1 0,1 0 0,-1 0 0,1-1 0,-1 1 0,1 0 0,0 0 0,0 0 0,-1 0 0,1-1 0,0 1 0,0 0 0,0 0 0,0 0 0,0 0 0,0 0 0,0-1 0,0 1 0,0 0 0,0 0 0,1 0 0,-1 0 0,0 0 0,1-1 0,-1 1 0,0 0 0,1 0 0,-1-1 0,1 1 0,0 0 0,20 28 0,-16-23 0,0 0 0,0 0 0,-1 1 0,5 9 0,-4-4 0,0 1 0,-1-1 0,3 23 0,3 41 0,3 17 0,-10-75 0,-2-12 0,0 1 0,1-1 0,-1 1 0,4 7 0,-4-13 0,0 1 0,0-1 0,0 1 0,0-1 0,0 1 0,0-1 0,0 0 0,0 1 0,1-1 0,-1 0 0,0 0 0,1 0 0,-1 0 0,1 0 0,-1 0 0,1 0 0,0-1 0,-1 1 0,1 0 0,2 0 0,9 0 0,0 0 0,-1 0 0,23-2 0,-5 0 0,-28 1-52,-1 0-1,0 0 1,1 0-1,-1 0 1,0 0-1,1 0 1,-1 0-1,1-1 1,-1 1-1,0 0 1,1-1-1,-1 1 1,0-1-1,0 1 1,1-1-1,-1 0 1,0 1-1,0-1 1,0 0-1,0 0 1,0 0-1,0 0 0,0 0 1,0 0-1,1-1 1,0-5-6774</inkml:trace>
</inkml:ink>
</file>

<file path=ppt/ink/ink3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5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100 19 24575,'2'-2'0,"1"0"0,0-1 0,1 2 0,-1-1 0,0 0 0,1 1 0,-1-1 0,1 1 0,-1 0 0,7-1 0,-7 2 0,-1 0 0,0 0 0,1 0 0,-1 1 0,0-1 0,1 1 0,-1-1 0,0 1 0,0 0 0,1 0 0,-1 0 0,0 0 0,0 0 0,0 0 0,0 1 0,0-1 0,3 4 0,2 3 0,0 0 0,0 0 0,0 1 0,-1-1 0,0 2 0,-1-1 0,0 1 0,6 15 0,-11-24 0,1 0 0,-1 0 0,0 0 0,1 1 0,-1-1 0,0 0 0,0 0 0,0 0 0,0 0 0,0 1 0,0-1 0,0 0 0,0 0 0,0 0 0,-1 0 0,1 0 0,0 1 0,-1-1 0,1 0 0,-1 0 0,-1 2 0,1-2 0,0 0 0,0 0 0,-1 0 0,1-1 0,0 1 0,-1 0 0,1-1 0,-1 1 0,1 0 0,-1-1 0,1 0 0,-1 1 0,1-1 0,-1 0 0,1 0 0,-3 0 0,-7 0 0,0-1 0,0 0 0,0 0 0,0-1 0,0-1 0,-19-6 0,7 0 0,1-1 0,-22-13 0,40 21 0,1 0 0,0-1 0,0 1 0,-1 0 0,2-1 0,-1 0 0,-3-2 0,6 4 0,-1 0 0,1 1 0,0-1 0,-1 1 0,1-1 0,0 0 0,0 1 0,-1-1 0,1 0 0,0 1 0,0-1 0,0 0 0,0 0 0,0 1 0,0-1 0,0 0 0,0 1 0,0-2 0,0 1 0,1 0 0,-1 0 0,1 0 0,-1 1 0,1-1 0,-1 0 0,1 0 0,0 0 0,0 1 0,-1-1 0,1 0 0,0 1 0,0-1 0,0 0 0,-1 1 0,3-1 0,1-1 12,0 0 0,0 0 0,1 1 0,-1 0 0,1 0 0,-1 0 0,1 0 0,-1 1 0,7 0 0,0 0-507,0 1 0,19 3 0,-17-1-6331</inkml:trace>
</inkml:ink>
</file>

<file path=ppt/ink/ink3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5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47 24575,'9'-6'0,"0"0"0,1 0 0,-1 1 0,1 0 0,0 1 0,0 0 0,11-3 0,-15 6 0,-1 0 0,1 0 0,0 1 0,0 0 0,0 0 0,-1 0 0,1 0 0,0 1 0,0 0 0,-1 1 0,1-1 0,0 1 0,-1 0 0,9 5 0,-4-3 0,4 4 0,23 14 0,-34-20 0,0 0 0,0 1 0,0-1 0,-1 1 0,1-1 0,-1 1 0,0 0 0,0 0 0,0 0 0,0 0 0,0 0 0,0 0 0,1 5 0,-3-6 0,1 0 0,-1-1 0,0 1 0,0-1 0,1 1 0,-1 0 0,0-1 0,-1 1 0,1 0 0,0-1 0,0 1 0,-1-1 0,1 1 0,-1-1 0,1 1 0,-2 1 0,0 0 0,0 0 0,0 0 0,-1 0 0,-5 5 0,6-6 0,-1 0 0,1 0 0,0 1 0,0-1 0,1 0 0,-1 1 0,0-1 0,1 1 0,-1-1 0,1 1 0,-1 3 0,1-4 0,1 0 0,0 0 0,0 1 0,0-1 0,0 0 0,0 0 0,1 0 0,-1 0 0,0 1 0,1-1 0,0 0 0,-1 0 0,2 2 0,17 27 0,-8-13 0,-1 0 0,9 25 0,-16-36 0,0 1 0,-1 0 0,0-1 0,-1 1 0,0 0 0,1 12 0,-2-18 4,0 0 0,0-1 0,-1 1 0,1 0 0,0 0 0,-1 0 0,1-1 0,-1 1 0,0 0 0,0-1 0,1 1 0,-1 0 0,0-1 0,0 1 0,-1-1 0,1 0 0,0 1 0,0-1 0,-1 0 0,1 0 0,-1 1 0,1-1 0,-1 0 0,1-1 0,-1 1 0,0 0 0,1 0 0,-1-1 0,-2 2 0,-4-1-252,0 1 1,0-1-1,0 0 1,1-1-1,-13 0 1,10 0-6579</inkml:trace>
</inkml:ink>
</file>

<file path=ppt/ink/ink3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5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49 154 24575,'-5'-6'0,"-1"0"0,1 0 0,0-1 0,0 0 0,1 0 0,0 0 0,-5-10 0,8 14 0,0 0 0,0 1 0,0-1 0,1 1 0,-1-1 0,1 0 0,-1 0 0,1 1 0,0-1 0,0 0 0,0 0 0,1 1 0,-1-1 0,1 0 0,-1 0 0,1 1 0,0-1 0,0 1 0,0-1 0,0 1 0,1-1 0,-1 1 0,1-1 0,-1 1 0,4-4 0,-2 4 0,0 0 0,-1 0 0,1 1 0,0-1 0,0 0 0,0 1 0,1 0 0,-1 0 0,0 0 0,0 0 0,1 0 0,-1 1 0,0-1 0,5 1 0,7 0 0,28 2 0,-34-1 0,8 2 0,1 1 0,-1 0 0,0 1 0,0 1 0,-1 1 0,1 0 0,17 12 0,-21-12 0,1 2 0,-1 0 0,-1 0 0,15 15 0,-22-19 0,0 1 0,0-1 0,0 1 0,-1 1 0,0-1 0,0 1 0,-1-1 0,0 1 0,0 0 0,4 15 0,-3-5 0,-1-9 0,-1 0 0,-1 0 0,0 0 0,1 12 0,-2-18 0,0 1 0,0-1 0,-1 1 0,1-1 0,-1 0 0,1 1 0,-1-1 0,0 0 0,0 0 0,0 0 0,0 1 0,0-1 0,-1 0 0,1-1 0,-1 1 0,1 0 0,-1 0 0,0 0 0,-3 2 0,0-1 0,-1 1 0,0-1 0,0 0 0,0-1 0,0 1 0,0-1 0,-1-1 0,1 1 0,-1-1 0,1 0 0,-12 0 0,-4-1 0,0 0 0,-25-5 0,24 2 0,0-1 0,1-2 0,-1 0 0,1-1 0,0-1 0,-28-14 0,46 19 0,0 1 0,0-1 0,0 1 0,1-1 0,-1 0 0,1-1 0,0 1 0,-5-7 0,7 9 0,0-1 0,0 1 0,1-1 0,-1 1 0,0-1 0,1 0 0,-1 1 0,1-1 0,-1 0 0,1 0 0,0 1 0,0-1 0,-1 0 0,1 0 0,1 0 0,-1 1 0,0-1 0,0 0 0,1 0 0,-1 1 0,1-1 0,-1 0 0,1 1 0,1-4 0,4-4-1365,-1 2-5461</inkml:trace>
</inkml:ink>
</file>

<file path=ppt/ink/ink3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5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204 26 24575,'3'-3'0,"1"0"0,0 0 0,0 1 0,0 0 0,0 0 0,0 0 0,1 0 0,-1 1 0,1-1 0,-1 1 0,1 0 0,-1 1 0,1-1 0,0 1 0,-1 0 0,1 0 0,0 0 0,-1 1 0,1-1 0,-1 1 0,1 0 0,-1 1 0,5 1 0,8 3 0,-1 0 0,-1 1 0,1 1 0,-1 0 0,0 1 0,-1 1 0,0 0 0,-1 1 0,22 22 0,-33-30 0,1 0 0,-1 0 0,0 1 0,0-1 0,0 0 0,0 1 0,-1 0 0,1-1 0,-1 1 0,0 0 0,0 0 0,0-1 0,0 1 0,-1 0 0,0 0 0,0 0 0,0 0 0,0 0 0,0 0 0,-1 0 0,0 0 0,0 0 0,0-1 0,0 1 0,-1 0 0,1-1 0,-1 1 0,0-1 0,0 1 0,0-1 0,0 0 0,-1 0 0,0 0 0,1 0 0,-1 0 0,0-1 0,0 1 0,-6 3 0,0-2 0,0 0 0,-1 0 0,1-1 0,-1 0 0,0 0 0,0-1 0,0 0 0,0-1 0,0-1 0,-10 1 0,-1-2 0,1-1 0,0 0 0,0-1 0,-20-7 0,17 3 0,1-1 0,0 0 0,-27-16 0,38 18 0,-1-1 0,1-1 0,0 0 0,0 0 0,1-1 0,1-1 0,-11-12 0,19 21 10,-1-1 0,1 0 0,0 0 0,-1 0 0,1 0 0,0 0 0,0 0 0,1 0 0,-1-1 0,0 1 0,0-5 0,1 6-97,0-1-1,0 0 1,1 0 0,-1 1-1,0-1 1,1 0 0,-1 1-1,1-1 1,0 1-1,-1-1 1,1 1 0,0-1-1,0 1 1,0-1 0,0 1-1,2-2 1,6-7-6739</inkml:trace>
</inkml:ink>
</file>

<file path=ppt/ink/ink3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5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223 60 24575,'-1'-3'0,"-1"0"0,0 0 0,0 1 0,-1-1 0,1 1 0,-1 0 0,1-1 0,-1 1 0,1 0 0,-1 0 0,0 1 0,0-1 0,0 1 0,-3-2 0,-3 0 0,0 0 0,0 0 0,-16-2 0,-1 1 0,15 1 0,0 1 0,-13 0 0,21 1 0,0 1 0,0 1 0,0-1 0,0 0 0,0 1 0,0-1 0,0 1 0,0 0 0,0 0 0,1 0 0,-1 1 0,-4 1 0,6-2 0,-1 1 0,1-1 0,0 0 0,-1 1 0,1-1 0,0 1 0,0-1 0,0 1 0,0-1 0,0 1 0,1 0 0,-1 0 0,0-1 0,1 1 0,-1 0 0,1 0 0,0 0 0,0 0 0,-1-1 0,1 1 0,0 0 0,1 0 0,-1 3 0,2 4 0,0 1 0,0-1 0,5 12 0,-5-16 0,40 109 0,-35-95 0,-3-9 0,0 0 0,-1 0 0,0 1 0,-1-1 0,0 1 0,0 12 0,-2-3 0,0-6 0,0 0 0,1 0 0,5 21 0,-1-12 0,-1 1 0,0-1 0,-1 30 0,-3-43 0,-1 1 0,-4 16 0,3-20 0,1 0 0,0 0 0,0 1 0,0-1 0,1 0 0,0 1 0,2 9 0,7 18 0,-5-20 0,3 19 0,-6-29 0,-1 0 0,1 0 0,-1 0 0,-1 0 0,1 0 0,-1 0 0,-2 9 0,2-9 0,-1 1 0,1-1 0,0 0 0,0 1 0,1-1 0,0 0 0,0 1 0,0-1 0,0 0 0,1 1 0,0-1 0,0 0 0,1 1 0,2 7 0,1 2 0,0 0 0,-1 0 0,2 25 0,3 12 0,-5-33 0,-2 0 0,0 0 0,-1 0 0,-1 0 0,-2 24 0,-4-12 0,4-22 0,0-1 0,0 14 0,1-12 0,-4 20 0,3-20 0,-1 20 0,1-13 0,-3 19 0,3-26 0,1 0 0,0 0 0,0 0 0,1 1 0,0-1 0,2 15 0,13 33 0,-8-32 0,4 29 0,-7-30 0,0-4 0,0 37 0,-3-29 0,2 1 0,9 39 0,-6-35 0,-4-22 0,2 9 0,-1 0 0,1 29 0,-5 250 0,2-288 0,0-1 0,3 14 0,-2-12 0,2 19 0,-5 30 0,2 26 0,10-18 0,-5-24 0,-3-30 0,0 26 0,-3 223 0,0-256 0,1 0 0,4 15 0,-3-15 0,-1 1 0,2 10 0,-3-19 0,0 20 0,6 38 0,6 45 0,-7-65 0,2 8 0,-1-14 0,-1 0 0,-2 0 0,-1 48 0,-3-29 0,2 69 0,10-51 0,-5-24 0,-3-30 0,0 26 0,-3-39 0,1 24 0,-2 0 0,-6 43 0,-3-1 0,10-69 0,0 1 0,0-1 0,0 1 0,0-1 0,0 1 0,0 0 0,-1-1 0,1 1 0,0-1 0,0 1 0,1-1 0,-1 1 0,0-1 0,0 1 0,0-1 0,0 1 0,0-1 0,1 1 0,-1-1 0,0 1 0,0-1 0,1 1 0,-1-1 0,0 1 0,1-1 0,-1 0 0,0 1 0,1-1 0,-1 0 0,1 1 0,1 0 0,-1-1 0,1 0 0,0 0 0,-1 0 0,1 0 0,-1 0 0,1 0 0,2-1 0,1 0 0,1 1-170,0-1-1,0 0 0,0 1 1,0 0-1,0 1 0,0-1 1,6 3-1,-4-1-6655</inkml:trace>
</inkml:ink>
</file>

<file path=ppt/ink/ink3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5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92 24575,'4'-4'0,"9"-10"0,2 1 0,-1 0 0,23-15 0,-33 26 0,0-1 0,1 1 0,-1 0 0,0 0 0,1 0 0,-1 0 0,1 1 0,0 0 0,-1 0 0,1 0 0,0 1 0,0-1 0,0 1 0,0 0 0,-1 0 0,1 1 0,0 0 0,0 0 0,4 1 0,5 3-1365,-3 0-5461</inkml:trace>
</inkml:ink>
</file>

<file path=ppt/ink/ink3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5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56 24575,'-1'8'0,"1"1"0,1 0 0,0-1 0,0 1 0,0-1 0,1 1 0,4 11 0,-2-11 0,-1-1 0,9 13 0,-10-18 0,-1-1 0,1 1 0,0-1 0,0 0 0,0 0 0,0 0 0,0 0 0,0 0 0,1-1 0,-1 1 0,0-1 0,5 3 0,-6-4 0,0 0 0,0 1 0,0-1 0,0 0 0,0 0 0,0 0 0,-1 0 0,1 0 0,0 0 0,0 0 0,0 0 0,0 0 0,0 0 0,0 0 0,0 0 0,-1-1 0,1 1 0,0 0 0,0-1 0,0 1 0,0-1 0,-1 1 0,1-1 0,0 1 0,-1-1 0,1 0 0,0 1 0,-1-1 0,1 0 0,0 1 0,-1-1 0,1 0 0,-1 0 0,0 1 0,1-1 0,-1 0 0,0 0 0,1 0 0,-1 0 0,0 0 0,0 1 0,0-2 0,2-5 0,-1 0 0,-1 0 0,1 0 0,-1-8 0,-1 12 0,1 1 0,0 1 0,0 0 0,0 0 0,0 0 0,0-1 0,0 1 0,1 0 0,-1 0 0,0 0 0,0 0 0,1-1 0,-1 1 0,1 0 0,0-1 0,0 2 0,-1-1 0,1 1 0,0 0 0,-1 0 0,1-1 0,0 1 0,-1 0 0,1 0 0,0 0 0,-1 0 0,1 0 0,0 0 0,-1 0 0,1 0 0,0 1 0,-1-1 0,1 0 0,-1 0 0,1 0 0,0 1 0,-1-1 0,1 0 0,-1 1 0,1-1 0,0 0 0,-1 1 0,1 0 0,10 5 0,3 3 0,1-1 0,30 12 0,-41-18 0,0-1 0,0 0 0,0 0 0,0 0 0,0-1 0,1 1 0,-1-1 0,0 0 0,0 0 0,0 0 0,1-1 0,-1 1 0,0-1 0,0 0 0,0-1 0,8-2 0,-9 2 0,1-1 0,-1 1 0,0 0 0,0-1 0,0 0 0,-1 0 0,1 0 0,-1 0 0,1 0 0,-1-1 0,0 1 0,0 0 0,-1-1 0,1 0 0,-1 1 0,1-1 0,-1 0 0,0 0 0,-1 0 0,1-4 0,0 4 0,-1 1 0,0 0 0,0-1 0,0 1 0,0-1 0,-1 1 0,0 0 0,1-1 0,-1 1 0,0 0 0,0 0 0,-1 0 0,1 0 0,-1 0 0,1 0 0,-1 0 0,0 0 0,0 0 0,-1 1 0,1-1 0,0 1 0,-1 0 0,-4-4 0,-15-5-1365,12 7-5461</inkml:trace>
</inkml:ink>
</file>

<file path=ppt/ink/ink3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5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88 16 24575,'-2'-2'0,"-1"0"0,1 1 0,0-1 0,-1 1 0,1 0 0,-1-1 0,1 1 0,-1 0 0,0 1 0,1-1 0,-1 0 0,0 1 0,0 0 0,1-1 0,-1 1 0,0 0 0,0 1 0,0-1 0,1 0 0,-1 1 0,0-1 0,1 1 0,-1 0 0,0 0 0,1 0 0,-1 0 0,1 1 0,-1-1 0,-2 3 0,4-3 0,0 0 0,1 0 0,-1 0 0,1-1 0,-1 1 0,1 0 0,-1 0 0,1 0 0,-1 0 0,1 0 0,0 1 0,0-1 0,-1 0 0,1 0 0,0 0 0,0 0 0,0 0 0,0 0 0,0 0 0,0 0 0,1 2 0,7 24 0,-5-19 0,8 28 0,-2 1 0,-1 0 0,-2 0 0,1 53 0,-7-72 0,0-7 0,1 0 0,-1 0 0,2 0 0,3 18 0,-4-27 0,-1 0 0,1 1 0,0-1 0,0 0 0,0 0 0,1 1 0,-1-1 0,0 0 0,1 0 0,-1 0 0,1-1 0,0 1 0,0 0 0,-1-1 0,1 1 0,0-1 0,1 1 0,-1-1 0,0 0 0,0 0 0,0 0 0,1 0 0,-1 0 0,0-1 0,1 1 0,2 0 0,1-1 20,1 1 0,-1-1 0,0 0 0,1 0 0,6-2 0,-10 1-144,1 0 0,-1 1 1,0-1-1,0-1 0,0 1 0,1 0 1,-1-1-1,-1 0 0,1 0 0,0 0 1,3-2-1</inkml:trace>
</inkml:ink>
</file>

<file path=ppt/ink/ink3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5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 1 24575,'-4'6'0,"1"3"0,1 3 0,2 3 0,4 1 0,3 2 0,0 0 0,1-2 0,1 1 0,3-1 0,-1-1 0,0-1 0,-1-1 0,-2 0 0,-1-4-8191</inkml:trace>
</inkml:ink>
</file>

<file path=ppt/ink/ink3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5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24575,'207'21'0,"-161"-18"0,-45-2 0,-1-1 0,0 0 0,1 0 0,-1 0 0,0 0 0,0 1 0,1-1 0,-1 0 0,0 0 0,1 1 0,-1-1 0,0 0 0,0 1 0,0-1 0,1 0 0,-1 0 0,0 1 0,0-1 0,0 0 0,0 1 0,1-1 0,-1 0 0,0 1 0,0-1 0,0 1 0,1 12 0,-1-7 0,4 19 0,2-1 0,0 0 0,14 33 0,3 10 0,5 44 0,-25-98 0,-3-10 0,1 0 0,0 0 0,-1 0 0,1 0 0,-1 0 0,0 6 0,-1-8 0,1 0 0,0 0 0,-1 1 0,1-1 0,-1 0 0,0 0 0,1 0 0,-1 0 0,0 0 0,1 0 0,-1 0 0,0 0 0,0 0 0,0 0 0,0 0 0,0-1 0,0 1 0,0 0 0,0 0 0,-2 0 0,-2 1 0,1-1 0,0 1 0,-1-1 0,1 0 0,0 0 0,-1 0 0,-5 0 0,-34-1 0,24-1 0,-40 0-1365,44 1-5461</inkml:trace>
</inkml:ink>
</file>

<file path=ppt/ink/ink3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5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30 24575,'37'63'0,"-27"-46"0,2-2 0,22 26 0,-33-40 0,0 0 0,0 1 0,0-1 0,1 0 0,-1 0 0,0 0 0,1 0 0,-1-1 0,0 1 0,1 0 0,-1 0 0,1-1 0,-1 1 0,1-1 0,-1 0 0,1 1 0,0-1 0,-1 0 0,1 0 0,0 0 0,-1 0 0,1 0 0,-1 0 0,1 0 0,0-1 0,-1 1 0,1-1 0,-1 1 0,1-1 0,-1 1 0,1-1 0,-1 0 0,2-1 0,0 0 0,-1 0 0,1-1 0,-1 1 0,0-1 0,0 0 0,0 0 0,0 1 0,0-1 0,-1 0 0,1-1 0,-1 1 0,0 0 0,0 0 0,1-7 0,-1 4 0,-1 3 0,1-1 0,0 1 0,-1-1 0,2 1 0,1-5 0,-3 7 0,0 1 0,0-1 0,1 1 0,-1-1 0,0 1 0,1-1 0,-1 1 0,1 0 0,-1-1 0,0 1 0,1 0 0,-1-1 0,1 1 0,-1 0 0,1-1 0,-1 1 0,1 0 0,-1 0 0,1 0 0,-1 0 0,1-1 0,-1 1 0,1 0 0,-1 0 0,1 0 0,0 0 0,-1 0 0,1 0 0,-1 0 0,1 1 0,-1-1 0,1 0 0,-1 0 0,1 0 0,-1 0 0,1 1 0,-1-1 0,1 0 0,-1 1 0,1-1 0,-1 0 0,1 1 0,27 18 0,-15-9 0,1-1 0,20 9 0,-30-16 0,0 0 0,0 0 0,0-1 0,1 0 0,-1 0 0,0 0 0,1-1 0,-1 1 0,1-1 0,-1 0 0,0 0 0,1 0 0,6-2 0,-9 1 0,0 1 0,-1-1 0,1 0 0,-1 0 0,1 0 0,-1 0 0,0 1 0,1-2 0,-1 1 0,0 0 0,0 0 0,1 0 0,-1-1 0,0 1 0,0 0 0,0-1 0,-1 1 0,1-1 0,0 1 0,-1-1 0,1 0 0,0 1 0,-1-1 0,0 0 0,1 1 0,-1-4 0,1-4 0,-1 0 0,0 0 0,-3-15 0,3 19 0,0 1-91,-1 0 0,0 1 0,1-1 0,-1 1 0,-1-1 0,1 1 0,0 0 0,-1-1 0,1 1 0,-1 0 0,0 0 0,0 0 0,-1 0 0,-3-4 0,-2 1-6735</inkml:trace>
</inkml:ink>
</file>

<file path=ppt/ink/ink3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5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217 10 24575,'-32'-4'0,"11"1"0,1 1 0,-1 1 0,1 1 0,-40 5 0,56-4 0,1 0 0,-1 0 0,1 0 0,0 0 0,-1 1 0,1-1 0,0 1 0,-6 4 0,9-5 0,-1-1 0,1 1 0,-1-1 0,1 1 0,-1-1 0,1 1 0,-1 0 0,1-1 0,-1 1 0,1 0 0,0-1 0,-1 1 0,1 0 0,0 0 0,0-1 0,0 1 0,0 0 0,-1 1 0,2-1 0,-1 0 0,0 0 0,0 0 0,1 0 0,-1-1 0,1 1 0,-1 0 0,1 0 0,-1 0 0,1 0 0,-1 0 0,1-1 0,0 1 0,-1 0 0,1-1 0,0 1 0,0 0 0,1 0 0,21 14 0,-16-11 0,-1 0 0,0 0 0,7 7 0,-11-9 0,0 0 0,0 1 0,0-1 0,0 1 0,0 0 0,-1-1 0,1 1 0,-1 0 0,0 0 0,0 0 0,1 4 0,3 18 0,0 0 0,-2 0 0,-1 40 0,-1-59 0,-1 0 0,1 0 0,0 0 0,0 0 0,1 0 0,0 0 0,0 0 0,0-1 0,7 11 0,-5-9 0,0-1 0,1 1 0,-1-1 0,1 0 0,1-1 0,-1 1 0,10 6 0,-12-10 0,1 0 0,0 0 0,0 0 0,0 0 0,0-1 0,0 0 0,0 0 0,1 0 0,-1 0 0,7 0 0,0-1 0,1 0 0,19-2 0,-22 0-1365,-2-1-5461</inkml:trace>
</inkml:ink>
</file>

<file path=ppt/ink/ink3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5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37 24575,'3'-3'0,"2"-1"0,-1 1 0,0 0 0,1 0 0,0 0 0,-1 1 0,1-1 0,0 1 0,0 0 0,0 1 0,10-3 0,-5 3 0,1-1 0,0 2 0,-1-1 0,22 3 0,-30-1 0,-1-1 0,0 0 0,0 0 0,1 0 0,-1 0 0,0 1 0,0-1 0,1 1 0,-1-1 0,0 1 0,0-1 0,0 1 0,0 0 0,0-1 0,0 1 0,0 0 0,0 0 0,0 0 0,0 0 0,0 0 0,0 0 0,-1 0 0,2 2 0,-2-2 0,1 1 0,-1-1 0,0 1 0,0 0 0,0 0 0,0-1 0,0 1 0,0 0 0,0-1 0,0 1 0,-1 0 0,1-1 0,-1 1 0,1 0 0,-1-1 0,0 1 0,-1 1 0,-21 36 0,14-26 0,-13 27 0,21-37 0,0 0 0,-1 0 0,1 0 0,0 0 0,0 1 0,0 5 0,1-8 0,0 0 0,0 1 0,1-1 0,-1 0 0,0 0 0,0 0 0,1 0 0,-1 0 0,1 0 0,-1 0 0,1 0 0,0 0 0,-1 0 0,1 0 0,0 0 0,0 0 0,0 0 0,-1 0 0,1 0 0,0-1 0,0 1 0,2 1 0,3 1 10,-1-1 0,1 1 0,0-1 0,0 0 0,0 0 0,0 0 0,0-1 0,1 0 0,-1 0 0,0-1 0,9 0 0,-8 0-159,0-1 1,0 0-1,0 0 1,0 0-1,0-1 1,0 0-1,-1-1 1,1 1-1,11-8 1,-10 5-6678</inkml:trace>
</inkml:ink>
</file>

<file path=ppt/ink/ink3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5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12 24575,'169'-11'0,"-167"11"0,0-1 0,-1 1 0,1 0 0,0 0 0,-1 0 0,1 0 0,0 1 0,2 0 0,-4-1 0,0 0 0,0 0 0,1 1 0,-1-1 0,0 0 0,0 0 0,1 1 0,-1-1 0,0 0 0,0 1 0,0-1 0,1 0 0,-1 0 0,0 1 0,0-1 0,0 1 0,0-1 0,0 0 0,0 1 0,0-1 0,0 0 0,0 1 0,0-1 0,0 0 0,0 1 0,0-1 0,0 0 0,0 1 0,0-1 0,0 0 0,0 1 0,-1-1 0,1 0 0,0 1 0,0-1 0,-1 1 0,-1 6 0,0-1 0,0 1 0,0 0 0,1 1 0,0-1 0,0 0 0,1 0 0,0 0 0,1 10 0,1-4 0,0 0 0,1-1 0,1 1 0,6 15 0,58 124 0,-67-149 0,0 1 0,1-1 0,-2 1 0,1-1 0,0 1 0,-1 0 0,1 4 0,-1-7 0,0 0 0,0 0 0,0 0 0,-1 0 0,1 0 0,0 0 0,0 0 0,-1 0 0,1 0 0,-1 0 0,1 0 0,-1-1 0,1 1 0,-1 0 0,1 0 0,-1 0 0,0-1 0,1 1 0,-1 0 0,0-1 0,0 1 0,0 0 0,0-1 0,1 1 0,-1-1 0,0 1 0,0-1 0,0 0 0,0 1 0,-2-1 0,-13 3 66,-20 2 1,-9 1-1565,33-3-5328</inkml:trace>
</inkml:ink>
</file>

<file path=ppt/ink/ink3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5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24575,'1'12'0,"-1"1"0,1-1 0,1 1 0,0-1 0,6 17 0,-6-22 0,1 0 0,0 0 0,0 0 0,1-1 0,0 0 0,0 1 0,0-1 0,1-1 0,0 1 0,0-1 0,8 7 0,-6-7 0,0 0 0,0-1 0,1 0 0,-1 0 0,16 5 0,-19-8 0,-1 0 0,1 1 0,0-2 0,0 1 0,0 0 0,0-1 0,0 0 0,0 0 0,0 0 0,0 0 0,0-1 0,0 1 0,0-1 0,6-2 0,-9 2 0,1 0 0,-1 0 0,0 0 0,0-1 0,1 1 0,-1 0 0,0 0 0,0-1 0,0 1 0,0-1 0,0 1 0,-1-1 0,1 1 0,0-1 0,-1 1 0,1-1 0,-1 0 0,0 1 0,1-1 0,-1 0 0,0 1 0,0-4 0,0-3 0,0 1 0,-1-1 0,-1-12 0,-4-5 0,-11-29 0,6 22 0,15 38 0,-1 0 0,1-1 0,1 1 0,8 8 0,2 4 0,-1-1 0,0-1 0,21 18 0,-28-28 0,0 0 0,0-1 0,1 0 0,0 0 0,0-1 0,0 0 0,0 0 0,10 2 0,-17-5 0,1-1 0,-1 1 0,0-1 0,1 0 0,-1 0 0,1 1 0,-1-1 0,0 0 0,1 0 0,-1-1 0,1 1 0,-1 0 0,1 0 0,-1-1 0,0 1 0,1-1 0,-1 1 0,0-1 0,0 1 0,1-1 0,1-1 0,-2 1 0,0-1 0,1 0 0,-1 1 0,0-1 0,0 0 0,0 1 0,0-1 0,0 0 0,-1 0 0,1 0 0,0 0 0,-1 0 0,1-2 0,0-5 0,-1 1 0,0 0 0,0-1 0,0 1 0,-1 0 0,-2-10 0,1 11-341,0 1 0,0-1-1,-4-5 1,3 4-6485</inkml:trace>
</inkml:ink>
</file>

<file path=ppt/ink/ink3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5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97 17 24575,'-4'-1'0,"-6"-4"0,-18-3 0,25 7 0,0 0 0,1 1 0,-1 0 0,1-1 0,-1 1 0,1 0 0,-1 0 0,0 0 0,1 1 0,-1-1 0,1 1 0,-6 1 0,7-1 0,0 0 0,0-1 0,0 1 0,0 0 0,0 0 0,0 0 0,0 0 0,0 1 0,0-1 0,1 0 0,-1 0 0,0 0 0,1 1 0,-1-1 0,1 0 0,-1 1 0,1-1 0,0 0 0,-1 1 0,1-1 0,0 3 0,0 4 0,0 1 0,1 12 0,0-10 0,1 9 0,1-1 0,2 0 0,-1 0 0,14 32 0,-9-27 0,26 62 0,-35-85 0,1 1 0,1 0 0,-1-1 0,0 1 0,0 0 0,0-1 0,1 0 0,-1 1 0,1-1 0,-1 0 0,1 0 0,0 0 0,-1 0 0,1 0 0,0 0 0,0 0 0,0 0 0,-1-1 0,1 1 0,0-1 0,0 0 0,0 1 0,0-1 0,0 0 0,0 0 0,0 0 0,2-1 0,7 0 0,-1 0 0,1-2 0,18-5 0,-14 3 0,-11 4-170,0 0-1,0-1 0,0 1 1,0-1-1,0 0 0,0 0 1,5-4-1</inkml:trace>
</inkml:ink>
</file>

<file path=ppt/ink/ink3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5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41 1 24575,'9'0'0,"1"0"0,-1 1 0,0 0 0,1 1 0,-1 0 0,11 4 0,-13-4 0,-1 1 0,-1 0 0,1 0 0,0 1 0,-1-1 0,0 1 0,0 1 0,0-1 0,8 9 0,-6-4 0,0 0 0,0 0 0,10 19 0,-17-27 0,1 0 0,-1-1 0,0 1 0,1-1 0,-1 1 0,0 0 0,0-1 0,0 1 0,0 0 0,1 0 0,-1-1 0,0 1 0,0 0 0,0-1 0,0 1 0,-1 0 0,1-1 0,0 1 0,0 0 0,0-1 0,0 1 0,-1 0 0,1-1 0,0 1 0,-1 1 0,0-1 0,0-1 0,0 1 0,0 0 0,-1 0 0,1-1 0,0 1 0,0-1 0,0 1 0,0-1 0,-1 1 0,1-1 0,0 0 0,-2 1 0,-3 0 0,0-1 0,0 0 0,-1 0 0,-9-1 0,3-1 0,0-1 0,1 0 0,-1 0 0,1-1 0,0-1 0,0 0 0,0-1 0,-17-11 0,26 15 0,0 0 0,1 0 0,-1-1 0,1 1 0,0-1 0,0 0 0,0 1 0,0-1 0,0 0 0,0 0 0,1 0 0,0-1 0,-2-3 0,3 5 0,0 1 0,-1-1 0,1 1 0,0-1 0,0 1 0,0-1 0,0 0 0,1 1 0,-1-1 0,0 1 0,1-1 0,-1 1 0,1-1 0,-1 1 0,1-1 0,0 1 0,0 0 0,-1-1 0,1 1 0,0 0 0,0 0 0,0-1 0,1 1 0,-1 0 0,0 0 0,0 0 0,1 0 0,-1 1 0,0-1 0,3-1 0,5-2-1365,-1 2-5461</inkml:trace>
</inkml:ink>
</file>

<file path=ppt/ink/ink3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5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 24575,'26'-2'0,"51"2"0,-67 1 0,0 0 0,0 1 0,0 0 0,0 1 0,0 0 0,0 0 0,17 9 0,-25-11 0,-1 0 0,0-1 0,0 1 0,0 0 0,0-1 0,0 1 0,0 0 0,0 0 0,0 0 0,0 0 0,0 0 0,-1 0 0,1 0 0,0 1 0,-1-1 0,1 0 0,0 0 0,-1 0 0,0 1 0,1-1 0,-1 0 0,0 1 0,0-1 0,1 0 0,-1 2 0,-1 2 0,0-1 0,0 0 0,0 1 0,-1-1 0,1 0 0,-3 5 0,2-5 0,0 0 0,0 0 0,1 0 0,0 0 0,0 0 0,0 0 0,-1 7 0,3-3 0,1 1 0,0-1 0,0 0 0,1 0 0,-1 0 0,2 0 0,4 10 0,5 11 0,0 3 0,23 64 0,-36-95 0,1 0 0,-1 0 0,1 1 0,-1-1 0,0 0 0,0 0 0,0 0 0,0 0 0,1 0 0,-2 1 0,1-1 0,0 0 0,0 0 0,0 0 0,0 0 0,-1 0 0,1 1 0,0-1 0,-1 0 0,1 0 0,-2 2 0,1-2 0,0-1 0,-1 1 0,1 0 0,0 0 0,-1 0 0,1-1 0,-1 1 0,1-1 0,-1 1 0,1-1 0,-1 1 0,1-1 0,-1 0 0,1 0 0,-1 0 0,-1 0 0,-33 0 17,20 0-708,-31 3 0,34-1-6135</inkml:trace>
</inkml:ink>
</file>

<file path=ppt/ink/ink3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5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43 24575,'0'13'0,"-1"-3"0,2 1 0,1 17 0,-1-25 0,0 1 0,0 0 0,1 0 0,-1 0 0,1-1 0,0 1 0,0-1 0,0 1 0,0-1 0,4 5 0,-3-5 0,1 1 0,-1-1 0,1 0 0,-1 0 0,1-1 0,0 1 0,0-1 0,0 0 0,0 0 0,1 0 0,6 2 0,-9-4 0,0 1 0,0-1 0,-1 0 0,1 0 0,0 0 0,0 1 0,0-2 0,0 1 0,0 0 0,0 0 0,0-1 0,0 1 0,0-1 0,0 1 0,0-1 0,0 0 0,-1 0 0,1 0 0,0 0 0,-1 0 0,1 0 0,0 0 0,-1-1 0,0 1 0,1-1 0,-1 1 0,0-1 0,0 1 0,2-3 0,0-2 0,0-1 0,-1 1 0,1-1 0,-1 0 0,0 1 0,0-10 0,4-10 0,-6 25 0,0 0 0,1 0 0,-1 0 0,0 0 0,1 0 0,-1 0 0,1-1 0,-1 1 0,1 0 0,0 1 0,-1-1 0,1 0 0,0 0 0,0 0 0,0 0 0,0 0 0,-1 1 0,3-2 0,-2 2 0,0 0 0,0-1 0,0 1 0,0 0 0,0 0 0,0 0 0,0 0 0,0 0 0,0 0 0,0 1 0,1-1 0,-1 0 0,0 0 0,0 1 0,0-1 0,0 1 0,0-1 0,-1 1 0,1-1 0,1 2 0,10 6 0,17 16 0,-19-16 0,0 1 0,0-1 0,13 7 0,-19-13 0,-1 0 0,0-1 0,1 0 0,-1 1 0,1-1 0,-1 0 0,1-1 0,0 1 0,-1-1 0,1 1 0,0-1 0,-1 0 0,1 0 0,0-1 0,5-1 0,-7 2 0,-1 0 0,0-1 0,1 1 0,-1-1 0,0 1 0,0-1 0,1 0 0,-1 0 0,0 0 0,0 1 0,0-1 0,0 0 0,0 0 0,0 0 0,0-1 0,0 1 0,0 0 0,0-2 0,0 1 0,0 0 0,0-1 0,0 1 0,-1-1 0,1 1 0,-1-1 0,0 1 0,0-1 0,0-4 0,0 2 0,-1 0 0,0-1 0,0 1 0,0 0 0,-1-1 0,0 1 0,0 0 0,0 0 0,-4-5 0,2 4-227,0 1-1,-1 0 1,1 0-1,-1 0 1,-9-6-1,6 5-6598</inkml:trace>
</inkml:ink>
</file>

<file path=ppt/ink/ink3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5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101 69 24575,'0'-4'0,"-1"0"0,1-1 0,0 1 0,-1 0 0,0 0 0,0-1 0,-1 1 0,1 0 0,-1 0 0,-2-4 0,4 7 0,-1-1 0,0 1 0,0 0 0,0 0 0,0-1 0,0 1 0,0 0 0,-1 0 0,1 0 0,0 0 0,-1 1 0,1-1 0,0 0 0,-1 0 0,1 1 0,-1-1 0,1 1 0,-1-1 0,1 1 0,-1 0 0,1-1 0,-1 1 0,0 0 0,1 0 0,-1 0 0,1 0 0,-1 1 0,0-1 0,1 0 0,-3 1 0,2 0 0,-1 0 0,0 0 0,0 0 0,1 0 0,-1 1 0,1-1 0,-1 1 0,1 0 0,0-1 0,-1 1 0,1 0 0,-2 3 0,3-4 0,0 1 0,0-1 0,0 1 0,0-1 0,0 1 0,1-1 0,-1 1 0,0 0 0,1-1 0,-1 1 0,1 0 0,0-1 0,0 1 0,0 0 0,0-1 0,0 1 0,0 0 0,0 0 0,0-1 0,0 1 0,2 2 0,64 228 0,-24-73 0,-42-158 0,0-1 0,0 1 0,0 0 0,1 0 0,-1 0 0,0 0 0,1 0 0,-1 0 0,1 0 0,-1-1 0,1 1 0,-1 0 0,1 0 0,-1-1 0,1 1 0,0 0 0,-1-1 0,1 1 0,0-1 0,0 1 0,-1-1 0,1 1 0,0-1 0,0 1 0,0-1 0,0 0 0,0 1 0,-1-1 0,1 0 0,0 0 0,0 0 0,0 0 0,0 0 0,0 0 0,0 0 0,0 0 0,0 0 0,0 0 0,1-1 0,4-1 0,0 0 0,-1-1 0,1 0 0,-1 0 0,7-5 0,5-2 0,-1 3-35,-14 6-86,1 0 0,0 0 0,0 0 1,-1 0-1,1-1 0,0 1 0,-1-1 0,0 0 0,1 0 0,3-4 0,-1-1-6705</inkml:trace>
</inkml:ink>
</file>

<file path=ppt/ink/ink3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5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24575,'0'10'0,"0"7"0,2 3 0,3-1 0,2 2 0,2-2 0,1 0 0,2-1 0,0 0 0,0-1 0,-2-1 0,-1-2 0,1-1 0,-3-3-8191</inkml:trace>
</inkml:ink>
</file>

<file path=ppt/ink/ink3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5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30 24575,'5'-4'0,"1"1"0,0-1 0,0 1 0,0 0 0,0 1 0,1-1 0,-1 1 0,1 1 0,-1-1 0,1 1 0,0 0 0,-1 1 0,1 0 0,0 0 0,0 0 0,-1 1 0,1 0 0,0 0 0,11 4 0,36 7 0,-53-12 0,-1 0 0,1 1 0,-1-1 0,0 0 0,1 0 0,-1 1 0,1-1 0,-1 0 0,0 1 0,1-1 0,-1 0 0,0 1 0,0-1 0,1 1 0,-1-1 0,0 0 0,0 1 0,1-1 0,-1 1 0,0-1 0,0 1 0,0-1 0,0 1 0,0-1 0,0 0 0,0 1 0,0-1 0,0 1 0,0-1 0,0 1 0,0-1 0,0 1 0,0 0 0,-8 19 0,3-9 0,4-5 0,0 0 0,1 0 0,-1 0 0,1 0 0,0 0 0,1 0 0,0 1 0,0-2 0,2 10 0,4 7 0,10 23 0,-10-28 0,29 60 0,-2-6 0,-33-68 0,0 0 0,1 1 0,-1-1 0,0 0 0,-1 1 0,1-1 0,-1 1 0,1-1 0,-1 1 0,0-1 0,0 1 0,-1-1 0,1 1 0,-1-1 0,0 1 0,0-1 0,0 0 0,0 1 0,0-1 0,-1 0 0,1 0 0,-1 0 0,0 0 0,0 0 0,0 0 0,-1-1 0,1 1 0,-1-1 0,1 1 0,-1-1 0,0 0 0,0 0 0,1 0 0,-2 0 0,1-1 0,0 1 0,0-1 0,0 0 0,-1 0 0,-6 1 0,-11 3-682,-34 1-1,42-5-6143</inkml:trace>
</inkml:ink>
</file>

<file path=ppt/ink/ink3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5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87 24575,'0'0'0,"0"-1"0,0 1 0,0 0 0,0 0 0,0 0 0,0-1 0,0 1 0,0 0 0,0 0 0,0-1 0,0 1 0,0 0 0,1 0 0,-1 0 0,0 0 0,0-1 0,0 1 0,0 0 0,0 0 0,0 0 0,1 0 0,-1-1 0,0 1 0,0 0 0,0 0 0,0 0 0,1 0 0,-1 0 0,0 0 0,0-1 0,0 1 0,1 0 0,-1 0 0,0 0 0,0 0 0,0 0 0,1 0 0,-1 0 0,0 0 0,0 0 0,0 0 0,1 0 0,-1 0 0,0 0 0,0 0 0,0 0 0,1 0 0,-1 1 0,0-1 0,0 0 0,0 0 0,1 0 0,-1 0 0,0 0 0,0 0 0,0 0 0,0 1 0,1-1 0,10 8 0,12 16 0,53 52 0,-61-63 0,0-1 0,0-1 0,26 15 0,-40-26 0,-1 1 0,1-1 0,0 1 0,0-1 0,-1 0 0,1 1 0,0-1 0,0 0 0,0 0 0,0 0 0,-1 0 0,1 0 0,0 0 0,0 0 0,0 0 0,0 0 0,0 0 0,-1 0 0,2 0 0,-1-1 0,0 1 0,-1-1 0,1 1 0,-1-1 0,1 1 0,-1-1 0,1 1 0,-1-1 0,1 0 0,-1 1 0,1-1 0,-1 1 0,0-1 0,1 0 0,-1 0 0,0 1 0,1-2 0,0-4 0,0 1 0,-1-1 0,0 1 0,0-11 0,0 10 0,-1-16 0,1-24 0,0 46 0,0-1 0,-1 1 0,1-1 0,0 0 0,1 1 0,-1-1 0,0 1 0,0-1 0,0 1 0,0-1 0,0 0 0,1 1 0,-1-1 0,0 1 0,0-1 0,1 1 0,-1-1 0,0 1 0,1-1 0,-1 1 0,1 0 0,-1-1 0,0 1 0,1-1 0,0 0 0,0 1 0,0 0 0,-1 1 0,1-1 0,0 0 0,-1 0 0,1 0 0,0 0 0,0 0 0,-1 1 0,1-1 0,-1 0 0,1 1 0,0-1 0,-1 0 0,1 1 0,-1-1 0,2 2 0,3 3 0,1 1 0,8 11 0,-13-14 0,7 7 0,0-1 0,0 0 0,1 0 0,0 0 0,0-1 0,1-1 0,0 1 0,0-2 0,1 1 0,0-2 0,15 7 0,-25-11 0,1-1 0,-1 1 0,1-1 0,-1 0 0,1 0 0,-1 1 0,1-1 0,-1 0 0,1 0 0,-1 0 0,1 0 0,-1-1 0,1 1 0,-1 0 0,1-1 0,-1 1 0,1-1 0,-1 1 0,1-1 0,-1 0 0,0 0 0,1 1 0,-1-1 0,0 0 0,0 0 0,0 0 0,0 0 0,0-1 0,0 1 0,0 0 0,0 0 0,0-1 0,0 1 0,-1 0 0,1-1 0,0 1 0,0-2 0,1-3 0,-1 0 0,1 0 0,-1 0 0,0 0 0,0 0 0,-1 0 0,0 0 0,0-8 0,-3-5 0,0 0 0,-1 0 0,-1 1 0,0-1 0,-2 1 0,-9-19 0,15 35 15,0 0 0,0 0 0,0 0 0,0 0 0,-1 1 0,1-1 0,-3-3 0,3 5-60,1 0 0,-1-1 0,0 1 0,1 0 0,-1 0 0,1 0 0,-1-1 0,1 1 0,-1 0 0,0 0 0,1 0 0,-1 0 0,1 0 0,-1 0 0,0 0 0,1 0 0,-1 0 0,1 1 0,-1-1 0,1 0 0,-1 0 0,0 0 0,1 1 0,-1-1 0,1 0 0,-1 0 0,1 1 0,-1-1 0,1 1 0,0-1 0,-1 0 0,0 2 0,-6 4-6781</inkml:trace>
</inkml:ink>
</file>

<file path=ppt/ink/ink3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5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114 46 24575,'-4'-5'0,"0"0"0,0 1 0,0 0 0,-1 0 0,0 0 0,1 0 0,-1 1 0,-7-4 0,10 6 0,0 0 0,0 0 0,0 1 0,0-1 0,0 1 0,0-1 0,0 1 0,0 0 0,0 0 0,0 0 0,0 0 0,0 0 0,-1 0 0,1 0 0,0 1 0,0-1 0,0 1 0,0 0 0,0-1 0,0 1 0,0 0 0,1 0 0,-1 0 0,0 1 0,0-1 0,-2 2 0,3-2 0,1 0 0,-1-1 0,0 1 0,0 0 0,1-1 0,-1 1 0,0 0 0,1 0 0,-1 0 0,1-1 0,-1 1 0,1 0 0,-1 0 0,1 0 0,0 0 0,-1 0 0,1 0 0,0 0 0,0 0 0,0 0 0,0 0 0,0 0 0,0 0 0,0 0 0,0 0 0,0 0 0,0 0 0,1 0 0,-1 0 0,0 0 0,1 0 0,0 1 0,2 3 0,0-1 0,0 0 0,0-1 0,1 1 0,6 5 0,-6-6 0,-1 1 0,1-1 0,5 8 0,5 14 0,0 1 0,-2 1 0,14 41 0,-20-46 0,6 42 0,-8-38 0,7 26 0,-10-49 0,0 0 0,1 1 0,-1-1 0,0 0 0,1 0 0,0 0 0,0 0 0,0 0 0,0-1 0,0 1 0,1 0 0,-1-1 0,4 3 0,-3-3 0,-1-1 0,0 1 0,1-1 0,0 0 0,-1 0 0,1 0 0,-1 0 0,1-1 0,0 1 0,-1-1 0,1 0 0,0 1 0,0-1 0,-1 0 0,1-1 0,0 1 0,3-1 0,0 0-86,0 0-30,1 0 0,-1 0-1,0-1 1,1 0 0,-1 0-1,0-1 1,0 1 0,-1-1 0,1-1-1,8-5 1</inkml:trace>
</inkml:ink>
</file>

<file path=ppt/ink/ink3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5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96 24575,'2'-9'0,"0"1"0,1 0 0,0 0 0,0 0 0,1 1 0,8-13 0,-11 18 0,1 0 0,-1 0 0,1 0 0,0 0 0,0 0 0,0 0 0,0 1 0,0-1 0,0 1 0,0-1 0,0 1 0,1 0 0,-1 0 0,1 0 0,-1 0 0,1 0 0,-1 1 0,1-1 0,-1 1 0,1-1 0,-1 1 0,1 0 0,0 0 0,-1 0 0,1 1 0,2 0 0,2 0 0,-1 1 0,0 0 0,0 0 0,0 0 0,0 1 0,-1 0 0,1 1 0,-1-1 0,8 7 0,-11-9 0,-1 0 0,1 1 0,-1-1 0,0 1 0,0-1 0,1 1 0,-1-1 0,0 1 0,0 0 0,0 0 0,-1-1 0,1 1 0,0 0 0,-1 0 0,1 0 0,-1 0 0,0 0 0,1 0 0,-1 0 0,0 0 0,0 0 0,0 0 0,-1 0 0,1 0 0,0 0 0,-1-1 0,1 1 0,-1 0 0,0 0 0,0 0 0,1 0 0,-1-1 0,0 1 0,-3 2 0,-11 14 0,11-14 0,1-1 0,0 1 0,-1 0 0,-3 7 0,7-10 0,-1 1 0,0-1 0,1 1 0,-1-1 0,1 1 0,0-1 0,-1 1 0,1 0 0,0-1 0,0 1 0,0-1 0,0 1 0,0 0 0,0-1 0,1 1 0,-1-1 0,1 1 0,0 2 0,0-3 0,0 1 0,0-1 0,0 1 0,0-1 0,0 1 0,1-1 0,-1 0 0,0 0 0,1 0 0,-1 0 0,1 0 0,-1 0 0,1 0 0,0 0 0,-1-1 0,1 1 0,0 0 0,3 0 0,2 0 0,1 1 0,14 0 0,-12-1-170,0-1-1,-1 0 0,1-1 1,0 0-1,-1 0 0,1-1 1,16-5-1,-16 3-6655</inkml:trace>
</inkml:ink>
</file>

<file path=ppt/ink/ink3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5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55 24575,'10'-6'0,"1"1"0,0 0 0,0 0 0,0 1 0,1 1 0,0 0 0,13-2 0,-20 4 0,0-1 0,0 1 0,7-4 0,-9 3 0,0 1 0,-1 0 0,1-1 0,0 1 0,0 1 0,0-1 0,0 0 0,0 1 0,0-1 0,0 1 0,0 0 0,3 0 0,-4 1 0,-1-1 0,0 1 0,1 0 0,-1-1 0,0 1 0,0 0 0,0 0 0,0 0 0,0 0 0,0 0 0,0 0 0,0 0 0,0 1 0,0-1 0,0 0 0,-1 0 0,1 1 0,0 1 0,9 29 0,-6-20 0,4 10 0,15 31 0,2 1 0,-17-36 0,-4-9 0,-1 0 0,0-1 0,2 11 0,-4-18 0,-1 0 0,0 1 0,0-1 0,-1 1 0,1-1 0,0 0 0,0 1 0,0-1 0,-1 0 0,1 1 0,-1-1 0,1 0 0,-1 1 0,0-1 0,1 0 0,-1 0 0,0 0 0,0 0 0,0 0 0,0 0 0,0 0 0,0 0 0,0 0 0,0 0 0,0 0 0,0-1 0,-1 1 0,0 0 0,-6 3 0,0-1 0,0 1 0,-13 2 0,9-3 0,-28 11-1365,28-10-5461</inkml:trace>
</inkml:ink>
</file>

<file path=ppt/ink/ink3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5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25 24575,'0'-4'0,"0"3"0,0 0 0,0 0 0,0 0 0,0 0 0,0 0 0,0 0 0,0 0 0,0 0 0,0-1 0,1 1 0,-1 0 0,0 0 0,1 0 0,-1 0 0,1 0 0,-1 0 0,2-1 0,-2 2 0,0 0 0,0 0 0,0 0 0,0 0 0,0 0 0,0 0 0,0 0 0,1 0 0,-1 0 0,0 0 0,0 0 0,0 0 0,0 0 0,0 0 0,0 0 0,0 0 0,0 0 0,0 0 0,1 0 0,-1 0 0,0 0 0,0 0 0,0 0 0,0 0 0,0 0 0,0 0 0,0 0 0,0 0 0,0 0 0,0 0 0,0 0 0,0 1 0,0-1 0,1 0 0,-1 0 0,0 0 0,0 0 0,0 0 0,0 0 0,0 0 0,0 0 0,0 0 0,0 1 0,2 5 0,0 7 0,-1 7 0,-1-5 0,1-1 0,1 1 0,5 19 0,-4-22 0,1-1 0,0 1 0,1-1 0,0 0 0,0-1 0,1 1 0,1-1 0,0 0 0,0-1 0,1 1 0,0-2 0,15 14 0,-18-19 0,-1 1 0,1-1 0,0 0 0,0 0 0,0-1 0,7 3 0,-11-4 0,1-1 0,0 1 0,-1-1 0,1 1 0,0-1 0,0 0 0,-1 0 0,1 0 0,0 0 0,0 0 0,0 0 0,-1 0 0,1-1 0,0 1 0,0 0 0,-1-1 0,1 0 0,0 1 0,-1-1 0,1 0 0,-1 0 0,1 0 0,-1 0 0,2-1 0,-1 0 0,-1 0 0,0 0 0,0 0 0,0 0 0,0 0 0,0 0 0,0 0 0,0 0 0,-1 0 0,1 0 0,-1 0 0,1 0 0,-1-1 0,0-2 0,-2-33 0,2 35 0,-1-3 0,0-1 0,-5-11 0,4 12 0,1 1 0,-1 0 0,1 0 0,-1-8 0,2 13 0,0 0 0,0-1 0,0 1 0,0 0 0,0 0 0,0 0 0,0 0 0,0-1 0,0 1 0,0 0 0,0 0 0,0 0 0,0 0 0,0 0 0,0-1 0,0 1 0,0 0 0,0 0 0,0 0 0,0 0 0,0-1 0,0 1 0,0 0 0,0 0 0,0 0 0,0 0 0,0 0 0,0-1 0,0 1 0,1 0 0,-1 0 0,0 0 0,0 0 0,0 0 0,0 0 0,0 0 0,0-1 0,1 1 0,-1 0 0,0 0 0,0 0 0,0 0 0,0 0 0,1 0 0,-1 0 0,0 0 0,0 0 0,0 0 0,0 0 0,0 0 0,1 0 0,-1 0 0,0 0 0,0 0 0,0 0 0,0 0 0,1 0 0,-1 0 0,0 0 0,0 0 0,0 0 0,0 1 0,0-1 0,1 0 0,-1 0 0,10 9 0,-8-7 0,71 66 0,-60-57 0,0-1 0,1 0 0,28 15 0,-41-25 0,0 1 0,-1-1 0,1 0 0,0 1 0,0-1 0,-1 0 0,1 0 0,0 1 0,0-1 0,0 0 0,-1 0 0,1 0 0,0 0 0,0 0 0,0 0 0,-1 0 0,1 0 0,0-1 0,0 1 0,-1 0 0,1 0 0,0-1 0,0 1 0,1-1 0,-2 0 0,1 0 0,0 0 0,0 0 0,-1 0 0,1 0 0,0 0 0,-1 0 0,1 0 0,-1 0 0,0 0 0,1-1 0,-1 1 0,0 0 0,1-2 0,-1-4 0,0 0 0,0 0 0,0 0 0,-3-11 0,1 7-273,0 0 0,-2 0 0,1 0 0,-8-14 0,6 15-6553</inkml:trace>
</inkml:ink>
</file>

<file path=ppt/ink/ink3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5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149 34 24575,'-16'-8'0,"-33"-11"0,45 17 0,0 1 0,-1 0 0,0 0 0,1 0 0,-1 1 0,1 0 0,-1 0 0,0 0 0,1 0 0,-1 0 0,1 1 0,-1 0 0,-4 2 0,8-3 0,0 1 0,0-1 0,0 1 0,0 0 0,0 0 0,0-1 0,0 1 0,0 0 0,1 0 0,-1 0 0,0 0 0,0 0 0,1 0 0,-1 0 0,1 0 0,-1 0 0,1 0 0,0 0 0,-1 1 0,1-1 0,0 0 0,0 0 0,-1 0 0,1 0 0,0 1 0,0-1 0,1 0 0,-1 3 0,1 3 0,1 1 0,-1 0 0,5 9 0,-4-10 0,73 213 0,-40-107 0,-35-111 0,1-1 0,0 1 0,0-1 0,0 1 0,0-1 0,0 0 0,0 1 0,0-1 0,0 0 0,0 0 0,1 0 0,-1 0 0,0 0 0,1 0 0,-1 0 0,1 0 0,-1 0 0,1-1 0,0 1 0,-1-1 0,1 1 0,0-1 0,-1 0 0,3 1 0,5-1 0,0 1 0,1-1 0,12-2 0,-3 1 0,19 1 0,21-1 0,-49-1-1365,-3-1-5461</inkml:trace>
</inkml:ink>
</file>

<file path=ppt/ink/ink3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5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106 22 24575,'1'-2'0,"-1"0"0,1 0 0,-1 0 0,1 0 0,0 1 0,0-1 0,2-3 0,-3 4 0,1 1 0,-1 0 0,0-1 0,1 1 0,-1 0 0,0 0 0,1 0 0,-1-1 0,1 1 0,-1 0 0,0 0 0,1 0 0,-1 0 0,1 0 0,-1 0 0,1-1 0,-1 1 0,1 0 0,-1 0 0,0 0 0,1 1 0,-1-1 0,1 0 0,-1 0 0,1 0 0,-1 0 0,1 0 0,-1 0 0,0 1 0,1-1 0,-1 0 0,0 0 0,1 1 0,-1-1 0,1 0 0,-1 1 0,0-1 0,0 0 0,1 1 0,-1-1 0,6 7 0,0 1 0,0-1 0,-1 1 0,0 0 0,-1 0 0,6 12 0,1 3 0,-1-5 0,-5-10 0,0 0 0,-1 1 0,-1-1 0,5 14 0,-7-22 0,-1 1 0,0-1 0,0 1 0,0-1 0,0 1 0,0-1 0,0 1 0,0-1 0,0 1 0,0-1 0,0 1 0,0-1 0,0 1 0,0-1 0,-1 1 0,1-1 0,0 1 0,0-1 0,0 1 0,-1-1 0,1 1 0,0-1 0,-1 1 0,1-1 0,0 0 0,-1 1 0,1-1 0,0 1 0,-1-1 0,-1 1 0,1-1 0,0 1 0,-1-1 0,1 1 0,0-1 0,-1 0 0,1 0 0,-1 0 0,1 0 0,-3 0 0,-2 0 0,0-1 0,0 0 0,1-1 0,-9-2 0,-10-7 0,0-1 0,1-1 0,-28-20 0,47 30 0,0 0 0,1 0 0,-1 0 0,1-1 0,0 1 0,0-1 0,-5-7 0,7 10 0,1 0 0,-1 0 0,1 0 0,-1 0 0,1 0 0,0 0 0,-1 0 0,1-1 0,0 1 0,0 0 0,0 0 0,-1 0 0,1-1 0,1 1 0,-1 0 0,0 0 0,0 0 0,0-1 0,1 1 0,-1 0 0,0 0 0,1 0 0,-1 0 0,1 0 0,-1 0 0,1 0 0,0 0 0,-1 0 0,1 0 0,0 0 0,0 0 0,0 0 0,0 1 0,0-1 0,2-1 0,-1 0-273,1 1 0,0-1 0,0 1 0,6-2 0,1 1-6553</inkml:trace>
</inkml:ink>
</file>

<file path=ppt/ink/ink3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5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 24575,'16'-2'0,"1"1"0,0 0 0,-1 2 0,1 0 0,0 0 0,-1 2 0,0 0 0,1 1 0,-1 1 0,19 8 0,-33-12 0,0 0 0,0 0 0,0 0 0,0 0 0,-1 0 0,1 0 0,0 1 0,-1-1 0,1 1 0,-1 0 0,1-1 0,-1 1 0,0 0 0,0 0 0,2 3 0,-2-2 0,0-1 0,-1 1 0,1 0 0,-1 0 0,1-1 0,-1 1 0,0 0 0,0 0 0,-1 0 0,1-1 0,-2 6 0,0 5 0,0-1 0,1 0 0,0 0 0,1 1 0,0-1 0,1 0 0,1 1 0,-1-1 0,2 0 0,7 23 0,23 44 0,0-2 0,-31-68 0,0-1 0,0 0 0,1 17 0,-3-20 0,1-1 0,-2 1 0,1 0 0,0-1 0,-1 1 0,0-1 0,0 1 0,-3 7 0,3-11 7,0 1 0,0-1 0,0 1-1,-1-1 1,1 1 0,0-1 0,-1 0 0,1 0-1,-1 0 1,1 0 0,-1 0 0,0 0-1,1 0 1,-1-1 0,0 1 0,-3 0 0,-3 2-453,-1-2 1,-9 2 0,17-3 300,-9 1-6681</inkml:trace>
</inkml:ink>
</file>

<file path=ppt/ink/ink3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5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 68 24575,'-8'-10'0,"5"7"0,5 8 0,6 8 0,1-1 0,0 0 0,17 16 0,-5-4 0,-15-17 0,1 0 0,12 10 0,-17-16 0,-1 0 0,1 0 0,-1 1 0,1-1 0,0 0 0,-1 0 0,1-1 0,0 1 0,0 0 0,0-1 0,0 1 0,-1-1 0,1 1 0,0-1 0,0 0 0,0 0 0,0 0 0,0 0 0,3-1 0,-4 1 0,0-1 0,0 1 0,0-1 0,0 0 0,0 0 0,0 0 0,0 1 0,0-1 0,0 0 0,-1 0 0,1 0 0,0 0 0,-1 0 0,1 0 0,-1-1 0,1 1 0,-1 0 0,1 0 0,-1 0 0,0 0 0,1-1 0,-1-1 0,1-4 0,-1 0 0,0-12 0,-1 12 0,1-4 0,-1 9 0,1-1 0,0 0 0,0 1 0,0-1 0,0 0 0,0 1 0,0-1 0,1 0 0,-1 1 0,2-4 0,-2 6 0,1 0 0,-1-1 0,0 1 0,1 0 0,-1 0 0,1 0 0,-1-1 0,0 1 0,1 0 0,-1 0 0,1 0 0,-1 0 0,1 0 0,-1 0 0,1 0 0,-1 0 0,0 0 0,1 0 0,-1 0 0,1 0 0,-1 0 0,1 0 0,-1 0 0,1 1 0,-1-1 0,0 0 0,1 0 0,-1 0 0,1 1 0,-1-1 0,1 0 0,14 10 0,-14-9 0,15 10 0,1 2 0,20 11 0,-32-21 0,0-1 0,0 1 0,1-1 0,-1 0 0,0-1 0,1 1 0,-1-1 0,1 0 0,6 0 0,-10-1 0,0 0 0,0 0 0,0 0 0,0 0 0,-1-1 0,1 1 0,0-1 0,0 1 0,-1-1 0,1 0 0,0 0 0,-1 0 0,1 0 0,0 0 0,-1 0 0,0 0 0,1 0 0,-1 0 0,1-1 0,-1 1 0,0-1 0,0 1 0,0-1 0,0 1 0,0-1 0,0 0 0,-1 1 0,1-1 0,0 0 0,-1 0 0,1-3 0,1-3 0,-1-1 0,-1 0 0,1 1 0,-1-1 0,-2-12 0,2 17-68,-1 1 0,1 0-1,-1 0 1,0 0 0,0 1 0,0-1-1,0 0 1,-1 0 0,1 0 0,-1 1-1,1-1 1,-1 1 0,0-1 0,0 1-1,0 0 1,0-1 0,-1 1-1,1 0 1,-5-2 0,-2-1-6758</inkml:trace>
</inkml:ink>
</file>

<file path=ppt/ink/ink3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5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168 57 24575,'-4'-7'0,"0"1"0,-1 0 0,1 0 0,-2 1 0,-9-10 0,13 14 0,0-1 0,0 1 0,0 0 0,0 0 0,0 0 0,-1 0 0,1 0 0,0 1 0,0-1 0,-1 0 0,1 1 0,0 0 0,-1 0 0,1 0 0,0 0 0,-1 0 0,1 0 0,0 0 0,-1 1 0,1-1 0,0 1 0,-4 1 0,-9 4 0,-1 2 0,-17 11 0,32-19 0,0 1 0,0-1 0,1 1 0,-1 0 0,0-1 0,1 1 0,-1 0 0,1-1 0,-1 1 0,1 0 0,-1 0 0,1 0 0,-1 0 0,1-1 0,0 1 0,-1 0 0,1 0 0,0 0 0,0 0 0,0 0 0,0 0 0,0 0 0,0 0 0,0-1 0,0 1 0,0 0 0,0 0 0,1 2 0,0 2 0,1 0 0,0-1 0,1 1 0,2 5 0,1 1 0,4 11 0,-1 1 0,8 32 0,6 48 0,-6 7 0,-15-93 0,-2-8 0,1 0 0,0 0 0,1-1 0,3 11 0,-4-17 0,-1 0 0,1 0 0,0 0 0,0 0 0,0-1 0,0 1 0,0 0 0,1-1 0,-1 1 0,0-1 0,1 1 0,-1-1 0,1 0 0,0 1 0,-1-1 0,1 0 0,0 0 0,0 0 0,-1 0 0,1-1 0,0 1 0,0 0 0,3 0 0,-1-1-68,0 0 0,1 1-1,-1-2 1,0 1 0,0 0 0,0-1-1,0 0 1,0 0 0,0 0 0,0 0-1,0-1 1,0 1 0,0-1 0,0 0-1,-1 0 1,1-1 0,-1 1-1,0-1 1,5-4 0,-3 1-6758</inkml:trace>
</inkml:ink>
</file>

<file path=ppt/ink/ink3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5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24575,'0'4'0,"0"4"0,2 3 0,2 3 0,3 0 0,0 2 0,1 1 0,1-2 0,-1 0 0,0-1 0,1-2 0,-2 0 0,-1-2-8191</inkml:trace>
</inkml:ink>
</file>

<file path=ppt/ink/ink3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5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7 24575,'25'-3'0,"1"1"0,-1 0 0,1 2 0,28 4 0,-48-3 0,-3-1 0,0 1 0,0-1 0,-1 1 0,1-1 0,0 1 0,3 2 0,-5-3 0,0 1 0,0-1 0,-1 1 0,1 0 0,0-1 0,0 1 0,-1 0 0,1 0 0,0 0 0,-1 0 0,1 0 0,-1-1 0,1 1 0,-1 0 0,1 0 0,-1 0 0,0 1 0,1-1 0,-1 0 0,0 1 0,7 29 0,0 0 0,2-1 0,14 30 0,-15-38 0,-6-18 0,7 20 0,0 1 0,7 38 0,-16-60 6,1-1 0,-1 0 0,0 1 0,0-1 0,0 0 0,-1 1 0,1-1 0,-1 0 0,1 1 0,-1-1 0,0 0 0,1 0 0,-1 0 0,0 0 0,-1 0 0,1 0 0,0 0 0,-1 0 0,-1 2 0,-1 0-171,1-1 0,-1 0 0,0 0 0,0 0 0,0-1 0,0 1 0,0-1 0,-7 2 0,2 0-6661</inkml:trace>
</inkml:ink>
</file>

<file path=ppt/ink/ink3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5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 34 24575,'-1'-2'0,"-10"-11"0,10 12 0,1 1 0,0-1 0,-1 1 0,1-1 0,-1 1 0,1-1 0,-1 1 0,1 0 0,-1-1 0,1 1 0,-1 0 0,1-1 0,-1 1 0,0 0 0,1 0 0,-1 0 0,1-1 0,-1 1 0,0 0 0,1 0 0,-2 0 0,2 0 0,0 1 0,0-1 0,-1 0 0,1 1 0,0-1 0,0 0 0,0 1 0,0-1 0,0 1 0,-1-1 0,1 0 0,0 1 0,0-1 0,0 1 0,0-1 0,0 0 0,0 1 0,0-1 0,0 0 0,1 1 0,-1-1 0,0 1 0,0-1 0,4 13 0,-4-11 0,7 19 0,18 38 0,-19-49 0,0 1 0,0-1 0,1 0 0,0 0 0,10 9 0,-13-15 0,0-1 0,0 1 0,1-1 0,8 6 0,-12-9 0,0 1 0,0 0 0,0-1 0,0 1 0,0-1 0,0 0 0,0 1 0,0-1 0,0 0 0,0 0 0,0 1 0,0-1 0,0 0 0,0 0 0,0 0 0,0 0 0,0 0 0,1-1 0,-1 1 0,0 0 0,0 0 0,0-1 0,0 1 0,0 0 0,0-1 0,-1 1 0,1-1 0,0 0 0,0 1 0,0-1 0,0 0 0,0 0 0,1-2 0,0 0 0,0 0 0,0 0 0,-1-1 0,1 1 0,-1 0 0,0-1 0,0 1 0,1-8 0,-1-1 0,-1-19 0,1-1 0,-1 32 0,0-1 0,0 0 0,0 0 0,0 0 0,0 0 0,0 0 0,0 1 0,1-1 0,-1 0 0,0 0 0,1 0 0,-1 1 0,0-1 0,1 0 0,-1 0 0,1 1 0,-1-1 0,1 1 0,1-2 0,-2 2 0,1-1 0,0 1 0,-1 0 0,1 0 0,0 0 0,0-1 0,-1 1 0,1 0 0,0 0 0,0 0 0,-1 0 0,1 0 0,0 0 0,0 1 0,-1-1 0,1 0 0,0 0 0,0 1 0,5 1 0,0 1 0,-1 0 0,1 1 0,7 5 0,-3-1 0,-7-7 0,6 5 0,0 0 0,1-1 0,-1-1 0,20 7 0,-27-10 0,0-1 0,0 1 0,0-1 0,1 1 0,-1-1 0,0 0 0,0 0 0,1 0 0,-1 0 0,0-1 0,1 1 0,-1 0 0,0-1 0,0 0 0,0 1 0,1-1 0,-1 0 0,0 0 0,0 0 0,0-1 0,0 1 0,-1 0 0,1-1 0,0 1 0,-1-1 0,1 1 0,0-1 0,-1 0 0,2-3 0,-1 2-42,-1 0-1,1-1 0,-1 1 1,0-1-1,0 1 0,0-1 1,-1 1-1,1-1 0,-1 0 1,0 1-1,0-1 0,0 0 1,0 1-1,-1-1 0,1 1 1,-1-1-1,0 0 0,0 1 1,0 0-1,-1-1 0,1 1 1,-1 0-1,0-1 0,0 1 1,0 0-1,0 1 0,0-1 1,-1 0-1,1 0 0,-1 1 1,-4-3-1,-2 0-6783</inkml:trace>
</inkml:ink>
</file>

<file path=ppt/ink/ink3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5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158 36 24575,'-8'-5'0,"0"0"0,0 0 0,0 1 0,-1 1 0,0-1 0,-13-2 0,18 5 0,0 0 0,0 0 0,0 1 0,-1 0 0,1 0 0,0 0 0,0 0 0,-1 1 0,1-1 0,0 1 0,0 0 0,0 0 0,0 1 0,0-1 0,0 1 0,-5 3 0,8-4 0,0-1 0,0 1 0,1 0 0,-1-1 0,0 1 0,1 0 0,-1 0 0,0 0 0,1-1 0,-1 1 0,1 0 0,0 0 0,-1 0 0,1 0 0,0 0 0,-1 0 0,1 0 0,0 0 0,0 0 0,0 0 0,0 0 0,0 0 0,0 0 0,0 0 0,0 1 0,1 3 0,1 1 0,-1-1 0,5 9 0,0 3 0,3 17 0,70 249 0,-76-276 0,0 1 0,0-1 0,0 0 0,1 0 0,4 6 0,-7-12 0,0 1 0,0-1 0,0 0 0,0 0 0,0 1 0,0-1 0,0 0 0,0 0 0,0 0 0,1 0 0,-1-1 0,0 1 0,1 0 0,-1 0 0,1-1 0,-1 1 0,1-1 0,-1 1 0,1-1 0,-1 0 0,1 0 0,-1 1 0,1-1 0,-1 0 0,1 0 0,0-1 0,-1 1 0,1 0 0,-1 0 0,1-1 0,1 0 0,4-2-227,1 0-1,-1 0 1,1 1-1,-1 0 1,9-1-1,-6 2-6598</inkml:trace>
</inkml:ink>
</file>

<file path=ppt/ink/ink3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5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35 24575,'7'-5'0,"0"1"0,0-1 0,0 2 0,0-1 0,1 1 0,10-4 0,-15 6 0,0 0 0,1 1 0,-1-1 0,1 1 0,-1-1 0,1 1 0,-1 0 0,1 0 0,-1 1 0,1-1 0,-1 1 0,1-1 0,-1 1 0,1 0 0,-1 1 0,0-1 0,4 2 0,-6-2 0,0 0 0,0-1 0,-1 1 0,1 0 0,0 0 0,0-1 0,-1 1 0,1 0 0,-1 0 0,1 0 0,-1 0 0,1 0 0,-1 0 0,1 0 0,-1 0 0,0 0 0,1 0 0,-1 0 0,0 0 0,0 0 0,0 0 0,0 0 0,0 0 0,0 0 0,0 0 0,0 0 0,-1 0 0,1 0 0,-1 2 0,-1 3 0,0 0 0,0-1 0,-7 12 0,3-7 0,3-4 0,0 0 0,0 0 0,0 1 0,0-1 0,1 1 0,-2 6 0,4-11 0,0-1 0,0 0 0,0 1 0,0-1 0,0 0 0,0 0 0,0 1 0,0-1 0,0 0 0,0 1 0,1-1 0,-1 0 0,1 0 0,-1 1 0,1-1 0,-1 0 0,1 0 0,0 0 0,-1 0 0,1 0 0,0 0 0,0 0 0,0 0 0,0 0 0,0 0 0,0 0 0,0-1 0,0 1 0,0 0 0,0-1 0,0 1 0,0-1 0,3 1 0,0 1 2,1-1 1,0 0-1,0 0 0,0 0 0,0-1 0,0 0 0,8 0 1,35-8-52,-14 2-1285,-25 5-5492</inkml:trace>
</inkml:ink>
</file>

<file path=ppt/ink/ink3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5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20 24575,'19'-4'0,"49"-10"0,-60 13 0,1 1 0,-1 0 0,0 0 0,0 0 0,1 1 0,9 2 0,-17-2 0,0-1 0,1 0 0,-1 1 0,0-1 0,0 1 0,0 0 0,0-1 0,0 1 0,0 0 0,-1 0 0,1 0 0,0-1 0,0 1 0,0 0 0,-1 0 0,1 0 0,0 0 0,-1 0 0,1 0 0,-1 1 0,0-1 0,1 1 0,1 4 0,-1 1 0,0-1 0,0 8 0,2 5 0,9 35 0,28 71 0,-12-61 0,-8-20 0,-20-44 0,1 1 0,-1 0 0,1 0 0,-1 0 0,0 0 0,0 0 0,1 0 0,-1 0 0,0 0 0,0 0 0,0 0 0,0 0 0,0 0 0,0 0 0,-1 0 0,1 0 0,0 0 0,0 0 0,-1 0 0,1 0 0,-1 0 0,1 0 0,0 0 0,-1-1 0,0 1 0,1 0 0,-1 0 0,0 0 0,1-1 0,-1 1 0,0 0 0,0-1 0,1 1 0,-1-1 0,0 1 0,0-1 0,-2 1 0,-3 2 0,0-1 0,-1 0 0,0 0 0,-11 1 0,6-1 0,-56 13-1365,54-11-5461</inkml:trace>
</inkml:ink>
</file>

<file path=ppt/ink/ink3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5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24575,'33'88'0,"-32"-86"0,9 22 0,16 38 0,-22-53 0,1 0 0,0 0 0,1-1 0,9 12 0,-13-18 0,0 0 0,-1-1 0,1 1 0,0 0 0,0-1 0,0 1 0,1-1 0,-1 0 0,0 0 0,0 0 0,1 0 0,3 1 0,-5-2 0,0 0 0,0 0 0,0 0 0,0 0 0,0 0 0,0 0 0,-1 0 0,1 0 0,0-1 0,0 1 0,0 0 0,0-1 0,0 1 0,0 0 0,0-1 0,0 1 0,0-1 0,-1 0 0,1 1 0,0-1 0,0 0 0,-1 1 0,1-1 0,-1 0 0,1 0 0,0 1 0,-1-1 0,1 0 0,-1 0 0,0 0 0,1 0 0,-1 0 0,1-1 0,2-10 0,-1 1 0,1-1 0,-2 0 0,0 1 0,0-15 0,0-8 0,-1 34 0,0-1 0,0 0 0,0 1 0,0-1 0,1 1 0,-1-1 0,0 0 0,0 1 0,0-1 0,0 1 0,1-1 0,-1 0 0,0 1 0,1-1 0,-1 1 0,0-1 0,1 1 0,-1-1 0,1 1 0,0-1 0,-1 1 0,1 0 0,-1-1 0,1 1 0,-1 0 0,1 0 0,-1 0 0,1 0 0,-1 0 0,1 0 0,-1 0 0,1 0 0,-1 0 0,1 0 0,-1 1 0,1-1 0,-1 0 0,1 0 0,-1 0 0,1 1 0,4 2 0,-1 0 0,0 0 0,0 1 0,4 3 0,-3-2 0,19 19 0,-17-16 0,-1-1 0,2 0 0,-1-1 0,1 0 0,13 9 0,-20-14 0,0-1 0,0 1 0,0-1 0,0 1 0,0-1 0,0 0 0,0 1 0,0-1 0,0 0 0,0 0 0,0 0 0,0 1 0,0-1 0,0 0 0,0 0 0,0-1 0,0 1 0,0 0 0,0 0 0,0 0 0,0-1 0,0 1 0,0 0 0,-1-1 0,3 0 0,-2 0 0,0 0 0,0-1 0,0 1 0,-1 0 0,1-1 0,0 1 0,0 0 0,-1-1 0,1 1 0,-1-1 0,0 1 0,1-1 0,-1 1 0,0-1 0,0 1 0,0-3 0,0-2 14,0 0-1,0 0 0,-1 0 0,0 0 1,-1 0-1,1 0 0,-1 0 1,-5-10-1,2 6-384,0 0-1,-1 1 1,-13-17 0,10 15-6455</inkml:trace>
</inkml:ink>
</file>

<file path=ppt/ink/ink3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5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106 61 24575,'-3'-6'0,"0"0"0,0-1 0,-1 2 0,1-1 0,-1 0 0,-7-7 0,10 12 0,0 0 0,0 0 0,0 0 0,0 0 0,0 0 0,0 0 0,0 1 0,0-1 0,-1 0 0,1 1 0,0-1 0,0 1 0,-1 0 0,1-1 0,0 1 0,0 0 0,-1 0 0,1 0 0,0-1 0,-1 2 0,1-1 0,0 0 0,-1 0 0,1 0 0,0 0 0,0 1 0,-1-1 0,1 1 0,0-1 0,0 1 0,0-1 0,-1 1 0,1 0 0,0 0 0,0-1 0,0 1 0,0 0 0,0 0 0,0 0 0,-1 2 0,0 0 0,-1 0 0,0 0 0,1 0 0,0 0 0,0 1 0,0-1 0,0 1 0,1 0 0,-1-1 0,1 1 0,0 0 0,0 0 0,1 0 0,-1 0 0,1 0 0,-1 0 0,1 0 0,1 0 0,-1-1 0,2 9 0,20 90 0,-3-20 0,-6-26 0,20 62 0,-32-117 0,0 1 0,0-1 0,0 1 0,0-1 0,0 1 0,0-1 0,0 1 0,1-1 0,-1 0 0,0 0 0,1 0 0,-1 0 0,1 0 0,-1 0 0,1 0 0,0 0 0,-1 0 0,1-1 0,0 1 0,0-1 0,-1 1 0,1-1 0,0 0 0,3 1 0,5-1 0,0 0 0,0 0 0,12-3 0,-17 2 0,0 1-170,-1-1-1,0 0 0,0 0 1,0 0-1,0 0 0,-1-1 1,5-2-1</inkml:trace>
</inkml:ink>
</file>

<file path=ppt/ink/ink3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5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77 51 24575,'4'-5'0,"0"0"0,0 0 0,0 0 0,0 1 0,1 0 0,0 0 0,0 0 0,6-3 0,-9 6 0,-1 0 0,1 0 0,0 0 0,0 0 0,0 1 0,0-1 0,0 1 0,1-1 0,-1 1 0,0 0 0,0 0 0,0 0 0,0 0 0,0 0 0,0 0 0,0 1 0,0-1 0,0 1 0,0-1 0,0 1 0,0 0 0,0 0 0,0 0 0,0 0 0,0 0 0,0 0 0,2 2 0,0 2 0,1-1 0,-1 1 0,0 0 0,0 1 0,0-1 0,-1 0 0,3 8 0,-1-2 0,0 0 0,5 22 0,-8-27 0,-1-1 0,0 0 0,-1 1 0,1-1 0,-1 1 0,0 5 0,-1-9 0,1-1 0,0 0 0,0 1 0,-1-1 0,1 0 0,0 1 0,-1-1 0,1 0 0,-1 0 0,0 0 0,1 1 0,-1-1 0,0 0 0,0 0 0,0 0 0,0 0 0,0 0 0,0 0 0,0 0 0,0-1 0,0 1 0,0 0 0,0-1 0,-1 1 0,1 0 0,0-1 0,0 0 0,-1 1 0,-1 0 0,-4-1 0,0 1 0,1-1 0,-1-1 0,0 1 0,0-1 0,1 0 0,-1 0 0,-10-4 0,-1-2 0,-31-14 0,37 15 0,-24-13 0,34 17 0,-1 1 0,1-1 0,0 0 0,0 0 0,0 0 0,0 0 0,0 0 0,0 0 0,1 0 0,-1-1 0,-1-3 0,2 5 6,1 0-1,0 0 0,0 1 1,0-1-1,0 0 0,0 0 1,0 1-1,0-1 0,0 0 1,0 0-1,0 1 0,0-1 1,0 0-1,0 0 1,1 1-1,-1-1 0,0 0 1,0 1-1,1-1 0,-1 0 1,1 0-1,1-1-217,-1 1 0,0-1 0,1 1 1,-1-1-1,1 1 0,3-2 0,3-2-6614</inkml:trace>
</inkml:ink>
</file>

<file path=ppt/ink/ink3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5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12 24575,'18'-4'0,"-1"1"0,1 1 0,30-1 0,-36 4 0,-1 0 0,0 0 0,1 1 0,-1 1 0,0 0 0,20 8 0,-24-8 0,1 0 0,11 3 0,-17-6 0,0 1 0,-1-1 0,1 0 0,0 0 0,0 0 0,0 0 0,3-1 0,-5 1 0,1 0 0,-1 0 0,1 0 0,-1-1 0,1 1 0,-1 0 0,1 0 0,-1-1 0,1 1 0,-1 0 0,1-1 0,-1 1 0,1 0 0,-1-1 0,0 1 0,1-1 0,-1 1 0,0-1 0,1 1 0,-1-1 0,0 1 0,0-1 0,1 1 0,-1-1 0,-6 21 0,5-8 0,1 1 0,0-1 0,1 1 0,1-1 0,0 1 0,5 17 0,30 72 0,-23-66 0,43 101 0,-57-135 0,1-1 0,0 1 0,-1 0 0,1-1 0,-1 1 0,1 0 0,-1 0 0,0-1 0,0 1 0,0 0 0,0 0 0,0 2 0,-1-3 0,1-1 0,0 1 0,-1 0 0,1 0 0,-1 0 0,1-1 0,-1 1 0,1 0 0,-1-1 0,1 1 0,-1-1 0,0 1 0,1 0 0,-1-1 0,0 0 0,0 1 0,1-1 0,-1 1 0,0-1 0,0 0 0,0 1 0,0-1 0,1 0 0,-1 0 0,0 0 0,-2 0 0,-14 2-20,-32-3 1,25 0-1307,12 1-5500</inkml:trace>
</inkml:ink>
</file>

<file path=ppt/ink/ink3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5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24 24575,'1'-12'0,"1"10"0,2 7 0,10 19 0,1 0 0,31 36 0,-25-35 0,-7-7 0,1-1 0,31 29 0,-45-45 0,0-1 0,0 1 0,0 0 0,1 0 0,-1-1 0,0 1 0,0 0 0,0-1 0,0 0 0,1 1 0,-1-1 0,0 0 0,3 1 0,-4-1 0,1 0 0,0 0 0,-1-1 0,1 1 0,-1 0 0,1 0 0,-1-1 0,1 1 0,-1 0 0,1-1 0,-1 1 0,1 0 0,-1-1 0,1 1 0,-1-1 0,1 1 0,-1-1 0,0 1 0,1-1 0,-1 1 0,0-1 0,0 1 0,1-1 0,-1 0 0,0 1 0,0-1 0,0 1 0,0-1 0,0 0 0,0 1 0,0-2 0,1-6 0,-1 0 0,0-1 0,-1 1 0,0 0 0,0-1 0,0 1 0,-6-15 0,3 10 0,-3-22 0,7 34 0,0 1 0,0 0 0,0-1 0,0 1 0,0 0 0,0-1 0,0 1 0,0 0 0,0-1 0,0 1 0,0 0 0,0 0 0,0-1 0,0 1 0,0 0 0,0-1 0,0 1 0,0 0 0,0-1 0,1 1 0,-1 0 0,0 0 0,0-1 0,0 1 0,0 0 0,1 0 0,-1-1 0,1 1 0,-1 0 0,0 0 0,1 0 0,-1 0 0,1 0 0,-1 1 0,0-1 0,1 0 0,-1 0 0,1 0 0,-1 0 0,0 1 0,1-1 0,-1 0 0,0 0 0,1 1 0,-1 0 0,19 18 0,-16-14 0,10 9 0,-1-1 0,2 0 0,15 11 0,-23-19 0,1-1 0,-1-1 0,1 1 0,0-1 0,0 0 0,0 0 0,0-1 0,0 0 0,0 0 0,12 0 0,-15-1 0,0-1 0,0 0 0,0 0 0,0 0 0,0 0 0,0-1 0,0 0 0,0 1 0,0-1 0,4-3 0,-6 3 0,0 0 0,0 0 0,0-1 0,0 1 0,-1-1 0,1 1 0,0-1 0,-1 0 0,1 1 0,-1-1 0,0 0 0,0 0 0,0 0 0,0 0 0,0 0 0,0-1 0,0 1 0,-1 0 0,1-4 0,0-1 0,0 0 0,-1 0 0,0 0 0,0 0 0,-1 1 0,1-1 0,-2 0 0,1 0 0,-1 1 0,0-1 0,0 1 0,-1-1 0,0 1 0,0 0 0,0 0 0,-1 0 0,0 1 0,0-1 0,0 1 0,-8-7 0,9 9-170,-1 1-1,1-1 0,-1 1 1,0 0-1,0 0 0,0 0 1,-7-2-1,-1 1-6655</inkml:trace>
</inkml:ink>
</file>

<file path=ppt/ink/ink3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5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142 65 24575,'-1'-3'0,"-11"-31"0,11 32 0,0-1 0,0 1 0,0 1 0,0-1 0,0 0 0,-1 0 0,1 0 0,-1 1 0,1-1 0,-1 0 0,0 1 0,1 0 0,-4-2 0,4 2 0,0 1 0,0 0 0,1 0 0,-1-1 0,0 1 0,0 0 0,0 0 0,0 0 0,0 0 0,0 0 0,0 1 0,1-1 0,-1 0 0,0 0 0,0 1 0,0-1 0,0 0 0,1 1 0,-1-1 0,0 1 0,-1 0 0,-16 14 0,9-7 0,-18 8 0,22-14 0,1 0 0,-1 1 0,1-1 0,-8 7 0,11-8 0,1-1 0,0 0 0,0 1 0,-1-1 0,1 0 0,0 1 0,0-1 0,0 0 0,0 1 0,-1-1 0,1 1 0,0-1 0,0 0 0,0 1 0,0-1 0,0 0 0,0 1 0,0-1 0,0 1 0,0-1 0,0 0 0,0 1 0,1-1 0,-1 1 0,0-1 0,0 0 0,0 1 0,0-1 0,1 1 0,7 10 0,-4-6 0,9 14 0,0 1 0,0 0 0,16 40 0,-24-46 0,0 0 0,-1 1 0,0 0 0,-1 0 0,-1 0 0,1 30 0,-3-31 0,0-7 0,0 1 0,0 0 0,0-1 0,1 1 0,3 10 0,-4-16 0,1 0 0,0 0 0,0 0 0,0-1 0,0 1 0,0 0 0,0 0 0,0-1 0,0 1 0,1 0 0,-1-1 0,1 1 0,0-1 0,-1 0 0,1 0 0,0 1 0,-1-1 0,1 0 0,0-1 0,0 1 0,0 0 0,0 0 0,0-1 0,3 1 0,2 0 30,-1 0 0,1 0 0,11-1 0,-15 0-154,0 0 0,-1 0 1,1-1-1,0 1 0,0-1 0,-1 0 1,1 0-1,-1 0 0,1 0 0,-1 0 1,4-3-1</inkml:trace>
</inkml:ink>
</file>

<file path=ppt/ink/ink3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5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24575,'4'4'0,"3"3"0,2 4 0,2 5 0,1 3 0,1 0 0,-1 2 0,0 0 0,0-1 0,-2-2 0,-1 0 0,-1-2 0,-3-2-8191</inkml:trace>
</inkml:ink>
</file>

<file path=ppt/ink/ink3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5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36 24575,'175'-12'0,"-173"12"0,1-1 0,0 1 0,-1-1 0,1 1 0,4-3 0,-6 3 0,0-1 0,0 1 0,-1 0 0,1-1 0,0 1 0,-1-1 0,1 1 0,-1-1 0,1 1 0,0-1 0,-1 1 0,1-1 0,-1 0 0,0 1 0,1-1 0,-1 0 0,1 1 0,-1-1 0,0 0 0,0 1 0,1-1 0,-1 0 0,0-1 0,-1-2 0,-1 7 0,-2 6 0,3-4 0,1 0 0,-1 0 0,1 0 0,0 0 0,1 0 0,-1 0 0,1 0 0,2 6 0,14 40 0,-11-35 0,48 150 0,-40-123 0,-13-38 0,1 1 0,-1-1 0,0 0 0,0 1 0,0 8 0,-1-13 0,0 0 0,0 0 0,0 0 0,0 0 0,0 0 0,-1 1 0,1-1 0,0 0 0,-1 0 0,1 0 0,-1 0 0,1 0 0,-1 0 0,1 0 0,-1 0 0,0 0 0,1-1 0,-1 1 0,0 0 0,0 0 0,0-1 0,0 1 0,0 0 0,0-1 0,0 1 0,0-1 0,0 1 0,0-1 0,0 1 0,0-1 0,0 0 0,-2 1 0,-7 0-41,1-1-1,-20 0 0,15-1-1198,1 1-5586</inkml:trace>
</inkml:ink>
</file>

<file path=ppt/ink/ink3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5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56 24575,'0'3'0,"1"0"0,0 0 0,0 1 0,0-1 0,1 0 0,-1 0 0,4 5 0,16 25 0,-20-33 0,1 3 0,19 29 0,38 42 0,-57-71 0,1-1 0,0 1 0,1 0 0,-1-1 0,4 3 0,-6-5 0,-1 1 0,0-1 0,1 0 0,-1 1 0,1-1 0,0 0 0,-1 0 0,1 0 0,-1 1 0,1-1 0,-1 0 0,1 0 0,-1 0 0,1 0 0,0 0 0,-1 0 0,1 0 0,-1 0 0,1 0 0,-1 0 0,1 0 0,0 0 0,-1-1 0,1 1 0,-1 0 0,1 0 0,-1-1 0,1 1 0,-1 0 0,1-1 0,-1 1 0,1 0 0,-1-1 0,0 1 0,1 0 0,-1-1 0,1 1 0,-1-1 0,0 1 0,0-1 0,1 1 0,-1-1 0,0 1 0,0-1 0,1 0 0,0-6 0,0 1 0,0-1 0,0 0 0,-1 0 0,0 1 0,0-1 0,0 0 0,-1 0 0,0 1 0,-3-11 0,1 6 0,1 1 0,1-1 0,-1-11 0,2 21 0,0 0 0,0 0 0,0 1 0,0-1 0,0 0 0,0 1 0,1-1 0,-1 0 0,0 0 0,0 1 0,0-1 0,1 0 0,-1 1 0,0-1 0,1 0 0,-1 1 0,1-1 0,0 0 0,-1 1 0,0 0 0,1-1 0,-1 1 0,1 0 0,-1 0 0,1 0 0,-1 0 0,0 0 0,1 0 0,-1 0 0,1 0 0,-1 0 0,0 0 0,1 0 0,-1 0 0,1 0 0,-1 0 0,1 0 0,-1 1 0,0-1 0,1 0 0,0 1 0,3 1 0,0 1 0,-1 0 0,1 0 0,4 5 0,-4-4 0,22 22 0,13 12 0,-34-34 0,-1 0 0,1 0 0,1-1 0,-1 0 0,0 0 0,9 3 0,-13-5 0,0-1 0,0 1 0,1-1 0,-1 1 0,0-1 0,0 0 0,0 0 0,1 1 0,-1-1 0,0 0 0,0 0 0,1 0 0,-1-1 0,0 1 0,0 0 0,1 0 0,-1-1 0,0 1 0,0-1 0,0 1 0,0-1 0,1 1 0,-1-1 0,0 0 0,0 1 0,0-1 0,0 0 0,-1 0 0,1 0 0,0 0 0,0 0 0,0 0 0,-1 0 0,1 0 0,0 0 0,-1 0 0,1 0 0,-1 0 0,1-2 0,0-1 0,0-1 0,0 1 0,0 0 0,-1-1 0,0 1 0,0 0 0,0-1 0,0 1 0,-1 0 0,-1-6 0,-1-1 20,0 1 0,-1-1 0,0 1 0,0 1 0,-8-12 0,8 15-185,0 0 0,0 0 0,-1 1 0,0 0 0,0 0 0,0 0 0,0 1 0,-12-8 0,9 8-6661</inkml:trace>
</inkml:ink>
</file>

<file path=ppt/ink/ink3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5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226 103 24575,'-11'-11'0,"-42"-39"0,45 43 0,0 1 0,-1 0 0,0 0 0,-16-7 0,23 12 0,0 0 0,-1 1 0,1-1 0,0 1 0,-1-1 0,1 1 0,0 0 0,-1 0 0,1 0 0,0 1 0,-1-1 0,1 0 0,0 1 0,-1-1 0,1 1 0,0 0 0,0 0 0,0 0 0,0 0 0,0 0 0,0 1 0,0-1 0,0 0 0,0 1 0,-1 2 0,-4 2 0,0 1 0,1 1 0,0-1 0,-8 16 0,13-22 0,0 0 0,1 0 0,-1 0 0,1 0 0,0 0 0,-1 1 0,1-1 0,0 0 0,0 0 0,0 0 0,0 0 0,0 0 0,0 0 0,0 1 0,0-1 0,0 0 0,0 0 0,1 0 0,-1 0 0,1 0 0,-1 0 0,0 0 0,1 0 0,0 0 0,-1 0 0,2 2 0,2 1 0,0 1 0,0-1 0,1 0 0,5 4 0,6 7 0,-8-6 0,0 0 0,0 0 0,-1 0 0,-1 1 0,1 0 0,-2 1 0,1-1 0,-1 1 0,3 12 0,-3-4 0,-2-1 0,3 33 0,-5 38 0,-1-87 0,0 1 0,0-1 0,1 0 0,-1 0 0,0 1 0,1-1 0,-1 0 0,1 0 0,0 0 0,0 0 0,0 0 0,0 0 0,0 0 0,0 0 0,0 0 0,1 0 0,2 3 0,-2-3 0,1-1 0,-1 1 0,1 0 0,0-1 0,-1 0 0,1 1 0,0-1 0,0 0 0,0-1 0,-1 1 0,1 0 0,0-1 0,4 1 0,2-1-273,0 1 0,0-1 0,-1-1 0,15-1 0,-13-1-6553</inkml:trace>
</inkml:ink>
</file>

<file path=ppt/ink/ink3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5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62 24575,'3'-5'0,"0"0"0,0 1 0,1-1 0,0 1 0,0 0 0,0 0 0,1 0 0,-1 0 0,1 1 0,9-6 0,-10 8 0,0-1 0,0 0 0,0 1 0,0 0 0,0 0 0,0 0 0,0 0 0,0 1 0,0 0 0,1 0 0,-1 0 0,0 0 0,0 1 0,0-1 0,8 3 0,-10-2 0,0 0 0,0 0 0,0 0 0,0 0 0,0 0 0,0 1 0,0-1 0,0 1 0,0-1 0,-1 1 0,1 0 0,0-1 0,-1 1 0,0 0 0,1 0 0,-1 0 0,0 0 0,0 0 0,0 1 0,0-1 0,-1 0 0,1 0 0,-1 1 0,1-1 0,-1 0 0,0 1 0,0 3 0,1 0 0,-2 1 0,1-1 0,-1 0 0,0 1 0,0-1 0,-1 0 0,0 0 0,0 1 0,-3 5 0,-7 6 0,-2 2 0,13-18 0,1-1 0,-1 0 0,1 0 0,-1 1 0,1-1 0,0 0 0,-1 1 0,1-1 0,0 0 0,0 1 0,0-1 0,0 1 0,0 1 0,0-1 0,1-1 0,-1 0 0,1 0 0,-1 0 0,1 0 0,0 0 0,-1 0 0,1 0 0,0 0 0,0 0 0,0 0 0,-1 0 0,1-1 0,0 1 0,0 0 0,0-1 0,0 1 0,1 0 0,-1-1 0,0 1 0,1-1 0,4 2 0,0 0 0,12 2 0,-9-3 0,149 27 0,-155-27-227,0-1-1,1 1 1,-1-1-1,0 0 1,4 0-1,1-2-6598</inkml:trace>
</inkml:ink>
</file>

<file path=ppt/ink/ink3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5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66 24575,'175'-24'0,"-171"23"0,0 1 0,0-1 0,0 0 0,0 0 0,0 0 0,6-3 0,-8 3 0,-1 0 0,1 0 0,0 0 0,-1-1 0,1 1 0,0-1 0,-1 1 0,0-1 0,1 1 0,-1-1 0,0 0 0,0 0 0,2-3 0,-3 4 0,0 1 0,0-1 0,1 1 0,-1-1 0,0 1 0,0 0 0,1-1 0,-1 1 0,0-1 0,1 1 0,-1-1 0,0 1 0,1 0 0,-1-1 0,0 1 0,1 0 0,-1 0 0,1-1 0,-1 1 0,1 0 0,-1 0 0,1-1 0,0 1 0,-1 0 0,1 0 0,-1 1 0,1-1 0,-1 0 0,0 0 0,1 0 0,-1 1 0,1-1 0,-1 0 0,0 0 0,1 1 0,-1-1 0,0 0 0,1 1 0,-1-1 0,0 0 0,1 1 0,-1 0 0,3 3 0,-1 0 0,0 1 0,2 6 0,-3-9 0,20 56 0,30 99 0,-44-127 0,1-1 0,2 0 0,1 0 0,18 34 0,-28-61 0,0-1 0,0 0 0,-1 1 0,1-1 0,0 1 0,-1-1 0,1 1 0,-1-1 0,0 1 0,1-1 0,-1 1 0,0-1 0,0 1 0,0-1 0,0 1 0,-1 2 0,1-3 0,-1 0 0,1 0 0,-1 0 0,0 0 0,0-1 0,1 1 0,-1 0 0,0 0 0,0 0 0,0-1 0,0 1 0,0 0 0,0-1 0,0 1 0,0-1 0,0 1 0,0-1 0,0 0 0,0 1 0,-1-1 0,1 0 0,0 0 0,-1 0 0,-19 3-18,0-2 0,-39-2 0,25 0-1293,13 1-5515</inkml:trace>
</inkml:ink>
</file>

<file path=ppt/ink/ink3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5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59 72 24575,'0'-5'0,"0"1"0,1-1 0,-1 1 0,1-1 0,0 1 0,0 0 0,1 0 0,-1-1 0,5-6 0,-6 10 0,1-1 0,0 1 0,0 0 0,0-1 0,0 1 0,0 0 0,1 0 0,-1 0 0,0 0 0,0 0 0,1 0 0,-1 0 0,1 0 0,-1 0 0,1 1 0,-1-1 0,1 0 0,-1 1 0,1 0 0,0-1 0,-1 1 0,1 0 0,0 0 0,-1 0 0,1 0 0,0 0 0,-1 0 0,1 0 0,2 1 0,6 2 0,0 1 0,-1 0 0,1 0 0,15 11 0,-4-3 0,-9-6 0,0 2 0,0 0 0,-1 0 0,1 1 0,-2 1 0,0-1 0,0 2 0,12 15 0,-17-19 0,-1 0 0,0 0 0,0 0 0,0 0 0,-1 1 0,0-1 0,-1 1 0,1 0 0,-2 0 0,1 0 0,-1 0 0,0 0 0,-1 0 0,0 1 0,0-1 0,-2 9 0,2-14 0,-1 0 0,1 0 0,-1 0 0,0 1 0,-1-1 0,1 0 0,0 0 0,-1-1 0,0 1 0,1 0 0,-1 0 0,0-1 0,0 1 0,-1-1 0,-3 4 0,2-3 0,0-1 0,0 1 0,0-1 0,-1 0 0,1-1 0,-1 1 0,1-1 0,-1 1 0,1-1 0,-5 0 0,-3 0 0,0-1 0,0 0 0,0 0 0,0-2 0,0 1 0,1-1 0,-22-8 0,17 5 0,1-1 0,1-1 0,-17-9 0,24 11 0,-1 0 0,1-1 0,0 1 0,0-1 0,1-1 0,0 1 0,-7-9 0,11 11 6,0 1 0,0-1 0,1 1 0,-1-1 0,1 0 0,0 1 0,0-1 0,0 0 0,1 0 0,-1 0 0,1 0 0,0 0 0,0 1 0,0-1 0,0 0 0,1 0 0,0 0 0,-1 0 0,4-7 0,-2 6-99,0 1 0,0 0 1,0-1-1,0 1 0,1 0 0,0 0 0,0 0 0,0 0 1,0 1-1,1-1 0,-1 1 0,1 0 0,0 0 1,0 0-1,8-4 0,-4 4-6733</inkml:trace>
</inkml:ink>
</file>

<file path=ppt/ink/ink3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5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207 35 24575,'0'-1'0,"0"0"0,0-1 0,0 1 0,0 0 0,0-1 0,1 1 0,-1 0 0,1-1 0,-1 1 0,1 0 0,-1 0 0,1-1 0,-1 1 0,1 0 0,0 0 0,0 0 0,0 0 0,1-2 0,0 2 0,0 0 0,0 0 0,0 0 0,-1 0 0,1 0 0,0 0 0,0 1 0,0-1 0,0 1 0,0-1 0,3 1 0,2-1 0,-1 1 0,1 1 0,0-1 0,0 1 0,-1 0 0,10 3 0,-4-1 0,-1 1 0,0 0 0,-1 1 0,1 0 0,-1 1 0,19 13 0,-24-15 0,0 0 0,-1 1 0,1-1 0,-1 1 0,0 0 0,-1 0 0,1 1 0,-1-1 0,0 1 0,0 0 0,-1 0 0,0-1 0,0 2 0,2 8 0,-3-10 0,0 1 0,0-1 0,0 0 0,-1 0 0,0 1 0,0-1 0,-1 0 0,1 0 0,-1 0 0,0 1 0,-1-1 0,1 0 0,-1 0 0,0 0 0,0-1 0,0 1 0,-1 0 0,0-1 0,0 1 0,0-1 0,0 0 0,-1 0 0,1 0 0,-1-1 0,0 1 0,0-1 0,-1 0 0,-4 3 0,0-2 0,0 0 0,0 0 0,0 0 0,-1-1 0,1-1 0,-1 0 0,0 0 0,0-1 0,1 0 0,-1-1 0,0 0 0,-11-1 0,-3-2 0,0-1 0,0-1 0,-40-13 0,61 17 0,-15-5 0,-25-13 0,39 17 0,0 0 0,0 0 0,0-1 0,0 0 0,0 0 0,0 0 0,1 0 0,-1-1 0,1 1 0,0-1 0,-3-5 0,5 8 0,0-1 0,1 1 0,-1-1 0,0 1 0,1-1 0,0 1 0,-1-1 0,1 1 0,0-1 0,0 0 0,0 1 0,0-1 0,0 1 0,0-1 0,0 0 0,0 1 0,1-1 0,-1 1 0,1-1 0,-1 1 0,1-1 0,-1 1 0,1 0 0,0-1 0,0 1 0,0 0 0,0-1 0,2-1 0,3-3 0,0 1 0,1-1 0,0 1 0,11-6 0,5-4 0,-13 5-1365,-2 2-5461</inkml:trace>
</inkml:ink>
</file>

<file path=ppt/ink/ink3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5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101 40 24575,'7'-5'0,"0"0"0,0 1 0,0-1 0,0 1 0,0 0 0,10-2 0,-12 4 0,1 1 0,-1-1 0,0 2 0,1-1 0,-1 0 0,1 1 0,-1 0 0,0 1 0,1-1 0,7 2 0,36 11 0,68 26 0,-113-37 0,0-1 0,0 1 0,0 0 0,0 0 0,0 1 0,-1-1 0,1 1 0,-1 0 0,0 0 0,1 0 0,-1 0 0,-1 1 0,1-1 0,0 1 0,-1-1 0,0 1 0,0 0 0,0 0 0,0 0 0,-1 0 0,1 0 0,-1 1 0,0-1 0,-1 0 0,1 1 0,-1-1 0,1 0 0,-1 1 0,-1-1 0,1 1 0,-1-1 0,1 0 0,-1 1 0,0-1 0,-1 0 0,1 0 0,-1 0 0,-4 8 0,3-7 0,0 0 0,0-1 0,0 1 0,-1-1 0,0 1 0,0-1 0,0 0 0,0-1 0,-9 6 0,6-4 0,-1-1 0,1-1 0,-1 1 0,0-1 0,-15 4 0,1-4 0,0 0 0,0-1 0,0-1 0,-25-2 0,27 0 0,0-1 0,-37-9 0,47 8 0,-1 0 0,1-1 0,0 0 0,0-1 0,0 0 0,-17-12 0,26 16 0,-1 0 0,1 0 0,-1 0 0,1-1 0,-1 1 0,1 0 0,0-1 0,-1 1 0,1-1 0,0 0 0,0 1 0,0-1 0,1 0 0,-1 0 0,0 0 0,1 0 0,-1 1 0,0-4 0,1 4 0,1-1 0,-1 0 0,0 0 0,1 0 0,-1 0 0,1 0 0,0 1 0,-1-1 0,1 0 0,0 1 0,0-1 0,0 0 0,0 1 0,1-1 0,-1 1 0,0 0 0,0-1 0,4-1 0,7-7 18,2 0 0,21-11 0,-6 4-1437,-21 12-5407</inkml:trace>
</inkml:ink>
</file>

<file path=ppt/ink/ink3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5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186 47 24575,'1'-3'0,"1"0"0,-1 0 0,1 0 0,0 0 0,1 1 0,-1-1 0,0 1 0,1-1 0,-1 1 0,1 0 0,0 0 0,0 0 0,-1 0 0,8-2 0,-6 2 0,1 1 0,0-1 0,0 1 0,0 1 0,0-1 0,0 1 0,0-1 0,0 2 0,6-1 0,6 4 0,0-1 0,0 2 0,-1 0 0,30 14 0,-34-14 0,67 34 0,-71-35 0,0 2 0,-1-1 0,1 1 0,-1 0 0,0 0 0,0 1 0,6 8 0,-12-13 0,1 0 0,-1 0 0,1 0 0,-1 1 0,0-1 0,0 1 0,0-1 0,0 1 0,0-1 0,-1 1 0,1 0 0,-1-1 0,0 1 0,1 0 0,-1-1 0,0 1 0,-1 0 0,1-1 0,-1 4 0,0-3 0,0 0 0,-1 0 0,1 0 0,-1 0 0,1 0 0,-1 0 0,0 0 0,0-1 0,0 1 0,0-1 0,-1 0 0,1 1 0,-1-1 0,0 0 0,-3 2 0,-3 1 0,-1 0 0,0 0 0,-1-1 0,1-1 0,-1 1 0,0-2 0,0 0 0,-20 2 0,-2-2 0,-55-5 0,64 2 0,0-2 0,-39-10 0,48 8 0,0 0 0,0 0 0,1-2 0,0 0 0,-15-10 0,19 11 0,0-1 0,1 1 0,0-2 0,1 1 0,-10-11 0,16 16 0,1 0 0,-1 0 0,1 0 0,0 0 0,-1-1 0,1 1 0,0 0 0,0-1 0,0 1 0,1 0 0,-1-1 0,1 1 0,-1-1 0,1 1 0,0-1 0,0 1 0,0-1 0,0 1 0,0-1 0,1 1 0,-1-1 0,1 1 0,-1-1 0,1 1 0,0 0 0,0-1 0,0 1 0,0 0 0,1 0 0,1-3 0,0 1 12,0 0 0,1 0-1,0 0 1,0 0 0,0 0 0,0 1-1,1 0 1,5-3 0,5-3-547,20-6 0,-29 13 134,8-4-6425</inkml:trace>
</inkml:ink>
</file>

<file path=ppt/ink/ink3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5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90 14 24575,'0'0'0,"0"0"0,-1 0 0,1 0 0,0-1 0,0 1 0,0 0 0,0 0 0,0 0 0,0 0 0,-1 0 0,1 0 0,0-1 0,0 1 0,0 0 0,0 0 0,0 0 0,0 0 0,0-1 0,0 1 0,0 0 0,0 0 0,0 0 0,0 0 0,0-1 0,0 1 0,0 0 0,0 0 0,0 0 0,0-1 0,0 1 0,0 0 0,0 0 0,0 0 0,0 0 0,1-1 0,5-2 0,11 1 0,7 0 0,-1 2 0,1 0 0,-1 2 0,0 1 0,25 5 0,-38-5 0,-1 0 0,0 0 0,1 1 0,-1 0 0,-1 1 0,12 7 0,-15-8 0,0 0 0,0 1 0,0-1 0,0 1 0,-1 0 0,0 0 0,0 0 0,0 1 0,-1 0 0,4 8 0,-4-8 0,-1 0 0,0 0 0,-1 0 0,1 0 0,-1 0 0,0 0 0,-1 0 0,1 1 0,-1-1 0,-1 0 0,1 0 0,-1 0 0,0 1 0,-2 5 0,2-8 0,-1-1 0,1 0 0,0 1 0,-1-1 0,0 0 0,0 0 0,0 0 0,0 0 0,0-1 0,-1 1 0,1 0 0,-1-1 0,0 0 0,0 1 0,0-1 0,0 0 0,0-1 0,0 1 0,0 0 0,-1-1 0,1 0 0,0 0 0,-1 0 0,1 0 0,-6 0 0,-5 0 0,1 0 0,-1-1 0,1-1 0,-1-1 0,1 1 0,0-2 0,0 0 0,0-1 0,0 0 0,-24-12 0,21 8 0,1 0 0,0-2 0,0 0 0,1-1 0,0 0 0,0-1 0,-21-26 0,32 34 0,-1-1 0,1 0 0,-1 0 0,2-1 0,-1 1 0,0-1 0,1 1 0,-2-9 0,4 13 0,-1-1 0,1 1 0,0-1 0,0 0 0,-1 1 0,1-1 0,0 1 0,1-1 0,-1 1 0,0-1 0,0 0 0,1 1 0,-1-1 0,1 1 0,-1-1 0,1 1 0,-1 0 0,1-1 0,0 1 0,0 0 0,0-1 0,0 1 0,0 0 0,0 0 0,0 0 0,0 0 0,1 0 0,-1 0 0,0 0 0,0 0 0,1 0 0,-1 0 0,1 1 0,-1-1 0,1 1 0,1-1 0,21-3-1365,-13 4-5461</inkml:trace>
</inkml:ink>
</file>

<file path=ppt/ink/ink3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5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107 57 24575,'-7'-5'0,"-14"-13"0,20 16 0,0 1 0,0 0 0,0-1 0,-1 1 0,1-1 0,0 1 0,1-1 0,-1 0 0,0 1 0,0-1 0,0-3 0,1 5 0,0-1 0,0 1 0,0-1 0,0 1 0,0-1 0,0 1 0,0 0 0,1-1 0,-1 1 0,0-1 0,0 1 0,0-1 0,1 1 0,-1-1 0,0 1 0,0 0 0,1-1 0,-1 1 0,0-1 0,1 1 0,-1 0 0,0 0 0,1-1 0,-1 1 0,1 0 0,-1-1 0,0 1 0,1 0 0,-1 0 0,1 0 0,-1 0 0,1-1 0,-1 1 0,1 0 0,-1 0 0,1 0 0,-1 0 0,1 0 0,-1 0 0,1 0 0,21 2 0,3 5 0,0 1 0,-1 0 0,45 25 0,-68-33 0,18 9 0,0 1 0,31 22 0,-46-28 0,0-1 0,0 0 0,0 1 0,-1 0 0,1 0 0,-1 0 0,0 0 0,0 0 0,0 1 0,0-1 0,-1 1 0,0 0 0,0 0 0,0 0 0,-1 0 0,1 0 0,0 5 0,-2-6 0,0-1 0,0 1 0,0-1 0,-1 1 0,1-1 0,-1 1 0,0-1 0,0 0 0,0 1 0,0-1 0,-1 0 0,1 0 0,-3 4 0,1-2 0,-1-1 0,1 0 0,-1 0 0,0 0 0,0-1 0,0 1 0,0-1 0,-5 3 0,0-1 0,0 0 0,0-1 0,-1 0 0,1-1 0,-1 0 0,0 0 0,0-1 0,-17 1 0,12-2 0,-1-1 0,1-1 0,0 0 0,0-1 0,-18-5 0,23 4 0,0 0 0,1 0 0,-1-1 0,1 0 0,0-1 0,1 0 0,-1 0 0,-14-13 0,20 15-54,1 1-1,0 0 0,0-1 1,0 0-1,1 1 1,-1-1-1,0 0 0,1 0 1,0 0-1,0 0 1,0 0-1,0 0 0,0 0 1,1 0-1,-1-1 0,1 1 1,0 0-1,0 0 1,0-1-1,0 1 0,1 0 1,-1 0-1,1 0 1,1-5-1,1-2-6771</inkml:trace>
</inkml:ink>
</file>

<file path=ppt/ink/ink3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5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120 105 24575,'5'-23'0,"-3"15"0,-1-1 0,2 1 0,-1-1 0,1 1 0,0 0 0,5-8 0,-7 14 0,0 1 0,1 0 0,-1 0 0,0 0 0,0 0 0,1 0 0,-1 0 0,0 0 0,1 0 0,-1 0 0,1 0 0,-1 1 0,1-1 0,-1 1 0,1-1 0,0 1 0,-1 0 0,1-1 0,0 1 0,-1 0 0,1 0 0,0 0 0,-1 0 0,1 1 0,0-1 0,-1 0 0,1 1 0,1 0 0,6 2 0,0 0 0,0 0 0,13 8 0,-19-10 0,25 14 0,-1 1 0,31 24 0,-48-32 0,0 1 0,0 0 0,-1 0 0,0 1 0,0 0 0,-2 0 0,1 1 0,7 13 0,-14-20 0,1-1 0,-1 0 0,0 0 0,1 1 0,-2-1 0,1 1 0,0-1 0,-1 1 0,1-1 0,-1 1 0,0 5 0,-1-7 0,1 0 0,-1 1 0,0-1 0,1 0 0,-1 0 0,0 0 0,0 1 0,-1-1 0,1 0 0,0-1 0,-1 1 0,1 0 0,-1 0 0,1-1 0,-1 1 0,0 0 0,0-1 0,-3 2 0,-1 1 0,-1-1 0,0 0 0,0 0 0,0 0 0,0-1 0,-1 0 0,1-1 0,-1 1 0,1-2 0,-8 1 0,-2 0 0,0-2 0,1 0 0,-26-5 0,14-1 0,1-1 0,0-1 0,0-1 0,-39-20 0,59 26 0,1 0 0,-1 0 0,1 0 0,0-1 0,0 0 0,1 0 0,-1 0 0,-5-9 0,9 12 0,1 0 0,-1-1 0,1 1 0,0-1 0,-1 1 0,1-1 0,0 0 0,1 0 0,-1 1 0,0-1 0,1 0 0,-1 0 0,1 0 0,0 0 0,0 1 0,0-1 0,1 0 0,-1 0 0,1 0 0,-1 0 0,1 1 0,0-1 0,0 0 0,2-4 0,0 3 12,-1 0 0,1 1 0,0-1 0,0 1 0,0-1 0,0 1 0,0 0 0,1 0 0,7-4 0,-3 2-309,-1 1 0,1 0 0,0 1 0,10-3 0,-6 3-6529</inkml:trace>
</inkml:ink>
</file>

<file path=ppt/ink/ink3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5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50 145 24575,'-4'-20'0,"-5"-33"0,9 48 0,-1 0 0,1 0 0,0 0 0,1 0 0,0 0 0,-1 0 0,1 0 0,3-6 0,-4 10 0,1 0 0,-1 0 0,1 0 0,0-1 0,-1 1 0,1 0 0,0 0 0,0 0 0,0 0 0,0 0 0,0 0 0,0 1 0,0-1 0,0 0 0,0 0 0,0 1 0,1-1 0,1 0 0,-1 0 0,1 1 0,0-1 0,-1 1 0,1 0 0,0-1 0,-1 1 0,1 1 0,4-1 0,2 2 0,-1 0 0,0 0 0,0 1 0,15 7 0,-7-1 0,1 1 0,-1 1 0,0 0 0,-1 1 0,-1 1 0,16 16 0,-26-24 0,0 0 0,0 0 0,0 0 0,-1 1 0,0-1 0,0 1 0,4 11 0,-6-14 0,-1-1 0,1 1 0,-1-1 0,1 0 0,-1 1 0,0-1 0,0 1 0,0-1 0,0 1 0,0-1 0,-1 1 0,1-1 0,-1 1 0,0-1 0,0 1 0,0-1 0,0 0 0,0 0 0,0 1 0,0-1 0,-1 0 0,-2 3 0,-1 0 0,0-1 0,0 0 0,-1 0 0,1 0 0,-1-1 0,0 1 0,0-1 0,0-1 0,-1 1 0,1-1 0,0-1 0,-1 1 0,1-1 0,-13 1 0,5-1 0,0-1 0,1 0 0,-1-1 0,1-1 0,-1 0 0,-17-6 0,26 7 0,-1-1 0,1 0 0,-1-1 0,1 1 0,0-1 0,0 0 0,0 0 0,1 0 0,-7-6 0,9 7 0,0 0 0,1 0 0,-1 0 0,1-1 0,-1 1 0,1 0 0,0-1 0,-1 1 0,1-1 0,1 1 0,-1-1 0,0 1 0,1-1 0,-1 0 0,1 1 0,0-1 0,-1 0 0,1 1 0,1-1 0,-1 0 0,0 1 0,1-4 0,6-17-1365,-5 13-5461</inkml:trace>
</inkml:ink>
</file>

<file path=ppt/ink/ink3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5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79 24575,'10'-10'0,"2"1"0,-1 0 0,1 1 0,0 1 0,1-1 0,17-6 0,-23 11 0,1 1 0,0 0 0,0 0 0,0 0 0,0 1 0,0 0 0,0 1 0,0 0 0,0 0 0,0 0 0,0 1 0,13 4 0,-8-1 0,0 1 0,-1 0 0,1 1 0,-1 0 0,-1 1 0,1 1 0,-1 0 0,-1 0 0,1 1 0,-1 0 0,13 17 0,-19-22 0,-1 1 0,0-1 0,0 1 0,0 0 0,0 0 0,-1 0 0,1 0 0,-1 0 0,-1 0 0,1 1 0,1 8 0,-3-11 0,0 0 0,0 0 0,0 1 0,0-1 0,-1 0 0,1 0 0,-1 1 0,0-1 0,0 0 0,0 0 0,0 0 0,0 0 0,-1 0 0,1 0 0,-1-1 0,0 1 0,0 0 0,0-1 0,0 1 0,-5 3 0,2-2 0,1-1 0,-1 0 0,0 1 0,0-2 0,0 1 0,0-1 0,-1 1 0,1-1 0,-1-1 0,-5 2 0,2-2 0,1 0 0,-1 0 0,1-1 0,-1 0 0,1 0 0,-11-3 0,4 0 0,1 0 0,0-2 0,0 1 0,0-2 0,0 0 0,1-1 0,-20-12 0,27 15 0,1-1 0,-1 1 0,1-1 0,-1 0 0,1 0 0,-5-7 0,9 10 0,0 0 0,0 0 0,-1 0 0,2 1 0,-1-1 0,0 0 0,0 0 0,0 0 0,1-1 0,-1 1 0,1 0 0,0 0 0,0 0 0,0 0 0,0 0 0,0-1 0,0 1 0,0 0 0,1 0 0,-1 0 0,1 0 0,-1 0 0,1 0 0,2-4 0,0 0-273,1 1 0,1-1 0,-1 1 0,8-7 0,-2 2-6553</inkml:trace>
</inkml:ink>
</file>

<file path=ppt/ink/ink3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5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57 24575,'0'-3'0,"0"0"0,1 0 0,-1-1 0,1 1 0,-1 0 0,1 0 0,0 0 0,0 0 0,0 0 0,3-5 0,-3 6 0,0 1 0,0 0 0,0 0 0,0 0 0,0-1 0,1 1 0,-1 0 0,0 0 0,0 0 0,1 1 0,-1-1 0,0 0 0,1 0 0,-1 1 0,1-1 0,-1 1 0,1-1 0,-1 1 0,1 0 0,0-1 0,-1 1 0,1 0 0,2 0 0,10 2 0,0 0 0,19 6 0,-20-5 0,0 0 0,0-1 0,16 1 0,-21-3 0,2 0 0,0 1 0,0-1 0,18 5 0,-25-4 0,0 0 0,-1 0 0,1 0 0,-1 0 0,1 0 0,-1 0 0,1 1 0,-1-1 0,0 1 0,0 0 0,0 0 0,0 0 0,0 0 0,0 0 0,0 0 0,-1 0 0,1 1 0,1 3 0,42 105 0,-42-102 0,-1 0 0,-1 1 0,0-1 0,0 1 0,0-1 0,-2 11 0,1-8 0,0 0 0,1-1 0,2 15 0,4 3 0,19 46 0,-19-53 0,0 0 0,-1 0 0,4 28 0,-6 8 0,1 9 0,2-24 0,18 89 0,-21-113 0,-2 0 0,0 0 0,-1 0 0,-2 35 0,0-10 0,1-29 0,0 9 0,0 1 0,7 38 0,-4-43 0,-1 0 0,-1 0 0,0 0 0,-4 27 0,-2-17 0,3-21 0,0 0 0,0 12 0,1-8 0,2 101 0,5-83 0,-4-22 0,-1-1 0,2 14 0,-3-15 0,0 7 0,1-1 0,5 27 0,0-16 0,1 4 0,-2 0 0,4 37 0,-7-28 0,-4 42 0,-4-48 0,4-23 0,1 1 0,-2 12 0,3 255 0,1-133 0,-1-124 0,1 0 0,5 22 0,0 29 0,-1-10 0,0-13 0,-4 80 0,-2-61 0,0-14 0,2 57 0,5-70 0,-4-25 0,2 25 0,-4-16 0,0 2 0,0-1 0,6 31 0,-2-24 0,-2 0 0,-2 55 0,-1-30 0,1 191 0,-1-235 0,0-1 0,-3 14 0,2-12 0,-2 19 0,3-5 0,1 1 0,2-1 0,4 29 0,0-10 0,-5-32 0,4 23 0,-2-24 0,1 0 0,9 22 0,-11-29 0,0-1 0,-1 0 0,0 0 0,1 1 0,-2-1 0,1 8 0,0-11 0,-1 1 0,0-1 0,0 1 0,0 0 0,-1-1 0,1 1 0,-1-1 0,1 1 0,-1 0 0,0-1 0,0 0 0,0 1 0,0-1 0,-1 0 0,-1 3 0,2-4 0,-1 0 0,1 1 0,-1-1 0,1 0 0,-1 0 0,0-1 0,0 1 0,0 0 0,1 0 0,-1-1 0,0 1 0,0-1 0,0 0 0,-3 1 0,-32-2 0,23 0 0,-2 1-1365,2-1-5461</inkml:trace>
</inkml:ink>
</file>

<file path=ppt/ink/ink3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5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4 24575,'-3'-4'0,"7"5"0,7 6 0,64 47 0,-30-24 0,27 17 0,1 0 0,-70-45 0,-1-1 0,-1 0 0,0 0 0,0 0 0,1 0 0,-1 0 0,0 0 0,0 0 0,0 0 0,0 1 0,0-1 0,1 3 0,-2-2-70,-4-3 220,-4-4-1134,7 5 523</inkml:trace>
</inkml:ink>
</file>

<file path=ppt/ink/ink3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5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116 14 24575,'-2'-2'0,"0"1"0,-1-1 0,1 0 0,-1 1 0,0 0 0,0 0 0,-3-2 0,5 3 0,0 0 0,0 0 0,1 0 0,-1 0 0,0 0 0,0 0 0,1 0 0,-1 0 0,0 0 0,0 0 0,1 0 0,-1 1 0,0-1 0,1 0 0,-1 0 0,0 1 0,1-1 0,-1 1 0,0-1 0,1 0 0,-1 1 0,1-1 0,-1 1 0,0 0 0,1-1 0,0 1 0,-1-1 0,1 1 0,-1 0 0,1-1 0,0 1 0,-1 0 0,1 1 0,-12 35 0,11-28 0,-2 0 0,0 0 0,-5 11 0,-6 5-55,10-18-132,-1 1 0,1 0-1,1 0 1,-1 0 0,1 0 0,-2 10 0,4-9-6639</inkml:trace>
</inkml:ink>
</file>

<file path=ppt/ink/ink3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5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221 5 24575,'0'0'0,"0"0"0,0-1 0,0 1 0,0 0 0,0 0 0,0 0 0,0 0 0,0-1 0,0 1 0,0 0 0,0 0 0,0 0 0,0 0 0,0-1 0,0 1 0,0 0 0,-1 0 0,1 0 0,0 0 0,0 0 0,0-1 0,0 1 0,0 0 0,0 0 0,-1 0 0,1 0 0,0 0 0,0 0 0,0 0 0,0 0 0,0-1 0,-1 1 0,-6 2 0,-8 7 0,13-7 0,-4 1 0,-1 1 0,1-1 0,0 0 0,-1 0 0,0-1 0,0 0 0,1 0 0,-1-1 0,0 1 0,-1-2 0,-8 1 0,6-1 0,1-1 0,0 0 0,0 0 0,0-1 0,0-1 0,0 1 0,0-1 0,-10-6 0,19 9 0,0 0 0,-1 0 0,1-1 0,0 1 0,-1 0 0,1 0 0,0 0 0,0 0 0,-1 0 0,1 0 0,0 0 0,-1-1 0,1 1 0,0 0 0,0 0 0,-1 0 0,1 0 0,0 0 0,-1 0 0,1 1 0,0-1 0,-1 0 0,1 0 0,0 0 0,0 0 0,-1 0 0,1 0 0,0 0 0,-1 1 0,1-1 0,0 0 0,0 0 0,-1 1 0,1-1 0,0 1 0,-1 0 0,1 0 0,0-1 0,0 1 0,0 0 0,0 0 0,0-1 0,0 1 0,0 0 0,0 0 0,0 1 0,7 24 0,-6-25 0,23 59 0,5 14 0,-21-49 0,-1 1 0,-1-1 0,-2 1 0,0 0 0,0 33 0,-5-58 0,1 1 0,0-1 0,0 1 0,1 0 0,-1-1 0,0 1 0,0-1 0,1 1 0,-1-1 0,1 1 0,0-1 0,-1 1 0,1-1 0,0 1 0,1 0 0,-1-1 0,0 0 0,0 0 0,1 0 0,-1 0 0,0 0 0,1-1 0,-1 1 0,1-1 0,-1 1 0,1-1 0,-1 1 0,1-1 0,-1 0 0,1 0 0,-1 1 0,2-1 0,34 0 0,-24-1 0,-1 1 0,23 3 0,-14 0-682,37 2-1,-48-5-6143</inkml:trace>
</inkml:ink>
</file>

<file path=ppt/ink/ink3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5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59 82 24575,'4'-10'0,"0"0"0,0 1 0,1-1 0,6-8 0,-9 16 0,0-1 0,-1 1 0,1 0 0,0 0 0,1 0 0,-1 0 0,0 1 0,5-4 0,-6 5 0,1-1 0,-1 0 0,1 1 0,0 0 0,-1-1 0,1 1 0,-1 0 0,1 0 0,-1-1 0,1 1 0,0 1 0,-1-1 0,1 0 0,-1 0 0,1 0 0,-1 1 0,3 0 0,2 2 0,1 0 0,-1 1 0,0 0 0,0 0 0,0 0 0,0 1 0,-1-1 0,0 1 0,6 8 0,-4-5 0,0 1 0,-1 0 0,0 0 0,0 1 0,5 14 0,-8-19 0,-2 1 0,1-1 0,-1 1 0,1-1 0,-2 1 0,1-1 0,0 1 0,-2 10 0,1-14 0,0-1 0,0 1 0,-1 0 0,1 0 0,-1-1 0,1 1 0,-1 0 0,0 0 0,1-1 0,-1 1 0,0-1 0,0 1 0,0-1 0,0 1 0,-1-1 0,1 0 0,0 0 0,-1 1 0,1-1 0,-1 0 0,1 0 0,-1 0 0,1 0 0,-1-1 0,0 1 0,1 0 0,-1-1 0,0 1 0,1-1 0,-4 1 0,-3 0 0,0-1 0,0 1 0,0-2 0,0 1 0,0-1 0,0 0 0,0-1 0,0 0 0,1 0 0,-10-4 0,0-1 0,0-1 0,1-1 0,-21-15 0,34 21 0,0 1 0,0-1 0,0 1 0,0-1 0,0 0 0,1 0 0,-1 0 0,1 0 0,0-1 0,0 1 0,-3-6 0,5 7 0,-1 0 0,1 0 0,-1 0 0,1 1 0,0-1 0,-1 0 0,1 0 0,0 0 0,0 0 0,1 0 0,-1 0 0,0 1 0,1-1 0,-1 0 0,1 0 0,-1 0 0,1 1 0,0-1 0,0 0 0,-1 1 0,1-1 0,1 1 0,-1-1 0,0 1 0,0-1 0,3-1 0,1-1-71,1-1 1,0 2-1,0-1 0,1 0 0,-1 1 0,1 1 0,0-1 0,12-2 0,-10 2-656,1 0-6099</inkml:trace>
</inkml:ink>
</file>

<file path=ppt/ink/ink3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5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29 24575,'20'-7'0,"41"-11"0,-54 17 0,0 0 0,0 0 0,1 1 0,-1 0 0,0 0 0,0 0 0,0 1 0,1 0 0,11 4 0,1 1 0,-13-4 0,0-1 0,-1 1 0,1 1 0,10 5 0,-15-7 0,-1 0 0,0 0 0,0 0 0,0 1 0,0-1 0,0 0 0,0 1 0,0-1 0,0 0 0,0 1 0,0 0 0,-1-1 0,1 1 0,-1-1 0,1 1 0,-1-1 0,0 1 0,1 2 0,-1 5 0,1-1 0,-2 13 0,0-9 0,1 6 0,1 0 0,0 0 0,2 0 0,0 0 0,7 19 0,-1-8 0,2 1 0,16 29 0,-19-40 0,0 0 0,10 40 0,-18-58 0,0 0 0,1 0 0,-1 0 0,0 0 0,0 1 0,1-1 0,-1 0 0,0 0 0,0 1 0,-1-1 0,1 0 0,0 0 0,0 0 0,0 0 0,-1 1 0,1-1 0,-1 0 0,1 0 0,-1 0 0,1 0 0,-1 0 0,0 0 0,1 0 0,-1 0 0,0 0 0,0 0 0,0 0 0,0-1 0,0 1 0,0 0 0,0-1 0,0 1 0,0 0 0,0-1 0,0 1 0,0-1 0,-2 1 0,-4 1 0,-1-1 0,1 0 0,-1 0 0,1-1 0,-8 0 0,-2 0 0,8 1-168,0 1 0,-1 0-1,-15 6 1,19-6-524,-3 1-6134</inkml:trace>
</inkml:ink>
</file>

<file path=ppt/ink/ink3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5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24575,'0'2'0,"0"0"0,0 0 0,1 0 0,0 1 0,-1-1 0,1 0 0,0 0 0,0 0 0,0 0 0,0-1 0,0 1 0,0 0 0,1 0 0,-1-1 0,1 1 0,3 2 0,3 3 0,0 0 0,13 6 0,-7-4 0,-3-1 0,90 56 0,-3-7-1365,-89-53-5461</inkml:trace>
</inkml:ink>
</file>

<file path=ppt/ink/ink3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5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95 1 24575,'-12'4'0,"-5"3"0,-1 2 0,4 3 0,3-1 0,2 2 0,3-1 0,2 0 0,2 0 0,1 0 0,1 0 0,0 0 0,0-1 0,1 1 0,-1-1 0,1-1-8191</inkml:trace>
</inkml:ink>
</file>

<file path=ppt/ink/ink3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6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143 3 24575,'-14'-2'0,"0"1"0,-23 2 0,31 0 0,1-1 0,-1 1 0,0 0 0,1 1 0,-1-1 0,1 1 0,0 1 0,-1-1 0,-5 4 0,10-5 0,0-1 0,0 1 0,0 0 0,0-1 0,0 1 0,0 0 0,0 0 0,0 0 0,0 0 0,0 0 0,0 0 0,1 0 0,-1 0 0,0 1 0,1-1 0,-1 0 0,1 0 0,0 0 0,-1 1 0,1-1 0,0 0 0,-1 0 0,1 1 0,0-1 0,0 0 0,0 1 0,0-1 0,1 0 0,-1 0 0,0 1 0,0-1 0,1 0 0,-1 0 0,1 2 0,3 3 0,-1 0 0,1-1 0,0 1 0,0-1 0,8 8 0,4 5 0,-7-6 0,-1-3 0,-1 1 0,-1 0 0,1 0 0,-1 0 0,-1 1 0,0 0 0,6 19 0,-9-15 0,0 0 0,-1 0 0,0 22 0,-1 11 0,1-47 0,-1 0 0,0 0 0,0 0 0,1 0 0,-1 0 0,0 1 0,1-1 0,-1 0 0,1 0 0,-1 0 0,1 0 0,0 0 0,0 0 0,-1-1 0,1 1 0,0 0 0,0 0 0,0 0 0,0-1 0,0 1 0,0 0 0,0-1 0,0 1 0,0-1 0,0 1 0,0-1 0,0 0 0,0 1 0,0-1 0,1 0 0,0 0 0,6 1 0,-1 0 0,1-1 0,14-2 0,-8 1 0,5 1-106,-8 0 221,20-1 1,-29 1-216,0-1 1,0 1 0,1-1-1,-1 1 1,0-1 0,0 0-1,0 0 1,0 0 0,0 0 0,0 0-1,0 0 1,0-1 0,0 1-1,2-3 1,1-2-6727</inkml:trace>
</inkml:ink>
</file>

<file path=ppt/ink/ink3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6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24575,'2'13'0,"1"8"0,0 1 0,1-1 0,0-2 0,-1-2 0,1-3 0,3 0 0,1-2 0,-1-3-8191</inkml:trace>
</inkml:ink>
</file>

<file path=ppt/ink/ink3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6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9 24575,'32'-3'0,"70"-3"0,-86 6 0,0 1 0,0 0 0,1 2 0,18 4 0,7 2 0,-55 14 0,11-20 0,1 1 0,0-1 0,0 1 0,0 0 0,1-1 0,-1 1 0,1 0 0,0-1 0,0 1 0,0 0 0,0-1 0,1 1 0,0 0 0,0 3 0,3 5 0,1-1 0,10 21 0,0-1 0,-6-11 0,-4-11 0,-1 1 0,0-1 0,0 1 0,-1 0 0,0 0 0,-1 0 0,1 13 0,-3-21 4,0 0-1,0 0 1,-1 0-1,1 0 0,-1 1 1,1-1-1,-1 0 1,0 0-1,0 0 0,0 0 1,0 0-1,0-1 1,0 1-1,0 0 1,-1 0-1,1-1 0,0 1 1,-1-1-1,0 1 1,1-1-1,-1 0 1,0 1-1,0-1 0,0 0 1,-2 1-1,-6 2-153,1-1 0,0 0-1,-1-1 1,-12 2 0,10-1-553,2-1-6123</inkml:trace>
</inkml:ink>
</file>

<file path=ppt/ink/ink3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6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24575,'22'14'0,"8"6"0,2 2 0,-2-1 0,-4-2 0,-3-2 0,-4-3 0,-3 0 0,-2-4 0,-2-1 0,-1-3 0,-2 1 0,-1-2 0</inkml:trace>
</inkml:ink>
</file>

<file path=ppt/ink/ink3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6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107 0 24575,'-14'18'0,"-6"7"0,0 2 0,3-1 0,4-5 0,2-2 0,5-3 0,2-3 0,2-3-8191</inkml:trace>
</inkml:ink>
</file>

<file path=ppt/ink/ink3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6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207 55 24575,'-21'-10'0,"-46"-18"0,57 24 0,0 1 0,-1 0 0,0 0 0,-15-1 0,24 4 0,0 0 0,0 1 0,0-1 0,0 0 0,-1 1 0,1-1 0,0 1 0,0-1 0,0 1 0,1 0 0,-1 0 0,0 0 0,0 0 0,0 0 0,1 0 0,-1 1 0,0-1 0,1 0 0,-1 1 0,1-1 0,0 1 0,-1 0 0,1-1 0,0 1 0,0 0 0,0 0 0,0 0 0,1 0 0,-1 0 0,0 0 0,1 0 0,-1 0 0,1 0 0,0 0 0,0 0 0,0 0 0,0 0 0,0 2 0,1 0 0,1 0 0,-1 0 0,1 0 0,-1 0 0,1-1 0,0 1 0,1-1 0,-1 1 0,1-1 0,4 5 0,-2-3 0,-1 0 0,7 11 0,-3 2 0,0 1 0,-2 0 0,0 0 0,-1 0 0,-1 0 0,3 32 0,8 36 0,-13-78 0,1 1 0,0-1 0,0 0 0,1 0 0,0 0 0,11 16 0,-13-24 0,0 1 0,-1 0 0,1-1 0,0 1 0,0-1 0,0 0 0,0 0 0,0 1 0,1-1 0,-1-1 0,0 1 0,0 0 0,1 0 0,-1-1 0,0 0 0,1 1 0,3-1 0,5 0 0,-1 0 0,17-3 0,-8-1-1365,-12 1-5461</inkml:trace>
</inkml:ink>
</file>

<file path=ppt/ink/ink3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6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60 24575,'1'-3'0,"0"0"0,-1 0 0,1 0 0,1 0 0,-1 0 0,0 0 0,1 0 0,-1 0 0,1 1 0,0-1 0,0 1 0,0-1 0,0 1 0,1 0 0,-1-1 0,1 1 0,-1 0 0,6-2 0,-5 2 0,-1 1 0,1 0 0,0 0 0,0 1 0,0-1 0,0 0 0,0 1 0,0 0 0,0 0 0,0 0 0,0 0 0,0 0 0,0 1 0,0-1 0,0 1 0,-1 0 0,1 0 0,0 0 0,0 0 0,4 2 0,-6-2 0,1 0 0,0 0 0,-1 0 0,1 0 0,-1 0 0,1 0 0,-1 1 0,0-1 0,0 0 0,1 1 0,-1-1 0,0 1 0,0 0 0,0-1 0,0 1 0,-1 0 0,1-1 0,0 1 0,-1 0 0,1 0 0,-1 0 0,0-1 0,1 1 0,-1 4 0,-1 1 0,0 1 0,0-1 0,-1 1 0,0-1 0,-3 8 0,2-8 0,1-1 0,0 1 0,1 0 0,-1-1 0,0 11 0,2-16 0,0 1 0,1-1 0,-1 0 0,0 0 0,0 0 0,1 0 0,-1 0 0,1 0 0,-1 0 0,1 0 0,-1 0 0,1 0 0,-1 0 0,1 0 0,0-1 0,0 1 0,-1 0 0,1 0 0,0 0 0,0-1 0,0 1 0,0-1 0,0 1 0,0-1 0,0 1 0,0-1 0,0 1 0,0-1 0,0 0 0,0 0 0,0 1 0,2-1 0,4 1 0,1-1 0,-1 0 0,15-1 0,-10 0 0,4 1-86,-9 0-170,0 0 0,1-1 0,-1 0 1,13-3-1,-12 2-6570</inkml:trace>
</inkml:ink>
</file>

<file path=ppt/ink/ink3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6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34 24575,'14'-4'0,"10"-4"0,1 1 0,0 2 0,33-4 0,-52 8 0,0 1 0,1 0 0,-1 1 0,0 0 0,0 0 0,0 0 0,0 0 0,0 1 0,-1 0 0,1 0 0,0 1 0,6 4 0,-10-6 0,-1 1 0,0-1 0,1 1 0,-1-1 0,0 1 0,0 0 0,0 0 0,0 0 0,0 0 0,-1 0 0,1 0 0,0 0 0,-1 0 0,1 0 0,-1 0 0,0 3 0,1 5 0,-1 1 0,-2 11 0,1-5 0,1-2 0,1 1 0,1-1 0,6 30 0,19 43 0,-23-78 0,1-1 0,-1-1 0,8 11 0,-6-10 0,9 20 0,-14-28 0,-1-1 0,0 1 0,0 0 0,0 0 0,0-1 0,0 1 0,0 0 0,0 0 0,0 0 0,0-1 0,0 1 0,0 0 0,-1 0 0,1-1 0,0 1 0,-1 0 0,1 0 0,0-1 0,-1 1 0,1 0 0,-1-1 0,1 1 0,-1 0 0,1-1 0,-1 1 0,1-1 0,-1 1 0,0-1 0,1 1 0,-1-1 0,0 0 0,1 1 0,-3 0 0,-2 1 0,0 0 0,0 1 0,-8 1 0,12-4 0,-128 34-1365,114-31-5461</inkml:trace>
</inkml:ink>
</file>

<file path=ppt/ink/ink3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6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24575,'5'0'0,"0"2"0,0-1 0,0 1 0,0-1 0,0 1 0,0 1 0,0-1 0,6 5 0,-1-1 0,114 74 68,-65-39-1501,-49-35-5393</inkml:trace>
</inkml:ink>
</file>

<file path=ppt/ink/ink3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6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96 1 24575,'-14'9'0,"-4"6"0,1 2 0,1 1 0,3 0 0,4-1 0,4 0 0,2-3 0,2 2 0,2-1 0,-1-1 0,1 0 0,0-1 0,-1-1 0,1-2-8191</inkml:trace>
</inkml:ink>
</file>

<file path=ppt/ink/ink3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6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131 6 24575,'-14'-2'0,"4"1"0,-1-1 0,1 2 0,0-1 0,-1 1 0,1 1 0,-21 3 0,30-4 0,-1 1 0,1-1 0,0 0 0,0 1 0,0-1 0,0 1 0,0 0 0,0-1 0,0 1 0,0 0 0,0-1 0,0 1 0,0 0 0,0 0 0,0 0 0,0 0 0,1 0 0,-1 0 0,0 0 0,1 0 0,-1 0 0,1 1 0,-1-1 0,1 0 0,-1 0 0,1 0 0,0 1 0,0-1 0,0 0 0,0 0 0,0 1 0,0-1 0,0 0 0,0 0 0,0 1 0,0-1 0,1 2 0,1 4 0,1 0 0,0 1 0,0-1 0,8 12 0,-7-11 0,6 9 0,-2 1 0,0 0 0,-1 0 0,-1 1 0,-1 0 0,-1 0 0,0 1 0,-1-1 0,-2 1 0,1 25 0,-2-38 0,0 1 0,0-1 0,1 0 0,1 1 0,-1-1 0,1 0 0,0 0 0,5 10 0,-5-15 0,-1 0 0,1 0 0,-1 0 0,1 0 0,0 0 0,-1-1 0,1 1 0,0-1 0,0 0 0,1 1 0,-1-1 0,0 0 0,0 0 0,0 0 0,1 0 0,-1-1 0,0 1 0,5 0 0,4 0 0,1 0 0,18 0 0,-25-1 0,2-1 40,0 1 0,12-3 0,-16 2-175,-1 1 0,1-1 0,-1 0 0,1 0 0,-1 0 0,0 0 0,0 0 0,1 0 0,-1-1 0,4-2 0</inkml:trace>
</inkml:ink>
</file>

<file path=ppt/ink/ink3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6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43 24575,'0'-2'0,"1"0"0,-1-1 0,1 1 0,0 0 0,-1 0 0,1 0 0,1 0 0,-1 0 0,0 1 0,0-1 0,1 0 0,-1 0 0,0 1 0,1-1 0,0 1 0,-1-1 0,1 1 0,0 0 0,0 0 0,0 0 0,0 0 0,3-2 0,-1 3 0,0-1 0,0 0 0,0 1 0,0 0 0,1 0 0,-1 0 0,0 0 0,0 1 0,0-1 0,0 1 0,5 2 0,4 2 0,0 0 0,21 12 0,-29-14 0,-4-3 0,0 0 0,0 1 0,0-1 0,-1 1 0,1-1 0,0 1 0,0-1 0,0 1 0,-1 0 0,1-1 0,0 1 0,-1 0 0,1 0 0,0-1 0,-1 1 0,1 0 0,-1 0 0,1 0 0,-1 0 0,0 0 0,1 0 0,-1-1 0,0 1 0,0 0 0,0 0 0,1 0 0,-1 0 0,0 0 0,0 0 0,-1 2 0,1-1 0,-1 0 0,0 0 0,-1 1 0,1-1 0,0 0 0,0 0 0,-1 0 0,0 0 0,1-1 0,-1 1 0,-2 2 0,2-2 0,0 0 0,0 0 0,0 0 0,0 0 0,1 0 0,-1 1 0,1-1 0,-1 0 0,1 1 0,0-1 0,0 1 0,0 0 0,0-1 0,1 1 0,-1 0 0,1 0 0,0-1 0,-1 1 0,1 0 0,0 0 0,1 0 0,-1-1 0,0 1 0,1 0 0,0 0 0,-1-1 0,1 1 0,0 0 0,3 4 0,10 13 0,3 5 0,-16-24 0,0 0 0,-1 1 0,1-1 0,-1 0 0,1 1 0,-1-1 0,1 0 0,-1 1 0,0-1 0,0 1 0,0-1 0,0 1 0,0-1 0,0 0 0,0 1 0,0 1 0,-1-2 0,0 1 0,0-1 0,0 1 0,1-1 0,-1 0 0,0 0 0,-1 0 0,1 1 0,0-1 0,0 0 0,0 0 0,-1 0 0,1-1 0,0 1 0,-1 0 0,1 0 0,-1-1 0,1 1 0,-1-1 0,1 1 0,-3-1 0,-3 2 0,-1-1 0,1 0 0,-8 0 0,-21 0-1365,26 2-5461</inkml:trace>
</inkml:ink>
</file>

<file path=ppt/ink/ink3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6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24575,'15'1'0,"0"1"0,0 0 0,27 8 0,-11-2 0,-28-7 0,0-1 0,0 1 0,0 0 0,0 0 0,-1 0 0,1 1 0,0-1 0,0 1 0,3 2 0,-5-2 0,1-1 0,-1 0 0,0 1 0,0-1 0,0 1 0,0 0 0,0-1 0,-1 1 0,1 0 0,0 0 0,-1-1 0,1 1 0,-1 0 0,0 0 0,1 0 0,-1 3 0,1 14 0,2 0 0,7 33 0,18 36 0,-19-60 0,-1 1 0,-1 0 0,-1 1 0,2 36 0,-8-64 0,0 0 0,0 0 0,0-1 0,0 1 0,-1 0 0,1-1 0,0 1 0,-1 0 0,1-1 0,-1 1 0,0 0 0,1-1 0,-1 1 0,0-1 0,0 1 0,0-1 0,0 0 0,0 1 0,-2 1 0,1-1 0,-1-1 0,1 0 0,0 1 0,0-1 0,-1 0 0,1 0 0,-1-1 0,1 1 0,-1 0 0,1-1 0,-1 1 0,-4-1 0,-28 2-682,-39 9-1,61-8-6143</inkml:trace>
</inkml:ink>
</file>

<file path=ppt/ink/ink3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6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 2 24575,'-7'-2'0,"11"7"0,9 7 0,20 13 0,40 23 0,-18-13 0,-12-7-10,-21-16-442,-2 2 1,22 18-1,-36-26-6374</inkml:trace>
</inkml:ink>
</file>

<file path=ppt/ink/ink3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6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96 1 24575,'-14'9'0,"-4"6"0,0 2 0,4 1 0,2-2 0,3-1 0,4 0 0,1 1 0,3-2 0,0 0 0,2-3-8191</inkml:trace>
</inkml:ink>
</file>

<file path=ppt/ink/ink3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6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127 30 24575,'-6'-4'0,"1"0"0,-1 1 0,1 0 0,-1 0 0,0 0 0,0 1 0,0 0 0,-12-2 0,16 3 0,0 1 0,0-1 0,-1 1 0,1 0 0,0 0 0,-1 0 0,1 0 0,0 1 0,0-1 0,0 1 0,-1-1 0,1 1 0,0 0 0,0 0 0,0 0 0,0 0 0,0 0 0,0 0 0,0 1 0,0-1 0,1 0 0,-1 1 0,0 0 0,1-1 0,-1 1 0,1 0 0,0 0 0,-2 2 0,2-2 0,1-1 0,-1 1 0,1-1 0,-1 1 0,1 0 0,-1-1 0,1 1 0,0 0 0,0-1 0,0 1 0,0 0 0,0-1 0,0 1 0,0 0 0,0-1 0,1 1 0,-1 0 0,1-1 0,-1 1 0,2 2 0,2 2 0,-1 0 0,1 0 0,9 10 0,-9-11 0,1 1 0,6 11 0,-3 4 0,0 0 0,-1 0 0,-1 0 0,-1 1 0,-1 0 0,2 41 0,5 20 0,-10-77 0,0 1 0,0-1 0,1 0 0,0 1 0,0-1 0,1 0 0,-1 0 0,6 8 0,-6-12 0,-1 0 0,1 0 0,-1 0 0,1 0 0,0-1 0,0 1 0,-1 0 0,1-1 0,0 1 0,1-1 0,-1 0 0,0 0 0,0 0 0,1 0 0,-1 0 0,0 0 0,1 0 0,-1-1 0,1 1 0,-1-1 0,1 0 0,-1 0 0,1 0 0,4 0 0,4-2-227,1 0-1,-1-1 1,1 0-1,-1-1 1,12-5-1,-16 5-6598</inkml:trace>
</inkml:ink>
</file>

<file path=ppt/ink/ink3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6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24575,'0'7'0,"1"0"0,0 0 0,0-1 0,1 1 0,-1 0 0,4 7 0,19 38 0,-16-38 0,-8-13 0,0-1 0,0 1 0,0-1 0,1 1 0,-1-1 0,0 0 0,0 1 0,1-1 0,-1 1 0,0-1 0,1 0 0,-1 1 0,1-1 0,-1 0 0,0 1 0,1-1 0,-1 0 0,1 0 0,-1 0 0,1 1 0,-1-1 0,1 0 0,-1 0 0,1 0 0,-1 0 0,1 0 0,-1 0 0,1 0 0,-1 0 0,1 0 0,-1 0 0,1 0 0,-1 0 0,1 0 0,-1 0 0,1 0 0,-1 0 0,0-1 0,1 1 0,3-2 0,-1 0 0,0 0 0,0 0 0,5-5 0,4-4 0,-7 8 14,0 0-1,1 1 0,-1-1 0,1 1 1,0 0-1,-1 1 0,1-1 1,6 0-1,4 1-756,28 1 1,-34 0-6084</inkml:trace>
</inkml:ink>
</file>

<file path=ppt/ink/ink3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6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24575,'8'25'0,"3"11"0,1 3 0,0-3 0,-1-6 0,-1-4 0,0-4 0,-2-5 0,-2-2 0,-2-2 0,-2-4-8191</inkml:trace>
</inkml:ink>
</file>

<file path=ppt/ink/ink3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6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5 24575,'10'-1'0,"2"-1"0,-1 1 0,1 0 0,21 2 0,-30-1 0,1 1 0,-1-1 0,0 1 0,0 0 0,0 0 0,0 0 0,0 0 0,0 1 0,0-1 0,0 1 0,-1 0 0,1 0 0,-1 0 0,1 0 0,-1 0 0,0 0 0,1 1 0,2 4 0,3 7 0,0 0 0,-2 1 0,1 0 0,-2 1 0,0-1 0,3 20 0,-6-21 0,-1 0 0,0-1 0,-2 16 0,1-15 0,0 0 0,3 25 0,-1-32 0,0 0 0,1 0 0,5 12 0,-4-12 0,-1 1 0,3 10 0,-5-17 0,-1 1 0,0-1 0,0 0 0,0 0 0,0 0 0,0 0 0,0 0 0,0 0 0,0 0 0,0 0 0,-1 0 0,1 0 0,0 0 0,-1 0 0,1 0 0,-1 0 0,1 0 0,-1 0 0,1 0 0,-1 0 0,0 0 0,1 0 0,-1-1 0,0 1 0,0 0 0,0-1 0,1 1 0,-1 0 0,0-1 0,0 1 0,0-1 0,0 1 0,-1 0 0,-4 1 0,-1 0 0,1-1 0,0 1 0,-9 0 0,10-1 0,-76 10-1365,64-10-5461</inkml:trace>
</inkml:ink>
</file>

<file path=ppt/ink/ink3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6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 2 24575,'-1'0'0,"1"-1"0,-1 1 0,0 0 0,1 0 0,-1 0 0,1 0 0,-1 0 0,1-1 0,-1 1 0,0 0 0,1 0 0,-1 0 0,1 0 0,-1 1 0,0-1 0,1 0 0,-2 0 0,2 0 0,0 1 0,0-1 0,0 0 0,0 0 0,-1 1 0,1-1 0,0 0 0,0 0 0,0 1 0,0-1 0,0 0 0,0 0 0,0 1 0,0-1 0,0 0 0,0 0 0,0 1 0,0-1 0,0 0 0,0 1 0,0-1 0,0 0 0,0 0 0,0 1 0,0-1 0,1 0 0,10 21 0,12 8 0,2-1 0,0-1 0,35 28 0,-38-36 0,17 17-64,66 57-1237,-98-87-5525</inkml:trace>
</inkml:ink>
</file>

<file path=ppt/ink/ink3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6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109 1 24575,'-14'4'0,"-4"3"0,1 2 0,3 3 0,2-1 0,3 2 0,3-1 0,3 2 0,1 1 0,2-1 0,0 0 0,-1-1 0,-3 0 0,-1-1 0,1-3-8191</inkml:trace>
</inkml:ink>
</file>

<file path=ppt/ink/ink3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6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139 7 24575,'-12'-2'0,"-4"0"0,-24 0 0,36 2 0,0 0 0,0 0 0,0 0 0,1 1 0,-1 0 0,0 0 0,0 0 0,1 0 0,-1 1 0,0-1 0,-6 5 0,9-5 0,-1 0 0,1 1 0,-1-1 0,1 1 0,0-1 0,-1 1 0,1-1 0,0 1 0,0 0 0,0-1 0,0 1 0,1 0 0,-1 0 0,0 0 0,1 0 0,-1 0 0,1 0 0,0-1 0,-1 1 0,1 0 0,0 0 0,0 0 0,1 4 0,1 3 0,0-1 0,0 1 0,1-1 0,5 11 0,5 14 0,-10-18 0,-1 0 0,-1 0 0,0 0 0,-2 23 0,0-20 0,1-1 0,4 31 0,-1-23 0,2 13 0,-4-35 0,-1 0 0,1 0 0,0 0 0,0-1 0,1 1 0,-1 0 0,1 0 0,-1-1 0,4 5 0,-4-6 0,1 0 0,0 0 0,-1 0 0,1 0 0,-1 0 0,1 0 0,0-1 0,0 1 0,-1 0 0,1-1 0,0 0 0,0 1 0,0-1 0,0 0 0,-1 0 0,1 0 0,0 0 0,0 0 0,2-1 0,6 0 0,0-1 0,13-4 0,-15 3 0,50-10-1365,-48 11-5461</inkml:trace>
</inkml:ink>
</file>

<file path=ppt/ink/ink3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6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 0 24575,'-10'24'0,"-10"27"0,19-45 0,-1 0 0,1 1 0,0-1 0,0 0 0,1 1 0,0 9 0,0-15 0,0 1 0,0-1 0,0 0 0,1 0 0,-1 1 0,0-1 0,1 0 0,-1 0 0,0 1 0,1-1 0,0 0 0,-1 0 0,1 0 0,0 0 0,0 0 0,-1 0 0,1 0 0,0 0 0,0 0 0,0 0 0,0 0 0,0 0 0,0-1 0,2 2 0,-1-2 0,0 1 0,1 0 0,-1-1 0,0 0 0,1 1 0,-1-1 0,0 0 0,1 0 0,-1-1 0,0 1 0,1 0 0,3-2 0,-4 2 0,0-1 0,1 0 0,-1 1 0,0 0 0,1 0 0,-1-1 0,1 1 0,-1 1 0,0-1 0,1 0 0,-1 1 0,3 0 0,-3 0 0,-1 0 0,1-1 0,-1 1 0,0 0 0,1 0 0,-1 1 0,0-1 0,0 0 0,0 0 0,0 1 0,0-1 0,0 0 0,0 1 0,0-1 0,-1 1 0,1-1 0,-1 1 0,2 2 0,2 10 0,-1 0 0,3 15 0,-6-25 0,1 1 0,-1 0 0,0-1 0,0 1 0,0 0 0,-1-1 0,1 1 0,-1 0 0,0-1 0,-3 7 0,3-10 6,1 0-1,-1 0 1,0 0-1,0 1 0,0-1 1,0 0-1,0 0 1,0 0-1,-1 0 1,1-1-1,0 1 1,0 0-1,-1 0 0,1-1 1,-1 1-1,1-1 1,0 1-1,-1-1 1,1 0-1,-1 1 1,-1-1-1,-2 0-253,1 0 1,-1 0-1,1 0 1,-1 0-1,-8-2 1,3-1-6579</inkml:trace>
</inkml:ink>
</file>

<file path=ppt/ink/ink3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6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 24575,'23'-2'0,"11"-1"0,0 3 0,-3 0 0,-5 3 0,-4 1 0,-7 0-8191</inkml:trace>
</inkml:ink>
</file>

<file path=ppt/ink/ink3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6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24575,'36'3'0,"-21"-2"0,1 1 0,21 4 0,-35-5 0,-1-1 0,0 1 0,1-1 0,-1 1 0,1 0 0,-1-1 0,0 1 0,1 0 0,-1 0 0,0 0 0,0 0 0,0 0 0,0 0 0,0 0 0,0 0 0,0 1 0,0-1 0,0 0 0,-1 1 0,1-1 0,0 0 0,-1 1 0,1-1 0,0 3 0,0 3 0,-1-1 0,0 0 0,0 0 0,-1 12 0,-1 5 0,4 8 0,2 0 0,9 41 0,-1-1 0,-7-37 0,13 73 0,-15-98 0,-3-8 0,1 1 0,-1-1 0,1 0 0,-1 1 0,0-1 0,1 1 0,-1-1 0,0 1 0,0 1 0,-1-2 0,1-1 0,0 1 0,0 0 0,-1-1 0,1 1 0,0-1 0,-1 1 0,1-1 0,-1 0 0,1 1 0,-1-1 0,1 1 0,-1-1 0,1 0 0,-1 1 0,1-1 0,-1 0 0,1 0 0,-1 1 0,0-1 0,1 0 0,-1 0 0,1 0 0,-1 0 0,0 0 0,1 0 0,-2 0 0,-16 2-119,-75 6-1127,80-7-5580</inkml:trace>
</inkml:ink>
</file>

<file path=ppt/ink/ink3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6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118 25 24575,'0'-1'0,"0"0"0,0 0 0,-1 0 0,1 0 0,0 0 0,-1 0 0,1 0 0,-1 0 0,1 0 0,-1 0 0,1 0 0,-1 0 0,0 0 0,0 1 0,1-1 0,-1 0 0,0 0 0,0 1 0,0-1 0,0 1 0,0-1 0,1 1 0,-1-1 0,0 1 0,0-1 0,0 1 0,0 0 0,-1 0 0,1-1 0,-2 1 0,-4-1 0,-1 0 0,0 1 0,-8 0 0,11 0 0,1 0 0,0 0 0,1 0 0,-1 0 0,0 0 0,1 1 0,-7 1 0,9-2 0,0 1 0,0-1 0,0 1 0,0-1 0,0 1 0,0-1 0,1 1 0,-1 0 0,0 0 0,0-1 0,0 1 0,1 0 0,-1 0 0,0 0 0,1 0 0,-1 0 0,1 0 0,-1 0 0,1 0 0,0 0 0,-1 0 0,1 0 0,0 2 0,-1 2 0,0 0 0,1 0 0,0 0 0,0 1 0,1-1 0,-1 0 0,1 0 0,2 6 0,2 6 0,9 18 0,-9-23 0,0-1 0,-1 1 0,5 22 0,-7-17 0,-2 30 0,-1-33 0,2-1 0,-1 1 0,4 21 0,0-16 0,0 29 0,3 12 0,-2-16 0,-5-33 0,1 1 0,1-1 0,0 0 0,5 13 0,4 11 0,7 36 0,-13-48 0,0 1 0,1 45 0,-5-55 0,4 24 0,-3-23 0,2 22 0,-5 6 0,1 23 0,0-55 0,1-1 0,1 0 0,0 0 0,4 13 0,2-1 0,-2 0 0,5 27 0,-7-24 0,-1-12 0,-1-1 0,0 18 0,-2 213 0,0-226 0,6 27 0,-1-10 0,7 57 0,-7-53 0,-2-14 0,1 29 0,-5 155 0,2-194 0,0-1 0,5 17 0,-2-7 0,1 3 0,-3-17 0,0 0 0,1 17 0,-1 2 0,1 1 0,8 32 0,-9-52 0,10 79 0,-8-49 0,-2 1 0,-3 41 0,0-20 0,1-40 0,0 12 0,1 0 0,5 32 0,6 29 0,1 8 0,-9-54 0,2 13 0,-3-33 0,-2 1 0,-1 30 0,1 26 0,10-9 0,-6-43 0,-2-14 0,1 24 0,1 13 0,-2-37 0,0 21 0,-2-6 0,5 36 0,0 10 0,0-5 0,5 46 0,-6-61 0,-4-37 0,5 30 0,-3-26 0,-1 1 0,-2 52 0,-1-30 0,2-31 0,5 30 0,-1-13 0,0-3 0,-2-17 0,1 27 0,-4-17 0,0 7 0,6 56 0,1-6 0,-2-10 0,-4-68 0,21 155 0,-19-131 0,-1-1 0,-2 40 0,-1-26 0,1-37 0,0-1 0,0 1 0,-1-1 0,0 1 0,0-1 0,0 1 0,-4 7 0,7-15 0,0 0 0,1 0 0,-1 0 0,0 1 0,1-1 0,0 1 0,-1-1 0,1 1 0,0 0 0,0 0 0,0 1 0,0-1 0,1 0 0,5-1 0,2 0 0,-1 1 0,1 0 0,0 1 0,20-1 0,-8 1 0,-13 0-1365,-3-1-5461</inkml:trace>
</inkml:ink>
</file>

<file path=ppt/ink/ink3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6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32 24575,'0'-1'0,"0"0"0,1 0 0,-1 0 0,0 0 0,1 1 0,-1-1 0,0 0 0,1 0 0,-1 0 0,1 0 0,-1 1 0,1-1 0,0 0 0,-1 1 0,1-1 0,0 0 0,-1 1 0,1-1 0,0 1 0,0-1 0,0 1 0,-1-1 0,1 1 0,0 0 0,0-1 0,0 1 0,1 0 0,2-2 0,1 1 0,0 0 0,8 0 0,31 0 0,-30 1 0,-1 0 0,1-1 0,23-4 0,-36 5 0,0-1 0,1 1 0,-1 0 0,0 0 0,0 0 0,0 0 0,0 0 0,1 0 0,-1 0 0,0 0 0,0 0 0,0 0 0,0 1 0,0-1 0,0 0 0,1 1 0,-1-1 0,0 1 0,0 0 0,0-1 0,0 1 0,0 0 0,-1-1 0,1 1 0,0 0 0,0 0 0,0 0 0,-1 0 0,1 0 0,0 0 0,-1 0 0,2 2 0,0 3 0,0 0 0,0 0 0,-1 1 0,2 12 0,0-3 0,3 20 0,-4-21 0,7 28 0,-3-20 0,-1 0 0,1 27 0,-2-19 0,-3-21 0,-1 0 0,0-1 0,-1 1 0,-3 18 0,1-14 0,0 20 0,3-17 0,1-1 0,6 32 0,-1-20 0,-2 0 0,2 50 0,-6-52 0,1 0 0,5 28 0,45 170 0,-47-208 0,-1 1 0,0-1 0,0 23 0,-4 51 0,0-34 0,1 386 0,1-428 0,4 25 0,-2-25 0,0 20 0,4 70 0,5 5 0,-9-68 0,-2 57 0,-2-58 0,6 61 0,6 4 0,1 16 0,-3-57 0,2 83 0,-6-49 0,1 3 0,-6-54 0,7 127 0,-4-134 0,-3 46 0,2 10 0,3-46 0,1 19 0,-6-49 0,0 2 0,1 1 0,5 32 0,-4-36 0,0 1 0,-1 33 0,-2-33 0,1 1 0,5 28 0,1-17 0,28 188 0,-20-81 0,-9-98 0,1 12 0,-4-25 0,7 34 0,-4-34 0,2 30 0,-1-10 0,-4-32 0,2 24 0,-4-19 0,1 0 0,4 29 0,-2-31 0,-1-1 0,-2 31 0,0-30 0,0 0 0,4 26 0,1-6 0,-2 0 0,-3 67 0,-1-43 0,1-51 0,0-4 0,0 0 0,2 15 0,-1-20 0,0-1 0,-1 1 0,1 0 0,0-1 0,0 1 0,1 0 0,-1-1 0,1 0 0,-1 1 0,1-1 0,3 4 0,-3-4 0,0 1 0,0-1 0,-1 1 0,1 0 0,-1 0 0,0 0 0,1-1 0,-1 1 0,0 0 0,0 4 0,-1-5 0,1-1 0,-1 1 0,0 0 0,1-1 0,-1 1 0,0 0 0,0-1 0,-1 1 0,1 0 0,0-1 0,0 1 0,-1 0 0,1-1 0,-1 1 0,0-1 0,1 1 0,-1-1 0,0 1 0,-2 2 0,3-3 0,-1-1 0,0 1 0,0-1 0,0 0 0,0 1 0,0-1 0,1 0 0,-1 1 0,0-1 0,0 0 0,0 0 0,0 0 0,0 0 0,0 0 0,0 0 0,0 0 0,0 0 0,0 0 0,0 0 0,0-1 0,0 1 0,-1-1 0,-22-10 0,19 9 0,-1-1-151,-1 0-1,0 1 0,1-1 0,-1 2 1,0-1-1,0 1 0,0 0 1,-9 0-1,6 1-6674</inkml:trace>
</inkml:ink>
</file>

<file path=ppt/ink/ink3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6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43 46 24575,'-5'-16'0,"5"15"0,0 1 0,0 0 0,0-1 0,0 1 0,0 0 0,0-1 0,0 1 0,0 0 0,0-1 0,-1 1 0,1 0 0,0-1 0,0 1 0,0 0 0,-1 0 0,1-1 0,0 1 0,0 0 0,-1 0 0,1 0 0,0-1 0,-1 1 0,1 0 0,0 0 0,-1 0 0,1 0 0,0-1 0,0 1 0,-1 0 0,1 0 0,-1 0 0,1 0 0,0 0 0,-1 0 0,1 0 0,0 0 0,-1 0 0,1 0 0,0 0 0,-1 0 0,1 0 0,-1 1 0,1-1 0,-1 1 0,1-1 0,0 1 0,0-1 0,-1 1 0,1-1 0,0 1 0,0 0 0,0-1 0,-1 1 0,1-1 0,0 1 0,0 0 0,0-1 0,0 1 0,0-1 0,0 1 0,0 0 0,1-1 0,-1 1 0,0-1 0,0 1 0,0 0 0,0-1 0,1 1 0,-1-1 0,0 1 0,1-1 0,-1 1 0,0-1 0,1 1 0,0 0 0,13 15 0,-9-11 0,0-1 0,10 7 0,-13-10 0,1 0 0,-1 0 0,0 0 0,0 0 0,0 0 0,0 0 0,1-1 0,-1 1 0,0-1 0,1 1 0,2-1 0,-4 0 0,-1 0 0,1 0 0,-1 0 0,1 0 0,-1 0 0,1 0 0,-1-1 0,1 1 0,-1 0 0,1 0 0,-1 0 0,1-1 0,-1 1 0,1 0 0,-1-1 0,1 1 0,-1 0 0,0-1 0,1 1 0,-1 0 0,0-1 0,1 1 0,-1-1 0,1 0 0,-1 0 0,0 0 0,0 0 0,1 0 0,-1 0 0,0 0 0,0 0 0,0 0 0,0 0 0,0 0 0,0 0 0,-1-2 0,0 0 0,0-1 0,0 1 0,-1-1 0,1 1 0,-1-1 0,-2-2 0,2 3 0,-1-1 0,0 1 0,0 0 0,0 0 0,0 0 0,-1 1 0,1-1 0,-1 1 0,0-1 0,1 1 0,-8-2 0,10 3 0,-1 1 0,1-1 0,-1 1 0,0-1 0,1 1 0,-1 0 0,1 0 0,-1 0 0,0 0 0,1 0 0,-1 0 0,0 0 0,1 0 0,-1 1 0,1-1 0,-1 1 0,1-1 0,-1 1 0,1-1 0,-1 1 0,1 0 0,-1 0 0,1 0 0,0 0 0,0 0 0,-1 0 0,1 0 0,0 0 0,0 0 0,0 1 0,0-1 0,0 0 0,-1 3 0,0 4-1365,1 0-5461</inkml:trace>
</inkml:ink>
</file>

<file path=ppt/ink/ink3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6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13 24575,'0'-1'0,"0"1"0,0-1 0,0 1 0,0-1 0,0 1 0,0-1 0,0 0 0,1 1 0,-1-1 0,0 1 0,0-1 0,0 1 0,0-1 0,1 1 0,-1-1 0,0 1 0,1-1 0,-1 1 0,0-1 0,1 1 0,0-1 0,-1 1 0,0 0 0,1 0 0,-1 0 0,1 0 0,-1 0 0,0 0 0,1 0 0,-1 0 0,1 0 0,-1 0 0,0 0 0,1 0 0,-1 0 0,1 0 0,-1 0 0,1 0 0,-1 0 0,0 0 0,1 1 0,1 0 0,0 0 0,0 0 0,0 0 0,-1 0 0,1 0 0,0 1 0,-1-1 0,4 4 0,15 27 0,0 0 0,28 67 0,-34-69 0,98 227 0,-107-243 0,7 15 0,-11-27 0,0-1 0,0 1 0,0-1 0,0 1 0,0-1 0,0 1 0,0-1 0,1 0 0,-1 0 0,1 1 0,-1-1 0,0 0 0,3 1 0,-3-2 0,0 0 0,-1 0 0,1 1 0,0-1 0,-1 0 0,1 0 0,0 0 0,0 0 0,-1-1 0,1 1 0,0 0 0,-1 0 0,1 0 0,0 0 0,-1-1 0,1 1 0,0 0 0,-1-1 0,1 1 0,-1 0 0,1-1 0,-1 1 0,1-1 0,-1 1 0,1-1 0,-1 1 0,1-1 0,-1 1 0,0-1 0,1 0 0,-1 1 0,0-1 0,1 0 0,-1 0 0,3-4 0,-1 0 0,0-1 0,1-5 0,-2 7 0,3-14 0,0 0 0,1-36 0,-2 19 0,2-96 0,-3 31 0,-2 99 0,0 0 0,0 0 0,0-1 0,0 1 0,1 0 0,-1 0 0,0 0 0,1 0 0,-1-1 0,1 1 0,-1 0 0,1 0 0,-1 0 0,1 0 0,0 0 0,1-1 0,-2 2 0,1-1 0,-1 1 0,0 0 0,0 0 0,1 0 0,-1 0 0,0 0 0,1-1 0,-1 1 0,1 0 0,-1 0 0,0 0 0,1 0 0,-1 0 0,0 0 0,1 0 0,-1 0 0,0 0 0,1 0 0,-1 1 0,1-1 0,0 0 0,0 1 0,0-1 0,0 1 0,-1 0 0,1-1 0,0 1 0,0 0 0,0-1 0,-1 1 0,2 1 0,9 15 0,17 31 0,-8-13 0,3 4 0,3 8 0,44 54 0,-64-92 0,3 2 0,13 13 0,-20-21 0,1-1 0,0 1 0,0-1 0,0 1 0,1-1 0,-1 0 0,0 0 0,1-1 0,5 3 0,-8-4 0,0 0 0,0 0 0,0 0 0,0 0 0,0 1 0,0-2 0,0 1 0,0 0 0,0 0 0,0 0 0,0 0 0,0-1 0,0 1 0,0 0 0,0-1 0,0 1 0,0-1 0,0 1 0,0-1 0,0 1 0,0-1 0,-1 0 0,1 1 0,0-1 0,0 0 0,-1 0 0,1 0 0,-1 1 0,1-1 0,-1 0 0,1 0 0,-1 0 0,1 0 0,-1-1 0,3-4 0,-1-1 0,0 1 0,-1-1 0,1-7 0,-1 10 0,2-23 0,0 0 0,-3-53 0,-1 62 0,-1 0 0,-1 1 0,0-1 0,-2 1 0,-9-27 0,0 17-1365,7 18-5461</inkml:trace>
</inkml:ink>
</file>

<file path=ppt/ink/ink3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6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225 0 24575,'1'1'0,"1"-1"0,-1 1 0,1 0 0,-1 0 0,0-1 0,1 1 0,-1 0 0,0 0 0,2 2 0,-3-3 0,0 0 0,1 0 0,-1 1 0,0-1 0,0 0 0,0 0 0,0 0 0,0 1 0,0-1 0,0 0 0,1 0 0,-1 1 0,0-1 0,0 0 0,0 0 0,0 0 0,0 1 0,0-1 0,0 0 0,0 0 0,0 1 0,0-1 0,0 0 0,-1 0 0,1 0 0,0 1 0,0-1 0,-1 1 0,1-1 0,0 1 0,-1-1 0,1 0 0,-1 1 0,1-1 0,-1 0 0,1 0 0,-1 1 0,1-1 0,-1 0 0,0 0 0,1 0 0,-2 1 0,-9 1 0,0 0 0,-14-1 0,-3 2 0,-113 4-1365,125-8-5461</inkml:trace>
</inkml:ink>
</file>

<file path=ppt/ink/ink3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6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180 44 24575,'1'-2'0,"0"0"0,0 0 0,0 0 0,0 0 0,0 0 0,1 0 0,-1 1 0,0-1 0,1 0 0,-1 1 0,1-1 0,0 1 0,-1-1 0,1 1 0,0 0 0,0 0 0,0 0 0,0 0 0,0 0 0,0 0 0,0 0 0,0 1 0,0-1 0,1 1 0,2-1 0,0 1 0,-3 0 0,0 0 0,-1-1 0,1 1 0,0 0 0,-1 0 0,1-1 0,-1 1 0,1-1 0,0 1 0,2-2 0,-4 0 0,-4 1 0,-4 1 0,-55 11 0,-69 21 0,101-24-1365,18-6-5461</inkml:trace>
</inkml:ink>
</file>

<file path=ppt/ink/ink3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6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9180 0 24575,'1'0'0,"1"0"0,-1 1 0,1-1 0,-1 1 0,1-1 0,-1 1 0,1-1 0,-1 1 0,0 0 0,1 0 0,-1 0 0,0-1 0,0 1 0,1 0 0,-1 1 0,0-1 0,0 0 0,0 0 0,0 0 0,-1 1 0,1-1 0,0 0 0,0 1 0,-1-1 0,1 1 0,-1-1 0,1 1 0,-1 1 0,1 2 0,0-1 0,0 0 0,0 0 0,-1 1 0,0-1 0,0 1 0,0-1 0,0 0 0,-2 5 0,1-4 0,-1-1 0,1 0 0,-1 0 0,0 0 0,-1 0 0,1 0 0,-1 0 0,1-1 0,-1 1 0,0-1 0,0 0 0,-1 0 0,1 0 0,-1 0 0,-4 2 0,-7 4 0,0-1 0,-27 10 0,34-15 0,-65 29 0,36-15 0,-73 22 0,109-38 0,-11 2 0,0 0 0,-1 0 0,1-1 0,-18 0 0,-272-3 0,291 2 0,-1 1 0,1 0 0,0 0 0,-1 1 0,-11 4 0,9-2 0,0-1 0,-21 3 0,-3-4 0,0-3 0,-71-7 0,44 1 0,-49-4 0,-92-3 0,181 13 0,-191 7 0,-104 29 0,88-31 0,141-6 0,-71-6 0,127 4 0,0 2 0,-67 7 0,-11 0 0,8 0 0,-147-1 0,156-6 0,15-5 0,1 0 0,61 6 0,-9-1 0,0 2 0,-47 7 0,48-5 0,1-1 0,-1 0 0,-27-4 0,4 1 0,-299 1 0,330 1 0,-29 5 0,16-1 0,-35 6 0,57-9 0,0 1 0,1 0 0,-1 1 0,-15 8 0,20-9 0,0 1 0,0 0 0,0 1 0,1-1 0,-1 1 0,1 0 0,-4 5 0,2-1 0,0 0 0,1 0 0,-6 13 0,10-15 0,5-10 0,6-9 0,-8 7 0,0 0 0,0 0 0,0 0 0,-1 0 0,0-1 0,0 1 0,0-1 0,0 1 0,-1-1 0,0-7 0,0 10 0,-1 0 0,1 1 0,0-1 0,-1 0 0,0 0 0,0 0 0,1 1 0,-2-1 0,1 0 0,0 1 0,0-1 0,-1 1 0,0-1 0,1 1 0,-1 0 0,0 0 0,0 0 0,0 0 0,0 0 0,-1 0 0,-2-2 0,-16-5 0,0 0 0,0 2 0,-36-8 0,-2-1 0,41 11 0,0 0 0,-1 2 0,0 0 0,0 1 0,-27 0 0,-11 2 0,-40 1 0,48 4 0,-18 2 0,-124-8 0,174 1 0,-25-6 0,-13 1 0,-117-14 0,168 19 0,-27-3 0,-61 2 0,4 0 0,40-4 0,-9-1 0,-24 0 0,-24 0 0,-190 7 0,279 0 0,0 0 0,-29 8 0,-11 1 0,8-5 0,-70 4 0,-161-10 0,195-5 0,3 0 0,45 7 0,-44 6 0,1-2 0,-5 1 0,2 1 0,14-2 0,-12-1 0,49-3 0,-37 5 0,17 0 0,35-5 0,0 1 0,-30 7 0,-6 5 0,-100 15 0,76-20 0,-33 3 0,36-6 0,4-1 0,-12-1 0,-1 1 0,13 1 0,-109-4 0,91-3 0,13 0 0,-79 2 0,104 6 0,23-2 0,24-5 0,-5 1 0,0 0 0,-1 0 0,-10-1 0,15 0 0,0-1 0,0 0 0,0 1 0,0-1 0,0 0 0,0-1 0,0 1 0,1 0 0,-1-1 0,1 1 0,-5-4 0,0-1 0,0-1 0,1 0 0,-1-1 0,1 1 0,1-1 0,-9-16 0,-6-7 0,9 16-1365</inkml:trace>
</inkml:ink>
</file>

<file path=ppt/ink/ink3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6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377 26 24575,'-3'-3'0,"0"1"0,0-1 0,0 1 0,-1 0 0,1 0 0,-1 0 0,0 1 0,1-1 0,-1 1 0,0 0 0,0 0 0,0 0 0,-4 0 0,-4 0 0,0 0 0,0 2 0,-14 0 0,9 2 0,1 1 0,-1 0 0,-22 10 0,28-10 0,8-3 0,0 0 0,0 0 0,0 1 0,0-1 0,0 1 0,-5 4 0,7-6 0,1 1 0,-1-1 0,1 1 0,0-1 0,-1 1 0,1-1 0,-1 1 0,1-1 0,0 1 0,0 0 0,-1-1 0,1 1 0,0 0 0,0-1 0,0 1 0,-1 0 0,1-1 0,0 1 0,0 0 0,0-1 0,0 1 0,0 0 0,1-1 0,-1 1 0,0 0 0,0-1 0,0 1 0,0 0 0,1-1 0,-1 1 0,0-1 0,1 1 0,-1 0 0,0-1 0,1 1 0,-1-1 0,1 1 0,-1-1 0,1 1 0,0 0 0,5 3 0,1 1 0,-1-1 0,1 0 0,-1-1 0,1 1 0,0-1 0,11 3 0,-5-2 0,42 16 0,-21-8 0,-1 1 0,44 23 0,-75-35 0,1 1 0,-1 0 0,0-1 0,1 1 0,-1 0 0,0 1 0,0-1 0,0 0 0,-1 0 0,1 1 0,0-1 0,1 4 0,-3-5 0,0 0 0,1 0 0,-1 0 0,0 0 0,0 0 0,0 0 0,1 0 0,-1 0 0,0 0 0,0 0 0,-1 0 0,1 0 0,0 0 0,0 0 0,0 0 0,-1 0 0,1 0 0,-1 0 0,1 0 0,0 0 0,-1-1 0,0 1 0,1 0 0,-1 0 0,1 0 0,-1-1 0,0 1 0,0 0 0,1-1 0,-1 1 0,0 0 0,0-1 0,0 1 0,0-1 0,0 1 0,0-1 0,0 0 0,-1 1 0,-8 3 0,0-1 0,-1 0 0,1-1 0,-1 1 0,-17 0 0,3-2 0,-33-3 0,-10-6 0,-71-18 0,118 22 0,-3-3-1365,16 3-5461</inkml:trace>
</inkml:ink>
</file>

<file path=ppt/ink/ink3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6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 36 24575,'-10'-25'0,"6"16"0,3 7 0,2 4 0,6 16 0,-1 0 0,6 26 0,-2-6 0,6 23 0,-9-30 0,2 0 0,17 40 0,-17-49 0,-2-7 0,-1-1 0,18 26 0,-12-18 0,-10-21-1365</inkml:trace>
</inkml:ink>
</file>

<file path=ppt/ink/ink3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6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357 12 24575,'-25'-2'0,"-13"0"0,-2-1 0,2 1 0,6 1 0,6 0 0,4 0 0,3 1 0,3 0 0,3 0 0,1 0 0,1 0 0,0 1 0,0-1 0,0 0 0,0 0 0,0 0 0,1 0-8191</inkml:trace>
</inkml:ink>
</file>

<file path=ppt/ink/ink3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6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36 129 24575,'0'3'0,"0"1"0,1-1 0,0 1 0,0-1 0,0 1 0,0-1 0,0 0 0,1 1 0,-1-1 0,1 0 0,0 0 0,0 0 0,0 0 0,0-1 0,1 1 0,-1 0 0,5 2 0,-2-1 0,0 0 0,0 0 0,0-1 0,1 0 0,-1 0 0,1 0 0,0-1 0,12 4 0,-18-6 0,1 0 0,-1 0 0,0 0 0,1 1 0,-1-1 0,1 0 0,-1 0 0,0 0 0,1 0 0,-1 0 0,1 0 0,-1 0 0,0 0 0,1 0 0,-1 0 0,1 0 0,-1 0 0,1 0 0,-1-1 0,0 1 0,1 0 0,-1 0 0,0 0 0,1-1 0,-1 1 0,1-1 0,-1 1 0,0-1 0,0 1 0,0-1 0,0 1 0,0-1 0,0 1 0,0-1 0,0 1 0,0-1 0,0 1 0,-1-1 0,1 1 0,0 0 0,0-1 0,-1 1 0,1-1 0,-1 0 0,-16-19 0,-12-7 0,17 17 0,1-1 0,0 0 0,0 0 0,1-1 0,-16-25 0,25 34 0,-1 0 0,1 0 0,0 0 0,0 0 0,0 0 0,1 0 0,-1 0 0,1-1 0,0 1 0,0-6 0,0 8 0,0 0 0,0-1 0,0 1 0,1 0 0,-1 0 0,0-1 0,1 1 0,-1 0 0,1 0 0,0 0 0,-1 0 0,1-1 0,0 1 0,0 0 0,-1 0 0,1 0 0,0 1 0,0-1 0,0 0 0,0 0 0,0 0 0,1 1 0,-1-1 0,0 1 0,0-1 0,0 1 0,1-1 0,1 0 0,1 0-85,1 1 0,-1-1-1,1 1 1,0 0 0,-1 0-1,1 1 1,-1-1 0,1 1-1,-1 0 1,1 0 0,-1 0-1,0 1 1,1-1 0,-1 1-1,5 3 1,-2-1-6741</inkml:trace>
</inkml:ink>
</file>

<file path=ppt/ink/ink3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6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 0 24575,'-2'6'0,"0"4"0,1 2 0,4 1 0,1 0 0,1 1 0,3-2 0,1 1 0,1-1 0,2 0 0,-1-1 0,1-1 0,0-1 0,-2 0 0,-1-2 0,1 1 0,-1-2 0,-1-2-8191</inkml:trace>
</inkml:ink>
</file>

<file path=ppt/ink/ink3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6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24575,'2'0'0,"1"2"0</inkml:trace>
</inkml:ink>
</file>

<file path=ppt/ink/ink3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6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134 290 24575,'-7'-2'0,"-9"-2"0,-23-4 0,35 7 0,0 1 0,0-1 0,0 1 0,0 0 0,0 1 0,0-1 0,0 1 0,0 0 0,0 0 0,0 0 0,-5 2 0,8-3 0,0 1 0,0 0 0,0-1 0,0 1 0,-1 0 0,1 0 0,0 0 0,0 0 0,1 0 0,-1 0 0,0 0 0,0 0 0,0 0 0,1 0 0,-1 0 0,0 1 0,1-1 0,-1 3 0,0-2 0,1 0 0,0 1 0,0-1 0,0 0 0,0 1 0,0-1 0,0 0 0,1 1 0,-1-1 0,2 3 0,1 4 0,1-1 0,0 1 0,1 0 0,5 7 0,-9-15 0,2 4 0,1-1 0,-1 1 0,1-1 0,1 0 0,-1 0 0,1 0 0,-1 0 0,1-1 0,0 0 0,0 0 0,1 0 0,-1-1 0,0 0 0,1 0 0,0 0 0,-1 0 0,1-1 0,0 0 0,0 0 0,0-1 0,0 0 0,10-1 0,-14 1 0,0 0 0,0 0 0,0-1 0,0 1 0,0-1 0,0 1 0,0-1 0,0 0 0,0 0 0,0 0 0,-1 0 0,1 0 0,0 0 0,-1 0 0,1-1 0,-1 1 0,3-2 0,-3 0 0,1 1 0,-1-1 0,1 1 0,-1-1 0,0 1 0,0-1 0,0 0 0,0 0 0,-1 0 0,1-5 0,0-2 0,-1 1 0,-1-1 0,0 0 0,0 1 0,-1-1 0,-3-10 0,-8-20 0,-24-49 0,20 51 0,-17-57 0,32 86 0,1 4 0,0 0 0,0 1 0,-1-1 0,1 1 0,-1-1 0,-5-7 0,7 12 0,0 0 0,0 0 0,0 0 0,0 0 0,0 0 0,0 0 0,0 0 0,0 0 0,0 0 0,0 0 0,-1 0 0,1 0 0,0 0 0,0 0 0,0 0 0,0-1 0,0 1 0,0 0 0,0 0 0,0 0 0,-1 0 0,1 0 0,0 0 0,0 0 0,0 0 0,0 0 0,0 0 0,0 0 0,0 1 0,0-1 0,-1 0 0,1 0 0,0 0 0,0 0 0,0 0 0,0 0 0,0 0 0,0 0 0,0 0 0,0 0 0,0 0 0,0 0 0,-1 0 0,-2 7 0,-1 6 0,3 0 0,0-1 0,0 0 0,1 1 0,1-1 0,0 0 0,0 1 0,1-1 0,1 0 0,0 0 0,1 0 0,0-1 0,1 1 0,9 15 0,-10-19 0,28 45 0,-27-47 0,0-1 0,-1 1 0,2-1 0,-1 0 0,1 0 0,8 6 0,3 0 0,0-2 0,0 0 0,30 11 0,-39-17 0,0-1 0,0 0 0,0 0 0,0-1 0,0 0 0,0 0 0,1-1 0,-1 0 0,0 0 0,0-1 0,10-2 0,-15 2 0,0 0 0,0 0 0,-1 0 0,1 0 0,0 0 0,-1-1 0,1 1 0,-1-1 0,1 0 0,-1 0 0,0 0 0,0 0 0,0 0 0,2-3 0,-1 1 0,-1 1 0,0-1 0,0 0 0,0 0 0,-1 0 0,1 0 0,-1 0 0,1-9 0,-1 5 0,0-1 0,-1 0 0,0 0 0,-1 0 0,0 0 0,0 1 0,-1-1 0,-5-16 0,4 18 0,0 0 0,0 0 0,-1 0 0,0 0 0,0 1 0,-7-9 0,9 13 0,0 0 0,0 1 0,0-1 0,0 0 0,0 1 0,0-1 0,0 1 0,0 0 0,-1 0 0,-2-1 0,3 1 0,1 1 0,-1 0 0,1-1 0,-1 1 0,0 0 0,1 0 0,-1 0 0,0 1 0,1-1 0,-1 0 0,1 0 0,-1 1 0,0-1 0,1 1 0,-1 0 0,1-1 0,-3 2 0,2 0 0,0 0 0,0 0 0,0 0 0,0 0 0,0 0 0,0 0 0,1 0 0,-1 1 0,1-1 0,-1 1 0,1-1 0,0 1 0,0-1 0,0 1 0,1 0 0,-1 0 0,0-1 0,1 5 0,-1 5 0,0-1 0,1 1 0,2 13 0,-2-20 0,1 0 0,0 1 0,0-1 0,0 0 0,1 0 0,0 0 0,0 0 0,0 0 0,1 0 0,4 7 0,-2-7 0,-1 1 0,1-1 0,1 0 0,-1 0 0,1 0 0,0-1 0,9 5 0,0 0 0,1-2 0,0 0 0,0-1 0,0 0 0,1-2 0,26 5 0,-4-4 0,70 0 0,-94-6-455,1 0 0,23-5 0,-29 4-6371</inkml:trace>
</inkml:ink>
</file>

<file path=ppt/ink/ink3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6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58 125 24575,'-7'-28'0,"6"27"0,1 7 0,1 8 0,7 9 0,0 1 0,22 41 0,-12-27 0,-15-30 0,7 13 0,-1 0 0,-1 0 0,8 34 0,-16-55 0,0 0 0,0 1 0,1-1 0,-1 0 0,0 0 0,0 0 0,0 1 0,0-1 0,0 0 0,0 1 0,0-1 0,0 0 0,0 0 0,0 1 0,0-1 0,0 0 0,0 0 0,0 1 0,0-1 0,0 0 0,0 0 0,0 1 0,0-1 0,0 0 0,0 0 0,-1 1 0,1-1 0,0 0 0,0 1 0,-6-8 0,-6-14 0,12 21 0,-43-94 0,-48-148 0,82 207 0,11 82 0,12 16-1365,-11-51-5461</inkml:trace>
</inkml:ink>
</file>

<file path=ppt/ink/ink3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6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19 24575,'2'-4'0,"0"-3"0,1 1 0,-1 5 0,-1 3 0,0 4 0,-2 2 0,-2 1-8191</inkml:trace>
</inkml:ink>
</file>

<file path=ppt/ink/ink3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6:37.4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 72 24575,'-5'-6'0,"1"0"0,0 0 0,1 0 0,-1-1 0,1 1 0,0-1 0,1 0 0,-3-11 0,5 15 0,4 7 0,3 7 0,-4 0 0,-1 1 0,0 0 0,0 0 0,-1 0 0,-1 0 0,0 15 0,-1-10 0,1 0 0,4 23 0,-1-21 0,1-1 0,1 0 0,1 0 0,8 17 0,-12-29 0,0-1 0,1 0 0,-1 0 0,1-1 0,1 1 0,-1-1 0,1 1 0,-1-1 0,1 0 0,0 0 0,1-1 0,-1 1 0,1-1 0,-1 0 0,1 0 0,0-1 0,10 5 0,-6-4 0,-1 0 0,1 0 0,0-1 0,1 0 0,-1-1 0,0 0 0,0 0 0,19-2 0,-24 1 0,0-1 0,0 0 0,0 0 0,1 0 0,-1 0 0,0-1 0,-1 0 0,1 0 0,0 0 0,0 0 0,-1-1 0,1 1 0,-1-1 0,0 0 0,0 0 0,0 0 0,0 0 0,-1 0 0,1-1 0,-1 1 0,4-7 0,-1-4 0,0 1 0,-1 0 0,0-1 0,3-21 0,4-15 0,-8 82 0,-3 11 0,1 0 0,3 0 0,1-1 0,2 1 0,18 58 0,33 37 0,-25-64 0,-32-71 0,1 1 0,-1-1 0,0 0 0,0 1 0,0-1 0,-1 1 0,1 0 0,-1-1 0,0 5 0,0-7 0,0 0 0,0-1 0,0 1 0,0 0 0,-1-1 0,1 1 0,0 0 0,0-1 0,-1 1 0,1-1 0,-1 1 0,1-1 0,0 1 0,-1 0 0,1-1 0,-1 0 0,1 1 0,-1-1 0,1 1 0,-2 0 0,1-1 0,-1 1 0,1-1 0,0 0 0,-1 1 0,1-1 0,-1 0 0,1 0 0,-1 0 0,1 0 0,-1 0 0,1 0 0,-1 0 0,-1-1 0,-7-1 0,0-1 0,1 0 0,-1-1 0,1 0 0,-1-1 0,-10-6 0,-50-39 0,63 45 0,-14-11 0,-24-24 0,39 35 0,1-1 0,0-1 0,0 1 0,0-1 0,0 0 0,1 0 0,0 0 0,-4-12 0,8 17 0,-1 0 0,0 0 0,1 0 0,0 0 0,-1 1 0,1-1 0,0 0 0,0 0 0,0 0 0,0 0 0,0 0 0,1 0 0,-1 0 0,1 0 0,-1 0 0,1 0 0,-1 0 0,3-2 0,-2 1 0,1 1 0,0 0 0,0 0 0,0 0 0,0 0 0,0 1 0,0-1 0,0 1 0,0-1 0,1 1 0,-1 0 0,3-2 0,8-1 0,0 0 0,0 1 0,0 1 0,20-2 0,-21 2 0,27-1-1365,-24 2-5461</inkml:trace>
</inkml:ink>
</file>

<file path=ppt/ink/ink3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6:41.5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689 58 24575,'9'-2'0,"-7"1"0,0 1 0,0 0 0,0-1 0,0 1 0,-1-1 0,1 1 0,0-1 0,0 0 0,-1 0 0,1 0 0,2-2 0,-4 3 0,0 0 0,0-1 0,0 1 0,0 0 0,0-1 0,0 1 0,0 0 0,0 0 0,0-1 0,0 1 0,0 0 0,0-1 0,-1 1 0,1 0 0,0 0 0,0-1 0,0 1 0,0 0 0,-1 0 0,1-1 0,0 1 0,0 0 0,-1 0 0,1 0 0,0-1 0,0 1 0,-1 0 0,1 0 0,0 0 0,0 0 0,-1 0 0,1 0 0,0-1 0,-1 1 0,1 0 0,-1 0 0,-11-4 0,-9 1 0,-25-2 0,5 2 0,-57-10 0,0 5 0,-124 6 0,187 6-455,0 1 0,-53 15 0,70-15-6371</inkml:trace>
</inkml:ink>
</file>

<file path=ppt/ink/ink3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6:42.6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302 19 24575,'12'0'0,"-7"0"0,-11 0 0,-68 1 0,-83-2 0,145 0-341,0-1 0,0 0-1,-20-6 1,19 3-6485</inkml:trace>
</inkml:ink>
</file>

<file path=ppt/ink/ink3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6:42.8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282 63 24575,'-20'-12'0,"-8"-4"0,-3 0 0,5 6 0,3 4 0,5 4 0,1 1 0,5 5 0,-2 0 0,1 0 0,-2 2 0,1 0 0,-3-2 0,-1 2 0,3 0-8191</inkml:trace>
</inkml:ink>
</file>

<file path=ppt/ink/ink3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6:44.0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39 24575,'0'-12'0,"1"-8"0,0 22 0,3 13 0,14 59 0,3 0 0,4-1 0,44 92 0,-48-119 0,40 80 0,-51-109 0,0 0 0,1-1 0,1 0 0,1-1 0,14 14 0,-24-27 0,0 1 0,-1-1 0,1 0 0,0 0 0,0 0 0,1 0 0,-1 0 0,0-1 0,1 1 0,-1-1 0,1 0 0,4 1 0,-7-2 0,1 0 0,0 0 0,0 0 0,-1-1 0,1 1 0,0 0 0,0-1 0,-1 1 0,1-1 0,0 1 0,-1-1 0,1 0 0,-1 0 0,1 1 0,-1-1 0,1 0 0,-1-1 0,0 1 0,1 0 0,-1 0 0,0-1 0,0 1 0,0 0 0,0-1 0,0 1 0,1-4 0,3-4 0,0-1 0,-1 0 0,-1-1 0,0 1 0,0-1 0,-1 0 0,2-15 0,-3-79 0,-1 72 0,-1 12 0,-5-25 0,-1-12 0,14 65 0,4 8 0,6 13 0,0-1 0,0-1 0,2 0 0,41 43 0,-49-59 0,0 0 0,1-2 0,-1 1 0,21 10 0,-25-16 0,0 0 0,0 0 0,0 0 0,0-1 0,1 0 0,-1-1 0,1 1 0,-1-2 0,1 1 0,10-1 0,-16 0 0,1-1 0,-1 1 0,0-1 0,0 0 0,0 1 0,1-1 0,-1 0 0,0 0 0,0-1 0,0 1 0,0 0 0,-1-1 0,1 1 0,0-1 0,-1 0 0,1 1 0,-1-1 0,1 0 0,-1 0 0,0 0 0,1 0 0,-1 0 0,0 0 0,-1 0 0,1-1 0,1-3 0,1-5 0,-1-1 0,1-1 0,-1-20 0,-1 29 0,-1-19 0,0 1 0,-1-1 0,-2 0 0,-7-33 0,0 16 0,-25-62 0,9 44 0,-36-57 0,62 114 0,-9-13-1365,2 4-5461</inkml:trace>
</inkml:ink>
</file>

<file path=ppt/ink/ink3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6:44.4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423 61 24575,'-9'-10'0,"-7"-3"0,-2 0 0,-1 3 0,1 3 0,-3 3 0,2 1 0,-3 3 0,-1 0 0,-2 0 0,-2 3 0,-1 1 0,-1-1 0,-2 3 0,-2-1 0,1-1 0,3-1 0,6-1-8191</inkml:trace>
</inkml:ink>
</file>

<file path=ppt/ink/ink3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6:44.8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305 46 24575,'-19'-7'0,"-10"-3"0,-2 0 0,2 3 0,1 2 0,3 1 0,1 2 0,-1 2 0,-1 0 0,2 2 0,-1 2 0,5 0-8191</inkml:trace>
</inkml:ink>
</file>

<file path=ppt/ink/ink3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6:45.9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57 9 24575,'-2'-2'0,"-4"-1"0,-3-1 0,0 4 0,0 2 0,-3 0 0,3 2 0</inkml:trace>
</inkml:ink>
</file>

<file path=ppt/ink/ink3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6:46.6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9 24575,'3'-2'0,"0"1"0,0 0 0,1 0 0,-1 0 0,1 0 0,-1 1 0,1-1 0,-1 1 0,1 0 0,-1 0 0,1 0 0,-1 0 0,1 1 0,-1-1 0,1 1 0,-1 0 0,0 0 0,1 0 0,-1 1 0,5 2 0,4 3 0,1 1 0,-2 1 0,20 17 0,-9-7 0,211 153 0,-201-150 0,54 50 0,-85-69-62,-6-5 216,-6-5-1611,2 2-5369</inkml:trace>
</inkml:ink>
</file>

<file path=ppt/ink/ink3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6:46.9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249 39 24575,'-1'-5'0,"-4"-16"0,5 20 0,0 0 0,0 1 0,-1-1 0,1 0 0,0 1 0,0-1 0,-1 0 0,1 1 0,-1-1 0,1 1 0,-1-1 0,1 0 0,0 1 0,-1-1 0,0 1 0,1 0 0,-1-1 0,1 1 0,-1-1 0,0 1 0,1 0 0,-2-1 0,1 1 0,1 0 0,-1 1 0,0-1 0,0 0 0,1 0 0,-1 1 0,1-1 0,-1 0 0,0 1 0,1-1 0,-1 1 0,1-1 0,-1 1 0,1-1 0,-1 1 0,1-1 0,-1 1 0,1 0 0,0-1 0,-1 1 0,1 1 0,-10 17 0,8-15 0,-36 94 0,1-3 0,32-84 0,-5 13 0,-22 34 0,27-50 0,0-1 0,0 0 0,-1 0 0,0-1 0,-1 0 0,1 0 0,-1 0 0,-11 6 0,7-6-1365,2-1-5461</inkml:trace>
</inkml:ink>
</file>

<file path=ppt/ink/ink3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6:47.4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372 1 24575,'1'0'0,"12"6"0,-13-6 0,0 1 0,1-1 0,-1 0 0,0 0 0,0 0 0,0 0 0,0 1 0,0-1 0,0 0 0,1 0 0,-1 1 0,0-1 0,0 0 0,0 0 0,0 0 0,0 1 0,0-1 0,0 0 0,0 0 0,0 1 0,0-1 0,0 0 0,0 0 0,0 1 0,0-1 0,-1 0 0,1 0 0,0 0 0,0 1 0,0-1 0,0 0 0,0 0 0,0 0 0,0 1 0,-1-1 0,1 0 0,0 0 0,0 0 0,0 0 0,-1 1 0,1-1 0,0 0 0,0 0 0,0 0 0,-1 0 0,1 0 0,0 0 0,0 0 0,0 0 0,-1 0 0,1 0 0,0 1 0,0-1 0,-1 0 0,-5 2 0,-1 1 0,1-1 0,-1 0 0,0 0 0,1-1 0,-1 0 0,0 0 0,0-1 0,-8 0 0,-10-1 0,-27-4 0,-14-1-682,-79 2-1,126 4-6143</inkml:trace>
</inkml:ink>
</file>

<file path=ppt/ink/ink3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6:56.3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358 45 24575,'2'-1'0,"0"0"0,0 0 0,0 0 0,0-1 0,0 1 0,0-1 0,3-2 0,-5 4 0,1-1 0,-1 1 0,0 0 0,0 0 0,0-1 0,0 1 0,0 0 0,0 0 0,0-1 0,1 1 0,-1 0 0,0 0 0,0-1 0,0 1 0,0 0 0,0-1 0,0 1 0,0 0 0,0 0 0,-1-1 0,1 1 0,0 0 0,0 0 0,0-1 0,0 1 0,0 0 0,0-1 0,-12-6 0,2 3 0,-1 1 0,1 1 0,-1 0 0,-15-1 0,-47 1 0,55 2 0,-2 0 0,-1 1 0,1 1 0,-23 5 0,35-6 0,1 1 0,-1 1 0,0-1 0,1 1 0,-1 1 0,1-1 0,0 1 0,0 1 0,0-1 0,-10 10 0,16-13 0,-1 1 0,1-1 0,1 0 0,-1 0 0,0 1 0,0-1 0,0 0 0,1 1 0,-1-1 0,1 1 0,-1-1 0,1 1 0,-1-1 0,1 1 0,0-1 0,0 1 0,0-1 0,0 1 0,0-1 0,0 1 0,0 0 0,1-1 0,-1 1 0,0-1 0,1 1 0,-1-1 0,1 0 0,0 1 0,-1-1 0,1 1 0,0-1 0,0 0 0,0 0 0,2 3 0,2 1 0,-1 0 0,1 0 0,1-1 0,-1 1 0,1-1 0,9 5 0,152 70 0,-60-32 0,-75-29 0,-31-17 0,1 0 0,-1 0 0,1 1 0,-1-1 0,0 0 0,1 0 0,-1 1 0,0-1 0,0 1 0,0-1 0,0 1 0,0-1 0,-1 1 0,1 0 0,0-1 0,-1 1 0,1 2 0,-1-3 0,0 0 0,0 0 0,0 0 0,-1 1 0,1-1 0,0 0 0,-1 0 0,1 0 0,-1 0 0,0 0 0,1-1 0,-1 1 0,1 0 0,-1 0 0,0 0 0,0 0 0,0-1 0,1 1 0,-1 0 0,0-1 0,0 1 0,0 0 0,0-1 0,0 0 0,0 1 0,0-1 0,-2 1 0,-3 1 0,0 0 0,1-1 0,-11 2 0,-16-1 0,-48-3 0,34 0 0,29 0-273,1-1 0,0 0 0,1-1 0,-25-9 0,28 9-6553</inkml:trace>
</inkml:ink>
</file>

<file path=ppt/ink/ink3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6:56.8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 17 24575,'-1'-3'0,"-3"-8"0,4 9 0,2 5 0,19 39 0,17 46 0,-3-6 0,15 19 0,-21-45 0,36 98 0,-63-149 0,6 24 0,-8-27 0,1-1 0,-1 0 0,0 1 0,0-1 0,0 0 0,0 1 0,0-1 0,0 0 0,0 0 0,0 1 0,0-1 0,-1 0 0,1 1 0,0-1 0,-1 0 0,0 0 0,1 0 0,-2 2 0,2-3 0,0 1 0,-1-1 0,1 0 0,-1 0 0,1 0 0,-1 0 0,1 1 0,0-1 0,-1 0 0,1 0 0,-1 0 0,1 0 0,-1 0 0,1 0 0,-1 0 0,1 0 0,0 0 0,-1 0 0,1-1 0,-1 1 0,1 0 0,-1 0 0,1 0 0,-1 0 0,1-1 0,0 1 0,-1 0 0,1 0 0,0-1 0,-1 1 0,1 0 0,0-1 0,-1 1 0,1 0 0,0-1 0,-1 0 0,-10-14 0,5 2-1365,2 1-5461</inkml:trace>
</inkml:ink>
</file>

<file path=ppt/ink/ink3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6:57.0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304 1 24575,'-27'0'0,"-11"0"0,-5 0 0,3 0 0,6 0 0,7 0 0,4 2 0,5 1 0,2 1 0,2-2 0,0 0 0,6-1 0,6 0 0,6-1 0</inkml:trace>
</inkml:ink>
</file>

<file path=ppt/ink/ink3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6:57.3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84 233 24575,'0'1'0,"0"0"0,0 0 0,0 0 0,0-1 0,0 1 0,0 0 0,0 0 0,0-1 0,0 1 0,0 0 0,-1 0 0,1-1 0,0 1 0,0 0 0,-1 0 0,1-1 0,-1 1 0,1-1 0,-1 1 0,0 0 0,1 0 0,-1-1 0,1 0 0,-1 0 0,1 0 0,-1 0 0,1 0 0,-1 0 0,1 0 0,-1 0 0,1 0 0,-1 0 0,1 0 0,0 0 0,-1-1 0,1 1 0,-1 0 0,1 0 0,-1 0 0,1-1 0,-1 1 0,1 0 0,0 0 0,-1-1 0,-2-2 0,0 1 0,0-1 0,0 0 0,0 0 0,1-1 0,-3-3 0,-2-8 0,0 0 0,2 0 0,-1 0 0,2-1 0,0 0 0,-2-25 0,1 11 0,5 27 0,-1 1 0,1 0 0,-1 0 0,1 0 0,0-1 0,0 1 0,0 0 0,1 0 0,-1 0 0,0-1 0,1 1 0,-1 0 0,1 0 0,0 0 0,0 0 0,0 0 0,0 0 0,2-4 0,-1 5 0,0-1 0,-1 1 0,1 0 0,0 0 0,0 0 0,0 0 0,0 0 0,0 0 0,0 0 0,0 0 0,0 1 0,1-1 0,-1 1 0,0 0 0,0-1 0,0 1 0,1 0 0,-1 0 0,3 1 0,-1-1 10,1 1 0,-1 0 0,1 0 0,-1 1 0,1-1 0,-1 1 0,0 0 0,1 0 0,-1 1 0,0-1 0,4 5 0,4 2-505,-1 1 0,12 14 0,-15-15-6331</inkml:trace>
</inkml:ink>
</file>

<file path=ppt/ink/ink3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6:57.6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 1 24575,'-2'10'0,"-2"5"0,1 3 0,1 1 0,0 0 0,3-4 0,2-2 0,2 0 0,4-3 0,1-3 0,0-5 0,-1-5 0</inkml:trace>
</inkml:ink>
</file>

<file path=ppt/ink/ink3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6:57.7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75 24575,'0'-17'0,"3"-6"0,0 4 0,2 7 0,1 9 0,-1 6 0,-1 9 0,1 1 0,-1 2 0,0 0 0,-2-2-8191</inkml:trace>
</inkml:ink>
</file>

<file path=ppt/ink/ink3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6:58.5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74 418 24575,'-4'-2'0,"-1"1"0,0 0 0,1 1 0,-1-1 0,0 1 0,0 0 0,-7 0 0,10 1 0,1-1 0,0 1 0,-1-1 0,1 1 0,-1-1 0,1 1 0,0 0 0,-1-1 0,1 1 0,0 0 0,0 0 0,0 0 0,0 0 0,0 0 0,0 0 0,0 1 0,0-1 0,0 0 0,0 0 0,1 1 0,-1-1 0,0 0 0,1 1 0,-1-1 0,1 1 0,0-1 0,-1 3 0,1 1 0,-1-1 0,1 0 0,0 1 0,1-1 0,-1 0 0,1 1 0,0-1 0,0 0 0,0 0 0,1 0 0,0 0 0,-1 0 0,1 0 0,1 0 0,-1-1 0,0 1 0,5 4 0,-3-3 0,1 1 0,0-2 0,0 1 0,0 0 0,1-1 0,-1 0 0,1 0 0,0-1 0,0 1 0,9 2 0,-12-5 0,-1 0 0,1 0 0,0 0 0,0-1 0,0 1 0,0-1 0,0 1 0,0-1 0,0 0 0,0 0 0,0-1 0,0 1 0,0-1 0,0 1 0,-1-1 0,1 0 0,0 0 0,0 0 0,-1-1 0,1 1 0,0 0 0,2-3 0,0-1 0,-1 1 0,0-1 0,0 1 0,0-1 0,-1 0 0,1-1 0,-1 1 0,0-1 0,3-10 0,-2 4 0,0-1 0,-1 1 0,-1-1 0,0 0 0,0 0 0,-2 0 0,1 0 0,-2 0 0,0 0 0,0 1 0,-6-23 0,-5-9 0,-34-83 0,29 86 0,14 33 0,-3-10 0,-2 0 0,0 1 0,0 0 0,-15-20 0,23 37 0,0 0 0,0 0 0,0 0 0,0 0 0,0 0 0,0 0 0,0 1 0,0-1 0,0 0 0,0 0 0,0 0 0,0 0 0,0 0 0,0 0 0,0 1 0,0-1 0,0 0 0,0 0 0,0 0 0,-1 0 0,1 0 0,0 0 0,0 0 0,0 1 0,0-1 0,0 0 0,0 0 0,0 0 0,0 0 0,0 0 0,-1 0 0,1 0 0,0 0 0,0 0 0,0 0 0,0 0 0,0 0 0,0 0 0,-1 0 0,1 0 0,0 0 0,0 0 0,0 0 0,0 0 0,0 0 0,-1 0 0,1 0 0,0 0 0,0 0 0,0 0 0,0 0 0,0 0 0,0 0 0,0 0 0,-1 0 0,1 0 0,0 0 0,0 0 0,0-1 0,0 1 0,0 0 0,0 0 0,0 0 0,0 0 0,0 0 0,-1 0 0,1-1 0,0 13 0,4 33 0,3 0 0,1 0 0,26 80 0,-27-105 0,0-1 0,1 0 0,1 0 0,1-1 0,24 34 0,-29-45 0,1 0 0,0 0 0,0-1 0,1 0 0,-1 0 0,1-1 0,1 0 0,-1 0 0,1 0 0,0-1 0,0 0 0,0-1 0,0 0 0,1 0 0,0-1 0,12 2 0,-11-3 0,1 0 0,-1-1 0,1-1 0,-1 1 0,1-2 0,-1 0 0,0 0 0,1-1 0,-1 0 0,-1 0 0,1-1 0,15-9 0,-21 11 0,1-1 0,0-1 0,-1 1 0,1-1 0,-1 1 0,0-1 0,0 0 0,-1-1 0,1 1 0,-1-1 0,0 0 0,0 1 0,0-1 0,-1 0 0,0-1 0,0 1 0,0 0 0,-1-1 0,1 1 0,-1-1 0,-1 1 0,1-1 0,-1 0 0,0 1 0,0-7 0,-1 8 0,1 1 0,-1 0 0,0 0 0,0 0 0,0 0 0,0 0 0,0 0 0,-1 0 0,1 0 0,-1 1 0,0-1 0,1 0 0,-1 1 0,-1-1 0,1 1 0,0 0 0,-5-4 0,3 4 0,0-1 0,0 1 0,0 0 0,0 0 0,0 1 0,-1-1 0,1 1 0,-1 0 0,1 0 0,-1 0 0,-7 0 0,7 1 0,0 0 0,0 1 0,0-1 0,0 1 0,0 0 0,0 0 0,1 1 0,-1-1 0,0 1 0,-7 4 0,9-4 0,0 0 0,0 0 0,1 0 0,-1 0 0,1 0 0,-1 1 0,1-1 0,0 1 0,0-1 0,0 1 0,0 0 0,1 0 0,-1 0 0,1 0 0,-1 0 0,0 5 0,1-3 0,0 0 0,0 0 0,0 1 0,1-1 0,0 0 0,0 0 0,1 0 0,-1 0 0,1 0 0,0 0 0,0 0 0,1 0 0,2 6 0,0-4 0,-1 0 0,1 0 0,1-1 0,-1 1 0,1-1 0,0 0 0,1-1 0,6 7 0,-1-4 0,0 0 0,0 0 0,1-1 0,0 0 0,0-1 0,1 0 0,-1-1 0,1-1 0,23 5 0,-18-6 0,1 0 0,0-2 0,-1-1 0,27-2 0,-43 2-151,1-1-1,-1 1 0,0-1 0,1 1 1,-1-1-1,0 0 0,1 0 1,2-2-1,5-4-6674</inkml:trace>
</inkml:ink>
</file>

<file path=ppt/ink/ink3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6:59.6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5 105 24575,'-1'-5'0,"-1"-1"0,2 0 0,-1 0 0,1 0 0,-1 0 0,2 0 0,-1 0 0,2-7 0,-1 11 0,-1-1 0,1 1 0,0 0 0,0 0 0,1 0 0,-1 0 0,0 0 0,1 0 0,-1 0 0,1 1 0,-1-1 0,1 0 0,0 1 0,0-1 0,0 1 0,0 0 0,0 0 0,0 0 0,0 0 0,0 0 0,0 0 0,0 0 0,5 0 0,10-2 0,1 1 0,-1 1 0,1 0 0,-1 1 0,29 5 0,-43-5 0,1 0 0,0 1 0,-1 0 0,1 0 0,-1 0 0,1 0 0,-1 1 0,1-1 0,-1 1 0,0 0 0,0 0 0,0 0 0,0 0 0,0 1 0,0-1 0,0 1 0,-1-1 0,0 1 0,1 0 0,-1 0 0,2 5 0,0-1 0,-1 0 0,-1 0 0,0 1 0,0-1 0,0 1 0,-1 0 0,0-1 0,0 1 0,-1 9 0,0-10 0,0-1 0,-1 0 0,1 0 0,-1 0 0,-1 0 0,1 0 0,-1 0 0,-5 9 0,3-7 0,-1 0 0,0 0 0,0-1 0,-1 0 0,-8 8 0,7-5 0,-1 0 0,2 0 0,-1 0 0,2 1 0,-1 0 0,1 0 0,-5 20 0,8-26 0,2-5 0,-1 1 0,1 0 0,0 0 0,-1 0 0,1 0 0,0 0 0,0 0 0,-1 0 0,1 0 0,0-1 0,0 1 0,0 0 0,0 0 0,0 0 0,0 0 0,1 0 0,-1 0 0,0 0 0,0 0 0,1 0 0,-1 0 0,0 0 0,1-1 0,-1 1 0,1 0 0,-1 0 0,1 0 0,1 1 0,-1-2 0,1 1 0,0 0 0,-1-1 0,1 1 0,-1-1 0,1 1 0,0-1 0,-1 0 0,1 0 0,0 0 0,0 0 0,-1 0 0,1 0 0,0 0 0,2-1 0,44-5-393,-1 2-1,58 3 1,-100 1 208,8 0-6641</inkml:trace>
</inkml:ink>
</file>

<file path=ppt/ink/ink3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7:11.5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 3 24575,'0'0'0,"0"0"0,0 0 0,0-1 0,0 1 0,0 0 0,0 0 0,0 0 0,0 0 0,0 0 0,0 0 0,0 0 0,0 0 0,0-1 0,0 1 0,-1 0 0,1 0 0,0 0 0,0 0 0,0 0 0,0 0 0,0 0 0,0 0 0,0 0 0,0 0 0,-1 0 0,1 0 0,0 0 0,0 0 0,0 0 0,0 0 0,0 0 0,0 0 0,0 0 0,-1 0 0,1 0 0,0 0 0,0 0 0,0 0 0,0 0 0,0 0 0,0 0 0,0 0 0,0 0 0,-1 0 0,1 0 0,0 0 0,0 0 0,0 0 0,0 0 0,0 0 0,0 8 0,7 12 0,-7-19 0,12 31 0,2-1 0,27 46 0,44 53 0,-60-93 0,-24-35 0,3 4 0,-1-1 0,1 0 0,0-1 0,0 1 0,6 5 0,-9-10 0,0 1 0,-1-1 0,1 1 0,0-1 0,0 1 0,0-1 0,0 1 0,-1-1 0,1 0 0,0 1 0,0-1 0,0 0 0,0 0 0,0 0 0,0 0 0,0 0 0,0 0 0,0 0 0,0 0 0,0 0 0,0 0 0,-1 0 0,1-1 0,0 1 0,0 0 0,0-1 0,0 1 0,0-1 0,-1 1 0,1-1 0,0 1 0,0-1 0,-1 1 0,1-1 0,0 0 0,-1 1 0,1-1 0,0 0 0,-1 0 0,1 0 0,-1 1 0,1-3 0,1-1 0,1 0 0,-1 0 0,-1-1 0,1 1 0,-1-1 0,1 1 0,-1-1 0,-1 1 0,1-1 0,0 0 0,-1 1 0,0-1 0,-1-8 0,-2-4 0,-1 0 0,-8-25 0,-1-7 0,38 81 0,-15-17 0,1-1 0,1 0 0,0 0 0,1-1 0,0-1 0,17 12 0,-23-19 0,1 0 0,0 0 0,1 0 0,-1-1 0,1 0 0,0-1 0,0 0 0,0 0 0,0-1 0,0-1 0,1 1 0,-1-1 0,15-1 0,-22 0 0,0 0 0,0 0 0,0 0 0,0-1 0,-1 1 0,1-1 0,0 1 0,0-1 0,0 0 0,-1 0 0,1 0 0,0 0 0,-1 0 0,1 0 0,-1 0 0,1 0 0,-1-1 0,1 1 0,1-3 0,-2 2 0,1-1 0,-1 0 0,1 0 0,-1 0 0,0 0 0,0 0 0,0-1 0,-1 1 0,1 0 0,-1-6 0,1 0 0,-2-1 0,0 1 0,0 0 0,0-1 0,-1 1 0,-1 0 0,-4-12 0,4 12-105,-2 0 0,1 0 0,-1 1 0,0-1 0,-1 1 0,0 0 0,0 0 0,0 1 0,-1 0 0,-1 0 0,1 1 0,-14-9 0,8 8-6721</inkml:trace>
</inkml:ink>
</file>

<file path=ppt/ink/ink3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7:12.4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117 39 24575,'0'-2'0,"0"0"0,0 0 0,0 0 0,0 0 0,-1 0 0,1 0 0,0 0 0,-1 0 0,0 0 0,1 0 0,-1 0 0,0 0 0,0 1 0,0-1 0,-1-2 0,1 4 0,-1-1 0,1 0 0,0 1 0,0-1 0,0 0 0,0 1 0,0 0 0,-1-1 0,1 1 0,0 0 0,0-1 0,-1 1 0,1 0 0,0 0 0,0 0 0,-1 0 0,1 0 0,0 0 0,0 1 0,-1-1 0,1 0 0,0 1 0,0-1 0,0 1 0,-2 0 0,-2 1 0,0 0 0,0 1 0,0 0 0,0 0 0,0 0 0,1 1 0,-1-1 0,1 1 0,0 0 0,0 0 0,0 0 0,-3 7 0,5-9 0,1 0 0,-1 1 0,1-1 0,0 1 0,0 0 0,0-1 0,0 1 0,0 0 0,0 0 0,1 0 0,-1-1 0,1 1 0,0 0 0,0 0 0,0 0 0,0 0 0,1 0 0,-1 0 0,1-1 0,0 1 0,0 0 0,0 0 0,0-1 0,0 1 0,3 4 0,11 14 0,-7-10 0,-1 1 0,0-1 0,0 1 0,7 19 0,11 63 0,-18-64 0,19 54 0,-25-81 0,0 0 0,1 0 0,0 0 0,0 0 0,0 0 0,0 0 0,0-1 0,1 1 0,-1-1 0,1 1 0,0-1 0,-1 0 0,1 0 0,0 0 0,0-1 0,1 1 0,-1-1 0,0 1 0,0-1 0,7 1 0,4 0 0,-1 0 0,1-1 0,-1 0 0,16-2 0,-8 0 0,-12 0-341,-1 1 0,1-1-1,9-3 1,-6 1-6485</inkml:trace>
</inkml:ink>
</file>

<file path=ppt/ink/ink3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7:12.9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98 39 24575,'11'-7'0,"-1"2"0,1-1 0,1 2 0,-1-1 0,20-4 0,-28 8 0,0 1 0,0-1 0,0 1 0,1 0 0,-1 0 0,0 0 0,0 0 0,0 1 0,0-1 0,0 1 0,0 0 0,0 0 0,0 0 0,0 0 0,0 0 0,0 1 0,-1-1 0,1 1 0,-1 0 0,1 0 0,-1 0 0,1 0 0,-1 0 0,0 0 0,0 1 0,0-1 0,2 4 0,1 2 0,-1 0 0,1 1 0,-2 0 0,1-1 0,-1 1 0,-1 0 0,1 1 0,-1-1 0,1 19 0,-3-24 0,0-1 0,0 1 0,0 0 0,-1 0 0,0 0 0,1 0 0,-1 0 0,0 0 0,-1 0 0,1-1 0,-1 1 0,1-1 0,-1 1 0,0-1 0,-1 1 0,1-1 0,-1 0 0,1 0 0,-1 0 0,0-1 0,0 1 0,0 0 0,0-1 0,0 0 0,-1 0 0,-3 2 0,0-1 0,0-1 0,0 0 0,0 0 0,0-1 0,0 0 0,-1 0 0,1 0 0,0-1 0,0 0 0,-1-1 0,-10-2 0,5 1 0,1-1 0,-1-1 0,1 0 0,0-1 0,-19-10 0,27 13 0,0-1 0,0 1 0,1-1 0,-1 0 0,1 0 0,0 0 0,0-1 0,0 1 0,0-1 0,0 0 0,1 0 0,0 0 0,0 0 0,0 0 0,0 0 0,1 0 0,-1-1 0,1 1 0,0-1 0,0 1 0,1-1 0,-1 1 0,1-1 0,0 1 0,1-1 0,-1 1 0,1-1 0,0 1 0,0-1 0,0 1 0,0-1 0,1 1 0,0 0 0,0 0 0,0 0 0,0 0 0,1 0 0,-1 0 0,1 1 0,0-1 0,0 1 0,0 0 0,1 0 0,-1 0 0,1 0 0,7-4 0,-6 4-151,0 1-1,1 0 0,0-1 0,-1 2 1,1-1-1,0 1 0,0 0 1,6-1-1,1 1-6674</inkml:trace>
</inkml:ink>
</file>

<file path=ppt/ink/ink3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7:13.5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42 24575,'2'-4'0,"0"1"0,1 0 0,0 0 0,0 0 0,0 0 0,0 1 0,0-1 0,0 1 0,1 0 0,-1 0 0,1 0 0,-1 0 0,1 1 0,0-1 0,0 1 0,0 0 0,-1 0 0,1 0 0,0 1 0,0 0 0,1-1 0,-1 1 0,7 1 0,-2 1 0,1-1 0,-1 2 0,0-1 0,1 1 0,-1 0 0,0 1 0,-1 0 0,17 11 0,-23-13 0,1 0 0,-1 0 0,1 0 0,-1 0 0,0 1 0,0-1 0,0 1 0,0 0 0,-1-1 0,1 1 0,-1 0 0,1 0 0,-1 0 0,0 0 0,0 0 0,-1 0 0,1 1 0,0 2 0,0 8 0,-1 0 0,0 0 0,-2 13 0,1 5 0,0-10 0,0 17 0,6 53 0,-4-79 0,2-1 0,-1 1 0,1-1 0,1 0 0,1 0 0,-1-1 0,2 1 0,9 15 0,-7-15 0,-5-8 0,0 0 0,0 0 0,-1 0 0,5 8 0,-7-11 0,0-1 0,0 0 0,0 1 0,0-1 0,0 0 0,0 1 0,0-1 0,0 0 0,0 1 0,-1-1 0,1 0 0,0 0 0,0 1 0,0-1 0,0 0 0,0 1 0,-1-1 0,1 0 0,0 0 0,0 1 0,0-1 0,-1 0 0,1 0 0,0 1 0,0-1 0,-1 0 0,1 0 0,0 0 0,-1 1 0,1-1 0,0 0 0,-1 0 0,1 0 0,0 0 0,0 0 0,-1 0 0,1 0 0,0 0 0,-1 0 0,1 0 0,-1 0 0,-17 1 0,16-1 0,-133-2-1365,116 2-5461</inkml:trace>
</inkml:ink>
</file>

<file path=ppt/ink/ink3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7:14.5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26 24575,'0'11'0,"1"1"0,0 0 0,0-1 0,1 1 0,1-1 0,0 0 0,0 0 0,1 0 0,1 0 0,0-1 0,7 12 0,-6-11 0,24 36 0,-26-42 0,-1 0 0,2 0 0,-1-1 0,0 1 0,1-1 0,7 5 0,-12-9 0,0 1 0,0-1 0,0 0 0,1 0 0,-1 0 0,0 1 0,0-1 0,1 0 0,-1 0 0,0 0 0,0 0 0,1 0 0,-1 1 0,0-1 0,1 0 0,-1 0 0,0 0 0,0 0 0,1 0 0,-1 0 0,0 0 0,1 0 0,-1 0 0,0 0 0,0 0 0,1 0 0,-1 0 0,0 0 0,1 0 0,-1-1 0,0 1 0,0 0 0,1 0 0,-1 0 0,0 0 0,0 0 0,1-1 0,-1 1 0,0 0 0,0 0 0,0 0 0,1-1 0,-1 1 0,0 0 0,0 0 0,0-1 0,0 1 0,1 0 0,-1 0 0,0-1 0,0 1 0,0 0 0,0-1 0,0 1 0,0 0 0,0 0 0,0-1 0,0 1 0,0 0 0,0-1 0,0 1 0,0 0 0,0-1 0,0 1 0,0 0 0,-4-23 0,-16-30 0,14 40 0,1 0 0,1-1 0,0 1 0,-3-21 0,6 33 0,1 0 0,0 0 0,0 0 0,0 0 0,0 0 0,0 0 0,0 0 0,0 0 0,1 0 0,-1 0 0,0 0 0,0 0 0,1 0 0,-1 0 0,1 0 0,-1 0 0,1 1 0,-1-1 0,1 0 0,-1 0 0,1 0 0,0 1 0,0-2 0,1 1 0,-1 1 0,0-1 0,1 1 0,-1-1 0,0 1 0,1-1 0,-1 1 0,1 0 0,-1 0 0,1 0 0,-1 0 0,1 0 0,2 0 0,2 1 0,1 1 0,-1-1 0,0 1 0,1 1 0,10 5 0,8 7 0,28 22 0,-37-25 0,0-1 0,0 0 0,1-1 0,0-1 0,22 8 0,-30-14 0,-2 0 0,0 0 0,0-1 0,1-1 0,13 3 0,-19-4 0,-1 0 0,0 0 0,1 0 0,-1 0 0,0 0 0,1 0 0,-1-1 0,0 1 0,1 0 0,-1-1 0,0 1 0,1-1 0,-1 1 0,0-1 0,0 0 0,0 0 0,0 1 0,1-1 0,-1 0 0,0 0 0,0 0 0,-1 0 0,1 0 0,0 0 0,0 0 0,0-1 0,-1 1 0,1 0 0,-1 0 0,1-1 0,-1 1 0,1 0 0,-1-2 0,2-6-59,-1 0 0,0 1-1,-1-1 1,0 0-1,0 1 1,-1-1 0,0 0-1,0 1 1,-1-1 0,0 1-1,-1-1 1,0 1 0,0 0-1,-1 0 1,0 1-1,0-1 1,-1 1 0,0-1-1,0 1 1,0 1 0,-1-1-1,-9-7 1,6 8-6767</inkml:trace>
</inkml:ink>
</file>

<file path=ppt/ink/ink3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7:15.2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205 81 24575,'-6'-5'0,"-66"-41"0,63 41 0,0 0 0,0 1 0,0 1 0,0-1 0,-1 2 0,-13-4 0,21 6 0,1 0 0,-1 0 0,0-1 0,0 1 0,1 0 0,-1 0 0,0 1 0,0-1 0,1 0 0,-1 0 0,0 1 0,1-1 0,-1 1 0,0 0 0,1-1 0,-1 1 0,1 0 0,-1 0 0,1 0 0,-1 0 0,1 0 0,0 0 0,-1 1 0,1-1 0,-1 2 0,1-1 0,0 0 0,0 0 0,0 1 0,0-1 0,1 0 0,-1 0 0,1 1 0,0-1 0,-1 1 0,1-1 0,0 0 0,0 1 0,1-1 0,-1 0 0,0 1 0,1-1 0,1 5 0,4 9 0,2 0 0,0-1 0,0 1 0,1-1 0,1-1 0,1 0 0,13 15 0,7 8 0,-26-29 0,1 0 0,-1 1 0,-1-1 0,0 1 0,0 0 0,0 1 0,2 13 0,1 8 0,1 31 0,-6-47 0,1 15 0,2 0 0,1 1 0,13 35 0,-18-62 0,0-1 0,1 0 0,-1 1 0,1-1 0,0 0 0,0 0 0,0 0 0,0 0 0,1 0 0,-1-1 0,1 1 0,0-1 0,-1 0 0,1 1 0,0-1 0,0-1 0,5 3 0,-2-1 0,1-1 0,0-1 0,0 1 0,-1-1 0,1 0 0,0-1 0,0 1 0,7-2 0,-5 1 24,-1 0 0,0-1 0,0 0 0,12-3 0,-17 3-123,0-1 0,0 1 0,0 0 0,0-1 0,-1 1 0,1-1 0,0 0 0,-1 0 0,0 0 0,1 0 0,-1 0 0,0 0 0,0-1 0,3-4 0,0-1-6727</inkml:trace>
</inkml:ink>
</file>

<file path=ppt/ink/ink3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7:15.5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 16 24575,'-1'-2'0,"0"1"0,0-1 0,0 1 0,-1-1 0,1 1 0,0 0 0,0-1 0,-1 1 0,-1-1 0,2 2 0,1 0 0,0 0 0,0-1 0,0 1 0,0 0 0,0 0 0,-1 0 0,1 0 0,0 0 0,0 0 0,0 0 0,0 0 0,0 0 0,-1 0 0,1 0 0,0 0 0,0 1 0,0-1 0,0 0 0,0 0 0,0 0 0,-1 0 0,1 0 0,0 0 0,0 0 0,0 0 0,0 0 0,0 0 0,0 0 0,0 1 0,-1-1 0,1 0 0,0 0 0,0 0 0,0 0 0,0 0 0,0 0 0,0 1 0,-1 11 0,3-2 13,1 1 0,0-1 0,0 0 0,1 0 0,0-1 0,1 1 0,0-1 0,0 0-1,9 11 1,-5-7-386,-1 0-1,-1 0 1,9 20-1,-13-23-6452</inkml:trace>
</inkml:ink>
</file>

<file path=ppt/ink/ink3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7:16.2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65 24575,'197'-62'0,"-196"61"0,1 1 0,-1 0 0,0-1 0,1 1 0,-1 0 0,0-1 0,1 1 0,-1 0 0,1 0 0,-1 0 0,0 0 0,1 1 0,-1-1 0,0 0 0,1 0 0,-1 1 0,0-1 0,1 1 0,1 1 0,-2-1 0,-1 0 0,1 0 0,-1 0 0,1 0 0,-1 0 0,1 1 0,-1-1 0,0 0 0,1 1 0,-1-1 0,0 0 0,0 0 0,0 1 0,0-1 0,0 0 0,-1 1 0,1-1 0,0 0 0,0 0 0,-2 2 0,-9 37 0,7-28 0,1 1 0,0-1 0,1 0 0,-2 20 0,4-17 0,1 0 0,0 0 0,1-1 0,0 1 0,1 0 0,1-1 0,0 0 0,1 0 0,1 0 0,0 0 0,1-1 0,11 17 0,-11-18 0,27 44 0,-32-50 0,1 0 0,-1 0 0,1 0 0,-2 0 0,1 0 0,-1 1 0,2 11 0,-3-17 0,-1 1 0,1-1 0,0 1 0,0-1 0,0 1 0,-1-1 0,1 1 0,-1-1 0,1 1 0,-1-1 0,0 1 0,1-1 0,-1 0 0,0 1 0,0-1 0,-2 2 0,1-1 0,-1 0 0,0 0 0,1 0 0,-1 0 0,0-1 0,0 1 0,-5 1 0,-3 1 0,-1-1 0,1-1 0,-17 2 0,27-4 0,-43 5-1365,32-1-5461</inkml:trace>
</inkml:ink>
</file>

<file path=ppt/ink/ink3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7:17.1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52 24575,'1'6'0,"0"-1"0,0 1 0,1-1 0,0 1 0,0-1 0,3 6 0,0 1 0,2 3 0,2 1 0,-1-2 0,2 1 0,0-1 0,1-1 0,0 0 0,21 19 0,-30-30 0,0 0 0,1 0 0,-1 0 0,1 0 0,0 0 0,-1-1 0,1 1 0,0-1 0,4 1 0,-6-1 0,0-1 0,-1 0 0,1 0 0,0 0 0,0 0 0,0 0 0,0 0 0,0 0 0,-1 0 0,1 0 0,0 0 0,0-1 0,0 1 0,0 0 0,-1-1 0,1 1 0,0 0 0,0-1 0,-1 1 0,1-1 0,0 1 0,-1-1 0,1 1 0,0-1 0,-1 0 0,1 1 0,-1-1 0,1 0 0,-1 1 0,1-1 0,-1 0 0,0 0 0,1 0 0,-1 1 0,0-1 0,1 0 0,-1 0 0,0-1 0,1-5 0,0 0 0,0 0 0,-1 0 0,0 0 0,-1-10 0,1 12 0,-1-1 0,1 0 0,0 0 0,0 0 0,1 0 0,0 0 0,0 1 0,2-8 0,-2 12 0,-1 0 0,1 0 0,-1 0 0,1 0 0,-1 0 0,1 1 0,0-1 0,0 0 0,-1 0 0,1 1 0,0-1 0,0 1 0,-1-1 0,1 0 0,0 1 0,0 0 0,0-1 0,0 1 0,0-1 0,0 1 0,0 0 0,0 0 0,0 0 0,0-1 0,0 1 0,0 0 0,0 0 0,0 1 0,0-1 0,0 0 0,0 0 0,0 0 0,0 1 0,0-1 0,0 0 0,1 1 0,6 2 0,-1 1 0,0-1 0,11 8 0,-9-5 0,17 10 0,32 17 0,-52-30 0,0 0 0,0-1 0,0 0 0,0 0 0,0 0 0,0-1 0,12 1 0,-17-2 0,1 0 0,-1 0 0,0-1 0,1 1 0,-1 0 0,0-1 0,0 1 0,1-1 0,-1 1 0,0-1 0,0 1 0,0-1 0,0 0 0,1 0 0,-1 1 0,0-1 0,-1 0 0,1 0 0,0 0 0,0 0 0,0 0 0,0-1 0,-1 1 0,1 0 0,-1 0 0,1 0 0,-1-1 0,1 1 0,-1 0 0,1 0 0,-1-1 0,0 1 0,0-3 0,1-5 0,0-1 0,-1 0 0,-2-16 0,1 11 0,1 5 30,-1-1 0,0 1 0,-4-14 0,4 20-154,0 0 0,-1 0 1,0 0-1,1 0 0,-1 0 0,0 1 1,-1-1-1,1 1 0,-1-1 0,1 1 1,-5-3-1,-2-2-6702</inkml:trace>
</inkml:ink>
</file>

<file path=ppt/ink/ink3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7:19.0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214 2 24575,'-61'-1'0,"-67"2"0,127-1 0,0 0 0,0 0 0,-1 1 0,1-1 0,0 0 0,0 1 0,0-1 0,0 1 0,0-1 0,0 1 0,0-1 0,0 1 0,0 0 0,0-1 0,1 1 0,-1 0 0,0 0 0,0 0 0,1-1 0,-1 1 0,0 0 0,1 0 0,-1 0 0,1 0 0,-1 0 0,1 0 0,-1 1 0,1-1 0,0 0 0,0 0 0,-1 0 0,1 0 0,0 0 0,0 0 0,0 1 0,0-1 0,1 0 0,-1 2 0,2 7 0,0-1 0,0 0 0,7 17 0,-5-12 0,5 14 0,-1 1 0,-2 0 0,0 0 0,1 55 0,-5-51 0,1-1 0,1 1 0,13 46 0,-15-73 0,0-1 0,0 0 0,0 0 0,1-1 0,0 1 0,0 0 0,0-1 0,0 0 0,1 1 0,0-1 0,0-1 0,0 1 0,7 5 0,7 3 0,0-1 0,23 10 0,-28-15 0,-11-5-151,0 0-1,0 0 0,0-1 0,0 1 1,0-1-1,0 1 0,0-1 1,3 1-1</inkml:trace>
</inkml:ink>
</file>

<file path=ppt/ink/ink3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7:19.6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65 24575,'1'-4'0,"0"-1"0,0 1 0,1 0 0,-1 0 0,1 0 0,0 0 0,0 1 0,1-1 0,-1 0 0,4-3 0,-4 5 0,0 1 0,0-1 0,0 0 0,0 1 0,1 0 0,-1-1 0,0 1 0,1 0 0,-1 0 0,1 0 0,-1 0 0,1 1 0,0-1 0,-1 1 0,1 0 0,0-1 0,3 2 0,12 0 0,0 2 0,0 0 0,0 1 0,18 7 0,3 0 0,-37-10 0,0-1 0,1 1 0,-1 0 0,0-1 0,1 1 0,-1 0 0,0 1 0,0-1 0,0 0 0,0 1 0,0-1 0,3 3 0,-5-3 0,1 0 0,-1 0 0,0 0 0,1 0 0,-1 0 0,0 0 0,0 1 0,1-1 0,-1 0 0,0 0 0,0 0 0,0 0 0,0 0 0,-1 0 0,1 0 0,0 0 0,0 0 0,-1 0 0,1 1 0,0-1 0,-1 0 0,1-1 0,-1 1 0,0 0 0,1 0 0,-1 0 0,0 0 0,1 0 0,-2 1 0,-24 27 0,17-19 0,0 0 0,0 1 0,1 0 0,-7 13 0,13-21 0,1 0 0,-1 0 0,1 0 0,0 0 0,0 0 0,0 0 0,1 1 0,-1-1 0,1 0 0,-1 0 0,1 1 0,0-1 0,1 0 0,-1 1 0,0-1 0,1 0 0,0 0 0,0 0 0,0 0 0,0 1 0,0-1 0,2 3 0,-1-4 0,0 1 0,0-1 0,0 0 0,0 0 0,0 0 0,0 0 0,1 0 0,-1 0 0,1 0 0,-1-1 0,1 1 0,0-1 0,-1 0 0,1 0 0,0 0 0,0 0 0,0 0 0,0-1 0,4 1 0,7 0 0,1 0 0,27-3 0,-14 0 0,-19 1-268,-1 0 0,1 0 0,12-5 0,-19 6-25,7-3-6533</inkml:trace>
</inkml:ink>
</file>

<file path=ppt/ink/ink3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7:20.2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60 24575,'84'-39'0,"-73"35"0,0 0 0,1 1 0,0 0 0,-1 0 0,21 0 0,-29 3 0,-1 0 0,1 0 0,-1 0 0,0 1 0,1-1 0,-1 1 0,1 0 0,-1-1 0,0 1 0,1 0 0,-1 0 0,0 1 0,0-1 0,0 0 0,0 1 0,0-1 0,0 1 0,0 0 0,-1 0 0,1-1 0,0 1 0,-1 0 0,0 0 0,1 1 0,0 1 0,3 6 0,-1 1 0,-1-1 0,0 0 0,3 17 0,-3-11 0,17 94 0,-8-32 0,13 31 0,-25-108 0,0 0 0,1-1 0,-1 1 0,0 0 0,0 0 0,0 0 0,0-1 0,0 1 0,0 0 0,0 0 0,0-1 0,-1 1 0,1 0 0,0 0 0,0-1 0,-1 1 0,1 0 0,0 0 0,-1-1 0,1 1 0,-1 0 0,0 0 0,-1 1 0,1-1 0,0 0 0,-1 0 0,0 0 0,1 0 0,-1 0 0,1-1 0,-1 1 0,-3 0 0,-3 1 0,0 0 0,0-1 0,-11 1 0,18-2 0,-104 0-1365,88 0-5461</inkml:trace>
</inkml:ink>
</file>

<file path=ppt/ink/ink3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7:25.5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148 61 24575,'-4'-4'0,"2"2"0,0 0 0,0 0 0,0 0 0,0-1 0,0 1 0,-2-5 0,3 6 0,1 0 0,0 0 0,0 0 0,0 1 0,-1-1 0,1 0 0,0 0 0,0 0 0,0 0 0,0 1 0,1-1 0,-1 0 0,0 0 0,0 0 0,0 1 0,1-1 0,-1 0 0,0 0 0,1 1 0,-1-1 0,1 0 0,-1 1 0,1-1 0,-1 0 0,1 1 0,-1-1 0,1 1 0,-1-1 0,1 1 0,0-1 0,0 0 0,2-1 0,0 1 0,0-1 0,-1 1 0,1 0 0,0 0 0,0 0 0,0 0 0,1 0 0,-1 0 0,0 1 0,0 0 0,0 0 0,0 0 0,1 0 0,-1 0 0,0 0 0,0 1 0,0-1 0,0 1 0,5 2 0,5 2 0,1 0 0,-1 2 0,14 8 0,-19-11 0,5 3 0,0 0 0,-1 1 0,0 1 0,-1-1 0,0 2 0,0 0 0,-1 0 0,10 12 0,0 4 0,-7-9 0,21 35 0,-31-46 0,0 0 0,0 0 0,-1 0 0,1 0 0,-2 0 0,1 1 0,-1-1 0,0 1 0,0-1 0,-1 11 0,0-14 0,0 0 0,0 0 0,-1 1 0,0-1 0,0 0 0,0 0 0,0 0 0,0 0 0,-1 0 0,1 0 0,-1-1 0,0 1 0,1 0 0,-5 3 0,2-2 0,-1 0 0,1 0 0,-1-1 0,0 0 0,1 0 0,-1 0 0,-10 4 0,0-2 0,1-1 0,-2 0 0,1-1 0,0-1 0,-20 1 0,13-2 0,1 0 0,-1-2 0,1-1 0,-1 0 0,-34-10 0,48 10 0,0-1 0,0 1 0,1-2 0,-1 1 0,1-1 0,0 0 0,0 0 0,0-1 0,0 0 0,1-1 0,0 1 0,0-1 0,1 0 0,-1 0 0,1-1 0,1 0 0,-1 0 0,-3-7 0,5 7 8,1-1-1,0 1 1,0-1-1,0 1 1,1-1-1,0 1 1,1-1-1,-1 0 1,1 1-1,1-1 1,0 0-1,0 1 1,0-1-1,1 1 0,4-10 1,-5 11-76,1 1 1,1 0-1,-1 0 1,1 0-1,0 0 1,0 1-1,0-1 1,0 1-1,1 0 1,0 0-1,0 0 1,0 0-1,0 1 1,1-1-1,0 1 1,-1 0-1,1 1 1,0-1-1,0 1 1,0 0-1,10-2 1,-3 2-6759</inkml:trace>
</inkml:ink>
</file>

<file path=ppt/ink/ink3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7:26.7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60 106 24575,'-1'-6'0,"0"1"0,0 0 0,0-1 0,0 1 0,1-1 0,0 1 0,0-1 0,1 1 0,1-8 0,-1 10 0,-1 1 0,1 0 0,0 0 0,0 0 0,0 0 0,0 0 0,1 0 0,-1 0 0,0 0 0,1 1 0,0-1 0,-1 1 0,1-1 0,0 1 0,0-1 0,-1 1 0,1 0 0,0 0 0,0 0 0,1 0 0,-1 0 0,0 0 0,0 0 0,5 0 0,14-1 0,0 0 0,0 2 0,0 0 0,28 4 0,-40-2 0,0 0 0,-1 0 0,1 1 0,0 0 0,-1 0 0,1 1 0,-1 0 0,0 1 0,0 0 0,8 6 0,2 4 0,1 1 0,26 30 0,-40-40 0,0 0 0,0 1 0,-1-1 0,1 1 0,-1 0 0,-1 0 0,0 0 0,0 0 0,3 9 0,-6-12 0,1-1 0,0 1 0,-1 0 0,0 0 0,0 0 0,0 0 0,0-1 0,0 1 0,-1 0 0,0 0 0,0 0 0,0-1 0,0 1 0,-1-1 0,1 1 0,-1-1 0,0 1 0,0-1 0,0 0 0,-4 5 0,1-2 0,-1 0 0,1-1 0,-1 1 0,0-1 0,-1-1 0,1 1 0,-1-1 0,0 0 0,0 0 0,-12 3 0,7-3 0,0-1 0,0-1 0,0 0 0,-1-1 0,-24 0 0,20-1 0,0-1 0,0-1 0,0-1 0,0 0 0,1-1 0,-1-1 0,1-1 0,0 0 0,0-1 0,-15-9 0,26 13 0,1 0 0,0 0 0,0 0 0,0 0 0,0-1 0,0 0 0,0 1 0,1-1 0,0-1 0,0 1 0,0 0 0,1-1 0,-1 0 0,-1-5 0,1 1 0,1 0 0,0 0 0,0 0 0,1-1 0,0 1 0,2-18 0,0-6-1365,-1 19-5461</inkml:trace>
</inkml:ink>
</file>

<file path=ppt/ink/ink3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7:31.9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 11 24575,'-1'1'0,"1"-1"0,0 0 0,-1 0 0,1 1 0,0-1 0,0 0 0,-1 0 0,1 1 0,0-1 0,0 0 0,0 1 0,0-1 0,-1 0 0,1 1 0,0-1 0,0 0 0,0 1 0,0-1 0,0 0 0,0 1 0,0-1 0,0 0 0,0 1 0,0-1 0,0 0 0,0 1 0,0-1 0,0 0 0,0 1 0,0-1 0,1 0 0,-1 1 0,0-1 0,0 0 0,0 1 0,1-1 0,5 17 0,-6-17 0,5 12 0,1-1 0,1 0 0,0 0 0,0 0 0,1-1 0,17 17 0,-23-24 0,11 10 0,25 22 0,-34-32 0,-1 0 0,1 0 0,0-1 0,0 0 0,0 0 0,0 0 0,0 0 0,0-1 0,1 1 0,-1-1 0,0 0 0,1 0 0,5 0 0,-9-1 0,0 0 0,1 0 0,-1 0 0,0-1 0,0 1 0,0 0 0,1 0 0,-1-1 0,0 1 0,0 0 0,0-1 0,0 1 0,0-1 0,0 1 0,0-1 0,0 0 0,0 0 0,0 1 0,0-1 0,0 0 0,0 0 0,-1 0 0,1 0 0,0 0 0,-1 0 0,1 0 0,0 0 0,0-2 0,0-1 0,0-1 0,-1 1 0,1-1 0,-1 0 0,0 1 0,0-6 0,0 6 0,0 0 0,0 0 0,0 0 0,0 0 0,1 0 0,-1 0 0,2-3 0,-1 6 0,-1 1 0,0-1 0,0 1 0,0 0 0,1-1 0,-1 1 0,0-1 0,0 1 0,1 0 0,-1-1 0,0 1 0,1 0 0,-1 0 0,0-1 0,1 1 0,-1 0 0,1 0 0,-1-1 0,0 1 0,1 0 0,-1 0 0,1 0 0,-1 0 0,1 0 0,-1 0 0,1 0 0,14 4 0,10 16 0,-23-18 0,15 14 0,1-2 0,27 19 0,-39-29 0,1-1 0,-1 1 0,1-1 0,0 0 0,0-1 0,0 0 0,0 0 0,0 0 0,1-1 0,-1 0 0,13 0 0,-17-1 0,-1 0 0,0 0 0,1-1 0,-1 1 0,0-1 0,0 1 0,1-1 0,-1 0 0,0 0 0,0 0 0,0 0 0,0 0 0,0-1 0,0 1 0,0 0 0,-1-1 0,1 0 0,0 1 0,-1-1 0,1 0 0,-1 0 0,0 0 0,1 0 0,-1 0 0,0 0 0,0 0 0,0 0 0,-1 0 0,1-1 0,-1 1 0,1 0 0,-1 0 0,1-1 0,-1-3 0,0-2 0,0-1 0,-1 1 0,0 0 0,0 0 0,-1 0 0,0 0 0,0 0 0,-6-12 0,5 13-105,-1 0 0,0 0 0,0 1 0,0 0 0,-1 0 0,0 0 0,0 0 0,0 1 0,-1-1 0,1 2 0,-1-1 0,-13-7 0,10 7-6721</inkml:trace>
</inkml:ink>
</file>

<file path=ppt/ink/ink3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7:32.6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76 48 24575,'-2'-6'0,"-1"0"0,0 0 0,0 0 0,-5-6 0,7 11 0,1 0 0,-1 0 0,1 1 0,-1-1 0,1 0 0,-1 1 0,1-1 0,-1 1 0,1-1 0,-1 0 0,0 1 0,1-1 0,-1 1 0,0 0 0,1-1 0,-1 1 0,0 0 0,0-1 0,0 1 0,1 0 0,-1 0 0,0 0 0,0-1 0,0 1 0,1 0 0,-1 0 0,0 0 0,0 1 0,0-1 0,1 0 0,-1 0 0,0 0 0,0 0 0,0 1 0,1-1 0,-1 0 0,0 1 0,0-1 0,1 1 0,-1-1 0,0 1 0,1-1 0,-1 1 0,1-1 0,-2 2 0,-1 2 0,1 0 0,-1 0 0,1 0 0,0 0 0,-1 0 0,2 0 0,-1 1 0,1-1 0,-1 1 0,1 0 0,0-1 0,1 1 0,-1 0 0,1 8 0,1 7 0,1 0 0,5 24 0,-2-17 0,1 3 0,2-1 0,0-1 0,14 30 0,-16-44 0,1 10 0,-7-20 0,1 1 0,0-1 0,1 0 0,-1 0 0,1 0 0,3 6 0,-4-8 0,0-1 0,0 0 0,0 0 0,0 0 0,0-1 0,0 1 0,0 0 0,0 0 0,1-1 0,-1 1 0,0 0 0,0-1 0,1 1 0,-1-1 0,0 0 0,1 1 0,-1-1 0,0 0 0,1 0 0,-1 0 0,1 0 0,-1 0 0,0 0 0,1 0 0,1-1 0,143-27 0,-134 25-1365,-3-1-5461</inkml:trace>
</inkml:ink>
</file>

<file path=ppt/ink/ink3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7:33.0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63 96 24575,'6'-13'0,"2"0"0,11-16 0,-16 25 0,-1 1 0,2-1 0,-1 1 0,0-1 0,1 1 0,-1 0 0,1 0 0,0 1 0,0-1 0,0 1 0,6-3 0,-7 5 0,0-1 0,0 1 0,0 0 0,0 0 0,0 0 0,0 0 0,0 1 0,0-1 0,0 1 0,0 0 0,0-1 0,0 1 0,0 1 0,-1-1 0,1 0 0,0 1 0,2 1 0,4 3 0,-1 0 0,0 1 0,12 11 0,-5-3 0,21 30 0,-32-40 0,-1 0 0,0 1 0,0-1 0,0 1 0,-1 0 0,1-1 0,-1 1 0,-1 0 0,1 1 0,0 6 0,-2-11 0,0 0 0,0-1 0,0 1 0,0 0 0,0-1 0,0 1 0,-1-1 0,1 1 0,-1-1 0,1 1 0,-1-1 0,1 1 0,-1-1 0,0 1 0,0-1 0,0 0 0,0 1 0,0-1 0,0 0 0,-2 2 0,1-1 0,-1 0 0,1-1 0,-1 0 0,1 1 0,-1-1 0,0 0 0,0-1 0,1 1 0,-1 0 0,-5 0 0,-3 0 0,-1-1 0,1-1 0,0 1 0,-21-5 0,11 0 0,1-1 0,0-1 0,0-1 0,1 0 0,-27-16 0,42 21 0,0 0 0,0 0 0,0 0 0,0-1 0,0 1 0,1-1 0,-1 0 0,1 0 0,0 0 0,0-1 0,1 1 0,-3-6 0,4 7 0,0 1 0,0 0 0,0-1 0,1 1 0,-1-1 0,1 1 0,0 0 0,0-1 0,0 1 0,0-1 0,0 1 0,0-1 0,1 1 0,-1-1 0,1 1 0,-1 0 0,1-1 0,0 1 0,0 0 0,0 0 0,0 0 0,1-1 0,-1 1 0,1 0 0,-1 1 0,1-1 0,2-2 0,2-1-85,0 1 0,0 0-1,0 1 1,0-1 0,0 1-1,1 1 1,-1-1 0,1 1-1,0 0 1,0 0 0,0 1-1,0 0 1,0 0 0,0 1-1,10 1 1,-4-1-6741</inkml:trace>
</inkml:ink>
</file>

<file path=ppt/ink/ink3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7:33.6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60 24575,'17'-10'0,"1"0"0,1 1 0,-1 2 0,1-1 0,23-4 0,-37 11 0,1 0 0,0 0 0,0 1 0,0 0 0,0 0 0,-1 0 0,1 0 0,0 1 0,0 0 0,-1 0 0,1 1 0,0 0 0,-1 0 0,1 0 0,-1 1 0,0-1 0,0 1 0,0 0 0,0 1 0,-1-1 0,1 1 0,5 5 0,-7-5 0,1-1 0,-1 1 0,0 0 0,0 0 0,0 0 0,0 0 0,-1 1 0,1-1 0,-1 1 0,-1-1 0,1 1 0,0 0 0,-1 0 0,0 0 0,0-1 0,-1 1 0,1 0 0,-1 0 0,0 0 0,-2 10 0,-1 3 0,0 0 0,-1 26 0,4-36 0,1 0 0,-1 0 0,1 0 0,1 0 0,0-1 0,0 1 0,0-1 0,5 10 0,33 62 0,-22-46 0,-1 0 0,12 39 0,-28-70 0,0 0 0,-1 0 0,1 0 0,-1 0 0,0 1 0,1-1 0,-1 0 0,0 0 0,0 0 0,0 1 0,-1-1 0,1 0 0,0 0 0,-1 0 0,1 0 0,-2 3 0,1-4 0,0 1 0,0-1 0,0 1 0,0-1 0,-1 0 0,1 0 0,0 0 0,-1 0 0,1 0 0,0 0 0,-1 0 0,1 0 0,-1-1 0,0 1 0,1 0 0,-1-1 0,1 1 0,-1-1 0,0 0 0,1 0 0,-3 1 0,-25 0 44,-35-2 0,16-1-1497,33 2-5373</inkml:trace>
</inkml:ink>
</file>

<file path=ppt/ink/ink3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7:34.5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 3 24575,'0'0'0,"0"0"0,0-1 0,0 1 0,0 0 0,-1 0 0,1 0 0,0 0 0,0-1 0,0 1 0,0 0 0,-1 0 0,1 0 0,0 0 0,0 0 0,0 0 0,-1 0 0,1-1 0,0 1 0,0 0 0,-1 0 0,1 0 0,0 0 0,0 0 0,0 0 0,-1 0 0,1 0 0,0 0 0,0 0 0,-1 0 0,1 0 0,0 0 0,0 1 0,0-1 0,-1 0 0,1 0 0,-4 9 0,4 11 0,2-11 0,0 0 0,1-1 0,0 0 0,1 1 0,0-1 0,0 0 0,0-1 0,1 1 0,0-1 0,1 0 0,0 0 0,0-1 0,0 0 0,1 0 0,0 0 0,8 4 0,-14-9 0,0 0 0,0 0 0,0-1 0,0 1 0,0 0 0,0-1 0,0 1 0,0-1 0,0 1 0,0-1 0,1 0 0,-1 1 0,0-1 0,0 0 0,0 0 0,1 0 0,-1 0 0,0 0 0,0 0 0,0 0 0,1 0 0,-1-1 0,0 1 0,0 0 0,0-1 0,0 1 0,0-1 0,0 1 0,1-1 0,-1 1 0,1-3 0,0 1 0,0 0 0,-1 0 0,1-1 0,-1 1 0,0-1 0,1 1 0,-1-1 0,0 1 0,-1-1 0,1 0 0,0 1 0,-1-1 0,1-3 0,-1 1 0,1 1 0,-1 0 0,1 0 0,0 0 0,3-8 0,-3 11 0,-1 0 0,0 1 0,1-1 0,-1 0 0,1 0 0,0 1 0,-1-1 0,1 0 0,-1 1 0,1-1 0,0 1 0,0-1 0,-1 1 0,1-1 0,0 1 0,0-1 0,0 1 0,-1 0 0,1-1 0,0 1 0,0 0 0,0 0 0,0 0 0,0 0 0,0 0 0,0 0 0,-1 0 0,1 0 0,0 0 0,0 0 0,0 0 0,0 0 0,0 1 0,0-1 0,1 1 0,8 3 0,1 1 0,17 10 0,-21-10 0,0-1 0,0 0 0,1-1 0,-1 0 0,1 0 0,0 0 0,13 2 0,-12-4 0,0 0 0,0-1 0,0 0 0,13-1 0,-19 0 0,-1 1 0,1-1 0,-1 1 0,0-1 0,1 0 0,-1 0 0,0 0 0,0 0 0,1 0 0,-1-1 0,0 1 0,0-1 0,0 1 0,-1-1 0,1 0 0,0 0 0,-1 0 0,1 0 0,-1 0 0,3-4 0,-2 1 17,0 0 0,0 0 1,0 0-1,-1 0 0,0-1 0,1-7 0,-2 10-116,1 0 0,-1 1 0,0-1 0,-1 0 0,1 0 0,0 1 0,-1-1 0,1 0 0,-1 0 0,0 1 0,0-1 0,0 1 0,-1-1 0,-1-3 0</inkml:trace>
</inkml:ink>
</file>

<file path=ppt/ink/ink3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7:35.2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157 94 24575,'-6'-8'0,"-7"-9"0,-15-16 0,25 29 0,-1 0 0,0 1 0,0-1 0,0 1 0,0 0 0,0 1 0,-1-1 0,1 1 0,-10-4 0,12 6 0,0-1 0,0 1 0,1 0 0,-1 0 0,0 0 0,0 0 0,0 0 0,0 0 0,0 0 0,1 1 0,-1-1 0,0 1 0,0-1 0,0 1 0,1 0 0,-1 0 0,0 0 0,1 0 0,-1 0 0,1 0 0,-1 0 0,1 0 0,0 0 0,-1 1 0,1-1 0,0 1 0,0-1 0,0 1 0,0-1 0,0 1 0,0 0 0,0 1 0,-1 0 0,1 0 0,0 0 0,0 1 0,0-1 0,0 0 0,0 1 0,1-1 0,0 0 0,-1 1 0,1-1 0,0 0 0,1 1 0,-1-1 0,1 0 0,-1 1 0,3 5 0,19 32 0,-14-27 0,0 1 0,-1 0 0,5 16 0,-1 11 0,-2 1 0,8 77 0,-16-92 0,-1-20 0,0 0 0,1 1 0,-1-1 0,5 14 0,-4-20 0,-1 1 0,1-1 0,1 1 0,-1-1 0,0 0 0,1 0 0,-1 1 0,1-1 0,-1 0 0,1 0 0,0-1 0,0 1 0,0 0 0,0 0 0,0-1 0,1 0 0,-1 1 0,0-1 0,4 1 0,1 1 0,0-1 0,0 0 0,0-1 0,1 0 0,13 1 0,42-3 0,-25-1 0,-23 2-78,-9 0-179,1 1-1,-1-2 1,1 1-1,9-3 1,-7 0-6569</inkml:trace>
</inkml:ink>
</file>

<file path=ppt/ink/ink3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7:35.4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24575,'3'0'0,"0"3"0,0 2 0,-1 4 0,3 5 0,-1 2 0,0 2 0,1-1 0,7 10 0,5 2 0,1-1 0,-3-3 0,0-6 0,-4-5-8191</inkml:trace>
</inkml:ink>
</file>

<file path=ppt/ink/ink3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7:36.0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78 24575,'2'-6'0,"1"0"0,1 0 0,-1 1 0,1 0 0,0-1 0,0 1 0,0 1 0,1-1 0,0 1 0,8-6 0,-9 7 0,0 1 0,0 0 0,0 1 0,1-1 0,-1 1 0,1-1 0,-1 1 0,1 1 0,-1-1 0,1 1 0,0 0 0,-1 0 0,1 0 0,0 0 0,6 2 0,18 4 0,0 1 0,42 17 0,-70-24 0,0 1 0,1-1 0,-1 1 0,0-1 0,1 1 0,-1 0 0,0-1 0,0 1 0,1 0 0,-1 0 0,0 0 0,0 0 0,0 0 0,0 0 0,0 0 0,-1 0 0,1 1 0,0-1 0,0 0 0,-1 0 0,1 3 0,0-3 0,-2 1 0,1 0 0,0 0 0,0-1 0,0 1 0,-1-1 0,1 1 0,-1 0 0,1-1 0,-1 1 0,0-1 0,0 1 0,0-1 0,0 1 0,0-1 0,0 0 0,-2 3 0,-7 7 0,1 0 0,1 0 0,0 1 0,0 0 0,-9 24 0,15-32 0,0 0 0,1 1 0,0-1 0,0 0 0,0 1 0,0-1 0,1 1 0,0-1 0,0 1 0,0-1 0,0 1 0,1-1 0,-1 1 0,1-1 0,1 0 0,-1 1 0,0-1 0,1 0 0,0 0 0,0 0 0,0 0 0,4 5 0,8 8 0,1-1 0,20 17 0,16 17 0,-50-48 0,1-1 0,-1 1 0,0-1 0,1 1 0,-1 0 0,0-1 0,0 1 0,0 0 0,0 0 0,0 0 0,-1-1 0,1 1 0,-1 0 0,1 0 0,-1 0 0,0 0 0,1 0 0,-1 0 0,0 1 0,0-1 0,-1 0 0,1 0 0,0 0 0,-1 0 0,1 0 0,-1-1 0,1 1 0,-1 0 0,0 0 0,0 0 0,0 0 0,0-1 0,0 1 0,-1 0 0,1-1 0,0 1 0,-1-1 0,1 1 0,-1-1 0,1 0 0,-1 0 0,0 0 0,0 0 0,1 0 0,-4 1 0,-13 6-113,0-2-1,0 0 0,0-1 0,-25 3 1,28-5-684,0 0-6029</inkml:trace>
</inkml:ink>
</file>

<file path=ppt/ink/ink3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7:37.0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19 24575,'1'4'0,"-1"0"0,1 0 0,1 0 0,-1 0 0,0 0 0,1-1 0,0 1 0,0 0 0,0-1 0,0 1 0,1-1 0,3 5 0,43 43 0,-37-40 0,42 38 0,-48-44 0,1-1 0,0 1 0,0-1 0,0 0 0,1-1 0,12 5 0,-18-8 0,-1 1 0,0-1 0,0 0 0,1 0 0,-1 1 0,0-1 0,0 0 0,1 0 0,-1 0 0,0-1 0,1 1 0,-1 0 0,0 0 0,0-1 0,0 1 0,1-1 0,-1 1 0,0-1 0,0 1 0,2-2 0,-1 0 0,-1 1 0,0-1 0,0 1 0,1-1 0,-1 0 0,0 1 0,0-1 0,-1 0 0,1 0 0,0 0 0,0 1 0,0-4 0,0-5 0,1 0 0,-1 0 0,-1 0 0,-1-12 0,1 17 0,0 2 0,0-4 0,0 0 0,0 1 0,1-9 0,-1 14 0,1 0 0,-1 0 0,0 0 0,0 0 0,1 0 0,-1 0 0,0 0 0,1 1 0,-1-1 0,1 0 0,-1 0 0,1 0 0,1 0 0,-2 0 0,0 1 0,1 0 0,-1 0 0,1 0 0,-1-1 0,1 1 0,-1 0 0,1 0 0,-1 0 0,1 0 0,-1 0 0,1 0 0,-1 0 0,1 0 0,-1 0 0,1 0 0,-1 0 0,1 0 0,-1 0 0,1 1 0,-1-1 0,1 0 0,-1 0 0,1 0 0,-1 1 0,1 0 0,9 5 0,0 1 0,12 11 0,13 10 0,1-4 0,-16-9 0,2-2 0,33 17 0,-54-29 0,1 0 0,-1-1 0,1 1 0,0-1 0,-1 1 0,1-1 0,-1 1 0,1-1 0,0 0 0,-1 0 0,1 0 0,0 0 0,-1 0 0,1 0 0,0 0 0,-1 0 0,1-1 0,-1 1 0,1-1 0,0 1 0,-1-1 0,1 0 0,-1 1 0,0-1 0,3-2 0,-3 1 0,1 0 0,0 0 0,-1 0 0,0 0 0,1-1 0,-1 1 0,0 0 0,0-1 0,0 1 0,-1-1 0,1 1 0,0-1 0,-1 0 0,0 1 0,0-5 0,1-5 20,-2 1 0,0 0 0,0 0 0,-1 0 0,-6-22 0,6 26-185,-1-1 0,0 0 0,-1 1 0,0-1 0,0 1 0,0 0 0,-1 1 0,-10-13 0</inkml:trace>
</inkml:ink>
</file>

<file path=ppt/ink/ink3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7:37.7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205 126 24575,'-62'-65'0,"51"55"0,0 1 0,0 0 0,-1 1 0,-14-8 0,25 15 0,-1 0 0,0 0 0,-1 0 0,1 0 0,0 0 0,0 0 0,0 1 0,0-1 0,-1 1 0,1 0 0,0 0 0,0 0 0,-1 0 0,1 0 0,0 0 0,0 0 0,0 1 0,-1-1 0,1 1 0,0 0 0,-4 1 0,4-1 0,1 1 0,-1-1 0,1 1 0,-1-1 0,1 1 0,0-1 0,-1 1 0,1 0 0,0 0 0,0 0 0,0 0 0,0 0 0,1 0 0,-1 0 0,0 0 0,1 0 0,-1 0 0,1 0 0,0 0 0,0 0 0,0 0 0,0 4 0,1-1 0,0-1 0,-1 1 0,2-1 0,-1 1 0,0-1 0,1 1 0,0-1 0,0 0 0,4 5 0,27 38 0,-15-25 0,-13-15 0,37 55 0,-37-52 0,0 0 0,0 0 0,-1 0 0,5 21 0,-3 3 0,-1 0 0,-1 1 0,-2 55 0,-2-88 0,0 0 0,0 1 0,0-1 0,0 0 0,1 0 0,-1 1 0,1-1 0,-1 0 0,1 0 0,0 1 0,0-1 0,0 0 0,0 0 0,0 0 0,1 0 0,-1-1 0,3 4 0,-2-3 0,0-1 0,1 1 0,-1 0 0,1-1 0,-1 0 0,1 0 0,0 0 0,0 0 0,-1 0 0,1 0 0,0-1 0,0 1 0,5 0 0,4 0-227,-1-1-1,1 0 1,-1 0-1,1-1 1,14-3-1,-16 1-6598</inkml:trace>
</inkml:ink>
</file>

<file path=ppt/ink/ink3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7:38.2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5 140 24575,'-4'-64'0,"4"57"0,0 1 0,1-1 0,-1 1 0,1-1 0,1 1 0,-1 0 0,5-10 0,-6 15 0,0 0 0,1 0 0,-1 1 0,1-1 0,-1 0 0,1 0 0,-1 1 0,1-1 0,-1 0 0,1 1 0,-1-1 0,1 1 0,0-1 0,-1 0 0,1 1 0,0-1 0,0 1 0,-1 0 0,1-1 0,0 1 0,0 0 0,0-1 0,0 1 0,1 0 0,-1 0 0,1 0 0,-1 0 0,1 1 0,-1-1 0,1 1 0,-1-1 0,1 1 0,-1-1 0,1 1 0,-1 0 0,0-1 0,3 3 0,3 3 0,0 0 0,-1 0 0,10 13 0,-13-16 0,3 4 0,0 0 0,-1 1 0,0 0 0,0-1 0,-1 2 0,7 16 0,-10-21 0,0 0 0,0 0 0,0 0 0,-1 0 0,1 0 0,-1 0 0,0 0 0,-1 0 0,1 1 0,-1-1 0,0 0 0,0 0 0,0 0 0,0 0 0,-1 0 0,1-1 0,-4 7 0,0-4 0,1 1 0,-1-1 0,-9 9 0,-6 7 0,20-21 0,-1-1 0,0 1 0,1 0 0,-1-1 0,1 1 0,0 0 0,-1-1 0,1 1 0,0 0 0,-1-1 0,1 1 0,0 0 0,0 0 0,-1-1 0,1 1 0,0 0 0,0 0 0,0 0 0,0-1 0,0 1 0,0 0 0,0 0 0,1-1 0,-1 2 0,1-1 0,-1 0 0,1 0 0,0-1 0,-1 1 0,1 0 0,0-1 0,0 1 0,0 0 0,0-1 0,-1 1 0,1-1 0,0 0 0,0 1 0,0-1 0,0 0 0,1 1 0,6 0 0,0 0 0,0 0 0,14-1 0,-19 0 0,51 0 0,55-2 0,-96 0-1365,0-1-5461</inkml:trace>
</inkml:ink>
</file>

<file path=ppt/ink/ink3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7:38.9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27 24575,'95'-22'0,"-83"20"0,0 1 0,0 0 0,0 1 0,0 0 0,24 5 0,-11-3 0,-19-1 0,-1-1 0,0 1 0,0-1 0,0 1 0,0 1 0,6 1 0,-10-2 0,-1-1 0,1 1 0,0-1 0,-1 1 0,1-1 0,0 1 0,-1 0 0,1 0 0,-1-1 0,1 1 0,-1 0 0,1 0 0,-1 0 0,0-1 0,1 1 0,-1 0 0,0 0 0,0 0 0,0 0 0,0 0 0,0 0 0,0 1 0,-2 24 0,1-18 0,0 11 0,0 0 0,2 0 0,0 0 0,1 0 0,8 31 0,3-3 0,19 46 0,-24-75 0,1-1 0,0 0 0,1 0 0,1-1 0,1 0 0,0-1 0,1 0 0,25 22 0,-37-37 0,0 1 0,0 0 0,0 0 0,0 0 0,0 0 0,-1 0 0,1 0 0,0 0 0,0 0 0,-1 0 0,1 0 0,-1 0 0,1 0 0,-1 0 0,1 1 0,-1-1 0,0 0 0,0 0 0,1 1 0,-1 1 0,-1-2 0,1 0 0,-1 0 0,1 0 0,-1 0 0,0 0 0,0 0 0,1 0 0,-1 0 0,0 0 0,0 0 0,0 0 0,0 0 0,0-1 0,0 1 0,0 0 0,0-1 0,0 1 0,-1-1 0,1 1 0,-2 0 0,-4 1-341,-1 0 0,0 0-1,-14 2 1,6-3-6485</inkml:trace>
</inkml:ink>
</file>

<file path=ppt/ink/ink3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7:39.6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90 38 24575,'-2'-2'0,"-1"-4"0,-3 0 0,-2-2 0,-3 0 0,-1 2 0,-2 5 0,2 4 0,0 2 0,3 2 0</inkml:trace>
</inkml:ink>
</file>

<file path=ppt/ink/ink3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7:40.3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54 18 24575,'-3'-5'0,"-3"-2"0,-2 4 0,-4 1 0,-1 1 0,1 2-8191</inkml:trace>
</inkml:ink>
</file>

<file path=ppt/ink/ink3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7:42.8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100 106 24575,'-4'-5'0,"0"-1"0,0 0 0,0 1 0,1-1 0,0 0 0,-5-13 0,8 17 0,-1 1 0,1-1 0,0 1 0,-1-1 0,1 1 0,0-1 0,0 1 0,0-1 0,0 1 0,0 0 0,1-1 0,-1 1 0,0-1 0,1 1 0,-1-1 0,1 1 0,-1 0 0,1-1 0,0 1 0,-1 0 0,1 0 0,0 0 0,0-1 0,0 1 0,0 0 0,0 0 0,0 0 0,0 0 0,1 0 0,-1 1 0,0-1 0,0 0 0,1 1 0,-1-1 0,1 1 0,-1-1 0,0 1 0,3-1 0,5-1 0,1 0 0,-1 0 0,1 1 0,0 1 0,-1-1 0,1 2 0,11 0 0,69 16 0,-82-16 0,5 2 0,0 1 0,-1 0 0,1 0 0,-1 2 0,0-1 0,0 1 0,18 13 0,-25-15 0,0 0 0,0 0 0,0 1 0,-1-1 0,0 1 0,0 0 0,0 0 0,0 1 0,-1-1 0,0 1 0,0 0 0,-1 0 0,1 0 0,-1 0 0,0 0 0,-1 0 0,2 12 0,-2-7 0,-1-1 0,0 1 0,0-1 0,-1 1 0,0-1 0,-1 1 0,-3 9 0,4-16 0,0 0 0,-1-1 0,1 0 0,-1 1 0,0-1 0,0 0 0,0 0 0,0 0 0,-1 0 0,1 0 0,-1 0 0,1-1 0,-1 1 0,0-1 0,0 0 0,-1 0 0,1 0 0,0 0 0,0 0 0,-1-1 0,0 1 0,-6 1 0,0-2 0,0 0 0,0 0 0,0-1 0,0 0 0,0-1 0,0 0 0,0 0 0,0-1 0,-12-4 0,-12-5 0,-40-19 0,53 20 0,2 0 0,-24-16 0,33 19 0,0-1 0,0 0 0,1 0 0,0-1 0,-12-16 0,19 23 10,0-1 0,0 0 0,0 0 0,1 0 0,0 0 0,-1 0 0,1-1 0,0 1 0,0 0 0,1 0 0,-1-4 0,1 6-54,0-1 1,0 1-1,0 0 0,0 0 1,0 0-1,1 0 0,-1-1 1,0 1-1,1 0 0,-1 0 1,1 0-1,-1 0 0,1 0 1,-1 0-1,1 0 0,0 0 0,0 0 1,-1 0-1,1 1 0,0-1 1,0 0-1,0 0 0,0 1 1,0-1-1,0 0 0,0 1 1,0-1-1,0 1 0,0-1 1,0 1-1,1 0 0,-1 0 1,2-1-1,8-1-6782</inkml:trace>
</inkml:ink>
</file>

<file path=ppt/ink/ink3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7:43.7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169 84 24575,'1'-4'0,"0"1"0,0-1 0,0 0 0,1 1 0,-1-1 0,1 1 0,0-1 0,0 1 0,1 0 0,-1 0 0,1 0 0,-1 0 0,1 0 0,0 1 0,4-4 0,-1 3 0,-1 0 0,0 0 0,1 1 0,-1 0 0,1 0 0,0 1 0,-1-1 0,1 1 0,8 0 0,15-3 0,-20 3 0,0-1 0,0 2 0,0-1 0,0 1 0,0 0 0,-1 1 0,18 3 0,-20-2 0,0 0 0,1 1 0,-2 0 0,1 0 0,0 0 0,-1 1 0,1-1 0,-1 1 0,0 1 0,0-1 0,-1 1 0,1-1 0,-1 1 0,0 1 0,0-1 0,4 10 0,-4-7 0,0 0 0,0 1 0,-1 0 0,-1 0 0,1 0 0,-1 0 0,-1 0 0,0 0 0,0 0 0,-1 1 0,-1 10 0,1-17 0,0 1 0,0-1 0,-1 0 0,0 0 0,0 0 0,0 0 0,0 0 0,0 0 0,0 0 0,-1 0 0,0 0 0,1 0 0,-1-1 0,0 1 0,0-1 0,0 1 0,-1-1 0,1 0 0,-1 0 0,1 0 0,-1 0 0,0 0 0,1-1 0,-1 1 0,0-1 0,0 0 0,0 1 0,0-1 0,0-1 0,-1 1 0,1 0 0,-4-1 0,-21 3 0,0-2 0,-1-1 0,1-2 0,0 0 0,0-2 0,0-1 0,0-1 0,1-2 0,0 0 0,0-2 0,-41-22 0,63 29 0,0 1 0,0-2 0,1 1 0,0 0 0,-1-1 0,1 0 0,1 0 0,-1 0 0,1-1 0,-6-7 0,8 10 0,0 1 0,1-1 0,-1 0 0,0 1 0,1-1 0,-1 0 0,1 0 0,0 0 0,-1 1 0,1-1 0,0 0 0,0 0 0,0 0 0,0 1 0,0-1 0,1 0 0,-1 0 0,1 0 0,-1 1 0,1-1 0,0 0 0,-1 1 0,1-1 0,0 0 0,0 1 0,0-1 0,0 1 0,0-1 0,1 1 0,-1 0 0,0 0 0,1-1 0,-1 1 0,1 0 0,1-1 0,2-1-227,0 0-1,0 0 1,1 1-1,-1-1 1,12-2-1,-4 2-6598</inkml:trace>
</inkml:ink>
</file>

<file path=ppt/ink/ink3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7:44.7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71 77 24575,'-2'-4'0,"1"-1"0,0 0 0,1 1 0,-1-1 0,1 0 0,0 1 0,1-9 0,-1 12 0,0-1 0,1 1 0,-1-1 0,1 1 0,-1-1 0,1 1 0,0 0 0,0 0 0,-1-1 0,1 1 0,0 0 0,0 0 0,0 0 0,0 0 0,1 0 0,-1 0 0,0 0 0,0 0 0,1 0 0,-1 1 0,0-1 0,1 0 0,-1 1 0,0-1 0,1 1 0,-1 0 0,4-1 0,10-1 0,-1 1 0,1 0 0,0 2 0,0-1 0,0 2 0,0 0 0,0 1 0,19 5 0,-22-4 0,-1 0 0,1 0 0,-1 1 0,0 1 0,0 0 0,0 0 0,17 15 0,-26-19 0,0 0 0,-1-1 0,1 1 0,-1 0 0,1 0 0,-1 1 0,1-1 0,-1 0 0,0 0 0,0 0 0,0 1 0,-1-1 0,1 1 0,0-1 0,-1 1 0,0-1 0,1 1 0,-1-1 0,0 1 0,0-1 0,-1 1 0,1-1 0,0 1 0,-1-1 0,1 0 0,-1 1 0,0-1 0,0 1 0,0-1 0,0 0 0,0 0 0,-1 0 0,-1 3 0,-1 0 0,1-1 0,-1 1 0,0-1 0,-1 0 0,1-1 0,0 1 0,-1-1 0,0 0 0,0 0 0,0 0 0,0-1 0,0 0 0,-10 3 0,-10 1 0,-1-1 0,1-2 0,-32 1 0,44-4 0,-1-1 0,1 0 0,-1-1 0,1-1 0,0 0 0,0 0 0,-25-11 0,11-4-1365</inkml:trace>
</inkml:ink>
</file>

<file path=ppt/ink/ink3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7:45.7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318 61 24575,'1'-5'0,"0"1"0,0 0 0,1 0 0,-1 0 0,1 1 0,0-1 0,-1 0 0,2 1 0,-1-1 0,5-5 0,-6 8 0,0 0 0,1 0 0,-1 0 0,0 0 0,1 0 0,-1 0 0,1 0 0,-1 0 0,1 1 0,-1-1 0,1 1 0,0-1 0,-1 1 0,1-1 0,-1 1 0,1 0 0,0 0 0,0 0 0,-1 0 0,1 0 0,0 0 0,-1 1 0,1-1 0,-1 0 0,1 1 0,0-1 0,-1 1 0,1 0 0,1 1 0,5 2 0,1 2 0,-1-1 0,-1 1 0,1 0 0,-1 1 0,0 0 0,9 11 0,-3-2 0,-2 0 0,16 31 0,-24-42 0,0 1 0,0 0 0,-1 1 0,0-1 0,0 0 0,0 1 0,1 11 0,-3-15 0,0 0 0,0-1 0,-1 1 0,1 0 0,0-1 0,-1 1 0,0 0 0,0-1 0,0 1 0,0-1 0,0 1 0,0-1 0,-1 0 0,1 0 0,-1 1 0,1-1 0,-1 0 0,0 0 0,0 0 0,0-1 0,-4 4 0,-2 0 0,0-1 0,0 0 0,0 0 0,-1-1 0,1 0 0,-1 0 0,0-1 0,1 0 0,-1-1 0,-15 1 0,-7-1 0,-54-5 0,61 1 0,-1 0 0,1-1 0,1-2 0,-1 0 0,1-2 0,0 0 0,0-1 0,-21-14 0,40 21 0,0-1 0,0 0 0,0 0 0,1 0 0,-1 0 0,1 0 0,0-1 0,-5-7 0,7 9 0,0 0 0,0 1 0,0-1 0,0 0 0,1 0 0,-1 0 0,1 0 0,-1 0 0,1 0 0,0 0 0,0 0 0,-1 0 0,2 0 0,-1 0 0,0 0 0,0 0 0,0 0 0,1 0 0,-1 0 0,1 0 0,0 1 0,1-5 0,2 0 12,0 1 0,0-1 0,1 1 0,0 0 0,0 0 0,0 0 0,0 1 0,1 0 0,6-4 0,0 0-383,1 2-1,0-1 1,19-6 0,-19 9-6455</inkml:trace>
</inkml:ink>
</file>

<file path=ppt/ink/ink3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7:47.8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24575,'1'4'0,"0"0"0,0 0 0,0 0 0,1 0 0,0 0 0,-1 0 0,1 0 0,1 0 0,2 4 0,28 37 0,-16-23 0,25 23 0,-34-36 0,1-2 0,1 1 0,-1-1 0,1-1 0,17 9 0,-26-14 0,0 0 0,0-1 0,0 1 0,0-1 0,0 1 0,0-1 0,1 0 0,-1 1 0,0-1 0,0 0 0,0 0 0,1 0 0,-1 1 0,0-1 0,0-1 0,1 1 0,-1 0 0,0 0 0,0 0 0,0-1 0,0 1 0,1 0 0,-1-1 0,0 1 0,0-1 0,0 0 0,0 1 0,0-1 0,0 0 0,0 0 0,0 1 0,0-1 0,0 0 0,-1 0 0,1 0 0,0 0 0,-1 0 0,1 0 0,0 0 0,-1 0 0,1-1 0,-1 1 0,0 0 0,1 0 0,-1 0 0,0-2 0,2-7 0,0 0 0,-2 0 0,1 0 0,-2-15 0,1 18 0,0-1 0,0 5 0,-1-1 0,1 0 0,0 1 0,1-1 0,-1 0 0,2-5 0,-2 8 0,1 1 0,-1-1 0,0 1 0,0-1 0,1 1 0,-1-1 0,0 1 0,1-1 0,-1 1 0,0 0 0,1-1 0,-1 1 0,1 0 0,-1-1 0,1 1 0,-1 0 0,1-1 0,-1 1 0,1 0 0,1-1 0,-1 1 0,0 0 0,0 0 0,0 0 0,0 0 0,0 0 0,0 0 0,1 1 0,-1-1 0,0 0 0,0 0 0,0 1 0,2 0 0,11 6 0,1 1 0,17 12 0,-16-9 0,22 10 0,-38-21 0,21 10 0,29 9 0,-44-17 0,-1 0 0,1-1 0,0 0 0,-1 0 0,1-1 0,0 1 0,0-1 0,0 0 0,0-1 0,11-2 0,-16 3 0,0 0 0,0 0 0,1-1 0,-1 1 0,0-1 0,0 1 0,0-1 0,0 1 0,1-1 0,-1 0 0,0 0 0,0 1 0,0-1 0,0 0 0,-1 0 0,1 0 0,0 0 0,0 0 0,-1 0 0,1 0 0,0-1 0,0-1 0,-1 1 0,0 1 0,0-1 0,0 0 0,0 1 0,0-1 0,0 0 0,0 1 0,-1-1 0,1 1 0,-1-1 0,1 0 0,-1 1 0,0-1 0,0 1 0,0-2 0,-5-4 0,1-1 0,-1 1 0,0 0 0,0 1 0,-8-6 0,4 3-455,-1 1 0,-18-11 0,18 13-6371</inkml:trace>
</inkml:ink>
</file>

<file path=ppt/ink/ink3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7:48.5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72 88 24575,'-4'-12'0,"-9"-24"0,11 33 0,1 0 0,-1 0 0,0 0 0,0 0 0,0 0 0,0 1 0,0-1 0,-1 0 0,1 1 0,-1 0 0,0 0 0,-2-3 0,4 5 0,1 0 0,-1-1 0,1 1 0,-1 0 0,1 0 0,-1-1 0,0 1 0,1 0 0,-1 0 0,1 0 0,-1 0 0,1 0 0,-1 0 0,0-1 0,1 1 0,-1 1 0,1-1 0,-1 0 0,0 0 0,1 0 0,-1 0 0,1 0 0,-1 0 0,1 1 0,-1-1 0,1 0 0,-2 1 0,2 0 0,-1 0 0,0 0 0,1-1 0,-1 1 0,1 0 0,-1 0 0,1 0 0,-1 0 0,1 0 0,0 0 0,0 1 0,-1-1 0,1 2 0,0 3 0,0 0 0,0 0 0,0 0 0,2 7 0,56 193 0,-22-92 0,-31-92 0,-2-10 0,1 1 0,0-1 0,0 0 0,10 17 0,-13-27 0,0-1 0,0 0 0,0 1 0,0-1 0,1 0 0,-1 0 0,0 0 0,1 0 0,-1 0 0,1 0 0,-1 0 0,1-1 0,0 1 0,-1 0 0,1-1 0,0 0 0,-1 1 0,1-1 0,0 0 0,-1 0 0,1 0 0,2 0 0,6 0 0,-1-2 0,1 1 0,10-4 0,9-1 0,-23 6-105,-1 0 0,1-1 0,-1 0 0,1 0 0,-1 0 0,0-1 0,0 0 0,1 0 0,-1 0 0,-1 0 0,1-1 0,8-6 0</inkml:trace>
</inkml:ink>
</file>

<file path=ppt/ink/ink3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7:49.0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116 36 24575,'3'-4'0,"0"0"0,0 0 0,0 0 0,1 1 0,0 0 0,6-5 0,-8 7 0,-1 0 0,0 0 0,0 1 0,1-1 0,-1 1 0,0-1 0,1 1 0,-1 0 0,0-1 0,1 1 0,-1 0 0,1 0 0,-1 0 0,0 0 0,1 0 0,-1 0 0,1 1 0,-1-1 0,0 0 0,1 1 0,-1-1 0,0 1 0,1-1 0,-1 1 0,0 0 0,0-1 0,1 1 0,0 1 0,3 3 0,0-1 0,0 1 0,-1 0 0,1 1 0,-1-1 0,0 1 0,-1 0 0,4 7 0,3 8 0,6 25 0,-4-15 0,-12-30 0,1 0 0,-1 0 0,1 0 0,-1 0 0,0-1 0,0 1 0,1 0 0,-1 0 0,0 0 0,0 0 0,0 0 0,0 0 0,0 0 0,0 0 0,0 0 0,0 0 0,0 0 0,-1 0 0,1-1 0,0 1 0,-1 0 0,1 0 0,0 0 0,-1 0 0,1 0 0,-1-1 0,1 1 0,-1 0 0,0 0 0,1-1 0,-1 1 0,0 0 0,-2 0 0,1 0 0,0 0 0,-1 0 0,1 0 0,-1-1 0,1 1 0,-1-1 0,1 0 0,-1 1 0,1-1 0,-4-1 0,-7 0 0,0 0 0,0-2 0,1 1 0,-1-2 0,-21-8 0,16 4 0,-1-1 0,-32-21 0,47 27 0,1 1 0,-1-1 0,1 1 0,0-1 0,0 0 0,0-1 0,1 1 0,-1 0 0,1-1 0,0 1 0,0-1 0,0 0 0,-2-7 0,3 9 0,1 0 0,-1 0 0,1 0 0,0 0 0,0 0 0,0-1 0,0 1 0,1 0 0,-1 0 0,0 0 0,1 0 0,-1 0 0,1 0 0,0 0 0,0 0 0,0 1 0,0-1 0,0 0 0,0 0 0,0 1 0,1-1 0,-1 0 0,0 1 0,1 0 0,-1-1 0,1 1 0,0 0 0,0 0 0,2-2 0,2 0 0,-1 1 0,0 0 0,0 0 0,1 0 0,-1 1 0,1 0 0,0 0 0,-1 0 0,8 1 0,7 0 0,25 3 0,-18 3-1365,-16-3-5461</inkml:trace>
</inkml:ink>
</file>

<file path=ppt/ink/ink3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7:49.6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84 24575,'2'-7'0,"0"-1"0,1 1 0,0 0 0,0 0 0,1 0 0,0 0 0,6-9 0,-8 15 0,-1-1 0,0 1 0,1-1 0,-1 1 0,1 0 0,-1 0 0,1 0 0,0 0 0,-1 0 0,1 0 0,0 0 0,0 0 0,0 1 0,-1-1 0,1 0 0,0 1 0,0 0 0,0-1 0,0 1 0,0 0 0,0 0 0,0 0 0,0 1 0,0-1 0,0 0 0,0 1 0,0-1 0,0 1 0,-1 0 0,1-1 0,0 1 0,0 0 0,0 0 0,1 1 0,3 2 0,0 0 0,-1-1 0,0 2 0,1-1 0,-1 1 0,-1-1 0,1 1 0,-1 1 0,0-1 0,0 1 0,0-1 0,-1 1 0,0 0 0,0 0 0,0 1 0,-1-1 0,0 1 0,0-1 0,-1 1 0,1 0 0,-1 12 0,-1-1 0,-1-4 0,1-1 0,1 1 0,0-1 0,0 1 0,1-1 0,6 19 0,-4-19 0,1 0 0,0-1 0,1 1 0,0-1 0,12 17 0,-7-14 0,0 0 0,-1 0 0,0 1 0,-1 0 0,8 22 0,-17-36 0,1-1 0,-1 0 0,0 1 0,1-1 0,-1 1 0,0-1 0,0 1 0,0-1 0,0 1 0,0-1 0,0 0 0,-1 1 0,1-1 0,0 1 0,-1-1 0,1 0 0,-1 1 0,0-1 0,-1 3 0,1-2 0,-1 0 0,0 0 0,0-1 0,0 1 0,0 0 0,0-1 0,0 0 0,0 1 0,0-1 0,-4 2 0,-5 0 0,0 0 0,1 0 0,-1-1 0,-13 2 0,9-3-1365,2 0-5461</inkml:trace>
</inkml:ink>
</file>

<file path=ppt/ink/ink3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7:50.7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24575,'0'7'0,"2"0"0,-1-1 0,1 1 0,0-1 0,0 1 0,1-1 0,-1 0 0,2 0 0,-1 0 0,5 7 0,48 61 0,-50-65 0,2 0 0,-1 0 0,2 0 0,-1-1 0,1 1 0,11 7 0,-19-16 0,-1 0 0,1 1 0,-1-1 0,0 0 0,1 1 0,-1-1 0,1 0 0,-1 0 0,1 0 0,-1 0 0,1 1 0,-1-1 0,1 0 0,-1 0 0,1 0 0,0 0 0,-1 0 0,1 0 0,-1 0 0,1 0 0,-1 0 0,1 0 0,-1-1 0,1 1 0,-1 0 0,1 0 0,0-1 0,0 0 0,-1 1 0,1-1 0,0 0 0,-1 0 0,1 0 0,-1 0 0,1 0 0,-1 1 0,0-1 0,1 0 0,-1 0 0,0 0 0,1-2 0,0-5 0,-1 0 0,0 0 0,0-8 0,0 11 0,-1-14 0,0 12 0,0-1 0,1 1 0,0 0 0,1 0 0,1-11 0,-2 18 0,1-1 0,-1 1 0,0-1 0,0 0 0,0 1 0,1-1 0,-1 1 0,0 0 0,1-1 0,-1 1 0,0-1 0,1 1 0,-1-1 0,0 1 0,1 0 0,-1-1 0,1 1 0,-1 0 0,1-1 0,-1 1 0,1 0 0,-1 0 0,1-1 0,-1 1 0,1 0 0,-1 0 0,1 0 0,-1 0 0,1 0 0,0 0 0,-1 0 0,1 0 0,-1 0 0,1 0 0,-1 0 0,1 0 0,0 0 0,-1 0 0,1 0 0,-1 1 0,1-1 0,-1 0 0,1 0 0,-1 1 0,1-1 0,-1 0 0,1 1 0,5 3 0,-1 0 0,0-1 0,7 8 0,-4-4 0,6 3 0,0 0 0,1-1 0,0 0 0,1-1 0,0-1 0,0-1 0,0 0 0,20 4 0,-34-10 0,0 1 0,0-1 0,0 0 0,0 0 0,1 0 0,-1 0 0,0 0 0,0 0 0,0-1 0,0 1 0,1-1 0,-1 1 0,0-1 0,0 0 0,0 0 0,0 0 0,0 0 0,-1 0 0,4-2 0,-4 1 0,1 1 0,-1-1 0,0 1 0,0-1 0,-1 0 0,1 1 0,0-1 0,0 0 0,-1 1 0,1-1 0,-1 0 0,0 0 0,1 0 0,-1 0 0,0 1 0,0-1 0,0 0 0,0 0 0,0 0 0,-1 0 0,1 0 0,-1 1 0,0-4 0,-2 0-91,1-1 0,-1 0 0,-1 1 0,1-1 0,-1 1 0,0 0 0,0 0 0,0 1 0,-1-1 0,0 1 0,0 0 0,0 0 0,0 0 0,-7-3 0,0 1-6735</inkml:trace>
</inkml:ink>
</file>

<file path=ppt/ink/ink3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7:51.4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247 105 24575,'-19'-14'0,"-55"-37"0,63 44 0,-1 1 0,1 0 0,-2 0 0,-19-5 0,30 10 0,0 1 0,-1-1 0,1 1 0,0-1 0,-1 1 0,1 0 0,0 0 0,-1 0 0,1 0 0,0 0 0,-1 1 0,1-1 0,0 1 0,-1 0 0,1-1 0,0 1 0,0 0 0,0 0 0,-1 1 0,1-1 0,0 0 0,1 1 0,-4 2 0,3-2 0,0 1 0,0 0 0,0 0 0,0 0 0,1 0 0,-1 0 0,1 0 0,0 0 0,0 1 0,0-1 0,0 0 0,1 1 0,-1-1 0,1 1 0,0 5 0,0-4 0,1 0 0,0 0 0,0 0 0,0 0 0,0 0 0,1 0 0,0-1 0,0 1 0,0 0 0,4 5 0,4 4 0,19 23 0,1 1 0,-20-24 0,-1 1 0,-1-1 0,0 2 0,-1-1 0,0 1 0,-2 0 0,0 1 0,0-1 0,-2 1 0,0 0 0,-1 0 0,0 31 0,-3-10 0,-1-10 0,4 29 0,-2-55 0,0-1 0,0 1 0,1-1 0,-1 0 0,1 1 0,-1-1 0,1 1 0,0-1 0,-1 0 0,1 0 0,0 1 0,0-1 0,0 0 0,0 0 0,0 0 0,0 0 0,0 0 0,0 0 0,0 0 0,0-1 0,1 1 0,-1 0 0,0 0 0,1-1 0,-1 1 0,0-1 0,1 0 0,-1 1 0,1-1 0,1 0 0,6 1 0,0 0 0,0-1 0,0 0 0,8-1 0,-1-1 0,1 2 0,-4-1 0,1 0 0,-1 1 0,0 1 0,0 0 0,15 4 0,-7-2-1365</inkml:trace>
</inkml:ink>
</file>

<file path=ppt/ink/ink3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7:51.7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0 24575,'-2'3'0,"-2"2"0,1 4 0,1 5 0,0 2 0,1 2 0,3-1 0,1 0 0,2-1 0,1 0 0,2-1 0,1-1 0,0 1 0,0-1 0,0-2-8191</inkml:trace>
</inkml:ink>
</file>

<file path=ppt/ink/ink3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7:52.4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13 24575,'43'-5'0,"76"-3"0,-109 8 0,1 1 0,0 0 0,0 0 0,0 1 0,-1 1 0,1 0 0,-1 0 0,15 7 0,-25-10 0,1 1 0,-1-1 0,0 0 0,0 0 0,0 0 0,0 0 0,0 0 0,0 1 0,0-1 0,0 0 0,0 0 0,0 0 0,0 0 0,0 1 0,0-1 0,0 0 0,0 0 0,0 0 0,0 0 0,0 1 0,0-1 0,0 0 0,0 0 0,0 0 0,-1 0 0,1 0 0,0 1 0,0-1 0,0 0 0,0 0 0,0 0 0,0 0 0,0 0 0,-1 0 0,1 0 0,0 1 0,0-1 0,0 0 0,0 0 0,0 0 0,-1 0 0,1 0 0,0 0 0,0 0 0,0 0 0,-1 0 0,-10 7 0,6-4 0,2-1 0,1 1 0,0-1 0,0 1 0,0-1 0,0 1 0,0 0 0,0-1 0,1 1 0,0 0 0,-1 0 0,1 0 0,0 0 0,1 1 0,-1-1 0,0 0 0,1 0 0,0 0 0,-1 1 0,2 5 0,0 5 0,0-1 0,1 1 0,5 16 0,-3-18 0,0 0 0,0 0 0,1-1 0,13 22 0,34 40 0,-9-13 0,-40-55 0,2 2 0,0 0 0,-1 1 0,0-1 0,0 1 0,4 14 0,-8-20 0,1 0 0,-1 0 0,0 0 0,0 0 0,0 1 0,0-1 0,0 0 0,0 0 0,0 0 0,-1 0 0,1 0 0,-1 0 0,0 0 0,1-1 0,-1 1 0,0 0 0,0 0 0,0 0 0,0-1 0,-1 1 0,1 0 0,0-1 0,-1 1 0,1-1 0,-1 0 0,1 1 0,-1-1 0,0 0 0,-3 2 0,-1 0 0,-1-1 0,1 1 0,-1-1 0,0 0 0,0-1 0,0 0 0,-14 1 0,-4 1 0,-51 9-1365,61-8-5461</inkml:trace>
</inkml:ink>
</file>

<file path=ppt/ink/ink3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7:53.3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47 24575,'6'16'0,"0"0"0,2-1 0,0 0 0,1 0 0,0 0 0,12 13 0,-12-17 0,0-1 0,0-1 0,1 0 0,0 0 0,0-1 0,1 0 0,0-1 0,17 9 0,-27-15 0,1 0 0,0-1 0,0 1 0,0 0 0,0 0 0,0-1 0,0 1 0,0-1 0,0 0 0,0 0 0,0 0 0,0 0 0,0 0 0,0 0 0,1 0 0,-1-1 0,0 1 0,0-1 0,0 1 0,-1-1 0,1 0 0,0 0 0,0 0 0,0 0 0,0 0 0,-1 0 0,1 0 0,0-1 0,-1 1 0,0-1 0,1 1 0,-1-1 0,0 1 0,2-4 0,2-4 0,0-1 0,-1 0 0,0 0 0,0 0 0,2-15 0,-2 11 0,-4 13 0,0 0 0,0 0 0,1 0 0,-1-1 0,1 1 0,-1 0 0,1 0 0,-1 0 0,1 0 0,-1 0 0,1 0 0,0 0 0,0 0 0,-1 0 0,1 0 0,0 1 0,0-1 0,0 0 0,0 0 0,0 1 0,0-1 0,0 1 0,0-1 0,0 1 0,1-1 0,-1 1 0,0-1 0,0 1 0,0 0 0,1 0 0,-1 0 0,0 0 0,0 0 0,0 0 0,1 0 0,-1 0 0,0 0 0,0 1 0,0-1 0,1 0 0,-1 1 0,1 0 0,7 3 0,-1 0 0,0 0 0,0 1 0,12 10 0,-9-7 0,-6-5 0,1 1 0,-1-2 0,0 1 0,1 0 0,-1-1 0,1 0 0,0-1 0,0 1 0,0-1 0,0 0 0,0 0 0,0-1 0,0 0 0,0 0 0,0 0 0,8-2 0,-10 1 0,0 0 0,1-1 0,-1 1 0,0-1 0,-1 0 0,1 0 0,0 0 0,0 0 0,-1-1 0,1 1 0,-1-1 0,0 0 0,0 0 0,0 0 0,0-1 0,-1 1 0,1 0 0,-1-1 0,0 0 0,0 0 0,0 0 0,0 0 0,1-7 0,-1 6 10,-1-1 0,0 1 0,0-1 0,0 1 0,-1-1 0,0 0 0,0 1 0,0-1 0,-1 1 0,1-1 0,-3-5 0,2 9-67,1-1 0,-1 1 0,-1-1 0,1 1-1,0 0 1,-1-1 0,1 1 0,-1 0 0,1 0 0,-1 0 0,0 0 0,0 1-1,0-1 1,0 0 0,0 1 0,0-1 0,-1 1 0,1 0 0,0 0 0,-1 0 0,1 0-1,-1 0 1,1 0 0,-1 1 0,-3-1 0,-7 0-6769</inkml:trace>
</inkml:ink>
</file>

<file path=ppt/ink/ink3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7:54.1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170 73 24575,'-7'-9'0,"-1"1"0,0-1 0,0 2 0,-1-1 0,1 1 0,-12-6 0,18 11 0,-1 1 0,1 0 0,0 0 0,-1-1 0,1 1 0,-1 1 0,0-1 0,1 0 0,-1 1 0,0-1 0,1 1 0,-1 0 0,0 0 0,0 0 0,1 0 0,-1 0 0,0 1 0,1-1 0,-1 1 0,0 0 0,1 0 0,-1 0 0,1 0 0,-1 0 0,1 0 0,0 1 0,-1-1 0,1 1 0,0 0 0,-4 3 0,4-3 0,0 0 0,1 0 0,-1 1 0,0-1 0,1 0 0,0 1 0,-1-1 0,1 1 0,0-1 0,0 1 0,0-1 0,1 1 0,-1 0 0,0 0 0,1-1 0,0 1 0,0 0 0,0 0 0,0-1 0,0 1 0,0 0 0,2 4 0,1 3 0,1 0 0,0 0 0,1 0 0,10 15 0,5 11 0,5 16 0,-3 2 0,-2 0 0,13 59 0,-32-107 0,1 4 0,0 0 0,1 0 0,0 0 0,7 15 0,-9-23 0,1 1 0,-1-1 0,1 0 0,0 0 0,-1 1 0,1-1 0,0 0 0,0-1 0,0 1 0,0 0 0,1-1 0,-1 1 0,0-1 0,1 1 0,-1-1 0,1 0 0,-1 0 0,1 0 0,0-1 0,-1 1 0,1-1 0,3 1 0,6-1 16,-1 0-1,1-1 1,0 0 0,17-4-1,10-2-1458,-26 6-5383</inkml:trace>
</inkml:ink>
</file>

<file path=ppt/ink/ink3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7:54.6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62 24575,'7'-7'0,"0"1"0,0 0 0,1 0 0,-1 0 0,1 1 0,1 0 0,-1 1 0,1 0 0,11-4 0,-16 7 0,1 0 0,-1 0 0,1 0 0,0 0 0,-1 1 0,1 0 0,-1 0 0,1 0 0,0 1 0,-1 0 0,1 0 0,-1 0 0,1 0 0,-1 0 0,0 1 0,1 0 0,-1 0 0,0 0 0,0 1 0,0-1 0,4 4 0,-7-4 0,1-1 0,0 0 0,-1 1 0,1-1 0,-1 1 0,1 0 0,-1-1 0,0 1 0,0 0 0,1 0 0,-1 0 0,-1 0 0,1 0 0,0 0 0,0 0 0,-1 0 0,1 0 0,-1 0 0,0 1 0,1-1 0,-1 0 0,0 0 0,0 0 0,-1 0 0,1 1 0,0-1 0,-1 0 0,1 0 0,-2 3 0,-3 4 0,0 1 0,0-2 0,0 1 0,-1-1 0,-10 10 0,9-9 0,0 0 0,-8 13 0,15-20 0,-1-1 0,0 0 0,1 1 0,-1-1 0,1 1 0,0-1 0,-1 0 0,1 1 0,0-1 0,0 1 0,0-1 0,0 1 0,0-1 0,0 1 0,0-1 0,0 1 0,1-1 0,-1 1 0,0-1 0,2 3 0,0-2 0,-1 0 0,1 1 0,-1-1 0,1 0 0,0-1 0,0 1 0,0 0 0,0 0 0,0-1 0,0 0 0,3 2 0,2 1 0,1-1 0,-1 0 0,1 0 0,0-1 0,0 0 0,15 1 0,0-1 60,40-3 0,-52 0-272,-1 0 0,1-1 0,-1 0-1,0-1 1,1 0 0,9-5 0,-11 4-6614</inkml:trace>
</inkml:ink>
</file>

<file path=ppt/ink/ink3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7:55.3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75 24575,'16'-12'0,"1"1"0,0 1 0,1 1 0,25-10 0,-35 16 0,0 0 0,1 1 0,0 0 0,0 1 0,-1-1 0,1 2 0,0-1 0,0 1 0,0 1 0,0 0 0,0 0 0,9 3 0,-1-1 0,-14-3 0,1 0 0,-1 1 0,0-1 0,0 1 0,1 0 0,-1 0 0,0 0 0,0 0 0,0 1 0,0-1 0,4 4 0,-7-4 0,0 1 0,1-1 0,-1 1 0,0-1 0,-1 1 0,1-1 0,0 0 0,0 1 0,-1-1 0,1 1 0,0-1 0,-1 1 0,0-1 0,1 0 0,-1 1 0,0-1 0,-1 2 0,-4 9 0,3 0 0,1 1 0,0-1 0,1 1 0,1-1 0,-1 1 0,2 0 0,0-1 0,1 1 0,0 0 0,6 18 0,0-3 0,2 0 0,1-1 0,22 37 0,-6-20 0,7 12 0,-34-55 0,1 0 0,0 1 0,-1-1 0,1 0 0,-1 0 0,1 0 0,-1 1 0,1-1 0,-1 0 0,0 0 0,0 1 0,0-1 0,0 0 0,0 1 0,0-1 0,0 0 0,0 0 0,0 1 0,-1-1 0,1 0 0,0 0 0,-1 1 0,0 1 0,-1-2 0,1 0 0,0 0 0,-1 0 0,1 0 0,-1 0 0,1 0 0,-1 0 0,1 0 0,-1-1 0,0 1 0,1-1 0,-1 1 0,0-1 0,0 0 0,1 0 0,-1 0 0,-2 0 0,-86-2-1365,77 2-5461</inkml:trace>
</inkml:ink>
</file>

<file path=ppt/ink/ink3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7:56.7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108 31 24575,'13'-6'0,"0"1"0,1 1 0,0 0 0,0 0 0,0 2 0,0-1 0,1 2 0,-1 0 0,0 1 0,26 2 0,2 4 0,-1 1 0,58 19 0,-87-22 0,4 0 0,0 1 0,0 0 0,0 1 0,-1 1 0,26 16 0,-39-22 0,0 0 0,0 1 0,0 0 0,0-1 0,0 1 0,-1 0 0,1 0 0,-1 0 0,1 0 0,-1 0 0,0 1 0,1-1 0,-1 0 0,-1 0 0,1 1 0,0-1 0,0 1 0,-1-1 0,0 1 0,1-1 0,-1 1 0,0-1 0,0 1 0,-1 2 0,1-2 0,-1 1 0,0-1 0,-1 1 0,1-1 0,-1 0 0,1 1 0,-1-1 0,0 0 0,0 0 0,-1 0 0,1 0 0,0-1 0,-1 1 0,0-1 0,-5 5 0,-9 4 0,1-2 0,-1 1 0,-1-2 0,0 0 0,0-1 0,0-1 0,-27 5 0,15-5 0,-1-2 0,1-1 0,-61-2 0,74-1 0,-1-2 0,0 0 0,1-1 0,0-1 0,0-1 0,0 0 0,0-1 0,1-1 0,0-1 0,-22-13 0,36 19 5,-1 0-1,0 0 1,1 0-1,0 0 0,-1 0 1,1-1-1,0 1 1,0-1-1,0 0 1,1 0-1,-1 1 0,1-1 1,0 0-1,-1 0 1,1 0-1,0-1 1,1 1-1,-1 0 1,1 0-1,-1 0 0,1-1 1,0 1-1,0 0 1,0 0-1,1-1 1,0-3-1,0 1-118,1 0 0,0 0-1,0 0 1,1 1 0,0-1 0,0 0-1,0 1 1,0 0 0,1 0 0,0 0-1,0 0 1,8-7 0,0 3-6712</inkml:trace>
</inkml:ink>
</file>

<file path=ppt/ink/ink3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7:57.6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126 106 24575,'-1'-5'0,"0"-1"0,0 0 0,1 0 0,0 1 0,0-1 0,0 0 0,1 0 0,3-11 0,-4 15 0,1 0 0,0 0 0,-1 0 0,1-1 0,0 1 0,1 0 0,-1 0 0,0 1 0,1-1 0,-1 0 0,1 0 0,-1 1 0,1-1 0,0 1 0,-1-1 0,1 1 0,0 0 0,0 0 0,0-1 0,0 1 0,0 1 0,1-1 0,-1 0 0,0 0 0,3 1 0,7-2 0,-1 1 0,1 1 0,0 0 0,0 0 0,0 2 0,0-1 0,-1 1 0,1 1 0,-1 0 0,1 1 0,-1 0 0,0 1 0,-1 0 0,1 0 0,-1 1 0,0 1 0,13 10 0,-18-12 0,0 1 0,0-1 0,0 1 0,-1 0 0,0 0 0,0 1 0,0-1 0,-1 1 0,0-1 0,-1 1 0,1 0 0,-1 1 0,0-1 0,1 11 0,-3-13 0,1 0 0,-1 1 0,0 0 0,0-1 0,-1 0 0,0 1 0,0-1 0,0 1 0,0-1 0,-1 0 0,0 0 0,0 1 0,-1-2 0,1 1 0,-1 0 0,0 0 0,0-1 0,-1 1 0,-6 6 0,4-6 0,-1 0 0,0-1 0,0 1 0,0-1 0,-1-1 0,1 1 0,-1-1 0,0-1 0,0 1 0,0-1 0,0-1 0,-13 2 0,2-2 0,1 0 0,-1-2 0,1 0 0,-29-6 0,32 4 0,1-1 0,0-1 0,0 0 0,0-1 0,1 0 0,0-1 0,-21-14 0,31 19 0,0 0 0,0-1 0,0 1 0,1 0 0,-1-1 0,1 1 0,-1-1 0,1 0 0,0 0 0,0 0 0,0 0 0,1 0 0,-1-1 0,1 1 0,0 0 0,0-1 0,0 1 0,0-1 0,0 1 0,1-1 0,0 1 0,-1-1 0,1 0 0,1 1 0,-1-1 0,0 1 0,1-1 0,0 1 0,0-1 0,0 1 0,0-1 0,0 1 0,3-5 0,1-2-455,0 1 0,8-12 0,-5 12-6371</inkml:trace>
</inkml:ink>
</file>

<file path=ppt/ink/ink3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7:58.5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 97 24575,'3'-3'0,"16"-16"0,25-19 0,-38 33 0,0 1 0,0 0 0,0 0 0,1 0 0,0 1 0,-1 0 0,1 0 0,1 1 0,7-2 0,-9 3 0,-1 1 0,1 0 0,-1 1 0,0-1 0,1 1 0,-1 0 0,0 0 0,0 1 0,0-1 0,7 4 0,7 4 0,21 14 0,-38-23 0,8 7 0,1 0 0,-1 1 0,0 0 0,-1 0 0,0 1 0,0 0 0,-1 1 0,0 0 0,12 20 0,-17-26 0,-1 0 0,0 1 0,0-1 0,0 1 0,-1-1 0,1 1 0,-1 0 0,0-1 0,0 1 0,-1 0 0,0 0 0,0-1 0,0 1 0,0 0 0,-1 0 0,1 0 0,-1-1 0,0 1 0,-1-1 0,1 1 0,-1-1 0,0 1 0,0-1 0,-1 0 0,1 0 0,-1 0 0,0 0 0,-6 7 0,3-5 0,-1-1 0,0 0 0,0 0 0,0 0 0,-1-1 0,1 1 0,-1-2 0,0 1 0,0-1 0,0-1 0,-1 0 0,1 0 0,-1 0 0,1-1 0,-1 0 0,-9-1 0,1 0 0,0-1 0,1-1 0,-1 0 0,1-1 0,-1-1 0,1 0 0,-22-10 0,30 11 0,1-1 0,-1 1 0,1-1 0,0-1 0,0 1 0,1-1 0,0-1 0,-10-8 0,14 11 0,0 1 0,0-1 0,1 0 0,-1 0 0,0 0 0,1 0 0,0 0 0,0 0 0,0 0 0,0 0 0,0-1 0,1 1 0,-1 0 0,1 0 0,0-1 0,0 1 0,0 0 0,0-1 0,1 1 0,-1 0 0,1 0 0,0-1 0,2-4 0,2-4-1365,2 3-5461</inkml:trace>
</inkml:ink>
</file>

<file path=ppt/ink/ink3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7:59.5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147 73 24575,'2'-4'0,"0"0"0,0 1 0,0-1 0,1 1 0,0-1 0,-1 1 0,1 0 0,0 0 0,1 0 0,-1 0 0,1 1 0,-1-1 0,1 1 0,0 0 0,-1 0 0,1 0 0,0 1 0,1-1 0,6-1 0,-6 3 0,1-1 0,0 1 0,-1 0 0,1 0 0,0 0 0,-1 1 0,1 0 0,-1 0 0,1 1 0,-1-1 0,0 1 0,1 0 0,-1 1 0,8 4 0,-7-2 0,1-1 0,-1 1 0,0 1 0,-1-1 0,1 1 0,-1 0 0,0 0 0,-1 1 0,1 0 0,-1 0 0,-1 0 0,1 0 0,-1 0 0,0 0 0,-1 1 0,0 0 0,0-1 0,1 13 0,-2-14 0,-1 0 0,0 0 0,0-1 0,0 1 0,0 0 0,-1 0 0,0-1 0,0 1 0,-1-1 0,0 1 0,1-1 0,-2 1 0,1-1 0,-1 0 0,0 0 0,0 0 0,0 0 0,-1-1 0,1 0 0,-1 1 0,0-1 0,0 0 0,-1-1 0,1 1 0,-1-1 0,-6 4 0,4-4 0,0-1 0,0 1 0,0-1 0,0-1 0,0 1 0,0-1 0,-1-1 0,-9 1 0,-3-2 0,-36-4 0,45 3 0,0 0 0,0-1 0,0 0 0,1-1 0,-1 0 0,1-1 0,0 0 0,0-1 0,-17-12 0,23 15 0,0 0 0,0-1 0,0 0 0,1 0 0,-1 0 0,1 0 0,0 0 0,0-1 0,1 1 0,-1-1 0,1 0 0,0 0 0,0 0 0,1 0 0,0 0 0,-1 0 0,2 0 0,-1-1 0,1 1 0,-1 0 0,1 0 0,1-1 0,0-6 0,1 5 10,0 0 0,0 0 0,0 0 0,1 0 0,0 0 0,1 0 0,-1 1 0,1-1 0,1 1 0,-1 0 0,8-7 0,-5 6-175,0 1 0,0 0 0,0 0 0,1 0 0,-1 1 0,2 1 0,-1-1 0,16-5 0,-11 6-6661</inkml:trace>
</inkml:ink>
</file>

<file path=ppt/ink/ink3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8:00.6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190 60 24575,'1'-1'0,"12"-9"0,0 1 0,1 0 0,24-12 0,-34 20 0,0-1 0,0 1 0,0-1 0,0 1 0,0 1 0,0-1 0,1 0 0,-1 1 0,0 0 0,1 0 0,-1 0 0,0 1 0,0-1 0,0 1 0,1 0 0,-1 0 0,0 0 0,0 1 0,4 2 0,4 3 0,-1 1 0,0 0 0,0 1 0,-1 0 0,0 0 0,-1 1 0,0 0 0,0 1 0,-1 0 0,-1 1 0,0-1 0,0 1 0,-1 1 0,5 16 0,-8-20 0,0-1 0,-1 1 0,0 0 0,-1-1 0,0 1 0,0 0 0,-1 10 0,0-15 0,-1-1 0,1 0 0,-1 0 0,0 0 0,0 0 0,0 1 0,0-1 0,-1 0 0,1-1 0,-1 1 0,0 0 0,0 0 0,0-1 0,0 1 0,0-1 0,0 0 0,-1 1 0,1-1 0,-1 0 0,1 0 0,-1-1 0,-4 3 0,-4 1 0,0-1 0,0 0 0,0-1 0,-1 0 0,1 0 0,-1-2 0,0 1 0,0-1 0,1-1 0,-19-2 0,7 0 0,0-2 0,0 0 0,1-2 0,-32-11 0,41 12 0,1 0 0,0-1 0,0-1 0,0 0 0,1 0 0,0-1 0,1-1 0,-18-17 0,23 20 0,-1-1 0,1 0 0,0 0 0,0 0 0,1-1 0,0 0 0,0 0 0,1 0 0,0 0 0,1 0 0,0-1 0,0 1 0,0-1 0,0-13 0,2 16 14,0 1-1,1-1 0,-1 1 0,1 0 1,0-1-1,0 1 0,1 0 1,2-8-1,-2 9-119,0 1 0,0 0 0,0 0 0,0 0 0,0 0 0,1 0-1,-1 0 1,1 1 0,0-1 0,0 1 0,0 0 0,0 0 0,4-3 0,3 1-6720</inkml:trace>
</inkml:ink>
</file>

<file path=ppt/ink/ink3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8:01.5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143 89 24575,'1'-4'0,"0"0"0,0-1 0,1 1 0,0 0 0,0 0 0,0 0 0,0 0 0,1 0 0,-1 1 0,1-1 0,0 1 0,0 0 0,1-1 0,-1 1 0,1 1 0,-1-1 0,1 0 0,4-1 0,0 0 0,-1 1 0,1 1 0,0-1 0,1 1 0,-1 0 0,0 1 0,1 0 0,14 0 0,-9 2 0,0 0 0,1 0 0,-2 2 0,1 0 0,0 0 0,0 1 0,-1 1 0,0 0 0,0 1 0,0 1 0,-1 0 0,0 0 0,0 1 0,-1 1 0,0 0 0,13 14 0,-20-19 0,-1 1 0,0-1 0,0 0 0,0 1 0,-1 0 0,0-1 0,0 1 0,0 0 0,0 0 0,-1 0 0,0 1 0,0-1 0,0 0 0,-1 0 0,1 1 0,-1-1 0,0 0 0,-1 0 0,0 1 0,1-1 0,-2 0 0,1 0 0,-2 5 0,0-4 0,1 0 0,-1-1 0,0 0 0,0 1 0,-1-1 0,0 0 0,0-1 0,0 1 0,0-1 0,-1 1 0,1-1 0,-1-1 0,0 1 0,0-1 0,-1 0 0,1 0 0,-1 0 0,1-1 0,-10 3 0,-2-1 0,1-1 0,-1-1 0,0 0 0,1-1 0,-1-1 0,0-1 0,0-1 0,1 0 0,-1-1 0,1 0 0,-1-1 0,-23-11 0,24 9 0,0-1 0,1-1 0,0 0 0,0-1 0,1-1 0,1 0 0,-1-1 0,2-1 0,-1 0 0,2 0 0,-1-1 0,-11-18 0,21 28 8,1 0-1,-1 0 1,0 0-1,1 0 1,0 0-1,0 0 1,0-1-1,0 1 1,0 0-1,0-1 1,1 1-1,0-1 1,0 1-1,0 0 1,1-7-1,-1 7-90,1 0 1,0 0-1,1 0 1,-1 1-1,0-1 1,1 0-1,0 1 1,-1-1-1,1 1 1,0-1-1,0 1 1,1 0-1,-1 0 1,0 0-1,1 0 1,-1 0-1,5-2 1,6-2-6744</inkml:trace>
</inkml:ink>
</file>

<file path=ppt/ink/ink3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8:04.8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207 97 24575,'-5'-7'0,"1"-1"0,-1 1 0,-1 0 0,0 1 0,0-1 0,0 1 0,0 0 0,-1 1 0,0-1 0,-1 1 0,-13-7 0,15 10 0,1-1 0,0 1 0,-1 0 0,1 1 0,-1-1 0,0 1 0,-7-1 0,11 2 0,-1 1 0,1-1 0,-1 0 0,1 1 0,-1-1 0,1 1 0,0 0 0,-1 0 0,1 0 0,0 0 0,0 0 0,-1 0 0,1 1 0,0-1 0,0 1 0,1 0 0,-1-1 0,0 1 0,-2 3 0,1-1 0,1-1 0,0 1 0,0 0 0,0 0 0,0 0 0,0 1 0,1-1 0,0 0 0,-1 1 0,2-1 0,-2 9 0,2 6 0,2 30 0,0-14 0,-2-10 0,3 51 0,-2-67 0,0 1 0,1-1 0,1 1 0,0-1 0,6 16 0,-2-9 0,-1 0 0,0 1 0,-1-1 0,-1 1 0,-1 0 0,0 0 0,-2 1 0,0-1 0,-1 20 0,-1 5 0,2 74 0,6-71 0,-4-30 0,1 26 0,-2-25 0,0 0 0,1-1 0,0 0 0,9 23 0,-7-24 0,0 1 0,-1 0 0,-1 0 0,2 28 0,-6 14 0,2 30 0,0-75 0,2 0 0,0 0 0,4 12 0,-3-14 0,-1 0 0,-1 0 0,0 0 0,2 20 0,-4-15 0,0 0 0,-1 0 0,-1-1 0,-5 20 0,4-17 0,-2 34 0,-1 5 0,-15 45 0,16-68 0,1-7 0,-1 45 0,4-4 0,3 68 0,2-105 0,7 29 0,3 11 0,-9-34 0,-1-16 0,1 39 0,-5-33 0,1 1 0,6 36 0,-4-44 0,-1 1 0,-1 32 0,-2-33 0,1-1 0,2 1 0,3 21 0,-2-21 0,-1 1 0,0 32 0,0 1 0,5-13 0,-4-29 0,-1-1 0,0 16 0,-1-13 0,6 24 0,-5-25 0,3 27 0,2 29 0,-4-47 0,1 34 0,-4-36 0,-1-12 0,1 0 0,0 0 0,0-1 0,1 1 0,2 9 0,-3-15 0,0 0 0,0-1 0,1 1 0,-1-1 0,1 1 0,-1-1 0,0 1 0,1-1 0,-1 1 0,1-1 0,-1 1 0,1-1 0,-1 0 0,1 1 0,0-1 0,-1 0 0,1 1 0,-1-1 0,1 0 0,0 0 0,-1 1 0,1-1 0,0 0 0,-1 0 0,1 0 0,0 0 0,23-1 0,-9 0 0,14 8-1365,-16-2-5461</inkml:trace>
</inkml:ink>
</file>

<file path=ppt/ink/ink3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8:06.9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59 24575,'3'-5'0,"1"0"0,0 1 0,0 0 0,0-1 0,0 2 0,1-1 0,0 0 0,-1 1 0,2 0 0,-1 0 0,0 0 0,0 1 0,1 0 0,-1 0 0,1 0 0,0 1 0,0 0 0,-1 0 0,1 0 0,0 0 0,0 1 0,0 0 0,0 1 0,0-1 0,11 4 0,5 2 0,0 1 0,-1 2 0,34 17 0,-53-25 0,-1 0 0,1 0 0,0 1 0,-1-1 0,1 0 0,-1 1 0,1 0 0,-1-1 0,0 1 0,0 0 0,0-1 0,1 1 0,-2 0 0,1 0 0,1 3 0,0 3 0,0 0 0,2 15 0,0 2 0,20 60 0,6 28 0,-27-97 0,0 0 0,-2 0 0,0 0 0,-1 0 0,-2 22 0,-7 24 0,-9 105 0,17-141 0,1 1 0,1-1 0,2 0 0,7 37 0,44 241 0,-53-293 0,8 62 0,0 83 0,-10-94 0,2 102 0,6-116 0,-4-31 0,2 24 0,-4-28 0,5 24 0,-3-25 0,-1 1 0,0 12 0,8 67 0,-9-82 0,3 32 0,-3 79 0,-3-53 0,2-22 0,1 52 0,6-59 0,-5-29 0,0 1 0,1 15 0,-3 37 0,-1-36 0,1 0 0,6 42 0,4-19 0,-3 0 0,0 69 0,-7-106 0,1 0 0,2 21 0,-2-28 0,1-1 0,-1 0 0,1 1 0,0-1 0,1 0 0,-1 0 0,1-1 0,5 9 0,-7-12 0,-1-1 0,0 0 0,0 0 0,1 1 0,-1-1 0,0 0 0,0 0 0,0 1 0,0-1 0,1 0 0,-1 1 0,0-1 0,0 0 0,0 0 0,0 1 0,0-1 0,0 0 0,0 1 0,0-1 0,0 0 0,0 1 0,0-1 0,0 0 0,0 1 0,0-1 0,0 0 0,0 1 0,0-1 0,-1 0 0,1 1 0,-10 4 0,-18-4 0,25-1 0,-10 0-273,0-2 0,0 1 0,0-2 0,-22-6 0,20 4-6553</inkml:trace>
</inkml:ink>
</file>

<file path=ppt/ink/ink3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8:11.9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3 24575,'-3'-2'0,"11"8"0,78 55 0,-59-40 0,148 111 0,-134-105 0,-19-13 0,25 21 0,-38-23 120,-9-12-149,0 1 0,0-1 0,0 0 0,0 0-1,0 1 1,0-1 0,0 0 0,0 0 0,0 1 0,0-1 0,0 0 0,0 1-1,-1-1 1,1 0 0,0 0 0,0 1 0,0-1 0,0 0 0,0 0 0,0 0 0,-1 1-1,1-1 1,0 0 0,0 0 0,0 0 0,-1 1 0,1-1 0,0 0 0,0 0-1,0 0 1,-1 0 0,1 0 0,0 0 0,0 1 0,-1-1 0,1 0 0,0 0-1,0 0 1,-1 0 0,1 0 0,0 0 0,0 0 0,-1 0 0,1 0 0,0 0 0,-1 0-1,1 0 1,0 0 0,0-1 0,-1 1 0,-7-1-6797</inkml:trace>
</inkml:ink>
</file>

<file path=ppt/ink/ink3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8:12.2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113 18 24575,'-3'-2'0,"0"0"0,0-1 0,-1 1 0,1 0 0,-1 1 0,-7-3 0,10 4 0,1-1 0,-1 1 0,0 0 0,0 0 0,0 0 0,0 0 0,0 0 0,1 0 0,-1 0 0,0 0 0,0 0 0,0 0 0,0 1 0,1-1 0,-1 0 0,0 1 0,0-1 0,0 0 0,1 1 0,-1-1 0,0 1 0,1-1 0,-1 1 0,0-1 0,1 1 0,-1 0 0,1-1 0,-1 1 0,1 0 0,-1 0 0,1-1 0,-1 1 0,1 0 0,0 0 0,-1-1 0,1 1 0,0 1 0,-2 6 0,1 0 0,-1 0 0,2-1 0,-1 11 0,-1 21 0,-5 10 0,6-37 0,0 1 0,-1 0 0,0-1 0,-1 0 0,-1 1 0,0-1 0,-1-1 0,-6 14 0,6-16-1365,2-1-5461</inkml:trace>
</inkml:ink>
</file>

<file path=ppt/ink/ink3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8:12.9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300 27 24575,'-44'-8'0,"-51"-7"0,78 13 0,-1 1 0,0 1 0,-23 2 0,35-1 0,0 0 0,0 0 0,0 0 0,0 1 0,0 0 0,-6 3 0,11-4 0,0-1 0,0 1 0,0-1 0,0 1 0,0 0 0,0-1 0,0 1 0,0 0 0,0 0 0,0 0 0,0 0 0,0 0 0,1 0 0,-1 0 0,0 0 0,1 0 0,-1 0 0,1 0 0,-1 0 0,1 0 0,0 1 0,-1-1 0,1 0 0,0 0 0,0 0 0,0 1 0,0-1 0,0 0 0,0 0 0,0 1 0,0-1 0,0 0 0,1 0 0,-1 0 0,1 1 0,0 0 0,6 12 0,0-1 0,1-1 0,12 16 0,12 16 0,-20-22 0,-1 1 0,-1 0 0,-1 0 0,-1 1 0,6 28 0,14 125 0,-27-169 0,0 0 0,1-1 0,-1 1 0,1 0 0,1 0 0,0-1 0,0 1 0,0-1 0,5 7 0,-5-11 0,-1 1 0,1-1 0,0 0 0,0-1 0,0 1 0,0 0 0,1-1 0,-1 0 0,1 1 0,-1-1 0,1-1 0,0 1 0,-1 0 0,1-1 0,0 0 0,0 0 0,0 0 0,0-1 0,6 1 0,21 1 0,53-5 0,-82 3-105,-1 0 0,1 0 0,-1-1 0,1 1 0,-1 0 0,1-1 0,-1 0 0,1 1 0,-1-1 0,1 0 0,-1 0 0,2-1 0</inkml:trace>
</inkml:ink>
</file>

<file path=ppt/ink/ink3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8:13.4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139 32 24575,'4'-2'0,"0"0"0,0 0 0,0 0 0,0 1 0,1 0 0,-1 0 0,0 0 0,0 0 0,6 1 0,-8 0 0,-1 0 0,1 0 0,0 1 0,0-1 0,0 1 0,0-1 0,0 1 0,0 0 0,-1 0 0,1 0 0,0 0 0,-1 0 0,1 0 0,-1 0 0,1 1 0,-1-1 0,1 0 0,-1 1 0,0-1 0,0 1 0,0 0 0,2 2 0,0 3 0,0 0 0,0 0 0,-1 0 0,0 0 0,0 1 0,0-1 0,0 15 0,-1-4 0,-1-1 0,-3 24 0,3-40 0,-1 0 0,1 1 0,0-1 0,0 0 0,-1 1 0,1-1 0,-1 0 0,1 0 0,-1 1 0,1-1 0,-1 0 0,0 0 0,0 0 0,0 0 0,1 0 0,-1 0 0,0 0 0,0 0 0,0 0 0,-1 0 0,0 0 0,0 0 0,-1 0 0,1 0 0,0 0 0,-1-1 0,1 0 0,0 1 0,-1-1 0,1 0 0,0 0 0,-1 0 0,-2 0 0,-3-2 0,0 1 0,1-1 0,-1 0 0,1-1 0,-1 0 0,-9-5 0,-1-2 0,1-1 0,-18-15 0,28 20 0,1 1 0,0-1 0,0 0 0,1-1 0,0 1 0,0-1 0,0 0 0,-3-8 0,7 13 0,0 0 0,0-1 0,0 1 0,0 0 0,1-1 0,-1 1 0,1 0 0,-1-1 0,1 1 0,0-1 0,0 1 0,0-1 0,0 1 0,1-1 0,-1 1 0,0-1 0,1 1 0,0 0 0,0-1 0,0 1 0,0 0 0,0 0 0,0 0 0,0-1 0,1 1 0,-1 0 0,1 0 0,3-3 0,-2 3 0,-1 0 0,1 0 0,0 0 0,0 1 0,1-1 0,-1 1 0,0-1 0,0 1 0,1 0 0,-1 0 0,1 1 0,-1-1 0,1 1 0,-1 0 0,1-1 0,-1 2 0,1-1 0,-1 0 0,1 1 0,3 0 0,16 6-1365,-13-4-5461</inkml:trace>
</inkml:ink>
</file>

<file path=ppt/ink/ink3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8:13.9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 76 24575,'-2'-9'0,"-6"-25"0,8 32 0,0 0 0,0 0 0,0 1 0,-1-1 0,2 0 0,-1 1 0,0-1 0,0 0 0,0 0 0,1 1 0,-1-1 0,1 0 0,0 1 0,-1-1 0,2-2 0,-2 4 0,1 0 0,-1 0 0,0-1 0,0 1 0,0 0 0,1 0 0,-1 0 0,0 0 0,0-1 0,1 1 0,-1 0 0,0 0 0,1 0 0,-1 0 0,0 0 0,0 0 0,1 0 0,-1 0 0,0 0 0,1 0 0,-1 0 0,0 0 0,0 0 0,1 0 0,-1 0 0,0 0 0,1 0 0,-1 0 0,1 0 0,8 8 0,8 15 0,-15-20 0,39 55 0,-22-33 0,-2 0 0,-1 0 0,13 30 0,15 55 0,-39-93 0,0 0 0,-2 0 0,0 1 0,2 29 0,-5-36 0,0 1 0,-1-1 0,0 1 0,-5 17 0,5-24 0,0-1 0,-1 1 0,0 0 0,0-1 0,0 0 0,-1 1 0,0-1 0,1 0 0,-2 0 0,1 0 0,0-1 0,-8 7 0,4-5-136,1 0-1,-1-1 1,0 0-1,0 0 1,-1-1-1,1 0 1,-1 0-1,1-1 0,-14 2 1,9-2-6690</inkml:trace>
</inkml:ink>
</file>

<file path=ppt/ink/ink3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8:14.7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24575,'20'14'0,"9"8"0,1 3 0,1-1 0,-2-2 0,-4-5 0,-1-2 0,-2-2 0,-3-1 0,-1 1 0,0 0 0,0-2 0,0-1 0,-2 1 0,0-1 0,-3-1 0,-2-1 0</inkml:trace>
</inkml:ink>
</file>

<file path=ppt/ink/ink3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8:14.9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193 1 24575,'-22'9'0,"-10"7"0,-1 2 0,4 1 0,5-3 0,6-2 0,7 0 0,2-4 0,3 0 0,3 1 0,1 0 0,-1-1 0</inkml:trace>
</inkml:ink>
</file>

<file path=ppt/ink/ink3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8:15.5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248 7 24575,'-21'-2'0,"-73"-3"0,84 6 0,-1 0 0,0 0 0,1 0 0,0 2 0,-1-1 0,-16 8 0,24-9 0,0 0 0,1 1 0,-1-1 0,1 1 0,-1-1 0,1 1 0,0 0 0,0 0 0,0 0 0,0 0 0,0 0 0,0 1 0,0-1 0,1 1 0,-1-1 0,1 1 0,0-1 0,0 1 0,0 0 0,0 0 0,0 0 0,0-1 0,1 1 0,-1 0 0,1 4 0,0-3 0,0 0 0,1 0 0,-1 0 0,1 0 0,0 0 0,0-1 0,1 1 0,-1 0 0,1 0 0,-1-1 0,1 1 0,0-1 0,1 1 0,-1-1 0,1 0 0,-1 0 0,6 5 0,18 13 0,44 42 0,-62-54 0,0 0 0,-1 1 0,1 0 0,-2 0 0,10 20 0,-6-5 0,8 27 0,-12-30 0,-5-21 5,-1 1 0,1-1 0,-1 1-1,1 0 1,0-1 0,0 0 0,0 1 0,0-1-1,0 1 1,0-1 0,0 0 0,0 0 0,1 0-1,-1 0 1,0 0 0,1 0 0,-1 0-1,1 0 1,-1 0 0,1 0 0,-1-1 0,1 1-1,0-1 1,1 1 0,1-1-170,0 1 0,1-1 0,-1 0 0,0 0 0,1-1 0,-1 1 0,0-1 0,6-1 0,2-2-6661</inkml:trace>
</inkml:ink>
</file>

<file path=ppt/ink/ink3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8:15.7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24575,'0'12'0,"0"7"0,0 2 0,2 0 0,4-1 0,0-1 0,2-2 0,2-1 0,0-1 0,-1 0 0,2-1 0,-1-2-8191</inkml:trace>
</inkml:ink>
</file>

<file path=ppt/ink/ink3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8:16.2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69 24575,'25'-12'0,"60"-24"0,-73 31 0,2 1 0,-1 0 0,0 1 0,22-1 0,-30 3 0,1 1 0,-1 0 0,0 0 0,0 1 0,0 0 0,0 0 0,1 0 0,-1 0 0,0 1 0,9 4 0,-12-5 0,0 0 0,0 1 0,0-1 0,-1 1 0,1-1 0,0 1 0,-1 0 0,1 0 0,-1 0 0,1 0 0,-1 0 0,0 0 0,0 0 0,1 0 0,-2 0 0,1 1 0,0-1 0,0 0 0,-1 1 0,1-1 0,-1 0 0,0 1 0,0-1 0,0 1 0,0 2 0,-16 92 0,15-84 0,0 0 0,2 1 0,2 21 0,-1-27 0,0-1 0,0 1 0,1-1 0,-1 1 0,2-1 0,-1 0 0,7 10 0,-1-4 0,-3-5 0,0 0 0,-1 0 0,0 0 0,-1 1 0,0 0 0,0 0 0,4 16 0,-8-23 2,1 1 0,-1-1 0,0 0 0,0 1 0,0-1 0,0 0 0,-1 1-1,1-1 1,-1 0 0,1 0 0,-1 1 0,0-1 0,0 0 0,0 0 0,0 0 0,0 0 0,0 0 0,-1 0-1,1 0 1,-2 2 0,-3 1-42,0 0 1,0 0-1,0-1 0,-12 7 0,-6 4-1166,16-9-5620</inkml:trace>
</inkml:ink>
</file>

<file path=ppt/ink/ink3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8:17.0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24575,'23'15'0,"-7"-6"0,-1 2 0,-1-1 0,19 19 0,-7-2 0,2-2 0,2 0 0,0-2 0,60 35 0,-76-51-1365,-1-2-5461</inkml:trace>
</inkml:ink>
</file>

<file path=ppt/ink/ink3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8:17.2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183 1 24575,'-24'22'0,"-9"10"0,0 1 0,4-1 0,8-5 0,5-4 0,5-3 0,2-3 0,3-5-8191</inkml:trace>
</inkml:ink>
</file>

<file path=ppt/ink/ink3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8:17.8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160 1 24575,'-15'0'0,"0"0"0,0 1 0,-1 0 0,1 1 0,0 1 0,-25 8 0,38-11 0,0 1 0,0 0 0,1 0 0,-1-1 0,0 1 0,1 0 0,-1 1 0,1-1 0,-1 0 0,1 0 0,-1 1 0,1-1 0,0 1 0,0-1 0,0 1 0,-1 1 0,1-1 0,1-1 0,0 1 0,-1-1 0,1 0 0,0 1 0,0-1 0,0 1 0,0-1 0,0 0 0,0 1 0,1-1 0,-1 1 0,0-1 0,1 0 0,-1 1 0,1-1 0,0 0 0,-1 0 0,1 1 0,0-1 0,1 2 0,34 40 0,-26-33 0,-1 1 0,0 0 0,11 17 0,-14-16 0,0-1 0,-1 1 0,0 0 0,-1 0 0,-1 1 0,1-1 0,-2 1 0,0-1 0,0 24 0,0-17 0,6 36 0,-4-29 0,-3-23 0,-1-1 0,1 1 0,0-1 0,0 1 0,1-1 0,-1 1 0,0-1 0,1 0 0,0 0 0,-1 0 0,1 0 0,0 0 0,0 0 0,0 0 0,0-1 0,0 1 0,0-1 0,1 1 0,-1-1 0,1 0 0,-1 0 0,1 0 0,-1 0 0,5 1 0,7 1 0,0 0 0,0-1 0,19 0 0,-29-2 0,8 1 40,0-1 0,16-1 0,-24 1-164,-1-1 0,1 0 1,0 0-1,-1 0 0,1 0 0,-1 0 1,1-1-1,-1 0 0,1 0 0,-1 0 1,4-3-1,2-3-6702</inkml:trace>
</inkml:ink>
</file>

<file path=ppt/ink/ink3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8:18.2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96 24575,'1'-8'0,"7"-39"0,-8 44 0,1 0 0,0 0 0,0 0 0,0 1 0,0-1 0,1 0 0,-1 1 0,1-1 0,0 1 0,-1-1 0,1 1 0,4-4 0,-5 5 0,0 1 0,0 0 0,0-1 0,0 1 0,0 0 0,0 0 0,0-1 0,0 1 0,0 0 0,0 0 0,0 0 0,0 0 0,0 0 0,0 1 0,0-1 0,0 0 0,0 0 0,0 1 0,0-1 0,0 0 0,0 1 0,0-1 0,-1 1 0,1 0 0,0-1 0,0 1 0,0-1 0,-1 1 0,1 0 0,0 0 0,-1-1 0,2 3 0,3 3 0,1 1 0,6 13 0,-9-17 0,10 18 0,-4-9 0,-1 0 0,-1 1 0,7 15 0,-13-25 0,0 0 0,0 0 0,0 0 0,0 0 0,0-1 0,-1 1 0,0 0 0,1 0 0,-1 0 0,0 0 0,0 0 0,-1 0 0,1 0 0,-1 0 0,1 0 0,-1 0 0,0 0 0,0 0 0,0 0 0,-1-1 0,0 4 0,1-5 0,0 0 0,0 0 0,0 0 0,0 0 0,1 0 0,-1 1 0,0-1 0,1 0 0,-1 1 0,1-1 0,-1 0 0,1 1 0,0-1 0,0 0 0,0 1 0,-1-1 0,1 1 0,1 2 0,0-3 0,-1 0 0,1 0 0,0 0 0,0 0 0,0-1 0,0 1 0,0 0 0,0 0 0,0-1 0,0 1 0,1-1 0,-1 1 0,0-1 0,0 1 0,0-1 0,1 0 0,-1 1 0,0-1 0,0 0 0,1 0 0,1 0 0,109 7 0,-106-7-50,89 7 226,-85-8-389,1 1 0,-1-1 0,1-1 0,-1 0 0,1 0 0,18-8 0,-19 6-6613</inkml:trace>
</inkml:ink>
</file>

<file path=ppt/ink/ink3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8:18.8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24575,'10'0'0,"70"3"0,-70-2 0,1 0 0,0 1 0,-1 0 0,0 1 0,13 5 0,-20-7 0,0 0 0,-1 1 0,1-1 0,-1 1 0,1-1 0,-1 1 0,0 0 0,0 0 0,0 0 0,0 0 0,0 0 0,0 0 0,0 0 0,-1 1 0,1-1 0,-1 1 0,0-1 0,0 1 0,0 0 0,0-1 0,0 1 0,0 0 0,-1 0 0,1 3 0,-1 5 0,0-1 0,-1 1 0,0 0 0,-1 0 0,-4 12 0,4-14 0,0 0 0,0 1 0,1-1 0,0 0 0,0 1 0,2 12 0,1-12 0,1 0 0,0 0 0,1 0 0,0-1 0,0 1 0,1-1 0,0 0 0,8 9 0,57 64 0,-58-68 0,-9-11 0,0 1 0,1 0 0,-1 0 0,1 0 0,-1 0 0,4 9 0,-6-12 0,-1 0 0,0 0 0,1 0 0,-1 0 0,0 0 0,0 0 0,1 1 0,-1-1 0,0 0 0,0 0 0,0 0 0,0 0 0,-1 0 0,1 0 0,0 0 0,0 1 0,-1-1 0,1 0 0,-1 0 0,1 0 0,-1 0 0,1 0 0,-1 0 0,1-1 0,-1 1 0,0 0 0,0 0 0,1 0 0,-1 0 0,0-1 0,0 1 0,0 0 0,0-1 0,-1 1 0,-5 3 0,-1 0 0,1 0 0,-1-1 0,0 0 0,0-1 0,-11 2 0,-53 7 0,52-9 0,-52 8-1365,52-6-5461</inkml:trace>
</inkml:ink>
</file>

<file path=ppt/ink/ink3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8:19.5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24575,'10'3'0,"6"3"0,2 2 0,3 4 0,1 1 0,1 1 0,0 1 0,-3 0 0,-1-2 0,-2-2 0,-1 1 0,-2-2 0,1-1 0,-1-1 0,0-2 0,-2-3-8191</inkml:trace>
</inkml:ink>
</file>

<file path=ppt/ink/ink3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8:19.7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138 1 24575,'-18'19'0,"-4"10"0,-3 1 0,4-1 0,6-3 0,2-7 0,4-3 0,1-2 0,1-4-8191</inkml:trace>
</inkml:ink>
</file>

<file path=ppt/ink/ink3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8:20.4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250 50 24575,'-31'-11'0,"7"2"0,0 1 0,-1 1 0,-1 1 0,-29-2 0,52 7 0,0 1 0,0 0 0,-1 1 0,1-1 0,0 0 0,0 1 0,-1 0 0,1 0 0,0 0 0,0 0 0,0 0 0,0 1 0,0-1 0,0 1 0,-3 3 0,5-4 0,0 0 0,0 0 0,0 0 0,0 1 0,0-1 0,0 0 0,0 1 0,1-1 0,-1 1 0,1-1 0,-1 0 0,1 1 0,-1-1 0,1 1 0,0-1 0,0 1 0,0 0 0,0-1 0,0 1 0,0-1 0,0 1 0,0-1 0,1 1 0,-1-1 0,1 1 0,-1-1 0,1 0 0,-1 1 0,1-1 0,0 1 0,0-1 0,0 0 0,-1 0 0,3 2 0,7 10 0,1-2 0,-1 1 0,2-1 0,13 9 0,-9-7 0,23 25 0,-26-23 0,-2-1 0,1 2 0,14 28 0,-21-35 0,-1 1 0,0-1 0,-1 1 0,0 0 0,-1 1 0,0-1 0,0 0 0,0 14 0,-4 55 0,3 35 0,-1-113-4,0 1 0,0-1 0,0 0 0,1 1 0,-1-1 0,1 0 0,-1 0 0,1 1 0,-1-1 0,1 0 0,0 0 0,-1 0 0,1 0 0,0 0 0,0 0 0,0 0 0,0 0 0,0 0 0,1 1 0,0-1 22,0 0 0,1 0 0,-1 0 1,0 0-1,0 0 0,1-1 0,-1 1 0,1-1 1,-1 1-1,3-1 0,1 0-183,-1 0 0,1 0 0,0-1 0,-1 0 0,1 0 0,0 0 0,-1-1 0,8-3 0,0-2-6661</inkml:trace>
</inkml:ink>
</file>

<file path=ppt/ink/ink3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8:20.9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49 24575,'12'-8'0,"1"0"0,0 1 0,26-11 0,-34 17 0,0-1 0,1 1 0,0-1 0,-1 2 0,1-1 0,0 1 0,0-1 0,-1 2 0,1-1 0,0 0 0,0 1 0,10 3 0,-11-2 0,0 0 0,0 0 0,1 0 0,-1 0 0,-1 1 0,1 0 0,7 5 0,-11-7 0,0 0 0,1 1 0,-1-1 0,0 0 0,-1 0 0,1 0 0,0 1 0,0-1 0,0 0 0,-1 1 0,1-1 0,-1 1 0,1-1 0,-1 1 0,0-1 0,1 1 0,-1-1 0,0 1 0,0-1 0,0 1 0,0-1 0,0 1 0,0-1 0,-1 1 0,1-1 0,-1 1 0,1-1 0,-1 0 0,1 1 0,-1-1 0,0 1 0,0 0 0,-12 20 0,8-16 0,1 1 0,0 0 0,0 0 0,-3 10 0,7-14 0,-1 0 0,0 0 0,1 0 0,0 0 0,0 0 0,-1 0 0,2 0 0,-1 0 0,0 0 0,1 0 0,-1 0 0,1 0 0,0-1 0,0 1 0,2 5 0,0-3 0,1 1 0,0-1 0,0 0 0,6 6 0,-7-8 0,0 0 0,0 0 0,-1 0 0,1 1 0,-1-1 0,1 1 0,-1 0 0,0-1 0,0 1 0,-1 0 0,1 0 0,0 6 0,-2-9 0,0 0 0,0 0 0,0 0 0,0 0 0,0 0 0,0-1 0,0 1 0,0 0 0,-1 0 0,1 0 0,0 0 0,-1 0 0,1 0 0,-1 0 0,1 0 0,-1 0 0,0-1 0,1 1 0,-1 0 0,0 0 0,-1 1 0,0-1 0,0 0 0,0 0 0,0 0 0,1 0 0,-1 0 0,0 0 0,-1-1 0,-1 1 0,-6 1 0,1-1 0,-1 0 0,-12-2 0,16 1 0,-9 0-341,0 0 0,0-2-1,-21-3 1,24 1-6485</inkml:trace>
</inkml:ink>
</file>

<file path=ppt/ink/ink3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8:21.5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25 24575,'22'-6'0,"0"0"0,1 2 0,-1 0 0,33 0 0,-48 4 0,0 0 0,0 1 0,0 0 0,0 1 0,-1-1 0,1 1 0,0 0 0,7 4 0,-10-3 0,1-1 0,-1 1 0,0 0 0,0 0 0,0 0 0,-1 1 0,1-1 0,-1 1 0,0 0 0,0 0 0,0 0 0,4 8 0,-6-9 0,0 0 0,0-1 0,0 1 0,0 0 0,0 0 0,-1-1 0,1 1 0,-1 0 0,0 0 0,0 0 0,0 0 0,0 0 0,-1-1 0,0 6 0,-2 1 0,-1 1 0,-7 17 0,7-20 0,0 1 0,1 0 0,0-1 0,-3 16 0,5-9 0,0 0 0,1 0 0,0 0 0,1 0 0,5 23 0,22 67 0,-5-26 0,-20-63 0,0-8 0,-1 0 0,-1 0 0,1 1 0,-1-1 0,-1 1 0,1 9 0,-2-16 0,1 1 0,0 0 0,-1 0 0,1 0 0,-1-1 0,0 1 0,1 0 0,-1-1 0,0 1 0,0 0 0,0-1 0,0 1 0,-1-1 0,1 0 0,0 1 0,0-1 0,-1 0 0,1 0 0,-1 0 0,1 0 0,-1 0 0,0 0 0,1 0 0,-1 0 0,0-1 0,1 1 0,-1-1 0,0 1 0,0-1 0,0 0 0,-1 0 0,-53 8-1365,43-5-5461</inkml:trace>
</inkml:ink>
</file>

<file path=ppt/ink/ink3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8:22.2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24575,'7'10'0,"5"5"0,3 6 0,4 1 0,1 0 0,0-2 0,1-2 0,-1-1 0,-1-1 0,-1-1 0,1-1 0,0 0 0,-1 0 0,-1-2 0,-1-1 0,-1-2 0,-2-3-8191</inkml:trace>
</inkml:ink>
</file>

<file path=ppt/ink/ink3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8:22.4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98 0 24575,'-13'23'0,"-6"8"0,1 3 0,2-3 0,2-3 0,4-5 0,2-6-8191</inkml:trace>
</inkml:ink>
</file>

<file path=ppt/ink/ink3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8:23.2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103 26 24575,'-1'-2'0,"0"0"0,0 1 0,-1-1 0,1 0 0,-1 1 0,0-1 0,1 1 0,-1-1 0,0 1 0,0 0 0,0 0 0,0-1 0,0 1 0,0 1 0,0-1 0,0 0 0,0 1 0,0-1 0,-1 1 0,1-1 0,0 1 0,0 0 0,-1 0 0,1 0 0,0 0 0,-4 1 0,4-1 0,0 1 0,-1-1 0,1 1 0,0-1 0,0 1 0,0 0 0,0-1 0,0 1 0,0 0 0,0 1 0,0-1 0,0 0 0,0 1 0,0-1 0,1 1 0,-1-1 0,1 1 0,-1 0 0,1-1 0,-1 1 0,1 0 0,0 0 0,0 0 0,0 0 0,0 0 0,0 3 0,0-1 0,1 0 0,0 0 0,0 0 0,0 0 0,1 1 0,-1-1 0,1 0 0,0 0 0,2 4 0,16 39 0,-11-28 0,2 6 0,-2 1 0,-1 0 0,-1 1 0,-2-1 0,3 47 0,6 28 0,-13-92 0,1 0 0,0-1 0,0 1 0,1-1 0,5 17 0,-5-21 0,0 0 0,0 0 0,0-1 0,0 1 0,1-1 0,-1 0 0,1 1 0,0-1 0,0 0 0,0-1 0,1 1 0,-1 0 0,0-1 0,6 3 0,6 3 0,0 0 0,0-1 0,1-1 0,28 8 0,-43-14-68,1 1 0,-1-1-1,1 0 1,-1 0 0,1 0 0,-1 0-1,1 0 1,0 0 0,-1 0 0,1 0-1,-1 0 1,1-1 0,-1 1 0,1-1-1,-1 1 1,0-1 0,1 0-1,-1 0 1,2 0 0</inkml:trace>
</inkml:ink>
</file>

<file path=ppt/ink/ink3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8:23.6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76 51 24575,'-7'-7'0,"5"2"0,-1 2 0,0-1 0,-1 0 0,1 0 0,-1 1 0,1 0 0,-1 0 0,0 0 0,0 0 0,-1 1 0,-6-4 0,11 6 0,-1 0 0,1 0 0,-1 0 0,0 0 0,1 0 0,-1 0 0,0 0 0,1 0 0,-1 0 0,0 0 0,1 0 0,-1 1 0,1-1 0,-1 0 0,0 0 0,1 1 0,-1-1 0,1 0 0,-1 1 0,1-1 0,-1 1 0,1-1 0,-1 0 0,1 1 0,0-1 0,-1 1 0,1-1 0,0 1 0,-1 0 0,1-1 0,0 1 0,-1-1 0,1 1 0,0-1 0,0 1 0,0 0 0,0-1 0,0 1 0,0 0 0,0-1 0,0 2 0,-1 2 0,1-1 0,0 1 0,0-1 0,0 1 0,1-1 0,0 5 0,2 0 0,-1-1 0,1 0 0,0 0 0,1 0 0,0 0 0,0-1 0,0 1 0,1-1 0,0 0 0,0 0 0,6 5 0,-6-7 0,0 0 0,0 0 0,0-1 0,1 0 0,-1 0 0,1 0 0,0 0 0,0-1 0,-1 0 0,2 0 0,-1-1 0,0 0 0,0 0 0,7 0 0,14-1 0,1 0 0,-1-2 0,1-2 0,-1 0 0,39-12 0,-55 12-1365,-1-1-5461</inkml:trace>
</inkml:ink>
</file>

<file path=ppt/ink/ink3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8:23.8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24575,'0'27'0,"2"14"0,1 2 0,3-3 0,0-7 0,1-6 0,0-5 0,1-4 0,-1-3 0,-1-1 0,0-3 0,-1-1 0</inkml:trace>
</inkml:ink>
</file>

<file path=ppt/ink/ink3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8:24.4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30 24575,'37'-9'0,"0"2"0,0 1 0,0 2 0,48 0 0,-84 4 0,-1 0 0,1 0 0,-1 0 0,0 0 0,1 0 0,-1 0 0,1 0 0,-1 0 0,1 0 0,-1 0 0,0 0 0,1 0 0,-1 0 0,1 1 0,-1-1 0,0 0 0,1 0 0,-1 0 0,1 1 0,-1-1 0,0 0 0,1 0 0,-1 1 0,0-1 0,0 0 0,1 1 0,-1-1 0,0 0 0,1 1 0,-1-1 0,0 0 0,0 1 0,0-1 0,0 1 0,1 0 0,-6 14 0,1-6 0,-1 3 0,2 0 0,0 0 0,0 1 0,1 0 0,-1 21 0,3-7 0,7 45 0,-4-38 0,3-1 0,0 0 0,17 47 0,-22-77 0,0 1 0,0-1 0,0 0 0,0 0 0,0 1 0,-1-1 0,0 1 0,0-1 0,0 0 0,0 1 0,0-1 0,0 0 0,-2 5 0,1-6 0,0 1 0,0 0 0,-1-1 0,1 1 0,-1-1 0,1 0 0,-1 1 0,0-1 0,0 0 0,0 0 0,0 0 0,0 0 0,0-1 0,0 1 0,-1-1 0,-2 2 0,-34 15-1365,29-14-5461</inkml:trace>
</inkml:ink>
</file>

<file path=ppt/ink/ink3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8:25.2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2 24575,'-3'-2'0,"2"3"0,4 8 0,7 11 0,1-4 0,1-1 0,0 0 0,21 19 0,47 36 0,-60-53 0,82 54-354,-82-58-657,-10-7-5815</inkml:trace>
</inkml:ink>
</file>

<file path=ppt/ink/ink3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8:25.4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120 0 24575,'-15'20'0,"-7"6"0,0 1 0,4-1 0,2-3 0,4-2 0,5-4 0,2-1 0,3-1 0,1-3-8191</inkml:trace>
</inkml:ink>
</file>

<file path=ppt/ink/ink3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8:26.1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246 26 24575,'-25'-4'0,"-122"-17"0,142 20 0,0 1 0,1 0 0,-1 1 0,0-1 0,1 1 0,-1 0 0,0 0 0,1 0 0,-7 3 0,10-3 0,-1-1 0,1 1 0,0 0 0,0 0 0,-1 0 0,1 0 0,0 0 0,0 0 0,0 0 0,0 0 0,0 1 0,0-1 0,0 0 0,0 1 0,1-1 0,-1 0 0,0 1 0,1-1 0,-1 1 0,1-1 0,0 1 0,-1-1 0,1 1 0,0-1 0,0 1 0,0-1 0,0 1 0,0 0 0,1-1 0,-1 1 0,1 1 0,3 8 0,0-1 0,0 1 0,2-1 0,-1-1 0,1 1 0,11 13 0,-6-7 0,10 13 0,-2 2 0,-1 1 0,-1 0 0,-2 1 0,19 61 0,-32-88 0,-1 1 0,0 0 0,-1 0 0,1 0 0,-1 0 0,-1 0 0,1 0 0,-3 10 0,3-16 0,0 0 0,-1 0 0,1 0 0,0 0 0,0 0 0,0 0 0,0 0 0,0 0 0,0 0 0,0 0 0,1 0 0,-1 0 0,0 0 0,1 0 0,-1 0 0,0 0 0,1 0 0,-1-1 0,1 1 0,-1 0 0,1 0 0,0 0 0,-1-1 0,2 2 0,0-1 0,-1 0 0,1 0 0,0 0 0,0-1 0,-1 1 0,1-1 0,0 1 0,0-1 0,0 0 0,-1 1 0,1-1 0,3 0 0,4-1 0,0 0 0,-1 0 0,1-1 0,12-4 0,-8 1-1365,-3-1-5461</inkml:trace>
</inkml:ink>
</file>

<file path=ppt/ink/ink3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8:26.8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 0 24575,'-2'2'0,"0"0"0,0-1 0,-1 1 0,1 0 0,0 1 0,1-1 0,-1 0 0,0 0 0,1 1 0,-1-1 0,1 1 0,0-1 0,0 1 0,0 0 0,0 0 0,0-1 0,0 1 0,1 0 0,-1 4 0,0 4 0,0 1 0,1-1 0,2 18 0,-1-25 0,-1-1 0,1 1 0,0-1 0,1 1 0,-1-1 0,1 0 0,-1 1 0,1-1 0,0 0 0,0 0 0,0 0 0,1-1 0,-1 1 0,1 0 0,-1-1 0,1 0 0,0 0 0,0 1 0,5 1 0,7 4 0,0-1 0,0 0 0,17 4 0,-8-3 0,-14-4 0,-1 0 0,0 0 0,0 0 0,10 9 0,-17-12 0,0 0 0,-1 0 0,1 1 0,0-1 0,-1 1 0,1-1 0,0 1 0,-1 0 0,0-1 0,1 1 0,-1 0 0,0 0 0,0 0 0,0 0 0,0 0 0,-1 0 0,1 0 0,-1 1 0,1-1 0,-1 0 0,1 0 0,-1 1 0,0-1 0,-1 4 0,1-4 0,-1 0 0,0 0 0,0-1 0,0 1 0,0 0 0,0-1 0,0 1 0,-1-1 0,1 1 0,0-1 0,-1 0 0,1 0 0,-1 1 0,0-1 0,1 0 0,-1 0 0,0-1 0,0 1 0,1 0 0,-1-1 0,-3 2 0,-4 0 0,0 0 0,1 0 0,-13 0 0,16-2-61,-59 2 250,58-2-355,0-1 0,0 0 0,0 0 0,0 0 1,0 0-1,0-1 0,0 0 0,-6-3 0,3-1-6660</inkml:trace>
</inkml:ink>
</file>

<file path=ppt/ink/ink3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8:27.0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80 24575,'20'-15'0,"8"-5"0,3 2 0,-2 3 0,-6 7 0,-7 4-8191</inkml:trace>
</inkml:ink>
</file>

<file path=ppt/ink/ink3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8:27.7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13 24575,'16'-4'0,"0"1"0,1 1 0,-1 0 0,0 1 0,1 0 0,-1 1 0,26 4 0,-40-3 0,-1-1 0,1 0 0,0 1 0,-1-1 0,1 1 0,0 0 0,-1 0 0,1-1 0,-1 1 0,1 0 0,1 1 0,-3-1 0,0 0 0,1-1 0,-1 1 0,0-1 0,0 1 0,1-1 0,-1 1 0,0 0 0,0-1 0,0 1 0,0-1 0,0 1 0,0 0 0,0-1 0,0 1 0,0 0 0,0-1 0,0 1 0,0-1 0,0 1 0,0 0 0,0-1 0,-1 1 0,1-1 0,0 1 0,-1 0 0,1-1 0,0 1 0,-1-1 0,1 1 0,-1 0 0,-5 8 0,1-4 0,1 2 0,-1-1 0,1 0 0,1 1 0,-1 0 0,1 0 0,1 0 0,-1 0 0,1 0 0,0 0 0,-1 13 0,3-2 0,0 0 0,1 0 0,1 0 0,8 34 0,28 69 0,-25-81 0,1-7 0,-10-24 0,0 1 0,0 0 0,3 18 0,-7-26 0,1 0 0,-1-1 0,0 1 0,0 0 0,0-1 0,0 1 0,-1 0 0,1-1 0,0 1 0,-1-1 0,1 1 0,-1 0 0,0-1 0,1 1 0,-1-1 0,0 0 0,0 1 0,-2 1 0,1 0 0,0-1 0,-1 0 0,1 0 0,-1 0 0,0 0 0,0-1 0,0 1 0,-5 2 0,-3-1 0,1 0 0,-1 0 0,0-1 0,-18 1 0,0-2-1365,16-1-5461</inkml:trace>
</inkml:ink>
</file>

<file path=ppt/ink/ink3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8:29.0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 7 24575,'-1'0'0,"1"-1"0,0 1 0,-1-1 0,1 1 0,-1 0 0,1-1 0,0 1 0,-1-1 0,1 1 0,-1 0 0,1-1 0,-1 1 0,1 0 0,-1-1 0,1 1 0,-1 0 0,0 0 0,1 0 0,-1 0 0,1-1 0,-1 1 0,1 0 0,-1 0 0,0 0 0,1 0 0,-1 0 0,1 0 0,-1 0 0,0 1 0,1-1 0,-2 0 0,2 1 0,0 0 0,-1-1 0,1 1 0,0 0 0,-1 0 0,1-1 0,0 1 0,0 0 0,0 0 0,0 0 0,0-1 0,0 1 0,0 0 0,0 0 0,0 0 0,0-1 0,0 1 0,1 0 0,-1 0 0,0-1 0,0 1 0,1 0 0,0 1 0,3 6 0,0-1 0,1 0 0,-1 1 0,2-2 0,-1 1 0,9 8 0,42 34 0,-34-30 0,14 12-682,71 45-1,-94-69-6143</inkml:trace>
</inkml:ink>
</file>

<file path=ppt/ink/ink3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8:29.3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163 1 24575,'-6'1'0,"0"1"0,0 0 0,0 0 0,0 0 0,0 1 0,0 0 0,1 0 0,-1 0 0,1 1 0,0-1 0,0 1 0,0 1 0,1-1 0,-1 1 0,1 0 0,0 0 0,1 0 0,-1 0 0,1 0 0,0 1 0,0 0 0,1 0 0,-1 0 0,1 0 0,-1 8 0,-1 3-120,1-1-87,-1-1-1,0 0 1,-1 0-1,-1-1 1,-8 15-1,8-19-6618</inkml:trace>
</inkml:ink>
</file>

<file path=ppt/ink/ink3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8:30.1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201 50 24575,'-26'-10'0,"4"1"0,0 2 0,0 0 0,-1 1 0,-31-4 0,52 10 0,0 0 0,-1 0 0,1 0 0,0 0 0,-1 0 0,1 0 0,0 1 0,-4 1 0,5-2 0,1 0 0,-1 0 0,1 1 0,-1-1 0,1 0 0,-1 1 0,1-1 0,0 1 0,-1-1 0,1 0 0,0 1 0,-1-1 0,1 1 0,0-1 0,0 1 0,-1-1 0,1 1 0,0-1 0,0 1 0,0-1 0,0 1 0,0 0 0,-1-1 0,1 1 0,0-1 0,0 1 0,0-1 0,1 1 0,-1-1 0,0 1 0,0-1 0,0 1 0,0 0 0,0-1 0,1 1 0,-1-1 0,0 1 0,1 0 0,9 22 0,-5-14 0,0 1 0,-1 0 0,0 1 0,-1-1 0,0 1 0,-1 0 0,0-1 0,1 14 0,-2 21 0,2 0 0,2-1 0,2 1 0,14 49 0,-15-75 0,0-1 0,2 0 0,0 0 0,1 0 0,13 19 0,-20-35 6,-1 0-1,1 0 1,0 0-1,-1 0 0,1-1 1,0 1-1,0 0 1,0-1-1,0 0 1,1 1-1,-1-1 1,0 0-1,0 0 0,1 0 1,-1 0-1,1-1 1,-1 1-1,1-1 1,-1 1-1,1-1 1,4 0-1,-3-1-98,-1 1 0,0-1 1,1 0-1,-1 0 0,0 0 0,0 0 0,0-1 0,1 1 1,-1-1-1,-1 0 0,1 0 0,0 0 0,0 0 1,-1 0-1,5-5 0,0-2-6733</inkml:trace>
</inkml:ink>
</file>

<file path=ppt/ink/ink3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8:30.9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146 95 24575,'0'-13'0,"1"7"0,-1 0 0,0 0 0,0 0 0,0 1 0,-1-1 0,0 0 0,0 0 0,-1 1 0,1-1 0,-5-9 0,6 15 0,-1-1 0,1 1 0,0-1 0,-1 1 0,1-1 0,0 1 0,-1-1 0,1 1 0,-1-1 0,1 1 0,-1-1 0,1 1 0,-1 0 0,1-1 0,-1 1 0,0 0 0,1 0 0,-1-1 0,1 1 0,-1 0 0,0 0 0,1 0 0,-1 0 0,-1 0 0,1 0 0,0 0 0,0 1 0,0-1 0,0 0 0,0 1 0,0-1 0,0 1 0,0 0 0,0-1 0,0 1 0,0 0 0,0-1 0,0 2 0,-4 3 0,1 1 0,0-1 0,-6 11 0,9-14 0,-11 19 0,1 1 0,0 0 0,2 0 0,0 1 0,2 1 0,1-1 0,0 1 0,2 0 0,1 0 0,-1 31 0,4-35 0,0-12 0,0 0 0,0 0 0,1 0 0,0 0 0,2 10 0,-2-15 0,0 0 0,0-1 0,1 1 0,-1-1 0,0 1 0,1-1 0,0 0 0,0 1 0,0-1 0,0 0 0,0 0 0,0 0 0,0 0 0,0-1 0,1 1 0,-1-1 0,1 1 0,5 1 0,5 3 0,1-1 0,0-1 0,24 5 0,-35-8 0,1 0 0,0-1 0,0 1 0,-1-1 0,1 0 0,0 0 0,0-1 0,0 1 0,-1-1 0,1 0 0,0 0 0,-1 0 0,1 0 0,-1 0 0,1-1 0,-1 0 0,0 0 0,1 0 0,3-3 0,-6 4 0,0-1 0,0 1 0,0 0 0,0 0 0,0-1 0,0 1 0,0-1 0,0 1 0,-1-1 0,1 1 0,-1-1 0,1 0 0,-1 1 0,0-1 0,1 1 0,-1-1 0,0 0 0,0 1 0,0-1 0,0 0 0,0 1 0,-1-1 0,1 0 0,0 1 0,-1-1 0,1 1 0,-1-1 0,0 1 0,0-1 0,1 1 0,-1-1 0,0 1 0,0-1 0,0 1 0,-2-2 0,-2-2 0,1 1 0,-1-1 0,0 1 0,0 0 0,0 1 0,-1-1 0,1 1 0,-8-3 0,4 2-227,-1 0-1,0 1 1,0 0-1,0 1 1,-16-2-1,13 4-6598</inkml:trace>
</inkml:ink>
</file>

<file path=ppt/ink/ink3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8:32.0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23 24575,'2'0'0,"25"-7"0,0 1 0,36-3 0,-54 8 0,0 1 0,-1 0 0,1 1 0,0 0 0,-1 0 0,1 1 0,-1 0 0,1 1 0,-1-1 0,0 2 0,12 6 0,-18-10 0,-1 1 0,0 0 0,0 0 0,0 0 0,0 0 0,1 0 0,-2 0 0,1 0 0,0 0 0,0 0 0,0 0 0,0 0 0,-1 1 0,1-1 0,0 0 0,-1 1 0,1-1 0,-1 0 0,0 1 0,1-1 0,-1 1 0,0-1 0,0 0 0,0 3 0,-1 2 0,0 0 0,0 1 0,0-1 0,-5 9 0,-1 12 0,3-3 0,2 0 0,1-1 0,2 1 0,2 29 0,4-9 0,14 58 0,-2-46 0,-12-38 0,-1 0 0,4 19 0,-10-36 4,1 1 0,-1-1 0,0 0 0,0 0 0,0 1 0,0-1 0,0 0 0,0 0 0,0 1 0,0-1 0,0 0 0,0 0 0,-1 1 0,1-1 0,0 0 0,-1 0 0,1 0 0,-1 0 0,0 1 0,1-1 0,-1 0 0,0 0 0,0 0 0,1 0 0,-1-1 0,0 1 0,0 0 0,0 0 0,-2 1 0,-1-1-169,1 0 0,-1 1 0,0-2 0,1 1 0,-1 0 0,0-1 0,0 1 0,-6-2 0,-3 1-6661</inkml:trace>
</inkml:ink>
</file>

<file path=ppt/ink/ink3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8:35.2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187 71 24575,'0'-2'0,"1"0"0,0 1 0,-1-1 0,0 0 0,1 0 0,-1 0 0,0 0 0,0 0 0,0 1 0,0-1 0,-1 0 0,1 0 0,0 0 0,-1 0 0,1 0 0,-1 1 0,0-1 0,1 0 0,-1 1 0,0-1 0,0 0 0,0 1 0,0-1 0,0 1 0,-1-1 0,1 1 0,0 0 0,-1 0 0,1-1 0,-1 1 0,1 0 0,-1 0 0,0 0 0,1 1 0,-1-1 0,0 0 0,0 1 0,1-1 0,-1 1 0,0-1 0,0 1 0,0 0 0,-2 0 0,-24-5 0,20 3 0,-1 0 0,1 1 0,0 0 0,0 1 0,-16 0 0,22 1 0,1-1 0,-1 0 0,0 1 0,0 0 0,0-1 0,0 1 0,0 0 0,1 0 0,-1 0 0,0 0 0,1 0 0,-1 0 0,1 1 0,-1-1 0,1 0 0,0 1 0,0-1 0,-1 1 0,1 0 0,0-1 0,0 1 0,0 0 0,1 0 0,-1-1 0,0 1 0,1 0 0,-1 0 0,1 0 0,-1 3 0,-4 21 0,3-14 0,-1-1 0,2 1 0,-1 0 0,2 0 0,-1 0 0,2 0 0,2 23 0,9 14 0,-4-22 0,-2 1 0,-1 0 0,3 57 0,-8-55 0,0 3 0,-1-1 0,-7 46 0,5-65 0,2 0 0,-1 0 0,2 0 0,-1 1 0,2-1 0,0 0 0,1 0 0,4 17 0,-3-14 0,-1 0 0,-1-1 0,0 26 0,-1-25 0,0 0 0,2 0 0,3 22 0,3-2 0,-2 0 0,1 52 0,-7 75 0,-1-75 0,2-71 0,6 32 0,-4-30 0,1 25 0,3 43 0,1 15 0,-9 200 0,2-286 0,6 31 0,-4-29 0,1 25 0,-3-12 0,7 47 0,-2-7 0,2 2 0,7 43 0,-4-61 0,-2-14 0,5 65 0,-14-49 0,0-35 0,0 0 0,5 34 0,14 71 0,-10-63 0,2 99 0,-12 438 0,3-555 0,11 60 0,-6-59 0,1 52 0,-1 1 0,0 3 0,1 51 0,7 27 0,14 36 0,-14-97 0,-1 19 0,0 38 0,18 112 0,-30-172 0,-1-9 0,6-52 0,-4-32 0,1 31 0,-2-28 0,4 29 0,0-12 0,0 3 0,3 55 0,-2-3 0,1-1 0,0-1 0,-2-43 0,0 0 0,-2-22 0,0 35 0,-4 264 0,1-317 0,0 1 0,4 16 0,-2-16 0,2 26 0,-6-39 0,1 0 0,0 0 0,0 1 0,1-1 0,-1 0 0,0 0 0,1 1 0,-1-1 0,1 0 0,0 0 0,0 0 0,0 0 0,0 0 0,0 0 0,0 0 0,0 0 0,1 0 0,-1-1 0,1 1 0,-1 0 0,1-1 0,0 1 0,-1-1 0,1 0 0,0 0 0,0 1 0,0-1 0,0 0 0,0-1 0,0 1 0,0 0 0,3 0 0,120 31-1365,-104-26-5461</inkml:trace>
</inkml:ink>
</file>

<file path=ppt/ink/ink3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8:38.0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24575,'10'1'0,"0"0"0,0 0 0,0 1 0,0 1 0,13 5 0,21 4 0,-38-11 0,1 0 0,-1 1 0,0 0 0,0 0 0,0 0 0,0 0 0,0 1 0,0 0 0,-1 0 0,1 1 0,-1 0 0,0-1 0,0 2 0,0-1 0,-1 1 0,7 7 0,-3-1 0,1 1 0,-2-1 0,0 1 0,0 1 0,-1-1 0,7 21 0,-9-14 0,0-1 0,-1 1 0,2 30 0,-6 59 0,-1-39 0,2-62 0,0 32 0,9 76 0,-5-80 0,-1 1 0,-4 49 0,1-34 0,-2-24 0,-4 28 0,-1 26 0,7 542 0,2-591 0,1-1 0,11 43 0,-6-30 0,-1-3 0,2 4 0,-2 1 0,2 65 0,-9-93 0,7 33 0,-4-31 0,1 21 0,-4-25 0,1 9 0,6 50 0,-4-51 0,0 1 0,-3 41 0,0-40 0,0 0 0,6 31 0,-2-16 0,0 0 0,-4 45 0,0-39 0,6 54 0,12 100 0,-11-71 0,0 4 0,-2 18 0,-4-42 0,6-42 0,1 21 0,-8-84 0,0 34 0,8 61 0,-3-54 0,-2 0 0,-4 59 0,-1-32 0,2-48 0,0 33 0,9 75 0,-3-22 0,0 0 0,4 21 0,-3-20 0,23 205 0,-24-20 0,-7-180 0,1 297 0,1-398 0,0 0 0,5 20 0,0-3 0,16 68 0,-6-29 0,-14-65 0,4 24 0,-1 1 0,2 58 0,1 24 0,-1-3 0,-6-92 0,5 30 0,-3-29 0,1 27 0,-4-12 0,-1-16 0,1 1 0,2 0 0,5 36 0,-3-37 0,1 23 0,1 6 0,9 39 0,-15-85 0,1 1 0,-1-1 0,0 0 0,0 0 0,0 0 0,0 0 0,0 0 0,0 3 0,-1-4 0,1-1 0,0 1 0,0-1 0,-1 0 0,1 1 0,0-1 0,-1 1 0,1-1 0,0 0 0,-1 1 0,1-1 0,-1 0 0,1 1 0,0-1 0,-1 0 0,1 0 0,-1 1 0,1-1 0,-1 0 0,1 0 0,-1 0 0,1 0 0,-1 0 0,1 0 0,-1 0 0,1 0 0,-1 0 0,1 0 0,-1 0 0,1 0 0,-1 0 0,1 0 0,-1 0 0,1 0 0,-1-1 0,1 1 0,-1 0 0,1 0 0,-1 0 0,1-1 0,-19-6-227,0 2-1,0 0 1,0 1-1,0 1 1,-23-1-1,29 4-6598</inkml:trace>
</inkml:ink>
</file>

<file path=ppt/ink/ink3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8:45.7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 68 24575,'-5'-10'0,"5"12"0,8 19 0,-3-8 0,3 11 0,5 26 0,-13-49 0,0 0 0,0 0 0,0 0 0,0 0 0,1 0 0,-1 0 0,0 0 0,1 0 0,-1 0 0,0 0 0,1 0 0,-1 0 0,1-1 0,0 1 0,0 1 0,0-2 0,-1 0 0,0 0 0,1 0 0,-1 0 0,0 0 0,1 0 0,-1 0 0,0-1 0,1 1 0,-1 0 0,0 0 0,0 0 0,1 0 0,-1-1 0,0 1 0,0 0 0,1 0 0,-1-1 0,0 1 0,0 0 0,0 0 0,1-1 0,-1 1 0,0 0 0,0 0 0,0-1 0,0 1 0,0 0 0,1-1 0,9-33 0,-8 21 0,2-8 0,8-23 0,-10 39 0,0 0 0,0 0 0,0 0 0,1 0 0,-1 0 0,1 0 0,1 1 0,-1-1 0,6-5 0,-7 9 0,-1 0 0,0 0 0,1 0 0,-1 0 0,0 0 0,1 0 0,-1 0 0,1 1 0,-1-1 0,1 0 0,0 1 0,-1 0 0,1-1 0,-1 1 0,1 0 0,0 0 0,-1 0 0,1 0 0,2 0 0,-2 1 0,1-1 0,-1 1 0,1 0 0,0 0 0,-1 0 0,0 1 0,1-1 0,-1 1 0,0-1 0,4 4 0,3 4 0,-1 0 0,0 0 0,0 1 0,6 12 0,-11-18 0,29 43 0,64 71 0,-92-113-19,-13-14 117,0 0-1542,0 1-5382</inkml:trace>
</inkml:ink>
</file>

<file path=ppt/ink/ink3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8:46.1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89 182 24575,'2'-16'0,"0"-3"0,0 1 0,-1 0 0,-1-1 0,-1 1 0,-4-29 0,5 45 0,0 1 0,0 0 0,-1 0 0,1-1 0,-1 1 0,1 0 0,-1 0 0,1-1 0,-1 1 0,1 0 0,-1 0 0,0 0 0,0 0 0,0 0 0,1 0 0,-1 0 0,0 0 0,0 0 0,0 1 0,-1-1 0,1 0 0,0 1 0,0-1 0,0 0 0,-2 0 0,1 1 0,1 0 0,0 1 0,-1-1 0,1 0 0,-1 0 0,1 1 0,-1-1 0,1 1 0,-1-1 0,1 1 0,0 0 0,-1-1 0,1 1 0,0 0 0,0 0 0,0 0 0,0 0 0,0 0 0,0 0 0,0 0 0,-2 3 0,-2 2 0,1 0 0,0 0 0,0 1 0,1-1 0,-1 1 0,1 0 0,1 0 0,-1 1 0,1-1 0,1 0 0,-1 1 0,1-1 0,1 1 0,-1-1 0,2 12 0,-1-8 0,0-1 0,1 1 0,1 0 0,2 10 0,-3-17 0,0 0 0,1 0 0,0 0 0,0-1 0,0 1 0,0-1 0,0 1 0,1-1 0,-1 0 0,1 0 0,0 0 0,0 0 0,6 4 0,-2-3 0,-1 0 0,1 0 0,0-1 0,0 0 0,0 0 0,1-1 0,-1 0 0,1 0 0,12 1 0,-7-2 0,-1-1 0,1 0 0,-1 0 0,1-1 0,15-4 0,-24 4-124,0 0 0,0 0 0,0-1 0,0 1 0,0-1 0,0 0-1,-1 0 1,1 0 0,0 0 0,3-4 0</inkml:trace>
</inkml:ink>
</file>

<file path=ppt/ink/ink3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8:46.8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48 24575,'149'136'0,"-144"-132"0,0 0 0,1-1 0,-1 1 0,1-1 0,0-1 0,-1 1 0,1-1 0,0 0 0,1 0 0,6 0 0,-11-1 0,-1-1 0,1 0 0,0 0 0,0 0 0,0 0 0,0 0 0,0 0 0,0 0 0,0-1 0,0 1 0,0-1 0,0 1 0,0-1 0,0 0 0,-1 0 0,1 0 0,0 0 0,0 0 0,-1 0 0,1 0 0,-1-1 0,1 1 0,-1-1 0,0 1 0,1-1 0,-1 1 0,0-1 0,0 0 0,0 1 0,0-1 0,-1 0 0,1 0 0,0 0 0,-1 0 0,1-3 0,0 3 0,-1-1 0,0 1 0,0-1 0,0 1 0,0-1 0,0 0 0,-2-4 0,0-12 0,2 18 0,0 1 0,1 0 0,-1-1 0,0 1 0,0 0 0,0-1 0,0 1 0,1 0 0,-1-1 0,0 1 0,0 0 0,1 0 0,-1-1 0,0 1 0,1 0 0,-1 0 0,0 0 0,1-1 0,-1 1 0,0 0 0,1 0 0,-1 0 0,0 0 0,1 0 0,-1 0 0,0 0 0,1 0 0,-1 0 0,0 0 0,1 0 0,-1 0 0,1 0 0,-1 0 0,0 0 0,1 0 0,-1 0 0,0 0 0,1 0 0,-1 0 0,0 1 0,1-1 0,-1 0 0,0 0 0,0 0 0,1 1 0,-1-1 0,20 11 0,-18-9 0,7 3 0,0 0 0,0-1 0,1 0 0,0 0 0,-1-1 0,1 0 0,0-1 0,13 2 0,-17-3 0,0-1 0,0 0 0,0 0 0,0 0 0,0-1 0,0 1 0,1-1 0,-1-1 0,-1 1 0,1-1 0,0 0 0,0-1 0,-1 1 0,11-7 0,-14 7 0,0 1 0,-1 0 0,1-1 0,0 1 0,-1-1 0,1 0 0,-1 1 0,1-1 0,-1 0 0,0 0 0,0 0 0,0 0 0,0 0 0,0 0 0,0 0 0,-1 0 0,1 0 0,-1 0 0,1-1 0,-1 1 0,0 0 0,0 0 0,0-1 0,0 1 0,0-3 0,-1 1 0,-1 0 0,1 0 0,-1 1 0,1-1 0,-1 0 0,0 1 0,-1 0 0,1-1 0,-1 1 0,1 0 0,-1 0 0,0 0 0,-4-3 0,-10-7-682,-26-16-1,30 21-6143</inkml:trace>
</inkml:ink>
</file>

<file path=ppt/ink/ink3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8:47.8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 36 24575,'-1'-2'0,"-8"-15"0,8 17 0,1-1 0,0 1 0,0-1 0,-1 1 0,1-1 0,0 1 0,-1-1 0,1 1 0,0-1 0,-1 1 0,1 0 0,-1-1 0,1 1 0,-1 0 0,1-1 0,-1 1 0,1 0 0,-1 0 0,1 0 0,-1-1 0,1 1 0,-1 0 0,1 0 0,-1 0 0,0 0 0,0 0 0,1 1 0,-1-1 0,1 1 0,0-1 0,-1 1 0,1-1 0,0 1 0,-1-1 0,1 1 0,0 0 0,0-1 0,0 1 0,0-1 0,-1 1 0,1 0 0,0-1 0,0 1 0,0 0 0,0-1 0,0 1 0,0-1 0,1 1 0,-1 0 0,0 0 0,5 20 0,-5-19 0,4 11 0,1 0 0,0 1 0,1-2 0,9 16 0,33 45 0,-15-25 0,-17-26 0,24 26 0,12 18 0,-32-37 0,29 34 0,-48-62 0,-1 0 0,1 0 0,0 0 0,-1-1 0,1 1 0,0 0 0,0 0 0,0-1 0,0 1 0,0-1 0,0 1 0,0-1 0,0 1 0,0-1 0,0 0 0,0 1 0,0-1 0,0 0 0,0 0 0,0 0 0,0 0 0,0 0 0,2 0 0,-1 0 0,-1-1 0,0 0 0,1 1 0,-1-1 0,0 0 0,0 0 0,0 0 0,0 0 0,0 0 0,0 0 0,0 0 0,0 0 0,0 0 0,0 0 0,0-3 0,2-2 0,0 0 0,-1 0 0,0 0 0,0 0 0,-1 0 0,1 0 0,-1-8 0,-1-4 0,-1 1 0,-1 0 0,-8-32 0,5 26 0,-3-29 0,7 43 0,0 1 0,1 0 0,0 0 0,0 0 0,0 1 0,3-14 0,-3 20 0,0 1 0,0 0 0,0-1 0,0 1 0,0 0 0,1 0 0,-1-1 0,0 1 0,0 0 0,0-1 0,0 1 0,1 0 0,-1 0 0,0-1 0,0 1 0,0 0 0,1 0 0,-1-1 0,0 1 0,1 0 0,-1 0 0,0 0 0,0-1 0,1 1 0,-1 0 0,0 0 0,1 0 0,-1 0 0,0 0 0,1 0 0,10 5 0,10 16 0,-19-19 0,43 49 0,3-1 0,84 66 0,-115-103 0,2-1 0,33 17 0,-51-29 0,0 1 0,0-1 0,0 1 0,-1-1 0,1 1 0,0-1 0,0 0 0,0 1 0,0-1 0,0 0 0,0 0 0,0 1 0,-1-1 0,1 0 0,0 0 0,0 0 0,0 0 0,0-1 0,0 1 0,0 0 0,0 0 0,0 0 0,0-1 0,0 1 0,-1 0 0,1-1 0,0 1 0,0-1 0,0 1 0,-1-1 0,1 0 0,0 1 0,0-1 0,-1 0 0,1 1 0,-1-1 0,1 0 0,-1 0 0,1 1 0,-1-1 0,1 0 0,-1 0 0,0 0 0,1 0 0,-1 0 0,0 1 0,0-1 0,1 0 0,-1 0 0,0 0 0,0-2 0,0-5 0,1-1 0,-2 1 0,1-1 0,-3-11 0,-3-14 0,-2 1 0,-1 0 0,-16-37 0,-50-90 0,69 149-455,-1 2 0,-14-19 0,13 18-6371</inkml:trace>
</inkml:ink>
</file>

<file path=ppt/ink/ink3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8:48.2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235 26 24575,'-15'-8'0,"-7"1"0,-5 1 0,0 2 0,-3 3 0,-1 3 0,-1 0 0,4 1 0,5-1-8191</inkml:trace>
</inkml:ink>
</file>

<file path=ppt/ink/ink3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8:48.5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204 17 24575,'-22'-5'0,"-10"-1"0,-2 2 0,3 2 0,3 4 0,5 2 0,4-1 0,4 1-8191</inkml:trace>
</inkml:ink>
</file>

<file path=ppt/ink/ink3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8:53.0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13775 9 24575,'0'-1'0,"0"1"0,0-1 0,1 1 0,-1-1 0,0 1 0,0 0 0,0-1 0,0 1 0,1 0 0,-1-1 0,0 1 0,1 0 0,-1-1 0,0 1 0,0 0 0,1-1 0,-1 1 0,1 0 0,-1 0 0,0-1 0,1 1 0,-1 0 0,1 0 0,-1 0 0,1-1 0,-1 2 0,1-1 0,-1 0 0,0 1 0,1-1 0,-1 0 0,0 1 0,1-1 0,-1 0 0,0 1 0,0-1 0,0 1 0,1-1 0,-1 1 0,0-1 0,0 0 0,0 1 0,0-1 0,0 2 0,2 23 0,-2-21 0,0 0 0,-1-1 0,0 1 0,0 0 0,0-1 0,0 1 0,-1-1 0,1 0 0,-1 1 0,0-1 0,0 0 0,0 0 0,0 0 0,-1 0 0,1 0 0,-1-1 0,-5 5 0,3-3 0,-1-1 0,1 1 0,-1-1 0,0 0 0,0-1 0,0 0 0,-1 0 0,1 0 0,-7 1 0,-89 11 0,82-11 0,-31 9 0,-4 1 0,-36 2 0,17-3 0,40-5 0,-1-2 0,-38 0 0,-379-5 0,359-8 0,3 1 0,-633 7 0,713 1 0,0 1 0,0-1 0,0 2 0,1-1 0,-1 1 0,0 1 0,1 0 0,-9 5 0,6-3 0,0-1 0,0 0 0,0-1 0,-16 3 0,5-3 0,-6 1 0,0-1 0,-34 0 0,-307-5 0,352 2 0,-32 6 0,31-4 0,-30 1 0,-40-5 0,-67 2 0,108 6 0,30-4 0,-31 2 0,-487-6 0,515 2 0,-30 6 0,30-4 0,-29 1 0,23-2 0,-34 5 0,48-5 0,-88 10 0,66-7 0,0-3 0,-65-2 0,37-1 0,-151-8 0,151 4 0,-110 4 0,65 17 0,19-2 0,-8-2 0,40-4 0,-76 1 0,-191-10 0,298 0 0,-28-5 0,-15-1 0,34 6 0,-107-7 0,-148 1 0,179 8 0,65-1 0,-18-1 0,-85 11 0,122-7 0,-71 14 0,84-13 0,0 0 0,0 1 0,0 0 0,-24 15 0,17-8 0,0 2 0,1 0 0,0 2 0,-31 31 0,8-4 0,27-28 0,0 0 0,-21 29 0,29-35 0,6-7 0,1 0 0,-1 0 0,0 0 0,0 1 0,1-1 0,0 0 0,-1 1 0,1-1 0,0 0 0,0 1 0,0 0 0,-1 3 0,13-30 0,-9 16 0,0 1 0,0-1 0,0 0 0,-1 0 0,0-1 0,0 1 0,-1 0 0,0 0 0,-1 0 0,0 0 0,-2-9 0,2 9 0,-1 0 0,0 0 0,0 1 0,-4-11 0,4 15 0,0 0 0,0 0 0,0 1 0,0-1 0,0 0 0,-1 1 0,1-1 0,-1 1 0,0 0 0,1 0 0,-1 0 0,-6-3 0,-16-7 0,-2 1 0,-37-10 0,7 2 0,34 10 0,-1 2 0,1 0 0,-1 2 0,0 0 0,0 2 0,-37-1 0,31 4 0,-61-8 0,-25-1 0,19 3 0,-75-15 0,129 15 0,23 3 0,-31-2 0,-411 6 0,342-10 0,60 3 0,0 0 0,-64-3 0,-1 2 0,-7 0 0,105 7 0,-293 9 0,-14-2 0,206-8 0,5 0 0,-134 2 0,98 13 0,-39 10 0,70-6 0,-231 13 0,94-16 0,-25-1 0,-63 10 0,113-6 0,-12-3 0,4 0 0,160-8 0,-55 0 0,55-9 0,0-4 0,-94-20 0,-23-18 0,189 40 1,-28-2 1,26 4 28,-22-5 0,35 6-188,0-1-1,-1 1 0,1-1 0,0-1 1,0 1-1,0-1 0,1 0 1,-7-4-1,2-1-6667</inkml:trace>
</inkml:ink>
</file>

<file path=ppt/ink/ink3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9:00.7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20 24575,'0'-1'0,"0"0"0,0 1 0,0-1 0,0 0 0,0 1 0,0-1 0,0 0 0,0 1 0,0-1 0,0 0 0,0 1 0,0-1 0,0 0 0,1 1 0,-1-1 0,0 1 0,0-1 0,1 1 0,-1-1 0,0 0 0,1 1 0,-1-1 0,1 1 0,-1-1 0,1 1 0,-1 0 0,1-1 0,-1 1 0,1-1 0,-1 1 0,1 0 0,-1-1 0,1 1 0,0 0 0,-1 0 0,1 0 0,-1-1 0,1 1 0,0 0 0,-1 0 0,1 0 0,0 0 0,-1 0 0,1 0 0,0 0 0,-1 0 0,2 1 0,0-1 0,0 1 0,1 0 0,-1 0 0,0 0 0,0 0 0,0 0 0,-1 1 0,1-1 0,0 1 0,0-1 0,-1 1 0,3 3 0,0 0 0,-1 0 0,0 0 0,-1 1 0,1-1 0,-1 1 0,0-1 0,-1 1 0,2 8 0,-1 2 0,-1 29 0,0-4 0,-1-37 0,1-1 0,-1 1 0,1 0 0,0-1 0,0 0 0,0 1 0,0-1 0,0 1 0,1-1 0,-1 0 0,1 0 0,0 0 0,0 0 0,0 0 0,1 0 0,-1-1 0,1 1 0,-1-1 0,1 1 0,0-1 0,4 3 0,-1-2 0,0-1 0,0 1 0,0-1 0,0 0 0,1-1 0,-1 1 0,1-1 0,-1-1 0,1 1 0,-1-1 0,8-1 0,-6 1 0,1-1 0,0 0 0,-1-1 0,1 0 0,-1 0 0,0-1 0,1 0 0,-1 0 0,-1-1 0,9-5 0,-12 7 0,0-1 0,0 0 0,0 0 0,-1-1 0,1 1 0,-1-1 0,0 1 0,0-1 0,0 0 0,-1 0 0,0-1 0,1 1 0,-1 0 0,-1-1 0,1 1 0,-1-1 0,1 0 0,-1 1 0,0-8 0,0 4 0,0 0 0,-1 0 0,0 0 0,0 0 0,-1 0 0,0 0 0,-1 0 0,1 0 0,-2 1 0,-3-12 0,6 19 0,-1-1 0,1 1 0,0-1 0,0 1 0,-1-1 0,1 1 0,0 0 0,0-1 0,-1 1 0,1-1 0,-1 1 0,1 0 0,0-1 0,-1 1 0,1 0 0,-1-1 0,1 1 0,-1 0 0,1 0 0,0 0 0,-2-1 0,2 1 0,-1 0 0,1 1 0,0-1 0,-1 0 0,1 0 0,0 0 0,0 1 0,-1-1 0,1 0 0,0 0 0,-1 1 0,1-1 0,0 0 0,0 1 0,0-1 0,-1 0 0,1 0 0,0 1 0,0-1 0,0 1 0,0-1 0,0 1 0,-5 23 0,5 1 0,1-1 0,1 0 0,1 1 0,8 31 0,32 94 0,-9-61 0,3-2 0,50 86 0,-80-155 0,-7-18 0,0 1 0,0-1 0,0 0 0,0 1 0,0-1 0,0 0 0,0 1 0,0-1 0,0 0 0,0 1 0,-1-1 0,1 0 0,0 1 0,0-1 0,0 0 0,0 1 0,-1-1 0,1 0 0,0 0 0,0 1 0,-1-1 0,1 0 0,0 0 0,0 1 0,-1-1 0,1 0 0,0 0 0,-1 0 0,1 0 0,0 1 0,-1-1 0,1 0 0,0 0 0,-1 0 0,1 0 0,0 0 0,-1 0 0,1 0 0,0 0 0,-1 0 0,1 0 0,0 0 0,-1 0 0,1 0 0,0 0 0,-1 0 0,1-1 0,0 1 0,-1 0 0,-4-1 0,-1-1 0,1 0 0,0 0 0,0 0 0,0 0 0,-7-5 0,-28-22 0,31 23 0,-15-13 0,-30-29 0,44 38 0,1-1 0,-1 0 0,2 0 0,-1-1 0,-6-14 0,14 25 6,0-1 0,0 0 0,0 1 0,1-1 0,-1 0 0,1 0 0,-1 0 0,1 0 0,0 1 0,-1-1 0,1 0 0,0 0 0,0 0 0,0 0 0,1 0 0,-1 0 0,0 0 0,1 1 0,0-4 0,0 4-77,0-1 1,0 1-1,0-1 0,1 1 0,-1 0 1,0 0-1,1-1 0,-1 1 1,0 0-1,1 0 0,-1 0 0,1 1 1,0-1-1,-1 0 0,1 0 1,0 1-1,-1-1 0,1 1 0,0 0 1,2-1-1,9 0-6755</inkml:trace>
</inkml:ink>
</file>

<file path=ppt/ink/ink3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9:01.5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158 5 24575,'-6'0'0,"-63"-4"0,62 4 0,0 0 0,0 0 0,0 1 0,1 0 0,-1 1 0,0 0 0,-9 3 0,15-4 0,0-1 0,-1 1 0,1 0 0,0-1 0,0 1 0,0 0 0,0-1 0,0 1 0,0 0 0,1 0 0,-1 0 0,0 0 0,0 0 0,1 0 0,-1 0 0,0 0 0,1 0 0,-1 1 0,1-1 0,-1 0 0,1 0 0,0 0 0,0 1 0,-1-1 0,1 0 0,0 0 0,0 1 0,0-1 0,0 0 0,0 0 0,1 1 0,-1-1 0,0 0 0,1 0 0,0 2 0,2 5 0,0-1 0,1 0 0,0 0 0,7 11 0,-1-4 0,29 48 0,-18-31 0,24 49 0,-40-68 0,1 0 0,-2 1 0,0 0 0,-1 0 0,0 1 0,0-1 0,0 23 0,-4 7 0,1 15 0,0-57 0,0 1 0,0-1 0,1 1 0,-1-1 0,0 0 0,1 1 0,0-1 0,-1 0 0,1 0 0,0 1 0,-1-1 0,1 0 0,0 0 0,0 0 0,0 0 0,0 0 0,0 0 0,0 0 0,0 0 0,0 0 0,1-1 0,-1 1 0,0 0 0,0-1 0,1 1 0,-1-1 0,0 1 0,1-1 0,-1 0 0,3 1 0,5 0 0,0-1 0,0 1 0,0-2 0,8 0 0,0 0 0,-9 1-124,1-1 0,-1 1 0,0-1 0,0-1 0,0 1 0,0-1-1,0-1 1,0 1 0,-1-2 0,9-3 0,-6 0-6702</inkml:trace>
</inkml:ink>
</file>

<file path=ppt/ink/ink3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9:01.9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85 11 24575,'2'-1'0,"-1"0"0,1 0 0,0 0 0,-1 0 0,1 0 0,0 0 0,0 1 0,0-1 0,0 0 0,-1 1 0,1 0 0,0-1 0,0 1 0,0 0 0,0 0 0,0 0 0,0 0 0,0 0 0,0 1 0,0-1 0,0 0 0,-1 1 0,1 0 0,0-1 0,0 1 0,0 0 0,-1 0 0,1 0 0,0 0 0,-1 0 0,1 0 0,-1 1 0,1-1 0,1 3 0,1 1 0,0 0 0,-1 1 0,1 0 0,-1-1 0,0 1 0,0 1 0,-1-1 0,3 12 0,-3-11 0,-1 0 0,0 0 0,0 0 0,0 0 0,-1 11 0,0-17 0,0 0 0,0 1 0,-1-1 0,1 0 0,0 1 0,0-1 0,-1 0 0,1 0 0,-1 1 0,1-1 0,-1 0 0,1 0 0,-1 0 0,0 1 0,0-1 0,0 0 0,1 0 0,-1 0 0,0 0 0,0 0 0,0-1 0,0 1 0,-1 0 0,1 0 0,0-1 0,0 1 0,0-1 0,-1 1 0,1-1 0,0 1 0,0-1 0,-1 0 0,1 1 0,0-1 0,-3 0 0,-3-1 0,1 1 0,-1-1 0,1-1 0,-1 1 0,1-1 0,0 0 0,-1-1 0,1 1 0,0-1 0,1 0 0,-8-6 0,4 3 0,2 0 0,-1 0 0,1-1 0,0 0 0,0 0 0,1-1 0,-6-8 0,11 15 0,0-1 0,0 0 0,0 1 0,0-1 0,0 0 0,1 0 0,-1 0 0,1 0 0,-1 0 0,1 1 0,-1-1 0,1 0 0,0 0 0,0 0 0,0 0 0,0 0 0,1 0 0,-1 0 0,1-2 0,0 2 0,-1 1 0,1-1 0,0 1 0,0-1 0,0 1 0,0 0 0,0-1 0,1 1 0,-1 0 0,0 0 0,1 0 0,-1 0 0,0 0 0,1 0 0,-1 0 0,1 1 0,-1-1 0,1 0 0,0 1 0,-1-1 0,1 1 0,2-1 0,7 0-195,0-1 0,1 1 0,0 1 0,-1 0 0,1 1 0,20 3 0,-20-1-6631</inkml:trace>
</inkml:ink>
</file>

<file path=ppt/ink/ink3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9:02.5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59 24575,'7'-7'0,"0"0"0,0 1 0,1 0 0,0 0 0,0 1 0,0 0 0,10-5 0,-14 9 0,0-1 0,-1 1 0,1 0 0,0 1 0,0-1 0,0 0 0,0 1 0,0 0 0,0 0 0,0 0 0,-1 1 0,1-1 0,0 1 0,0 0 0,0 0 0,0 0 0,-1 1 0,1-1 0,-1 1 0,5 2 0,5 4 0,1 1 0,-1 1 0,-1 0 0,0 0 0,0 1 0,-1 1 0,18 24 0,-23-26 0,0 0 0,0 0 0,-1 0 0,0 1 0,-1 0 0,0 0 0,-1 0 0,0 1 0,-1-1 0,0 1 0,0 17 0,-1 20 0,-2 0 0,-9 61 0,9-102 0,-1 0 0,2 1 0,-1-1 0,1 0 0,0 1 0,1-1 0,2 9 0,-3-15 0,1 0 0,-1 1 0,0-1 0,1 0 0,-1 0 0,0 1 0,0-1 0,-1 0 0,1 1 0,-1 2 0,1-4 0,-1 0 0,1 0 0,-1 0 0,0 0 0,1-1 0,-1 1 0,0 0 0,1 0 0,-1 0 0,0-1 0,0 1 0,0-1 0,0 1 0,0 0 0,1-1 0,-1 1 0,0-1 0,0 0 0,0 1 0,-1-1 0,1 0 0,0 0 0,0 1 0,-1-1 0,-12 1-196,0 0 0,-17-2 0,23 0-581,-6 1-6049</inkml:trace>
</inkml:ink>
</file>

<file path=ppt/ink/ink3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9:03.7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24575,'3'18'0,"0"-1"0,1 1 0,1-1 0,0 0 0,1-1 0,16 31 0,-18-41 0,-1 0 0,1-1 0,0 1 0,1-1 0,-1 0 0,1 0 0,0 0 0,0-1 0,1 0 0,-1 0 0,1 0 0,0 0 0,0-1 0,0 0 0,0-1 0,1 1 0,-1-1 0,1 0 0,-1-1 0,14 2 0,-18-2 0,0-1 0,0 0 0,1 0 0,-1 0 0,0 0 0,0-1 0,0 1 0,0 0 0,0-1 0,0 0 0,0 1 0,0-1 0,0 0 0,0 0 0,0 0 0,0 0 0,-1 0 0,1-1 0,0 1 0,-1-1 0,1 1 0,-1-1 0,0 1 0,1-1 0,-1 0 0,0 1 0,0-1 0,0 0 0,0 0 0,0 0 0,0 0 0,-1 0 0,2-4 0,0-5 0,-1-1 0,0 0 0,0 0 0,-3-23 0,1 14 0,0-20 0,2 56 0,1 0 0,0 0 0,9 26 0,20 52 0,-12-40 0,15 45 0,29 98 0,-61-191 0,-1 0 0,0 0 0,-1 0 0,1 0 0,-1 0 0,0 0 0,-1 5 0,1-9 0,0 0 0,-1 0 0,1 0 0,0 0 0,0 0 0,-1 0 0,1 0 0,-1 0 0,1 0 0,-1 0 0,1-1 0,-1 1 0,1 0 0,-1 0 0,0-1 0,1 1 0,-1 0 0,0-1 0,0 1 0,0-1 0,1 1 0,-1-1 0,0 1 0,0-1 0,0 1 0,0-1 0,0 0 0,0 0 0,0 1 0,0-1 0,0 0 0,0 0 0,0 0 0,0 0 0,0 0 0,0 0 0,0 0 0,0-1 0,0 1 0,1 0 0,-1 0 0,0-1 0,-1 0 0,-4-1 0,0 0 0,0-1 0,1 0 0,-1 0 0,1-1 0,-8-5 0,-27-27 0,39 34 0,-1 1 0,0-1 1,1 0-1,-1 0 0,1-1 0,-1 1 0,1 0 0,0 0 0,0-1 1,0 1-1,0-1 0,0 1 0,0-1 0,1 1 0,-1-1 0,1 1 1,0-1-1,0 1 0,0-1 0,0-4 0,2-3 7,0 0-1,0 1 0,8-19 1,-7 19-472,0-1 0,4-17 1,-6 14-6362</inkml:trace>
</inkml:ink>
</file>

<file path=ppt/ink/ink3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9:04.3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176 17 24575,'-10'-4'0,"-1"1"0,0 0 0,0 1 0,0 0 0,0 1 0,0 0 0,-17 1 0,24 0 0,0 1 0,0-1 0,0 1 0,0 0 0,1 0 0,-1 1 0,0-1 0,0 1 0,1-1 0,-6 5 0,7-4 0,0-1 0,0 1 0,0 0 0,0 0 0,0 0 0,1 1 0,-1-1 0,1 0 0,-1 1 0,1-1 0,0 1 0,0-1 0,0 1 0,0-1 0,1 1 0,-1 0 0,0 3 0,1-3 0,0 1 0,0-1 0,0 1 0,1 0 0,-1-1 0,1 1 0,-1-1 0,1 1 0,1-1 0,-1 1 0,0-1 0,3 5 0,3 3 0,0 0 0,12 12 0,-13-16 0,-1 0 0,1 0 0,-1 0 0,-1 1 0,1-1 0,4 13 0,-4-2 0,-1 1 0,0 0 0,1 28 0,-3 59 0,-2-83 0,0-20 0,0 0 0,0 0 0,0 0 0,1 0 0,-1 0 0,1 0 0,0 0 0,0 0 0,0 0 0,3 6 0,-3-8 0,0 1 0,0-1 0,0 0 0,1 1 0,-1-1 0,1 0 0,-1 0 0,1 0 0,-1 0 0,1 0 0,-1 0 0,1 0 0,0-1 0,0 1 0,-1 0 0,1-1 0,0 0 0,0 1 0,3-1 0,20 4-80,-20-3-27,0 0 0,0 0 0,1 0 0,-1-1 0,1 1 0,-1-2 0,0 1-1,1 0 1,-1-1 0,1 0 0,9-3 0,-6-1-6719</inkml:trace>
</inkml:ink>
</file>

<file path=ppt/ink/ink3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9:04.6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24575,'0'15'0,"2"7"0,1 2 0,1 0 0,1-2 0,0-2 0,1-2 0,1-2 0,0-1 0,0-1 0,1 0 0,-1 0 0,1-2 0</inkml:trace>
</inkml:ink>
</file>

<file path=ppt/ink/ink3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9:05.1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13 24575,'22'-5'0,"0"2"0,0 1 0,1 0 0,-1 2 0,33 3 0,-53-3 0,0 0 0,0 1 0,0-1 0,0 0 0,-1 1 0,1 0 0,0-1 0,0 1 0,0 0 0,0 0 0,-1 0 0,1 0 0,0 1 0,-1-1 0,1 0 0,-1 1 0,3 2 0,-3-2 0,-1-1 0,1 1 0,0-1 0,-1 1 0,0 0 0,1 0 0,-1-1 0,0 1 0,0 0 0,0 0 0,0-1 0,0 1 0,0 0 0,-1 0 0,1-1 0,-1 1 0,1 0 0,-1-1 0,1 1 0,-2 2 0,-3 5 0,1 0 0,1 0 0,-1 0 0,1 1 0,1-1 0,0 1 0,1 0 0,-1-1 0,2 1 0,0 0 0,0 0 0,2 12 0,4 4 0,1-1 0,1 1 0,20 41 0,-14-37 0,-3 0 0,10 32 0,-20-57 0,0 0 0,0 0 0,0 0 0,-1 0 0,0 0 0,0 8 0,0-11 0,0-1 0,-1 0 0,1 1 0,0-1 0,-1 0 0,1 0 0,-1 1 0,1-1 0,-1 0 0,0 0 0,0 0 0,1 0 0,-1 0 0,0 0 0,0 0 0,0 0 0,0 0 0,0 0 0,0 0 0,0 0 0,-1-1 0,1 1 0,0-1 0,0 1 0,-1-1 0,1 1 0,0-1 0,0 1 0,-3-1 0,-28 6-682,-53 2-1,73-8-6143</inkml:trace>
</inkml:ink>
</file>

<file path=ppt/ink/ink3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9:06.4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 3 24575,'-1'0'0,"0"-1"0,1 1 0,-1 0 0,1 0 0,-1-1 0,0 1 0,1 0 0,-1 0 0,0 0 0,1 0 0,-1-1 0,0 1 0,1 0 0,-1 0 0,0 0 0,0 1 0,1-1 0,-1 0 0,0 0 0,1 0 0,-1 0 0,1 1 0,-1-1 0,0 0 0,0 1 0,0 0 0,0 0 0,1 0 0,-1 0 0,0 0 0,0 0 0,1 0 0,-1 0 0,1 0 0,-1 0 0,1 0 0,-1 0 0,1 0 0,-1 2 0,0 2 0,1-1 0,-1 1 0,1 0 0,0 0 0,0 0 0,1 6 0,1-5 0,0 0 0,0 0 0,0-1 0,1 1 0,0 0 0,0-1 0,0 1 0,1-1 0,-1 0 0,1 0 0,0-1 0,1 1 0,-1-1 0,7 4 0,2 3 0,2-1 0,-1-1 0,31 14 0,-39-21 0,0 1 0,1-1 0,-1 0 0,1-1 0,-1 1 0,1-2 0,-1 1 0,1 0 0,0-1 0,-1-1 0,1 1 0,0-1 0,7-2 0,-10 3 0,-1-1 0,0 0 0,0-1 0,1 1 0,-1-1 0,0 1 0,0-1 0,0 0 0,-1 0 0,1 0 0,0 0 0,-1-1 0,1 1 0,-1-1 0,0 0 0,0 1 0,0-1 0,0 0 0,0 0 0,-1 0 0,1-1 0,-1 1 0,0 0 0,0 0 0,0-1 0,0-4 0,0 1 0,-1 0 0,1 0 0,-2 0 0,0-9 0,1 15 0,0-1 0,0 0 0,-1 0 0,1 1 0,0-1 0,-1 0 0,0 1 0,1-1 0,-1 0 0,0 1 0,0-1 0,0 1 0,0-1 0,0 1 0,0 0 0,0-1 0,0 1 0,0 0 0,-1 0 0,1 0 0,-3-2 0,3 3 0,1 0 0,-1 0 0,0 0 0,0 0 0,1 0 0,-1 0 0,0 0 0,1 0 0,-1 0 0,0 0 0,1 0 0,-1 1 0,0-1 0,0 0 0,1 0 0,-1 1 0,1-1 0,-1 0 0,0 1 0,1-1 0,-1 1 0,1-1 0,-1 1 0,1-1 0,-1 1 0,1-1 0,-1 1 0,1 0 0,0-1 0,-1 1 0,1-1 0,0 1 0,-1 0 0,1-1 0,0 1 0,0 0 0,0 0 0,0-1 0,0 2 0,-5 30 0,5-31 0,-2 50 0,3 0 0,1 0 0,3 1 0,3-2 0,15 60 0,22 43 0,-43-139 0,-2-14 0,0 0 0,0 0 0,0 0 0,0 0 0,0 0 0,0 1 0,0-1 0,0 0 0,-1 0 0,1 0 0,0 0 0,0 0 0,0 0 0,0 0 0,0 0 0,0 0 0,0 0 0,0 0 0,0 0 0,0 0 0,-1 0 0,1 0 0,0 0 0,0 0 0,0 0 0,0 0 0,0 0 0,0 0 0,0 0 0,-1 0 0,1 0 0,0 0 0,0 0 0,0 0 0,0 0 0,0 0 0,0 0 0,0 0 0,0 0 0,0 0 0,-1 0 0,1 0 0,0 0 0,0 0 0,0 0 0,0 0 0,0 0 0,0 0 0,0-1 0,0 1 0,0 0 0,-17-18 0,12 11 0,-37-32 0,30 28 0,1 1 0,-13-17 0,22 25-72,1 0 1,-1 1-1,1-1 0,0-1 0,0 1 0,0 0 0,0 0 0,1 0 1,-1 0-1,1-1 0,-1 1 0,1 0 0,0 0 0,-1-1 0,1 1 1,1 0-1,-1-1 0,1-2 0,2-4-6754</inkml:trace>
</inkml:ink>
</file>

<file path=ppt/ink/ink3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9:07.0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213 32 24575,'-11'-5'0,"0"0"0,0 0 0,0 1 0,-1 0 0,0 1 0,-15-2 0,22 5 0,0-1 0,1 1 0,-1 0 0,0 1 0,0-1 0,1 1 0,-1 0 0,0 0 0,1 0 0,-1 1 0,1 0 0,0 0 0,-1 0 0,1 0 0,0 0 0,0 1 0,0 0 0,-6 6 0,10-9 0,-4 3 0,1 1 0,0-1 0,-1 1 0,1 0 0,-3 5 0,6-8 0,-1 0 0,1 0 0,-1 0 0,1 0 0,0 0 0,0 0 0,-1 0 0,1 0 0,0 0 0,0 0 0,0 0 0,0 0 0,0 0 0,0 0 0,0 0 0,1 0 0,-1 0 0,0 0 0,0 0 0,1 0 0,-1 0 0,1 0 0,-1 0 0,1 0 0,-1 0 0,1 0 0,-1-1 0,1 1 0,0 0 0,1 1 0,7 6 0,-1 0 0,0 1 0,0 0 0,-1 0 0,0 1 0,-1-1 0,0 2 0,0-1 0,-1 1 0,-1 0 0,5 17 0,8 39 0,-9-29 0,20 56 0,-25-87 0,0-1 0,0 1 0,0-1 0,1 0 0,0 0 0,0 0 0,5 6 0,-7-10 0,0 0 0,0-1 0,0 1 0,0-1 0,0 1 0,0-1 0,1 0 0,-1 0 0,0 0 0,1 0 0,-1 0 0,0-1 0,1 1 0,-1-1 0,1 1 0,-1-1 0,1 0 0,-1 0 0,1 0 0,0 0 0,-1-1 0,1 1 0,2-2 0,18-4-1365,-13 3-5461</inkml:trace>
</inkml:ink>
</file>

<file path=ppt/ink/ink3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9:07.6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54 24575,'12'-10'0,"1"1"0,20-11 0,-30 17 0,1 1 0,1 1 0,-1-1 0,0 0 0,0 1 0,0 0 0,1 0 0,-1 0 0,1 1 0,-1-1 0,0 1 0,1 0 0,6 1 0,-9-1 0,-1 1 0,1-1 0,0 0 0,-1 1 0,1-1 0,-1 1 0,1 0 0,-1-1 0,1 1 0,-1 0 0,1 0 0,-1 0 0,0 0 0,1 0 0,-1 1 0,0-1 0,0 0 0,0 0 0,0 1 0,0-1 0,0 1 0,0-1 0,-1 1 0,1-1 0,0 1 0,-1-1 0,0 1 0,1 0 0,-1-1 0,0 1 0,1 0 0,-1-1 0,0 1 0,0 0 0,-1-1 0,1 1 0,-1 2 0,-1 6 0,0 0 0,-1 0 0,-1 0 0,-8 17 0,7-16 0,2-6 0,1 1 0,0 0 0,0 0 0,0-1 0,1 1 0,0 0 0,0 1 0,1-1 0,0 9 0,0-13 0,0 0 0,0 0 0,1 0 0,-1 0 0,1 0 0,0 0 0,-1 0 0,1 0 0,0 0 0,0 0 0,0 0 0,1 0 0,-1-1 0,0 1 0,1 0 0,-1-1 0,1 1 0,-1-1 0,1 0 0,0 1 0,-1-1 0,1 0 0,0 0 0,0 0 0,0 0 0,0-1 0,0 1 0,0 0 0,4 0 0,6 1 0,1-1 0,-1 0 0,1 0 0,0-1 0,-1-1 0,1 0 0,15-4 0,-27 5-80,1-1 0,0 1-1,-1-1 1,1 1 0,-1-1-1,1 0 1,0 0 0,-1 0-1,0 0 1,1 0 0,-1 0 0,1 0-1,-1 0 1,0 0 0,0-1-1,2-1 1,1-5-6746</inkml:trace>
</inkml:ink>
</file>

<file path=ppt/ink/ink3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9:08.1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8 24575,'127'-7'0,"-114"7"0,0 1 0,0 0 0,0 1 0,0 1 0,0 0 0,-1 1 0,21 8 0,-31-11 0,-1 0 0,1 0 0,0 0 0,-1 0 0,1 1 0,-1-1 0,1 0 0,-1 1 0,0-1 0,1 1 0,-1 0 0,0-1 0,0 1 0,0 0 0,0 0 0,-1-1 0,1 1 0,0 3 0,1 3 0,-1 0 0,0 0 0,-1 12 0,1 5 0,29 194 0,-22-172 0,3-1 0,28 74 0,-13-69 0,-26-51 0,0 1 0,1 0 0,-1 0 0,0-1 0,0 1 0,0 0 0,0 0 0,0-1 0,0 1 0,0 0 0,0 0 0,0 0 0,0-1 0,0 1 0,0 0 0,0 0 0,-1-1 0,1 1 0,0 0 0,-1-1 0,1 1 0,0 0 0,-1-1 0,1 1 0,-1 0 0,1-1 0,-1 1 0,1-1 0,-1 1 0,0-1 0,1 1 0,-1-1 0,0 1 0,1-1 0,-1 0 0,0 1 0,1-1 0,-1 0 0,0 0 0,-1 1 0,-6 1 0,1 0 0,-1 0 0,-9 1 0,7-1 0,-26 5-1365,21-5-5461</inkml:trace>
</inkml:ink>
</file>

<file path=ppt/ink/ink3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9:10.7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138 0 24575,'-1'1'0,"1"0"0,0 0 0,-1 0 0,1 0 0,-1-1 0,1 1 0,-1 0 0,1-1 0,-1 1 0,1 0 0,-1-1 0,0 1 0,1 0 0,-1-1 0,0 1 0,0-1 0,1 1 0,-2-1 0,-17 10 0,17-9 0,-24 10 0,14-7 0,0 1 0,0 1 0,-20 13 0,31-18 0,0 0 0,0 0 0,0 0 0,0 0 0,0 0 0,1 1 0,-1-1 0,0 0 0,1 0 0,-1 1 0,1-1 0,-1 0 0,1 1 0,0-1 0,0 0 0,-1 1 0,1-1 0,0 3 0,4 28 0,-2-15 0,1 39 0,-3-34 0,1-1 0,1 1 0,1-1 0,9 35 0,10 2 0,5 14 0,-22-53 0,-1 0 0,0 1 0,-1-1 0,0 34 0,-4 23 0,2 88 0,14-52 0,-9-72 0,-3-23 0,2 27 0,-3-18 0,1-1 0,8 33 0,2 6 0,1 8 0,-10-42 0,1-4 0,1 48 0,-7-60 0,1 4 0,0 1 0,1-1 0,7 34 0,7 43 0,-12-71 0,-1 0 0,-3 45 0,2 17 0,6-38 0,-4-30 0,2 31 0,2 28 0,-4-51 0,1 30 0,-4-28 0,-1 15 0,10 82 0,-6-100 0,-1 1 0,-2 26 0,2 24 0,4-23 0,-2-30 0,0 31 0,-3-36 0,5 28 0,-3-27 0,2 28 0,-6 415 0,0-448 0,0 0 0,-4 17 0,2-15 0,-2 24 0,4-9 0,2 1 0,0-1 0,7 34 0,-5-46 0,-3-14 0,1-1 0,-1 1 0,1 0 0,0 0 0,2 4 0,-2-7 0,0-1 0,-1 0 0,1 0 0,0 1 0,0-1 0,-1 0 0,1 0 0,0 0 0,0 0 0,0 0 0,1 0 0,-1 0 0,0-1 0,0 1 0,0 0 0,1-1 0,-1 1 0,0 0 0,1-1 0,-1 0 0,3 1 0,30 5-682,61 2-1,-82-8-6143</inkml:trace>
</inkml:ink>
</file>

<file path=ppt/ink/ink3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9:13.0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8 24575,'9'-2'0,"-1"0"0,1 1 0,-1 0 0,1 0 0,-1 1 0,1 0 0,-1 0 0,1 1 0,0 0 0,-1 1 0,16 5 0,-18-6 0,74 23 0,-78-24 0,1 1 0,-1 0 0,0 0 0,0 0 0,0 0 0,0 1 0,0-1 0,0 0 0,-1 1 0,1-1 0,0 1 0,-1 0 0,1 0 0,-1-1 0,1 1 0,-1 0 0,0 0 0,0 0 0,0 1 0,0-1 0,0 0 0,-1 0 0,1 0 0,0 1 0,-1 1 0,2 8 0,0 1 0,-1-1 0,-1 17 0,0-25 0,-8 86 0,4-57 0,0 32 0,13 127 0,31 93 0,-33-218 0,-4 133 0,-4-116 0,-6 1 0,-1-2 0,9 322 0,0-388 0,0 0 0,6 20 0,-2-8 0,2 3 0,-5-20 0,1-1 0,0 21 0,-2-12 0,5 23 0,-3-24 0,1 29 0,-4-23 0,-7 34 0,4-44 0,1 1 0,1-1 0,0 1 0,1 0 0,0-1 0,5 25 0,4 6 0,-2 2 0,-2-1 0,-2 69 0,-5-50 0,4 103 0,12-66 0,1 6 0,-9-68 0,23 74 0,-15-66 0,8 37 0,-18-66 0,0-4 0,-1 0 0,-1 0 0,1 17 0,-4-7 0,0-13 0,1 0 0,0 1 0,1-1 0,0-1 0,1 1 0,1 0 0,0 0 0,7 18 0,17 18 0,-27-48 0,0-1 0,0 1 0,1-1 0,-1 1 0,0-1 0,0 1 0,0-1 0,0 1 0,1-1 0,-1 1 0,0-1 0,0 1 0,0-1 0,0 1 0,0 0 0,0-1 0,0 1 0,-1-1 0,1 1 0,0-1 0,0 1 0,0-1 0,0 1 0,-1-1 0,1 1 0,0-1 0,-1 1 0,0 0 0,0 0 0,0-1 0,0 1 0,0 0 0,0-1 0,0 1 0,0-1 0,0 1 0,0-1 0,0 0 0,0 1 0,-2-1 0,-6 1 0,1-1 0,-18 0 0,18-1 0,-1 1-104,-10 0-316,0-1-1,-28-5 1,33 3-6406</inkml:trace>
</inkml:ink>
</file>

<file path=ppt/ink/ink3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9:13.9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287 34 24575,'-12'-8'0,"-7"-1"0,-2-1 0,0 5 0,1 3 0,1 4 0,2 2 0,1 3 0,1 0 0,0-1 0,1 0 0,0 0 0,-1-1 0,1-2 0,0-1 0,0-1 0,-1-1 0,3 0-8191</inkml:trace>
</inkml:ink>
</file>

<file path=ppt/ink/ink3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9:14.3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242 46 24575,'0'-2'0,"0"-4"0,-2-3 0,-4 0 0,-3 2 0,-2 1 0,-2 3 0,-2 1 0,-2 1 0,-1 1 0,-3 0 0,0 1 0,2-1 0,0 0 0,0 1 0,0-1 0,1 2 0,3 2-8191</inkml:trace>
</inkml:ink>
</file>

<file path=ppt/ink/ink3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9:23.79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6 8 24575,'5'-7'0,"-1"7"0,0 13 0,-2 22 0,5 49 0,0-8 0,9 236 0,-10-211 0,2 55 0,-9 158 0,1-308 0,0 0 0,1-1 0,0 1 0,0-1 0,0 1 0,1-1 0,3 10 0,-3-14 0,-2-5 0,-1-5 0,-28-190 0,22 142 0,1-78 0,1 22 0,-4-234 0,10 259 0,-2 67 0,-6-31 0,4 30 0,-1-28 0,1 24-1365,0 17-5461</inkml:trace>
</inkml:ink>
</file>

<file path=ppt/ink/ink3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9:25.99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54 24575,'0'-45'0,"0"37"0,0 29 0,4 109 0,21 128 0,4 79 0,-22-252 0,1 4 0,-9-85 0,1-2 0,0-1 0,0 1 0,0 0 0,0 0 0,0-1 0,0 1 0,1 0 0,-1 0 0,1-1 0,-1 1 0,1 0 0,-1-1 0,1 1 0,1 1 0,-2-3 0,0 0 0,0 0 0,1 0 0,-1 0 0,0 0 0,0 0 0,0 0 0,1 0 0,-1 0 0,0 0 0,0 0 0,0 0 0,0 0 0,1 0 0,-1 0 0,0 0 0,0 0 0,0 0 0,0-1 0,0 1 0,1 0 0,-1 0 0,0 0 0,0 0 0,0 0 0,0 0 0,0-1 0,0 1 0,1 0 0,-1 0 0,0 0 0,0 0 0,0-1 0,0 1 0,0 0 0,0 0 0,0 0 0,0 0 0,0-1 0,0 1 0,0 0 0,0 0 0,0 0 0,0-1 0,0 1 0,2-10 0,-1-11 0,-2 0 0,0 1 0,-1-1 0,-1 1 0,-9-36 0,-2-13 0,-6-79 0,1-264 0,19 334 0,0 72 0,0 7 0,1 18 0,5 27 0,0 8 0,-3 77 0,1 21 0,-1-120 0,15 188 0,-9-149 0,20 76 0,-28-144-227,-1 1-1,1-1 1,0 1-1,-1-1 1,0 6-1,-1-1-6598</inkml:trace>
</inkml:ink>
</file>

<file path=ppt/ink/ink3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9:28.48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3228 74 24575,'-40'0'0,"-125"-1"0,102-5 0,-26-2 0,26 7 0,-109 3 0,67 12 0,64-8 0,-28 2 0,-11 0 0,-11-1 0,55-6 0,0-2 0,0-1 0,1-2 0,-37-9 0,40 8 0,1 1 0,0 1 0,-1 2 0,-37 3 0,4-1 0,37-1 0,-4-1 0,0 1 0,1 2 0,-1 1 0,-53 13 0,63-12 0,1 0 0,-1-2 0,0 0 0,0-2 0,-28-2 0,-4 1 0,-351 1 0,391 0 0,0 2 0,-17 3 0,15-2 0,-24 2 0,-56-7 0,-39 4 0,49 11 0,29-5 0,37-5 0,-27 1 0,-173-3 0,103-2 0,109 0 0,6-2 0,12-7 0,20-7 0,103-32 0,-90 36 0,59-28 0,-92 34 0,-10 7 0,0 0 0,0 0 0,0-1 0,0 1 0,0 0 0,0 0 0,0 0 0,0 0 0,0-1 0,-1 1 0,1 0 0,0 0 0,0 0 0,0 0 0,0 0 0,0-1 0,0 1 0,0 0 0,-1 0 0,1 0 0,0 0 0,0 0 0,0 0 0,0 0 0,-1 0 0,1 0 0,0-1 0,0 1 0,0 0 0,0 0 0,-1 0 0,1 0 0,0 0 0,0 0 0,-25-1 0,21 1 0,-21 0 0,1 1 0,-1 1 0,0 1 0,-28 8 0,41-8 0,0 1 0,0 1 0,0 0 0,1 0 0,0 1 0,0 1 0,0 0 0,1 0 0,0 1 0,-10 11 0,17-17 0,0 1 0,1 0 0,0-1 0,-1 1 0,1 1 0,0-1 0,0 0 0,-2 7 0,4-10 0,-1 1 0,1 0 0,0 0 0,0 0 0,0-1 0,0 1 0,0 0 0,0 0 0,0 0 0,0 0 0,0 0 0,1-1 0,-1 1 0,0 0 0,0 0 0,1 0 0,0 1 0,0-1 0,0 0 0,0 0 0,0 0 0,0 0 0,0 0 0,1 0 0,-1 0 0,0 0 0,1 0 0,-1-1 0,0 1 0,4 0 0,12 4 0,1 0 0,34 3 0,4 1 0,-44-6-341,-1 1 0,0 0-1,19 11 1,-19-10-6485</inkml:trace>
</inkml:ink>
</file>

<file path=ppt/ink/ink3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9:29.37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398 215 24575,'-29'-24'0,"-1"1"0,-57-32 0,-73-23 0,136 64 0,19 11 0,0 0 0,0 0 0,0 1 0,-1 0 0,1 0 0,-1 0 0,-5-1 0,10 3 0,1-1 0,0 1 0,-1 0 0,1 0 0,-1 0 0,1 0 0,0 0 0,-1 0 0,1 0 0,0 0 0,-1 0 0,1 0 0,0 0 0,-1 0 0,1 1 0,0-1 0,-1 0 0,1 0 0,0 0 0,-1 0 0,1 1 0,0-1 0,-1 0 0,1 0 0,-1 1 0,4 6 0,12 8 0,15 4 0,1-2 0,1-1 0,36 12 0,-28-12 0,54 30 0,-91-44 0,1 1 0,-1-1 0,1 1 0,-1 0 0,5 5 0,-7-7 0,-1-1 0,1 1 0,-1-1 0,0 1 0,1-1 0,-1 1 0,0-1 0,1 1 0,-1-1 0,0 1 0,0-1 0,0 1 0,1-1 0,-1 1 0,0 0 0,0-1 0,0 1 0,0-1 0,0 1 0,0-1 0,0 1 0,0 0 0,0-1 0,0 1 0,-1-1 0,1 1 0,0-1 0,0 1 0,0-1 0,-1 1 0,1 0 0,0-1 0,-1 0 0,1 1 0,0-1 0,-1 1 0,1-1 0,-1 1 0,1-1 0,-1 0 0,1 1 0,0-1 0,-1 0 0,0 1 0,1-1 0,-1 0 0,1 0 0,-1 0 0,1 1 0,-1-1 0,1 0 0,-2 0 0,-17 5 0,-1 0 0,0-2 0,0 0 0,-31 0 0,-15 2 0,41-3-110,0 1-518,-50 11 1,56-8-6199</inkml:trace>
</inkml:ink>
</file>

<file path=ppt/ink/ink3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9:30.41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436 91 24575,'-34'-20'0,"-44"-19"0,63 33 0,1 0 0,-1 2 0,0-1 0,0 2 0,-1 0 0,-17-1 0,30 4 0,1 0 0,-1 0 0,1 0 0,-1 0 0,1 0 0,-1 1 0,1-1 0,-1 1 0,1-1 0,-1 1 0,1 0 0,-1 0 0,1 0 0,0 0 0,0 1 0,0-1 0,0 1 0,0-1 0,0 1 0,0 0 0,0 0 0,0 0 0,1 0 0,-1 0 0,1 0 0,-1 0 0,1 0 0,0 0 0,0 1 0,0-1 0,0 1 0,1-1 0,-1 0 0,0 1 0,1-1 0,0 1 0,0 0 0,0-1 0,0 1 0,0-1 0,0 1 0,0-1 0,1 1 0,0-1 0,-1 1 0,1-1 0,0 1 0,0-1 0,0 0 0,0 0 0,1 1 0,-1-1 0,1 0 0,2 3 0,5 3 0,0 0 0,0-1 0,1 0 0,0 0 0,0-1 0,0 0 0,1-1 0,12 4 0,20 12 0,-10-5 0,-19-9 0,0 0 0,0 1 0,21 16 0,-34-24 0,0 1 0,0-1 0,0 1 0,-1 0 0,1-1 0,0 1 0,-1 0 0,1-1 0,0 1 0,-1 0 0,1 0 0,-1 0 0,1 0 0,-1-1 0,1 1 0,-1 0 0,0 0 0,1 0 0,-1 0 0,0 0 0,0 0 0,0 0 0,0 1 0,0-1 0,-1 0 0,1-1 0,-1 1 0,1 0 0,-1-1 0,1 1 0,-1 0 0,0-1 0,1 1 0,-1-1 0,0 1 0,0-1 0,1 0 0,-1 1 0,0-1 0,0 0 0,0 1 0,1-1 0,-1 0 0,-1 0 0,-8 2 0,1 0 0,-1-2 0,-12 1 0,19-1 0,-71-2 0,1-4 0,-83-17 0,150 22-195,1 0 0,-1 0 0,1-1 0,0 0 0,-1 0 0,-5-3 0</inkml:trace>
</inkml:ink>
</file>

<file path=ppt/ink/ink3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9:30.80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 24575,'24'22'0,"9"12"0,0 6 0,-2 0 0,-4-1 0,-5-3 0,-5-2 0,-6-3 0,-3 0 0,-2-5 0,-2-3 0,-2-3 0,-2-3 0,0-2 0,0 0 0,-3-4 0</inkml:trace>
</inkml:ink>
</file>

<file path=ppt/ink/ink3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9:31.01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358 46 24575,'-27'-7'0,"-14"-3"0,-2 1 0,1 1 0,6 3 0,5 1 0,4 3 0,5 0 0,2 1 0,3 0 0,2 3 0,0 1 0,4 2 0,0 0 0</inkml:trace>
</inkml:ink>
</file>

<file path=ppt/ink/ink3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9:31.35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118 248 24575,'21'17'0,"-12"-9"0,-21-22 0,-12-9 0,11 11 0,1 0 0,0-1 0,0 0 0,2-1 0,-16-26 0,21 32 0,1-1 0,0 0 0,1-1 0,0 1 0,-3-15 0,6 22 0,-1 1 0,1-1 0,0 0 0,0 0 0,0 0 0,0 0 0,0 0 0,0 0 0,0 0 0,1 0 0,-1 0 0,1 0 0,-1 0 0,1 0 0,0 0 0,0 0 0,0 0 0,0 1 0,0-1 0,0 0 0,0 1 0,1-1 0,-1 1 0,0 0 0,1-1 0,-1 1 0,1 0 0,0 0 0,-1 0 0,1 0 0,0 0 0,0 0 0,2-1 0,2 1-52,-1-1-1,1 1 1,0 0-1,-1 0 1,1 1-1,0 0 1,0 0-1,0 0 1,-1 1-1,1-1 1,0 2-1,-1-1 1,1 0-1,-1 1 1,1 0-1,-1 0 1,0 1-1,1 0 1,-1 0-1,-1 0 0,1 0 1,0 1-1,-1 0 1,0-1-1,5 6 1,-1 2-6774</inkml:trace>
</inkml:ink>
</file>

<file path=ppt/ink/ink3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9:31.60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21 1 24575,'-5'0'0,"-2"2"0,1 4 0,4 0 0,1 2 0,5 0 0,0 0 0,3 0 0,0 0 0,1 1 0</inkml:trace>
</inkml:ink>
</file>

<file path=ppt/ink/ink3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9:31.79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10 24575,'5'-5'0,"1"1"0,1 4 0</inkml:trace>
</inkml:ink>
</file>

<file path=ppt/ink/ink3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9:32.56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109 345 24575,'-4'-1'0,"-2"-3"0,0 1 0,-1-1 0,0 1 0,0 1 0,0-1 0,0 1 0,0 1 0,0-1 0,-1 1 0,-9 0 0,16 1 0,1 0 0,-1 0 0,0 0 0,0 0 0,1 0 0,-1 0 0,0 1 0,0-1 0,1 0 0,-1 0 0,0 1 0,0-1 0,1 0 0,-1 1 0,0-1 0,1 1 0,-1-1 0,1 1 0,-1-1 0,1 1 0,-1-1 0,1 1 0,-1 0 0,1-1 0,-1 1 0,0 1 0,1-1 0,0 0 0,0 0 0,0 1 0,0-1 0,0 0 0,0 1 0,0-1 0,1 0 0,-1 0 0,0 1 0,1-1 0,-1 0 0,1 0 0,0 2 0,3 3 0,0 1 0,0-1 0,1 0 0,5 6 0,0-1 0,1 0 0,0-1 0,1-1 0,0 0 0,1-1 0,24 13 0,-35-20 0,0 0 0,-1-1 0,1 1 0,0 0 0,0-1 0,-1 1 0,1-1 0,0 0 0,0 0 0,0 1 0,0-1 0,0-1 0,-1 1 0,1 0 0,0 0 0,0-1 0,0 1 0,0-1 0,2 0 0,-2 0 0,-1 0 0,1-1 0,-1 1 0,0 0 0,1-1 0,-1 1 0,0 0 0,0-1 0,0 0 0,0 1 0,0-1 0,0 1 0,-1-1 0,1 0 0,0 0 0,-1 1 0,0-1 0,1 0 0,-1-3 0,1-6 0,0 1 0,-1-1 0,-1 1 0,0-1 0,0 1 0,-1-1 0,0 1 0,-7-17 0,-4-6 0,-22-39 0,-2-3 0,-16-56 0,53 130 0,0 1 0,0-1 0,-1 0 0,1 1 0,0-1 0,-1 0 0,1 1 0,0-1 0,-1 0 0,1 1 0,-1-1 0,1 1 0,-1-1 0,1 0 0,-1 1 0,0-1 0,0 1 0,1 0 0,0 0 0,0 0 0,-1 0 0,1 0 0,0 0 0,0 0 0,-1 0 0,1 0 0,0 1 0,0-1 0,-1 0 0,1 0 0,0 0 0,0 0 0,0 0 0,-1 0 0,1 1 0,0-1 0,0 0 0,0 0 0,-1 0 0,1 1 0,0-1 0,0 0 0,0 0 0,0 1 0,0-1 0,-1 0 0,0 4 0,0-1 0,0 0 0,0 1 0,0-1 0,0 5 0,0 4 0,0-1 0,2 1 0,-1 0 0,1 0 0,4 17 0,20 56 0,-21-74 0,1 0 0,0 0 0,0 0 0,1-1 0,1 0 0,0 0 0,0-1 0,1 1 0,0-2 0,1 1 0,11 9 0,-6-8 0,1 0 0,0-1 0,0-1 0,1 0 0,0-1 0,0-1 0,19 5 0,-21-7 0,0 0 0,0-1 0,0-1 0,29 1 0,-40-3 0,0 0 0,-1 0 0,1 0 0,0-1 0,0 1 0,-1-1 0,1 1 0,0-1 0,0 0 0,-1 0 0,1 0 0,-1-1 0,1 1 0,-1-1 0,0 1 0,1-1 0,-1 0 0,0 0 0,0 0 0,0 0 0,0 0 0,-1 0 0,1-1 0,-1 1 0,1 0 0,-1-1 0,0 1 0,0-1 0,0 0 0,0 1 0,0-1 0,0-5 0,0 1 0,-1 1 0,0-1 0,0 1 0,0-1 0,-1 1 0,0-1 0,0 1 0,-1 0 0,-4-11 0,2 6 0,-1 1 0,0-1 0,-1 1 0,-12-16 0,16 24 0,1 0 0,-1 1 0,1-1 0,-1 0 0,0 1 0,1-1 0,-1 1 0,0-1 0,0 1 0,0 0 0,-1 0 0,1 0 0,-4-1 0,5 2 0,0 0 0,0 0 0,-1 0 0,1 0 0,0 0 0,0 0 0,0 0 0,0 1 0,0-1 0,0 0 0,0 1 0,0-1 0,0 1 0,0-1 0,0 1 0,0-1 0,0 1 0,0 0 0,0-1 0,1 1 0,-1 0 0,0 0 0,0 0 0,1 0 0,-1 0 0,1 0 0,-1 0 0,1 0 0,-1 0 0,0 2 0,-1 1 0,0 0 0,1 1 0,-1-1 0,1 1 0,0 0 0,0-1 0,1 1 0,-1 0 0,1-1 0,0 1 0,0 0 0,1 0 0,-1 0 0,1-1 0,0 1 0,0-1 0,1 1 0,-1 0 0,1-1 0,0 0 0,0 0 0,5 7 0,-2-4 0,0-1 0,1 0 0,-1 0 0,1-1 0,0 0 0,1 0 0,-1 0 0,1-1 0,0 0 0,0 0 0,0-1 0,13 5 0,0-2-227,0 0-1,0-1 1,0-1-1,1-2 1,26 2-1,-33-4-6598</inkml:trace>
</inkml:ink>
</file>

<file path=ppt/ink/ink3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9:35.75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0 24575,'5'5'0,"2"4"0,-1 3 0,-1 2 0,-4 1 0,-5-2 0,-1-4-8191</inkml:trace>
</inkml:ink>
</file>

<file path=ppt/ink/ink3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9:35.89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18 1 24575,'-7'17'0,"-3"6"-8191</inkml:trace>
</inkml:ink>
</file>

<file path=ppt/ink/ink3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9:36.13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10 0 24575,'-4'23'0,"1"-1"0,1 29 0,2-38 0,1 0 0,1 0 0,0 0 0,1-1 0,6 19 0,-5-20-106,-1-3 154,0 1 0,0-1-1,-1 1 1,1 12 0,-2-19-122,-1 1-1,0-1 0,-1 1 0,1 0 0,0-1 0,-1 1 0,1-1 0,-1 1 0,0-1 0,0 1 0,0-1 0,0 1 0,0-1 0,0 0 1,-1 0-1,1 1 0,-1-1 0,0 0 0,-2 2 0,-4 3-6751</inkml:trace>
</inkml:ink>
</file>

<file path=ppt/ink/ink3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9:36.47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0 24575,'3'25'0,"0"10"0,-3-1 0,0-3 0,-2-5 0,1-4 0,0-4 0,2-2 0,2-2 0,0 0 0,-1 0 0,2-1 0,1 1 0,-1 0 0,-4-2 0</inkml:trace>
</inkml:ink>
</file>

<file path=ppt/ink/ink3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9:36.83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 24575,'0'0'-8191</inkml:trace>
</inkml:ink>
</file>

<file path=ppt/ink/ink3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9:37.99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0 24575,'0'3'0,"0"2"0,0 4 0,0 3 0,0-2-8191</inkml:trace>
</inkml:ink>
</file>

<file path=ppt/ink/ink3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9:38.25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43 1 24575,'-10'49'0,"2"2"0,2-1 0,1 76 0,4-107 39,-5 37 1,0-17-1484,5-27-5382</inkml:trace>
</inkml:ink>
</file>

<file path=ppt/ink/ink3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9:53.8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34 24575,'3'-12'0,"-2"10"0,-1 0 0,0 1 0,1-1 0,-1 0 0,1 0 0,0 0 0,0 0 0,-1 0 0,1 0 0,2-1 0,-3 5 0,1-1 0,-1 0 0,1 1 0,-1-1 0,1 1 0,-1 0 0,0-1 0,0 1 0,0 1 0,1 5 0,-1 18 0,6 27 0,-5-44 0,1 0 0,1 0 0,0 0 0,0 0 0,1 0 0,7 12 0,-6-13 0,1 1 0,0-1 0,0 0 0,1-1 0,0 0 0,15 12 0,-17-15 0,1 0 0,-1-1 0,1 1 0,0-1 0,0 0 0,1-1 0,-1 0 0,0 1 0,1-2 0,0 1 0,6 0 0,-11-2 0,0 0 0,0 0 0,0 0 0,0-1 0,-1 1 0,1 0 0,0-1 0,0 1 0,0-1 0,-1 0 0,1 1 0,0-1 0,-1 0 0,1 0 0,-1 0 0,1 0 0,1-2 0,0 0 0,-1 0 0,1 0 0,-1 0 0,0 0 0,1 0 0,-2-1 0,4-6 0,-1-1 0,0 0 0,-1-1 0,-1 0 0,2-17 0,-2-82 0,-2 84 0,-2 15 0,2 12 0,0 0 0,-1 0 0,1 0 0,0 0 0,0 0 0,0 0 0,0 0 0,0 0 0,0 0 0,0 0 0,-1 0 0,1 0 0,0 0 0,0 0 0,0 0 0,0 0 0,0 0 0,0 0 0,0 0 0,-1 0 0,1 0 0,0 1 0,0-1 0,0 0 0,0 0 0,0 0 0,0 0 0,0 0 0,0 0 0,0 0 0,0 0 0,0 0 0,-1 1 0,1-1 0,0 0 0,0 0 0,0 0 0,0 0 0,0 0 0,0 0 0,0 0 0,0 1 0,0-1 0,-6 23 0,3 9 0,2 0 0,1 0 0,7 51 0,25 96 0,-23-130 0,11 50 0,38 214 0,-57-305 0,2 17 0,-3-23 0,0-1 0,0 0 0,0 0 0,0 0 0,0 0 0,0 0 0,-1 1 0,1-1 0,0 0 0,0 0 0,-1 0 0,1 0 0,-1 0 0,1 0 0,-1 0 0,0 0 0,0 1 0,0-2 0,1 0 0,0 1 0,-1-1 0,1 0 0,-1 0 0,1 0 0,-1 0 0,1 0 0,-1 0 0,1 0 0,-1 0 0,1 0 0,-1 0 0,1 0 0,0 0 0,-1 0 0,1 0 0,-1-1 0,1 1 0,-1 0 0,1 0 0,0 0 0,-1-1 0,1 1 0,-1 0 0,1-1 0,0 1 0,-1 0 0,1-1 0,0 1 0,-1-1 0,-10-12 0,-4-11 0,0-1 0,-16-43 0,17 39 0,10 18 0,-1 0 0,2 0 0,-1 0 0,1 0 0,1 0 0,0-1 0,1 1 0,0-22 0,1 28-227,0 0-1,-1 0 1,1-1-1,-1 1 1,-2-5-1,1 1-6598</inkml:trace>
</inkml:ink>
</file>

<file path=ppt/ink/ink3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9:54.1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451 31 24575,'-29'-3'0,"-15"0"0,-8-2 0,1-1 0,7 1 0,5 1 0,5 2 0,3 1 0,2 0 0,1 3 0,2 2 0,2-1 0,4 0-8191</inkml:trace>
</inkml:ink>
</file>

<file path=ppt/ink/ink3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9:54.7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346 75 24575,'-29'-10'0,"-13"-3"0,-1 1 0,1-1 0,7 3 0,5 3 0,6 2 0,5 2 0,2 2 0,3 1 0,1 0 0,-1 0 0,1 1 0,2-1-8191</inkml:trace>
</inkml:ink>
</file>

<file path=ppt/ink/ink3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9:55.0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234 61 24575,'-27'-10'0,"-11"-3"0,-2 1 0,3 2 0,6 3 0,6 2 0,4 3 0,6 1-8191</inkml:trace>
</inkml:ink>
</file>

<file path=ppt/ink/ink3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9:55.8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5 169 24575,'-4'-7'0,"7"16"0,8 18 0,31 63 0,60 116 0,-96-192 0,2-1 0,0 0 0,0-1 0,1 0 0,0 0 0,22 19 0,-30-30 0,0 0 0,0 0 0,0-1 0,0 1 0,0 0 0,1 0 0,-1-1 0,0 1 0,0-1 0,1 1 0,-1-1 0,0 0 0,1 1 0,-1-1 0,1 0 0,-1 0 0,0 0 0,1 0 0,-1 0 0,1 0 0,-1 0 0,0-1 0,1 1 0,-1 0 0,2-2 0,-1 1 0,0 0 0,-1 0 0,1-1 0,-1 1 0,0-1 0,0 1 0,1-1 0,-1 1 0,0-1 0,0 0 0,0 1 0,-1-1 0,1 0 0,0 0 0,-1 0 0,1 0 0,0-3 0,1-13 0,-1 1 0,-1-29 0,0 31 0,0 0 0,0 1 0,1-1 0,5-20 0,-6 34 0,0 0 0,0 0 0,1 0 0,-1-1 0,0 1 0,1 0 0,-1 0 0,0 0 0,1 0 0,-1 0 0,1 1 0,0-1 0,-1 0 0,1 0 0,0 0 0,-1 0 0,1 1 0,0-1 0,0 0 0,0 0 0,0 1 0,0-1 0,0 1 0,0-1 0,0 1 0,0-1 0,0 1 0,0 0 0,0 0 0,0-1 0,0 1 0,0 0 0,0 0 0,0 0 0,0 0 0,0 0 0,1 0 0,-1 0 0,0 1 0,0-1 0,1 1 0,5 2 0,0 0 0,-1 0 0,0 0 0,0 1 0,8 6 0,-6-4 0,68 55 0,13 8 0,-86-67 0,1 1 0,0-1 0,0 0 0,0-1 0,0 1 0,0-1 0,0 1 0,7 0 0,-10-2 0,0 0 0,0 0 0,0 0 0,0 0 0,0 0 0,0 0 0,0 0 0,1 0 0,-1-1 0,0 1 0,0 0 0,0-1 0,0 1 0,0-1 0,0 1 0,0-1 0,0 0 0,-1 1 0,1-1 0,0 0 0,0 0 0,0 1 0,-1-1 0,1 0 0,0 0 0,-1 0 0,1 0 0,-1 0 0,1 0 0,-1 0 0,1 0 0,-1 0 0,0 0 0,0 0 0,1 0 0,-1-1 0,0-1 0,2-13 0,-2 0 0,1-1 0,-2 1 0,0 0 0,-1 0 0,0-1 0,-8-23 0,-44-108 0,49 136 0,-21-55 0,-25-57 0,50 122-105,0 0 0,0 0 0,0 0 0,0 1 0,0-1 0,0 0 0,0 1 0,-1-1 0,1 1 0,-1 0 0,1-1 0,-3 0 0,-5-2-6721</inkml:trace>
</inkml:ink>
</file>

<file path=ppt/ink/ink3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9:56.1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412 30 24575,'-30'-5'0,"-14"-1"0,-4 0 0,0 0 0,4 3 0,4 1 0,2 1 0,2 0 0,3 1 0,4 0 0,7 1-8191</inkml:trace>
</inkml:ink>
</file>

<file path=ppt/ink/ink3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9:56.4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221 0 24575,'-22'0'0,"-10"3"0,-2 0 0,3 0 0,1 0 0,4-2 0,1 3 0,4 0-8191</inkml:trace>
</inkml:ink>
</file>

<file path=ppt/ink/ink3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9:57.2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24575,'3'2'0,"0"4"0</inkml:trace>
</inkml:ink>
</file>

<file path=ppt/ink/ink3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9:57.8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 24575,'1'-1'0,"-1"1"0,1 0 0,0-1 0,0 1 0,-1 0 0,1 0 0,0-1 0,0 1 0,-1 0 0,1 0 0,0 0 0,0 0 0,0 0 0,-1 0 0,1 0 0,0 0 0,0 1 0,0-1 0,-1 0 0,1 0 0,0 1 0,-1-1 0,1 0 0,0 1 0,0-1 0,0 2 0,21 13 0,-20-14 0,48 41 0,64 48 0,-92-75 0,1 0 0,0-2 0,36 15 0,-55-26-87,10 3-339,0 0 0,24 6 0,-25-9-6400</inkml:trace>
</inkml:ink>
</file>

<file path=ppt/ink/ink3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9:58.0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163 1 24575,'-18'15'0,"-4"7"0,-3 5 0,5 0 0,1-2 0,3 0 0,4-3 0,1-1 0,1-3 0,1-4-8191</inkml:trace>
</inkml:ink>
</file>

<file path=ppt/ink/ink3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9:58.4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522 41 24575,'-95'-20'0,"81"18"0,0 1 0,0 0 0,0 1 0,-26 3 0,13 0 28,-1-1 0,-52-3 0,-55-14-698,100 10-109,10 2-6047</inkml:trace>
</inkml:ink>
</file>

<file path=ppt/ink/ink3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20:09.08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3 24575,'0'0'0,"0"0"0,1 0 0,-1-1 0,0 1 0,0 0 0,0 0 0,0 0 0,0 0 0,1 0 0,-1-1 0,0 1 0,0 0 0,0 0 0,1 0 0,-1 0 0,0 0 0,0 0 0,0 0 0,1 0 0,-1 0 0,0 0 0,0 0 0,0 0 0,1 0 0,-1 0 0,0 0 0,0 0 0,1 0 0,-1 0 0,0 0 0,0 0 0,0 0 0,1 0 0,-1 0 0,0 1 0,4 7 0,-1 13 0,-1 223 0,-3-124 0,0-56 0,2 73 0,13-35-1365,-14-90-5461</inkml:trace>
</inkml:ink>
</file>

<file path=ppt/ink/ink3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20:10.13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61 24575,'7'-7'0,"0"1"0,1 0 0,0 1 0,0 0 0,0 0 0,1 0 0,0 1 0,0 1 0,0-1 0,0 2 0,0-1 0,1 1 0,-1 1 0,1-1 0,-1 2 0,1-1 0,0 1 0,-1 1 0,1 0 0,-1 0 0,1 1 0,-1 0 0,1 0 0,-1 1 0,0 1 0,17 8 0,-24-11 0,0 0 0,0 0 0,0 1 0,0-1 0,-1 0 0,1 1 0,0 0 0,-1-1 0,1 1 0,-1 0 0,1 0 0,-1 0 0,0 0 0,0 0 0,0 0 0,0 0 0,0 0 0,0 0 0,-1 0 0,1 0 0,-1 1 0,1-1 0,-1 0 0,0 1 0,0-1 0,0 0 0,0 1 0,0-1 0,-1 3 0,0-1 0,0-1 0,-1 1 0,1 0 0,-1-1 0,0 1 0,0-1 0,0 1 0,0-1 0,-1 0 0,1 0 0,-1 0 0,0 0 0,0 0 0,0-1 0,0 1 0,-4 2 0,-12 4 0,11-6 0,1 1 0,-15 9 0,21-13 0,0 1 0,0 0 0,0 0 0,0 0 0,0-1 0,0 1 0,0 0 0,0 1 0,0-1 0,1 0 0,-1 0 0,0 0 0,1 0 0,-1 1 0,1-1 0,-1 0 0,1 0 0,0 1 0,-1-1 0,1 0 0,0 1 0,0-1 0,0 0 0,0 2 0,0-1 0,1 0 0,0 0 0,0-1 0,0 1 0,0 0 0,0-1 0,0 1 0,0-1 0,0 1 0,0-1 0,1 0 0,-1 1 0,1-1 0,-1 0 0,4 2 0,28 15 0,-23-14 0,42 21 0,-26-14 0,33 20 0,-57-30 0,-1 0 0,1 0 0,-1 0 0,1 0 0,-1 0 0,0 0 0,0 0 0,1 0 0,-1 1 0,0-1 0,0 1 0,0-1 0,-1 1 0,1-1 0,0 1 0,0-1 0,-1 1 0,1 0 0,-1-1 0,1 1 0,-1 0 0,0 2 0,0-2 0,0 0 0,-1-1 0,1 1 0,-1 0 0,1-1 0,-1 1 0,0-1 0,0 1 0,0-1 0,0 0 0,0 1 0,0-1 0,0 0 0,0 1 0,0-1 0,-1 0 0,1 0 0,0 0 0,-1 0 0,1 0 0,-1-1 0,1 1 0,-3 0 0,-3 2 0,0 0 0,0-1 0,-1 0 0,1-1 0,-1 1 0,-13-1 0,-50-3 0,29 0 0,5 3-29,24 0-238,1-1 0,0 0-1,0 0 1,-23-5 0,26 2-6559</inkml:trace>
</inkml:ink>
</file>

<file path=ppt/ink/ink3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20:10.58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24575,'6'1'0,"-1"1"0,0-1 0,1 1 0,-1 0 0,0 0 0,0 0 0,0 1 0,-1 0 0,8 4 0,6 4 0,51 27 0,58 29 0,-52-34-1365,-61-27-5461</inkml:trace>
</inkml:ink>
</file>

<file path=ppt/ink/ink3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20:10.84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183 1 24575,'-23'5'0,"-8"4"0,-1 2 0,4 3 0,6 1 0,5 1 0,5-1 0,2-2 0,3-1 0</inkml:trace>
</inkml:ink>
</file>

<file path=ppt/ink/ink3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20:14.58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 44 24575,'-1'-1'0,"1"-1"0,-1 1 0,1 0 0,0 0 0,-1 0 0,1-1 0,0 1 0,0 0 0,0 0 0,0-1 0,0 1 0,0 0 0,0 0 0,0-1 0,0 1 0,1 0 0,-1 0 0,1 0 0,-1-1 0,1 1 0,-1 0 0,1 0 0,-1 0 0,1 0 0,0 0 0,0 0 0,-1 0 0,1 0 0,0 0 0,0 0 0,0 1 0,0-1 0,0 0 0,0 1 0,1-1 0,-1 0 0,0 1 0,0 0 0,0-1 0,0 1 0,1 0 0,-1-1 0,0 1 0,2 0 0,4-1 0,0 0 0,-1 1 0,1 0 0,0 1 0,0-1 0,12 4 0,-4-1 0,0 1 0,0 0 0,-1 2 0,0-1 0,17 11 0,-27-14 0,0 1 0,0 0 0,0 0 0,0 0 0,0 0 0,-1 0 0,0 1 0,0 0 0,0 0 0,0 0 0,0 0 0,-1 0 0,0 0 0,1 1 0,-2-1 0,1 1 0,0 0 0,-1-1 0,0 1 0,0 6 0,0 9 0,-1 0 0,-1 0 0,-6 30 0,-2 32 0,8-63 0,1 0 0,1 1 0,1-1 0,0 0 0,1 0 0,11 31 0,-13-47-124,0 1 0,0-1 0,0 1 0,0-1 0,0 1 0,-1-1-1,1 1 1,-1 0 0,0-1 0,-1 8 0,-1-3-6702</inkml:trace>
</inkml:ink>
</file>

<file path=ppt/ink/ink3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20:14.79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257 21 24575,'-29'-5'0,"-15"-2"0,-2 1 0,1 4 0,7 1 0,6 2 0,10 0-8191</inkml:trace>
</inkml:ink>
</file>

<file path=ppt/ink/ink3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20:16.13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24575,'39'31'0,"-2"1"0,-1 2 0,54 66 0,-70-73 0,-1 1 0,-1 0 0,-2 1 0,0 1 0,-2 1 0,14 45 0,-22-56 0,0 0 0,-1 1 0,-1 0 0,-1 0 0,0 37 0,-3-52 0,0 0 0,-1 0 0,0 1 0,0-1 0,0 0 0,-1 0 0,0 0 0,0-1 0,-1 1 0,0 0 0,0-1 0,0 0 0,0 1 0,-1-1 0,0-1 0,0 1 0,0 0 0,-1-1 0,1 0 0,-1 0 0,0 0 0,0-1 0,0 0 0,-7 3 0,-1 0-273,1-1 0,-1-1 0,-1 0 0,-15 2 0,5-2-6553</inkml:trace>
</inkml:ink>
</file>

<file path=ppt/ink/ink3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20:16.99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90 3 24575,'0'0'0,"0"0"0,1-1 0,-1 1 0,0 0 0,1 0 0,-1-1 0,1 1 0,-1 0 0,0 0 0,1 0 0,-1 0 0,1 0 0,-1 0 0,1 0 0,-1-1 0,1 1 0,-1 0 0,1 1 0,-1-1 0,0 0 0,1 0 0,-1 0 0,1 0 0,-1 0 0,1 0 0,-1 0 0,0 1 0,1-1 0,-1 0 0,1 0 0,-1 1 0,1 0 0,-1 0 0,0-1 0,1 1 0,-1 0 0,0 0 0,0 0 0,0 0 0,0 0 0,0 0 0,0-1 0,0 1 0,0 0 0,0 0 0,0 1 0,-11 31 0,-8 10 0,-28 71 0,41-96 0,0 2 0,2-1 0,0 0 0,-1 25 0,4-31 0,0-1 0,1 1 0,0 0 0,1-1 0,1 1 0,0-1 0,1 1 0,0-1 0,0 0 0,2 0 0,-1 0 0,2 0 0,-1-1 0,10 13 0,8 7 40,1-1 0,34 34 0,62 45-1525,-105-96-5341</inkml:trace>
</inkml:ink>
</file>

<file path=ppt/ink/ink3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20:22.55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46 24575,'17'-8'0,"0"1"0,1 0 0,0 1 0,0 1 0,0 1 0,1 1 0,-1 0 0,1 2 0,0 0 0,31 3 0,-48-2 0,0 0 0,0 1 0,0-1 0,0 1 0,0-1 0,0 1 0,0 0 0,0 0 0,0 0 0,-1 0 0,1 0 0,0 1 0,-1-1 0,1 0 0,-1 1 0,1-1 0,-1 1 0,0 0 0,0-1 0,1 1 0,-1 0 0,0 0 0,-1 0 0,1 0 0,0 0 0,0 0 0,-1 0 0,1 3 0,1 6 0,-1 1 0,0-1 0,-1 0 0,-1 14 0,0-7 0,0 31 0,1 103 0,8-105 0,-5-31 0,3 31 0,-6-43 0,0 0 0,0 0 0,0 0 0,-1 0 0,1 0 0,-1 0 0,0 0 0,-1 0 0,1 0 0,-1 0 0,1 0 0,-4 4 0,3-6-151,1 0-1,-1 0 0,1-1 0,-1 1 1,0-1-1,1 1 0,-1-1 1,-4 3-1,-4 1-6674</inkml:trace>
</inkml:ink>
</file>

<file path=ppt/ink/ink3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20:22.80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219 14 24575,'-27'-5'0,"-9"1"0,-1 1 0,4 1 0,5 4 0,4 0 0,4 1 0,6 0-8191</inkml:trace>
</inkml:ink>
</file>

<file path=ppt/ink/ink3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20:23.64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24575,'25'18'0,"12"9"0,3 4 0,-3-1 0,-3-4 0,-4-3 0,-6-4 0,-4-2 0,-3-4 0,-2-2 0,0-3 0,-4 0 0,-4-4 0</inkml:trace>
</inkml:ink>
</file>

<file path=ppt/ink/ink3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20:23.85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142 1 24575,'-15'19'0,"-4"10"0,-2-1 0,2-2 0,3-4 0,4-2 0,1-3 0,0-1 0,2-2 0,1-2 0</inkml:trace>
</inkml:ink>
</file>

<file path=ppt/ink/ink3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20:24.44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8 9 24575,'-6'-8'0,"4"15"0,5 22 0,-2-22 0,6 53 0,5 105 0,-12-151-87,0-8-169,0 0 1,0 1-1,-1-1 1,-1 11-1,-1-8-6570</inkml:trace>
</inkml:ink>
</file>

<file path=ppt/ink/ink3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20:25.40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99 0 24575,'-1'3'0,"1"-1"0,-1 1 0,0-1 0,0 1 0,0-1 0,-2 4 0,-3 6 0,-5 20 0,-11 29 0,-27 123 0,48-172 0,0 0 0,0 0 0,2 0 0,-1 0 0,1 0 0,1 1 0,0-2 0,1 1 0,0 0 0,1 0 0,0-1 0,1 0 0,0 0 0,1 0 0,13 20 0,7 3 0,2-2 0,1 0 0,39 32 0,-46-44 0,-11-10-1365,-2-2-5461</inkml:trace>
</inkml:ink>
</file>

<file path=ppt/ink/ink3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20:25.95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24575,'26'10'83,"1"2"0,-1 0-1,-1 2 1,-1 0-1,24 19 1,-31-20-445,-1 1 1,-1 1-1,22 27 0,-26-28-1205,0 2-1,11 21 1,9 33-746,-25-54 2882,-1 1 1,-1 0-1,0 0 1,2 28-1,-5-36-313,-1-1 0,0 1 0,0 0 0,-1 0 0,0 0 0,-1 0 0,0-1 0,0 1 0,-1-1 0,0 1 0,-1-1 0,1 0 0,-1 0 0,-1-1 0,0 1-1,0-1 1,0 0 0,-1 0 0,-8 7 0,4-6-711,1 0 0,-19 10 0,7-7-6371</inkml:trace>
</inkml:ink>
</file>

<file path=ppt/ink/ink3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20:26.78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15 24575,'0'-1'0,"0"0"0,1 0 0,-1 0 0,1 0 0,-1 1 0,1-1 0,0 0 0,-1 0 0,1 1 0,0-1 0,0 0 0,-1 1 0,1-1 0,0 1 0,0-1 0,0 1 0,0-1 0,0 1 0,0-1 0,0 1 0,-1 0 0,1 0 0,2-1 0,-2 1 0,1 0 0,0 1 0,0-1 0,0 0 0,-1 1 0,1-1 0,0 1 0,0 0 0,-1-1 0,1 1 0,2 2 0,4 2 0,-1 0 0,-1 1 0,1 0 0,6 7 0,188 196-1365,-185-192-5461</inkml:trace>
</inkml:ink>
</file>

<file path=ppt/ink/ink3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20:30.07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296 0 24575,'0'1'0,"0"0"0,0 1 0,-1-1 0,1 0 0,-1 0 0,1 0 0,-1 0 0,1 0 0,-1 0 0,0 0 0,1 0 0,-1 0 0,0 0 0,0-1 0,0 1 0,1 0 0,-1 0 0,0-1 0,0 1 0,0-1 0,-2 2 0,-25 10 0,22-10 0,-20 7 0,17-6 0,1-1 0,0 1 0,0 1 0,0 0 0,0 0 0,1 0 0,-1 1 0,-12 11 0,-16 19-56,7-8-599,-32 39 1,52-54-6172</inkml:trace>
</inkml:ink>
</file>

<file path=ppt/ink/ink3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20:34.09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 58 24575,'0'-2'0,"-1"0"0,0 0 0,1 0 0,-1 0 0,1 0 0,0 0 0,-1 0 0,1 0 0,0 0 0,0 0 0,1 0 0,-1 0 0,1-3 0,-1 3 0,1 1 0,0 0 0,0-1 0,0 1 0,0 0 0,0 0 0,0 0 0,0 0 0,1 0 0,-1 0 0,0 0 0,0 0 0,1 0 0,-1 1 0,1-1 0,-1 0 0,1 1 0,1-1 0,4-1 0,0 0 0,0 1 0,1 0 0,-1 0 0,0 0 0,1 1 0,-1 0 0,0 1 0,1 0 0,12 3 0,-6-1 0,0 2 0,0 0 0,0 0 0,18 11 0,-29-14 0,0 0 0,0 0 0,0 0 0,0 0 0,0 1 0,-1-1 0,1 1 0,-1 0 0,1 0 0,-1 0 0,0 0 0,0 0 0,-1 0 0,1 1 0,-1-1 0,1 1 0,0 3 0,-2-5 0,1 1 0,-1-1 0,0 0 0,0 0 0,0 1 0,0-1 0,0 0 0,-1 1 0,1-1 0,-1 0 0,1 0 0,-1 1 0,0-1 0,0 0 0,0 0 0,0 0 0,0 0 0,0 0 0,-1 0 0,1-1 0,-1 1 0,1 0 0,-1-1 0,0 1 0,0-1 0,1 1 0,-1-1 0,-3 2 0,-4 1 0,1 0 0,-1-1 0,1 0 0,-1 0 0,-12 1 0,-18 6 0,38-10 0,1 0 0,-1 0 0,1 0 0,-1 0 0,1 0 0,0 0 0,-1 1 0,1-1 0,-1 0 0,1 0 0,0 0 0,-1 1 0,1-1 0,-1 0 0,1 0 0,0 1 0,-1-1 0,1 0 0,0 1 0,-1-1 0,1 0 0,0 1 0,0-1 0,-1 1 0,1-1 0,0 0 0,0 1 0,0-1 0,0 1 0,0-1 0,-1 1 0,1-1 0,0 1 0,0-1 0,0 1 0,1 1 0,0-1 0,-1 0 0,1 0 0,0 0 0,0 0 0,0 0 0,0 0 0,0 0 0,0 0 0,0-1 0,0 1 0,1 1 0,36 16 0,-12-8 0,-1-1 0,29 16 0,-47-21 0,0 0 0,-1 0 0,0 1 0,0-1 0,0 1 0,0 1 0,-1-1 0,0 1 0,5 6 0,-9-10 0,-1-1 0,1 0 0,0 0 0,0 1 0,-1-1 0,1 0 0,-1 1 0,1-1 0,-1 1 0,0-1 0,0 0 0,1 1 0,-1-1 0,0 1 0,0-1 0,0 1 0,-1-1 0,1 1 0,0-1 0,-1 3 0,0-2 0,0 1 0,-1-1 0,1 0 0,-1 0 0,1 0 0,-1 0 0,0 0 0,0 0 0,1 0 0,-5 2 0,-4 3 0,-1-1 0,1 0 0,-23 7 0,31-12 0,-70 21 133,18-7-1631,42-11-5328</inkml:trace>
</inkml:ink>
</file>

<file path=ppt/ink/ink3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20:34.62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 7 24575,'-2'-2'0,"1"-2"0,1 4 0,3 3 0,4 2 0,4 1 0,5 4 0,0 1 0,4 2 0,14 11 0,5 1 0,-2-3 0,-7-3 0,-7-5 0,-4-3 0,-6-2-8191</inkml:trace>
</inkml:ink>
</file>

<file path=ppt/ink/ink3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20:34.88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151 1 24575,'-20'10'0,"-9"5"0,1 3 0,3 1 0,5 0 0,6-2 0,5 0 0,5-1 0,3-4-8191</inkml:trace>
</inkml:ink>
</file>

<file path=ppt/ink/ink3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20:35.49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17 1 24575,'-5'7'0,"-1"6"0,2 4 0,2 3 0,4 2 0,2 0 0,2 1 0,3 0 0,2 0 0,-1-1 0,1 0 0,1 0 0,-2-3 0,-1-1 0,0-1 0,-3-2 0,-2 0 0,-2-3-8191</inkml:trace>
</inkml:ink>
</file>

<file path=ppt/ink/ink3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20:36.07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24575,'36'20'0,"-1"2"0,63 51 0,-89-65 0,-1 0 0,0 1 0,0 0 0,-1 0 0,0 1 0,0 0 0,-1 0 0,0 0 0,-1 1 0,0 0 0,-1 0 0,0 0 0,-1 0 0,0 1 0,1 13 0,-3-12 0,0-1 0,-1 1 0,0-1 0,-1 1 0,-1 0 0,0-1 0,-5 17 0,5-21 0,-1-1 0,0 1 0,-1-1 0,0 0 0,0 0 0,0-1 0,-1 1 0,0-1 0,0 0 0,-1 0 0,0-1 0,-10 8 0,-29 16-1365,26-19-5461</inkml:trace>
</inkml:ink>
</file>

<file path=ppt/ink/ink3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20:36.90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225 51 24575,'0'-3'0,"-1"0"0,0 0 0,0 0 0,0 0 0,-1 1 0,1-1 0,-1 0 0,1 1 0,-1-1 0,0 1 0,0-1 0,0 1 0,0 0 0,-4-3 0,4 4 0,0 0 0,0 0 0,0 0 0,0 0 0,0 0 0,0 1 0,-1-1 0,1 1 0,0-1 0,0 1 0,0 0 0,-1 0 0,1 0 0,0 0 0,0 0 0,-1 0 0,1 1 0,0-1 0,0 1 0,-3 1 0,-4 0 0,1 2 0,0-1 0,0 1 0,0 1 0,0-1 0,0 1 0,1 1 0,0-1 0,0 1 0,1 0 0,-1 1 0,1 0 0,1 0 0,-1 0 0,1 1 0,1-1 0,-1 1 0,-6 17 0,7-12 0,0 0 0,1 0 0,1 0 0,0 0 0,0 0 0,1 1 0,1-1 0,2 16 0,0-12 0,1 0 0,1 1 0,0-2 0,1 1 0,14 28 0,-3-11 20,3-2 1,23 34-1,51 56-404,-53-71-658,-23-29-5784</inkml:trace>
</inkml:ink>
</file>

<file path=ppt/ink/ink3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8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 3 24575,'0'0'0,"0"0"0,0 0 0,0-1 0,0 1 0,0 0 0,0 0 0,0 0 0,0 0 0,0 0 0,0 0 0,0 0 0,0 0 0,0-1 0,0 1 0,-1 0 0,1 0 0,0 0 0,0 0 0,0 0 0,0 0 0,0 0 0,0 0 0,0 0 0,0 0 0,-1 0 0,1 0 0,0 0 0,0 0 0,0 0 0,0 0 0,0 0 0,0 0 0,0 0 0,-1 0 0,1 0 0,0 0 0,0 0 0,0 0 0,0 0 0,0 0 0,0 0 0,0 0 0,0 0 0,-1 0 0,1 0 0,0 0 0,0 0 0,0 0 0,0 0 0,0 0 0,0 8 0,7 12 0,-7-19 0,12 31 0,2-1 0,27 46 0,44 53 0,-60-93 0,-24-35 0,3 4 0,-1-1 0,1 0 0,0-1 0,0 1 0,6 5 0,-9-10 0,0 1 0,-1-1 0,1 1 0,0-1 0,0 1 0,0-1 0,0 1 0,-1-1 0,1 0 0,0 1 0,0-1 0,0 0 0,0 0 0,0 0 0,0 0 0,0 0 0,0 0 0,0 0 0,0 0 0,0 0 0,0 0 0,-1 0 0,1-1 0,0 1 0,0 0 0,0-1 0,0 1 0,0-1 0,-1 1 0,1-1 0,0 1 0,0-1 0,-1 1 0,1-1 0,0 0 0,-1 1 0,1-1 0,0 0 0,-1 0 0,1 0 0,-1 1 0,1-3 0,1-1 0,1 0 0,-1 0 0,-1-1 0,1 1 0,-1-1 0,1 1 0,-1-1 0,-1 1 0,1-1 0,0 0 0,-1 1 0,0-1 0,-1-8 0,-2-4 0,-1 0 0,-8-25 0,-1-7 0,38 81 0,-15-17 0,1-1 0,1 0 0,0 0 0,1-1 0,0-1 0,17 12 0,-23-19 0,1 0 0,0 0 0,1 0 0,-1-1 0,1 0 0,0-1 0,0 0 0,0 0 0,0-1 0,0-1 0,1 1 0,-1-1 0,15-1 0,-22 0 0,0 0 0,0 0 0,0 0 0,0-1 0,-1 1 0,1-1 0,0 1 0,0-1 0,0 0 0,-1 0 0,1 0 0,0 0 0,-1 0 0,1 0 0,-1 0 0,1 0 0,-1-1 0,1 1 0,1-3 0,-2 2 0,1-1 0,-1 0 0,1 0 0,-1 0 0,0 0 0,0 0 0,0-1 0,-1 1 0,1 0 0,-1-6 0,1 0 0,-2-1 0,0 1 0,0 0 0,0-1 0,-1 1 0,-1 0 0,-4-12 0,4 12-105,-2 0 0,1 0 0,-1 1 0,0-1 0,-1 1 0,0 0 0,0 0 0,0 1 0,-1 0 0,-1 0 0,1 1 0,-14-9 0,8 8-6721</inkml:trace>
</inkml:ink>
</file>

<file path=ppt/ink/ink3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8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117 39 24575,'0'-2'0,"0"0"0,0 0 0,0 0 0,0 0 0,-1 0 0,1 0 0,0 0 0,-1 0 0,0 0 0,1 0 0,-1 0 0,0 0 0,0 1 0,0-1 0,-1-2 0,1 4 0,-1-1 0,1 0 0,0 1 0,0-1 0,0 0 0,0 1 0,0 0 0,-1-1 0,1 1 0,0 0 0,0-1 0,-1 1 0,1 0 0,0 0 0,0 0 0,-1 0 0,1 0 0,0 0 0,0 1 0,-1-1 0,1 0 0,0 1 0,0-1 0,0 1 0,-2 0 0,-2 1 0,0 0 0,0 1 0,0 0 0,0 0 0,0 0 0,1 1 0,-1-1 0,1 1 0,0 0 0,0 0 0,0 0 0,-3 7 0,5-9 0,1 0 0,-1 1 0,1-1 0,0 1 0,0 0 0,0-1 0,0 1 0,0 0 0,0 0 0,1 0 0,-1-1 0,1 1 0,0 0 0,0 0 0,0 0 0,0 0 0,1 0 0,-1 0 0,1-1 0,0 1 0,0 0 0,0 0 0,0-1 0,0 1 0,3 4 0,11 14 0,-7-10 0,-1 1 0,0-1 0,0 1 0,7 19 0,11 63 0,-18-64 0,19 54 0,-25-81 0,0 0 0,1 0 0,0 0 0,0 0 0,0 0 0,0 0 0,0-1 0,1 1 0,-1-1 0,1 1 0,0-1 0,-1 0 0,1 0 0,0 0 0,0-1 0,1 1 0,-1-1 0,0 1 0,0-1 0,7 1 0,4 0 0,-1 0 0,1-1 0,-1 0 0,16-2 0,-8 0 0,-12 0-341,-1 1 0,1-1-1,9-3 1,-6 1-6485</inkml:trace>
</inkml:ink>
</file>

<file path=ppt/ink/ink3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8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98 39 24575,'11'-7'0,"-1"2"0,1-1 0,1 2 0,-1-1 0,20-4 0,-28 8 0,0 1 0,0-1 0,0 1 0,1 0 0,-1 0 0,0 0 0,0 0 0,0 1 0,0-1 0,0 1 0,0 0 0,0 0 0,0 0 0,0 0 0,0 0 0,0 1 0,-1-1 0,1 1 0,-1 0 0,1 0 0,-1 0 0,1 0 0,-1 0 0,0 0 0,0 1 0,0-1 0,2 4 0,1 2 0,-1 0 0,1 1 0,-2 0 0,1-1 0,-1 1 0,-1 0 0,1 1 0,-1-1 0,1 19 0,-3-24 0,0-1 0,0 1 0,0 0 0,-1 0 0,0 0 0,1 0 0,-1 0 0,0 0 0,-1 0 0,1-1 0,-1 1 0,1-1 0,-1 1 0,0-1 0,-1 1 0,1-1 0,-1 0 0,1 0 0,-1 0 0,0-1 0,0 1 0,0 0 0,0-1 0,0 0 0,-1 0 0,-3 2 0,0-1 0,0-1 0,0 0 0,0 0 0,0-1 0,0 0 0,-1 0 0,1 0 0,0-1 0,0 0 0,-1-1 0,-10-2 0,5 1 0,1-1 0,-1-1 0,1 0 0,0-1 0,-19-10 0,27 13 0,0-1 0,0 1 0,1-1 0,-1 0 0,1 0 0,0 0 0,0-1 0,0 1 0,0-1 0,0 0 0,1 0 0,0 0 0,0 0 0,0 0 0,0 0 0,1 0 0,-1-1 0,1 1 0,0-1 0,0 1 0,1-1 0,-1 1 0,1-1 0,0 1 0,1-1 0,-1 1 0,1-1 0,0 1 0,0-1 0,0 1 0,0-1 0,1 1 0,0 0 0,0 0 0,0 0 0,0 0 0,1 0 0,-1 0 0,1 1 0,0-1 0,0 1 0,0 0 0,1 0 0,-1 0 0,1 0 0,7-4 0,-6 4-151,0 1-1,1 0 0,0-1 0,-1 2 1,1-1-1,0 1 0,0 0 1,6-1-1,1 1-6674</inkml:trace>
</inkml:ink>
</file>

<file path=ppt/ink/ink3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8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42 24575,'2'-4'0,"0"1"0,1 0 0,0 0 0,0 0 0,0 0 0,0 1 0,0-1 0,0 1 0,1 0 0,-1 0 0,1 0 0,-1 0 0,1 1 0,0-1 0,0 1 0,0 0 0,-1 0 0,1 0 0,0 1 0,0 0 0,1-1 0,-1 1 0,7 1 0,-2 1 0,1-1 0,-1 2 0,0-1 0,1 1 0,-1 0 0,0 1 0,-1 0 0,17 11 0,-23-13 0,1 0 0,-1 0 0,1 0 0,-1 0 0,0 1 0,0-1 0,0 1 0,0 0 0,-1-1 0,1 1 0,-1 0 0,1 0 0,-1 0 0,0 0 0,0 0 0,-1 0 0,1 1 0,0 2 0,0 8 0,-1 0 0,0 0 0,-2 13 0,1 5 0,0-10 0,0 17 0,6 53 0,-4-79 0,2-1 0,-1 1 0,1-1 0,1 0 0,1 0 0,-1-1 0,2 1 0,9 15 0,-7-15 0,-5-8 0,0 0 0,0 0 0,-1 0 0,5 8 0,-7-11 0,0-1 0,0 0 0,0 1 0,0-1 0,0 0 0,0 1 0,0-1 0,0 0 0,0 1 0,-1-1 0,1 0 0,0 0 0,0 1 0,0-1 0,0 0 0,0 1 0,-1-1 0,1 0 0,0 0 0,0 1 0,0-1 0,-1 0 0,1 0 0,0 1 0,0-1 0,-1 0 0,1 0 0,0 0 0,-1 1 0,1-1 0,0 0 0,-1 0 0,1 0 0,0 0 0,0 0 0,-1 0 0,1 0 0,0 0 0,-1 0 0,1 0 0,-1 0 0,-17 1 0,16-1 0,-133-2-1365,116 2-5461</inkml:trace>
</inkml:ink>
</file>

<file path=ppt/ink/ink3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8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26 24575,'0'11'0,"1"1"0,0 0 0,0-1 0,1 1 0,1-1 0,0 0 0,0 0 0,1 0 0,1 0 0,0-1 0,7 12 0,-6-11 0,24 36 0,-26-42 0,-1 0 0,2 0 0,-1-1 0,0 1 0,1-1 0,7 5 0,-12-9 0,0 1 0,0-1 0,0 0 0,1 0 0,-1 0 0,0 1 0,0-1 0,1 0 0,-1 0 0,0 0 0,0 0 0,1 0 0,-1 1 0,0-1 0,1 0 0,-1 0 0,0 0 0,0 0 0,1 0 0,-1 0 0,0 0 0,1 0 0,-1 0 0,0 0 0,0 0 0,1 0 0,-1 0 0,0 0 0,1 0 0,-1-1 0,0 1 0,0 0 0,1 0 0,-1 0 0,0 0 0,0 0 0,1-1 0,-1 1 0,0 0 0,0 0 0,0 0 0,1-1 0,-1 1 0,0 0 0,0 0 0,0-1 0,0 1 0,1 0 0,-1 0 0,0-1 0,0 1 0,0 0 0,0-1 0,0 1 0,0 0 0,0 0 0,0-1 0,0 1 0,0 0 0,0-1 0,0 1 0,0 0 0,0-1 0,0 1 0,0 0 0,-4-23 0,-16-30 0,14 40 0,1 0 0,1-1 0,0 1 0,-3-21 0,6 33 0,1 0 0,0 0 0,0 0 0,0 0 0,0 0 0,0 0 0,0 0 0,0 0 0,1 0 0,-1 0 0,0 0 0,0 0 0,1 0 0,-1 0 0,1 0 0,-1 0 0,1 1 0,-1-1 0,1 0 0,-1 0 0,1 0 0,0 1 0,0-2 0,1 1 0,-1 1 0,0-1 0,1 1 0,-1-1 0,0 1 0,1-1 0,-1 1 0,1 0 0,-1 0 0,1 0 0,-1 0 0,1 0 0,2 0 0,2 1 0,1 1 0,-1-1 0,0 1 0,1 1 0,10 5 0,8 7 0,28 22 0,-37-25 0,0-1 0,0 0 0,1-1 0,0-1 0,22 8 0,-30-14 0,-2 0 0,0 0 0,0-1 0,1-1 0,13 3 0,-19-4 0,-1 0 0,0 0 0,1 0 0,-1 0 0,0 0 0,1 0 0,-1-1 0,0 1 0,1 0 0,-1-1 0,0 1 0,1-1 0,-1 1 0,0-1 0,0 0 0,0 0 0,0 1 0,1-1 0,-1 0 0,0 0 0,0 0 0,-1 0 0,1 0 0,0 0 0,0 0 0,0-1 0,-1 1 0,1 0 0,-1 0 0,1-1 0,-1 1 0,1 0 0,-1-2 0,2-6-59,-1 0 0,0 1-1,-1-1 1,0 0-1,0 1 1,-1-1 0,0 0-1,0 1 1,-1-1 0,0 1-1,-1-1 1,0 1 0,0 0-1,-1 0 1,0 1-1,0-1 1,-1 1 0,0-1-1,0 1 1,0 1 0,-1-1-1,-9-7 1,6 8-6767</inkml:trace>
</inkml:ink>
</file>

<file path=ppt/ink/ink3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8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205 81 24575,'-6'-5'0,"-66"-41"0,63 41 0,0 0 0,0 1 0,0 1 0,0-1 0,-1 2 0,-13-4 0,21 6 0,1 0 0,-1 0 0,0-1 0,0 1 0,1 0 0,-1 0 0,0 1 0,0-1 0,1 0 0,-1 0 0,0 1 0,1-1 0,-1 1 0,0 0 0,1-1 0,-1 1 0,1 0 0,-1 0 0,1 0 0,-1 0 0,1 0 0,0 0 0,-1 1 0,1-1 0,-1 2 0,1-1 0,0 0 0,0 0 0,0 1 0,0-1 0,1 0 0,-1 0 0,1 1 0,0-1 0,-1 1 0,1-1 0,0 0 0,0 1 0,1-1 0,-1 0 0,0 1 0,1-1 0,1 5 0,4 9 0,2 0 0,0-1 0,0 1 0,1-1 0,1-1 0,1 0 0,13 15 0,7 8 0,-26-29 0,1 0 0,-1 1 0,-1-1 0,0 1 0,0 0 0,0 1 0,2 13 0,1 8 0,1 31 0,-6-47 0,1 15 0,2 0 0,1 1 0,13 35 0,-18-62 0,0-1 0,1 0 0,-1 1 0,1-1 0,0 0 0,0 0 0,0 0 0,0 0 0,1 0 0,-1-1 0,1 1 0,0-1 0,-1 0 0,1 1 0,0-1 0,0-1 0,5 3 0,-2-1 0,1-1 0,0-1 0,0 1 0,-1-1 0,1 0 0,0-1 0,0 1 0,7-2 0,-5 1 24,-1 0 0,0-1 0,0 0 0,12-3 0,-17 3-123,0-1 0,0 1 0,0 0 0,0-1 0,-1 1 0,1-1 0,0 0 0,-1 0 0,0 0 0,1 0 0,-1 0 0,0 0 0,0-1 0,3-4 0,0-1-6727</inkml:trace>
</inkml:ink>
</file>

<file path=ppt/ink/ink3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8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 16 24575,'-1'-2'0,"0"1"0,0-1 0,0 1 0,-1-1 0,1 1 0,0 0 0,0-1 0,-1 1 0,-1-1 0,2 2 0,1 0 0,0 0 0,0-1 0,0 1 0,0 0 0,0 0 0,-1 0 0,1 0 0,0 0 0,0 0 0,0 0 0,0 0 0,0 0 0,-1 0 0,1 0 0,0 0 0,0 1 0,0-1 0,0 0 0,0 0 0,0 0 0,-1 0 0,1 0 0,0 0 0,0 0 0,0 0 0,0 0 0,0 0 0,0 0 0,0 1 0,-1-1 0,1 0 0,0 0 0,0 0 0,0 0 0,0 0 0,0 0 0,0 1 0,-1 11 0,3-2 13,1 1 0,0-1 0,0 0 0,1 0 0,0-1 0,1 1 0,0-1 0,0 0-1,9 11 1,-5-7-386,-1 0-1,-1 0 1,9 20-1,-13-23-6452</inkml:trace>
</inkml:ink>
</file>

<file path=ppt/ink/ink3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8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65 24575,'197'-62'0,"-196"61"0,1 1 0,-1 0 0,0-1 0,1 1 0,-1 0 0,0-1 0,1 1 0,-1 0 0,1 0 0,-1 0 0,0 0 0,1 1 0,-1-1 0,0 0 0,1 0 0,-1 1 0,0-1 0,1 1 0,1 1 0,-2-1 0,-1 0 0,1 0 0,-1 0 0,1 0 0,-1 0 0,1 1 0,-1-1 0,0 0 0,1 1 0,-1-1 0,0 0 0,0 0 0,0 1 0,0-1 0,0 0 0,-1 1 0,1-1 0,0 0 0,0 0 0,-2 2 0,-9 37 0,7-28 0,1 1 0,0-1 0,1 0 0,-2 20 0,4-17 0,1 0 0,0 0 0,1-1 0,0 1 0,1 0 0,1-1 0,0 0 0,1 0 0,1 0 0,0 0 0,1-1 0,11 17 0,-11-18 0,27 44 0,-32-50 0,1 0 0,-1 0 0,1 0 0,-2 0 0,1 0 0,-1 1 0,2 11 0,-3-17 0,-1 1 0,1-1 0,0 1 0,0-1 0,0 1 0,-1-1 0,1 1 0,-1-1 0,1 1 0,-1-1 0,0 1 0,1-1 0,-1 0 0,0 1 0,0-1 0,-2 2 0,1-1 0,-1 0 0,0 0 0,1 0 0,-1 0 0,0-1 0,0 1 0,-5 1 0,-3 1 0,-1-1 0,1-1 0,-17 2 0,27-4 0,-43 5-1365,32-1-5461</inkml:trace>
</inkml:ink>
</file>

<file path=ppt/ink/ink3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8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52 24575,'1'6'0,"0"-1"0,0 1 0,1-1 0,0 1 0,0-1 0,3 6 0,0 1 0,2 3 0,2 1 0,-1-2 0,2 1 0,0-1 0,1-1 0,0 0 0,21 19 0,-30-30 0,0 0 0,1 0 0,-1 0 0,1 0 0,0 0 0,-1-1 0,1 1 0,0-1 0,4 1 0,-6-1 0,0-1 0,-1 0 0,1 0 0,0 0 0,0 0 0,0 0 0,0 0 0,0 0 0,-1 0 0,1 0 0,0 0 0,0-1 0,0 1 0,0 0 0,-1-1 0,1 1 0,0 0 0,0-1 0,-1 1 0,1-1 0,0 1 0,-1-1 0,1 1 0,0-1 0,-1 0 0,1 1 0,-1-1 0,1 0 0,-1 1 0,1-1 0,-1 0 0,0 0 0,1 0 0,-1 1 0,0-1 0,1 0 0,-1 0 0,0-1 0,1-5 0,0 0 0,0 0 0,-1 0 0,0 0 0,-1-10 0,1 12 0,-1-1 0,1 0 0,0 0 0,0 0 0,1 0 0,0 0 0,0 1 0,2-8 0,-2 12 0,-1 0 0,1 0 0,-1 0 0,1 0 0,-1 0 0,1 1 0,0-1 0,0 0 0,-1 0 0,1 1 0,0-1 0,0 1 0,-1-1 0,1 0 0,0 1 0,0 0 0,0-1 0,0 1 0,0-1 0,0 1 0,0 0 0,0 0 0,0 0 0,0-1 0,0 1 0,0 0 0,0 0 0,0 1 0,0-1 0,0 0 0,0 0 0,0 0 0,0 1 0,0-1 0,0 0 0,1 1 0,6 2 0,-1 1 0,0-1 0,11 8 0,-9-5 0,17 10 0,32 17 0,-52-30 0,0 0 0,0-1 0,0 0 0,0 0 0,0 0 0,0-1 0,12 1 0,-17-2 0,1 0 0,-1 0 0,0-1 0,1 1 0,-1 0 0,0-1 0,0 1 0,1-1 0,-1 1 0,0-1 0,0 1 0,0-1 0,0 0 0,1 0 0,-1 1 0,0-1 0,-1 0 0,1 0 0,0 0 0,0 0 0,0 0 0,0-1 0,-1 1 0,1 0 0,-1 0 0,1 0 0,-1-1 0,1 1 0,-1 0 0,1 0 0,-1-1 0,0 1 0,0-3 0,1-5 0,0-1 0,-1 0 0,-2-16 0,1 11 0,1 5 30,-1-1 0,0 1 0,-4-14 0,4 20-154,0 0 0,-1 0 1,0 0-1,1 0 0,-1 0 0,0 1 1,-1-1-1,1 1 0,-1-1 0,1 1 1,-5-3-1,-2-2-6702</inkml:trace>
</inkml:ink>
</file>

<file path=ppt/ink/ink3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8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214 2 24575,'-61'-1'0,"-67"2"0,127-1 0,0 0 0,0 0 0,-1 1 0,1-1 0,0 0 0,0 1 0,0-1 0,0 1 0,0-1 0,0 1 0,0-1 0,0 1 0,0 0 0,0-1 0,1 1 0,-1 0 0,0 0 0,0 0 0,1-1 0,-1 1 0,0 0 0,1 0 0,-1 0 0,1 0 0,-1 0 0,1 0 0,-1 1 0,1-1 0,0 0 0,0 0 0,-1 0 0,1 0 0,0 0 0,0 0 0,0 1 0,0-1 0,1 0 0,-1 2 0,2 7 0,0-1 0,0 0 0,7 17 0,-5-12 0,5 14 0,-1 1 0,-2 0 0,0 0 0,1 55 0,-5-51 0,1-1 0,1 1 0,13 46 0,-15-73 0,0-1 0,0 0 0,0 0 0,1-1 0,0 1 0,0 0 0,0-1 0,0 0 0,1 1 0,0-1 0,0-1 0,0 1 0,7 5 0,7 3 0,0-1 0,23 10 0,-28-15 0,-11-5-151,0 0-1,0 0 0,0-1 0,0 1 1,0-1-1,0 1 0,0-1 1,3 1-1</inkml:trace>
</inkml:ink>
</file>

<file path=ppt/ink/ink3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8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65 24575,'1'-4'0,"0"-1"0,0 1 0,1 0 0,-1 0 0,1 0 0,0 0 0,0 1 0,1-1 0,-1 0 0,4-3 0,-4 5 0,0 1 0,0-1 0,0 0 0,0 1 0,1 0 0,-1-1 0,0 1 0,1 0 0,-1 0 0,1 0 0,-1 0 0,1 1 0,0-1 0,-1 1 0,1 0 0,0-1 0,3 2 0,12 0 0,0 2 0,0 0 0,0 1 0,18 7 0,3 0 0,-37-10 0,0-1 0,1 1 0,-1 0 0,0-1 0,1 1 0,-1 0 0,0 1 0,0-1 0,0 0 0,0 1 0,0-1 0,3 3 0,-5-3 0,1 0 0,-1 0 0,0 0 0,1 0 0,-1 0 0,0 0 0,0 1 0,1-1 0,-1 0 0,0 0 0,0 0 0,0 0 0,0 0 0,-1 0 0,1 0 0,0 0 0,0 0 0,-1 0 0,1 1 0,0-1 0,-1 0 0,1-1 0,-1 1 0,0 0 0,1 0 0,-1 0 0,0 0 0,1 0 0,-2 1 0,-24 27 0,17-19 0,0 0 0,0 1 0,1 0 0,-7 13 0,13-21 0,1 0 0,-1 0 0,1 0 0,0 0 0,0 0 0,0 0 0,1 1 0,-1-1 0,1 0 0,-1 0 0,1 1 0,0-1 0,1 0 0,-1 1 0,0-1 0,1 0 0,0 0 0,0 0 0,0 0 0,0 1 0,0-1 0,2 3 0,-1-4 0,0 1 0,0-1 0,0 0 0,0 0 0,0 0 0,0 0 0,1 0 0,-1 0 0,1 0 0,-1-1 0,1 1 0,0-1 0,-1 0 0,1 0 0,0 0 0,0 0 0,0 0 0,0-1 0,4 1 0,7 0 0,1 0 0,27-3 0,-14 0 0,-19 1-268,-1 0 0,1 0 0,12-5 0,-19 6-25,7-3-6533</inkml:trace>
</inkml:ink>
</file>

<file path=ppt/ink/ink3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8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60 24575,'84'-39'0,"-73"35"0,0 0 0,1 1 0,0 0 0,-1 0 0,21 0 0,-29 3 0,-1 0 0,1 0 0,-1 0 0,0 1 0,1-1 0,-1 1 0,1 0 0,-1-1 0,0 1 0,1 0 0,-1 0 0,0 1 0,0-1 0,0 0 0,0 1 0,0-1 0,0 1 0,0 0 0,-1 0 0,1-1 0,0 1 0,-1 0 0,0 0 0,1 1 0,0 1 0,3 6 0,-1 1 0,-1-1 0,0 0 0,3 17 0,-3-11 0,17 94 0,-8-32 0,13 31 0,-25-108 0,0 0 0,1-1 0,-1 1 0,0 0 0,0 0 0,0 0 0,0-1 0,0 1 0,0 0 0,0 0 0,0-1 0,-1 1 0,1 0 0,0 0 0,0-1 0,-1 1 0,1 0 0,0 0 0,-1-1 0,1 1 0,-1 0 0,0 0 0,-1 1 0,1-1 0,0 0 0,-1 0 0,0 0 0,1 0 0,-1 0 0,1-1 0,-1 1 0,-3 0 0,-3 1 0,0 0 0,0-1 0,-11 1 0,18-2 0,-104 0-1365,88 0-5461</inkml:trace>
</inkml:ink>
</file>

<file path=ppt/ink/ink3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8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148 61 24575,'-4'-4'0,"2"2"0,0 0 0,0 0 0,0 0 0,0-1 0,0 1 0,-2-5 0,3 6 0,1 0 0,0 0 0,0 0 0,0 1 0,-1-1 0,1 0 0,0 0 0,0 0 0,0 0 0,0 1 0,1-1 0,-1 0 0,0 0 0,0 0 0,0 1 0,1-1 0,-1 0 0,0 0 0,1 1 0,-1-1 0,1 0 0,-1 1 0,1-1 0,-1 0 0,1 1 0,-1-1 0,1 1 0,-1-1 0,1 1 0,0-1 0,0 0 0,2-1 0,0 1 0,0-1 0,-1 1 0,1 0 0,0 0 0,0 0 0,0 0 0,1 0 0,-1 0 0,0 1 0,0 0 0,0 0 0,0 0 0,1 0 0,-1 0 0,0 0 0,0 1 0,0-1 0,0 1 0,5 2 0,5 2 0,1 0 0,-1 2 0,14 8 0,-19-11 0,5 3 0,0 0 0,-1 1 0,0 1 0,-1-1 0,0 2 0,0 0 0,-1 0 0,10 12 0,0 4 0,-7-9 0,21 35 0,-31-46 0,0 0 0,0 0 0,-1 0 0,1 0 0,-2 0 0,1 1 0,-1-1 0,0 1 0,0-1 0,-1 11 0,0-14 0,0 0 0,0 0 0,-1 1 0,0-1 0,0 0 0,0 0 0,0 0 0,0 0 0,-1 0 0,1 0 0,-1-1 0,0 1 0,1 0 0,-5 3 0,2-2 0,-1 0 0,1 0 0,-1-1 0,0 0 0,1 0 0,-1 0 0,-10 4 0,0-2 0,1-1 0,-2 0 0,1-1 0,0-1 0,-20 1 0,13-2 0,1 0 0,-1-2 0,1-1 0,-1 0 0,-34-10 0,48 10 0,0-1 0,0 1 0,1-2 0,-1 1 0,1-1 0,0 0 0,0 0 0,0-1 0,0 0 0,1-1 0,0 1 0,0-1 0,1 0 0,-1 0 0,1-1 0,1 0 0,-1 0 0,-3-7 0,5 7 8,1-1-1,0 1 1,0-1-1,0 1 1,1-1-1,0 1 1,1-1-1,-1 0 1,1 1-1,1-1 1,0 0-1,0 1 1,0-1-1,1 1 0,4-10 1,-5 11-76,1 1 1,1 0-1,-1 0 1,1 0-1,0 0 1,0 1-1,0-1 1,0 1-1,1 0 1,0 0-1,0 0 1,0 0-1,0 1 1,1-1-1,0 1 1,-1 0-1,1 1 1,0-1-1,0 1 1,0 0-1,10-2 1,-3 2-6759</inkml:trace>
</inkml:ink>
</file>

<file path=ppt/ink/ink3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8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60 106 24575,'-1'-6'0,"0"1"0,0 0 0,0-1 0,0 1 0,1-1 0,0 1 0,0-1 0,1 1 0,1-8 0,-1 10 0,-1 1 0,1 0 0,0 0 0,0 0 0,0 0 0,0 0 0,1 0 0,-1 0 0,0 0 0,1 1 0,0-1 0,-1 1 0,1-1 0,0 1 0,0-1 0,-1 1 0,1 0 0,0 0 0,0 0 0,1 0 0,-1 0 0,0 0 0,0 0 0,5 0 0,14-1 0,0 0 0,0 2 0,0 0 0,28 4 0,-40-2 0,0 0 0,-1 0 0,1 1 0,0 0 0,-1 0 0,1 1 0,-1 0 0,0 1 0,0 0 0,8 6 0,2 4 0,1 1 0,26 30 0,-40-40 0,0 0 0,0 1 0,-1-1 0,1 1 0,-1 0 0,-1 0 0,0 0 0,0 0 0,3 9 0,-6-12 0,1-1 0,0 1 0,-1 0 0,0 0 0,0 0 0,0 0 0,0-1 0,0 1 0,-1 0 0,0 0 0,0 0 0,0-1 0,0 1 0,-1-1 0,1 1 0,-1-1 0,0 1 0,0-1 0,0 0 0,-4 5 0,1-2 0,-1 0 0,1-1 0,-1 1 0,0-1 0,-1-1 0,1 1 0,-1-1 0,0 0 0,0 0 0,-12 3 0,7-3 0,0-1 0,0-1 0,0 0 0,-1-1 0,-24 0 0,20-1 0,0-1 0,0-1 0,0-1 0,0 0 0,1-1 0,-1-1 0,1-1 0,0 0 0,0-1 0,-15-9 0,26 13 0,1 0 0,0 0 0,0 0 0,0 0 0,0-1 0,0 0 0,0 1 0,1-1 0,0-1 0,0 1 0,0 0 0,1-1 0,-1 0 0,-1-5 0,1 1 0,1 0 0,0 0 0,0 0 0,1-1 0,0 1 0,2-18 0,0-6-1365,-1 19-5461</inkml:trace>
</inkml:ink>
</file>

<file path=ppt/ink/ink3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8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 11 24575,'-1'1'0,"1"-1"0,0 0 0,-1 0 0,1 1 0,0-1 0,0 0 0,-1 0 0,1 1 0,0-1 0,0 0 0,0 1 0,0-1 0,-1 0 0,1 1 0,0-1 0,0 0 0,0 1 0,0-1 0,0 0 0,0 1 0,0-1 0,0 0 0,0 1 0,0-1 0,0 0 0,0 1 0,0-1 0,0 0 0,0 1 0,0-1 0,1 0 0,-1 1 0,0-1 0,0 0 0,0 1 0,1-1 0,5 17 0,-6-17 0,5 12 0,1-1 0,1 0 0,0 0 0,0 0 0,1-1 0,17 17 0,-23-24 0,11 10 0,25 22 0,-34-32 0,-1 0 0,1 0 0,0-1 0,0 0 0,0 0 0,0 0 0,0 0 0,0-1 0,1 1 0,-1-1 0,0 0 0,1 0 0,5 0 0,-9-1 0,0 0 0,1 0 0,-1 0 0,0-1 0,0 1 0,0 0 0,1 0 0,-1-1 0,0 1 0,0 0 0,0-1 0,0 1 0,0-1 0,0 1 0,0-1 0,0 0 0,0 0 0,0 1 0,0-1 0,0 0 0,0 0 0,-1 0 0,1 0 0,0 0 0,-1 0 0,1 0 0,0 0 0,0-2 0,0-1 0,0-1 0,-1 1 0,1-1 0,-1 0 0,0 1 0,0-6 0,0 6 0,0 0 0,0 0 0,0 0 0,0 0 0,1 0 0,-1 0 0,2-3 0,-1 6 0,-1 1 0,0-1 0,0 1 0,0 0 0,1-1 0,-1 1 0,0-1 0,0 1 0,1 0 0,-1-1 0,0 1 0,1 0 0,-1 0 0,0-1 0,1 1 0,-1 0 0,1 0 0,-1-1 0,0 1 0,1 0 0,-1 0 0,1 0 0,-1 0 0,1 0 0,-1 0 0,1 0 0,14 4 0,10 16 0,-23-18 0,15 14 0,1-2 0,27 19 0,-39-29 0,1-1 0,-1 1 0,1-1 0,0 0 0,0-1 0,0 0 0,0 0 0,0 0 0,1-1 0,-1 0 0,13 0 0,-17-1 0,-1 0 0,0 0 0,1-1 0,-1 1 0,0-1 0,0 1 0,1-1 0,-1 0 0,0 0 0,0 0 0,0 0 0,0 0 0,0-1 0,0 1 0,0 0 0,-1-1 0,1 0 0,0 1 0,-1-1 0,1 0 0,-1 0 0,0 0 0,1 0 0,-1 0 0,0 0 0,0 0 0,0 0 0,-1 0 0,1-1 0,-1 1 0,1 0 0,-1 0 0,1-1 0,-1-3 0,0-2 0,0-1 0,-1 1 0,0 0 0,0 0 0,-1 0 0,0 0 0,0 0 0,-6-12 0,5 13-105,-1 0 0,0 0 0,0 1 0,0 0 0,-1 0 0,0 0 0,0 0 0,0 1 0,-1-1 0,1 2 0,-1-1 0,-13-7 0,10 7-6721</inkml:trace>
</inkml:ink>
</file>

<file path=ppt/ink/ink3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8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76 48 24575,'-2'-6'0,"-1"0"0,0 0 0,0 0 0,-5-6 0,7 11 0,1 0 0,-1 0 0,1 1 0,-1-1 0,1 0 0,-1 1 0,1-1 0,-1 1 0,1-1 0,-1 0 0,0 1 0,1-1 0,-1 1 0,0 0 0,1-1 0,-1 1 0,0 0 0,0-1 0,0 1 0,1 0 0,-1 0 0,0 0 0,0-1 0,0 1 0,1 0 0,-1 0 0,0 0 0,0 1 0,0-1 0,1 0 0,-1 0 0,0 0 0,0 0 0,0 1 0,1-1 0,-1 0 0,0 1 0,0-1 0,1 1 0,-1-1 0,0 1 0,1-1 0,-1 1 0,1-1 0,-2 2 0,-1 2 0,1 0 0,-1 0 0,1 0 0,0 0 0,-1 0 0,2 0 0,-1 1 0,1-1 0,-1 1 0,1 0 0,0-1 0,1 1 0,-1 0 0,1 8 0,1 7 0,1 0 0,5 24 0,-2-17 0,1 3 0,2-1 0,0-1 0,14 30 0,-16-44 0,1 10 0,-7-20 0,1 1 0,0-1 0,1 0 0,-1 0 0,1 0 0,3 6 0,-4-8 0,0-1 0,0 0 0,0 0 0,0 0 0,0-1 0,0 1 0,0 0 0,0 0 0,1-1 0,-1 1 0,0 0 0,0-1 0,1 1 0,-1-1 0,0 0 0,1 1 0,-1-1 0,0 0 0,1 0 0,-1 0 0,1 0 0,-1 0 0,0 0 0,1 0 0,1-1 0,143-27 0,-134 25-1365,-3-1-5461</inkml:trace>
</inkml:ink>
</file>

<file path=ppt/ink/ink3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8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63 96 24575,'6'-13'0,"2"0"0,11-16 0,-16 25 0,-1 1 0,2-1 0,-1 1 0,0-1 0,1 1 0,-1 0 0,1 0 0,0 1 0,0-1 0,0 1 0,6-3 0,-7 5 0,0-1 0,0 1 0,0 0 0,0 0 0,0 0 0,0 0 0,0 1 0,0-1 0,0 1 0,0 0 0,0-1 0,0 1 0,0 1 0,-1-1 0,1 0 0,0 1 0,2 1 0,4 3 0,-1 0 0,0 1 0,12 11 0,-5-3 0,21 30 0,-32-40 0,-1 0 0,0 1 0,0-1 0,0 1 0,-1 0 0,1-1 0,-1 1 0,-1 0 0,1 1 0,0 6 0,-2-11 0,0 0 0,0-1 0,0 1 0,0 0 0,0-1 0,0 1 0,-1-1 0,1 1 0,-1-1 0,1 1 0,-1-1 0,1 1 0,-1-1 0,0 1 0,0-1 0,0 0 0,0 1 0,0-1 0,0 0 0,-2 2 0,1-1 0,-1 0 0,1-1 0,-1 0 0,1 1 0,-1-1 0,0 0 0,0-1 0,1 1 0,-1 0 0,-5 0 0,-3 0 0,-1-1 0,1-1 0,0 1 0,-21-5 0,11 0 0,1-1 0,0-1 0,0-1 0,1 0 0,-27-16 0,42 21 0,0 0 0,0 0 0,0 0 0,0-1 0,0 1 0,1-1 0,-1 0 0,1 0 0,0 0 0,0-1 0,1 1 0,-3-6 0,4 7 0,0 1 0,0 0 0,0-1 0,1 1 0,-1-1 0,1 1 0,0 0 0,0-1 0,0 1 0,0-1 0,0 1 0,0-1 0,1 1 0,-1-1 0,1 1 0,-1 0 0,1-1 0,0 1 0,0 0 0,0 0 0,0 0 0,1-1 0,-1 1 0,1 0 0,-1 1 0,1-1 0,2-2 0,2-1-85,0 1 0,0 0-1,0 1 1,0-1 0,0 1-1,1 1 1,-1-1 0,1 1-1,0 0 1,0 0 0,0 1-1,0 0 1,0 0 0,0 1-1,10 1 1,-4-1-6741</inkml:trace>
</inkml:ink>
</file>

<file path=ppt/ink/ink3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8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60 24575,'17'-10'0,"1"0"0,1 1 0,-1 2 0,1-1 0,23-4 0,-37 11 0,1 0 0,0 0 0,0 1 0,0 0 0,0 0 0,-1 0 0,1 0 0,0 1 0,0 0 0,-1 0 0,1 1 0,0 0 0,-1 0 0,1 0 0,-1 1 0,0-1 0,0 1 0,0 0 0,0 1 0,-1-1 0,1 1 0,5 5 0,-7-5 0,1-1 0,-1 1 0,0 0 0,0 0 0,0 0 0,0 0 0,-1 1 0,1-1 0,-1 1 0,-1-1 0,1 1 0,0 0 0,-1 0 0,0 0 0,0-1 0,-1 1 0,1 0 0,-1 0 0,0 0 0,-2 10 0,-1 3 0,0 0 0,-1 26 0,4-36 0,1 0 0,-1 0 0,1 0 0,1 0 0,0-1 0,0 1 0,0-1 0,5 10 0,33 62 0,-22-46 0,-1 0 0,12 39 0,-28-70 0,0 0 0,-1 0 0,1 0 0,-1 0 0,0 1 0,1-1 0,-1 0 0,0 0 0,0 0 0,0 1 0,-1-1 0,1 0 0,0 0 0,-1 0 0,1 0 0,-2 3 0,1-4 0,0 1 0,0-1 0,0 1 0,0-1 0,-1 0 0,1 0 0,0 0 0,-1 0 0,1 0 0,0 0 0,-1 0 0,1 0 0,-1-1 0,0 1 0,1 0 0,-1-1 0,1 1 0,-1-1 0,0 0 0,1 0 0,-3 1 0,-25 0 44,-35-2 0,16-1-1497,33 2-5373</inkml:trace>
</inkml:ink>
</file>

<file path=ppt/ink/ink3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8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 3 24575,'0'0'0,"0"0"0,0-1 0,0 1 0,0 0 0,-1 0 0,1 0 0,0 0 0,0-1 0,0 1 0,0 0 0,-1 0 0,1 0 0,0 0 0,0 0 0,0 0 0,-1 0 0,1-1 0,0 1 0,0 0 0,-1 0 0,1 0 0,0 0 0,0 0 0,0 0 0,-1 0 0,1 0 0,0 0 0,0 0 0,-1 0 0,1 0 0,0 0 0,0 1 0,0-1 0,-1 0 0,1 0 0,-4 9 0,4 11 0,2-11 0,0 0 0,1-1 0,0 0 0,1 1 0,0-1 0,0 0 0,0-1 0,1 1 0,0-1 0,1 0 0,0 0 0,0-1 0,0 0 0,1 0 0,0 0 0,8 4 0,-14-9 0,0 0 0,0 0 0,0-1 0,0 1 0,0 0 0,0-1 0,0 1 0,0-1 0,0 1 0,0-1 0,1 0 0,-1 1 0,0-1 0,0 0 0,0 0 0,1 0 0,-1 0 0,0 0 0,0 0 0,0 0 0,1 0 0,-1-1 0,0 1 0,0 0 0,0-1 0,0 1 0,0-1 0,0 1 0,1-1 0,-1 1 0,1-3 0,0 1 0,0 0 0,-1 0 0,1-1 0,-1 1 0,0-1 0,1 1 0,-1-1 0,0 1 0,-1-1 0,1 0 0,0 1 0,-1-1 0,1-3 0,-1 1 0,1 1 0,-1 0 0,1 0 0,0 0 0,3-8 0,-3 11 0,-1 0 0,0 1 0,1-1 0,-1 0 0,1 0 0,0 1 0,-1-1 0,1 0 0,-1 1 0,1-1 0,0 1 0,0-1 0,-1 1 0,1-1 0,0 1 0,0-1 0,0 1 0,-1 0 0,1-1 0,0 1 0,0 0 0,0 0 0,0 0 0,0 0 0,0 0 0,0 0 0,-1 0 0,1 0 0,0 0 0,0 0 0,0 0 0,0 0 0,0 1 0,0-1 0,1 1 0,8 3 0,1 1 0,17 10 0,-21-10 0,0-1 0,0 0 0,1-1 0,-1 0 0,1 0 0,0 0 0,13 2 0,-12-4 0,0 0 0,0-1 0,0 0 0,13-1 0,-19 0 0,-1 1 0,1-1 0,-1 1 0,0-1 0,1 0 0,-1 0 0,0 0 0,0 0 0,1 0 0,-1-1 0,0 1 0,0-1 0,0 1 0,-1-1 0,1 0 0,0 0 0,-1 0 0,1 0 0,-1 0 0,3-4 0,-2 1 17,0 0 0,0 0 1,0 0-1,-1 0 0,0-1 0,1-7 0,-2 10-116,1 0 0,-1 1 0,0-1 0,-1 0 0,1 0 0,0 1 0,-1-1 0,1 0 0,-1 0 0,0 1 0,0-1 0,0 1 0,-1-1 0,-1-3 0</inkml:trace>
</inkml:ink>
</file>

<file path=ppt/ink/ink3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8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157 94 24575,'-6'-8'0,"-7"-9"0,-15-16 0,25 29 0,-1 0 0,0 1 0,0-1 0,0 1 0,0 0 0,0 1 0,-1-1 0,1 1 0,-10-4 0,12 6 0,0-1 0,0 1 0,1 0 0,-1 0 0,0 0 0,0 0 0,0 0 0,0 0 0,0 0 0,1 1 0,-1-1 0,0 1 0,0-1 0,0 1 0,1 0 0,-1 0 0,0 0 0,1 0 0,-1 0 0,1 0 0,-1 0 0,1 0 0,0 0 0,-1 1 0,1-1 0,0 1 0,0-1 0,0 1 0,0-1 0,0 1 0,0 0 0,0 1 0,-1 0 0,1 0 0,0 0 0,0 1 0,0-1 0,0 0 0,0 1 0,1-1 0,0 0 0,-1 1 0,1-1 0,0 0 0,1 1 0,-1-1 0,1 0 0,-1 1 0,3 5 0,19 32 0,-14-27 0,0 1 0,-1 0 0,5 16 0,-1 11 0,-2 1 0,8 77 0,-16-92 0,-1-20 0,0 0 0,1 1 0,-1-1 0,5 14 0,-4-20 0,-1 1 0,1-1 0,1 1 0,-1-1 0,0 0 0,1 0 0,-1 1 0,1-1 0,-1 0 0,1 0 0,0-1 0,0 1 0,0 0 0,0 0 0,0-1 0,1 0 0,-1 1 0,0-1 0,4 1 0,1 1 0,0-1 0,0 0 0,0-1 0,1 0 0,13 1 0,42-3 0,-25-1 0,-23 2-78,-9 0-179,1 1-1,-1-2 1,1 1-1,9-3 1,-7 0-6569</inkml:trace>
</inkml:ink>
</file>

<file path=ppt/ink/ink3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8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24575,'3'0'0,"0"3"0,0 2 0,-1 4 0,3 5 0,-1 2 0,0 2 0,1-1 0,7 10 0,5 2 0,1-1 0,-3-3 0,0-6 0,-4-5-8191</inkml:trace>
</inkml:ink>
</file>

<file path=ppt/ink/ink3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8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78 24575,'2'-6'0,"1"0"0,1 0 0,-1 1 0,1 0 0,0-1 0,0 1 0,0 1 0,1-1 0,0 1 0,8-6 0,-9 7 0,0 1 0,0 0 0,0 1 0,1-1 0,-1 1 0,1-1 0,-1 1 0,1 1 0,-1-1 0,1 1 0,0 0 0,-1 0 0,1 0 0,0 0 0,6 2 0,18 4 0,0 1 0,42 17 0,-70-24 0,0 1 0,1-1 0,-1 1 0,0-1 0,1 1 0,-1 0 0,0-1 0,0 1 0,1 0 0,-1 0 0,0 0 0,0 0 0,0 0 0,0 0 0,0 0 0,-1 0 0,1 1 0,0-1 0,0 0 0,-1 0 0,1 3 0,0-3 0,-2 1 0,1 0 0,0 0 0,0-1 0,0 1 0,-1-1 0,1 1 0,-1 0 0,1-1 0,-1 1 0,0-1 0,0 1 0,0-1 0,0 1 0,0-1 0,0 0 0,-2 3 0,-7 7 0,1 0 0,1 0 0,0 1 0,0 0 0,-9 24 0,15-32 0,0 0 0,1 1 0,0-1 0,0 0 0,0 1 0,0-1 0,1 1 0,0-1 0,0 1 0,0-1 0,0 1 0,1-1 0,-1 1 0,1-1 0,1 0 0,-1 1 0,0-1 0,1 0 0,0 0 0,0 0 0,0 0 0,4 5 0,8 8 0,1-1 0,20 17 0,16 17 0,-50-48 0,1-1 0,-1 1 0,0-1 0,1 1 0,-1 0 0,0-1 0,0 1 0,0 0 0,0 0 0,0 0 0,-1-1 0,1 1 0,-1 0 0,1 0 0,-1 0 0,0 0 0,1 0 0,-1 0 0,0 1 0,0-1 0,-1 0 0,1 0 0,0 0 0,-1 0 0,1 0 0,-1-1 0,1 1 0,-1 0 0,0 0 0,0 0 0,0 0 0,0-1 0,0 1 0,-1 0 0,1-1 0,0 1 0,-1-1 0,1 1 0,-1-1 0,1 0 0,-1 0 0,0 0 0,0 0 0,1 0 0,-4 1 0,-13 6-113,0-2-1,0 0 0,0-1 0,-25 3 1,28-5-684,0 0-6029</inkml:trace>
</inkml:ink>
</file>

<file path=ppt/ink/ink3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8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19 24575,'1'4'0,"-1"0"0,1 0 0,1 0 0,-1 0 0,0 0 0,1-1 0,0 1 0,0 0 0,0-1 0,0 1 0,1-1 0,3 5 0,43 43 0,-37-40 0,42 38 0,-48-44 0,1-1 0,0 1 0,0-1 0,0 0 0,1-1 0,12 5 0,-18-8 0,-1 1 0,0-1 0,0 0 0,1 0 0,-1 1 0,0-1 0,0 0 0,1 0 0,-1 0 0,0-1 0,1 1 0,-1 0 0,0 0 0,0-1 0,0 1 0,1-1 0,-1 1 0,0-1 0,0 1 0,2-2 0,-1 0 0,-1 1 0,0-1 0,0 1 0,1-1 0,-1 0 0,0 1 0,0-1 0,-1 0 0,1 0 0,0 0 0,0 1 0,0-4 0,0-5 0,1 0 0,-1 0 0,-1 0 0,-1-12 0,1 17 0,0 2 0,0-4 0,0 0 0,0 1 0,1-9 0,-1 14 0,1 0 0,-1 0 0,0 0 0,0 0 0,1 0 0,-1 0 0,0 0 0,1 1 0,-1-1 0,1 0 0,-1 0 0,1 0 0,1 0 0,-2 0 0,0 1 0,1 0 0,-1 0 0,1 0 0,-1-1 0,1 1 0,-1 0 0,1 0 0,-1 0 0,1 0 0,-1 0 0,1 0 0,-1 0 0,1 0 0,-1 0 0,1 0 0,-1 0 0,1 0 0,-1 0 0,1 1 0,-1-1 0,1 0 0,-1 0 0,1 0 0,-1 1 0,1 0 0,9 5 0,0 1 0,12 11 0,13 10 0,1-4 0,-16-9 0,2-2 0,33 17 0,-54-29 0,1 0 0,-1-1 0,1 1 0,0-1 0,-1 1 0,1-1 0,-1 1 0,1-1 0,0 0 0,-1 0 0,1 0 0,0 0 0,-1 0 0,1 0 0,0 0 0,-1 0 0,1-1 0,-1 1 0,1-1 0,0 1 0,-1-1 0,1 0 0,-1 1 0,0-1 0,3-2 0,-3 1 0,1 0 0,0 0 0,-1 0 0,0 0 0,1-1 0,-1 1 0,0 0 0,0-1 0,0 1 0,-1-1 0,1 1 0,0-1 0,-1 0 0,0 1 0,0-5 0,1-5 20,-2 1 0,0 0 0,0 0 0,-1 0 0,-6-22 0,6 26-185,-1-1 0,0 0 0,-1 1 0,0-1 0,0 1 0,0 0 0,-1 1 0,-10-13 0</inkml:trace>
</inkml:ink>
</file>

<file path=ppt/ink/ink3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8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205 126 24575,'-62'-65'0,"51"55"0,0 1 0,0 0 0,-1 1 0,-14-8 0,25 15 0,-1 0 0,0 0 0,-1 0 0,1 0 0,0 0 0,0 0 0,0 1 0,0-1 0,-1 1 0,1 0 0,0 0 0,0 0 0,-1 0 0,1 0 0,0 0 0,0 0 0,0 1 0,-1-1 0,1 1 0,0 0 0,-4 1 0,4-1 0,1 1 0,-1-1 0,1 1 0,-1-1 0,1 1 0,0-1 0,-1 1 0,1 0 0,0 0 0,0 0 0,0 0 0,0 0 0,1 0 0,-1 0 0,0 0 0,1 0 0,-1 0 0,1 0 0,0 0 0,0 0 0,0 0 0,0 4 0,1-1 0,0-1 0,-1 1 0,2-1 0,-1 1 0,0-1 0,1 1 0,0-1 0,0 0 0,4 5 0,27 38 0,-15-25 0,-13-15 0,37 55 0,-37-52 0,0 0 0,0 0 0,-1 0 0,5 21 0,-3 3 0,-1 0 0,-1 1 0,-2 55 0,-2-88 0,0 0 0,0 1 0,0-1 0,0 0 0,1 0 0,-1 1 0,1-1 0,-1 0 0,1 0 0,0 1 0,0-1 0,0 0 0,0 0 0,0 0 0,1 0 0,-1-1 0,3 4 0,-2-3 0,0-1 0,1 1 0,-1 0 0,1-1 0,-1 0 0,1 0 0,0 0 0,0 0 0,-1 0 0,1 0 0,0-1 0,0 1 0,5 0 0,4 0-227,-1-1-1,1 0 1,-1 0-1,1-1 1,14-3-1,-16 1-6598</inkml:trace>
</inkml:ink>
</file>

<file path=ppt/ink/ink3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8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5 140 24575,'-4'-64'0,"4"57"0,0 1 0,1-1 0,-1 1 0,1-1 0,1 1 0,-1 0 0,5-10 0,-6 15 0,0 0 0,1 0 0,-1 1 0,1-1 0,-1 0 0,1 0 0,-1 1 0,1-1 0,-1 0 0,1 1 0,-1-1 0,1 1 0,0-1 0,-1 0 0,1 1 0,0-1 0,0 1 0,-1 0 0,1-1 0,0 1 0,0 0 0,0-1 0,0 1 0,1 0 0,-1 0 0,1 0 0,-1 0 0,1 1 0,-1-1 0,1 1 0,-1-1 0,1 1 0,-1-1 0,1 1 0,-1 0 0,0-1 0,3 3 0,3 3 0,0 0 0,-1 0 0,10 13 0,-13-16 0,3 4 0,0 0 0,-1 1 0,0 0 0,0-1 0,-1 2 0,7 16 0,-10-21 0,0 0 0,0 0 0,0 0 0,-1 0 0,1 0 0,-1 0 0,0 0 0,-1 0 0,1 1 0,-1-1 0,0 0 0,0 0 0,0 0 0,0 0 0,-1 0 0,1-1 0,-4 7 0,0-4 0,1 1 0,-1-1 0,-9 9 0,-6 7 0,20-21 0,-1-1 0,0 1 0,1 0 0,-1-1 0,1 1 0,0 0 0,-1-1 0,1 1 0,0 0 0,-1-1 0,1 1 0,0 0 0,0 0 0,-1-1 0,1 1 0,0 0 0,0 0 0,0 0 0,0-1 0,0 1 0,0 0 0,0 0 0,1-1 0,-1 2 0,1-1 0,-1 0 0,1 0 0,0-1 0,-1 1 0,1 0 0,0-1 0,0 1 0,0 0 0,0-1 0,-1 1 0,1-1 0,0 0 0,0 1 0,0-1 0,0 0 0,1 1 0,6 0 0,0 0 0,0 0 0,14-1 0,-19 0 0,51 0 0,55-2 0,-96 0-1365,0-1-5461</inkml:trace>
</inkml:ink>
</file>

<file path=ppt/ink/ink3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8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27 24575,'95'-22'0,"-83"20"0,0 1 0,0 0 0,0 1 0,0 0 0,24 5 0,-11-3 0,-19-1 0,-1-1 0,0 1 0,0-1 0,0 1 0,0 1 0,6 1 0,-10-2 0,-1-1 0,1 1 0,0-1 0,-1 1 0,1-1 0,0 1 0,-1 0 0,1 0 0,-1-1 0,1 1 0,-1 0 0,1 0 0,-1 0 0,0-1 0,1 1 0,-1 0 0,0 0 0,0 0 0,0 0 0,0 0 0,0 0 0,0 1 0,-2 24 0,1-18 0,0 11 0,0 0 0,2 0 0,0 0 0,1 0 0,8 31 0,3-3 0,19 46 0,-24-75 0,1-1 0,0 0 0,1 0 0,1-1 0,1 0 0,0-1 0,1 0 0,25 22 0,-37-37 0,0 1 0,0 0 0,0 0 0,0 0 0,0 0 0,-1 0 0,1 0 0,0 0 0,0 0 0,-1 0 0,1 0 0,-1 0 0,1 0 0,-1 0 0,1 1 0,-1-1 0,0 0 0,0 0 0,1 1 0,-1 1 0,-1-2 0,1 0 0,-1 0 0,1 0 0,-1 0 0,0 0 0,0 0 0,1 0 0,-1 0 0,0 0 0,0 0 0,0 0 0,0 0 0,0-1 0,0 1 0,0 0 0,0-1 0,0 1 0,-1-1 0,1 1 0,-2 0 0,-4 1-341,-1 0 0,0 0-1,-14 2 1,6-3-6485</inkml:trace>
</inkml:ink>
</file>

<file path=ppt/ink/ink3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8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90 38 24575,'-2'-2'0,"-1"-4"0,-3 0 0,-2-2 0,-3 0 0,-1 2 0,-2 5 0,2 4 0,0 2 0,3 2 0</inkml:trace>
</inkml:ink>
</file>

<file path=ppt/ink/ink3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8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54 18 24575,'-3'-5'0,"-3"-2"0,-2 4 0,-4 1 0,-1 1 0,1 2-8191</inkml:trace>
</inkml:ink>
</file>

<file path=ppt/ink/ink3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8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100 106 24575,'-4'-5'0,"0"-1"0,0 0 0,0 1 0,1-1 0,0 0 0,-5-13 0,8 17 0,-1 1 0,1-1 0,0 1 0,-1-1 0,1 1 0,0-1 0,0 1 0,0-1 0,0 1 0,0 0 0,1-1 0,-1 1 0,0-1 0,1 1 0,-1-1 0,1 1 0,-1 0 0,1-1 0,0 1 0,-1 0 0,1 0 0,0 0 0,0-1 0,0 1 0,0 0 0,0 0 0,0 0 0,0 0 0,1 0 0,-1 1 0,0-1 0,0 0 0,1 1 0,-1-1 0,1 1 0,-1-1 0,0 1 0,3-1 0,5-1 0,1 0 0,-1 0 0,1 1 0,0 1 0,-1-1 0,1 2 0,11 0 0,69 16 0,-82-16 0,5 2 0,0 1 0,-1 0 0,1 0 0,-1 2 0,0-1 0,0 1 0,18 13 0,-25-15 0,0 0 0,0 0 0,0 1 0,-1-1 0,0 1 0,0 0 0,0 0 0,0 1 0,-1-1 0,0 1 0,0 0 0,-1 0 0,1 0 0,-1 0 0,0 0 0,-1 0 0,2 12 0,-2-7 0,-1-1 0,0 1 0,0-1 0,-1 1 0,0-1 0,-1 1 0,-3 9 0,4-16 0,0 0 0,-1-1 0,1 0 0,-1 1 0,0-1 0,0 0 0,0 0 0,0 0 0,-1 0 0,1 0 0,-1 0 0,1-1 0,-1 1 0,0-1 0,0 0 0,-1 0 0,1 0 0,0 0 0,0 0 0,-1-1 0,0 1 0,-6 1 0,0-2 0,0 0 0,0 0 0,0-1 0,0 0 0,0-1 0,0 0 0,0 0 0,0-1 0,-12-4 0,-12-5 0,-40-19 0,53 20 0,2 0 0,-24-16 0,33 19 0,0-1 0,0 0 0,1 0 0,0-1 0,-12-16 0,19 23 10,0-1 0,0 0 0,0 0 0,1 0 0,0 0 0,-1 0 0,1-1 0,0 1 0,0 0 0,1 0 0,-1-4 0,1 6-54,0-1 1,0 1-1,0 0 0,0 0 1,0 0-1,1 0 0,-1-1 1,0 1-1,1 0 0,-1 0 1,1 0-1,-1 0 0,1 0 1,-1 0-1,1 0 0,0 0 0,0 0 1,-1 0-1,1 1 0,0-1 1,0 0-1,0 0 0,0 1 1,0-1-1,0 0 0,0 1 1,0-1-1,0 1 0,0-1 1,0 1-1,1 0 0,-1 0 1,2-1-1,8-1-6782</inkml:trace>
</inkml:ink>
</file>

<file path=ppt/ink/ink3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8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169 84 24575,'1'-4'0,"0"1"0,0-1 0,0 0 0,1 1 0,-1-1 0,1 1 0,0-1 0,0 1 0,1 0 0,-1 0 0,1 0 0,-1 0 0,1 0 0,0 1 0,4-4 0,-1 3 0,-1 0 0,0 0 0,1 1 0,-1 0 0,1 0 0,0 1 0,-1-1 0,1 1 0,8 0 0,15-3 0,-20 3 0,0-1 0,0 2 0,0-1 0,0 1 0,0 0 0,-1 1 0,18 3 0,-20-2 0,0 0 0,1 1 0,-2 0 0,1 0 0,0 0 0,-1 1 0,1-1 0,-1 1 0,0 1 0,0-1 0,-1 1 0,1-1 0,-1 1 0,0 1 0,0-1 0,4 10 0,-4-7 0,0 0 0,0 1 0,-1 0 0,-1 0 0,1 0 0,-1 0 0,-1 0 0,0 0 0,0 0 0,-1 1 0,-1 10 0,1-17 0,0 1 0,0-1 0,-1 0 0,0 0 0,0 0 0,0 0 0,0 0 0,0 0 0,0 0 0,-1 0 0,0 0 0,1 0 0,-1-1 0,0 1 0,0-1 0,0 1 0,-1-1 0,1 0 0,-1 0 0,1 0 0,-1 0 0,0 0 0,1-1 0,-1 1 0,0-1 0,0 0 0,0 1 0,0-1 0,0-1 0,-1 1 0,1 0 0,-4-1 0,-21 3 0,0-2 0,-1-1 0,1-2 0,0 0 0,0-2 0,0-1 0,0-1 0,1-2 0,0 0 0,0-2 0,-41-22 0,63 29 0,0 1 0,0-2 0,1 1 0,0 0 0,-1-1 0,1 0 0,1 0 0,-1 0 0,1-1 0,-6-7 0,8 10 0,0 1 0,1-1 0,-1 0 0,0 1 0,1-1 0,-1 0 0,1 0 0,0 0 0,-1 1 0,1-1 0,0 0 0,0 0 0,0 0 0,0 1 0,0-1 0,1 0 0,-1 0 0,1 0 0,-1 1 0,1-1 0,0 0 0,-1 1 0,1-1 0,0 0 0,0 1 0,0-1 0,0 1 0,0-1 0,1 1 0,-1 0 0,0 0 0,1-1 0,-1 1 0,1 0 0,1-1 0,2-1-227,0 0-1,0 0 1,1 1-1,-1-1 1,12-2-1,-4 2-6598</inkml:trace>
</inkml:ink>
</file>

<file path=ppt/ink/ink3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8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71 77 24575,'-2'-4'0,"1"-1"0,0 0 0,1 1 0,-1-1 0,1 0 0,0 1 0,1-9 0,-1 12 0,0-1 0,1 1 0,-1-1 0,1 1 0,-1-1 0,1 1 0,0 0 0,0 0 0,-1-1 0,1 1 0,0 0 0,0 0 0,0 0 0,0 0 0,1 0 0,-1 0 0,0 0 0,0 0 0,1 0 0,-1 1 0,0-1 0,1 0 0,-1 1 0,0-1 0,1 1 0,-1 0 0,4-1 0,10-1 0,-1 1 0,1 0 0,0 2 0,0-1 0,0 2 0,0 0 0,0 1 0,19 5 0,-22-4 0,-1 0 0,1 0 0,-1 1 0,0 1 0,0 0 0,0 0 0,17 15 0,-26-19 0,0 0 0,-1-1 0,1 1 0,-1 0 0,1 0 0,-1 1 0,1-1 0,-1 0 0,0 0 0,0 0 0,0 1 0,-1-1 0,1 1 0,0-1 0,-1 1 0,0-1 0,1 1 0,-1-1 0,0 1 0,0-1 0,-1 1 0,1-1 0,0 1 0,-1-1 0,1 0 0,-1 1 0,0-1 0,0 1 0,0-1 0,0 0 0,0 0 0,-1 0 0,-1 3 0,-1 0 0,1-1 0,-1 1 0,0-1 0,-1 0 0,1-1 0,0 1 0,-1-1 0,0 0 0,0 0 0,0 0 0,0-1 0,0 0 0,-10 3 0,-10 1 0,-1-1 0,1-2 0,-32 1 0,44-4 0,-1-1 0,1 0 0,-1-1 0,1-1 0,0 0 0,0 0 0,-25-11 0,11-4-1365</inkml:trace>
</inkml:ink>
</file>

<file path=ppt/ink/ink3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8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318 61 24575,'1'-5'0,"0"1"0,0 0 0,1 0 0,-1 0 0,1 1 0,0-1 0,-1 0 0,2 1 0,-1-1 0,5-5 0,-6 8 0,0 0 0,1 0 0,-1 0 0,0 0 0,1 0 0,-1 0 0,1 0 0,-1 0 0,1 1 0,-1-1 0,1 1 0,0-1 0,-1 1 0,1-1 0,-1 1 0,1 0 0,0 0 0,0 0 0,-1 0 0,1 0 0,0 0 0,-1 1 0,1-1 0,-1 0 0,1 1 0,0-1 0,-1 1 0,1 0 0,1 1 0,5 2 0,1 2 0,-1-1 0,-1 1 0,1 0 0,-1 1 0,0 0 0,9 11 0,-3-2 0,-2 0 0,16 31 0,-24-42 0,0 1 0,0 0 0,-1 1 0,0-1 0,0 0 0,0 1 0,1 11 0,-3-15 0,0 0 0,0-1 0,-1 1 0,1 0 0,0-1 0,-1 1 0,0 0 0,0-1 0,0 1 0,0-1 0,0 1 0,0-1 0,-1 0 0,1 0 0,-1 1 0,1-1 0,-1 0 0,0 0 0,0 0 0,0-1 0,-4 4 0,-2 0 0,0-1 0,0 0 0,0 0 0,-1-1 0,1 0 0,-1 0 0,0-1 0,1 0 0,-1-1 0,-15 1 0,-7-1 0,-54-5 0,61 1 0,-1 0 0,1-1 0,1-2 0,-1 0 0,1-2 0,0 0 0,0-1 0,-21-14 0,40 21 0,0-1 0,0 0 0,0 0 0,1 0 0,-1 0 0,1 0 0,0-1 0,-5-7 0,7 9 0,0 0 0,0 1 0,0-1 0,0 0 0,1 0 0,-1 0 0,1 0 0,-1 0 0,1 0 0,0 0 0,0 0 0,-1 0 0,2 0 0,-1 0 0,0 0 0,0 0 0,0 0 0,1 0 0,-1 0 0,1 0 0,0 1 0,1-5 0,2 0 12,0 1 0,0-1 0,1 1 0,0 0 0,0 0 0,0 0 0,0 1 0,1 0 0,6-4 0,0 0-383,1 2-1,0-1 1,19-6 0,-19 9-6455</inkml:trace>
</inkml:ink>
</file>

<file path=ppt/ink/ink3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8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24575,'1'4'0,"0"0"0,0 0 0,0 0 0,1 0 0,0 0 0,-1 0 0,1 0 0,1 0 0,2 4 0,28 37 0,-16-23 0,25 23 0,-34-36 0,1-2 0,1 1 0,-1-1 0,1-1 0,17 9 0,-26-14 0,0 0 0,0-1 0,0 1 0,0-1 0,0 1 0,0-1 0,1 0 0,-1 1 0,0-1 0,0 0 0,0 0 0,1 0 0,-1 1 0,0-1 0,0-1 0,1 1 0,-1 0 0,0 0 0,0 0 0,0-1 0,0 1 0,1 0 0,-1-1 0,0 1 0,0-1 0,0 0 0,0 1 0,0-1 0,0 0 0,0 0 0,0 1 0,0-1 0,0 0 0,-1 0 0,1 0 0,0 0 0,-1 0 0,1 0 0,0 0 0,-1 0 0,1-1 0,-1 1 0,0 0 0,1 0 0,-1 0 0,0-2 0,2-7 0,0 0 0,-2 0 0,1 0 0,-2-15 0,1 18 0,0-1 0,0 5 0,-1-1 0,1 0 0,0 1 0,1-1 0,-1 0 0,2-5 0,-2 8 0,1 1 0,-1-1 0,0 1 0,0-1 0,1 1 0,-1-1 0,0 1 0,1-1 0,-1 1 0,0 0 0,1-1 0,-1 1 0,1 0 0,-1-1 0,1 1 0,-1 0 0,1-1 0,-1 1 0,1 0 0,1-1 0,-1 1 0,0 0 0,0 0 0,0 0 0,0 0 0,0 0 0,0 0 0,1 1 0,-1-1 0,0 0 0,0 0 0,0 1 0,2 0 0,11 6 0,1 1 0,17 12 0,-16-9 0,22 10 0,-38-21 0,21 10 0,29 9 0,-44-17 0,-1 0 0,1-1 0,0 0 0,-1 0 0,1-1 0,0 1 0,0-1 0,0 0 0,0-1 0,11-2 0,-16 3 0,0 0 0,0 0 0,1-1 0,-1 1 0,0-1 0,0 1 0,0-1 0,0 1 0,1-1 0,-1 0 0,0 0 0,0 1 0,0-1 0,0 0 0,-1 0 0,1 0 0,0 0 0,0 0 0,-1 0 0,1 0 0,0-1 0,0-1 0,-1 1 0,0 1 0,0-1 0,0 0 0,0 1 0,0-1 0,0 0 0,0 1 0,-1-1 0,1 1 0,-1-1 0,1 0 0,-1 1 0,0-1 0,0 1 0,0-2 0,-5-4 0,1-1 0,-1 1 0,0 0 0,0 1 0,-8-6 0,4 3-455,-1 1 0,-18-11 0,18 13-6371</inkml:trace>
</inkml:ink>
</file>

<file path=ppt/ink/ink3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8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72 88 24575,'-4'-12'0,"-9"-24"0,11 33 0,1 0 0,-1 0 0,0 0 0,0 0 0,0 0 0,0 1 0,0-1 0,-1 0 0,1 1 0,-1 0 0,0 0 0,-2-3 0,4 5 0,1 0 0,-1-1 0,1 1 0,-1 0 0,1 0 0,-1-1 0,0 1 0,1 0 0,-1 0 0,1 0 0,-1 0 0,1 0 0,-1 0 0,0-1 0,1 1 0,-1 1 0,1-1 0,-1 0 0,0 0 0,1 0 0,-1 0 0,1 0 0,-1 0 0,1 1 0,-1-1 0,1 0 0,-2 1 0,2 0 0,-1 0 0,0 0 0,1-1 0,-1 1 0,1 0 0,-1 0 0,1 0 0,-1 0 0,1 0 0,0 0 0,0 1 0,-1-1 0,1 2 0,0 3 0,0 0 0,0 0 0,0 0 0,2 7 0,56 193 0,-22-92 0,-31-92 0,-2-10 0,1 1 0,0-1 0,0 0 0,10 17 0,-13-27 0,0-1 0,0 0 0,0 1 0,0-1 0,1 0 0,-1 0 0,0 0 0,1 0 0,-1 0 0,1 0 0,-1 0 0,1-1 0,0 1 0,-1 0 0,1-1 0,0 0 0,-1 1 0,1-1 0,0 0 0,-1 0 0,1 0 0,2 0 0,6 0 0,-1-2 0,1 1 0,10-4 0,9-1 0,-23 6-105,-1 0 0,1-1 0,-1 0 0,1 0 0,-1 0 0,0-1 0,0 0 0,1 0 0,-1 0 0,-1 0 0,1-1 0,8-6 0</inkml:trace>
</inkml:ink>
</file>

<file path=ppt/ink/ink3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8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116 36 24575,'3'-4'0,"0"0"0,0 0 0,0 0 0,1 1 0,0 0 0,6-5 0,-8 7 0,-1 0 0,0 0 0,0 1 0,1-1 0,-1 1 0,0-1 0,1 1 0,-1 0 0,0-1 0,1 1 0,-1 0 0,1 0 0,-1 0 0,0 0 0,1 0 0,-1 0 0,1 1 0,-1-1 0,0 0 0,1 1 0,-1-1 0,0 1 0,1-1 0,-1 1 0,0 0 0,0-1 0,1 1 0,0 1 0,3 3 0,0-1 0,0 1 0,-1 0 0,1 1 0,-1-1 0,0 1 0,-1 0 0,4 7 0,3 8 0,6 25 0,-4-15 0,-12-30 0,1 0 0,-1 0 0,1 0 0,-1 0 0,0-1 0,0 1 0,1 0 0,-1 0 0,0 0 0,0 0 0,0 0 0,0 0 0,0 0 0,0 0 0,0 0 0,0 0 0,0 0 0,-1 0 0,1-1 0,0 1 0,-1 0 0,1 0 0,0 0 0,-1 0 0,1 0 0,-1-1 0,1 1 0,-1 0 0,0 0 0,1-1 0,-1 1 0,0 0 0,-2 0 0,1 0 0,0 0 0,-1 0 0,1 0 0,-1-1 0,1 1 0,-1-1 0,1 0 0,-1 1 0,1-1 0,-4-1 0,-7 0 0,0 0 0,0-2 0,1 1 0,-1-2 0,-21-8 0,16 4 0,-1-1 0,-32-21 0,47 27 0,1 1 0,-1-1 0,1 1 0,0-1 0,0 0 0,0-1 0,1 1 0,-1 0 0,1-1 0,0 1 0,0-1 0,0 0 0,-2-7 0,3 9 0,1 0 0,-1 0 0,1 0 0,0 0 0,0 0 0,0-1 0,0 1 0,1 0 0,-1 0 0,0 0 0,1 0 0,-1 0 0,1 0 0,0 0 0,0 0 0,0 1 0,0-1 0,0 0 0,0 0 0,0 1 0,1-1 0,-1 0 0,0 1 0,1 0 0,-1-1 0,1 1 0,0 0 0,0 0 0,2-2 0,2 0 0,-1 1 0,0 0 0,0 0 0,1 0 0,-1 1 0,1 0 0,0 0 0,-1 0 0,8 1 0,7 0 0,25 3 0,-18 3-1365,-16-3-5461</inkml:trace>
</inkml:ink>
</file>

<file path=ppt/ink/ink3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8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84 24575,'2'-7'0,"0"-1"0,1 1 0,0 0 0,0 0 0,1 0 0,0 0 0,6-9 0,-8 15 0,-1-1 0,0 1 0,1-1 0,-1 1 0,1 0 0,-1 0 0,1 0 0,0 0 0,-1 0 0,1 0 0,0 0 0,0 0 0,0 1 0,-1-1 0,1 0 0,0 1 0,0 0 0,0-1 0,0 1 0,0 0 0,0 0 0,0 0 0,0 1 0,0-1 0,0 0 0,0 1 0,0-1 0,0 1 0,-1 0 0,1-1 0,0 1 0,0 0 0,0 0 0,1 1 0,3 2 0,0 0 0,-1-1 0,0 2 0,1-1 0,-1 1 0,-1-1 0,1 1 0,-1 1 0,0-1 0,0 1 0,0-1 0,-1 1 0,0 0 0,0 0 0,0 1 0,-1-1 0,0 1 0,0-1 0,-1 1 0,1 0 0,-1 12 0,-1-1 0,-1-4 0,1-1 0,1 1 0,0-1 0,0 1 0,1-1 0,6 19 0,-4-19 0,1 0 0,0-1 0,1 1 0,0-1 0,12 17 0,-7-14 0,0 0 0,-1 0 0,0 1 0,-1 0 0,8 22 0,-17-36 0,1-1 0,-1 0 0,0 1 0,1-1 0,-1 1 0,0-1 0,0 1 0,0-1 0,0 1 0,0-1 0,0 0 0,-1 1 0,1-1 0,0 1 0,-1-1 0,1 0 0,-1 1 0,0-1 0,-1 3 0,1-2 0,-1 0 0,0 0 0,0-1 0,0 1 0,0 0 0,0-1 0,0 0 0,0 1 0,0-1 0,-4 2 0,-5 0 0,0 0 0,1 0 0,-1-1 0,-13 2 0,9-3-1365,2 0-5461</inkml:trace>
</inkml:ink>
</file>

<file path=ppt/ink/ink3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8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24575,'0'7'0,"2"0"0,-1-1 0,1 1 0,0-1 0,0 1 0,1-1 0,-1 0 0,2 0 0,-1 0 0,5 7 0,48 61 0,-50-65 0,2 0 0,-1 0 0,2 0 0,-1-1 0,1 1 0,11 7 0,-19-16 0,-1 0 0,1 1 0,-1-1 0,0 0 0,1 1 0,-1-1 0,1 0 0,-1 0 0,1 0 0,-1 0 0,1 1 0,-1-1 0,1 0 0,-1 0 0,1 0 0,0 0 0,-1 0 0,1 0 0,-1 0 0,1 0 0,-1 0 0,1 0 0,-1-1 0,1 1 0,-1 0 0,1 0 0,0-1 0,0 0 0,-1 1 0,1-1 0,0 0 0,-1 0 0,1 0 0,-1 0 0,1 0 0,-1 1 0,0-1 0,1 0 0,-1 0 0,0 0 0,1-2 0,0-5 0,-1 0 0,0 0 0,0-8 0,0 11 0,-1-14 0,0 12 0,0-1 0,1 1 0,0 0 0,1 0 0,1-11 0,-2 18 0,1-1 0,-1 1 0,0-1 0,0 0 0,0 1 0,1-1 0,-1 1 0,0 0 0,1-1 0,-1 1 0,0-1 0,1 1 0,-1-1 0,0 1 0,1 0 0,-1-1 0,1 1 0,-1 0 0,1-1 0,-1 1 0,1 0 0,-1 0 0,1-1 0,-1 1 0,1 0 0,-1 0 0,1 0 0,-1 0 0,1 0 0,0 0 0,-1 0 0,1 0 0,-1 0 0,1 0 0,-1 0 0,1 0 0,0 0 0,-1 0 0,1 0 0,-1 1 0,1-1 0,-1 0 0,1 0 0,-1 1 0,1-1 0,-1 0 0,1 1 0,5 3 0,-1 0 0,0-1 0,7 8 0,-4-4 0,6 3 0,0 0 0,1-1 0,0 0 0,1-1 0,0-1 0,0-1 0,0 0 0,20 4 0,-34-10 0,0 1 0,0-1 0,0 0 0,0 0 0,1 0 0,-1 0 0,0 0 0,0 0 0,0-1 0,0 1 0,1-1 0,-1 1 0,0-1 0,0 0 0,0 0 0,0 0 0,0 0 0,-1 0 0,4-2 0,-4 1 0,1 1 0,-1-1 0,0 1 0,0-1 0,-1 0 0,1 1 0,0-1 0,0 0 0,-1 1 0,1-1 0,-1 0 0,0 0 0,1 0 0,-1 0 0,0 1 0,0-1 0,0 0 0,0 0 0,0 0 0,-1 0 0,1 0 0,-1 1 0,0-4 0,-2 0-91,1-1 0,-1 0 0,-1 1 0,1-1 0,-1 1 0,0 0 0,0 0 0,0 1 0,-1-1 0,0 1 0,0 0 0,0 0 0,0 0 0,-7-3 0,0 1-6735</inkml:trace>
</inkml:ink>
</file>

<file path=ppt/ink/ink3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8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247 105 24575,'-19'-14'0,"-55"-37"0,63 44 0,-1 1 0,1 0 0,-2 0 0,-19-5 0,30 10 0,0 1 0,-1-1 0,1 1 0,0-1 0,-1 1 0,1 0 0,0 0 0,-1 0 0,1 0 0,0 0 0,-1 1 0,1-1 0,0 1 0,-1 0 0,1-1 0,0 1 0,0 0 0,0 0 0,-1 1 0,1-1 0,0 0 0,1 1 0,-4 2 0,3-2 0,0 1 0,0 0 0,0 0 0,0 0 0,1 0 0,-1 0 0,1 0 0,0 0 0,0 1 0,0-1 0,0 0 0,1 1 0,-1-1 0,1 1 0,0 5 0,0-4 0,1 0 0,0 0 0,0 0 0,0 0 0,0 0 0,1 0 0,0-1 0,0 1 0,0 0 0,4 5 0,4 4 0,19 23 0,1 1 0,-20-24 0,-1 1 0,-1-1 0,0 2 0,-1-1 0,0 1 0,-2 0 0,0 1 0,0-1 0,-2 1 0,0 0 0,-1 0 0,0 31 0,-3-10 0,-1-10 0,4 29 0,-2-55 0,0-1 0,0 1 0,1-1 0,-1 0 0,1 1 0,-1-1 0,1 1 0,0-1 0,-1 0 0,1 0 0,0 1 0,0-1 0,0 0 0,0 0 0,0 0 0,0 0 0,0 0 0,0 0 0,0 0 0,0-1 0,1 1 0,-1 0 0,0 0 0,1-1 0,-1 1 0,0-1 0,1 0 0,-1 1 0,1-1 0,1 0 0,6 1 0,0 0 0,0-1 0,0 0 0,8-1 0,-1-1 0,1 2 0,-4-1 0,1 0 0,-1 1 0,0 1 0,0 0 0,15 4 0,-7-2-1365</inkml:trace>
</inkml:ink>
</file>

<file path=ppt/ink/ink3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8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0 24575,'-2'3'0,"-2"2"0,1 4 0,1 5 0,0 2 0,1 2 0,3-1 0,1 0 0,2-1 0,1 0 0,2-1 0,1-1 0,0 1 0,0-1 0,0-2-8191</inkml:trace>
</inkml:ink>
</file>

<file path=ppt/ink/ink3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8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13 24575,'43'-5'0,"76"-3"0,-109 8 0,1 1 0,0 0 0,0 0 0,0 1 0,-1 1 0,1 0 0,-1 0 0,15 7 0,-25-10 0,1 1 0,-1-1 0,0 0 0,0 0 0,0 0 0,0 0 0,0 0 0,0 1 0,0-1 0,0 0 0,0 0 0,0 0 0,0 0 0,0 1 0,0-1 0,0 0 0,0 0 0,0 0 0,0 0 0,0 1 0,0-1 0,0 0 0,0 0 0,0 0 0,-1 0 0,1 0 0,0 1 0,0-1 0,0 0 0,0 0 0,0 0 0,0 0 0,0 0 0,-1 0 0,1 0 0,0 1 0,0-1 0,0 0 0,0 0 0,0 0 0,-1 0 0,1 0 0,0 0 0,0 0 0,0 0 0,-1 0 0,-10 7 0,6-4 0,2-1 0,1 1 0,0-1 0,0 1 0,0-1 0,0 1 0,0 0 0,0-1 0,1 1 0,0 0 0,-1 0 0,1 0 0,0 0 0,1 1 0,-1-1 0,0 0 0,1 0 0,0 0 0,-1 1 0,2 5 0,0 5 0,0-1 0,1 1 0,5 16 0,-3-18 0,0 0 0,0 0 0,1-1 0,13 22 0,34 40 0,-9-13 0,-40-55 0,2 2 0,0 0 0,-1 1 0,0-1 0,0 1 0,4 14 0,-8-20 0,1 0 0,-1 0 0,0 0 0,0 0 0,0 1 0,0-1 0,0 0 0,0 0 0,0 0 0,-1 0 0,1 0 0,-1 0 0,0 0 0,1-1 0,-1 1 0,0 0 0,0 0 0,0 0 0,0-1 0,-1 1 0,1 0 0,0-1 0,-1 1 0,1-1 0,-1 0 0,1 1 0,-1-1 0,0 0 0,-3 2 0,-1 0 0,-1-1 0,1 1 0,-1-1 0,0 0 0,0-1 0,0 0 0,-14 1 0,-4 1 0,-51 9-1365,61-8-5461</inkml:trace>
</inkml:ink>
</file>

<file path=ppt/ink/ink3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9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47 24575,'6'16'0,"0"0"0,2-1 0,0 0 0,1 0 0,0 0 0,12 13 0,-12-17 0,0-1 0,0-1 0,1 0 0,0 0 0,0-1 0,1 0 0,0-1 0,17 9 0,-27-15 0,1 0 0,0-1 0,0 1 0,0 0 0,0 0 0,0-1 0,0 1 0,0-1 0,0 0 0,0 0 0,0 0 0,0 0 0,0 0 0,0 0 0,1 0 0,-1-1 0,0 1 0,0-1 0,0 1 0,-1-1 0,1 0 0,0 0 0,0 0 0,0 0 0,0 0 0,-1 0 0,1 0 0,0-1 0,-1 1 0,0-1 0,1 1 0,-1-1 0,0 1 0,2-4 0,2-4 0,0-1 0,-1 0 0,0 0 0,0 0 0,2-15 0,-2 11 0,-4 13 0,0 0 0,0 0 0,1 0 0,-1-1 0,1 1 0,-1 0 0,1 0 0,-1 0 0,1 0 0,-1 0 0,1 0 0,0 0 0,0 0 0,-1 0 0,1 0 0,0 1 0,0-1 0,0 0 0,0 0 0,0 1 0,0-1 0,0 1 0,0-1 0,0 1 0,1-1 0,-1 1 0,0-1 0,0 1 0,0 0 0,1 0 0,-1 0 0,0 0 0,0 0 0,0 0 0,1 0 0,-1 0 0,0 0 0,0 1 0,0-1 0,1 0 0,-1 1 0,1 0 0,7 3 0,-1 0 0,0 0 0,0 1 0,12 10 0,-9-7 0,-6-5 0,1 1 0,-1-2 0,0 1 0,1 0 0,-1-1 0,1 0 0,0-1 0,0 1 0,0-1 0,0 0 0,0 0 0,0-1 0,0 0 0,0 0 0,0 0 0,8-2 0,-10 1 0,0 0 0,1-1 0,-1 1 0,0-1 0,-1 0 0,1 0 0,0 0 0,0 0 0,-1-1 0,1 1 0,-1-1 0,0 0 0,0 0 0,0 0 0,0-1 0,-1 1 0,1 0 0,-1-1 0,0 0 0,0 0 0,0 0 0,0 0 0,1-7 0,-1 6 10,-1-1 0,0 1 0,0-1 0,0 1 0,-1-1 0,0 0 0,0 1 0,0-1 0,-1 1 0,1-1 0,-3-5 0,2 9-67,1-1 0,-1 1 0,-1-1 0,1 1-1,0 0 1,-1-1 0,1 1 0,-1 0 0,1 0 0,-1 0 0,0 0 0,0 1-1,0-1 1,0 0 0,0 1 0,0-1 0,-1 1 0,1 0 0,0 0 0,-1 0 0,1 0-1,-1 0 1,1 0 0,-1 1 0,-3-1 0,-7 0-6769</inkml:trace>
</inkml:ink>
</file>

<file path=ppt/ink/ink3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9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170 73 24575,'-7'-9'0,"-1"1"0,0-1 0,0 2 0,-1-1 0,1 1 0,-12-6 0,18 11 0,-1 1 0,1 0 0,0 0 0,-1-1 0,1 1 0,-1 1 0,0-1 0,1 0 0,-1 1 0,0-1 0,1 1 0,-1 0 0,0 0 0,0 0 0,1 0 0,-1 0 0,0 1 0,1-1 0,-1 1 0,0 0 0,1 0 0,-1 0 0,1 0 0,-1 0 0,1 0 0,0 1 0,-1-1 0,1 1 0,0 0 0,-4 3 0,4-3 0,0 0 0,1 0 0,-1 1 0,0-1 0,1 0 0,0 1 0,-1-1 0,1 1 0,0-1 0,0 1 0,0-1 0,1 1 0,-1 0 0,0 0 0,1-1 0,0 1 0,0 0 0,0 0 0,0-1 0,0 1 0,0 0 0,2 4 0,1 3 0,1 0 0,0 0 0,1 0 0,10 15 0,5 11 0,5 16 0,-3 2 0,-2 0 0,13 59 0,-32-107 0,1 4 0,0 0 0,1 0 0,0 0 0,7 15 0,-9-23 0,1 1 0,-1-1 0,1 0 0,0 0 0,-1 1 0,1-1 0,0 0 0,0-1 0,0 1 0,0 0 0,1-1 0,-1 1 0,0-1 0,1 1 0,-1-1 0,1 0 0,-1 0 0,1 0 0,0-1 0,-1 1 0,1-1 0,3 1 0,6-1 16,-1 0-1,1-1 1,0 0 0,17-4-1,10-2-1458,-26 6-5383</inkml:trace>
</inkml:ink>
</file>

<file path=ppt/ink/ink3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9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62 24575,'7'-7'0,"0"1"0,0 0 0,1 0 0,-1 0 0,1 1 0,1 0 0,-1 1 0,1 0 0,11-4 0,-16 7 0,1 0 0,-1 0 0,1 0 0,0 0 0,-1 1 0,1 0 0,-1 0 0,1 0 0,0 1 0,-1 0 0,1 0 0,-1 0 0,1 0 0,-1 0 0,0 1 0,1 0 0,-1 0 0,0 0 0,0 1 0,0-1 0,4 4 0,-7-4 0,1-1 0,0 0 0,-1 1 0,1-1 0,-1 1 0,1 0 0,-1-1 0,0 1 0,0 0 0,1 0 0,-1 0 0,-1 0 0,1 0 0,0 0 0,0 0 0,-1 0 0,1 0 0,-1 0 0,0 1 0,1-1 0,-1 0 0,0 0 0,0 0 0,-1 0 0,1 1 0,0-1 0,-1 0 0,1 0 0,-2 3 0,-3 4 0,0 1 0,0-2 0,0 1 0,-1-1 0,-10 10 0,9-9 0,0 0 0,-8 13 0,15-20 0,-1-1 0,0 0 0,1 1 0,-1-1 0,1 1 0,0-1 0,-1 0 0,1 1 0,0-1 0,0 1 0,0-1 0,0 1 0,0-1 0,0 1 0,0-1 0,0 1 0,1-1 0,-1 1 0,0-1 0,2 3 0,0-2 0,-1 0 0,1 1 0,-1-1 0,1 0 0,0-1 0,0 1 0,0 0 0,0 0 0,0-1 0,0 0 0,3 2 0,2 1 0,1-1 0,-1 0 0,1 0 0,0-1 0,0 0 0,15 1 0,0-1 60,40-3 0,-52 0-272,-1 0 0,1-1 0,-1 0-1,0-1 1,1 0 0,9-5 0,-11 4-6614</inkml:trace>
</inkml:ink>
</file>

<file path=ppt/ink/ink3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9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75 24575,'16'-12'0,"1"1"0,0 1 0,1 1 0,25-10 0,-35 16 0,0 0 0,1 1 0,0 0 0,0 1 0,-1-1 0,1 2 0,0-1 0,0 1 0,0 1 0,0 0 0,0 0 0,9 3 0,-1-1 0,-14-3 0,1 0 0,-1 1 0,0-1 0,0 1 0,1 0 0,-1 0 0,0 0 0,0 0 0,0 1 0,0-1 0,4 4 0,-7-4 0,0 1 0,1-1 0,-1 1 0,0-1 0,-1 1 0,1-1 0,0 0 0,0 1 0,-1-1 0,1 1 0,0-1 0,-1 1 0,0-1 0,1 0 0,-1 1 0,0-1 0,-1 2 0,-4 9 0,3 0 0,1 1 0,0-1 0,1 1 0,1-1 0,-1 1 0,2 0 0,0-1 0,1 1 0,0 0 0,6 18 0,0-3 0,2 0 0,1-1 0,22 37 0,-6-20 0,7 12 0,-34-55 0,1 0 0,0 1 0,-1-1 0,1 0 0,-1 0 0,1 0 0,-1 1 0,1-1 0,-1 0 0,0 0 0,0 1 0,0-1 0,0 0 0,0 1 0,0-1 0,0 0 0,0 0 0,0 1 0,-1-1 0,1 0 0,0 0 0,-1 1 0,0 1 0,-1-2 0,1 0 0,0 0 0,-1 0 0,1 0 0,-1 0 0,1 0 0,-1 0 0,1 0 0,-1-1 0,0 1 0,1-1 0,-1 1 0,0-1 0,0 0 0,1 0 0,-1 0 0,-2 0 0,-86-2-1365,77 2-5461</inkml:trace>
</inkml:ink>
</file>

<file path=ppt/ink/ink3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9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108 31 24575,'13'-6'0,"0"1"0,1 1 0,0 0 0,0 0 0,0 2 0,0-1 0,1 2 0,-1 0 0,0 1 0,26 2 0,2 4 0,-1 1 0,58 19 0,-87-22 0,4 0 0,0 1 0,0 0 0,0 1 0,-1 1 0,26 16 0,-39-22 0,0 0 0,0 1 0,0 0 0,0-1 0,0 1 0,-1 0 0,1 0 0,-1 0 0,1 0 0,-1 0 0,0 1 0,1-1 0,-1 0 0,-1 0 0,1 1 0,0-1 0,0 1 0,-1-1 0,0 1 0,1-1 0,-1 1 0,0-1 0,0 1 0,-1 2 0,1-2 0,-1 1 0,0-1 0,-1 1 0,1-1 0,-1 0 0,1 1 0,-1-1 0,0 0 0,0 0 0,-1 0 0,1 0 0,0-1 0,-1 1 0,0-1 0,-5 5 0,-9 4 0,1-2 0,-1 1 0,-1-2 0,0 0 0,0-1 0,0-1 0,-27 5 0,15-5 0,-1-2 0,1-1 0,-61-2 0,74-1 0,-1-2 0,0 0 0,1-1 0,0-1 0,0-1 0,0 0 0,0-1 0,1-1 0,0-1 0,-22-13 0,36 19 5,-1 0-1,0 0 1,1 0-1,0 0 0,-1 0 1,1-1-1,0 1 1,0-1-1,0 0 1,1 0-1,-1 1 0,1-1 1,0 0-1,-1 0 1,1 0-1,0-1 1,1 1-1,-1 0 1,1 0-1,-1 0 0,1-1 1,0 1-1,0 0 1,0 0-1,1-1 1,0-3-1,0 1-118,1 0 0,0 0-1,0 0 1,1 1 0,0-1 0,0 0-1,0 1 1,0 0 0,1 0 0,0 0-1,0 0 1,8-7 0,0 3-6712</inkml:trace>
</inkml:ink>
</file>

<file path=ppt/ink/ink3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9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126 106 24575,'-1'-5'0,"0"-1"0,0 0 0,1 0 0,0 1 0,0-1 0,0 0 0,1 0 0,3-11 0,-4 15 0,1 0 0,0 0 0,-1 0 0,1-1 0,0 1 0,1 0 0,-1 0 0,0 1 0,1-1 0,-1 0 0,1 0 0,-1 1 0,1-1 0,0 1 0,-1-1 0,1 1 0,0 0 0,0 0 0,0-1 0,0 1 0,0 1 0,1-1 0,-1 0 0,0 0 0,3 1 0,7-2 0,-1 1 0,1 1 0,0 0 0,0 0 0,0 2 0,0-1 0,-1 1 0,1 1 0,-1 0 0,1 1 0,-1 0 0,0 1 0,-1 0 0,1 0 0,-1 1 0,0 1 0,13 10 0,-18-12 0,0 1 0,0-1 0,0 1 0,-1 0 0,0 0 0,0 1 0,0-1 0,-1 1 0,0-1 0,-1 1 0,1 0 0,-1 1 0,0-1 0,1 11 0,-3-13 0,1 0 0,-1 1 0,0 0 0,0-1 0,-1 0 0,0 1 0,0-1 0,0 1 0,0-1 0,-1 0 0,0 0 0,0 1 0,-1-2 0,1 1 0,-1 0 0,0 0 0,0-1 0,-1 1 0,-6 6 0,4-6 0,-1 0 0,0-1 0,0 1 0,0-1 0,-1-1 0,1 1 0,-1-1 0,0-1 0,0 1 0,0-1 0,0-1 0,-13 2 0,2-2 0,1 0 0,-1-2 0,1 0 0,-29-6 0,32 4 0,1-1 0,0-1 0,0 0 0,0-1 0,1 0 0,0-1 0,-21-14 0,31 19 0,0 0 0,0-1 0,0 1 0,1 0 0,-1-1 0,1 1 0,-1-1 0,1 0 0,0 0 0,0 0 0,0 0 0,1 0 0,-1-1 0,1 1 0,0 0 0,0-1 0,0 1 0,0-1 0,0 1 0,1-1 0,0 1 0,-1-1 0,1 0 0,1 1 0,-1-1 0,0 1 0,1-1 0,0 1 0,0-1 0,0 1 0,0-1 0,0 1 0,3-5 0,1-2-455,0 1 0,8-12 0,-5 12-6371</inkml:trace>
</inkml:ink>
</file>

<file path=ppt/ink/ink3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9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 97 24575,'3'-3'0,"16"-16"0,25-19 0,-38 33 0,0 1 0,0 0 0,0 0 0,1 0 0,0 1 0,-1 0 0,1 0 0,1 1 0,7-2 0,-9 3 0,-1 1 0,1 0 0,-1 1 0,0-1 0,1 1 0,-1 0 0,0 0 0,0 1 0,0-1 0,7 4 0,7 4 0,21 14 0,-38-23 0,8 7 0,1 0 0,-1 1 0,0 0 0,-1 0 0,0 1 0,0 0 0,-1 1 0,0 0 0,12 20 0,-17-26 0,-1 0 0,0 1 0,0-1 0,0 1 0,-1-1 0,1 1 0,-1 0 0,0-1 0,0 1 0,-1 0 0,0 0 0,0-1 0,0 1 0,0 0 0,-1 0 0,1 0 0,-1-1 0,0 1 0,-1-1 0,1 1 0,-1-1 0,0 1 0,0-1 0,-1 0 0,1 0 0,-1 0 0,0 0 0,-6 7 0,3-5 0,-1-1 0,0 0 0,0 0 0,0 0 0,-1-1 0,1 1 0,-1-2 0,0 1 0,0-1 0,0-1 0,-1 0 0,1 0 0,-1 0 0,1-1 0,-1 0 0,-9-1 0,1 0 0,0-1 0,1-1 0,-1 0 0,1-1 0,-1-1 0,1 0 0,-22-10 0,30 11 0,1-1 0,-1 1 0,1-1 0,0-1 0,0 1 0,1-1 0,0-1 0,-10-8 0,14 11 0,0 1 0,0-1 0,1 0 0,-1 0 0,0 0 0,1 0 0,0 0 0,0 0 0,0 0 0,0 0 0,0-1 0,1 1 0,-1 0 0,1 0 0,0-1 0,0 1 0,0 0 0,0-1 0,1 1 0,-1 0 0,1 0 0,0-1 0,2-4 0,2-4-1365,2 3-5461</inkml:trace>
</inkml:ink>
</file>

<file path=ppt/ink/ink3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9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147 73 24575,'2'-4'0,"0"0"0,0 1 0,0-1 0,1 1 0,0-1 0,-1 1 0,1 0 0,0 0 0,1 0 0,-1 0 0,1 1 0,-1-1 0,1 1 0,0 0 0,-1 0 0,1 0 0,0 1 0,1-1 0,6-1 0,-6 3 0,1-1 0,0 1 0,-1 0 0,1 0 0,0 0 0,-1 1 0,1 0 0,-1 0 0,1 1 0,-1-1 0,0 1 0,1 0 0,-1 1 0,8 4 0,-7-2 0,1-1 0,-1 1 0,0 1 0,-1-1 0,1 1 0,-1 0 0,0 0 0,-1 1 0,1 0 0,-1 0 0,-1 0 0,1 0 0,-1 0 0,0 0 0,-1 1 0,0 0 0,0-1 0,1 13 0,-2-14 0,-1 0 0,0 0 0,0-1 0,0 1 0,0 0 0,-1 0 0,0-1 0,0 1 0,-1-1 0,0 1 0,1-1 0,-2 1 0,1-1 0,-1 0 0,0 0 0,0 0 0,0 0 0,-1-1 0,1 0 0,-1 1 0,0-1 0,0 0 0,-1-1 0,1 1 0,-1-1 0,-6 4 0,4-4 0,0-1 0,0 1 0,0-1 0,0-1 0,0 1 0,0-1 0,-1-1 0,-9 1 0,-3-2 0,-36-4 0,45 3 0,0 0 0,0-1 0,0 0 0,1-1 0,-1 0 0,1-1 0,0 0 0,0-1 0,-17-12 0,23 15 0,0 0 0,0-1 0,0 0 0,1 0 0,-1 0 0,1 0 0,0 0 0,0-1 0,1 1 0,-1-1 0,1 0 0,0 0 0,0 0 0,1 0 0,0 0 0,-1 0 0,2 0 0,-1-1 0,1 1 0,-1 0 0,1 0 0,1-1 0,0-6 0,1 5 10,0 0 0,0 0 0,0 0 0,1 0 0,0 0 0,1 0 0,-1 1 0,1-1 0,1 1 0,-1 0 0,8-7 0,-5 6-175,0 1 0,0 0 0,0 0 0,1 0 0,-1 1 0,2 1 0,-1-1 0,16-5 0,-11 6-6661</inkml:trace>
</inkml:ink>
</file>

<file path=ppt/ink/ink3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9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190 60 24575,'1'-1'0,"12"-9"0,0 1 0,1 0 0,24-12 0,-34 20 0,0-1 0,0 1 0,0-1 0,0 1 0,0 1 0,0-1 0,1 0 0,-1 1 0,0 0 0,1 0 0,-1 0 0,0 1 0,0-1 0,0 1 0,1 0 0,-1 0 0,0 0 0,0 1 0,4 2 0,4 3 0,-1 1 0,0 0 0,0 1 0,-1 0 0,0 0 0,-1 1 0,0 0 0,0 1 0,-1 0 0,-1 1 0,0-1 0,0 1 0,-1 1 0,5 16 0,-8-20 0,0-1 0,-1 1 0,0 0 0,-1-1 0,0 1 0,0 0 0,-1 10 0,0-15 0,-1-1 0,1 0 0,-1 0 0,0 0 0,0 0 0,0 1 0,0-1 0,-1 0 0,1-1 0,-1 1 0,0 0 0,0 0 0,0-1 0,0 1 0,0-1 0,0 0 0,-1 1 0,1-1 0,-1 0 0,1 0 0,-1-1 0,-4 3 0,-4 1 0,0-1 0,0 0 0,0-1 0,-1 0 0,1 0 0,-1-2 0,0 1 0,0-1 0,1-1 0,-19-2 0,7 0 0,0-2 0,0 0 0,1-2 0,-32-11 0,41 12 0,1 0 0,0-1 0,0-1 0,0 0 0,1 0 0,0-1 0,1-1 0,-18-17 0,23 20 0,-1-1 0,1 0 0,0 0 0,0 0 0,1-1 0,0 0 0,0 0 0,1 0 0,0 0 0,1 0 0,0-1 0,0 1 0,0-1 0,0-13 0,2 16 14,0 1-1,1-1 0,-1 1 0,1 0 1,0-1-1,0 1 0,1 0 1,2-8-1,-2 9-119,0 1 0,0 0 0,0 0 0,0 0 0,0 0 0,1 0-1,-1 0 1,1 1 0,0-1 0,0 1 0,0 0 0,0 0 0,4-3 0,3 1-6720</inkml:trace>
</inkml:ink>
</file>

<file path=ppt/ink/ink3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9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143 89 24575,'1'-4'0,"0"0"0,0-1 0,1 1 0,0 0 0,0 0 0,0 0 0,0 0 0,1 0 0,-1 1 0,1-1 0,0 1 0,0 0 0,1-1 0,-1 1 0,1 1 0,-1-1 0,1 0 0,4-1 0,0 0 0,-1 1 0,1 1 0,0-1 0,1 1 0,-1 0 0,0 1 0,1 0 0,14 0 0,-9 2 0,0 0 0,1 0 0,-2 2 0,1 0 0,0 0 0,0 1 0,-1 1 0,0 0 0,0 1 0,0 1 0,-1 0 0,0 0 0,0 1 0,-1 1 0,0 0 0,13 14 0,-20-19 0,-1 1 0,0-1 0,0 0 0,0 1 0,-1 0 0,0-1 0,0 1 0,0 0 0,0 0 0,-1 0 0,0 1 0,0-1 0,0 0 0,-1 0 0,1 1 0,-1-1 0,0 0 0,-1 0 0,0 1 0,1-1 0,-2 0 0,1 0 0,-2 5 0,0-4 0,1 0 0,-1-1 0,0 0 0,0 1 0,-1-1 0,0 0 0,0-1 0,0 1 0,0-1 0,-1 1 0,1-1 0,-1-1 0,0 1 0,0-1 0,-1 0 0,1 0 0,-1 0 0,1-1 0,-10 3 0,-2-1 0,1-1 0,-1-1 0,0 0 0,1-1 0,-1-1 0,0-1 0,0-1 0,1 0 0,-1-1 0,1 0 0,-1-1 0,-23-11 0,24 9 0,0-1 0,1-1 0,0 0 0,0-1 0,1-1 0,1 0 0,-1-1 0,2-1 0,-1 0 0,2 0 0,-1-1 0,-11-18 0,21 28 8,1 0-1,-1 0 1,0 0-1,1 0 1,0 0-1,0 0 1,0-1-1,0 1 1,0 0-1,0-1 1,1 1-1,0-1 1,0 1-1,0 0 1,1-7-1,-1 7-90,1 0 1,0 0-1,1 0 1,-1 1-1,0-1 1,1 0-1,0 1 1,-1-1-1,1 1 1,0-1-1,0 1 1,1 0-1,-1 0 1,0 0-1,1 0 1,-1 0-1,5-2 1,6-2-6744</inkml:trace>
</inkml:ink>
</file>

<file path=ppt/ink/ink3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9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207 97 24575,'-5'-7'0,"1"-1"0,-1 1 0,-1 0 0,0 1 0,0-1 0,0 1 0,0 0 0,-1 1 0,0-1 0,-1 1 0,-13-7 0,15 10 0,1-1 0,0 1 0,-1 0 0,1 1 0,-1-1 0,0 1 0,-7-1 0,11 2 0,-1 1 0,1-1 0,-1 0 0,1 1 0,-1-1 0,1 1 0,0 0 0,-1 0 0,1 0 0,0 0 0,0 0 0,-1 0 0,1 1 0,0-1 0,0 1 0,1 0 0,-1-1 0,0 1 0,-2 3 0,1-1 0,1-1 0,0 1 0,0 0 0,0 0 0,0 0 0,0 1 0,1-1 0,0 0 0,-1 1 0,2-1 0,-2 9 0,2 6 0,2 30 0,0-14 0,-2-10 0,3 51 0,-2-67 0,0 1 0,1-1 0,1 1 0,0-1 0,6 16 0,-2-9 0,-1 0 0,0 1 0,-1-1 0,-1 1 0,-1 0 0,0 0 0,-2 1 0,0-1 0,-1 20 0,-1 5 0,2 74 0,6-71 0,-4-30 0,1 26 0,-2-25 0,0 0 0,1-1 0,0 0 0,9 23 0,-7-24 0,0 1 0,-1 0 0,-1 0 0,2 28 0,-6 14 0,2 30 0,0-75 0,2 0 0,0 0 0,4 12 0,-3-14 0,-1 0 0,-1 0 0,0 0 0,2 20 0,-4-15 0,0 0 0,-1 0 0,-1-1 0,-5 20 0,4-17 0,-2 34 0,-1 5 0,-15 45 0,16-68 0,1-7 0,-1 45 0,4-4 0,3 68 0,2-105 0,7 29 0,3 11 0,-9-34 0,-1-16 0,1 39 0,-5-33 0,1 1 0,6 36 0,-4-44 0,-1 1 0,-1 32 0,-2-33 0,1-1 0,2 1 0,3 21 0,-2-21 0,-1 1 0,0 32 0,0 1 0,5-13 0,-4-29 0,-1-1 0,0 16 0,-1-13 0,6 24 0,-5-25 0,3 27 0,2 29 0,-4-47 0,1 34 0,-4-36 0,-1-12 0,1 0 0,0 0 0,0-1 0,1 1 0,2 9 0,-3-15 0,0 0 0,0-1 0,1 1 0,-1-1 0,1 1 0,-1-1 0,0 1 0,1-1 0,-1 1 0,1-1 0,-1 1 0,1-1 0,-1 0 0,1 1 0,0-1 0,-1 0 0,1 1 0,-1-1 0,1 0 0,0 0 0,-1 1 0,1-1 0,0 0 0,-1 0 0,1 0 0,0 0 0,23-1 0,-9 0 0,14 8-1365,-16-2-5461</inkml:trace>
</inkml:ink>
</file>

<file path=ppt/ink/ink3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9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59 24575,'3'-5'0,"1"0"0,0 1 0,0 0 0,0-1 0,0 2 0,1-1 0,0 0 0,-1 1 0,2 0 0,-1 0 0,0 0 0,0 1 0,1 0 0,-1 0 0,1 0 0,0 1 0,0 0 0,-1 0 0,1 0 0,0 0 0,0 1 0,0 0 0,0 1 0,0-1 0,11 4 0,5 2 0,0 1 0,-1 2 0,34 17 0,-53-25 0,-1 0 0,1 0 0,0 1 0,-1-1 0,1 0 0,-1 1 0,1 0 0,-1-1 0,0 1 0,0 0 0,0-1 0,1 1 0,-2 0 0,1 0 0,1 3 0,0 3 0,0 0 0,2 15 0,0 2 0,20 60 0,6 28 0,-27-97 0,0 0 0,-2 0 0,0 0 0,-1 0 0,-2 22 0,-7 24 0,-9 105 0,17-141 0,1 1 0,1-1 0,2 0 0,7 37 0,44 241 0,-53-293 0,8 62 0,0 83 0,-10-94 0,2 102 0,6-116 0,-4-31 0,2 24 0,-4-28 0,5 24 0,-3-25 0,-1 1 0,0 12 0,8 67 0,-9-82 0,3 32 0,-3 79 0,-3-53 0,2-22 0,1 52 0,6-59 0,-5-29 0,0 1 0,1 15 0,-3 37 0,-1-36 0,1 0 0,6 42 0,4-19 0,-3 0 0,0 69 0,-7-106 0,1 0 0,2 21 0,-2-28 0,1-1 0,-1 0 0,1 1 0,0-1 0,1 0 0,-1 0 0,1-1 0,5 9 0,-7-12 0,-1-1 0,0 0 0,0 0 0,1 1 0,-1-1 0,0 0 0,0 0 0,0 1 0,0-1 0,1 0 0,-1 1 0,0-1 0,0 0 0,0 0 0,0 1 0,0-1 0,0 0 0,0 1 0,0-1 0,0 0 0,0 1 0,0-1 0,0 0 0,0 1 0,0-1 0,0 0 0,0 1 0,0-1 0,-1 0 0,1 1 0,-10 4 0,-18-4 0,25-1 0,-10 0-273,0-2 0,0 1 0,0-2 0,-22-6 0,20 4-6553</inkml:trace>
</inkml:ink>
</file>

<file path=ppt/ink/ink3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9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3 24575,'-3'-2'0,"11"8"0,78 55 0,-59-40 0,148 111 0,-134-105 0,-19-13 0,25 21 0,-38-23 120,-9-12-149,0 1 0,0-1 0,0 0 0,0 0-1,0 1 1,0-1 0,0 0 0,0 0 0,0 1 0,0-1 0,0 0 0,0 1-1,-1-1 1,1 0 0,0 0 0,0 1 0,0-1 0,0 0 0,0 0 0,0 0 0,-1 1-1,1-1 1,0 0 0,0 0 0,0 0 0,-1 1 0,1-1 0,0 0 0,0 0-1,0 0 1,-1 0 0,1 0 0,0 0 0,0 1 0,-1-1 0,1 0 0,0 0-1,0 0 1,-1 0 0,1 0 0,0 0 0,0 0 0,-1 0 0,1 0 0,0 0 0,-1 0-1,1 0 1,0 0 0,0-1 0,-1 1 0,-7-1-6797</inkml:trace>
</inkml:ink>
</file>

<file path=ppt/ink/ink3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9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113 18 24575,'-3'-2'0,"0"0"0,0-1 0,-1 1 0,1 0 0,-1 1 0,-7-3 0,10 4 0,1-1 0,-1 1 0,0 0 0,0 0 0,0 0 0,0 0 0,0 0 0,1 0 0,-1 0 0,0 0 0,0 0 0,0 0 0,0 1 0,1-1 0,-1 0 0,0 1 0,0-1 0,0 0 0,1 1 0,-1-1 0,0 1 0,1-1 0,-1 1 0,0-1 0,1 1 0,-1 0 0,1-1 0,-1 1 0,1 0 0,-1 0 0,1-1 0,-1 1 0,1 0 0,0 0 0,-1-1 0,1 1 0,0 1 0,-2 6 0,1 0 0,-1 0 0,2-1 0,-1 11 0,-1 21 0,-5 10 0,6-37 0,0 1 0,-1 0 0,0-1 0,-1 0 0,-1 1 0,0-1 0,-1-1 0,-6 14 0,6-16-1365,2-1-5461</inkml:trace>
</inkml:ink>
</file>

<file path=ppt/ink/ink3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9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300 27 24575,'-44'-8'0,"-51"-7"0,78 13 0,-1 1 0,0 1 0,-23 2 0,35-1 0,0 0 0,0 0 0,0 0 0,0 1 0,0 0 0,-6 3 0,11-4 0,0-1 0,0 1 0,0-1 0,0 1 0,0 0 0,0-1 0,0 1 0,0 0 0,0 0 0,0 0 0,0 0 0,0 0 0,1 0 0,-1 0 0,0 0 0,1 0 0,-1 0 0,1 0 0,-1 0 0,1 0 0,0 1 0,-1-1 0,1 0 0,0 0 0,0 0 0,0 1 0,0-1 0,0 0 0,0 0 0,0 1 0,0-1 0,0 0 0,1 0 0,-1 0 0,1 1 0,0 0 0,6 12 0,0-1 0,1-1 0,12 16 0,12 16 0,-20-22 0,-1 1 0,-1 0 0,-1 0 0,-1 1 0,6 28 0,14 125 0,-27-169 0,0 0 0,1-1 0,-1 1 0,1 0 0,1 0 0,0-1 0,0 1 0,0-1 0,5 7 0,-5-11 0,-1 1 0,1-1 0,0 0 0,0-1 0,0 1 0,0 0 0,1-1 0,-1 0 0,1 1 0,-1-1 0,1-1 0,0 1 0,-1 0 0,1-1 0,0 0 0,0 0 0,0 0 0,0-1 0,6 1 0,21 1 0,53-5 0,-82 3-105,-1 0 0,1 0 0,-1-1 0,1 1 0,-1 0 0,1-1 0,-1 0 0,1 1 0,-1-1 0,1 0 0,-1 0 0,2-1 0</inkml:trace>
</inkml:ink>
</file>

<file path=ppt/ink/ink3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9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139 32 24575,'4'-2'0,"0"0"0,0 0 0,0 0 0,0 1 0,1 0 0,-1 0 0,0 0 0,0 0 0,6 1 0,-8 0 0,-1 0 0,1 0 0,0 1 0,0-1 0,0 1 0,0-1 0,0 1 0,0 0 0,-1 0 0,1 0 0,0 0 0,-1 0 0,1 0 0,-1 0 0,1 1 0,-1-1 0,1 0 0,-1 1 0,0-1 0,0 1 0,0 0 0,2 2 0,0 3 0,0 0 0,0 0 0,-1 0 0,0 0 0,0 1 0,0-1 0,0 15 0,-1-4 0,-1-1 0,-3 24 0,3-40 0,-1 0 0,1 1 0,0-1 0,0 0 0,-1 1 0,1-1 0,-1 0 0,1 0 0,-1 1 0,1-1 0,-1 0 0,0 0 0,0 0 0,0 0 0,1 0 0,-1 0 0,0 0 0,0 0 0,0 0 0,-1 0 0,0 0 0,0 0 0,-1 0 0,1 0 0,0 0 0,-1-1 0,1 0 0,0 1 0,-1-1 0,1 0 0,0 0 0,-1 0 0,-2 0 0,-3-2 0,0 1 0,1-1 0,-1 0 0,1-1 0,-1 0 0,-9-5 0,-1-2 0,1-1 0,-18-15 0,28 20 0,1 1 0,0-1 0,0 0 0,1-1 0,0 1 0,0-1 0,0 0 0,-3-8 0,7 13 0,0 0 0,0-1 0,0 1 0,0 0 0,1-1 0,-1 1 0,1 0 0,-1-1 0,1 1 0,0-1 0,0 1 0,0-1 0,0 1 0,1-1 0,-1 1 0,0-1 0,1 1 0,0 0 0,0-1 0,0 1 0,0 0 0,0 0 0,0 0 0,0-1 0,1 1 0,-1 0 0,1 0 0,3-3 0,-2 3 0,-1 0 0,1 0 0,0 0 0,0 1 0,1-1 0,-1 1 0,0-1 0,0 1 0,1 0 0,-1 0 0,1 1 0,-1-1 0,1 1 0,-1 0 0,1-1 0,-1 2 0,1-1 0,-1 0 0,1 1 0,3 0 0,16 6-1365,-13-4-5461</inkml:trace>
</inkml:ink>
</file>

<file path=ppt/ink/ink3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9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 76 24575,'-2'-9'0,"-6"-25"0,8 32 0,0 0 0,0 0 0,0 1 0,-1-1 0,2 0 0,-1 1 0,0-1 0,0 0 0,0 0 0,1 1 0,-1-1 0,1 0 0,0 1 0,-1-1 0,2-2 0,-2 4 0,1 0 0,-1 0 0,0-1 0,0 1 0,0 0 0,1 0 0,-1 0 0,0 0 0,0-1 0,1 1 0,-1 0 0,0 0 0,1 0 0,-1 0 0,0 0 0,0 0 0,1 0 0,-1 0 0,0 0 0,1 0 0,-1 0 0,0 0 0,0 0 0,1 0 0,-1 0 0,0 0 0,1 0 0,-1 0 0,1 0 0,8 8 0,8 15 0,-15-20 0,39 55 0,-22-33 0,-2 0 0,-1 0 0,13 30 0,15 55 0,-39-93 0,0 0 0,-2 0 0,0 1 0,2 29 0,-5-36 0,0 1 0,-1-1 0,0 1 0,-5 17 0,5-24 0,0-1 0,-1 1 0,0 0 0,0-1 0,0 0 0,-1 1 0,0-1 0,1 0 0,-2 0 0,1 0 0,0-1 0,-8 7 0,4-5-136,1 0-1,-1-1 1,0 0-1,0 0 1,-1-1-1,1 0 1,-1 0-1,1-1 0,-14 2 1,9-2-6690</inkml:trace>
</inkml:ink>
</file>

<file path=ppt/ink/ink3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9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24575,'20'14'0,"9"8"0,1 3 0,1-1 0,-2-2 0,-4-5 0,-1-2 0,-2-2 0,-3-1 0,-1 1 0,0 0 0,0-2 0,0-1 0,-2 1 0,0-1 0,-3-1 0,-2-1 0</inkml:trace>
</inkml:ink>
</file>

<file path=ppt/ink/ink3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9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193 1 24575,'-22'9'0,"-10"7"0,-1 2 0,4 1 0,5-3 0,6-2 0,7 0 0,2-4 0,3 0 0,3 1 0,1 0 0,-1-1 0</inkml:trace>
</inkml:ink>
</file>

<file path=ppt/ink/ink3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9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248 7 24575,'-21'-2'0,"-73"-3"0,84 6 0,-1 0 0,0 0 0,1 0 0,0 2 0,-1-1 0,-16 8 0,24-9 0,0 0 0,1 1 0,-1-1 0,1 1 0,-1-1 0,1 1 0,0 0 0,0 0 0,0 0 0,0 0 0,0 0 0,0 1 0,0-1 0,1 1 0,-1-1 0,1 1 0,0-1 0,0 1 0,0 0 0,0 0 0,0 0 0,0-1 0,1 1 0,-1 0 0,1 4 0,0-3 0,0 0 0,1 0 0,-1 0 0,1 0 0,0 0 0,0-1 0,1 1 0,-1 0 0,1 0 0,-1-1 0,1 1 0,0-1 0,1 1 0,-1-1 0,1 0 0,-1 0 0,6 5 0,18 13 0,44 42 0,-62-54 0,0 0 0,-1 1 0,1 0 0,-2 0 0,10 20 0,-6-5 0,8 27 0,-12-30 0,-5-21 5,-1 1 0,1-1 0,-1 1-1,1 0 1,0-1 0,0 0 0,0 1 0,0-1-1,0 1 1,0-1 0,0 0 0,0 0 0,1 0-1,-1 0 1,0 0 0,1 0 0,-1 0-1,1 0 1,-1 0 0,1 0 0,-1-1 0,1 1-1,0-1 1,1 1 0,1-1-170,0 1 0,1-1 0,-1 0 0,0 0 0,1-1 0,-1 1 0,0-1 0,6-1 0,2-2-6661</inkml:trace>
</inkml:ink>
</file>

<file path=ppt/ink/ink3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9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24575,'0'12'0,"0"7"0,0 2 0,2 0 0,4-1 0,0-1 0,2-2 0,2-1 0,0-1 0,-1 0 0,2-1 0,-1-2-8191</inkml:trace>
</inkml:ink>
</file>

<file path=ppt/ink/ink3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9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69 24575,'25'-12'0,"60"-24"0,-73 31 0,2 1 0,-1 0 0,0 1 0,22-1 0,-30 3 0,1 1 0,-1 0 0,0 0 0,0 1 0,0 0 0,0 0 0,1 0 0,-1 0 0,0 1 0,9 4 0,-12-5 0,0 0 0,0 1 0,0-1 0,-1 1 0,1-1 0,0 1 0,-1 0 0,1 0 0,-1 0 0,1 0 0,-1 0 0,0 0 0,0 0 0,1 0 0,-2 0 0,1 1 0,0-1 0,0 0 0,-1 1 0,1-1 0,-1 0 0,0 1 0,0-1 0,0 1 0,0 2 0,-16 92 0,15-84 0,0 0 0,2 1 0,2 21 0,-1-27 0,0-1 0,0 1 0,1-1 0,-1 1 0,2-1 0,-1 0 0,7 10 0,-1-4 0,-3-5 0,0 0 0,-1 0 0,0 0 0,-1 1 0,0 0 0,0 0 0,4 16 0,-8-23 2,1 1 0,-1-1 0,0 0 0,0 1 0,0-1 0,0 0 0,-1 1-1,1-1 1,-1 0 0,1 0 0,-1 1 0,0-1 0,0 0 0,0 0 0,0 0 0,0 0 0,0 0 0,-1 0-1,1 0 1,-2 2 0,-3 1-42,0 0 1,0 0-1,0-1 0,-12 7 0,-6 4-1166,16-9-5620</inkml:trace>
</inkml:ink>
</file>

<file path=ppt/ink/ink3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9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24575,'23'15'0,"-7"-6"0,-1 2 0,-1-1 0,19 19 0,-7-2 0,2-2 0,2 0 0,0-2 0,60 35 0,-76-51-1365,-1-2-5461</inkml:trace>
</inkml:ink>
</file>

<file path=ppt/ink/ink3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9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183 1 24575,'-24'22'0,"-9"10"0,0 1 0,4-1 0,8-5 0,5-4 0,5-3 0,2-3 0,3-5-8191</inkml:trace>
</inkml:ink>
</file>

<file path=ppt/ink/ink3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9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160 1 24575,'-15'0'0,"0"0"0,0 1 0,-1 0 0,1 1 0,0 1 0,-25 8 0,38-11 0,0 1 0,0 0 0,1 0 0,-1-1 0,0 1 0,1 0 0,-1 1 0,1-1 0,-1 0 0,1 0 0,-1 1 0,1-1 0,0 1 0,0-1 0,0 1 0,-1 1 0,1-1 0,1-1 0,0 1 0,-1-1 0,1 0 0,0 1 0,0-1 0,0 1 0,0-1 0,0 0 0,0 1 0,1-1 0,-1 1 0,0-1 0,1 0 0,-1 1 0,1-1 0,0 0 0,-1 0 0,1 1 0,0-1 0,1 2 0,34 40 0,-26-33 0,-1 1 0,0 0 0,11 17 0,-14-16 0,0-1 0,-1 1 0,0 0 0,-1 0 0,-1 1 0,1-1 0,-2 1 0,0-1 0,0 24 0,0-17 0,6 36 0,-4-29 0,-3-23 0,-1-1 0,1 1 0,0-1 0,0 1 0,1-1 0,-1 1 0,0-1 0,1 0 0,0 0 0,-1 0 0,1 0 0,0 0 0,0 0 0,0 0 0,0-1 0,0 1 0,0-1 0,1 1 0,-1-1 0,1 0 0,-1 0 0,1 0 0,-1 0 0,5 1 0,7 1 0,0 0 0,0-1 0,19 0 0,-29-2 0,8 1 40,0-1 0,16-1 0,-24 1-164,-1-1 0,1 0 1,0 0-1,-1 0 0,1 0 0,-1 0 1,1-1-1,-1 0 0,1 0 0,-1 0 1,4-3-1,2-3-6702</inkml:trace>
</inkml:ink>
</file>

<file path=ppt/ink/ink3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9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96 24575,'1'-8'0,"7"-39"0,-8 44 0,1 0 0,0 0 0,0 0 0,0 1 0,0-1 0,1 0 0,-1 1 0,1-1 0,0 1 0,-1-1 0,1 1 0,4-4 0,-5 5 0,0 1 0,0 0 0,0-1 0,0 1 0,0 0 0,0 0 0,0-1 0,0 1 0,0 0 0,0 0 0,0 0 0,0 0 0,0 0 0,0 1 0,0-1 0,0 0 0,0 0 0,0 1 0,0-1 0,0 0 0,0 1 0,0-1 0,-1 1 0,1 0 0,0-1 0,0 1 0,0-1 0,-1 1 0,1 0 0,0 0 0,-1-1 0,2 3 0,3 3 0,1 1 0,6 13 0,-9-17 0,10 18 0,-4-9 0,-1 0 0,-1 1 0,7 15 0,-13-25 0,0 0 0,0 0 0,0 0 0,0 0 0,0-1 0,-1 1 0,0 0 0,1 0 0,-1 0 0,0 0 0,0 0 0,-1 0 0,1 0 0,-1 0 0,1 0 0,-1 0 0,0 0 0,0 0 0,0 0 0,-1-1 0,0 4 0,1-5 0,0 0 0,0 0 0,0 0 0,0 0 0,1 0 0,-1 1 0,0-1 0,1 0 0,-1 1 0,1-1 0,-1 0 0,1 1 0,0-1 0,0 0 0,0 1 0,-1-1 0,1 1 0,1 2 0,0-3 0,-1 0 0,1 0 0,0 0 0,0 0 0,0-1 0,0 1 0,0 0 0,0 0 0,0-1 0,0 1 0,1-1 0,-1 1 0,0-1 0,0 1 0,0-1 0,1 0 0,-1 1 0,0-1 0,0 0 0,1 0 0,1 0 0,109 7 0,-106-7-50,89 7 226,-85-8-389,1 1 0,-1-1 0,1-1 0,-1 0 0,1 0 0,18-8 0,-19 6-6613</inkml:trace>
</inkml:ink>
</file>

<file path=ppt/ink/ink3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9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24575,'10'0'0,"70"3"0,-70-2 0,1 0 0,0 1 0,-1 0 0,0 1 0,13 5 0,-20-7 0,0 0 0,-1 1 0,1-1 0,-1 1 0,1-1 0,-1 1 0,0 0 0,0 0 0,0 0 0,0 0 0,0 0 0,0 0 0,0 0 0,-1 1 0,1-1 0,-1 1 0,0-1 0,0 1 0,0 0 0,0-1 0,0 1 0,0 0 0,-1 0 0,1 3 0,-1 5 0,0-1 0,-1 1 0,0 0 0,-1 0 0,-4 12 0,4-14 0,0 0 0,0 1 0,1-1 0,0 0 0,0 1 0,2 12 0,1-12 0,1 0 0,0 0 0,1 0 0,0-1 0,0 1 0,1-1 0,0 0 0,8 9 0,57 64 0,-58-68 0,-9-11 0,0 1 0,1 0 0,-1 0 0,1 0 0,-1 0 0,4 9 0,-6-12 0,-1 0 0,0 0 0,1 0 0,-1 0 0,0 0 0,0 0 0,1 1 0,-1-1 0,0 0 0,0 0 0,0 0 0,0 0 0,-1 0 0,1 0 0,0 0 0,0 1 0,-1-1 0,1 0 0,-1 0 0,1 0 0,-1 0 0,1 0 0,-1 0 0,1-1 0,-1 1 0,0 0 0,0 0 0,1 0 0,-1 0 0,0-1 0,0 1 0,0 0 0,0-1 0,-1 1 0,-5 3 0,-1 0 0,1 0 0,-1-1 0,0 0 0,0-1 0,-11 2 0,-53 7 0,52-9 0,-52 8-1365,52-6-5461</inkml:trace>
</inkml:ink>
</file>

<file path=ppt/ink/ink3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9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24575,'10'3'0,"6"3"0,2 2 0,3 4 0,1 1 0,1 1 0,0 1 0,-3 0 0,-1-2 0,-2-2 0,-1 1 0,-2-2 0,1-1 0,-1-1 0,0-2 0,-2-3-8191</inkml:trace>
</inkml:ink>
</file>

<file path=ppt/ink/ink3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9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138 1 24575,'-18'19'0,"-4"10"0,-3 1 0,4-1 0,6-3 0,2-7 0,4-3 0,1-2 0,1-4-8191</inkml:trace>
</inkml:ink>
</file>

<file path=ppt/ink/ink3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9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250 50 24575,'-31'-11'0,"7"2"0,0 1 0,-1 1 0,-1 1 0,-29-2 0,52 7 0,0 1 0,0 0 0,-1 1 0,1-1 0,0 0 0,0 1 0,-1 0 0,1 0 0,0 0 0,0 0 0,0 0 0,0 1 0,0-1 0,0 1 0,-3 3 0,5-4 0,0 0 0,0 0 0,0 0 0,0 1 0,0-1 0,0 0 0,0 1 0,1-1 0,-1 1 0,1-1 0,-1 0 0,1 1 0,-1-1 0,1 1 0,0-1 0,0 1 0,0 0 0,0-1 0,0 1 0,0-1 0,0 1 0,0-1 0,1 1 0,-1-1 0,1 1 0,-1-1 0,1 0 0,-1 1 0,1-1 0,0 1 0,0-1 0,0 0 0,-1 0 0,3 2 0,7 10 0,1-2 0,-1 1 0,2-1 0,13 9 0,-9-7 0,23 25 0,-26-23 0,-2-1 0,1 2 0,14 28 0,-21-35 0,-1 1 0,0-1 0,-1 1 0,0 0 0,-1 1 0,0-1 0,0 0 0,0 14 0,-4 55 0,3 35 0,-1-113-4,0 1 0,0-1 0,0 0 0,1 1 0,-1-1 0,1 0 0,-1 0 0,1 1 0,-1-1 0,1 0 0,0 0 0,-1 0 0,1 0 0,0 0 0,0 0 0,0 0 0,0 0 0,0 0 0,1 1 0,0-1 22,0 0 0,1 0 0,-1 0 1,0 0-1,0 0 0,1-1 0,-1 1 0,1-1 1,-1 1-1,3-1 0,1 0-183,-1 0 0,1 0 0,0-1 0,-1 0 0,1 0 0,0 0 0,-1-1 0,8-3 0,0-2-6661</inkml:trace>
</inkml:ink>
</file>

<file path=ppt/ink/ink3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9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49 24575,'12'-8'0,"1"0"0,0 1 0,26-11 0,-34 17 0,0-1 0,1 1 0,0-1 0,-1 2 0,1-1 0,0 1 0,0-1 0,-1 2 0,1-1 0,0 0 0,0 1 0,10 3 0,-11-2 0,0 0 0,0 0 0,1 0 0,-1 0 0,-1 1 0,1 0 0,7 5 0,-11-7 0,0 0 0,1 1 0,-1-1 0,0 0 0,-1 0 0,1 0 0,0 1 0,0-1 0,0 0 0,-1 1 0,1-1 0,-1 1 0,1-1 0,-1 1 0,0-1 0,1 1 0,-1-1 0,0 1 0,0-1 0,0 1 0,0-1 0,0 1 0,0-1 0,-1 1 0,1-1 0,-1 1 0,1-1 0,-1 0 0,1 1 0,-1-1 0,0 1 0,0 0 0,-12 20 0,8-16 0,1 1 0,0 0 0,0 0 0,-3 10 0,7-14 0,-1 0 0,0 0 0,1 0 0,0 0 0,0 0 0,-1 0 0,2 0 0,-1 0 0,0 0 0,1 0 0,-1 0 0,1 0 0,0-1 0,0 1 0,2 5 0,0-3 0,1 1 0,0-1 0,0 0 0,6 6 0,-7-8 0,0 0 0,0 0 0,-1 0 0,1 1 0,-1-1 0,1 1 0,-1 0 0,0-1 0,0 1 0,-1 0 0,1 0 0,0 6 0,-2-9 0,0 0 0,0 0 0,0 0 0,0 0 0,0 0 0,0-1 0,0 1 0,0 0 0,-1 0 0,1 0 0,0 0 0,-1 0 0,1 0 0,-1 0 0,1 0 0,-1 0 0,0-1 0,1 1 0,-1 0 0,0 0 0,-1 1 0,0-1 0,0 0 0,0 0 0,0 0 0,1 0 0,-1 0 0,0 0 0,-1-1 0,-1 1 0,-6 1 0,1-1 0,-1 0 0,-12-2 0,16 1 0,-9 0-341,0 0 0,0-2-1,-21-3 1,24 1-6485</inkml:trace>
</inkml:ink>
</file>

<file path=ppt/ink/ink3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9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25 24575,'22'-6'0,"0"0"0,1 2 0,-1 0 0,33 0 0,-48 4 0,0 0 0,0 1 0,0 0 0,0 1 0,-1-1 0,1 1 0,0 0 0,7 4 0,-10-3 0,1-1 0,-1 1 0,0 0 0,0 0 0,0 0 0,-1 1 0,1-1 0,-1 1 0,0 0 0,0 0 0,0 0 0,4 8 0,-6-9 0,0 0 0,0-1 0,0 1 0,0 0 0,0 0 0,-1-1 0,1 1 0,-1 0 0,0 0 0,0 0 0,0 0 0,0 0 0,-1-1 0,0 6 0,-2 1 0,-1 1 0,-7 17 0,7-20 0,0 1 0,1 0 0,0-1 0,-3 16 0,5-9 0,0 0 0,1 0 0,0 0 0,1 0 0,5 23 0,22 67 0,-5-26 0,-20-63 0,0-8 0,-1 0 0,-1 0 0,1 1 0,-1-1 0,-1 1 0,1 9 0,-2-16 0,1 1 0,0 0 0,-1 0 0,1 0 0,-1-1 0,0 1 0,1 0 0,-1-1 0,0 1 0,0 0 0,0-1 0,0 1 0,-1-1 0,1 0 0,0 1 0,0-1 0,-1 0 0,1 0 0,-1 0 0,1 0 0,-1 0 0,0 0 0,1 0 0,-1 0 0,0-1 0,1 1 0,-1-1 0,0 1 0,0-1 0,0 0 0,-1 0 0,-53 8-1365,43-5-5461</inkml:trace>
</inkml:ink>
</file>

<file path=ppt/ink/ink3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9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24575,'7'10'0,"5"5"0,3 6 0,4 1 0,1 0 0,0-2 0,1-2 0,-1-1 0,-1-1 0,-1-1 0,1-1 0,0 0 0,-1 0 0,-1-2 0,-1-1 0,-1-2 0,-2-3-8191</inkml:trace>
</inkml:ink>
</file>

<file path=ppt/ink/ink3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9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98 0 24575,'-13'23'0,"-6"8"0,1 3 0,2-3 0,2-3 0,4-5 0,2-6-8191</inkml:trace>
</inkml:ink>
</file>

<file path=ppt/ink/ink3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9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103 26 24575,'-1'-2'0,"0"0"0,0 1 0,-1-1 0,1 0 0,-1 1 0,0-1 0,1 1 0,-1-1 0,0 1 0,0 0 0,0 0 0,0-1 0,0 1 0,0 1 0,0-1 0,0 0 0,0 1 0,0-1 0,-1 1 0,1-1 0,0 1 0,0 0 0,-1 0 0,1 0 0,0 0 0,-4 1 0,4-1 0,0 1 0,-1-1 0,1 1 0,0-1 0,0 1 0,0 0 0,0-1 0,0 1 0,0 0 0,0 1 0,0-1 0,0 0 0,0 1 0,0-1 0,1 1 0,-1-1 0,1 1 0,-1 0 0,1-1 0,-1 1 0,1 0 0,0 0 0,0 0 0,0 0 0,0 0 0,0 3 0,0-1 0,1 0 0,0 0 0,0 0 0,0 0 0,1 1 0,-1-1 0,1 0 0,0 0 0,2 4 0,16 39 0,-11-28 0,2 6 0,-2 1 0,-1 0 0,-1 1 0,-2-1 0,3 47 0,6 28 0,-13-92 0,1 0 0,0-1 0,0 1 0,1-1 0,5 17 0,-5-21 0,0 0 0,0 0 0,0-1 0,0 1 0,1-1 0,-1 0 0,1 1 0,0-1 0,0 0 0,0-1 0,1 1 0,-1 0 0,0-1 0,6 3 0,6 3 0,0 0 0,0-1 0,1-1 0,28 8 0,-43-14-68,1 1 0,-1-1-1,1 0 1,-1 0 0,1 0 0,-1 0-1,1 0 1,0 0 0,-1 0 0,1 0-1,-1 0 1,1-1 0,-1 1 0,1-1-1,-1 1 1,0-1 0,1 0-1,-1 0 1,2 0 0</inkml:trace>
</inkml:ink>
</file>

<file path=ppt/ink/ink3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9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76 51 24575,'-7'-7'0,"5"2"0,-1 2 0,0-1 0,-1 0 0,1 0 0,-1 1 0,1 0 0,-1 0 0,0 0 0,0 0 0,-1 1 0,-6-4 0,11 6 0,-1 0 0,1 0 0,-1 0 0,0 0 0,1 0 0,-1 0 0,0 0 0,1 0 0,-1 0 0,0 0 0,1 0 0,-1 1 0,1-1 0,-1 0 0,0 0 0,1 1 0,-1-1 0,1 0 0,-1 1 0,1-1 0,-1 1 0,1-1 0,-1 0 0,1 1 0,0-1 0,-1 1 0,1-1 0,0 1 0,-1 0 0,1-1 0,0 1 0,-1-1 0,1 1 0,0-1 0,0 1 0,0 0 0,0-1 0,0 1 0,0 0 0,0-1 0,0 2 0,-1 2 0,1-1 0,0 1 0,0-1 0,0 1 0,1-1 0,0 5 0,2 0 0,-1-1 0,1 0 0,0 0 0,1 0 0,0 0 0,0-1 0,0 1 0,1-1 0,0 0 0,0 0 0,6 5 0,-6-7 0,0 0 0,0 0 0,0-1 0,1 0 0,-1 0 0,1 0 0,0 0 0,0-1 0,-1 0 0,2 0 0,-1-1 0,0 0 0,0 0 0,7 0 0,14-1 0,1 0 0,-1-2 0,1-2 0,-1 0 0,39-12 0,-55 12-1365,-1-1-5461</inkml:trace>
</inkml:ink>
</file>

<file path=ppt/ink/ink3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9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24575,'0'27'0,"2"14"0,1 2 0,3-3 0,0-7 0,1-6 0,0-5 0,1-4 0,-1-3 0,-1-1 0,0-3 0,-1-1 0</inkml:trace>
</inkml:ink>
</file>

<file path=ppt/ink/ink3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9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30 24575,'37'-9'0,"0"2"0,0 1 0,0 2 0,48 0 0,-84 4 0,-1 0 0,1 0 0,-1 0 0,0 0 0,1 0 0,-1 0 0,1 0 0,-1 0 0,1 0 0,-1 0 0,0 0 0,1 0 0,-1 0 0,1 1 0,-1-1 0,0 0 0,1 0 0,-1 0 0,1 1 0,-1-1 0,0 0 0,1 0 0,-1 1 0,0-1 0,0 0 0,1 1 0,-1-1 0,0 0 0,1 1 0,-1-1 0,0 0 0,0 1 0,0-1 0,0 1 0,1 0 0,-6 14 0,1-6 0,-1 3 0,2 0 0,0 0 0,0 1 0,1 0 0,-1 21 0,3-7 0,7 45 0,-4-38 0,3-1 0,0 0 0,17 47 0,-22-77 0,0 1 0,0-1 0,0 0 0,0 0 0,0 1 0,-1-1 0,0 1 0,0-1 0,0 0 0,0 1 0,0-1 0,0 0 0,-2 5 0,1-6 0,0 1 0,0 0 0,-1-1 0,1 1 0,-1-1 0,1 0 0,-1 1 0,0-1 0,0 0 0,0 0 0,0 0 0,0 0 0,0-1 0,0 1 0,-1-1 0,-2 2 0,-34 15-1365,29-14-5461</inkml:trace>
</inkml:ink>
</file>

<file path=ppt/ink/ink3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9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2 24575,'-3'-2'0,"2"3"0,4 8 0,7 11 0,1-4 0,1-1 0,0 0 0,21 19 0,47 36 0,-60-53 0,82 54-354,-82-58-657,-10-7-5815</inkml:trace>
</inkml:ink>
</file>

<file path=ppt/ink/ink3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9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120 0 24575,'-15'20'0,"-7"6"0,0 1 0,4-1 0,2-3 0,4-2 0,5-4 0,2-1 0,3-1 0,1-3-8191</inkml:trace>
</inkml:ink>
</file>

<file path=ppt/ink/ink3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9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246 26 24575,'-25'-4'0,"-122"-17"0,142 20 0,0 1 0,1 0 0,-1 1 0,0-1 0,1 1 0,-1 0 0,0 0 0,1 0 0,-7 3 0,10-3 0,-1-1 0,1 1 0,0 0 0,0 0 0,-1 0 0,1 0 0,0 0 0,0 0 0,0 0 0,0 0 0,0 1 0,0-1 0,0 0 0,0 1 0,1-1 0,-1 0 0,0 1 0,1-1 0,-1 1 0,1-1 0,0 1 0,-1-1 0,1 1 0,0-1 0,0 1 0,0-1 0,0 1 0,0 0 0,1-1 0,-1 1 0,1 1 0,3 8 0,0-1 0,0 1 0,2-1 0,-1-1 0,1 1 0,11 13 0,-6-7 0,10 13 0,-2 2 0,-1 1 0,-1 0 0,-2 1 0,19 61 0,-32-88 0,-1 1 0,0 0 0,-1 0 0,1 0 0,-1 0 0,-1 0 0,1 0 0,-3 10 0,3-16 0,0 0 0,-1 0 0,1 0 0,0 0 0,0 0 0,0 0 0,0 0 0,0 0 0,0 0 0,0 0 0,1 0 0,-1 0 0,0 0 0,1 0 0,-1 0 0,0 0 0,1 0 0,-1-1 0,1 1 0,-1 0 0,1 0 0,0 0 0,-1-1 0,2 2 0,0-1 0,-1 0 0,1 0 0,0 0 0,0-1 0,-1 1 0,1-1 0,0 1 0,0-1 0,0 0 0,-1 1 0,1-1 0,3 0 0,4-1 0,0 0 0,-1 0 0,1-1 0,12-4 0,-8 1-1365,-3-1-5461</inkml:trace>
</inkml:ink>
</file>

<file path=ppt/ink/ink3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9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 0 24575,'-2'2'0,"0"0"0,0-1 0,-1 1 0,1 0 0,0 1 0,1-1 0,-1 0 0,0 0 0,1 1 0,-1-1 0,1 1 0,0-1 0,0 1 0,0 0 0,0 0 0,0-1 0,0 1 0,1 0 0,-1 4 0,0 4 0,0 1 0,1-1 0,2 18 0,-1-25 0,-1-1 0,1 1 0,0-1 0,1 1 0,-1-1 0,1 0 0,-1 1 0,1-1 0,0 0 0,0 0 0,0 0 0,1-1 0,-1 1 0,1 0 0,-1-1 0,1 0 0,0 0 0,0 1 0,5 1 0,7 4 0,0-1 0,0 0 0,17 4 0,-8-3 0,-14-4 0,-1 0 0,0 0 0,0 0 0,10 9 0,-17-12 0,0 0 0,-1 0 0,1 1 0,0-1 0,-1 1 0,1-1 0,0 1 0,-1 0 0,0-1 0,1 1 0,-1 0 0,0 0 0,0 0 0,0 0 0,0 0 0,-1 0 0,1 0 0,-1 1 0,1-1 0,-1 0 0,1 0 0,-1 1 0,0-1 0,-1 4 0,1-4 0,-1 0 0,0 0 0,0-1 0,0 1 0,0 0 0,0-1 0,0 1 0,-1-1 0,1 1 0,0-1 0,-1 0 0,1 0 0,-1 1 0,0-1 0,1 0 0,-1 0 0,0-1 0,0 1 0,1 0 0,-1-1 0,-3 2 0,-4 0 0,0 0 0,1 0 0,-13 0 0,16-2-61,-59 2 250,58-2-355,0-1 0,0 0 0,0 0 0,0 0 1,0 0-1,0-1 0,0 0 0,-6-3 0,3-1-6660</inkml:trace>
</inkml:ink>
</file>

<file path=ppt/ink/ink3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9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80 24575,'20'-15'0,"8"-5"0,3 2 0,-2 3 0,-6 7 0,-7 4-8191</inkml:trace>
</inkml:ink>
</file>

<file path=ppt/ink/ink3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9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13 24575,'16'-4'0,"0"1"0,1 1 0,-1 0 0,0 1 0,1 0 0,-1 1 0,26 4 0,-40-3 0,-1-1 0,1 0 0,0 1 0,-1-1 0,1 1 0,0 0 0,-1 0 0,1-1 0,-1 1 0,1 0 0,1 1 0,-3-1 0,0 0 0,1-1 0,-1 1 0,0-1 0,0 1 0,1-1 0,-1 1 0,0 0 0,0-1 0,0 1 0,0-1 0,0 1 0,0 0 0,0-1 0,0 1 0,0 0 0,0-1 0,0 1 0,0-1 0,0 1 0,0 0 0,0-1 0,-1 1 0,1-1 0,0 1 0,-1 0 0,1-1 0,0 1 0,-1-1 0,1 1 0,-1 0 0,-5 8 0,1-4 0,1 2 0,-1-1 0,1 0 0,1 1 0,-1 0 0,1 0 0,1 0 0,-1 0 0,1 0 0,0 0 0,-1 13 0,3-2 0,0 0 0,1 0 0,1 0 0,8 34 0,28 69 0,-25-81 0,1-7 0,-10-24 0,0 1 0,0 0 0,3 18 0,-7-26 0,1 0 0,-1-1 0,0 1 0,0 0 0,0-1 0,0 1 0,-1 0 0,1-1 0,0 1 0,-1-1 0,1 1 0,-1 0 0,0-1 0,1 1 0,-1-1 0,0 0 0,0 1 0,-2 1 0,1 0 0,0-1 0,-1 0 0,1 0 0,-1 0 0,0 0 0,0-1 0,0 1 0,-5 2 0,-3-1 0,1 0 0,-1 0 0,0-1 0,-18 1 0,0-2-1365,16-1-5461</inkml:trace>
</inkml:ink>
</file>

<file path=ppt/ink/ink3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9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 7 24575,'-1'0'0,"1"-1"0,0 1 0,-1-1 0,1 1 0,-1 0 0,1-1 0,0 1 0,-1-1 0,1 1 0,-1 0 0,1-1 0,-1 1 0,1 0 0,-1-1 0,1 1 0,-1 0 0,0 0 0,1 0 0,-1 0 0,1-1 0,-1 1 0,1 0 0,-1 0 0,0 0 0,1 0 0,-1 0 0,1 0 0,-1 0 0,0 1 0,1-1 0,-2 0 0,2 1 0,0 0 0,-1-1 0,1 1 0,0 0 0,-1 0 0,1-1 0,0 1 0,0 0 0,0 0 0,0 0 0,0-1 0,0 1 0,0 0 0,0 0 0,0 0 0,0-1 0,0 1 0,1 0 0,-1 0 0,0-1 0,0 1 0,1 0 0,0 1 0,3 6 0,0-1 0,1 0 0,-1 1 0,2-2 0,-1 1 0,9 8 0,42 34 0,-34-30 0,14 12-682,71 45-1,-94-69-6143</inkml:trace>
</inkml:ink>
</file>

<file path=ppt/ink/ink3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9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163 1 24575,'-6'1'0,"0"1"0,0 0 0,0 0 0,0 0 0,0 1 0,0 0 0,1 0 0,-1 0 0,1 1 0,0-1 0,0 1 0,0 1 0,1-1 0,-1 1 0,1 0 0,0 0 0,1 0 0,-1 0 0,1 0 0,0 1 0,0 0 0,1 0 0,-1 0 0,1 0 0,-1 8 0,-1 3-120,1-1-87,-1-1-1,0 0 1,-1 0-1,-1-1 1,-8 15-1,8-19-6618</inkml:trace>
</inkml:ink>
</file>

<file path=ppt/ink/ink3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9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201 50 24575,'-26'-10'0,"4"1"0,0 2 0,0 0 0,-1 1 0,-31-4 0,52 10 0,0 0 0,-1 0 0,1 0 0,0 0 0,-1 0 0,1 0 0,0 1 0,-4 1 0,5-2 0,1 0 0,-1 0 0,1 1 0,-1-1 0,1 0 0,-1 1 0,1-1 0,0 1 0,-1-1 0,1 0 0,0 1 0,-1-1 0,1 1 0,0-1 0,0 1 0,-1-1 0,1 1 0,0-1 0,0 1 0,0-1 0,0 1 0,0 0 0,-1-1 0,1 1 0,0-1 0,0 1 0,0-1 0,1 1 0,-1-1 0,0 1 0,0-1 0,0 1 0,0 0 0,0-1 0,1 1 0,-1-1 0,0 1 0,1 0 0,9 22 0,-5-14 0,0 1 0,-1 0 0,0 1 0,-1-1 0,0 1 0,-1 0 0,0-1 0,1 14 0,-2 21 0,2 0 0,2-1 0,2 1 0,14 49 0,-15-75 0,0-1 0,2 0 0,0 0 0,1 0 0,13 19 0,-20-35 6,-1 0-1,1 0 1,0 0-1,-1 0 0,1-1 1,0 1-1,0 0 1,0-1-1,0 0 1,1 1-1,-1-1 1,0 0-1,0 0 0,1 0 1,-1 0-1,1-1 1,-1 1-1,1-1 1,-1 1-1,1-1 1,4 0-1,-3-1-98,-1 1 0,0-1 1,1 0-1,-1 0 0,0 0 0,0 0 0,0-1 0,1 1 1,-1-1-1,-1 0 0,1 0 0,0 0 0,0 0 1,-1 0-1,5-5 0,0-2-6733</inkml:trace>
</inkml:ink>
</file>

<file path=ppt/ink/ink3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9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146 95 24575,'0'-13'0,"1"7"0,-1 0 0,0 0 0,0 0 0,0 1 0,-1-1 0,0 0 0,0 0 0,-1 1 0,1-1 0,-5-9 0,6 15 0,-1-1 0,1 1 0,0-1 0,-1 1 0,1-1 0,0 1 0,-1-1 0,1 1 0,-1-1 0,1 1 0,-1-1 0,1 1 0,-1 0 0,1-1 0,-1 1 0,0 0 0,1 0 0,-1-1 0,1 1 0,-1 0 0,0 0 0,1 0 0,-1 0 0,-1 0 0,1 0 0,0 0 0,0 1 0,0-1 0,0 0 0,0 1 0,0-1 0,0 1 0,0 0 0,0-1 0,0 1 0,0 0 0,0-1 0,0 2 0,-4 3 0,1 1 0,0-1 0,-6 11 0,9-14 0,-11 19 0,1 1 0,0 0 0,2 0 0,0 1 0,2 1 0,1-1 0,0 1 0,2 0 0,1 0 0,-1 31 0,4-35 0,0-12 0,0 0 0,0 0 0,1 0 0,0 0 0,2 10 0,-2-15 0,0 0 0,0-1 0,1 1 0,-1-1 0,0 1 0,1-1 0,0 0 0,0 1 0,0-1 0,0 0 0,0 0 0,0 0 0,0 0 0,0-1 0,1 1 0,-1-1 0,1 1 0,5 1 0,5 3 0,1-1 0,0-1 0,24 5 0,-35-8 0,1 0 0,0-1 0,0 1 0,-1-1 0,1 0 0,0 0 0,0-1 0,0 1 0,-1-1 0,1 0 0,0 0 0,-1 0 0,1 0 0,-1 0 0,1-1 0,-1 0 0,0 0 0,1 0 0,3-3 0,-6 4 0,0-1 0,0 1 0,0 0 0,0 0 0,0-1 0,0 1 0,0-1 0,0 1 0,-1-1 0,1 1 0,-1-1 0,1 0 0,-1 1 0,0-1 0,1 1 0,-1-1 0,0 0 0,0 1 0,0-1 0,0 0 0,0 1 0,-1-1 0,1 0 0,0 1 0,-1-1 0,1 1 0,-1-1 0,0 1 0,0-1 0,1 1 0,-1-1 0,0 1 0,0-1 0,0 1 0,-2-2 0,-2-2 0,1 1 0,-1-1 0,0 1 0,0 0 0,0 1 0,-1-1 0,1 1 0,-8-3 0,4 2-227,-1 0-1,0 1 1,0 0-1,0 1 1,-16-2-1,13 4-6598</inkml:trace>
</inkml:ink>
</file>

<file path=ppt/ink/ink3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9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23 24575,'2'0'0,"25"-7"0,0 1 0,36-3 0,-54 8 0,0 1 0,-1 0 0,1 1 0,0 0 0,-1 0 0,1 1 0,-1 0 0,1 1 0,-1-1 0,0 2 0,12 6 0,-18-10 0,-1 1 0,0 0 0,0 0 0,0 0 0,0 0 0,1 0 0,-2 0 0,1 0 0,0 0 0,0 0 0,0 0 0,0 0 0,-1 1 0,1-1 0,0 0 0,-1 1 0,1-1 0,-1 0 0,0 1 0,1-1 0,-1 1 0,0-1 0,0 0 0,0 3 0,-1 2 0,0 0 0,0 1 0,0-1 0,-5 9 0,-1 12 0,3-3 0,2 0 0,1-1 0,2 1 0,2 29 0,4-9 0,14 58 0,-2-46 0,-12-38 0,-1 0 0,4 19 0,-10-36 4,1 1 0,-1-1 0,0 0 0,0 0 0,0 1 0,0-1 0,0 0 0,0 0 0,0 1 0,0-1 0,0 0 0,0 0 0,-1 1 0,1-1 0,0 0 0,-1 0 0,1 0 0,-1 0 0,0 1 0,1-1 0,-1 0 0,0 0 0,0 0 0,1 0 0,-1-1 0,0 1 0,0 0 0,0 0 0,-2 1 0,-1-1-169,1 0 0,-1 1 0,0-2 0,1 1 0,-1 0 0,0-1 0,0 1 0,-6-2 0,-3 1-6661</inkml:trace>
</inkml:ink>
</file>

<file path=ppt/ink/ink3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9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187 71 24575,'0'-2'0,"1"0"0,0 1 0,-1-1 0,0 0 0,1 0 0,-1 0 0,0 0 0,0 0 0,0 1 0,0-1 0,-1 0 0,1 0 0,0 0 0,-1 0 0,1 0 0,-1 1 0,0-1 0,1 0 0,-1 1 0,0-1 0,0 0 0,0 1 0,0-1 0,0 1 0,-1-1 0,1 1 0,0 0 0,-1 0 0,1-1 0,-1 1 0,1 0 0,-1 0 0,0 0 0,1 1 0,-1-1 0,0 0 0,0 1 0,1-1 0,-1 1 0,0-1 0,0 1 0,0 0 0,-2 0 0,-24-5 0,20 3 0,-1 0 0,1 1 0,0 0 0,0 1 0,-16 0 0,22 1 0,1-1 0,-1 0 0,0 1 0,0 0 0,0-1 0,0 1 0,0 0 0,1 0 0,-1 0 0,0 0 0,1 0 0,-1 0 0,1 1 0,-1-1 0,1 0 0,0 1 0,0-1 0,-1 1 0,1 0 0,0-1 0,0 1 0,0 0 0,1 0 0,-1-1 0,0 1 0,1 0 0,-1 0 0,1 0 0,-1 3 0,-4 21 0,3-14 0,-1-1 0,2 1 0,-1 0 0,2 0 0,-1 0 0,2 0 0,2 23 0,9 14 0,-4-22 0,-2 1 0,-1 0 0,3 57 0,-8-55 0,0 3 0,-1-1 0,-7 46 0,5-65 0,2 0 0,-1 0 0,2 0 0,-1 1 0,2-1 0,0 0 0,1 0 0,4 17 0,-3-14 0,-1 0 0,-1-1 0,0 26 0,-1-25 0,0 0 0,2 0 0,3 22 0,3-2 0,-2 0 0,1 52 0,-7 75 0,-1-75 0,2-71 0,6 32 0,-4-30 0,1 25 0,3 43 0,1 15 0,-9 200 0,2-286 0,6 31 0,-4-29 0,1 25 0,-3-12 0,7 47 0,-2-7 0,2 2 0,7 43 0,-4-61 0,-2-14 0,5 65 0,-14-49 0,0-35 0,0 0 0,5 34 0,14 71 0,-10-63 0,2 99 0,-12 438 0,3-555 0,11 60 0,-6-59 0,1 52 0,-1 1 0,0 3 0,1 51 0,7 27 0,14 36 0,-14-97 0,-1 19 0,0 38 0,18 112 0,-30-172 0,-1-9 0,6-52 0,-4-32 0,1 31 0,-2-28 0,4 29 0,0-12 0,0 3 0,3 55 0,-2-3 0,1-1 0,0-1 0,-2-43 0,0 0 0,-2-22 0,0 35 0,-4 264 0,1-317 0,0 1 0,4 16 0,-2-16 0,2 26 0,-6-39 0,1 0 0,0 0 0,0 1 0,1-1 0,-1 0 0,0 0 0,1 1 0,-1-1 0,1 0 0,0 0 0,0 0 0,0 0 0,0 0 0,0 0 0,0 0 0,0 0 0,1 0 0,-1-1 0,1 1 0,-1 0 0,1-1 0,0 1 0,-1-1 0,1 0 0,0 0 0,0 1 0,0-1 0,0 0 0,0-1 0,0 1 0,0 0 0,3 0 0,120 31-1365,-104-26-5461</inkml:trace>
</inkml:ink>
</file>

<file path=ppt/ink/ink3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9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24575,'10'1'0,"0"0"0,0 0 0,0 1 0,0 1 0,13 5 0,21 4 0,-38-11 0,1 0 0,-1 1 0,0 0 0,0 0 0,0 0 0,0 0 0,0 1 0,0 0 0,-1 0 0,1 1 0,-1 0 0,0-1 0,0 2 0,0-1 0,-1 1 0,7 7 0,-3-1 0,1 1 0,-2-1 0,0 1 0,0 1 0,-1-1 0,7 21 0,-9-14 0,0-1 0,-1 1 0,2 30 0,-6 59 0,-1-39 0,2-62 0,0 32 0,9 76 0,-5-80 0,-1 1 0,-4 49 0,1-34 0,-2-24 0,-4 28 0,-1 26 0,7 542 0,2-591 0,1-1 0,11 43 0,-6-30 0,-1-3 0,2 4 0,-2 1 0,2 65 0,-9-93 0,7 33 0,-4-31 0,1 21 0,-4-25 0,1 9 0,6 50 0,-4-51 0,0 1 0,-3 41 0,0-40 0,0 0 0,6 31 0,-2-16 0,0 0 0,-4 45 0,0-39 0,6 54 0,12 100 0,-11-71 0,0 4 0,-2 18 0,-4-42 0,6-42 0,1 21 0,-8-84 0,0 34 0,8 61 0,-3-54 0,-2 0 0,-4 59 0,-1-32 0,2-48 0,0 33 0,9 75 0,-3-22 0,0 0 0,4 21 0,-3-20 0,23 205 0,-24-20 0,-7-180 0,1 297 0,1-398 0,0 0 0,5 20 0,0-3 0,16 68 0,-6-29 0,-14-65 0,4 24 0,-1 1 0,2 58 0,1 24 0,-1-3 0,-6-92 0,5 30 0,-3-29 0,1 27 0,-4-12 0,-1-16 0,1 1 0,2 0 0,5 36 0,-3-37 0,1 23 0,1 6 0,9 39 0,-15-85 0,1 1 0,-1-1 0,0 0 0,0 0 0,0 0 0,0 0 0,0 0 0,0 3 0,-1-4 0,1-1 0,0 1 0,0-1 0,-1 0 0,1 1 0,0-1 0,-1 1 0,1-1 0,0 0 0,-1 1 0,1-1 0,-1 0 0,1 1 0,0-1 0,-1 0 0,1 0 0,-1 1 0,1-1 0,-1 0 0,1 0 0,-1 0 0,1 0 0,-1 0 0,1 0 0,-1 0 0,1 0 0,-1 0 0,1 0 0,-1 0 0,1 0 0,-1 0 0,1 0 0,-1 0 0,1 0 0,-1-1 0,1 1 0,-1 0 0,1 0 0,-1 0 0,1-1 0,-19-6-227,0 2-1,0 0 1,0 1-1,0 1 1,-23-1-1,29 4-6598</inkml:trace>
</inkml:ink>
</file>

<file path=ppt/ink/ink3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9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 68 24575,'-5'-10'0,"5"12"0,8 19 0,-3-8 0,3 11 0,5 26 0,-13-49 0,0 0 0,0 0 0,0 0 0,0 0 0,1 0 0,-1 0 0,0 0 0,1 0 0,-1 0 0,0 0 0,1 0 0,-1 0 0,1-1 0,0 1 0,0 1 0,0-2 0,-1 0 0,0 0 0,1 0 0,-1 0 0,0 0 0,1 0 0,-1 0 0,0-1 0,1 1 0,-1 0 0,0 0 0,0 0 0,1 0 0,-1-1 0,0 1 0,0 0 0,1 0 0,-1-1 0,0 1 0,0 0 0,0 0 0,1-1 0,-1 1 0,0 0 0,0 0 0,0-1 0,0 1 0,0 0 0,1-1 0,9-33 0,-8 21 0,2-8 0,8-23 0,-10 39 0,0 0 0,0 0 0,0 0 0,1 0 0,-1 0 0,1 0 0,1 1 0,-1-1 0,6-5 0,-7 9 0,-1 0 0,0 0 0,1 0 0,-1 0 0,0 0 0,1 0 0,-1 0 0,1 1 0,-1-1 0,1 0 0,0 1 0,-1 0 0,1-1 0,-1 1 0,1 0 0,0 0 0,-1 0 0,1 0 0,2 0 0,-2 1 0,1-1 0,-1 1 0,1 0 0,0 0 0,-1 0 0,0 1 0,1-1 0,-1 1 0,0-1 0,4 4 0,3 4 0,-1 0 0,0 0 0,0 1 0,6 12 0,-11-18 0,29 43 0,64 71 0,-92-113-19,-13-14 117,0 0-1542,0 1-5382</inkml:trace>
</inkml:ink>
</file>

<file path=ppt/ink/ink3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9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89 182 24575,'2'-16'0,"0"-3"0,0 1 0,-1 0 0,-1-1 0,-1 1 0,-4-29 0,5 45 0,0 1 0,0 0 0,-1 0 0,1-1 0,-1 1 0,1 0 0,-1 0 0,1-1 0,-1 1 0,1 0 0,-1 0 0,0 0 0,0 0 0,0 0 0,1 0 0,-1 0 0,0 0 0,0 0 0,0 1 0,-1-1 0,1 0 0,0 1 0,0-1 0,0 0 0,-2 0 0,1 1 0,1 0 0,0 1 0,-1-1 0,1 0 0,-1 0 0,1 1 0,-1-1 0,1 1 0,-1-1 0,1 1 0,0 0 0,-1-1 0,1 1 0,0 0 0,0 0 0,0 0 0,0 0 0,0 0 0,0 0 0,0 0 0,-2 3 0,-2 2 0,1 0 0,0 0 0,0 1 0,1-1 0,-1 1 0,1 0 0,1 0 0,-1 1 0,1-1 0,1 0 0,-1 1 0,1-1 0,1 1 0,-1-1 0,2 12 0,-1-8 0,0-1 0,1 1 0,1 0 0,2 10 0,-3-17 0,0 0 0,1 0 0,0 0 0,0-1 0,0 1 0,0-1 0,0 1 0,1-1 0,-1 0 0,1 0 0,0 0 0,0 0 0,6 4 0,-2-3 0,-1 0 0,1 0 0,0-1 0,0 0 0,0 0 0,1-1 0,-1 0 0,1 0 0,12 1 0,-7-2 0,-1-1 0,1 0 0,-1 0 0,1-1 0,15-4 0,-24 4-124,0 0 0,0 0 0,0-1 0,0 1 0,0-1 0,0 0-1,-1 0 1,1 0 0,0 0 0,3-4 0</inkml:trace>
</inkml:ink>
</file>

<file path=ppt/ink/ink3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9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48 24575,'149'136'0,"-144"-132"0,0 0 0,1-1 0,-1 1 0,1-1 0,0-1 0,-1 1 0,1-1 0,0 0 0,1 0 0,6 0 0,-11-1 0,-1-1 0,1 0 0,0 0 0,0 0 0,0 0 0,0 0 0,0 0 0,0 0 0,0-1 0,0 1 0,0-1 0,0 1 0,0-1 0,0 0 0,-1 0 0,1 0 0,0 0 0,0 0 0,-1 0 0,1 0 0,-1-1 0,1 1 0,-1-1 0,0 1 0,1-1 0,-1 1 0,0-1 0,0 0 0,0 1 0,0-1 0,-1 0 0,1 0 0,0 0 0,-1 0 0,1-3 0,0 3 0,-1-1 0,0 1 0,0-1 0,0 1 0,0-1 0,0 0 0,-2-4 0,0-12 0,2 18 0,0 1 0,1 0 0,-1-1 0,0 1 0,0 0 0,0-1 0,0 1 0,1 0 0,-1-1 0,0 1 0,0 0 0,1 0 0,-1-1 0,0 1 0,1 0 0,-1 0 0,0 0 0,1-1 0,-1 1 0,0 0 0,1 0 0,-1 0 0,0 0 0,1 0 0,-1 0 0,0 0 0,1 0 0,-1 0 0,0 0 0,1 0 0,-1 0 0,1 0 0,-1 0 0,0 0 0,1 0 0,-1 0 0,0 0 0,1 0 0,-1 0 0,0 1 0,1-1 0,-1 0 0,0 0 0,0 0 0,1 1 0,-1-1 0,20 11 0,-18-9 0,7 3 0,0 0 0,0-1 0,1 0 0,0 0 0,-1-1 0,1 0 0,0-1 0,13 2 0,-17-3 0,0-1 0,0 0 0,0 0 0,0 0 0,0-1 0,0 1 0,1-1 0,-1-1 0,-1 1 0,1-1 0,0 0 0,0-1 0,-1 1 0,11-7 0,-14 7 0,0 1 0,-1 0 0,1-1 0,0 1 0,-1-1 0,1 0 0,-1 1 0,1-1 0,-1 0 0,0 0 0,0 0 0,0 0 0,0 0 0,0 0 0,0 0 0,-1 0 0,1 0 0,-1 0 0,1-1 0,-1 1 0,0 0 0,0 0 0,0-1 0,0 1 0,0-3 0,-1 1 0,-1 0 0,1 0 0,-1 1 0,1-1 0,-1 0 0,0 1 0,-1 0 0,1-1 0,-1 1 0,1 0 0,-1 0 0,0 0 0,-4-3 0,-10-7-682,-26-16-1,30 21-6143</inkml:trace>
</inkml:ink>
</file>

<file path=ppt/ink/ink3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9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 36 24575,'-1'-2'0,"-8"-15"0,8 17 0,1-1 0,0 1 0,0-1 0,-1 1 0,1-1 0,0 1 0,-1-1 0,1 1 0,0-1 0,-1 1 0,1 0 0,-1-1 0,1 1 0,-1 0 0,1-1 0,-1 1 0,1 0 0,-1 0 0,1 0 0,-1-1 0,1 1 0,-1 0 0,1 0 0,-1 0 0,0 0 0,0 0 0,1 1 0,-1-1 0,1 1 0,0-1 0,-1 1 0,1-1 0,0 1 0,-1-1 0,1 1 0,0 0 0,0-1 0,0 1 0,0-1 0,-1 1 0,1 0 0,0-1 0,0 1 0,0 0 0,0-1 0,0 1 0,0-1 0,1 1 0,-1 0 0,0 0 0,5 20 0,-5-19 0,4 11 0,1 0 0,0 1 0,1-2 0,9 16 0,33 45 0,-15-25 0,-17-26 0,24 26 0,12 18 0,-32-37 0,29 34 0,-48-62 0,-1 0 0,1 0 0,0 0 0,-1-1 0,1 1 0,0 0 0,0 0 0,0-1 0,0 1 0,0-1 0,0 1 0,0-1 0,0 1 0,0-1 0,0 0 0,0 1 0,0-1 0,0 0 0,0 0 0,0 0 0,0 0 0,0 0 0,2 0 0,-1 0 0,-1-1 0,0 0 0,1 1 0,-1-1 0,0 0 0,0 0 0,0 0 0,0 0 0,0 0 0,0 0 0,0 0 0,0 0 0,0 0 0,0 0 0,0-3 0,2-2 0,0 0 0,-1 0 0,0 0 0,0 0 0,-1 0 0,1 0 0,-1-8 0,-1-4 0,-1 1 0,-1 0 0,-8-32 0,5 26 0,-3-29 0,7 43 0,0 1 0,1 0 0,0 0 0,0 0 0,0 1 0,3-14 0,-3 20 0,0 1 0,0 0 0,0-1 0,0 1 0,0 0 0,1 0 0,-1-1 0,0 1 0,0 0 0,0-1 0,0 1 0,1 0 0,-1 0 0,0-1 0,0 1 0,0 0 0,1 0 0,-1-1 0,0 1 0,1 0 0,-1 0 0,0 0 0,0-1 0,1 1 0,-1 0 0,0 0 0,1 0 0,-1 0 0,0 0 0,1 0 0,10 5 0,10 16 0,-19-19 0,43 49 0,3-1 0,84 66 0,-115-103 0,2-1 0,33 17 0,-51-29 0,0 1 0,0-1 0,0 1 0,-1-1 0,1 1 0,0-1 0,0 0 0,0 1 0,0-1 0,0 0 0,0 0 0,0 1 0,-1-1 0,1 0 0,0 0 0,0 0 0,0 0 0,0-1 0,0 1 0,0 0 0,0 0 0,0 0 0,0-1 0,0 1 0,-1 0 0,1-1 0,0 1 0,0-1 0,0 1 0,-1-1 0,1 0 0,0 1 0,0-1 0,-1 0 0,1 1 0,-1-1 0,1 0 0,-1 0 0,1 1 0,-1-1 0,1 0 0,-1 0 0,0 0 0,1 0 0,-1 0 0,0 1 0,0-1 0,1 0 0,-1 0 0,0 0 0,0-2 0,0-5 0,1-1 0,-2 1 0,1-1 0,-3-11 0,-3-14 0,-2 1 0,-1 0 0,-16-37 0,-50-90 0,69 149-455,-1 2 0,-14-19 0,13 18-6371</inkml:trace>
</inkml:ink>
</file>

<file path=ppt/ink/ink3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9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235 26 24575,'-15'-8'0,"-7"1"0,-5 1 0,0 2 0,-3 3 0,-1 3 0,-1 0 0,4 1 0,5-1-8191</inkml:trace>
</inkml:ink>
</file>

<file path=ppt/ink/ink3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9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204 17 24575,'-22'-5'0,"-10"-1"0,-2 2 0,3 2 0,3 4 0,5 2 0,4-1 0,4 1-8191</inkml:trace>
</inkml:ink>
</file>

<file path=ppt/ink/ink3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9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13775 9 24575,'0'-1'0,"0"1"0,0-1 0,1 1 0,-1-1 0,0 1 0,0 0 0,0-1 0,0 1 0,1 0 0,-1-1 0,0 1 0,1 0 0,-1-1 0,0 1 0,0 0 0,1-1 0,-1 1 0,1 0 0,-1 0 0,0-1 0,1 1 0,-1 0 0,1 0 0,-1 0 0,1-1 0,-1 2 0,1-1 0,-1 0 0,0 1 0,1-1 0,-1 0 0,0 1 0,1-1 0,-1 0 0,0 1 0,0-1 0,0 1 0,1-1 0,-1 1 0,0-1 0,0 0 0,0 1 0,0-1 0,0 2 0,2 23 0,-2-21 0,0 0 0,-1-1 0,0 1 0,0 0 0,0-1 0,0 1 0,-1-1 0,1 0 0,-1 1 0,0-1 0,0 0 0,0 0 0,0 0 0,-1 0 0,1 0 0,-1-1 0,-5 5 0,3-3 0,-1-1 0,1 1 0,-1-1 0,0 0 0,0-1 0,0 0 0,-1 0 0,1 0 0,-7 1 0,-89 11 0,82-11 0,-31 9 0,-4 1 0,-36 2 0,17-3 0,40-5 0,-1-2 0,-38 0 0,-379-5 0,359-8 0,3 1 0,-633 7 0,713 1 0,0 1 0,0-1 0,0 2 0,1-1 0,-1 1 0,0 1 0,1 0 0,-9 5 0,6-3 0,0-1 0,0 0 0,0-1 0,-16 3 0,5-3 0,-6 1 0,0-1 0,-34 0 0,-307-5 0,352 2 0,-32 6 0,31-4 0,-30 1 0,-40-5 0,-67 2 0,108 6 0,30-4 0,-31 2 0,-487-6 0,515 2 0,-30 6 0,30-4 0,-29 1 0,23-2 0,-34 5 0,48-5 0,-88 10 0,66-7 0,0-3 0,-65-2 0,37-1 0,-151-8 0,151 4 0,-110 4 0,65 17 0,19-2 0,-8-2 0,40-4 0,-76 1 0,-191-10 0,298 0 0,-28-5 0,-15-1 0,34 6 0,-107-7 0,-148 1 0,179 8 0,65-1 0,-18-1 0,-85 11 0,122-7 0,-71 14 0,84-13 0,0 0 0,0 1 0,0 0 0,-24 15 0,17-8 0,0 2 0,1 0 0,0 2 0,-31 31 0,8-4 0,27-28 0,0 0 0,-21 29 0,29-35 0,6-7 0,1 0 0,-1 0 0,0 0 0,0 1 0,1-1 0,0 0 0,-1 1 0,1-1 0,0 0 0,0 1 0,0 0 0,-1 3 0,13-30 0,-9 16 0,0 1 0,0-1 0,0 0 0,-1 0 0,0-1 0,0 1 0,-1 0 0,0 0 0,-1 0 0,0 0 0,-2-9 0,2 9 0,-1 0 0,0 0 0,0 1 0,-4-11 0,4 15 0,0 0 0,0 0 0,0 1 0,0-1 0,0 0 0,-1 1 0,1-1 0,-1 1 0,0 0 0,1 0 0,-1 0 0,-6-3 0,-16-7 0,-2 1 0,-37-10 0,7 2 0,34 10 0,-1 2 0,1 0 0,-1 2 0,0 0 0,0 2 0,-37-1 0,31 4 0,-61-8 0,-25-1 0,19 3 0,-75-15 0,129 15 0,23 3 0,-31-2 0,-411 6 0,342-10 0,60 3 0,0 0 0,-64-3 0,-1 2 0,-7 0 0,105 7 0,-293 9 0,-14-2 0,206-8 0,5 0 0,-134 2 0,98 13 0,-39 10 0,70-6 0,-231 13 0,94-16 0,-25-1 0,-63 10 0,113-6 0,-12-3 0,4 0 0,160-8 0,-55 0 0,55-9 0,0-4 0,-94-20 0,-23-18 0,189 40 1,-28-2 1,26 4 28,-22-5 0,35 6-188,0-1-1,-1 1 0,1-1 0,0-1 1,0 1-1,0-1 0,1 0 1,-7-4-1,2-1-6667</inkml:trace>
</inkml:ink>
</file>

<file path=ppt/ink/ink3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9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20 24575,'0'-1'0,"0"0"0,0 1 0,0-1 0,0 0 0,0 1 0,0-1 0,0 0 0,0 1 0,0-1 0,0 0 0,0 1 0,0-1 0,0 0 0,1 1 0,-1-1 0,0 1 0,0-1 0,1 1 0,-1-1 0,0 0 0,1 1 0,-1-1 0,1 1 0,-1-1 0,1 1 0,-1 0 0,1-1 0,-1 1 0,1-1 0,-1 1 0,1 0 0,-1-1 0,1 1 0,0 0 0,-1 0 0,1 0 0,-1-1 0,1 1 0,0 0 0,-1 0 0,1 0 0,0 0 0,-1 0 0,1 0 0,0 0 0,-1 0 0,2 1 0,0-1 0,0 1 0,1 0 0,-1 0 0,0 0 0,0 0 0,0 0 0,-1 1 0,1-1 0,0 1 0,0-1 0,-1 1 0,3 3 0,0 0 0,-1 0 0,0 0 0,-1 1 0,1-1 0,-1 1 0,0-1 0,-1 1 0,2 8 0,-1 2 0,-1 29 0,0-4 0,-1-37 0,1-1 0,-1 1 0,1 0 0,0-1 0,0 0 0,0 1 0,0-1 0,0 1 0,1-1 0,-1 0 0,1 0 0,0 0 0,0 0 0,0 0 0,1 0 0,-1-1 0,1 1 0,-1-1 0,1 1 0,0-1 0,4 3 0,-1-2 0,0-1 0,0 1 0,0-1 0,0 0 0,1-1 0,-1 1 0,1-1 0,-1-1 0,1 1 0,-1-1 0,8-1 0,-6 1 0,1-1 0,0 0 0,-1-1 0,1 0 0,-1 0 0,0-1 0,1 0 0,-1 0 0,-1-1 0,9-5 0,-12 7 0,0-1 0,0 0 0,0 0 0,-1-1 0,1 1 0,-1-1 0,0 1 0,0-1 0,0 0 0,-1 0 0,0-1 0,1 1 0,-1 0 0,-1-1 0,1 1 0,-1-1 0,1 0 0,-1 1 0,0-8 0,0 4 0,0 0 0,-1 0 0,0 0 0,0 0 0,-1 0 0,0 0 0,-1 0 0,1 0 0,-2 1 0,-3-12 0,6 19 0,-1-1 0,1 1 0,0-1 0,0 1 0,-1-1 0,1 1 0,0 0 0,0-1 0,-1 1 0,1-1 0,-1 1 0,1 0 0,0-1 0,-1 1 0,1 0 0,-1-1 0,1 1 0,-1 0 0,1 0 0,0 0 0,-2-1 0,2 1 0,-1 0 0,1 1 0,0-1 0,-1 0 0,1 0 0,0 0 0,0 1 0,-1-1 0,1 0 0,0 0 0,-1 1 0,1-1 0,0 0 0,0 1 0,0-1 0,-1 0 0,1 0 0,0 1 0,0-1 0,0 1 0,0-1 0,0 1 0,-5 23 0,5 1 0,1-1 0,1 0 0,1 1 0,8 31 0,32 94 0,-9-61 0,3-2 0,50 86 0,-80-155 0,-7-18 0,0 1 0,0-1 0,0 0 0,0 1 0,0-1 0,0 0 0,0 1 0,0-1 0,0 0 0,0 1 0,-1-1 0,1 0 0,0 1 0,0-1 0,0 0 0,0 1 0,-1-1 0,1 0 0,0 0 0,0 1 0,-1-1 0,1 0 0,0 0 0,0 1 0,-1-1 0,1 0 0,0 0 0,-1 0 0,1 0 0,0 1 0,-1-1 0,1 0 0,0 0 0,-1 0 0,1 0 0,0 0 0,-1 0 0,1 0 0,0 0 0,-1 0 0,1 0 0,0 0 0,-1 0 0,1 0 0,0 0 0,-1 0 0,1-1 0,0 1 0,-1 0 0,-4-1 0,-1-1 0,1 0 0,0 0 0,0 0 0,0 0 0,-7-5 0,-28-22 0,31 23 0,-15-13 0,-30-29 0,44 38 0,1-1 0,-1 0 0,2 0 0,-1-1 0,-6-14 0,14 25 6,0-1 0,0 0 0,0 1 0,1-1 0,-1 0 0,1 0 0,-1 0 0,1 0 0,0 1 0,-1-1 0,1 0 0,0 0 0,0 0 0,0 0 0,1 0 0,-1 0 0,0 0 0,1 1 0,0-4 0,0 4-77,0-1 1,0 1-1,0-1 0,1 1 0,-1 0 1,0 0-1,1-1 0,-1 1 1,0 0-1,1 0 0,-1 0 0,1 1 1,0-1-1,-1 0 0,1 0 1,0 1-1,-1-1 0,1 1 0,0 0 1,2-1-1,9 0-6755</inkml:trace>
</inkml:ink>
</file>

<file path=ppt/ink/ink3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9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158 5 24575,'-6'0'0,"-63"-4"0,62 4 0,0 0 0,0 0 0,0 1 0,1 0 0,-1 1 0,0 0 0,-9 3 0,15-4 0,0-1 0,-1 1 0,1 0 0,0-1 0,0 1 0,0 0 0,0-1 0,0 1 0,0 0 0,1 0 0,-1 0 0,0 0 0,0 0 0,1 0 0,-1 0 0,0 0 0,1 0 0,-1 1 0,1-1 0,-1 0 0,1 0 0,0 0 0,0 1 0,-1-1 0,1 0 0,0 0 0,0 1 0,0-1 0,0 0 0,0 0 0,1 1 0,-1-1 0,0 0 0,1 0 0,0 2 0,2 5 0,0-1 0,1 0 0,0 0 0,7 11 0,-1-4 0,29 48 0,-18-31 0,24 49 0,-40-68 0,1 0 0,-2 1 0,0 0 0,-1 0 0,0 1 0,0-1 0,0 23 0,-4 7 0,1 15 0,0-57 0,0 1 0,0-1 0,1 1 0,-1-1 0,0 0 0,1 1 0,0-1 0,-1 0 0,1 0 0,0 1 0,-1-1 0,1 0 0,0 0 0,0 0 0,0 0 0,0 0 0,0 0 0,0 0 0,0 0 0,0 0 0,1-1 0,-1 1 0,0 0 0,0-1 0,1 1 0,-1-1 0,0 1 0,1-1 0,-1 0 0,3 1 0,5 0 0,0-1 0,0 1 0,0-2 0,8 0 0,0 0 0,-9 1-124,1-1 0,-1 1 0,0-1 0,0-1 0,0 1 0,0-1-1,0-1 1,0 1 0,-1-2 0,9-3 0,-6 0-6702</inkml:trace>
</inkml:ink>
</file>

<file path=ppt/ink/ink3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9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85 11 24575,'2'-1'0,"-1"0"0,1 0 0,0 0 0,-1 0 0,1 0 0,0 0 0,0 1 0,0-1 0,0 0 0,-1 1 0,1 0 0,0-1 0,0 1 0,0 0 0,0 0 0,0 0 0,0 0 0,0 0 0,0 1 0,0-1 0,0 0 0,-1 1 0,1 0 0,0-1 0,0 1 0,0 0 0,-1 0 0,1 0 0,0 0 0,-1 0 0,1 0 0,-1 1 0,1-1 0,1 3 0,1 1 0,0 0 0,-1 1 0,1 0 0,-1-1 0,0 1 0,0 1 0,-1-1 0,3 12 0,-3-11 0,-1 0 0,0 0 0,0 0 0,0 0 0,-1 11 0,0-17 0,0 0 0,0 1 0,-1-1 0,1 0 0,0 1 0,0-1 0,-1 0 0,1 0 0,-1 1 0,1-1 0,-1 0 0,1 0 0,-1 0 0,0 1 0,0-1 0,0 0 0,1 0 0,-1 0 0,0 0 0,0 0 0,0-1 0,0 1 0,-1 0 0,1 0 0,0-1 0,0 1 0,0-1 0,-1 1 0,1-1 0,0 1 0,0-1 0,-1 0 0,1 1 0,0-1 0,-3 0 0,-3-1 0,1 1 0,-1-1 0,1-1 0,-1 1 0,1-1 0,0 0 0,-1-1 0,1 1 0,0-1 0,1 0 0,-8-6 0,4 3 0,2 0 0,-1 0 0,1-1 0,0 0 0,0 0 0,1-1 0,-6-8 0,11 15 0,0-1 0,0 0 0,0 1 0,0-1 0,0 0 0,1 0 0,-1 0 0,1 0 0,-1 0 0,1 1 0,-1-1 0,1 0 0,0 0 0,0 0 0,0 0 0,0 0 0,1 0 0,-1 0 0,1-2 0,0 2 0,-1 1 0,1-1 0,0 1 0,0-1 0,0 1 0,0 0 0,0-1 0,1 1 0,-1 0 0,0 0 0,1 0 0,-1 0 0,0 0 0,1 0 0,-1 0 0,1 1 0,-1-1 0,1 0 0,0 1 0,-1-1 0,1 1 0,2-1 0,7 0-195,0-1 0,1 1 0,0 1 0,-1 0 0,1 1 0,20 3 0,-20-1-6631</inkml:trace>
</inkml:ink>
</file>

<file path=ppt/ink/ink3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9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59 24575,'7'-7'0,"0"0"0,0 1 0,1 0 0,0 0 0,0 1 0,0 0 0,10-5 0,-14 9 0,0-1 0,-1 1 0,1 0 0,0 1 0,0-1 0,0 0 0,0 1 0,0 0 0,0 0 0,0 0 0,-1 1 0,1-1 0,0 1 0,0 0 0,0 0 0,0 0 0,-1 1 0,1-1 0,-1 1 0,5 2 0,5 4 0,1 1 0,-1 1 0,-1 0 0,0 0 0,0 1 0,-1 1 0,18 24 0,-23-26 0,0 0 0,0 0 0,-1 0 0,0 1 0,-1 0 0,0 0 0,-1 0 0,0 1 0,-1-1 0,0 1 0,0 17 0,-1 20 0,-2 0 0,-9 61 0,9-102 0,-1 0 0,2 1 0,-1-1 0,1 0 0,0 1 0,1-1 0,2 9 0,-3-15 0,1 0 0,-1 1 0,0-1 0,1 0 0,-1 0 0,0 1 0,0-1 0,-1 0 0,1 1 0,-1 2 0,1-4 0,-1 0 0,1 0 0,-1 0 0,0 0 0,1-1 0,-1 1 0,0 0 0,1 0 0,-1 0 0,0-1 0,0 1 0,0-1 0,0 1 0,0 0 0,1-1 0,-1 1 0,0-1 0,0 0 0,0 1 0,-1-1 0,1 0 0,0 0 0,0 1 0,-1-1 0,-12 1-196,0 0 0,-17-2 0,23 0-581,-6 1-6049</inkml:trace>
</inkml:ink>
</file>

<file path=ppt/ink/ink3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9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24575,'3'18'0,"0"-1"0,1 1 0,1-1 0,0 0 0,1-1 0,16 31 0,-18-41 0,-1 0 0,1-1 0,0 1 0,1-1 0,-1 0 0,1 0 0,0 0 0,0-1 0,1 0 0,-1 0 0,1 0 0,0 0 0,0-1 0,0 0 0,0-1 0,1 1 0,-1-1 0,1 0 0,-1-1 0,14 2 0,-18-2 0,0-1 0,0 0 0,1 0 0,-1 0 0,0 0 0,0-1 0,0 1 0,0 0 0,0-1 0,0 0 0,0 1 0,0-1 0,0 0 0,0 0 0,0 0 0,0 0 0,-1 0 0,1-1 0,0 1 0,-1-1 0,1 1 0,-1-1 0,0 1 0,1-1 0,-1 0 0,0 1 0,0-1 0,0 0 0,0 0 0,0 0 0,0 0 0,-1 0 0,2-4 0,0-5 0,-1-1 0,0 0 0,0 0 0,-3-23 0,1 14 0,0-20 0,2 56 0,1 0 0,0 0 0,9 26 0,20 52 0,-12-40 0,15 45 0,29 98 0,-61-191 0,-1 0 0,0 0 0,-1 0 0,1 0 0,-1 0 0,0 0 0,-1 5 0,1-9 0,0 0 0,-1 0 0,1 0 0,0 0 0,0 0 0,-1 0 0,1 0 0,-1 0 0,1 0 0,-1 0 0,1-1 0,-1 1 0,1 0 0,-1 0 0,0-1 0,1 1 0,-1 0 0,0-1 0,0 1 0,0-1 0,1 1 0,-1-1 0,0 1 0,0-1 0,0 1 0,0-1 0,0 0 0,0 0 0,0 1 0,0-1 0,0 0 0,0 0 0,0 0 0,0 0 0,0 0 0,0 0 0,0 0 0,0-1 0,0 1 0,1 0 0,-1 0 0,0-1 0,-1 0 0,-4-1 0,0 0 0,0-1 0,1 0 0,-1 0 0,1-1 0,-8-5 0,-27-27 0,39 34 0,-1 1 0,0-1 1,1 0-1,-1 0 0,1-1 0,-1 1 0,1 0 0,0 0 0,0-1 1,0 1-1,0-1 0,0 1 0,0-1 0,1 1 0,-1-1 0,1 1 1,0-1-1,0 1 0,0-1 0,0-4 0,2-3 7,0 0-1,0 1 0,8-19 1,-7 19-472,0-1 0,4-17 1,-6 14-6362</inkml:trace>
</inkml:ink>
</file>

<file path=ppt/ink/ink3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9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176 17 24575,'-10'-4'0,"-1"1"0,0 0 0,0 1 0,0 0 0,0 1 0,0 0 0,-17 1 0,24 0 0,0 1 0,0-1 0,0 1 0,0 0 0,1 0 0,-1 1 0,0-1 0,0 1 0,1-1 0,-6 5 0,7-4 0,0-1 0,0 1 0,0 0 0,0 0 0,0 0 0,1 1 0,-1-1 0,1 0 0,-1 1 0,1-1 0,0 1 0,0-1 0,0 1 0,0-1 0,1 1 0,-1 0 0,0 3 0,1-3 0,0 1 0,0-1 0,0 1 0,1 0 0,-1-1 0,1 1 0,-1-1 0,1 1 0,1-1 0,-1 1 0,0-1 0,3 5 0,3 3 0,0 0 0,12 12 0,-13-16 0,-1 0 0,1 0 0,-1 0 0,-1 1 0,1-1 0,4 13 0,-4-2 0,-1 1 0,0 0 0,1 28 0,-3 59 0,-2-83 0,0-20 0,0 0 0,0 0 0,0 0 0,1 0 0,-1 0 0,1 0 0,0 0 0,0 0 0,0 0 0,3 6 0,-3-8 0,0 1 0,0-1 0,0 0 0,1 1 0,-1-1 0,1 0 0,-1 0 0,1 0 0,-1 0 0,1 0 0,-1 0 0,1 0 0,0-1 0,0 1 0,-1 0 0,1-1 0,0 0 0,0 1 0,3-1 0,20 4-80,-20-3-27,0 0 0,0 0 0,1 0 0,-1-1 0,1 1 0,-1-2 0,0 1-1,1 0 1,-1-1 0,1 0 0,9-3 0,-6-1-6719</inkml:trace>
</inkml:ink>
</file>

<file path=ppt/ink/ink3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9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24575,'0'15'0,"2"7"0,1 2 0,1 0 0,1-2 0,0-2 0,1-2 0,1-2 0,0-1 0,0-1 0,1 0 0,-1 0 0,1-2 0</inkml:trace>
</inkml:ink>
</file>

<file path=ppt/ink/ink3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9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13 24575,'22'-5'0,"0"2"0,0 1 0,1 0 0,-1 2 0,33 3 0,-53-3 0,0 0 0,0 1 0,0-1 0,0 0 0,-1 1 0,1 0 0,0-1 0,0 1 0,0 0 0,0 0 0,-1 0 0,1 0 0,0 1 0,-1-1 0,1 0 0,-1 1 0,3 2 0,-3-2 0,-1-1 0,1 1 0,0-1 0,-1 1 0,0 0 0,1 0 0,-1-1 0,0 1 0,0 0 0,0 0 0,0-1 0,0 1 0,0 0 0,-1 0 0,1-1 0,-1 1 0,1 0 0,-1-1 0,1 1 0,-2 2 0,-3 5 0,1 0 0,1 0 0,-1 0 0,1 1 0,1-1 0,0 1 0,1 0 0,-1-1 0,2 1 0,0 0 0,0 0 0,2 12 0,4 4 0,1-1 0,1 1 0,20 41 0,-14-37 0,-3 0 0,10 32 0,-20-57 0,0 0 0,0 0 0,0 0 0,-1 0 0,0 0 0,0 8 0,0-11 0,0-1 0,-1 0 0,1 1 0,0-1 0,-1 0 0,1 0 0,-1 1 0,1-1 0,-1 0 0,0 0 0,0 0 0,1 0 0,-1 0 0,0 0 0,0 0 0,0 0 0,0 0 0,0 0 0,0 0 0,0 0 0,-1-1 0,1 1 0,0-1 0,0 1 0,-1-1 0,1 1 0,0-1 0,0 1 0,-3-1 0,-28 6-682,-53 2-1,73-8-6143</inkml:trace>
</inkml:ink>
</file>

<file path=ppt/ink/ink3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9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 3 24575,'-1'0'0,"0"-1"0,1 1 0,-1 0 0,1 0 0,-1-1 0,0 1 0,1 0 0,-1 0 0,0 0 0,1 0 0,-1-1 0,0 1 0,1 0 0,-1 0 0,0 0 0,0 1 0,1-1 0,-1 0 0,0 0 0,1 0 0,-1 0 0,1 1 0,-1-1 0,0 0 0,0 1 0,0 0 0,0 0 0,1 0 0,-1 0 0,0 0 0,0 0 0,1 0 0,-1 0 0,1 0 0,-1 0 0,1 0 0,-1 0 0,1 0 0,-1 2 0,0 2 0,1-1 0,-1 1 0,1 0 0,0 0 0,0 0 0,1 6 0,1-5 0,0 0 0,0 0 0,0-1 0,1 1 0,0 0 0,0-1 0,0 1 0,1-1 0,-1 0 0,1 0 0,0-1 0,1 1 0,-1-1 0,7 4 0,2 3 0,2-1 0,-1-1 0,31 14 0,-39-21 0,0 1 0,1-1 0,-1 0 0,1-1 0,-1 1 0,1-2 0,-1 1 0,1 0 0,0-1 0,-1-1 0,1 1 0,0-1 0,7-2 0,-10 3 0,-1-1 0,0 0 0,0-1 0,1 1 0,-1-1 0,0 1 0,0-1 0,0 0 0,-1 0 0,1 0 0,0 0 0,-1-1 0,1 1 0,-1-1 0,0 0 0,0 1 0,0-1 0,0 0 0,0 0 0,-1 0 0,1-1 0,-1 1 0,0 0 0,0 0 0,0-1 0,0-4 0,0 1 0,-1 0 0,1 0 0,-2 0 0,0-9 0,1 15 0,0-1 0,0 0 0,-1 0 0,1 1 0,0-1 0,-1 0 0,0 1 0,1-1 0,-1 0 0,0 1 0,0-1 0,0 1 0,0-1 0,0 1 0,0 0 0,0-1 0,0 1 0,0 0 0,-1 0 0,1 0 0,-3-2 0,3 3 0,1 0 0,-1 0 0,0 0 0,0 0 0,1 0 0,-1 0 0,0 0 0,1 0 0,-1 0 0,0 0 0,1 0 0,-1 1 0,0-1 0,0 0 0,1 0 0,-1 1 0,1-1 0,-1 0 0,0 1 0,1-1 0,-1 1 0,1-1 0,-1 1 0,1-1 0,-1 1 0,1-1 0,-1 1 0,1 0 0,0-1 0,-1 1 0,1-1 0,0 1 0,-1 0 0,1-1 0,0 1 0,0 0 0,0 0 0,0-1 0,0 2 0,-5 30 0,5-31 0,-2 50 0,3 0 0,1 0 0,3 1 0,3-2 0,15 60 0,22 43 0,-43-139 0,-2-14 0,0 0 0,0 0 0,0 0 0,0 0 0,0 0 0,0 1 0,0-1 0,0 0 0,-1 0 0,1 0 0,0 0 0,0 0 0,0 0 0,0 0 0,0 0 0,0 0 0,0 0 0,0 0 0,0 0 0,0 0 0,-1 0 0,1 0 0,0 0 0,0 0 0,0 0 0,0 0 0,0 0 0,0 0 0,0 0 0,-1 0 0,1 0 0,0 0 0,0 0 0,0 0 0,0 0 0,0 0 0,0 0 0,0 0 0,0 0 0,0 0 0,-1 0 0,1 0 0,0 0 0,0 0 0,0 0 0,0 0 0,0 0 0,0 0 0,0-1 0,0 1 0,0 0 0,-17-18 0,12 11 0,-37-32 0,30 28 0,1 1 0,-13-17 0,22 25-72,1 0 1,-1 1-1,1-1 0,0-1 0,0 1 0,0 0 0,0 0 0,1 0 1,-1 0-1,1-1 0,-1 1 0,1 0 0,0 0 0,-1-1 0,1 1 1,1 0-1,-1-1 0,1-2 0,2-4-6754</inkml:trace>
</inkml:ink>
</file>

<file path=ppt/ink/ink3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9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213 32 24575,'-11'-5'0,"0"0"0,0 0 0,0 1 0,-1 0 0,0 1 0,-15-2 0,22 5 0,0-1 0,1 1 0,-1 0 0,0 1 0,0-1 0,1 1 0,-1 0 0,0 0 0,1 0 0,-1 1 0,1 0 0,0 0 0,-1 0 0,1 0 0,0 0 0,0 1 0,0 0 0,-6 6 0,10-9 0,-4 3 0,1 1 0,0-1 0,-1 1 0,1 0 0,-3 5 0,6-8 0,-1 0 0,1 0 0,-1 0 0,1 0 0,0 0 0,0 0 0,-1 0 0,1 0 0,0 0 0,0 0 0,0 0 0,0 0 0,0 0 0,0 0 0,0 0 0,1 0 0,-1 0 0,0 0 0,0 0 0,1 0 0,-1 0 0,1 0 0,-1 0 0,1 0 0,-1 0 0,1 0 0,-1-1 0,1 1 0,0 0 0,1 1 0,7 6 0,-1 0 0,0 1 0,0 0 0,-1 0 0,0 1 0,-1-1 0,0 2 0,0-1 0,-1 1 0,-1 0 0,5 17 0,8 39 0,-9-29 0,20 56 0,-25-87 0,0-1 0,0 1 0,0-1 0,1 0 0,0 0 0,0 0 0,5 6 0,-7-10 0,0 0 0,0-1 0,0 1 0,0-1 0,0 1 0,0-1 0,1 0 0,-1 0 0,0 0 0,1 0 0,-1 0 0,0-1 0,1 1 0,-1-1 0,1 1 0,-1-1 0,1 0 0,-1 0 0,1 0 0,0 0 0,-1-1 0,1 1 0,2-2 0,18-4-1365,-13 3-5461</inkml:trace>
</inkml:ink>
</file>

<file path=ppt/ink/ink3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9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54 24575,'12'-10'0,"1"1"0,20-11 0,-30 17 0,1 1 0,1 1 0,-1-1 0,0 0 0,0 1 0,0 0 0,1 0 0,-1 0 0,1 1 0,-1-1 0,0 1 0,1 0 0,6 1 0,-9-1 0,-1 1 0,1-1 0,0 0 0,-1 1 0,1-1 0,-1 1 0,1 0 0,-1-1 0,1 1 0,-1 0 0,1 0 0,-1 0 0,0 0 0,1 0 0,-1 1 0,0-1 0,0 0 0,0 0 0,0 1 0,0-1 0,0 1 0,0-1 0,-1 1 0,1-1 0,0 1 0,-1-1 0,0 1 0,1 0 0,-1-1 0,0 1 0,1 0 0,-1-1 0,0 1 0,0 0 0,-1-1 0,1 1 0,-1 2 0,-1 6 0,0 0 0,-1 0 0,-1 0 0,-8 17 0,7-16 0,2-6 0,1 1 0,0 0 0,0 0 0,0-1 0,1 1 0,0 0 0,0 1 0,1-1 0,0 9 0,0-13 0,0 0 0,0 0 0,1 0 0,-1 0 0,1 0 0,0 0 0,-1 0 0,1 0 0,0 0 0,0 0 0,0 0 0,1 0 0,-1-1 0,0 1 0,1 0 0,-1-1 0,1 1 0,-1-1 0,1 0 0,0 1 0,-1-1 0,1 0 0,0 0 0,0 0 0,0 0 0,0-1 0,0 1 0,0 0 0,4 0 0,6 1 0,1-1 0,-1 0 0,1 0 0,0-1 0,-1-1 0,1 0 0,15-4 0,-27 5-80,1-1 0,0 1-1,-1-1 1,1 1 0,-1-1-1,1 0 1,0 0 0,-1 0-1,0 0 1,1 0 0,-1 0 0,1 0-1,-1 0 1,0 0 0,0-1-1,2-1 1,1-5-6746</inkml:trace>
</inkml:ink>
</file>

<file path=ppt/ink/ink3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9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8 24575,'127'-7'0,"-114"7"0,0 1 0,0 0 0,0 1 0,0 1 0,0 0 0,-1 1 0,21 8 0,-31-11 0,-1 0 0,1 0 0,0 0 0,-1 0 0,1 1 0,-1-1 0,1 0 0,-1 1 0,0-1 0,1 1 0,-1 0 0,0-1 0,0 1 0,0 0 0,0 0 0,-1-1 0,1 1 0,0 3 0,1 3 0,-1 0 0,0 0 0,-1 12 0,1 5 0,29 194 0,-22-172 0,3-1 0,28 74 0,-13-69 0,-26-51 0,0 1 0,1 0 0,-1 0 0,0-1 0,0 1 0,0 0 0,0 0 0,0-1 0,0 1 0,0 0 0,0 0 0,0 0 0,0-1 0,0 1 0,0 0 0,0 0 0,-1-1 0,1 1 0,0 0 0,-1-1 0,1 1 0,0 0 0,-1-1 0,1 1 0,-1 0 0,1-1 0,-1 1 0,1-1 0,-1 1 0,0-1 0,1 1 0,-1-1 0,0 1 0,1-1 0,-1 0 0,0 1 0,1-1 0,-1 0 0,0 0 0,-1 1 0,-6 1 0,1 0 0,-1 0 0,-9 1 0,7-1 0,-26 5-1365,21-5-5461</inkml:trace>
</inkml:ink>
</file>

<file path=ppt/ink/ink3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9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138 0 24575,'-1'1'0,"1"0"0,0 0 0,-1 0 0,1 0 0,-1-1 0,1 1 0,-1 0 0,1-1 0,-1 1 0,1 0 0,-1-1 0,0 1 0,1 0 0,-1-1 0,0 1 0,0-1 0,1 1 0,-2-1 0,-17 10 0,17-9 0,-24 10 0,14-7 0,0 1 0,0 1 0,-20 13 0,31-18 0,0 0 0,0 0 0,0 0 0,0 0 0,0 0 0,1 1 0,-1-1 0,0 0 0,1 0 0,-1 1 0,1-1 0,-1 0 0,1 1 0,0-1 0,0 0 0,-1 1 0,1-1 0,0 3 0,4 28 0,-2-15 0,1 39 0,-3-34 0,1-1 0,1 1 0,1-1 0,9 35 0,10 2 0,5 14 0,-22-53 0,-1 0 0,0 1 0,-1-1 0,0 34 0,-4 23 0,2 88 0,14-52 0,-9-72 0,-3-23 0,2 27 0,-3-18 0,1-1 0,8 33 0,2 6 0,1 8 0,-10-42 0,1-4 0,1 48 0,-7-60 0,1 4 0,0 1 0,1-1 0,7 34 0,7 43 0,-12-71 0,-1 0 0,-3 45 0,2 17 0,6-38 0,-4-30 0,2 31 0,2 28 0,-4-51 0,1 30 0,-4-28 0,-1 15 0,10 82 0,-6-100 0,-1 1 0,-2 26 0,2 24 0,4-23 0,-2-30 0,0 31 0,-3-36 0,5 28 0,-3-27 0,2 28 0,-6 415 0,0-448 0,0 0 0,-4 17 0,2-15 0,-2 24 0,4-9 0,2 1 0,0-1 0,7 34 0,-5-46 0,-3-14 0,1-1 0,-1 1 0,1 0 0,0 0 0,2 4 0,-2-7 0,0-1 0,-1 0 0,1 0 0,0 1 0,0-1 0,-1 0 0,1 0 0,0 0 0,0 0 0,0 0 0,1 0 0,-1 0 0,0-1 0,0 1 0,0 0 0,1-1 0,-1 1 0,0 0 0,1-1 0,-1 0 0,3 1 0,30 5-682,61 2-1,-82-8-6143</inkml:trace>
</inkml:ink>
</file>

<file path=ppt/ink/ink3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9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8 24575,'9'-2'0,"-1"0"0,1 1 0,-1 0 0,1 0 0,-1 1 0,1 0 0,-1 0 0,1 1 0,0 0 0,-1 1 0,16 5 0,-18-6 0,74 23 0,-78-24 0,1 1 0,-1 0 0,0 0 0,0 0 0,0 0 0,0 1 0,0-1 0,0 0 0,-1 1 0,1-1 0,0 1 0,-1 0 0,1 0 0,-1-1 0,1 1 0,-1 0 0,0 0 0,0 0 0,0 1 0,0-1 0,0 0 0,-1 0 0,1 0 0,0 1 0,-1 1 0,2 8 0,0 1 0,-1-1 0,-1 17 0,0-25 0,-8 86 0,4-57 0,0 32 0,13 127 0,31 93 0,-33-218 0,-4 133 0,-4-116 0,-6 1 0,-1-2 0,9 322 0,0-388 0,0 0 0,6 20 0,-2-8 0,2 3 0,-5-20 0,1-1 0,0 21 0,-2-12 0,5 23 0,-3-24 0,1 29 0,-4-23 0,-7 34 0,4-44 0,1 1 0,1-1 0,0 1 0,1 0 0,0-1 0,5 25 0,4 6 0,-2 2 0,-2-1 0,-2 69 0,-5-50 0,4 103 0,12-66 0,1 6 0,-9-68 0,23 74 0,-15-66 0,8 37 0,-18-66 0,0-4 0,-1 0 0,-1 0 0,1 17 0,-4-7 0,0-13 0,1 0 0,0 1 0,1-1 0,0-1 0,1 1 0,1 0 0,0 0 0,7 18 0,17 18 0,-27-48 0,0-1 0,0 1 0,1-1 0,-1 1 0,0-1 0,0 1 0,0-1 0,0 1 0,1-1 0,-1 1 0,0-1 0,0 1 0,0-1 0,0 1 0,0 0 0,0-1 0,0 1 0,-1-1 0,1 1 0,0-1 0,0 1 0,0-1 0,0 1 0,-1-1 0,1 1 0,0-1 0,-1 1 0,0 0 0,0 0 0,0-1 0,0 1 0,0 0 0,0-1 0,0 1 0,0-1 0,0 1 0,0-1 0,0 0 0,0 1 0,-2-1 0,-6 1 0,1-1 0,-18 0 0,18-1 0,-1 1-104,-10 0-316,0-1-1,-28-5 1,33 3-6406</inkml:trace>
</inkml:ink>
</file>

<file path=ppt/ink/ink3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9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287 34 24575,'-12'-8'0,"-7"-1"0,-2-1 0,0 5 0,1 3 0,1 4 0,2 2 0,1 3 0,1 0 0,0-1 0,1 0 0,0 0 0,-1-1 0,1-2 0,0-1 0,0-1 0,-1-1 0,3 0-8191</inkml:trace>
</inkml:ink>
</file>

<file path=ppt/ink/ink3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9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242 46 24575,'0'-2'0,"0"-4"0,-2-3 0,-4 0 0,-3 2 0,-2 1 0,-2 3 0,-2 1 0,-2 1 0,-1 1 0,-3 0 0,0 1 0,2-1 0,0 0 0,0 1 0,0-1 0,1 2 0,3 2-8191</inkml:trace>
</inkml:ink>
</file>

<file path=ppt/ink/ink3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57:26.5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5 24575,'-9'-2'0,"0"-1"0,9 4 0,0-1 0,0 0 0,-1 0 0,1 1 0,0-1 0,0 0 0,0 1 0,-1-1 0,1 0 0,0 0 0,0 1 0,0-1 0,0 0 0,0 1 0,0-1 0,0 0 0,0 1 0,0-1 0,0 0 0,0 1 0,0-1 0,0 0 0,0 1 0,0-1 0,0 0 0,0 1 0,0-1 0,1 0 0,-1 1 0,0-1 0,0 0 0,1 1 0,1 6 0,1-1 0,0 1 0,0 0 0,1-1 0,0 0 0,7 9 0,32 31 0,-4-10 0,51 37 0,-54-45 0,-36-28-2,0 1 0,0-1 1,0 0-1,0 0 0,0 0 0,0 0 0,1 0 0,-1 1 0,0-1 0,0 0 0,0 0 0,0 0 0,0 0 0,0 0 1,1 0-1,-1 1 0,0-1 0,0 0 0,0 0 0,0 0 0,1 0 0,-1 0 0,0 0 0,0 0 0,0 0 0,0 0 1,1 0-1,-1 0 0,0 0 0,0 0 0,0 0 0,0 0 0,1 0 0,-1 0 0,0 0 0,0 0 0,0 0 1,0 0-1,1 0 0,-1 0 0,0 0 0,-3-9 202,-11-10-1685</inkml:trace>
</inkml:ink>
</file>

<file path=ppt/ink/ink3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57:27.4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249 4 24575,'-1'0'0,"0"-1"0,0 1 0,1-1 0,-1 1 0,0 0 0,0-1 0,0 1 0,0 0 0,0 0 0,0 0 0,1 0 0,-1 0 0,0 0 0,0 0 0,0 0 0,0 0 0,0 0 0,0 0 0,1 1 0,-1-1 0,0 0 0,0 1 0,0-1 0,-1 1 0,-22 13 0,20-11 0,-7 3 0,1 1 0,0 1 0,0 0 0,1 0 0,0 1 0,-13 15 0,-28 34 0,0 0 0,41-47-1365,1-2-5461</inkml:trace>
</inkml:ink>
</file>

<file path=ppt/ink/ink3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57:28.4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29 24575,'4'-3'0,"0"0"0,1 0 0,-1 0 0,0 1 0,1 0 0,0-1 0,-1 2 0,1-1 0,0 0 0,0 1 0,0 0 0,0 0 0,0 1 0,0-1 0,0 1 0,1 0 0,-1 0 0,0 1 0,6 1 0,-3-1 0,0 1 0,0 0 0,0 0 0,0 1 0,0 0 0,0 0 0,-1 1 0,0 0 0,1 0 0,-1 1 0,6 5 0,-8-4 0,0-1 0,-1 1 0,0 0 0,0 0 0,0 0 0,-1 1 0,0-1 0,0 1 0,2 7 0,-5-12 0,0-1 0,1 0 0,-1 0 0,0 1 0,0-1 0,0 0 0,0 0 0,0 1 0,0-1 0,-1 0 0,1 0 0,0 1 0,0-1 0,-1 0 0,1 0 0,-1 0 0,1 0 0,-1 0 0,0 0 0,-1 2 0,1-1 0,-1-1 0,1 0 0,-1 1 0,0-1 0,1 0 0,-1 0 0,0 0 0,0 0 0,0-1 0,0 1 0,-3 0 0,-5 1 0,0 0 0,0-1 0,0-1 0,-10 0 0,15 0 0,0 0 0,-9 0 0,0-1 0,-1 0 0,1-1 0,0 0 0,-15-5 0,26 6 0,0 0 0,0 0 0,0-1 0,0 1 0,0-1 0,0 1 0,1-1 0,-1 0 0,1 0 0,-1 0 0,1-1 0,0 1 0,-1-1 0,1 1 0,1-1 0,-1 1 0,0-1 0,1 0 0,-1 0 0,1 0 0,0 0 0,0 0 0,0 0 0,0-1 0,1 1 0,-1 0 0,1 0 0,0-5 0,4-22-1365,-1 18-5461</inkml:trace>
</inkml:ink>
</file>

<file path=ppt/ink/ink3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57:32.1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59 275 24575,'16'-37'0,"-12"27"0,0-1 0,9-13 0,-11 20 0,1 0 0,0 0 0,0 0 0,0 1 0,1-1 0,-1 1 0,1 0 0,0 0 0,5-3 0,95-58 0,-87 55 0,-1 1 0,1 1 0,1 1 0,-1 0 0,31-5 0,25-9 0,-55 14 0,0 2 0,1 0 0,32-3 0,57 5 0,-77 2 0,-18 1 0,1 0 0,-1 1 0,0 0 0,0 1 0,-1 1 0,19 7 0,71 38 0,-60-27 0,-7-4 0,63 43 0,-94-59 0,25 20 0,-1 0 0,32 35 0,-30-23 0,30 46 0,-52-69 0,-1 0 0,-1 0 0,0 0 0,0 1 0,-1 0 0,-1 0 0,0 0 0,0 0 0,-2 1 0,1 0 0,-1-1 0,-1 18 0,-1-14 0,0-1 0,1 1 0,6 30 0,-5-38 0,0 1 0,-1-1 0,0 1 0,-1-1 0,-1 17 0,1-21 0,-1 1 0,0 0 0,0 0 0,-1 0 0,1 0 0,-1-1 0,0 1 0,0-1 0,-1 0 0,1 1 0,-6 5 0,-12 16 0,13-16 0,0-1 0,-1 0 0,0 0 0,0-1 0,-1 0 0,-14 10 0,13-11 0,0-1 0,-1 0 0,1-1 0,-1 0 0,-23 7 0,-132 24 0,143-32 0,-78 13 0,65-14 0,-62-3 0,45-1 0,36 0 0,0 0 0,-21-6 0,9 2 0,-77-21 0,54 11 0,17 4 0,1-2 0,0-1 0,0-1 0,-32-22 0,44 25 0,1-1 0,0-1 0,1 0 0,-29-30 0,45 40 0,0 0 0,0 0 0,0-1 0,1 0 0,0 0 0,0 0 0,0 0 0,1 0 0,-1-1 0,1 1 0,1-1 0,-3-9 0,1 3 0,-1 1 0,-10-23 0,10 26 0,1 0 0,-1 0 0,1-1 0,1 1 0,0-1 0,-2-15 0,4 9 0,1 0 0,0 0 0,1 0 0,8-27 0,-4 21 0,2-30 0,-7 47-76,-1 0 1,0-1-1,0 1 0,0 0 0,-1 0 0,0 0 0,1 0 0,-2 0 1,1 0-1,0 0 0,-1 0 0,1 0 0,-1 0 0,0 1 1,-1-1-1,1 1 0,-4-5 0</inkml:trace>
</inkml:ink>
</file>

<file path=ppt/ink/ink3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57:34.2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13 24575,'-1'-1'0,"0"1"0,1 0 0,-1-1 0,0 1 0,0-1 0,1 1 0,-1-1 0,0 1 0,1-1 0,-1 1 0,1-1 0,-1 0 0,0-1 0,0-2 0,9 6 0,9 8 0,0 0 0,0 2 0,18 15 0,-17-12 0,149 140 0,-143-131 0,-24-24-34,1 0-10,-1 1-1,0-1 1,0 0-1,0 0 1,1 1 0,-1-1-1,0 0 1,0 0 0,0 0-1,1 1 1,-1-1 0,0 0-1,1 0 1,-1 0-1,0 0 1,0 0 0,1 0-1,-1 1 1,0-1 0,1 0-1,-1 0 1,0 0 0,0 0-1,1 0 1,-1 0-1,0 0 1,1 0 0,-1 0-1,1 0 1</inkml:trace>
</inkml:ink>
</file>

<file path=ppt/ink/ink3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57:34.7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127 6 24575,'0'0'0,"0"0"0,0 0 0,0 0 0,0-1 0,1 1 0,-1 0 0,0 0 0,0 0 0,0-1 0,0 1 0,-1 0 0,1 0 0,0 0 0,0 0 0,0-1 0,0 1 0,0 0 0,0 0 0,0 0 0,0-1 0,0 1 0,0 0 0,0 0 0,-1 0 0,1 0 0,0 0 0,0 0 0,0-1 0,0 1 0,0 0 0,-1 0 0,1 0 0,0 0 0,0 0 0,0 0 0,0 0 0,-1 0 0,1 0 0,0 0 0,0 0 0,0-1 0,-1 1 0,-8 5 0,-6 10 0,6-3 0,0 0 0,1 1 0,0 0 0,1 0 0,0 0 0,1 1 0,1 0 0,-7 27 0,10-35-151,1 0-1,-1 0 0,0 0 0,-1 0 1,1 0-1,-1 0 0,0-1 1,-7 10-1</inkml:trace>
</inkml:ink>
</file>

<file path=ppt/ink/ink3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57:35.3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 24575,'0'-4'0,"2"-3"0,-1 1 0,-1 3 0,-1 5 0,1 5 0,-1 3 0,0 3 0,1 1 0,2-1 0,1-1 0,0 0 0,2-2 0,0 0 0,2-2 0,0 0 0,-2 2 0</inkml:trace>
</inkml:ink>
</file>

<file path=ppt/ink/ink3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57:37.6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61 232 24575,'-1'-9'0,"2"0"0,-1 0 0,1 0 0,3-10 0,-3 15 0,1-1 0,-1 1 0,1 0 0,0 0 0,0 0 0,0 1 0,1-1 0,0 0 0,-1 1 0,6-5 0,8-6 0,0 0 0,0 2 0,1 0 0,1 1 0,34-17 0,-39 23 0,1 0 0,-1 1 0,1 1 0,0 0 0,24-1 0,6-3 0,-24 4 0,32-1 0,208 4 0,-248 1 0,1 0 0,17 5 0,16 0 0,1 2 0,-34-5 0,0-1 0,15 1 0,-10-1 0,1 1 0,0 1 0,-1 1 0,0 0 0,33 16 0,-25-8 0,0 0 0,30 23 0,-19-12 0,-17-10 0,0 0 0,-1 2 0,27 27 0,-37-32 0,0 0 0,0 0 0,-1 1 0,-1 0 0,0 0 0,-1 0 0,0 1 0,0 0 0,-2 1 0,0-1 0,3 16 0,-4-14 0,-1-6 0,0 0 0,-1 1 0,0 15 0,-1-21 0,-1 0 0,1 0 0,-1 1 0,0-1 0,0-1 0,-1 1 0,1 0 0,-1 0 0,0 0 0,0-1 0,-5 7 0,-17 21 0,-2 0 0,-1-2 0,-41 36 0,53-53 0,-1-1 0,0-1 0,-1 0 0,0-1 0,-32 12 0,-94 22 0,138-42 0,-18 4 0,-1-2 0,0-1 0,-1 0 0,-39-4 0,8 0 0,29 3 0,-5-1 0,0-1 0,-50-7 0,37-1 0,-83-19 0,101 20 0,1-3 0,0 0 0,1-1 0,1-2 0,-30-20 0,-17-22 0,59 47 0,1-1 0,0 0 0,1-1 0,0 0 0,-12-19 0,17 23 0,1 0 0,0 0 0,0-1 0,1 1 0,0-1 0,1 0 0,0 0 0,0 0 0,0 0 0,1 0 0,0-11 0,2-21-103,0 18 216,-2-32 0,0 48-262,0-1 0,0 1 1,0 0-1,-1 0 0,0-1 0,0 2 0,-1-1 1,0 0-1,-5-8 0,1 5-6677</inkml:trace>
</inkml:ink>
</file>

<file path=ppt/ink/ink3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57:39.6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50 24575,'-5'-4'0,"1"0"0,0-1 0,0 0 0,0 0 0,1 0 0,0 0 0,-4-7 0,7 12 0,0-1 0,0 1 0,0 0 0,0 0 0,0 0 0,1-1 0,-1 1 0,0 0 0,0 0 0,0 0 0,0-1 0,0 1 0,0 0 0,0 0 0,0 0 0,1 0 0,-1-1 0,0 1 0,0 0 0,0 0 0,0 0 0,1 0 0,-1 0 0,0 0 0,0 0 0,0-1 0,1 1 0,-1 0 0,0 0 0,0 0 0,0 0 0,1 0 0,-1 0 0,0 0 0,0 0 0,0 0 0,1 0 0,-1 0 0,0 0 0,0 0 0,0 0 0,1 0 0,-1 0 0,0 1 0,0-1 0,1 0 0,9 3 0,15 11 0,-1 0 0,-1 2 0,-1 0 0,29 27 0,22 17 0,-12-7 0,-60-52 0,-14-14-1365</inkml:trace>
</inkml:ink>
</file>

<file path=ppt/ink/ink3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57:40.1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143 11 24575,'-1'-1'0,"1"1"0,-1-1 0,0 0 0,1 0 0,-1 1 0,0-1 0,0 0 0,1 1 0,-1-1 0,0 1 0,0-1 0,0 1 0,0-1 0,0 1 0,0-1 0,0 1 0,1 0 0,-3-1 0,1 2 0,1 0 0,-1 0 0,1 0 0,0 1 0,0-1 0,-1 0 0,1 0 0,0 1 0,0-1 0,0 1 0,-1 2 0,-17 27 0,-21 43 0,30-47-30,9-23-73,0 0 0,-1 0 1,1 0-1,-1 0 0,0-1 1,0 1-1,0 0 0,0-1 1,-1 1-1,1-1 0,-1 0 1,-5 5-1,-1-2-6723</inkml:trace>
</inkml:ink>
</file>

<file path=ppt/ink/ink3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57:41.2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38 24575,'0'-1'0,"0"-1"0,1 1 0,-1-1 0,1 1 0,-1-1 0,1 1 0,0-1 0,-1 1 0,1 0 0,0-1 0,0 1 0,0 0 0,0 0 0,0 0 0,0 0 0,1 0 0,1-2 0,-1 2 0,0-1 0,0 1 0,0 0 0,0-1 0,1 1 0,-1 0 0,0 0 0,1 1 0,-1-1 0,4 0 0,-3 1 0,-1 0 0,0 0 0,1 0 0,-1 1 0,0-1 0,1 1 0,-1 0 0,0-1 0,0 1 0,1 0 0,-1 0 0,0 1 0,0-1 0,0 0 0,0 1 0,-1-1 0,1 1 0,0 0 0,0-1 0,-1 1 0,1 0 0,-1 0 0,0 0 0,0 0 0,0 0 0,1 0 0,-2 0 0,1 1 0,0-1 0,0 0 0,-1 1 0,1-1 0,-1 0 0,0 1 0,0-1 0,0 0 0,0 1 0,0-1 0,0 1 0,-1-1 0,1 0 0,-1 1 0,0-1 0,1 0 0,-1 0 0,0 0 0,0 1 0,-1-1 0,1 0 0,0 0 0,-4 3 0,-12 14 0,11-13 0,1 0 0,0 0 0,0 1 0,0-1 0,-4 10 0,7-14 0,1 1 0,0-1 0,0 1 0,0 0 0,0-1 0,1 1 0,-1 0 0,1 0 0,-1 4 0,1-6 0,0 0 0,1 0 0,-1 0 0,0 0 0,1 0 0,-1 0 0,0-1 0,1 1 0,-1 0 0,1 0 0,-1 0 0,1 0 0,0-1 0,-1 1 0,1 0 0,0-1 0,0 1 0,-1 0 0,1-1 0,0 1 0,0-1 0,0 1 0,0-1 0,0 0 0,-1 1 0,1-1 0,0 0 0,0 1 0,0-1 0,0 0 0,2 0 0,20 3 9,1-2 0,-1 0 1,25-3-1,4 0-1411,-40 2-5424</inkml:trace>
</inkml:ink>
</file>

<file path=ppt/ink/ink3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57:43.7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10 270 24575,'0'0'0,"-1"0"0,1 0 0,-1 0 0,1 0 0,-1-1 0,1 1 0,-1 0 0,1 0 0,-1-1 0,1 1 0,0 0 0,-1-1 0,1 1 0,0 0 0,-1-1 0,1 1 0,0-1 0,-1 1 0,1 0 0,0-1 0,0 1 0,-1-1 0,1 1 0,0-1 0,0 1 0,0-1 0,0 1 0,-1-1 0,1 1 0,0-1 0,0 1 0,0-1 0,0 1 0,0-1 0,1 1 0,-1-1 0,0 1 0,0-1 0,0 0 0,6-22 0,3 6 0,1 0 0,0 0 0,1 0 0,0 2 0,17-18 0,-24 29 0,0 1 0,-1 0 0,1 0 0,1 0 0,-1 1 0,0-1 0,10-2 0,35-11 0,-26 9 0,83-22 0,-85 24 0,-1 2 0,1 0 0,26 1 0,-33 2 0,1-1 0,17-5 0,-16 3 0,23-1 0,16 4 0,-26 1 0,0-2 0,45-7 0,-68 7 0,-1 1 0,1-1 0,0 1 0,-1 1 0,1-1 0,-1 1 0,1 0 0,-1 0 0,1 0 0,9 5 0,5 3 0,28 17 0,-14-7 0,-9-4 0,-1 0 0,-1 2 0,29 27 0,-3-3 0,-43-36 0,-1 0 0,0 1 0,0-1 0,0 1 0,0 0 0,5 11 0,19 42 0,-22-41 0,43 102 0,-43-105 0,-1 0 0,8 30 0,-13-39 0,0 1 0,0 0 0,0 0 0,-1-1 0,1 1 0,-2 0 0,1 0 0,-1 0 0,-2 10 0,-2 0 0,2-6 0,0 0 0,-1-1 0,0 1 0,0-1 0,-1 0 0,-9 14 0,6-13 0,0-1 0,0 1 0,-1-2 0,0 0 0,-16 13 0,14-14 0,0 0 0,0-1 0,-1 0 0,0-1 0,-1 0 0,1-1 0,-14 4 0,-99 22 0,103-25 0,-29 5 0,20-6 0,21-2 0,0-2 0,0 1 0,-1-1 0,1-1 0,0 0 0,-1 0 0,-16-3 0,-91-18 0,89 16 0,0-1 0,0-2 0,-44-18 0,56 19 0,0-2 0,0 0 0,1-1 0,1 0 0,0-2 0,-25-23 0,10 5 0,5 3 0,-53-42 0,69 61 0,0 0 0,0-1 0,1 0 0,0 0 0,-7-12 0,-31-54 0,43 68-38,1 0 0,0 0 0,0 0 0,0-1 0,1 1 0,0 0 0,1-1 0,-1 1 0,1-1 0,2-9 0,-2 1-909,1 4-5879</inkml:trace>
</inkml:ink>
</file>

<file path=ppt/ink/ink3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57:45.6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99 24575,'-5'-12'0,"0"0"0,0-1 0,1 1 0,-5-26 0,9 38 0,0-1 0,0 1 0,0-1 0,0 1 0,0-1 0,-1 1 0,1-1 0,0 1 0,0-1 0,0 1 0,1-1 0,-1 1 0,0-1 0,0 1 0,0-1 0,0 1 0,0-1 0,1 1 0,-1 0 0,0-1 0,0 1 0,1-1 0,-1 0 0,1 1 0,-1 0 0,1 0 0,-1 0 0,0 0 0,1 0 0,-1 0 0,1 1 0,-1-1 0,1 0 0,-1 0 0,0 0 0,1 0 0,-1 1 0,1-1 0,-1 0 0,0 0 0,1 0 0,-1 1 0,0-1 0,1 1 0,23 25 0,-17-19 0,16 16 0,1 0 0,1-2 0,42 27 0,49 33 0,-107-73-1365</inkml:trace>
</inkml:ink>
</file>

<file path=ppt/ink/ink3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57:46.2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188 1 24575,'-3'1'0,"1"-1"0,0 1 0,-1 1 0,1-1 0,0 0 0,0 0 0,0 1 0,0-1 0,0 1 0,-2 2 0,-1 0 0,-6 5 0,1 0 0,0 0 0,0 2 0,1-1 0,0 1 0,-8 14 0,11-13-170,-2 0-1,1-1 0,-2 0 1,1 0-1,-2 0 0,1-1 1,-15 11-1</inkml:trace>
</inkml:ink>
</file>

<file path=ppt/ink/ink3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57:47.1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 24575,'5'-2'0,"0"0"0,1 0 0,-1 0 0,1 1 0,-1 0 0,1 0 0,0 0 0,-1 1 0,1 0 0,11 0 0,1 3 0,0 0 0,18 7 0,7 0 0,-40-9 0,0 0 0,0-1 0,-1 1 0,1 0 0,0 0 0,0 0 0,-1 1 0,1-1 0,2 3 0,-4-4 0,-1 1 0,1 0 0,-1-1 0,1 1 0,-1 0 0,1-1 0,-1 1 0,0 0 0,1-1 0,-1 1 0,0 0 0,0 0 0,1-1 0,-1 1 0,0 0 0,0 0 0,0-1 0,0 1 0,0 0 0,0 0 0,0 0 0,0-1 0,-1 1 0,1 0 0,0 0 0,0-1 0,-1 1 0,1 0 0,0-1 0,-1 1 0,1 0 0,-1-1 0,1 1 0,-1 0 0,1-1 0,-1 1 0,1-1 0,-2 1 0,-2 4 0,0-1 0,-1 0 0,0 0 0,0-1 0,0 1 0,-11 4 0,-10 8 0,26-16 0,-1 1 0,1-1 0,0 0 0,0 0 0,-1 0 0,1 0 0,0 1 0,0-1 0,0 0 0,0 0 0,-1 0 0,1 1 0,0-1 0,0 0 0,0 0 0,0 1 0,0-1 0,0 0 0,0 0 0,0 1 0,0-1 0,-1 0 0,1 0 0,0 1 0,0-1 0,0 0 0,0 0 0,1 1 0,-1-1 0,0 0 0,0 0 0,0 1 0,0-1 0,0 0 0,9 9 0,19 4 0,-23-11 0,5 3 0,1 0 0,1 0 0,14 10 0,-24-13 0,1-1 0,-1 1 0,0-1 0,0 1 0,0 0 0,0 0 0,-1 0 0,1 0 0,0 0 0,-1 0 0,1 1 0,-1-1 0,0 0 0,0 1 0,0-1 0,0 1 0,1 3 0,-2-5 0,0 0 0,0 0 0,0 0 0,0 1 0,0-1 0,0 0 0,-1 0 0,1 0 0,0 0 0,-1 0 0,1 0 0,0 0 0,-1 0 0,1 0 0,-1 0 0,1 0 0,-1 0 0,0-1 0,1 1 0,-2 1 0,0 0 0,0-1 0,-1 1 0,1-1 0,0 0 0,0 1 0,-1-1 0,1 0 0,-4 1 0,-3 0 0,1 0 0,-1-1 0,-17 1 0,-120-3-1365,133 1-5461</inkml:trace>
</inkml:ink>
</file>

<file path=ppt/ink/ink3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57:49.2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159 188 24575,'-1'-1'0,"0"0"0,0 0 0,0-1 0,0 1 0,0-1 0,0 1 0,0-1 0,0 1 0,1-1 0,-1 1 0,0-1 0,1 0 0,-1 1 0,1-1 0,0 0 0,0 0 0,0 1 0,0-3 0,0 1 0,1 0 0,-1 0 0,1 0 0,0 0 0,0 0 0,0 0 0,0 1 0,1-1 0,2-4 0,3-3 0,1 1 0,0 0 0,1 0 0,9-7 0,-17 15 0,6-5 0,1 1 0,-1-1 0,1 1 0,0 1 0,0 0 0,1 0 0,-1 0 0,1 1 0,0 1 0,9-3 0,4 2 0,1 0 0,43 2 0,-52 0 0,0 0 0,19-4 0,-17 2 0,23-1 0,-29 3 0,124 2 0,-81 7 0,94 24 0,-145-31 0,214 73 0,-181-61 0,46 21 0,-55-21 0,-1 1 0,-1 2 0,43 34 0,-54-36 0,-1 1 0,0 0 0,-1 1 0,0 1 0,13 28 0,-6-12 0,-8-14 0,0 0 0,-1 0 0,-1 1 0,-1 0 0,6 22 0,-11-31 0,-1 1 0,0-1 0,0 1 0,-1 0 0,-1-1 0,0 1 0,-2 12 0,1-16 0,-1 1 0,1-1 0,-1 0 0,-1 0 0,0 0 0,0 0 0,0-1 0,-1 1 0,-11 12 0,8-11 0,-1 0 0,0-1 0,-1 0 0,0 0 0,0-1 0,-1-1 0,0 1 0,0-2 0,0 0 0,-1 0 0,1-1 0,-19 4 0,-144 24 0,133-26 0,24-3 0,-26 2 0,23-4 0,-23 5 0,24-3 0,-29 1 0,-134-16 0,89 0 0,58 7 0,23 4 0,1-1 0,0 0 0,0 0 0,-12-5 0,-21-11 0,-125-55 0,68 15 0,86 50 0,0-1 0,1-1 0,0 0 0,-20-20 0,11 7 0,-30-39 0,49 56 0,0 1 0,0-1 0,1-1 0,0 1 0,0 0 0,1-1 0,-1 1 0,1-1 0,-2-11 0,2-1 0,1 0 0,2-23 0,-1 19 0,1-1-100,0 15-40,-1 0-1,0 0 0,0 0 1,0 1-1,-1-1 1,-1 0-1,1 0 1,-5-11-1,0 8-6685</inkml:trace>
</inkml:ink>
</file>

<file path=ppt/ink/ink3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57:50.0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0 172 24575,'5'-7'0,"4"-5"0,0-3 0,2 1 0,-2 0 0,1 1 0,-2-1 0,-2 1 0,0 1 0,0 1 0,-2 0 0,-1-1 0,1-1 0,-1 3-8191</inkml:trace>
</inkml:ink>
</file>

<file path=ppt/ink/ink3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57:52.3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17 24575,'0'0'0,"-1"0"0,1 0 0,0 0 0,-1 0 0,1 0 0,-1-1 0,1 1 0,0 0 0,-1 0 0,1-1 0,0 1 0,-1 0 0,1 0 0,0-1 0,-1 1 0,1 0 0,0-1 0,-1 1 0,1 0 0,0-1 0,0 1 0,0-1 0,-1 1 0,1 0 0,0-1 0,0 1 0,0-1 0,0 1 0,0-1 0,0 0 0,0 1 0,0 0 0,-1 0 0,1 0 0,0 0 0,0-1 0,0 1 0,0 0 0,0 0 0,0 0 0,0-1 0,0 1 0,0 0 0,0 0 0,0 0 0,0 0 0,0-1 0,0 1 0,0 0 0,0 0 0,0 0 0,0-1 0,1 1 0,-1 0 0,0 0 0,0 0 0,0 0 0,0 0 0,0-1 0,0 1 0,0 0 0,1 0 0,-1 0 0,0 0 0,0 0 0,0 0 0,0-1 0,0 1 0,1 0 0,-1 0 0,0 0 0,0 0 0,0 0 0,1 0 0,-1 0 0,0 0 0,0 0 0,0 0 0,0 0 0,1 0 0,-1 0 0,0 0 0,0 0 0,0 0 0,1 0 0,-1 0 0,0 0 0,0 0 0,0 0 0,0 0 0,1 1 0,-1-1 0,11 7 0,-1 1 0,14 13 0,13 11 0,69 54 0,-95-77 0,10 17-1365</inkml:trace>
</inkml:ink>
</file>

<file path=ppt/ink/ink3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57:52.9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172 1 24575,'-1'0'0,"1"0"0,-1 0 0,1 0 0,-1 0 0,0 0 0,1 0 0,-1 0 0,1 0 0,-1 0 0,0 0 0,1 1 0,-1-1 0,1 0 0,-1 0 0,1 1 0,-1-1 0,1 0 0,-1 1 0,1-1 0,-1 1 0,1-1 0,-1 1 0,-16 13 0,-66 72 0,65-62 0,15-19 0,-1 0 0,1 0 0,-7 6 0,0-1-1365,0-2-5461</inkml:trace>
</inkml:ink>
</file>

<file path=ppt/ink/ink3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57:54.5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0 24575,'0'1'0,"0"-1"0,-1 0 0,1 0 0,0 0 0,-1 1 0,1-1 0,-1 0 0,1 1 0,0-1 0,0 0 0,-1 1 0,1-1 0,0 0 0,0 1 0,-1-1 0,1 0 0,0 1 0,0-1 0,0 1 0,0-1 0,-1 1 0,1-1 0,0 0 0,0 1 0,0-1 0,0 1 0,0-1 0,0 1 0,0-1 0,0 0 0,0 1 0,1-1 0,-1 1 0,3 22 0,-2-16 0,-1 20 0,0-19 0,0-1 0,0 1 0,1 0 0,0-1 0,3 11 0,-3-16 0,-1 0 0,1 0 0,0 0 0,0-1 0,0 1 0,0 0 0,0-1 0,1 1 0,-1 0 0,0-1 0,1 1 0,-1-1 0,1 0 0,0 0 0,-1 1 0,1-1 0,0 0 0,0 0 0,0-1 0,-1 1 0,1 0 0,0-1 0,0 1 0,4 0 0,13 1 0,-1-1 0,34-2 0,-12-1 0,-37 2-91,-1 0 0,0 0 0,0 0 0,1 0 0,-1 0 0,0 0 0,0-1 0,0 1 0,1-1 0,-1 0 0,0 0 0,0 0 0,0 0 0,2-1 0</inkml:trace>
</inkml:ink>
</file>

<file path=ppt/ink/ink3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57:54.7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0 24575,'-3'5'0,"0"4"0,0 3 0,0 2 0,2 1 0,-1 0 0,2 1 0,0-1 0,2 0 0,1 0 0,1-1 0,-2 1 0,0-3-8191</inkml:trace>
</inkml:ink>
</file>

<file path=ppt/ink/ink3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57:55.9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32 24575,'-2'-5'0,"-4"-2"0,0-1 0,0 2 0,4 2 0,5 3 0,2 3 0,2 1 0,3 3 0,-1 3 0,1 0 0,1 0 0,1 2 0,-1 1 0,0 1 0,-3-1-8191</inkml:trace>
</inkml:ink>
</file>

<file path=ppt/ink/ink3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57:57.5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113 0 24575,'0'3'0,"-2"0"0,-1 2 0,-3 1 0,0 1 0,-1 0 0,-2-1 0,-3-2 0,2 1 0,0-1 0,-2 0 0,0-2 0,-1 0 0,2-2-8191</inkml:trace>
</inkml:ink>
</file>

<file path=ppt/ink/ink3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58:00.3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16 403 24575,'-2'-3'0,"0"1"0,1-1 0,-1 1 0,1-1 0,0 1 0,-1-1 0,1 0 0,1 0 0,-1 0 0,0 1 0,1-1 0,-1 0 0,1-3 0,0-2 0,0 0 0,0 0 0,2-13 0,0 13 0,0-1 0,1 1 0,0 0 0,0-1 0,0 1 0,1 1 0,1-1 0,-1 1 0,1 0 0,8-10 0,-2 6 0,0 0 0,1 0 0,0 1 0,26-15 0,66-41 0,-78 52 0,1 1 0,35-13 0,-46 20 0,0 2 0,0 0 0,0 1 0,0 1 0,29-1 0,-28 3 0,1 1 0,0-1 0,0-2 0,32-5 0,-41 6 0,0-1 0,0 2 0,0-1 0,0 1 0,0 0 0,0 1 0,0 0 0,-1 1 0,17 4 0,6 4 0,40 20 0,-24-9 0,16 4 0,-1 3 0,102 63 0,-154-83 0,1 0 0,-1 1 0,0 0 0,-1 0 0,0 1 0,8 12 0,-12-15 0,0 1 0,0-1 0,-1 1 0,-1 0 0,1 0 0,-1 0 0,0 1 0,-1-1 0,0 1 0,1 9 0,4 31 0,-4-32 0,2 33 0,-5-34 0,-1-1 0,0 1 0,-1 0 0,-5 19 0,5-26 0,-1-1 0,0 0 0,-1 1 0,0-1 0,0-1 0,-1 1 0,0-1 0,0 1 0,-7 6 0,-17 19 0,17-18 0,-1-1 0,0 0 0,-1-1 0,0 0 0,-21 13 0,-120 57 0,148-80 0,-1-1 0,-14 4 0,15-5 0,-1 1 0,1 0 0,-11 5 0,7-2 0,0-1 0,0-1 0,0 0 0,-23 2 0,12-1 0,-57 10 0,67-12 0,1 0 0,-1-1 0,0-1 0,1 0 0,-1-1 0,1 0 0,-1-1 0,-12-3 0,14 3 0,9 2 0,-109-24 0,96 20 0,0-1 0,0-1 0,1 0 0,-1-1 0,-18-13 0,-42-27 0,48 31 0,0-1 0,1 0 0,-39-38 0,55 44 0,1 0 0,1-1 0,0 0 0,0-1 0,-4-13 0,3 9 0,-11-26 0,-17-54 0,30 69-1365,5 15-5461</inkml:trace>
</inkml:ink>
</file>

<file path=ppt/ink/ink3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58:01.8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4 24575,'-1'-1'0,"0"1"0,1 0 0,-1-1 0,1 1 0,-1 0 0,0-1 0,1 1 0,-1 0 0,1 0 0,-1 0 0,0 0 0,1 0 0,-1-1 0,0 1 0,1 0 0,-1 1 0,0-1 0,0 0 0,0 0 0,1 0 0,0 1 0,0-1 0,0 0 0,0 0 0,0 1 0,-1-1 0,1 0 0,0 1 0,0-1 0,0 0 0,0 1 0,0-1 0,0 0 0,0 0 0,0 1 0,0-1 0,0 0 0,0 1 0,0-1 0,1 0 0,-1 1 0,0-1 0,0 0 0,0 0 0,0 1 0,14 22 0,116 123 0,-98-114 0,-5-6 0,23 31 0,-49-55 27,-4-4-332,1 0-782</inkml:trace>
</inkml:ink>
</file>

<file path=ppt/ink/ink3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58:02.3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205 1 24575,'-5'4'0,"1"0"0,0 0 0,-6 9 0,-42 51 0,-30 40 0,76-97-341,0 1 0,0-1-1,-15 11 1,12-11-6485</inkml:trace>
</inkml:ink>
</file>

<file path=ppt/ink/ink3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58:03.1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 3 24575,'-1'-3'0,"-3"8"0,-2 9 0,4-4 0,0 0 0,1 0 0,0 0 0,0 11 0,2-21 0,-1 1 0,0 0 0,1 0 0,-1-1 0,1 1 0,-1 0 0,1 0 0,-1-1 0,1 1 0,-1 0 0,1-1 0,-1 1 0,1-1 0,0 1 0,0-1 0,-1 1 0,1-1 0,0 1 0,0-1 0,0 1 0,22 6 0,-14-4 0,-7-2 0,48 20 0,-45-19 0,-1 1 0,0-1 0,1 1 0,-1 0 0,0 1 0,0-1 0,-1 1 0,6 5 0,-9-8 0,1 0 0,0 0 0,0 0 0,-1 0 0,1 0 0,-1 1 0,1-1 0,-1 0 0,0 0 0,1 0 0,-1 0 0,0 1 0,0-1 0,0 0 0,0 0 0,0 0 0,0 1 0,0-1 0,0 0 0,0 0 0,-1 2 0,0-1 0,0 0 0,0 0 0,0-1 0,0 1 0,-1 0 0,1-1 0,0 1 0,-1-1 0,1 1 0,-1-1 0,-2 2 0,-3 1 0,1 0 0,-1-1 0,1 0 0,-1 0 0,0 0 0,-8 1 0,5-2-151,-1-1-1,0 0 0,0 0 0,1-1 1,-1 0-1,0-1 0,0 0 1,-14-4-1,13 2-6674</inkml:trace>
</inkml:ink>
</file>

<file path=ppt/ink/ink3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58:03.4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31 24575,'8'-5'0,"4"-2"0,3 1 0,1 1 0,1 1 0,2 2 0,0 1 0,0 1 0,-2 2 0,0 1 0,-1 1 0,-1-1 0,-3-1-8191</inkml:trace>
</inkml:ink>
</file>

<file path=ppt/ink/ink3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58:06.1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1 464 24575,'-1'-56'0,"3"-62"0,-2 113 0,1 0 0,0 1 0,0-1 0,1 0 0,0 1 0,-1-1 0,1 1 0,1 0 0,3-6 0,2-2 0,18-18 0,4-5 0,-24 28 0,1-1 0,0 1 0,1 0 0,13-10 0,9-8 0,-20 18 0,1 0 0,-1 1 0,1 0 0,0 0 0,22-7 0,-22 9 0,11-4 0,0 1 0,1 1 0,46-7 0,70 7 0,-41 5 0,81 2 0,-143 4 0,42 10 0,-36-7 0,-29-5 0,-1 1 0,0 0 0,0 1 0,0 0 0,-1 1 0,16 10 0,-5-1 0,-1 1 0,21 20 0,-15-11 0,-3 1 0,41 52 0,-56-64 0,-1 0 0,-1 0 0,0 0 0,-1 1 0,-1 0 0,0 1 0,-1-1 0,0 1 0,1 17 0,-3 5 0,-4 69 0,-1-90 0,0 0 0,-2 0 0,-9 28 0,-2 3 0,13-38 0,0-1 0,-1 1 0,0-1 0,-1 1 0,0-2 0,0 1 0,-1 0 0,-10 12 0,4-9 0,0-1 0,0 0 0,-1-1 0,-21 13 0,12-9 0,0-2 0,0-1 0,-1-1 0,-45 14 0,-51 20 0,93-33 0,12-7 0,-1 0 0,1-1 0,-1 0 0,0-1 0,0-1 0,0 0 0,0-1 0,-26-4 0,0-2 0,0-2 0,-60-21 0,68 19 0,-3-1 0,1-1 0,-53-27 0,66 27 0,3 3 0,1-1 0,0-1 0,1-1 0,0 0 0,-20-20 0,26 19 0,0-1 0,1 0 0,0-1 0,2 0 0,-10-22 0,-11-18 0,25 46-195,-1-1 0,1-1 0,1 1 0,0-1 0,0 1 0,-1-14 0,2 12-6631</inkml:trace>
</inkml:ink>
</file>

<file path=ppt/ink/ink3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58:07.9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24575,'0'2'0,"1"0"0,-1-1 0,1 1 0,-1 0 0,1-1 0,0 1 0,0-1 0,0 1 0,0-1 0,0 1 0,2 1 0,15 17 0,-14-16 0,58 53 0,-13-9 0,13 13 0,-59-57-114,1 0 1,0-1-1,0 1 0,0-1 0,0 0 1,1 0-1,-1 0 0,1 0 0,0-1 1,0 0-1,7 3 0</inkml:trace>
</inkml:ink>
</file>

<file path=ppt/ink/ink3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58:08.4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200 16 24575,'0'-1'0,"0"0"0,0 1 0,1-1 0,-1 1 0,-1-1 0,1 1 0,0-1 0,0 0 0,0 1 0,0-1 0,0 1 0,0-1 0,-1 1 0,1-1 0,0 1 0,0-1 0,-1 1 0,1-1 0,0 1 0,-1-1 0,1 1 0,0 0 0,-1-1 0,1 1 0,-1-1 0,1 1 0,-1 0 0,1-1 0,-2 1 0,1 0 0,0-1 0,-1 1 0,1 0 0,0 0 0,-1 1 0,1-1 0,0 0 0,0 0 0,-1 1 0,1-1 0,0 0 0,-2 2 0,-4 1 0,0 1 0,1 0 0,-10 8 0,2 1 0,0 1 0,1 1 0,0 1 0,2 0 0,0 0 0,-13 27 0,21-40-151,1 0-1,0 1 0,-1-1 0,1-1 1,-1 1-1,0 0 0,0-1 1,-4 3-1,-3 2-6674</inkml:trace>
</inkml:ink>
</file>

<file path=ppt/ink/ink3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58:09.6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158 1 24575,'-2'0'0,"0"1"0,0 0 0,0 0 0,0 0 0,0 0 0,0 1 0,0-1 0,0 1 0,-3 2 0,-5 4 0,-67 33 0,72-37 0,1 1 0,0-1 0,0 1 0,0 0 0,1 0 0,-1 0 0,1 1 0,0-1 0,1 1 0,-1 0 0,1 0 0,1 0 0,-1 0 0,1 0 0,-2 10 0,4-11 0,-1 0 0,1 0 0,0-1 0,0 1 0,0 0 0,1-1 0,3 8 0,19 31 0,-17-30 0,-3-7 0,-1-1 0,1 1 0,0-1 0,0 0 0,1-1 0,0 1 0,-1-1 0,2 1 0,-1-2 0,0 1 0,1 0 0,0-1 0,-1 0 0,1-1 0,11 4 0,-9-3 0,0-1 0,0 0 0,1 0 0,-1-1 0,10 1 0,-16-2 0,0 0 0,1 0 0,-1-1 0,0 1 0,0 0 0,1-1 0,-1 1 0,0-1 0,0 0 0,0 0 0,0 0 0,0 0 0,0 0 0,0 0 0,0-1 0,-1 1 0,1-1 0,0 1 0,-1-1 0,1 1 0,-1-1 0,0 0 0,1 0 0,1-3 0,-2 1 0,1 1 0,-1 0 0,0-1 0,0 1 0,-1 0 0,1-1 0,-1 1 0,1-1 0,-1 1 0,0-1 0,-1 1 0,1-1 0,0 1 0,-1-1 0,-1-4 0,1 6 0,1 1 0,-1 0 0,0-1 0,1 1 0,-1 0 0,0 0 0,0-1 0,0 1 0,0 0 0,0 0 0,0 0 0,0 0 0,0 0 0,0 0 0,0 1 0,-1-1 0,1 0 0,0 0 0,-1 1 0,1-1 0,0 1 0,-1 0 0,1-1 0,-1 1 0,1 0 0,0 0 0,-1-1 0,1 1 0,-1 0 0,1 1 0,-1-1 0,1 0 0,-1 0 0,1 1 0,0-1 0,-1 0 0,1 1 0,-3 1 0,-33 15-1365,25-13-5461</inkml:trace>
</inkml:ink>
</file>

<file path=ppt/ink/ink3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58:12.4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44 363 24575,'0'-26'0,"6"-47"0,-4 64 0,0 0 0,0 0 0,1 0 0,0 1 0,0 0 0,1-1 0,0 1 0,10-14 0,-5 11 0,1 1 0,0 0 0,0 0 0,1 1 0,0 1 0,1 0 0,-1 0 0,2 1 0,-1 1 0,1 0 0,0 0 0,17-4 0,123-28 0,-127 31 0,0 1 0,1 1 0,-1 1 0,1 2 0,0 0 0,46 4 0,-47 2 0,0 1 0,30 9 0,23 6 0,-51-14 0,0 1 0,-1 2 0,40 17 0,72 46 0,-127-66 0,-2 0 0,1 1 0,-1 0 0,0 1 0,0 0 0,-1 0 0,0 1 0,11 14 0,-16-17 0,27 35 0,31 58 0,-55-85 0,0 0 0,0 1 0,-2-1 0,0 1 0,0 1 0,-1-1 0,-1 1 0,1 23 0,-4-31 0,0 0 0,-1 0 0,0 0 0,-1-1 0,-3 15 0,-19 37 0,4-6 0,16-44 0,0 1 0,0-1 0,-1 0 0,0 0 0,-1 0 0,0-1 0,0 0 0,-1 0 0,0-1 0,0 1 0,0-2 0,-12 9 0,7-7 0,0 0 0,-1-1 0,0 0 0,0-1 0,-1 0 0,0-2 0,0 1 0,-15 2 0,-21 5 0,35-7 0,0-1 0,0-1 0,-21 2 0,20-3 0,0 0 0,1 2 0,-1 0 0,-26 10 0,0 1 0,29-11 0,0 0 0,0-1 0,0-1 0,-1 0 0,-18 0 0,-11-1 0,-59-3 0,88 0 0,-1-1 0,-25-9 0,9 3 0,5 0 0,0-2 0,1 0 0,1-1 0,-46-31 0,47 26 0,2 0 0,-1-2 0,-34-41 0,5 7 0,45 45 0,-1 1 0,1-1 0,0-1 0,0 1 0,1-1 0,-5-12 0,-20-60 0,13 33 0,11 32-341,1-1 0,1 1-1,-6-36 1,9 40-6485</inkml:trace>
</inkml:ink>
</file>

<file path=ppt/ink/ink3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58:23.6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33 24575,'-2'-11'0,"2"11"0,0 0 0,0-1 0,0 1 0,0 0 0,0 0 0,-1 0 0,1 0 0,0 0 0,0 0 0,0 0 0,0 0 0,0 0 0,0 0 0,0 0 0,-1 0 0,1 0 0,0 0 0,0 0 0,0 0 0,0 0 0,0 0 0,0 0 0,0 0 0,0 0 0,-1 0 0,1 0 0,0 0 0,0 0 0,0 0 0,0 0 0,0 1 0,0-1 0,0 0 0,0 0 0,0 0 0,-1 0 0,1 0 0,0 0 0,0 0 0,0 0 0,0 0 0,0 0 0,0 1 0,0-1 0,0 0 0,-1 1 0,1 0 0,-1 1 0,1-1 0,-1 0 0,1 0 0,-1 1 0,1-1 0,0 0 0,0 1 0,-1-1 0,1 0 0,0 1 0,1 1 0,1 10 0,0 0 0,1-1 0,1 0 0,0 0 0,0 0 0,2 0 0,6 12 0,-9-19 0,0 0 0,0 0 0,1-1 0,0 1 0,0-1 0,0 0 0,0 0 0,1 0 0,-1-1 0,1 0 0,0 1 0,0-2 0,0 1 0,0 0 0,1-1 0,-1 0 0,1-1 0,6 2 0,-10-2 0,1-1 0,-1 0 0,1 1 0,-1-1 0,0 0 0,1-1 0,-1 1 0,1 0 0,-1-1 0,1 1 0,-1-1 0,0 0 0,1 0 0,-1 0 0,0 0 0,0 0 0,3-2 0,-2 0 0,-1 1 0,1-1 0,-1 0 0,1 0 0,-1 1 0,0-1 0,0-1 0,-1 1 0,1 0 0,2-6 0,-1-3 0,0 0 0,0 0 0,-1 0 0,-1 0 0,0-24 0,-2 18 0,1 11 0,-1 0 0,1 0 0,0 0 0,1 0 0,2-9 0,-3 15 0,0 1 0,0 0 0,0 0 0,0-1 0,0 1 0,0 0 0,0 0 0,0-1 0,0 1 0,0 0 0,0 0 0,0-1 0,0 1 0,0 0 0,1 0 0,-1-1 0,0 1 0,0 0 0,0 0 0,0 0 0,1 0 0,-1-1 0,0 1 0,0 0 0,0 0 0,1 0 0,-1 0 0,0 0 0,0-1 0,0 1 0,1 0 0,3 7 0,-1 14 0,0 10 0,0 0 0,2 0 0,10 31 0,64 191 0,-76-245 0,-1-1 0,0 1 0,0 0 0,-1 0 0,0 0 0,0 0 0,-1 9 0,0-15 0,0 0 0,0 0 0,0 0 0,-1 0 0,1 0 0,-1 0 0,1 0 0,-1-1 0,0 1 0,0 0 0,0 0 0,0-1 0,0 1 0,0 0 0,0-1 0,-1 1 0,1-1 0,0 1 0,-1-1 0,1 0 0,-1 0 0,0 0 0,1 0 0,-1 0 0,0 0 0,0 0 0,1 0 0,-1-1 0,0 1 0,0 0 0,0-1 0,0 0 0,-3 1 0,0-1 0,0 1 0,1-1 0,-1 0 0,0-1 0,0 1 0,0-1 0,0 0 0,0 0 0,1-1 0,-1 1 0,0-1 0,1 0 0,-1 0 0,1 0 0,0-1 0,0 0 0,-8-6 0,8 5 0,0-1 0,1 1 0,-1-1 0,1 0 0,0 0 0,0 0 0,0 0 0,1-1 0,0 1 0,0-1 0,0 1 0,1-1 0,-1 0 0,0-10 0,2 9 0,-1-1 0,1 1 0,0-1 0,3-14 0,-3 20 0,1-1 0,-1 1 0,1 0 0,0-1 0,0 1 0,0 0 0,0 0 0,1 0 0,-1 0 0,1 0 0,-1 0 0,1 0 0,0 0 0,-1 0 0,1 1 0,0-1 0,0 1 0,4-3 0,50-21-1365,-48 21-5461</inkml:trace>
</inkml:ink>
</file>

<file path=ppt/ink/ink3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58:24.3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1 24575,'9'-1'0,"0"2"0,-1-1 0,1 1 0,15 4 0,-21-4 0,0 0 0,-1 0 0,1 0 0,-1 0 0,0 0 0,1 1 0,-1-1 0,0 1 0,0-1 0,0 1 0,0 0 0,0 0 0,0 0 0,0 0 0,-1 0 0,1 1 0,-1-1 0,1 0 0,0 5 0,2 1 0,-1 0 0,-1 0 0,0 0 0,0 1 0,1 8 0,-3-15 0,0-1 0,0 1 0,0-1 0,0 1 0,0 0 0,0-1 0,0 1 0,0-1 0,-1 1 0,1-1 0,-1 1 0,1-1 0,-1 1 0,0-1 0,1 1 0,-1-1 0,0 0 0,0 0 0,0 1 0,0-1 0,0 0 0,0 0 0,0 0 0,0 0 0,0 0 0,-1 0 0,1 0 0,0 0 0,-1-1 0,1 1 0,-1 0 0,1-1 0,-1 1 0,-2 0 0,-1-1 0,0 1 0,0-1 0,0 0 0,0 0 0,0 0 0,0-1 0,0 0 0,0 0 0,0 0 0,0 0 0,0-1 0,0 0 0,-7-4 0,11 5 0,-1 0 0,0 0 0,0 0 0,1 0 0,-1-1 0,0 1 0,1-1 0,-1 1 0,1-1 0,0 0 0,0 1 0,0-1 0,-1 0 0,2 0 0,-1 0 0,0 0 0,0 0 0,1 0 0,-1 0 0,1 0 0,-1 0 0,1 0 0,0 0 0,0 0 0,0 0 0,0-1 0,0 1 0,0 0 0,1 0 0,-1 0 0,1 0 0,-1 0 0,1 0 0,0 0 0,1-2 0,9-14-1365</inkml:trace>
</inkml:ink>
</file>

<file path=ppt/ink/ink3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58:27.1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13 318 24575,'-12'-31'0,"12"26"0,0 1 0,0-1 0,0 0 0,0 0 0,1 0 0,0 0 0,0 0 0,0 1 0,0-1 0,1 0 0,0 1 0,0-1 0,0 1 0,1 0 0,-1-1 0,1 1 0,6-6 0,0-1 0,1 1 0,1 0 0,-1 0 0,24-14 0,-15 13 0,0 1 0,2 0 0,38-11 0,-24 9 0,89-33 0,-114 42 0,0 0 0,0 1 0,0 0 0,11-1 0,16-3 0,-21 4 0,0 1 0,-1 0 0,1 0 0,0 2 0,-1 0 0,29 6 0,-28-5 0,-1 0 0,0 1 0,-1 0 0,1 1 0,-1 0 0,0 1 0,0 1 0,21 11 0,9 11 0,50 40 0,-70-48 0,0 2 0,-1 1 0,24 30 0,14 35 0,-38-54 0,8 16 0,-2 0 0,32 75 0,-58-114 0,-1 0 0,1 0 0,-1 0 0,-1 1 0,0-1 0,-1 0 0,0 0 0,-1 1 0,0-1 0,-3 12 0,2-14 0,-1-1 0,0 0 0,0-1 0,-1 1 0,1 0 0,-2-1 0,1 0 0,-9 10 0,4-6 0,-1 0 0,0-1 0,0-1 0,-16 12 0,7-8 0,1-2 0,-2 1 0,1-2 0,-1-1 0,-1-1 0,0 0 0,0-1 0,-30 5 0,34-10 0,-10 3 0,0-1 0,-33 0 0,7-4 0,-53-1 0,84-2 0,-1-1 0,1 0 0,0-2 0,1 0 0,-1-2 0,-19-10 0,18 8 0,1-1 0,1-1 0,0-2 0,1 0 0,-23-20 0,4-10 0,28 31 0,0 0 0,-23-19 0,24 22 0,1 1 0,0-2 0,0 1 0,1-1 0,0 0 0,1-1 0,0 1 0,1-1 0,1-1 0,0 1 0,0-1 0,-3-16 0,-3-17-1365,8 37-5461</inkml:trace>
</inkml:ink>
</file>

<file path=ppt/ink/ink3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58:27.6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7 24575,'0'-1'0,"0"1"0,0 0 0,0 0 0,0 0 0,0 0 0,0-1 0,0 1 0,0 0 0,0 0 0,0 0 0,0-1 0,0 1 0,0 0 0,0 0 0,0 0 0,0 0 0,0-1 0,0 1 0,0 0 0,-1 0 0,1 0 0,0 0 0,0-1 0,0 1 0,0 0 0,0 0 0,0 0 0,0 0 0,-1 0 0,1-1 0,0 1 0,0 0 0,0 0 0,0 0 0,-1 0 0,1 0 0,0 0 0,-6 5 0,-4 10 0,8-9 6,0 1 0,0-1 0,0 1 0,1-1 0,0 1 0,1-1 0,0 1 0,0-1 0,0 1 0,0 0 0,1-1 0,1 1 0,-1-1 0,1 1 0,0-1 0,0 0 0,0 0 0,1 0 0,5 8 0,5 5-303,0 0 0,1-2 0,0 1 0,24 19 0,-26-24-6529</inkml:trace>
</inkml:ink>
</file>

<file path=ppt/ink/ink3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58:39.0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23 24575,'-8'-15'0,"4"7"0,4 9 0,0-1 0,0 0 0,0 0 0,-1 0 0,1 0 0,0 0 0,0 0 0,0 1 0,0-1 0,-1 0 0,1 0 0,0 0 0,0 0 0,0 1 0,0-1 0,0 0 0,0 0 0,0 0 0,-1 1 0,1-1 0,0 0 0,0 0 0,0 1 0,0-1 0,0 0 0,0 0 0,0 1 0,0-1 0,0 0 0,0 0 0,0 0 0,0 1 0,0-1 0,1 0 0,-1 0 0,-1 14 0,1-7 0,0 0 0,1 0 0,-1 0 0,2 0 0,-1 0 0,1 0 0,0 0 0,1 0 0,-1-1 0,1 1 0,1-1 0,5 9 0,-6-11 0,0 0 0,0 0 0,1 0 0,0-1 0,0 1 0,0-1 0,0 0 0,0 0 0,1-1 0,-1 1 0,1-1 0,0 0 0,-1 0 0,1 0 0,0-1 0,0 0 0,10 2 0,-9-3 0,0 1 0,0-1 0,-1 0 0,1-1 0,0 1 0,0-1 0,-1 0 0,1 0 0,0-1 0,-1 0 0,0 0 0,1 0 0,-1-1 0,0 0 0,0 1 0,0-2 0,0 1 0,-1-1 0,0 1 0,1-1 0,-1-1 0,0 1 0,-1 0 0,1-1 0,3-6 0,7-15 0,-13 25 0,0-1 0,-1 1 0,1-1 0,0 0 0,-1 1 0,0-1 0,1 0 0,-1 1 0,0-1 0,0 1 0,0-1 0,0 0 0,0 0 0,0-2 0,-5 19 0,3 1 0,1 1 0,1-1 0,1 1 0,0-1 0,4 20 0,25 77 0,-18-73 0,9 54 0,-20-89 0,0 0 0,-1 0 0,1 1 0,-1-1 0,0 0 0,-1 0 0,1 0 0,-3 7 0,3-10 0,-1 0 0,0 0 0,0-1 0,0 1 0,0 0 0,0 0 0,-1-1 0,1 1 0,0-1 0,-1 1 0,1-1 0,-1 0 0,1 0 0,-1 1 0,0-1 0,1 0 0,-1 0 0,0-1 0,0 1 0,0 0 0,0 0 0,0-1 0,-3 1 0,-1 0 0,-1 0 0,1 0 0,0-1 0,0 0 0,0 0 0,0-1 0,-1 1 0,1-1 0,0-1 0,0 1 0,0-1 0,-10-4 0,14 4 0,-1 1 0,0-1 0,1 1 0,-1-1 0,1 0 0,-1 0 0,1 0 0,0-1 0,0 1 0,0 0 0,0-1 0,1 1 0,-1-1 0,0 0 0,1 1 0,0-1 0,0 0 0,0 0 0,0 0 0,0 0 0,0 0 0,1 0 0,0 0 0,-1 0 0,1 0 0,0 0 0,1-5 0,0 2 9,1-1-1,0 1 1,0 0-1,0 0 1,0 0 0,1 0-1,0 0 1,1 0-1,-1 1 1,1 0-1,0 0 1,0 0-1,6-5 1,8-7-752,40-29 1,-49 39-6084</inkml:trace>
</inkml:ink>
</file>

<file path=ppt/ink/ink3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58:39.6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1 24575,'-3'0'0,"0"2"0,0 4 0,0 3 0,4 2 0,1 2 0,3 1 0,1 1 0,1-2 0,0-1 0,-1-1 0,-2-1-8191</inkml:trace>
</inkml:ink>
</file>

<file path=ppt/ink/ink3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58:41.9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46 306 24575,'0'-3'0,"0"-13"0,3-26 0,-2 36 0,0 0 0,1 1 0,-1 0 0,1-1 0,1 1 0,-1 0 0,1 0 0,3-6 0,2-1 0,0 1 0,1 0 0,0 0 0,1 1 0,0 0 0,0 1 0,1 0 0,1 0 0,-1 2 0,1-1 0,1 1 0,13-5 0,-17 8 0,100-37 0,-93 36 0,0 1 0,1 1 0,-1 0 0,33 0 0,-28 2 0,0 1 0,1 2 0,-1 0 0,0 1 0,40 11 0,-27-3 0,42 7 0,-50-13 0,0 1 0,0 1 0,37 16 0,-17 0 0,55 35 0,-95-54 0,12 8 0,0 1 0,17 16 0,-30-25 0,0 1 0,-1 0 0,0 0 0,0 1 0,0-1 0,0 1 0,-1 0 0,0 0 0,0 0 0,-1 0 0,3 9 0,1 10 0,-2-1 0,0 1 0,1 46 0,-5-17 0,-1 51 0,0-97 0,-1 0 0,0 0 0,0 0 0,-1 0 0,0 0 0,0 0 0,-1-1 0,-6 11 0,-42 54 0,38-55 0,-1 2 0,-2-1 0,0-1 0,-1 0 0,0-1 0,-2-1 0,1-1 0,-2-1 0,0 0 0,-28 11 0,34-19 0,1 0 0,-1-1 0,1 0 0,-1-2 0,-25 3 0,-78-5 0,53-2 0,53 2 0,0-2 0,-22-4 0,6 0 0,7 1 0,0-1 0,0-1 0,-28-13 0,33 13 0,-9-6 0,0 0 0,1-1 0,-42-35 0,60 43 0,0 0 0,0-1 0,0 1 0,-6-11 0,-5-7 0,-7-4 0,1-1 0,2-2 0,-29-53 0,46 73 0,-1-1 0,2 0 0,-1 0 0,2 0 0,-3-23 0,4 12 0,0-1 0,4-27 0,8-6-1365,-9 45-5461</inkml:trace>
</inkml:ink>
</file>

<file path=ppt/ink/ink3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58:48.3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50 24575,'-1'-7'0,"0"0"0,0-1 0,0 1 0,-6-13 0,7 20 0,0 0 0,0 0 0,0 0 0,0 0 0,0 0 0,0 0 0,0 0 0,0 0 0,0 0 0,0 0 0,0 0 0,0 0 0,0 0 0,0 0 0,0 0 0,0 0 0,0 0 0,0 1 0,0-1 0,0 0 0,0 0 0,0 0 0,0 0 0,0 0 0,0 0 0,0 0 0,0 0 0,0 0 0,-1 0 0,1 0 0,0 0 0,0 0 0,0 0 0,0 0 0,0 0 0,0 0 0,0 0 0,0 0 0,0 0 0,0 0 0,0 0 0,0 0 0,0 0 0,0 0 0,0 0 0,0 0 0,0 0 0,0 0 0,0 0 0,-1 0 0,0 9 0,0 12 0,1-15 0,0 1 0,1-1 0,0 1 0,0-1 0,0 1 0,1-1 0,4 12 0,-5-15 0,1 0 0,0 0 0,0 0 0,0 0 0,0-1 0,0 1 0,0-1 0,1 1 0,-1-1 0,1 0 0,-1 0 0,1 0 0,0 0 0,0-1 0,0 1 0,0-1 0,5 2 0,-1-1 0,0 1 0,1-2 0,-1 1 0,1-1 0,-1 0 0,1 0 0,13-2 0,-18 1 0,1-1 0,-1 0 0,0 1 0,1-2 0,-1 1 0,0 0 0,0-1 0,1 1 0,-1-1 0,0 0 0,0 0 0,-1 0 0,1 0 0,0-1 0,-1 1 0,0-1 0,1 0 0,2-5 0,30-59 0,-35 67 0,0 0 0,0 0 0,0 0 0,0 0 0,0 0 0,0 1 0,0-1 0,0 0 0,0 0 0,0 0 0,0 0 0,0 0 0,0 0 0,0 0 0,0 0 0,0 0 0,0 0 0,0 0 0,0 0 0,0 0 0,0 1 0,0-1 0,0 0 0,1 0 0,-1 0 0,0 0 0,0 0 0,0 0 0,0 0 0,0 0 0,0 0 0,0 0 0,0 0 0,0 0 0,0 0 0,0 0 0,0 0 0,1 0 0,-1 0 0,0 0 0,0 0 0,0 0 0,0 0 0,0 0 0,0 0 0,0 0 0,0 0 0,0 0 0,0 0 0,0 0 0,0 0 0,1 0 0,-1 0 0,0-1 0,0 1 0,0 0 0,0 0 0,0 0 0,0 0 0,0 0 0,0 0 0,0 0 0,0 0 0,0 0 0,0 0 0,0 0 0,0 0 0,0-1 0,2 12 0,-1 13 0,-1-18 0,1 122 0,1-99 0,1 1 0,9 38 0,7 27 0,-18-91 0,-1 1 0,1-1 0,-1 1 0,0 0 0,0-1 0,0 1 0,-1 0 0,0-1 0,0 1 0,0-1 0,0 1 0,-1-1 0,0 0 0,0 1 0,0-1 0,-3 4 0,0-1 0,1 0 0,-2-1 0,1 1 0,-1-1 0,0-1 0,0 1 0,0-1 0,-10 6 0,15-11 0,0 1 0,1-1 0,-1 0 0,0 0 0,0 1 0,1-1 0,-1 0 0,0 0 0,0 0 0,1 0 0,-1 0 0,0 0 0,0 0 0,1 0 0,-1 0 0,0 0 0,0 0 0,1 0 0,-1-1 0,0 1 0,0 0 0,1-1 0,-1 1 0,0 0 0,1-1 0,-1 1 0,0-1 0,1 1 0,-1-1 0,1 1 0,-1-1 0,1 1 0,-1-1 0,0 0 0,-2-4 0,0 0 0,0 0 0,-4-9 0,2 4 0,-20-27 0,18 27 0,1 1 0,-1-1 0,1-1 0,1 1 0,0-1 0,1 0 0,-4-12 0,8 21 0,-1 1 0,1-1 0,-1 0 0,1 0 0,0 0 0,0 0 0,0 0 0,0 0 0,0 0 0,0 0 0,1 1 0,-1-1 0,0 0 0,1 0 0,0 0 0,-1 0 0,1 1 0,0-1 0,0 0 0,0 1 0,0-1 0,0 1 0,0-1 0,1 1 0,-1-1 0,0 1 0,1 0 0,-1 0 0,1-1 0,0 1 0,-1 0 0,1 1 0,0-1 0,-1 0 0,1 0 0,0 1 0,0-1 0,0 1 0,0-1 0,0 1 0,0 0 0,2 0 0,8-1-151,1 0-1,0 1 0,-1 0 0,1 1 1,-1 0-1,1 1 0,-1 1 1,16 4-1,-15-1-6674</inkml:trace>
</inkml:ink>
</file>

<file path=ppt/ink/ink3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58:48.9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 24575,'0'-2'0,"2"-2"0,4 1 0,0 3 0</inkml:trace>
</inkml:ink>
</file>

<file path=ppt/ink/ink3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58:49.9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43 24575,'0'-1'0,"0"-1"0,1 1 0,-1-1 0,1 1 0,-1-1 0,1 1 0,0-1 0,0 1 0,-1 0 0,1-1 0,0 1 0,0 0 0,0 0 0,1 0 0,-1 0 0,0 0 0,2-2 0,1 1 0,-1 0 0,0-1 0,0 2 0,1-1 0,-1 0 0,5-1 0,-6 3 0,0-1 0,-1 1 0,1-1 0,0 1 0,0 0 0,0 0 0,-1-1 0,1 1 0,0 1 0,0-1 0,0 0 0,-1 0 0,1 1 0,0-1 0,0 1 0,-1-1 0,1 1 0,0 0 0,-1 0 0,1-1 0,-1 1 0,1 0 0,-1 1 0,2 0 0,-2 0 0,0 0 0,1-1 0,-1 1 0,0 0 0,0 0 0,-1 0 0,1 0 0,0 1 0,-1-1 0,1 0 0,-1 0 0,0 0 0,1 0 0,-1 1 0,0-1 0,0 0 0,-1 0 0,1 1 0,-1 1 0,-1 4 0,0-1 0,-1 1 0,0-1 0,-6 11 0,-1 4 0,9-21 0,1 0 0,-1-1 0,1 1 0,0 0 0,0 0 0,-1 0 0,1-1 0,0 1 0,0 0 0,0 0 0,0 0 0,0 0 0,0 0 0,0-1 0,0 1 0,0 0 0,0 0 0,0 0 0,1 0 0,-1 0 0,0-1 0,1 1 0,-1 0 0,0 0 0,1-1 0,-1 1 0,1 0 0,-1-1 0,1 1 0,0 0 0,-1-1 0,1 1 0,0-1 0,-1 1 0,1-1 0,0 1 0,0-1 0,-1 1 0,1-1 0,0 0 0,0 1 0,0-1 0,-1 0 0,3 0 0,4 2 0,0-1 0,1 0 0,-1-1 0,10 0 0,-4 1 0,36 8-1365,-39-7-5461</inkml:trace>
</inkml:ink>
</file>

<file path=ppt/ink/ink3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58:52.3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1 247 24575,'1'1'0,"1"-1"0,-1 1 0,0-1 0,1 0 0,-1 1 0,1-1 0,-1 0 0,1 0 0,-1 0 0,0 0 0,1 0 0,-1 0 0,1 0 0,-1-1 0,1 1 0,-1-1 0,0 1 0,1-1 0,-1 1 0,0-1 0,1 1 0,-1-1 0,0 0 0,0 0 0,0 0 0,0 0 0,1 0 0,-1 0 0,0-1 0,6-5 0,-1-1 0,-1 0 0,8-13 0,0 0 0,-3 8 0,-1 1 0,2-1 0,-1 2 0,2 0 0,-1 0 0,2 1 0,18-12 0,-14 12 0,1 1 0,0 0 0,1 1 0,0 1 0,0 1 0,1 1 0,-1 0 0,1 2 0,0 0 0,34 0 0,11 2 0,57 3 0,-35 12 0,-72-13 0,1 1 0,-1 1 0,0 0 0,0 1 0,0 1 0,-1 0 0,25 13 0,33 26 0,0 5 0,-44-30 0,44 39 0,-48-38 0,3 5 0,-2 1 0,39 51 0,-50-59 0,-1 0 0,-2 1 0,0 1 0,0 0 0,-2 0 0,8 26 0,-14-28 0,0 0 0,-1 0 0,-1 0 0,-1 0 0,-4 36 0,4-48 0,-1-1 0,-1 0 0,1 0 0,-1 1 0,0-1 0,0-1 0,0 1 0,-1 0 0,-4 7 0,-4 2 0,-20 21 0,0-1 0,26-27 0,-1 0 0,0-1 0,0 0 0,-1 0 0,1 0 0,-1-1 0,0 0 0,-1 0 0,1-1 0,-1 0 0,0-1 0,0 1 0,-12 2 0,-32 14 0,38-14 0,-1 0 0,0-1 0,-16 3 0,-56 7 0,24-2 0,46-8 0,1-2 0,-1 0 0,-29 2 0,-1-5 0,-1-1 0,-92-16 0,21-13-1365,102 25-5461</inkml:trace>
</inkml:ink>
</file>

<file path=ppt/ink/ink3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58:52.9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103 0 24575,'-11'11'0,"0"1"0,0 0 0,2 0 0,-10 16 0,10-14 0,-14 32 0,21-40 0,0 0 0,1 1 0,-1-1 0,1 0 0,0 1 0,1-1 0,-1 1 0,2 10 0,1-5 0,0-1 0,1 1 0,0-1 0,1 0 0,9 20 0,-1-7 0,23 33 0,-6-19 0,1-2 0,50 46 0,-32-33 0,-6-9-1365,-33-31-5461</inkml:trace>
</inkml:ink>
</file>

<file path=ppt/ink/ink3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58:53.2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24575,'32'12'0,"13"7"0,4-1 0,-5 1 0,-6-5 0,-10-3-8191</inkml:trace>
</inkml:ink>
</file>

<file path=ppt/ink/ink3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3T00:00:03.54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 24575,'0'0'0,"11"-1"0,1 1 0,0 1 0,-1 0 0,1 0 0,-1 1 0,0 1 0,13 4 0,13 5 0,51 11 0,-28-9 0,-6-3 0,-33-8 0,20 6 0,119 37 0,119 36 0,217 50 0,-184-40 0,-111-28 0,-99-36 0,138 42 0,275 92 0,-306-114 0,37 11 0,86 43 0,-88-38 0,-168-46 0,319 69 0,-264-58 0,94 25 0,-65-11 0,-66-18 0,-17-8 0,0 1 0,69 17 0,-98-22 0,-21-6 0,0 1 0,32 14 0,-25-8 0,68 18 0,-66-23 0,-24-7 0,-12-2 0,0 0 0,0 0 0,0 0 0,0 0 0,0 0 0,0 0 0,0 0 0,1 0 0,-1-1 0,0 1 0,0 0 0,0 0 0,0 0 0,0 0 0,0 0 0,0 0 0,0 0 0,0 0 0,0 0 0,0-1 0,0 1 0,0 0 0,0 0 0,0 0 0,0 0 0,0 0 0,0 0 0,0 0 0,0-1 0,0 1 0,0 0 0,0 0 0,0 0 0,0 0 0,0 0 0,0 0 0,0 0 0,0 0 0,0-1 0,0 1 0,0 0 0,0 0 0,0 0 0,-1 0 0,1 0 0,-15-16 0,9 11 0,-42-42 0,29 30 0,0-1 0,1-1 0,1-1 0,1 0 0,-16-27 0,28 41 0,-2-7 0,8 13 0,6 8 0,13 11 0,1-1 0,0-1 0,1-2 0,38 21 0,1 0 0,-38-22 0,-17-10 0,0-1 0,0 1 0,-1 0 0,0 0 0,0 1 0,0 0 0,0 0 0,9 11 0,-15-15 0,1 0 0,-1-1 0,1 1 0,-1-1 0,0 1 0,0 0 0,1-1 0,-1 1 0,0 0 0,0-1 0,0 1 0,0 0 0,0 0 0,0-1 0,0 1 0,0 0 0,0-1 0,0 1 0,0 0 0,0 0 0,0-1 0,-1 1 0,1 0 0,-1 0 0,0 0 0,1 0 0,-1 0 0,0 0 0,0 0 0,0 0 0,-1 0 0,1 0 0,0 0 0,0-1 0,0 1 0,-3 0 0,-2 1 0,0 0 0,0 0 0,0-1 0,-9 1 0,-155-1 0,80-3 0,80 2-341,0 1 0,0 0-1,-16 3 1,14-1-6485</inkml:trace>
</inkml:ink>
</file>

<file path=ppt/ink/ink3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3T00:00:08.65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0 24575,'0'1'0,"0"0"0,1-1 0,-1 1 0,0-1 0,1 1 0,-1 0 0,0-1 0,1 1 0,-1-1 0,1 1 0,-1-1 0,1 1 0,-1-1 0,1 1 0,-1-1 0,1 0 0,0 1 0,-1-1 0,1 0 0,-1 0 0,1 1 0,0-1 0,-1 0 0,1 0 0,0 0 0,-1 0 0,2 1 0,22 1 0,-21-2 0,67 7 0,35 2 0,-64-10 0,-15 0 0,0 0 0,0 3 0,29 4 0,-18-1 0,1-2 0,-1-1 0,41-3 0,-35 0 0,81 7 0,-12 2 0,-56-6 0,7 4 0,16 2 0,473-7 0,-267-3 0,240 2 0,-418 8 0,-2-1 0,55-8 0,110 2 0,-182 6 0,34 1 0,-55-9 0,55 2 0,-70 6 0,-34-4 0,31 1 0,-48-4 0,26 0 0,-1 1 0,35 6 0,-35-3 0,32 0 0,17 3 0,-46-4 0,34 0 0,22 2 0,33 5 0,-12-2 0,-13-1 0,5 0 0,-61-3 0,53-3 0,14 0 0,-18 13 0,-23-7 0,15 1 0,9-1 0,0 0 0,-35-1 0,-42-4 0,0 0 0,0-1 0,0-1 0,0 1 0,0-2 0,12-1 0,-18 2 0,1-1 0,0 0 0,0-1 0,9-3 0,-14 5 0,0 0 0,1 0 0,-1 0 0,0 0 0,1 0 0,-1-1 0,0 1 0,1 0 0,-1 0 0,0-1 0,0 1 0,1 0 0,-1 0 0,0-1 0,0 1 0,0 0 0,1-1 0,-1 1 0,0 0 0,0-1 0,0 1 0,0 0 0,0-1 0,0 1 0,1-1 0,-2 0 0,1 1 0,0-1 0,-1 0 0,1 1 0,-1-1 0,1 0 0,0 1 0,-1-1 0,1 1 0,-1-1 0,0 1 0,1-1 0,-1 1 0,1-1 0,-1 1 0,0 0 0,1-1 0,-2 1 0,-25-13 0,0 2 0,-45-14 0,8 4 0,40 14 0,15 4 0,0 0 0,-15-7 0,24 10 0,0 0 0,0 0 0,-1 0 0,1 0 0,0 0 0,0 0 0,0 0 0,0 0 0,0 0 0,0 0 0,0 0 0,0-1 0,0 1 0,0 0 0,0 0 0,0 0 0,-1 0 0,1 0 0,0 0 0,0 0 0,0 0 0,0 0 0,0 0 0,0 0 0,0 0 0,0 0 0,0 0 0,0 0 0,0 0 0,0-1 0,0 1 0,0 0 0,0 0 0,0 0 0,0 0 0,0 0 0,0 0 0,0 0 0,0 0 0,0 0 0,0 0 0,0 0 0,0-1 0,0 1 0,0 0 0,0 0 0,0 0 0,0 0 0,0 0 0,0 0 0,0 0 0,0 0 0,0 0 0,0 0 0,0 0 0,7-2 0,8 1 0,2 1 0,0 1 0,-1 1 0,1 1 0,25 7 0,66 28 0,-80-28 0,39 13 0,31 13 0,-97-36 0,0 0 0,1 1 0,-1 0 0,0-1 0,0 1 0,0 0 0,0-1 0,0 1 0,0 0 0,0 0 0,0 0 0,0 1 0,0-1 0,-1-1 0,0 0 0,0 1 0,0-1 0,0 1 0,1-1 0,-1 1 0,0-1 0,0 0 0,0 1 0,0-1 0,0 1 0,0-1 0,0 1 0,0-1 0,0 1 0,-1-1 0,1 1 0,0-1 0,0 0 0,0 1 0,0-1 0,-1 1 0,0 1 0,-1 0 0,0 0 0,0-1 0,0 1 0,0 0 0,0-1 0,0 0 0,0 1 0,0-1 0,-5 2 0,-10 2 0,0 0 0,0-1 0,-1 0 0,1-1 0,-28 0 0,-6 1 0,-72 6 0,64-7 0,45-2-227,0 1-1,0 1 1,1 0-1,-1 1 1,-15 7-1,14-4-6598</inkml:trace>
</inkml:ink>
</file>

<file path=ppt/ink/ink3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3T00:00:13.40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9 924 24575,'0'0'0,"1"0"0,-1-1 0,0 1 0,0 0 0,0 0 0,0 0 0,0 0 0,0-1 0,0 1 0,0 0 0,-1 0 0,1 0 0,0 0 0,0-1 0,0 1 0,0 0 0,0 0 0,0 0 0,0 0 0,0-1 0,0 1 0,0 0 0,-1 0 0,1 0 0,0 0 0,0 0 0,0 0 0,0-1 0,0 1 0,0 0 0,-1 0 0,1 0 0,0 0 0,0 0 0,0 0 0,0 0 0,-1 0 0,1 0 0,0 0 0,0 0 0,0 0 0,-1 0 0,1 0 0,0 0 0,0 0 0,0 0 0,0 0 0,-1 0 0,1 0 0,0 0 0,0 0 0,0 0 0,0 0 0,-1 0 0,1 0 0,0 1 0,0-1 0,0 0 0,-1 0 0,1 0 0,0 1 0,0-1 0,0 0 0,0 0 0,0 1 0,-1-1 0,1 0 0,0 0 0,0 0 0,0 1 0,0-1 0,0 0 0,0 0 0,0 1 0,0-1 0,0 0 0,0 0 0,0 1 0,0-1 0,0 0 0,0 0 0,0 1 0,0-1 0,0 0 0,0 0 0,1 1 0,-1-1 0,0 0 0,0 0 0,0 1 0,0-1 0,0 0 0,1 0 0,-1 0 0,0 1 0,0-1 0,0 0 0,1 0 0,-1 0 0,0 0 0,0 0 0,0 0 0,1 1 0,2 0 0,-1 1 0,1-1 0,0 0 0,0 0 0,0 0 0,0 0 0,0 0 0,0-1 0,6 1 0,30-1 0,-23-1 0,50 2 0,52-3 0,-12-14 0,-33 3 0,42-12 0,-62 12 0,133-35 0,17-4 0,67 3 0,-172 34 0,88-23 0,58-13 0,-64 15 0,71-15 0,53 7 0,-253 38 0,157-14 0,-91 6 0,-76 8 0,-21 3 0,36-2 0,-43 4 0,0 0 0,15-4 0,19-2 0,16 0 0,7 0 0,21-1 0,21 0 0,31-1 0,-78 4 0,36-9 0,-33 6 0,-24 1 0,76-7 0,19-1 0,-81 9 0,34-2 0,20-2 0,-78 6 0,0-2 0,48-14 0,-24 5 0,24-10 0,-34 9 0,-13 5 0,1 2 0,40-4 0,58-6 0,24-3 0,5-8 0,-115 19 0,-23 6 0,-7 2 0,0-1 0,-1-1 0,0 0 0,26-12 0,-43 17 0,0 0 0,0 0 0,1 0 0,-1 0 0,0 0 0,0 0 0,0 0 0,1 0 0,-1 0 0,0-1 0,0 1 0,1 0 0,-1 0 0,0 0 0,0 0 0,0 0 0,0-1 0,1 1 0,-1 0 0,0 0 0,0 0 0,0-1 0,0 1 0,0 0 0,0 0 0,1 0 0,-1-1 0,0 1 0,0 0 0,0 0 0,0 0 0,0-1 0,0 1 0,0 0 0,0 0 0,0-1 0,0 1 0,-10-3 0,-17 2 0,25 1 0,-54 0 0,-62-8 0,71 2 0,-55-8 0,101 14 0,0 0 0,0 0 0,1 0 0,-1 0 0,0 0 0,0-1 0,0 1 0,0 0 0,0-1 0,1 1 0,-1-1 0,0 1 0,0-1 0,0 1 0,1-1 0,-1 1 0,-1-2 0,5-2 0,8 1 0,7 2 0,-1 1 0,0 1 0,0 0 0,17 5 0,-10-3 0,29 1 0,-31-2 0,26 3 0,19 2 0,-56-6 0,0-1 0,0 1 0,0 1 0,11 3 0,-18-4 0,-1 0 0,0 0 0,0 0 0,0 1 0,0-1 0,0 1 0,0 0 0,0 0 0,0 0 0,-1 0 0,1 0 0,-1 0 0,0 1 0,1-1 0,-1 1 0,0 0 0,2 4 0,-4-6 0,1 0 0,-1 0 0,1 0 0,-1 0 0,1 0 0,-1 0 0,1 0 0,0 0 0,-1 0 0,1-1 0,0 1 0,0 0 0,0 0 0,0-1 0,0 1 0,0 0 0,0-1 0,0 1 0,0-1 0,0 0 0,0 1 0,0-1 0,0 0 0,0 1 0,0-1 0,1 0 0,-1 0 0,0 0 0,0 0 0,0 0 0,0 0 0,2-1 0,-30 18 0,-135 69 0,-24 7 0,146-72-1365,25-11-5461</inkml:trace>
</inkml:ink>
</file>

<file path=ppt/ink/ink3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3T00:00:24.57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16 24575,'0'-1'0,"1"1"0,-1-1 0,0 1 0,0-1 0,1 0 0,-1 1 0,1-1 0,-1 1 0,0-1 0,1 1 0,-1-1 0,1 1 0,-1-1 0,1 1 0,0-1 0,-1 1 0,1 0 0,-1-1 0,1 1 0,0 0 0,-1 0 0,1-1 0,0 1 0,-1 0 0,1 0 0,0 0 0,0 0 0,23-3 0,-21 3 0,19-1 0,0 1 0,-1 0 0,1 2 0,0 1 0,0 0 0,31 10 0,-38-9 0,1-1 0,21 2 0,1 1 0,-13-3 0,30 1 0,-30-3 0,30 5 0,-28-2 0,35 0 0,19 2 0,81 15 0,-76-7 0,-58-9 0,45 15 0,2 1 0,101 6 0,-68-13 0,-19 0 0,-21 1 0,-7-1 0,-2-2 0,-34-6 0,42 4 0,239 29 0,-98-5 0,-108-19 0,-75-11 0,41 12 0,-11-2 0,-8-4 0,322 59 0,69 5 0,-332-52 0,102 25 0,65 13 0,-170-40 0,49 9 0,59 11 0,-188-35 0,0-1 0,0-2 0,35 0 0,-42-1 0,0 0 0,21 6 0,-5-2 0,2 1 0,-17-3 0,33 3 0,15 1 0,-44-4 0,24 1 0,-9-1 0,50 9 0,22 2 0,-68-10 0,-1 1 0,-1 2 0,47 15 0,49 22 0,-126-41 0,-14-3 0,-12-4 0,-12-7 0,1-2 0,-32-18 0,-51-39 0,91 56 0,0 0 0,1-2 0,1-1 0,1 0 0,-29-34 0,47 50 0,-1 0 0,0 1 0,1-1 0,-1 0 0,1 0 0,-1 1 0,1-1 0,-1 0 0,1 0 0,-1 0 0,1 0 0,0 0 0,0 0 0,-1 0 0,1 0 0,0 0 0,0-1 0,0 2 0,1-1 0,-1 1 0,0 0 0,0-1 0,1 1 0,-1 0 0,0 0 0,1 0 0,-1-1 0,1 1 0,-1 0 0,0 0 0,1 0 0,-1 0 0,0 0 0,1 0 0,-1-1 0,1 1 0,-1 0 0,0 0 0,1 0 0,-1 0 0,1 1 0,-1-1 0,0 0 0,1 0 0,0 0 0,4 1 0,0 1 0,1 0 0,-1 0 0,9 4 0,37 28 0,0 1 0,45 43 0,-45-36 0,-7-7 0,-44-35 0,0 0 0,1 0 0,-1 0 0,0 1 0,0-1 0,0 0 0,1 0 0,-1 1 0,0-1 0,0 0 0,0 0 0,0 0 0,0 1 0,1-1 0,-1 0 0,0 1 0,0-1 0,0 0 0,0 0 0,0 1 0,0-1 0,0 0 0,0 0 0,0 1 0,0-1 0,0 0 0,0 1 0,0-1 0,0 0 0,0 0 0,-1 1 0,1-1 0,0 0 0,0 0 0,0 1 0,0-1 0,0 0 0,-1 0 0,1 1 0,-14 7 0,-18 0 0,13-6 0,0 2 0,0 0 0,1 1 0,-26 11 0,24-10-227,1 0-1,-1-1 1,-1-1-1,1-1 1,-28 1-1,32-3-6598</inkml:trace>
</inkml:ink>
</file>

<file path=ppt/ink/ink3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3T00:00:28.88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7 155 24575,'0'0'0,"0"0"0,0 0 0,0 0 0,-1 0 0,1 0 0,0 0 0,0 0 0,0 0 0,0 0 0,-1 0 0,1 0 0,0 0 0,0 0 0,0 0 0,-1 0 0,1 0 0,0 0 0,0 0 0,0 0 0,-1 0 0,1 0 0,0 0 0,0 0 0,0 0 0,0 0 0,-1 0 0,1 0 0,0 0 0,0 0 0,0-1 0,0 1 0,0 0 0,-1 0 0,1 0 0,0 0 0,0 0 0,0-1 0,0 1 0,0 0 0,0 0 0,8-5 0,18-1 0,29 2 0,60 5 0,-37 0 0,1246-1 0,-1306 1 0,31 6 0,-31-4 0,30 1 0,-33-4 0,11 0 0,0 1 0,37 6 0,-33-3 0,0-1 0,0-2 0,31-2 0,54 3 0,286 10 0,-341-13 0,84 9 0,-13-1 0,-91-6 0,184 7 0,4-3 0,-191-5 0,-21-1 0,-1 0 0,20-5 0,-1 0 0,-3 1 0,-8 1 0,29-2 0,446 5 0,-249 2 0,330-1 0,-559-1 0,32-5 0,-32 3 0,29-2 0,14 6 0,47-1 0,-24-14 0,-69 12 0,-1-1 0,26-7 0,-27 6 0,0 0 0,0 1 0,24-1 0,-19 4 0,-15 0 0,-15 0 0,-15 1 0,-74-3 0,88 1 0,0-1 0,0 0 0,1 0 0,-1-1 0,1-1 0,0 1 0,-11-7 0,-91-51 0,101 55 0,-1 0 0,0 1 0,-20-6 0,10 4 0,85 42 0,37 15 0,-86-44 0,-1-2 0,20 5 0,12 3 0,-13-2 0,-16-6 0,-1 1 0,0 1 0,23 12 0,-37-18 0,0 1 0,0-1 0,0 0 0,-1 1 0,1-1 0,0 1 0,0-1 0,-1 1 0,1 0 0,-1-1 0,1 1 0,0 0 0,-1-1 0,1 1 0,-1 0 0,0 0 0,1-1 0,-1 1 0,1 0 0,-1 0 0,0 0 0,0 0 0,0-1 0,1 3 0,-2-2 0,1-1 0,0 1 0,-1 0 0,1 0 0,-1 0 0,1 0 0,-1 0 0,1 0 0,-1 0 0,0-1 0,0 1 0,1 0 0,-1 0 0,0-1 0,0 1 0,0-1 0,-1 2 0,-6 2 0,0 0 0,-1-1 0,-13 5 0,18-7 0,-22 6 0,0-2 0,-41 3 0,40-5 0,-9 1 0,-46 6 0,72-8-114,2-1-42,-1 1 0,0 0-1,1 0 1,0 0-1,0 1 1,0 1-1,-9 4 1,5 0-6670</inkml:trace>
</inkml:ink>
</file>

<file path=ppt/ink/ink3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3T00:00:42.99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1072 24575,'20'-2'0,"0"0"0,0-1 0,20-5 0,-17 3 0,42-4 0,-44 6 0,0 0 0,-1-1 0,29-10 0,28-5 0,9 3 0,1 2 0,-1 0 0,-53 7 0,-22 5 0,1-1 0,19 0 0,-10 3 0,15-1 0,46-6 0,-53 4 0,1 1 0,37 2 0,29-1 0,-9-13 0,-30 7 0,-37 3 0,32 0 0,-35 3 0,28-5 0,-27 3 0,24-1 0,28-3 0,-7 0 0,23-3 0,-51 5 0,36-8 0,-47 7 0,0 2 0,44-2 0,-55 5 0,-1-1 0,20-4 0,-2 1 0,56-10 0,73-13 0,12-4 0,-70 11 0,60-18 0,-83 20 0,61-7 0,57-17 0,-21 14 0,-6 1 0,-87 15 0,-39 8 0,202-39 0,-213 38 0,3 0 0,65-21 0,-47 12 0,-38 12 0,75-14 0,-35 8 0,19 0 0,-45 6 0,35-7 0,107-26 0,-96 22 0,2-2 0,102-17 0,-161 31 0,25-3 0,58-15 0,-43 2 0,14-4 0,84-4 0,-114 21 0,-1-1 0,0-1 0,0-2 0,65-23 0,-99 30 0,-1 0 0,1 1 0,-1-1 0,11 1 0,-12 1 0,1-1 0,-1 0 0,0 1 0,0-1 0,-1-1 0,1 1 0,0-1 0,7-3 0,1-3 0,-7 5 0,0 0 0,-1 0 0,0-1 0,10-8 0,-14 11 0,0-1 0,0 1 0,0 0 0,0 0 0,0 0 0,-1-1 0,1 1 0,0 0 0,-1-1 0,1 1 0,-1 0 0,1-1 0,-1 1 0,0-1 0,0 1 0,0-1 0,1 1 0,-1 0 0,-1-1 0,1 1 0,0-1 0,0 1 0,0-1 0,-1 1 0,1-1 0,-2-2 0,2 3 0,-1 0 0,0 0 0,1 0 0,-1-1 0,0 1 0,0 0 0,0 0 0,0 0 0,0 0 0,0 0 0,0 0 0,0 1 0,0-1 0,0 0 0,0 0 0,0 1 0,-1-1 0,1 1 0,0-1 0,-1 1 0,1-1 0,0 1 0,-1 0 0,1 0 0,0 0 0,-3 0 0,-3 0 0,0 1 0,0 0 0,0 0 0,-9 4 0,-15 2 0,-164-4 0,109-4 0,-2 1 0,123 12 0,176 27 0,-27-5 0,-183-34 0,1 0 0,-1 0 0,1 1 0,-1-1 0,1 1 0,-1-1 0,0 1 0,1 0 0,-1-1 0,0 1 0,1 0 0,-1 0 0,0 0 0,0 0 0,0 0 0,1 2 0,-1-3 0,-1 1 0,0 0 0,1 0 0,-1 0 0,0 0 0,0 1 0,0-1 0,0 0 0,0 0 0,0 0 0,0 0 0,0 0 0,0 0 0,-1 0 0,1 0 0,0 0 0,-1 0 0,1-1 0,0 1 0,-1 0 0,0 0 0,1 0 0,-1 0 0,1 0 0,-2 0 0,-16 24 0,-2-1 0,0-2 0,-37 33 0,52-52 0,1 0 0,-1-1 0,1 1 0,-1-1 0,0 0 0,0 0 0,0 0 0,-9 1 0,-19 8 0,24-6-1365</inkml:trace>
</inkml:ink>
</file>

<file path=ppt/ink/ink3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3T00:41:42.56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5858 44 24575,'0'-1'0,"-1"0"0,1 1 0,0-1 0,-1 0 0,0 0 0,1 0 0,-1 0 0,1 1 0,-1-1 0,0 0 0,0 0 0,1 1 0,-1-1 0,0 1 0,0-1 0,0 1 0,-1-2 0,-18-7 0,7 5 0,-1 0 0,1 0 0,-1 1 0,0 1 0,0 0 0,-15 0 0,-650 3 0,664 0 0,1 0 0,-17 4 0,15-2 0,-24 2 0,-235-4 0,132-2 0,132 1 0,0 1 0,-19 5 0,18-4 0,1 1 0,-15-1 0,-211-1 0,113-2 0,110 2 0,-1 0 0,-16 4 0,16-2 0,-25 2 0,27-4 0,-24 5 0,24-3 0,-25 1 0,22-3 0,0 0 0,-30 6 0,22-4 0,0 0 0,0-1 0,-48-3 0,19-1 0,28 2 0,-1-1 0,-38-7 0,31 4 0,-1 1 0,1 2 0,-35 3 0,5-1 0,-962-1 0,1011 1 0,0 0 0,-18 4 0,17-2 0,-25 2 0,-226-5 0,128-1 0,123 2 0,1 0 0,-17 5 0,15-3 0,-24 1 0,-235-3 0,132-2 0,128 1 0,1 2 0,-17 3 0,15-2 0,-24 1 0,-15-3 0,26-2 0,0 2 0,-45 7 0,41-4 0,-1-1 0,1-2 0,-35-2 0,5 0 0,-428 1 0,484-1 21,0 0-1,0 0 1,-10-3-1,12 3-201,0-1 0,0 1 0,-1 1 0,1-1 1,0 1-1,0-1 0,-7 2 0,0 1-6645</inkml:trace>
</inkml:ink>
</file>

<file path=ppt/ink/ink3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3T00:41:52.89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5607 16 24575,'-4'0'0,"0"0"0,-1 1 0,1 0 0,0 0 0,-5 2 0,6-2 0,0 0 0,-1 0 0,1 0 0,0-1 0,-1 1 0,1-1 0,-1 1 0,1-1 0,-6-1 0,-5-1 0,-5-2 0,-38-2 0,38 5 0,-26-5 0,27 3 0,-30-1 0,-429 4 0,467 1 0,-1 0 0,-19 4 0,18-2 0,0-1 0,-13 1 0,-328-2 0,171-2 0,156 0 0,-6 1 0,0 1 0,-51 7 0,64-5 0,-1-1 0,-32-2 0,33 0 0,1 0 0,-1 1 0,-21 5 0,20-3 0,0-1 0,-40 0 0,1 0 0,10 5 0,31-4 0,-31 1 0,-34-5 0,-64 2 0,108 6 0,28-4 0,1-1 0,-17 1 0,-57-4 0,-30 2 0,72 6 0,31-5 0,-1 0 0,-14 1 0,-17-2 0,17-2 0,-1 2 0,-35 6 0,39-4 0,0 0 0,0-2 0,-25-2 0,-37 2 0,46 5 0,28-3 0,1-1 0,-17 1 0,-51-4 0,-32 2 0,62 6 0,30-4 0,-31 2 0,-574-6 0,603 2 0,-31 5 0,30-2 0,-30 0 0,-26-5 0,-62 2 0,95 6 0,29-4 0,-26 1 0,23-3 0,-22 5 0,23-3 0,-24 2 0,21-4 0,-22 5 0,23-3 0,-30 1 0,39-3 0,1 0 0,-18 4 0,-14 2 0,-16 0 0,37-3 0,-32 0 0,-554-4 0,601-1-136,0 2-1,0-1 1,0 0-1,0 1 1,0 0-1,0 0 1,0 1-1,0-1 0,-5 4 1,1 1-6690</inkml:trace>
</inkml:ink>
</file>

<file path=ppt/ink/ink3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3T00:42:06.66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5512 44 24575,'-31'-12'0,"-10"5"0,0 2 0,-64-1 0,56 8 0,-74-4 0,82-5 0,34 5 0,-1 1 0,1-1 0,-1 1 0,0 1 0,1-1 0,-1 1 0,-14 2 0,-13 4 0,-66 3 0,-37-10 0,51 0 0,73 2 0,-1 0 0,-16 4 0,16-2 0,-25 2 0,-28 2 0,47-4 0,-34 1 0,-321-4 0,365 0 0,0 1 0,-19 5 0,19-3 0,-1-1 0,-14 0 0,10-1 0,0 0 0,-30 6 0,34-5 0,-1 0 0,1-1 0,-15-1 0,16 0 0,-1 0 0,1 1 0,-1 0 0,-11 3 0,8-1 0,0 0 0,0-1 0,0-1 0,-19-1 0,17-1 0,0 2 0,-34 5 0,-8 2 0,-3 1 0,44-5 0,-30 1 0,-10 1 0,41-4 0,-1 0 0,-17-1 0,-10 0 0,5 6 0,30-5 0,-1 0 0,-15 1 0,-230-2 0,122-2 0,113 2 0,-30 5 0,29-3 0,-29 2 0,14-5 0,6-1 0,1 2 0,-45 7 0,57-6 0,1 0 0,-18-1 0,-9 0 0,4 6 0,29-4 0,0-1 0,-14 0 0,-66-2 0,-32 0 0,72 7 0,31-3 0,-24 0 0,-52-5 0,-42 2 0,90 6 0,30-4 0,-32 1 0,35-3 0,-29 5 0,28-3 0,-24 2 0,20-4 0,-22 5 0,23-3 0,-30 1 0,36-4 0,-14 0 0,1 1 0,-38 6 0,31-2 0,0-2 0,-1-2 0,-35-3 0,7 1 0,-746 1 0,798 1-174,0 0-1,-20 4 0,23-3-666,-6 0-5985</inkml:trace>
</inkml:ink>
</file>

<file path=ppt/ink/ink3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3T00:42:11.21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2 24575,'66'-1'0,"71"2"0,-89 6 0,-30-4 0,31 2 0,-22-4 0,30 6 0,-10-1 0,96 17 0,-58-8 0,-3 0 0,26 4 0,13 3 0,-14-1 0,9-6 0,8 1 0,-41-4 0,47 14 0,-75-13 0,162 41 0,-85-23 0,12 4 0,72 17 0,-147-37 0,2-1 0,47 12 0,-3-3 0,-57-14 0,168 31 0,-102-14 0,176 38 0,-90-22 0,-50-11 0,-122-23 0,232 57 0,-16-8 0,-135-35 0,-10 3 0,117 20 0,-191-41 0,-3 1 0,44 0 0,-58-4 0,30 5 0,7 0 0,9 2 0,-42-5 0,31 2 0,-35-4 0,0 1 0,0 1 0,25 8 0,3 0 0,-6-1 0,-32-7 0,1 0 0,-1-1 0,1 0 0,0 0 0,0-1 0,12 0 0,-21-1 0,0 0 0,0 0 0,0 0 0,1 0 0,-1 0 0,0 0 0,0 0 0,1 0 0,-1 0 0,0 0 0,0 0 0,0 0 0,1 0 0,-1 0 0,0-1 0,0 1 0,0 0 0,0 0 0,1 0 0,-1 0 0,0 0 0,0 0 0,0-1 0,0 1 0,1 0 0,-1 0 0,0 0 0,0 0 0,0-1 0,0 1 0,0 0 0,0 0 0,0 0 0,1-1 0,-6-6 0,-14-8 0,15 13 0,-2-3 0,-93-76 0,1-21 0,90 93 0,13 9 0,15 11 0,14 13 0,40 21 0,-19-13 0,8 2 0,-44-24 0,-1 0 0,1 0 0,-2 2 0,20 15 0,-37-26 0,0-1 0,1 0 0,-1 0 0,0 0 0,1 1 0,-1-1 0,0 0 0,0 0 0,1 1 0,-1-1 0,0 0 0,0 1 0,1-1 0,-1 0 0,0 1 0,0-1 0,0 1 0,0-1 0,0 0 0,1 1 0,-1-1 0,0 0 0,0 1 0,0-1 0,0 1 0,0-1 0,0 0 0,0 1 0,0-1 0,-1 1 0,1-1 0,0 1 0,-1-1 0,0 1 0,1-1 0,-1 1 0,0-1 0,1 0 0,-1 1 0,0-1 0,1 0 0,-1 1 0,0-1 0,0 0 0,1 0 0,-3 0 0,-33 1 0,30-2 0,-38 0 0,0 2 0,-51 7 0,31-2 0,41-4 0,-1 0 0,-32 9 0,-25 17-1365,66-22-5461</inkml:trace>
</inkml:ink>
</file>

<file path=ppt/ink/ink3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3T00:42:15.62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0 184 24575,'30'-12'0,"-5"9"0,-1 1 0,1 1 0,45 4 0,-22 4 0,-31-4 0,33 2 0,-21-5 0,157 8 0,-92-1 0,103-7 0,-85-1 0,-99 1 0,225 9 0,-105-2 0,-7 0 0,179 0 0,-190-8 0,3-7 0,-9 1 0,329 7 0,-348-7 0,-7 0 0,41-2 0,-22 1 0,-17 1 0,91-7 0,6-1 0,117 9 0,-183 7 0,1437-1 0,-1544 0 0,1-1 0,-1 0 0,1-1 0,-1 0 0,10-3 0,-68-8 0,-71-21 0,99 27 0,1-2 0,0 0 0,-31-20 0,38 22-455,1-1 0,-15-4 0</inkml:trace>
</inkml:ink>
</file>

<file path=ppt/ink/ink3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3T00:42:27.37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359 11 24575,'5'-2'0,"-1"0"0,0 1 0,1-1 0,-1 1 0,0 0 0,1 0 0,-1 1 0,0-1 0,1 1 0,4 0 0,-8 2 0,-5 1 0,-9 2 0,11-4 0,-20 8 0,-1-1 0,0-1 0,0-1 0,0-1 0,-1-2 0,0 0 0,-37 0 0,45-2 0,1 1 0,0 0 0,0 2 0,-29 9 0,5-1 0,25-9-1365,1 0-5461</inkml:trace>
</inkml:ink>
</file>

<file path=ppt/ink/ink3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3T00:42:33.08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85 982 24575,'-1'-1'0,"0"1"0,0-1 0,0 1 0,0-1 0,-1 1 0,1 0 0,0-1 0,0 1 0,0 0 0,0 0 0,-1 0 0,1 0 0,0 0 0,0 0 0,0 0 0,-1 0 0,1 0 0,0 1 0,0-1 0,0 0 0,-2 1 0,-23 11 0,-4 3 0,30-15 0,0 0 0,-1 0 0,1 0 0,0 0 0,0 0 0,0 0 0,0 0 0,0 0 0,0 0 0,0 0 0,0 1 0,0-1 0,0 0 0,0 0 0,0 0 0,0 0 0,0 0 0,0 0 0,0 0 0,0 0 0,0 0 0,0 0 0,0 0 0,0 0 0,0 0 0,0 0 0,0 0 0,0 0 0,0 0 0,0 0 0,0 0 0,0 1 0,0-1 0,0 0 0,0 0 0,0 0 0,0 0 0,0 0 0,0 0 0,0 0 0,0 0 0,0 0 0,0 0 0,0 0 0,0 0 0,0 0 0,0 0 0,0 0 0,0 0 0,0 0 0,0 0 0,0 0 0,0 0 0,0 0 0,0 0 0,1 0 0,-1 0 0,0 0 0,0 1 0,0-1 0,0 0 0,0 0 0,0 0 0,0 0 0,0 0 0,7 1 0,8 0 0,9-2 0,-1 0 0,35-7 0,-29 4 0,30-1 0,9-1 0,109-8 0,-32-1 0,-87 7 0,142-24 0,-24 5 0,-68 11 0,79-5 0,-70 10 0,-26 4 0,10 0 0,52-8 0,-135 12 0,117-14 0,-83 11 0,77-3 0,-31 2 0,-2 0 0,-66 5 0,34-6 0,-32 4 0,127-26 0,-135 26 0,-1-1 0,36-14 0,23-5 0,31-1 0,122-22 0,284-44 0,-118 13 0,-244 46 0,3 11 0,-70 7 0,-4-1 0,204-40 0,-190 33 0,217-64 0,-145 39 0,-157 43 0,202-57 0,-199 56 0,9-2 0,37-14 0,-57 16 0,-12 2 0,-14 4 0,-4 4 0,-1-1 0,1-1 0,-1-1 0,0-1 0,-39-3 0,-23-13 0,18 1 0,-3-1 0,98 17 0,-13-2 0,26 4 0,58 12 0,-59-10 0,0 1 0,59 18 0,-96-24 0,0-1 0,-1 1 0,1 0 0,0-1 0,-1 1 0,1 0 0,-1 0 0,3 2 0,-4-3 0,0 1 0,1-1 0,-1 1 0,0-1 0,0 0 0,0 1 0,0-1 0,0 1 0,1-1 0,-1 0 0,0 1 0,0-1 0,0 1 0,0-1 0,0 1 0,0-1 0,0 0 0,-1 1 0,1-1 0,0 1 0,0-1 0,0 1 0,0-1 0,0 0 0,-1 1 0,1-1 0,0 0 0,0 1 0,-1-1 0,1 0 0,0 1 0,0-1 0,-1 0 0,1 1 0,0-1 0,-1 0 0,1 0 0,-1 1 0,1-1 0,0 0 0,-1 0 0,-57 38 0,7-6 0,12-5 0,-84 42 0,104-59-682,-34 24-1,41-24-6143</inkml:trace>
</inkml:ink>
</file>

<file path=ppt/ink/ink3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3T00:42:40.00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7 57 24575,'0'0'0,"0"0"0,0 0 0,0 0 0,0 0 0,0-1 0,0 1 0,0 0 0,-1 0 0,1 0 0,0 0 0,0 0 0,0-1 0,0 1 0,0 0 0,0 0 0,-1 0 0,1 0 0,0 0 0,0 0 0,0 0 0,0 0 0,0 0 0,-1 0 0,1-1 0,0 1 0,0 0 0,0 0 0,0 0 0,-1 0 0,1 0 0,0 0 0,0 0 0,0 0 0,0 0 0,-1 0 0,1 0 0,0 1 0,0-1 0,0 0 0,0 0 0,-1 0 0,1 0 0,0 0 0,0 0 0,0 0 0,0 10 0,5 12 0,10 13 0,1-1 0,38 57 0,-50-85 0,-1-1 0,1 1 0,1-1 0,-1 0 0,11 8 0,-14-12 0,0 0 0,0 0 0,0-1 0,0 1 0,0-1 0,0 1 0,0 0 0,0-1 0,0 0 0,1 1 0,-1-1 0,0 0 0,0 1 0,0-1 0,1 0 0,-1 0 0,0 0 0,0 0 0,0 0 0,1 0 0,-1-1 0,0 1 0,0 0 0,0-1 0,0 1 0,1 0 0,-1-1 0,0 1 0,0-1 0,0 0 0,0 1 0,0-1 0,0 0 0,0 0 0,-1 0 0,1 1 0,0-1 0,0 0 0,0 0 0,0-2 0,3-3 0,-1 0 0,0-1 0,0 0 0,0 1 0,-1-1 0,0 0 0,0 0 0,-1 0 0,0-1 0,1-12 0,-2 16 0,4-10 0,-3 14 0,-1 0 0,0-1 0,0 1 0,1 0 0,-1 0 0,0 0 0,1-1 0,-1 1 0,0 0 0,0 0 0,1 0 0,-1 0 0,0 0 0,1 0 0,-1 0 0,0-1 0,1 1 0,-1 0 0,0 0 0,1 0 0,-1 0 0,0 0 0,1 1 0,-1-1 0,3 1 0,-1 0 0,1 0 0,-1 0 0,0 1 0,0-1 0,1 1 0,1 2 0,5 2 0,-3-1 0,3 2 0,1-1 0,0 0 0,11 6 0,-18-11 0,0 0 0,0 0 0,0 0 0,0 0 0,0 0 0,0-1 0,0 1 0,0-1 0,0 0 0,0 0 0,0 0 0,0 0 0,0-1 0,0 1 0,0-1 0,6-2 0,-8 2 0,1 0 0,-1 0 0,1 0 0,-1 0 0,0-1 0,1 1 0,-1 0 0,0-1 0,0 1 0,0-1 0,0 1 0,0-1 0,0 0 0,-1 1 0,1-1 0,0 0 0,-1 0 0,0 0 0,1 1 0,-1-1 0,0 0 0,0-3 0,1-5 0,-1-1 0,-2-16 0,1 23 0,-6-46 51,3 30-759,-1-36 0,5 44-6118</inkml:trace>
</inkml:ink>
</file>

<file path=ppt/ink/ink3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3T00:42:40.75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97 17 24575,'-9'-1'0,"0"0"0,-1 0 0,-16 2 0,24-1 0,0 0 0,0 0 0,0 1 0,0-1 0,0 0 0,0 1 0,1-1 0,-1 1 0,0 0 0,0 0 0,0 0 0,1 0 0,-1 0 0,0 0 0,1 0 0,-1 0 0,1 1 0,0-1 0,-1 0 0,1 1 0,0-1 0,0 1 0,0 0 0,0-1 0,-1 3 0,2-2 0,0 0 0,-1-1 0,1 1 0,1 0 0,-1 0 0,0-1 0,0 1 0,1 0 0,-1 0 0,1-1 0,-1 1 0,1 0 0,0-1 0,0 1 0,0 0 0,0-1 0,0 0 0,0 1 0,0-1 0,0 1 0,0-1 0,1 0 0,-1 0 0,3 2 0,5 4 0,0-1 0,15 9 0,-20-13 0,10 7 0,-5-4 0,0 0 0,0 0 0,0 0 0,0-1 0,1-1 0,16 5 0,-24-8 0,0 0 0,-1 0 0,1 1 0,0-1 0,-1-1 0,1 1 0,0 0 0,-1 0 0,1-1 0,-1 1 0,1-1 0,0 1 0,-1-1 0,1 1 0,-1-1 0,0 0 0,1 0 0,-1 0 0,2-1 0,-1 0 0,0 0 0,-1 0 0,1-1 0,-1 1 0,1 0 0,-1-1 0,0 1 0,0-1 0,0 1 0,1-5 0,0-2 0,0 1 0,-1-1 0,-1 1 0,1-1 0,-1 0 0,-2-11 0,2 18 5,0 0 1,0 0-1,-1 0 0,1 0 0,-1 1 0,1-1 1,-1 0-1,0 0 0,0 0 0,0 0 1,0 1-1,0-1 0,0 0 0,0 1 0,-1-1 1,1 1-1,0-1 0,-1 1 0,1 0 0,-1 0 1,0 0-1,-1-2 0,-2 2-170,1-1 0,0 1 0,-1 0 0,1 0 0,-1 1 0,0-1 0,1 1 0,-8 0 0,0 1-6661</inkml:trace>
</inkml:ink>
</file>

<file path=ppt/ink/ink3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3T00:42:43.28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7 100 24575,'0'1'0,"0"-1"0,-1 0 0,1 0 0,-1 0 0,1 1 0,0-1 0,-1 0 0,1 0 0,0 1 0,-1-1 0,1 0 0,0 0 0,0 1 0,-1-1 0,1 1 0,0-1 0,0 0 0,-1 1 0,1-1 0,0 0 0,0 1 0,0-1 0,0 1 0,0-1 0,0 0 0,0 1 0,0-1 0,0 1 0,0-1 0,0 1 0,0-1 0,0 0 0,0 1 0,0-1 0,0 1 0,0-1 0,0 1 0,0-1 0,1 0 0,-1 1 0,8 23 0,-7-20 0,8 23 0,14 29 0,-21-52 0,0-1 0,1 1 0,-1 0 0,1-1 0,0 1 0,0-1 0,0 0 0,7 5 0,-8-6 0,-1-1 0,1 0 0,0 0 0,0 0 0,0 0 0,0 0 0,0 0 0,1 0 0,-1-1 0,0 1 0,0-1 0,0 1 0,1-1 0,-1 0 0,0 0 0,1 0 0,-1 0 0,0-1 0,3 0 0,-4 1 0,1-1 0,-1 1 0,0-1 0,0 0 0,0 0 0,1 0 0,-1 1 0,0-1 0,0 0 0,0-1 0,0 1 0,0 0 0,-1 0 0,1 0 0,0 0 0,0-1 0,-1 1 0,1 0 0,-1-1 0,1 1 0,-1 0 0,0-1 0,1 1 0,-1-1 0,0 1 0,0 0 0,0-1 0,0 1 0,0-1 0,-1-1 0,1-4 0,-1 0 0,-1 1 0,1-1 0,-1 1 0,-3-8 0,1 5 0,2 6 0,1 0 0,-1 0 0,1 0 0,0 0 0,0-1 0,0 1 0,0 0 0,0-1 0,1 1 0,0-1 0,0-5 0,0 9 0,0 0 0,0 0 0,0-1 0,1 1 0,-1 0 0,0-1 0,0 1 0,1 0 0,-1 0 0,0 0 0,1-1 0,-1 1 0,0 0 0,1 0 0,-1 0 0,0 0 0,1-1 0,-1 1 0,0 0 0,1 0 0,-1 0 0,0 0 0,1 0 0,-1 0 0,0 0 0,1 0 0,-1 0 0,0 0 0,1 0 0,-1 0 0,1 1 0,-1-1 0,1 0 0,12 5 0,-12-4 0,22 10 0,31 22 0,14 8 0,-60-36 0,-4-3 0,1 1 0,-1-1 0,1 0 0,-1-1 0,1 1 0,6 1 0,-10-3 0,0 0 0,0 0 0,0 0 0,0 0 0,0-1 0,0 1 0,0 0 0,0 0 0,0-1 0,0 1 0,0 0 0,0-1 0,0 1 0,0-1 0,0 1 0,-1-1 0,1 0 0,0 1 0,0-1 0,-1 0 0,1 0 0,0 1 0,-1-1 0,1 0 0,-1 0 0,1 0 0,-1 0 0,1 1 0,-1-1 0,0 0 0,0 0 0,1 0 0,-1 0 0,0 0 0,0 0 0,0 0 0,0-2 0,1-8 0,-1-1 0,0 0 0,0 0 0,-2 1 0,1-1 0,-5-13 0,0-6 0,-8-47-1365,13 65-5461</inkml:trace>
</inkml:ink>
</file>

<file path=ppt/ink/ink3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3T00:42:43.92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18 4 24575,'-5'-3'0,"-2"3"0,3 0 0,3 3 0,0 3 0,1 4 0,3 2 0,4 1 0,0 1 0,1-1 0,0-1 0,1 0 0,-2 0 0,-1-1-8191</inkml:trace>
</inkml:ink>
</file>

<file path=ppt/ink/ink3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3T00:42:46.02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3 115 24575,'-3'-11'0,"4"9"0,2 6 0,6 16 0,6 21 0,-12-28 0,1-2 0,1 1 0,-1 0 0,2-1 0,0 0 0,0 0 0,11 12 0,-17-22 0,1 0 0,0 0 0,-1-1 0,1 1 0,0 0 0,-1-1 0,1 1 0,0-1 0,0 1 0,-1-1 0,1 1 0,0-1 0,0 0 0,0 1 0,0-1 0,-1 0 0,1 0 0,0 1 0,0-1 0,0 0 0,0 0 0,0 0 0,0 0 0,0 0 0,1-1 0,0 0 0,0 1 0,-1-1 0,1 0 0,-1 0 0,0 0 0,1 0 0,-1 0 0,0-1 0,1 1 0,-1 0 0,0-1 0,1-2 0,3-3 0,-1-1 0,-1 1 0,1-1 0,3-13 0,-5 10 0,3-9 0,-5 20 0,0-1 0,1 1 0,-1-1 0,0 1 0,1 0 0,-1-1 0,0 1 0,1-1 0,-1 1 0,1 0 0,-1 0 0,1-1 0,-1 1 0,1 0 0,-1-1 0,1 1 0,-1 0 0,1 0 0,-1 0 0,1 0 0,-1 0 0,1 0 0,-1 0 0,1 0 0,-1 0 0,1 0 0,-1 0 0,1 0 0,0 0 0,-1 0 0,1 0 0,0 1 0,6 1 0,-1 1 0,0 0 0,1 1 0,-1-1 0,-1 1 0,1 0 0,6 6 0,-5-4 0,0 0 0,1 0 0,13 6 0,-21-12 0,4 2 0,0 0 0,0 0 0,1-1 0,-1 1 0,0-1 0,6 1 0,-9-2 0,1 0 0,-1 0 0,0 0 0,0 0 0,0-1 0,1 1 0,-1 0 0,0-1 0,0 1 0,0-1 0,0 1 0,0-1 0,0 1 0,0-1 0,0 0 0,0 1 0,0-1 0,0 0 0,0 0 0,0 0 0,0 0 0,-1 0 0,1 0 0,0 0 0,-1 0 0,1 0 0,-1 0 0,1-1 0,2-4 0,-1 0 0,-1 0 0,1 0 0,-1 0 0,0 0 0,1-12 0,-4-40 0,1 24 0,0-38-1365,1 59-5461</inkml:trace>
</inkml:ink>
</file>

<file path=ppt/ink/ink3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3T00:42:46.79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 44 24575,'0'0'0,"-1"-1"0,1 0 0,0 0 0,-1 0 0,1 0 0,0 0 0,0 0 0,0 0 0,-1 1 0,1-1 0,0 0 0,0 0 0,1 0 0,-1 0 0,0 0 0,0 0 0,0 0 0,0 0 0,1 0 0,-1 0 0,0 1 0,1-1 0,-1 0 0,2-1 0,-1 0 0,1 1 0,-1-1 0,1 1 0,-1 0 0,1-1 0,0 1 0,-1 0 0,1 0 0,0 0 0,0 0 0,2 0 0,-2 0 0,1 0 0,-1 0 0,1 0 0,-1 1 0,0-1 0,1 1 0,-1 0 0,1-1 0,-1 1 0,1 0 0,-1 1 0,1-1 0,-1 0 0,1 1 0,-1-1 0,1 1 0,-1 0 0,0 0 0,1 0 0,1 1 0,-2 0 0,-1 1 0,1-1 0,-1 1 0,1-1 0,-1 1 0,0-1 0,0 1 0,0 0 0,-1-1 0,1 1 0,0 0 0,-1 0 0,0 0 0,0 5 0,-3 40 0,0-33 0,2-14 0,1 1 0,0 0 0,-1-1 0,1 1 0,0 0 0,0-1 0,0 1 0,0 0 0,0 2 0,1-3 0,-1 0 0,1 0 0,0 0 0,-1 0 0,1 0 0,0 0 0,-1 0 0,1-1 0,0 1 0,0 0 0,0-1 0,0 1 0,0 0 0,-1-1 0,1 1 0,0-1 0,0 0 0,0 1 0,2 0 0,9 2-122,1 0-1,-1-1 1,1 0-1,0-1 0,-1-1 1,15 0-1,-19 0-384,7 0-6319</inkml:trace>
</inkml:ink>
</file>

<file path=ppt/ink/ink3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3T00:42:54.84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 47 24575,'0'0'0,"-1"0"0,1 0 0,0 0 0,-1 1 0,1-1 0,0 0 0,-1 0 0,1 0 0,0 0 0,-1 0 0,1 0 0,0 0 0,0 1 0,-1-1 0,1 0 0,0 0 0,-1 0 0,1 1 0,0-1 0,0 0 0,-1 0 0,1 1 0,0-1 0,0 0 0,0 0 0,0 1 0,-1-1 0,1 0 0,0 1 0,0 12 0,7 10 0,0-7 0,8 15 0,20 30 0,-31-54 0,0-1 0,1 0 0,0-1 0,0 1 0,0-1 0,1 0 0,-1 0 0,1-1 0,1 0 0,7 5 0,-13-9 0,0 0 0,0 1 0,0-1 0,1 0 0,-1 0 0,0 1 0,0-1 0,0 0 0,1 0 0,-1-1 0,0 1 0,0 0 0,0 0 0,0 0 0,1-1 0,-1 1 0,0-1 0,0 1 0,0-1 0,2 0 0,-2-1 0,1 1 0,0-1 0,-1 0 0,0 1 0,1-1 0,-1 0 0,0 0 0,0 0 0,0 0 0,2-3 0,-1-2 0,0 0 0,0 0 0,0 0 0,-1-1 0,1-10 0,-3-1 0,1 13 0,0 0 0,0 0 0,0 1 0,3-10 0,-3 15 0,0 0 0,0-1 0,0 1 0,0 0 0,0-1 0,0 1 0,0 0 0,0 0 0,1-1 0,-1 1 0,0 0 0,0-1 0,0 1 0,0 0 0,1 0 0,-1 0 0,0-1 0,0 1 0,1 0 0,-1 0 0,0 0 0,1-1 0,-1 1 0,0 0 0,0 0 0,1 0 0,-1 0 0,0 0 0,1 0 0,-1 0 0,0 0 0,1 0 0,-1 0 0,0 0 0,1 0 0,-1 0 0,0 0 0,0 0 0,1 0 0,-1 0 0,0 0 0,1 0 0,-1 0 0,0 0 0,1 1 0,-1-1 0,0 0 0,0 0 0,1 0 0,-1 1 0,0-1 0,0 0 0,1 0 0,-1 0 0,0 1 0,17 17 0,-14-14 0,8 9 0,-2-2 0,1-1 0,21 18 0,-29-26 0,0 0 0,1 0 0,-1 0 0,1-1 0,0 0 0,0 1 0,-1-1 0,1 0 0,0 0 0,0 0 0,0-1 0,0 1 0,0-1 0,0 1 0,0-1 0,0 0 0,0 0 0,0-1 0,5 0 0,-6 1 0,-1-1 0,1 0 0,-1 1 0,1-1 0,0 0 0,-1 0 0,0 0 0,1 0 0,-1 0 0,0 0 0,1 0 0,-1 0 0,0-1 0,0 1 0,0 0 0,0-1 0,1-2 0,0 1 0,-1-1 0,0 1 0,0-1 0,0 0 0,-1 1 0,1-1 0,-1 1 0,0-5 0,0-3 0,-1 0 0,-1 0 0,1 0 0,-7-17 0,6 19-151,-1-1-1,-1 1 0,1 0 0,-2 0 1,1 1-1,-1-1 0,-1 1 1,-7-10-1</inkml:trace>
</inkml:ink>
</file>

<file path=ppt/ink/ink3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3T00:42:55.60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13 24575,'7'-3'0,"0"1"0,0 0 0,1 0 0,-1 1 0,1 0 0,0 0 0,-1 0 0,1 1 0,0 1 0,-1-1 0,1 1 0,-1 1 0,1-1 0,-1 1 0,1 0 0,-1 1 0,0 0 0,0 0 0,11 7 0,-12-6 0,0 0 0,-1 0 0,1 0 0,-1 1 0,0 0 0,0 0 0,7 10 0,-11-13 0,0 0 0,0 0 0,0-1 0,0 1 0,0 0 0,0 1 0,0-1 0,0 0 0,-1 0 0,1 0 0,-1 0 0,0 1 0,0-1 0,0 0 0,0 0 0,0 0 0,0 1 0,0-1 0,-1 0 0,1 0 0,-1 0 0,0 0 0,0 1 0,1-1 0,-1 0 0,0 0 0,-1-1 0,0 3 0,-1-1 0,1-1 0,-1 0 0,1 0 0,-1 0 0,0 0 0,0 0 0,0-1 0,0 1 0,0-1 0,0 0 0,0 0 0,-1 0 0,1 0 0,0 0 0,-1-1 0,1 0 0,-4 1 0,-3-1 0,0 0 0,0-1 0,-1 1 0,-13-5 0,16 3 17,1 0 0,0 0 1,0-1-1,0 0 0,0-1 0,-11-7 0,16 9-37,-1 1 0,1-1 0,0 0 0,0 0-1,0 0 1,1 0 0,-1-1 0,0 1 0,-1-4 0,2 4-44,1 1 0,-1-1-1,1 1 1,0 0 0,-1-1 0,1 1 0,0-1-1,0 1 1,0 0 0,0-1 0,0 1 0,0-1-1,1 1 1,-1-1 0,0 1 0,1 0 0,-1-1-1,1 1 1,0-2 0,5-6-6762</inkml:trace>
</inkml:ink>
</file>

<file path=ppt/ink/ink3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3T00:42:57.49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1 100 24575,'0'4'0,"1"-1"0,0 1 0,0-1 0,0 0 0,1 1 0,-1-1 0,4 4 0,18 32 0,-13-23 0,3 6 0,-4-7 0,0 0 0,1 0 0,16 18 0,-26-33 0,1 1 0,-1-1 0,0 1 0,1-1 0,-1 0 0,0 1 0,1-1 0,-1 0 0,1 1 0,-1-1 0,0 0 0,1 1 0,-1-1 0,1 0 0,-1 0 0,1 0 0,-1 0 0,1 1 0,-1-1 0,1 0 0,-1 0 0,1 0 0,0 0 0,-1 0 0,1 0 0,-1 0 0,1 0 0,-1-1 0,1 1 0,-1 0 0,1 0 0,0 0 0,0-1 0,0 0 0,0 0 0,0 0 0,-1 0 0,1-1 0,0 1 0,0 0 0,-1 0 0,1 0 0,0-1 0,-1 1 0,1-2 0,1-4 0,0 0 0,-1-1 0,1-11 0,-2 11 0,0 3 0,0 0 0,1 0 0,-1 0 0,1 0 0,2-7 0,-3 11 0,0 1 0,0-1 0,1 1 0,-1-1 0,0 1 0,0-1 0,1 1 0,-1-1 0,1 1 0,-1-1 0,0 1 0,1 0 0,-1-1 0,1 1 0,-1-1 0,1 1 0,-1 0 0,1 0 0,-1-1 0,2 1 0,-1 0 0,0 0 0,0 0 0,0 0 0,0 0 0,0 0 0,0 0 0,0 1 0,0-1 0,0 0 0,0 1 0,0-1 0,0 1 0,0-1 0,0 1 0,0-1 0,1 2 0,21 14 0,19 13 0,-38-27 0,0 0 0,0 0 0,0 0 0,0-1 0,0 0 0,0 1 0,0-2 0,1 1 0,5 0 0,-8-1 0,0 0 0,-1 0 0,1 0 0,-1 0 0,1-1 0,0 1 0,-1-1 0,1 1 0,-1-1 0,1 1 0,-1-1 0,0 0 0,1 0 0,-1 1 0,0-1 0,1 0 0,-1 0 0,0 0 0,2-3 0,-1 2 0,-1 0 0,0-1 0,1 1 0,-1-1 0,0 0 0,0 1 0,0-1 0,0 0 0,-1 0 0,1-3 0,0-4 0,-1 0 0,0 0 0,-1 0 0,0 0 0,-3-12 0,2 9-195,-2-1 0,0 1 0,0-1 0,-2 1 0,1 1 0,-14-22 0,10 21-6631</inkml:trace>
</inkml:ink>
</file>

<file path=ppt/ink/ink3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3T00:42:57.94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24575,'0'3'0,"0"3"0,0 2 0,0 4 0,2-2 0,2 1 0,-1 1 0,2-2 0,0 0 0,-1 1 0,2-2 0,-1 1 0,-3-2 0</inkml:trace>
</inkml:ink>
</file>

<file path=ppt/ink/ink3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3T00:42:59.81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0 127 24575,'31'36'0,"-18"-20"0,0-1 0,0-1 0,30 25 0,-42-38 0,1 0 0,-1 0 0,1 0 0,-1 0 0,1 0 0,0-1 0,-1 1 0,1 0 0,0-1 0,0 1 0,-1-1 0,1 0 0,0 1 0,0-1 0,0 0 0,0 0 0,-1 0 0,1 0 0,0-1 0,0 1 0,0 0 0,-1-1 0,1 1 0,0-1 0,0 0 0,-1 0 0,4-1 0,-3 0 0,0 0 0,0 0 0,0-1 0,0 1 0,0 0 0,0-1 0,-1 1 0,1-1 0,-1 1 0,0-1 0,0 0 0,0 0 0,0 0 0,0 1 0,-1-1 0,2-5 0,-2-7 0,0 13 0,-1-1 0,1 1 0,0-1 0,1 1 0,-1-1 0,0 1 0,1-1 0,-1 1 0,1-1 0,0 1 0,0 0 0,1-3 0,-1 4 0,-1 1 0,1 0 0,-1 0 0,1-1 0,-1 1 0,1 0 0,-1 0 0,1 0 0,-1 0 0,1 0 0,-1 0 0,1 0 0,-1 0 0,1 0 0,0 0 0,-1 0 0,1 0 0,-1 0 0,1 0 0,-1 1 0,1-1 0,-1 0 0,1 0 0,-1 1 0,1-1 0,-1 0 0,1 0 0,0 1 0,17 12 0,-15-10 0,3 2 0,0-1 0,1 0 0,-1-1 0,0 1 0,12 3 0,-17-7 0,0 1 0,0-1 0,0 0 0,0 1 0,0-1 0,0 0 0,0 0 0,1 0 0,-1 1 0,0-1 0,0 0 0,0-1 0,0 1 0,0 0 0,0 0 0,0 0 0,0-1 0,0 1 0,0 0 0,0-1 0,0 1 0,0-1 0,0 0 0,0 1 0,0-1 0,0 1 0,0-1 0,-1 0 0,1 0 0,0 0 0,0 1 0,-1-1 0,1 0 0,-1 0 0,1 0 0,-1 0 0,1 0 0,-1 0 0,1 0 0,-1 0 0,0 0 0,0 0 0,0-1 0,1 1 0,-1 0 0,0 0 0,0-1 0,0-1 0,0 0 0,0 0 0,-1 0 0,1 0 0,-1 0 0,1 0 0,-1 0 0,0 0 0,0 0 0,0 0 0,-3-4 0,-22-29 0,5 6 0,-12-21-1365,23 37-5461</inkml:trace>
</inkml:ink>
</file>

<file path=ppt/ink/ink3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3T00:43:00.59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23 24575,'2'-2'0,"1"0"0,-1 0 0,0 0 0,1 0 0,-1 0 0,1 1 0,0-1 0,0 1 0,-1-1 0,1 1 0,0 0 0,0 0 0,0 1 0,0-1 0,6 0 0,-7 1 0,0 0 0,-1 1 0,1-1 0,-1 1 0,1-1 0,0 1 0,-1-1 0,1 1 0,-1 0 0,1-1 0,-1 1 0,1 0 0,-1 0 0,0 0 0,0 1 0,1-1 0,-1 0 0,0 0 0,0 1 0,0-1 0,0 0 0,0 1 0,-1-1 0,1 1 0,0-1 0,-1 1 0,1 0 0,-1-1 0,1 1 0,-1 2 0,2 1 0,-1 1 0,0 0 0,0-1 0,0 1 0,-1 0 0,0 0 0,0 0 0,-1 0 0,0-1 0,0 1 0,0 0 0,0-1 0,-1 1 0,0 0 0,0-1 0,-5 8 0,7-13 0,0 0 0,-1 1 0,1-1 0,0 0 0,0 0 0,0 0 0,-1 1 0,1-1 0,0 0 0,0 0 0,0 1 0,0-1 0,0 0 0,0 0 0,-1 1 0,1-1 0,0 0 0,0 1 0,0-1 0,0 0 0,0 0 0,0 1 0,0-1 0,0 0 0,0 1 0,0-1 0,0 0 0,1 0 0,-1 1 0,0-1 0,0 0 0,0 1 0,10-1 0,19-11 0,-25 10 0,70-26-1365,-62 22-5461</inkml:trace>
</inkml:ink>
</file>

<file path=ppt/ink/ink3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3T00:43:12.52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0 106 24575,'1'-8'0,"1"8"0,3 12 0,-2-3 0,8 13 0,-1 2 0,1-1 0,22 34 0,-31-54 0,1 0 0,-1-1 0,0 1 0,1-1 0,0 0 0,0 1 0,-1-1 0,1 0 0,0-1 0,1 1 0,3 1 0,-6-2 0,1-1 0,-1 1 0,0-1 0,1 0 0,-1 1 0,1-1 0,-1 0 0,1 0 0,-1 0 0,0 0 0,1 0 0,-1 0 0,1-1 0,-1 1 0,0 0 0,1-1 0,-1 1 0,0-1 0,1 1 0,-1-1 0,0 0 0,0 0 0,0 1 0,1-1 0,-1 0 0,0 0 0,0 0 0,0 0 0,0 0 0,0-2 0,2-2 0,0 0 0,-1 0 0,0 0 0,0 0 0,0 0 0,-1-1 0,0 1 0,0 0 0,0-1 0,-1-10 0,1 8 0,0-1 0,3-15 0,-4 24 0,0 0 0,0-1 0,0 1 0,0 0 0,0 0 0,0-1 0,1 1 0,-1 0 0,0 0 0,0-1 0,0 1 0,0 0 0,1 0 0,-1-1 0,0 1 0,0 0 0,0 0 0,1 0 0,-1 0 0,0-1 0,0 1 0,1 0 0,-1 0 0,0 0 0,0 0 0,1 0 0,-1 0 0,0 0 0,0 0 0,1 0 0,9 3 0,13 17 0,-15-14 0,-1 0 0,1-1 0,0 0 0,0 0 0,0-1 0,1 0 0,0 0 0,-1-1 0,1-1 0,10 3 0,-18-5 0,0 0 0,1 0 0,-1 0 0,0 0 0,0 0 0,0 0 0,0 0 0,0 0 0,0 0 0,0-1 0,0 1 0,0 0 0,0-1 0,0 1 0,0-1 0,0 1 0,0-1 0,0 0 0,0 1 0,-1-1 0,1 0 0,0 0 0,1-1 0,-1 0 0,0 0 0,0 0 0,0 0 0,0 0 0,0 0 0,-1-1 0,1 1 0,-1 0 0,1-1 0,-1-3 0,0-2 0,0 0 0,-1 0 0,0 0 0,0 1 0,-4-14 0,-39-90-1365,39 102-5461</inkml:trace>
</inkml:ink>
</file>

<file path=ppt/ink/ink3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3T00:43:13.26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72 9 24575,'2'-1'0,"0"0"0,1-1 0,-1 1 0,1 1 0,-1-1 0,1 0 0,0 1 0,-1-1 0,1 1 0,0 0 0,-1 0 0,1 0 0,0 0 0,-1 0 0,1 1 0,-1-1 0,1 1 0,0-1 0,-1 1 0,1 0 0,-1 0 0,0 1 0,1-1 0,-1 0 0,0 1 0,0-1 0,1 1 0,2 3 0,-3-2 0,1 0 0,0 1 0,-1-1 0,1 1 0,-1 0 0,0 0 0,0 0 0,-1 0 0,1 0 0,-1 0 0,0 1 0,0-1 0,0 0 0,-1 1 0,0-1 0,0 8 0,0-10 0,0 0 0,0 0 0,0 0 0,-1-1 0,1 1 0,-1 0 0,0 0 0,1-1 0,-1 1 0,0 0 0,0-1 0,0 1 0,0 0 0,0-1 0,0 0 0,0 1 0,-1-1 0,1 0 0,-3 2 0,1-1 0,1-1 0,-1 1 0,0-1 0,0 0 0,0 0 0,1 0 0,-1 0 0,0-1 0,0 1 0,0-1 0,-4 0 0,1 0 0,1 0 0,0 0 0,0-1 0,0 0 0,0 0 0,0 0 0,0-1 0,0 0 0,0 0 0,0 0 0,0 0 0,1-1 0,-9-5 0,9 3 15,0 0 0,0 0 0,1 0 0,-1 0 0,1 0 0,0-1 0,-2-7 0,3 10-139,1-1 0,-1 0 1,1-1-1,0 1 0,1 0 0,-1 0 1,1 0-1,-1-1 0,1 1 0,0 0 1,1-6-1,2 1-6702</inkml:trace>
</inkml:ink>
</file>

<file path=ppt/ink/ink3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3T00:43:16.56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0 144 24575,'1'4'0,"-1"-1"0,1 1 0,-1 0 0,1-1 0,0 1 0,1-1 0,-1 1 0,1-1 0,3 6 0,23 31 0,-12-19 0,-5-2 0,-8-13 0,0-1 0,0 0 0,1 1 0,0-2 0,6 8 0,-9-11 0,-1-1 0,0 0 0,1 0 0,-1 1 0,0-1 0,1 0 0,-1 0 0,0 0 0,1 0 0,-1 1 0,1-1 0,-1 0 0,0 0 0,1 0 0,-1 0 0,1 0 0,-1 0 0,0 0 0,1 0 0,-1 0 0,1 0 0,-1 0 0,0-1 0,1 1 0,-1 0 0,1 0 0,-1 0 0,0 0 0,1-1 0,10-11 0,3-17 0,-14 29 0,7-26 0,-6 20 0,0 0 0,0 0 0,1 1 0,0-1 0,4-7 0,-6 12 0,1 0 0,-1 0 0,1 0 0,0 0 0,0 0 0,-1 0 0,1 0 0,0 1 0,0-1 0,0 0 0,0 1 0,0-1 0,0 1 0,0-1 0,0 1 0,0-1 0,0 1 0,0 0 0,0-1 0,0 1 0,0 0 0,0 0 0,0 0 0,1 0 0,-1 0 0,0 0 0,0 0 0,0 0 0,0 0 0,0 1 0,0-1 0,0 0 0,2 2 0,5 1 0,0 1 0,-1 0 0,1 0 0,11 10 0,-13-9 0,1 0 0,0-1 0,1 0 0,-1 0 0,14 5 0,-15-7 0,-3-1 0,0 0 0,1 0 0,-1 0 0,0 0 0,1-1 0,5 1 0,-8-2 0,0 1 0,0 0 0,0 0 0,0 0 0,0-1 0,-1 1 0,1 0 0,0-1 0,0 1 0,0-1 0,-1 1 0,1-1 0,0 0 0,0 1 0,-1-1 0,1 0 0,-1 1 0,1-1 0,0 0 0,-1 0 0,1 1 0,-1-1 0,0 0 0,1 0 0,-1 0 0,0 0 0,0 0 0,1 1 0,-1-1 0,0-2 0,1-6 9,0 0-1,-1 0 1,0 0-1,0 0 1,-1 0-1,0 0 1,0 0-1,-6-16 0,-3-5-290,-18-33-1,16 35-593,6 16-5950</inkml:trace>
</inkml:ink>
</file>

<file path=ppt/ink/ink3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3T00:43:17.06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 0 24575,'-2'3'0,"-2"2"0,4 2 0,0 1 0,4 2 0,3 2 0,1 1 0,1-2 0,-1 0 0,-2 1 0,-1-2-8191</inkml:trace>
</inkml:ink>
</file>

<file path=ppt/ink/ink3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3T00:43:18.52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1 144 24575,'48'45'0,"-17"-9"0,24 25 0,-54-60 0,0 1 0,0-1 0,0 0 0,1 0 0,-1 0 0,0 0 0,0 0 0,0 0 0,1-1 0,-1 1 0,0 0 0,1-1 0,-1 1 0,1-1 0,-1 1 0,1-1 0,-1 0 0,1 1 0,-1-1 0,1 0 0,-1 0 0,1 0 0,-1 0 0,1-1 0,-1 1 0,1 0 0,-1-1 0,1 1 0,-1 0 0,1-1 0,-1 0 0,0 1 0,1-1 0,1-1 0,-1-1 0,1 1 0,0-1 0,-1 0 0,0 1 0,1-1 0,-1-1 0,0 1 0,-1 0 0,1 0 0,0-1 0,-1 1 0,0-1 0,1-3 0,1-25 0,-3 27 0,0 0 0,0 0 0,1 0 0,0 0 0,2-9 0,-2 13 0,-1 0 0,0 1 0,1-1 0,-1 0 0,1 1 0,-1-1 0,1 1 0,-1-1 0,1 1 0,-1-1 0,1 1 0,-1-1 0,1 1 0,0 0 0,-1-1 0,1 1 0,0 0 0,-1-1 0,1 1 0,0 0 0,0 0 0,-1 0 0,1 0 0,0 0 0,0 0 0,-1 0 0,1 0 0,0 0 0,0 0 0,-1 0 0,1 0 0,0 0 0,-1 0 0,1 1 0,0-1 0,-1 0 0,1 1 0,1 0 0,2 1 0,0 0 0,0 0 0,0 1 0,6 5 0,9 10 0,-11-11 0,0 1 0,1-1 0,-1 0 0,1-1 0,19 10 0,-27-15 0,3 0 0,-1 1 0,1 0 0,0-1 0,0 0 0,-1 0 0,8 1 0,-10-2 0,0 0 0,0 0 0,0 0 0,0-1 0,0 1 0,0 0 0,0 0 0,0-1 0,0 1 0,-1-1 0,1 1 0,0-1 0,0 1 0,0-1 0,-1 1 0,1-1 0,0 0 0,-1 1 0,1-1 0,0 0 0,-1 0 0,1 1 0,-1-1 0,1 0 0,-1 0 0,1 0 0,-1 0 0,0 0 0,0 0 0,1 0 0,-1 0 0,0 1 0,0-3 0,1-4 0,0-1 0,0 0 0,-1 0 0,-1 0 0,1 0 0,-1 1 0,0-1 0,-1 0 0,0 1 0,-3-11 0,-3-2 0,-1 0 0,-16-28 0,-7 0-1365,23 36-5461</inkml:trace>
</inkml:ink>
</file>

<file path=ppt/ink/ink3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3T00:43:19.23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58 24575,'3'-4'0,"-1"0"0,1-1 0,0 1 0,0 0 0,1 1 0,-1-1 0,1 1 0,0-1 0,0 1 0,0 0 0,0 0 0,0 1 0,7-4 0,-9 5 0,0 0 0,0 1 0,0-1 0,0 0 0,0 1 0,0-1 0,1 1 0,-1 0 0,0 0 0,0 0 0,0 0 0,0 0 0,0 0 0,0 1 0,0-1 0,0 1 0,0-1 0,0 1 0,0 0 0,0 0 0,0 0 0,0 0 0,0 0 0,-1 0 0,1 0 0,0 1 0,-1-1 0,1 1 0,-1-1 0,1 1 0,-1-1 0,0 1 0,0 0 0,2 2 0,-1 1 0,0 1 0,0-1 0,0 1 0,0 0 0,-1-1 0,0 1 0,0 0 0,-1 0 0,0 8 0,0 0 0,-1 0 0,-5 25 0,4-30 0,1-6 0,0 0 0,0 0 0,1 0 0,-1 0 0,1 1 0,0-1 0,0 3 0,0-5 0,1 0 0,-1-1 0,0 1 0,0 0 0,1 0 0,-1-1 0,1 1 0,-1-1 0,1 1 0,-1 0 0,0-1 0,1 1 0,0-1 0,-1 1 0,1-1 0,-1 1 0,1-1 0,0 0 0,-1 1 0,1-1 0,0 0 0,-1 0 0,1 1 0,0-1 0,0 0 0,-1 0 0,1 0 0,0 0 0,0 0 0,-1 0 0,1 0 0,0 0 0,0 0 0,-1 0 0,2 0 0,9-2-170,1 0-1,-1 0 0,0-1 1,0 0-1,0-1 0,-1-1 1,15-7-1,-13 6-6655</inkml:trace>
</inkml:ink>
</file>

<file path=ppt/ink/ink3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5:33.9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24575,'5'0'0,"4"2"0,0 4 0</inkml:trace>
</inkml:ink>
</file>

<file path=ppt/ink/ink3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5:33.7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 24575,'-2'12'0,"1"7"0,3 2 0,2 0 0,3 0 0,1-3 0,4 0 0,0-2 0,0-4-8191</inkml:trace>
</inkml:ink>
</file>

<file path=ppt/ink/ink3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5:34.3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 24575,'0'35'0,"-1"-14"0,1 1 0,1-1 0,4 22 0,-4-37 0,0 0 0,1 0 0,0 0 0,0 0 0,0 0 0,1-1 0,0 1 0,0-1 0,0 1 0,1-1 0,0 0 0,0-1 0,0 1 0,10 7 0,-8-7 0,0-1 0,0-1 0,1 1 0,-1-1 0,10 4 0,-13-6 0,1 0 0,-1 0 0,0 0 0,0-1 0,1 1 0,-1-1 0,0 0 0,1 0 0,-1 0 0,0 0 0,1 0 0,-1-1 0,0 0 0,4-1 0,-6 2 0,1-1 0,-1 0 0,0 0 0,0 0 0,1 0 0,-1 0 0,0 0 0,0 0 0,0 0 0,0-1 0,0 1 0,0 0 0,-1-1 0,1 1 0,0-1 0,-1 1 0,1-1 0,-1 1 0,1-1 0,-1 1 0,0-1 0,1-2 0,-1-5 0,1-1 0,-3-16 0,1 3 0,1 21 0,0 0 0,0 0 0,0 0 0,1 0 0,-1 0 0,0 1 0,1-1 0,-1 0 0,1 0 0,0 1 0,0-1 0,-1 0 0,1 1 0,0-1 0,1 0 0,-1 1 0,0-1 0,0 1 0,1 0 0,1-2 0,-1 2 0,0 0 0,1 0 0,-1 0 0,0 0 0,0 0 0,1 1 0,-1 0 0,0-1 0,1 1 0,-1 0 0,0 0 0,1 0 0,-1 0 0,3 1 0,7 1 0,-1 1 0,1 1 0,-1 0 0,0 0 0,12 7 0,174 91 0,-181-93-1365</inkml:trace>
</inkml:ink>
</file>

<file path=ppt/ink/ink3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5:35.6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450 60 24575,'-25'-10'0,"-70"-22"0,78 27 0,1 1 0,-1 1 0,-30-2 0,43 5 0,1 0 0,-1 1 0,0-1 0,1 1 0,0 0 0,-1 0 0,1 0 0,-1 0 0,1 1 0,0-1 0,0 1 0,-6 4 0,-1 2 0,0 0 0,-11 13 0,-9 8 0,16-19 0,1 1 0,0 1 0,0 0 0,1 1 0,1 0 0,-11 16 0,20-25 0,0 0 0,0 1 0,0-1 0,1 1 0,0-1 0,0 1 0,0 0 0,0-1 0,0 6 0,2 46 0,1-26 0,-2-22 0,1-1 0,0 1 0,0 0 0,1-1 0,0 0 0,0 1 0,1-1 0,-1 0 0,2 0 0,-1 0 0,1 0 0,0-1 0,0 0 0,1 1 0,0-2 0,11 12 0,-9-11 0,1 0 0,0 0 0,1-1 0,-1 0 0,1 0 0,0-1 0,0 0 0,0 0 0,1-1 0,-1 0 0,1-1 0,16 2 0,4-1 0,48 5 0,157-4 0,-220-6-1365,-4-1-5461</inkml:trace>
</inkml:ink>
</file>

<file path=ppt/ink/ink3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5:36.3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87 82 24575,'-1'27'0,"-5"29"0,-1 22 0,6-55 0,0-5 0,0 0 0,2 0 0,0 1 0,1-1 0,6 25 0,-8-42 0,1 0 0,-1 0 0,0 0 0,1 0 0,-1 0 0,1 0 0,-1 0 0,1 0 0,-1-1 0,1 1 0,0 0 0,0 0 0,-1 0 0,1-1 0,0 1 0,1 0 0,-2-1 0,0 0 0,0 0 0,1 1 0,-1-1 0,0 0 0,0 0 0,0 0 0,1 0 0,-1 0 0,0 0 0,0 0 0,0 0 0,0-1 0,1 1 0,-1 0 0,0 0 0,0 0 0,0 0 0,0 0 0,1 0 0,-1 0 0,0 0 0,0 0 0,0 0 0,0-1 0,0 1 0,1 0 0,-1 0 0,0 0 0,0 0 0,0-1 0,3-10 0,-4 2 0,1 0 0,-1 1 0,0-1 0,-1 1 0,-3-11 0,-17-42 0,12 38 0,-13-29 0,16 39 0,0-1 0,1 0 0,-8-27 0,14 40 0,0 0 0,-1 0 0,1 0 0,0 0 0,0 0 0,-1 0 0,1 0 0,0 0 0,0 0 0,0 0 0,0 0 0,0 1 0,1-1 0,-1 0 0,0 0 0,0 0 0,1 0 0,-1 0 0,0 0 0,1 0 0,-1 0 0,1 0 0,-1 0 0,1 1 0,-1-1 0,1 0 0,0 0 0,-1 1 0,2-2 0,0 2 0,-1-1 0,1 1 0,-1 0 0,1 0 0,0 0 0,-1 0 0,1 0 0,-1 0 0,1 1 0,0-1 0,-1 0 0,1 1 0,-1-1 0,1 1 0,-1 0 0,0-1 0,1 1 0,1 1 0,28 18 0,46 37 0,-7-3 0,27 7 0,-79-51 0,0 0 0,1-2 0,31 9 0,-49-16 0,1 0 0,0-1 0,0 1 0,-1-1 0,1 0 0,0 0 0,0 0 0,0 0 0,0 0 0,-1 0 0,1 0 0,0 0 0,0-1 0,0 1 0,-1-1 0,1 1 0,0-1 0,0 0 0,-1 0 0,1 0 0,-1 1 0,1-2 0,1 0 0,-1 0 0,0-1 0,-1 1 0,1-1 0,-1 1 0,1-1 0,-1 0 0,0 1 0,0-1 0,0 0 0,-1 0 0,1 0 0,-1 1 0,1-1 0,-1-4 0,0-5 0,-1 0 0,0-1 0,0 1 0,-1 0 0,-1 0 0,-8-22 0,0 5 0,-23-42 0,29 62-195,0 0 0,-1 0 0,1 1 0,-2 0 0,1 0 0,-13-10 0,7 8-6631</inkml:trace>
</inkml:ink>
</file>

<file path=ppt/ink/ink3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5:37.0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0 204 24575,'24'108'0,"9"49"0,-20-94 0,-10-95 0,-6 8 0,-1 1 0,-1-1 0,-13-37 0,-8-31 0,25 87 0,1 1 0,-1 0 0,1-1 0,-1 1 0,2-1 0,-1-6 0,0 11 0,1-1 0,-1 1 0,0-1 0,0 1 0,0-1 0,0 1 0,1-1 0,-1 1 0,0-1 0,0 1 0,1-1 0,-1 1 0,1-1 0,-1 1 0,0 0 0,1-1 0,-1 1 0,1-1 0,-1 1 0,0 0 0,1 0 0,-1-1 0,2 1 0,-1 0 0,0 0 0,0 0 0,0 0 0,0 0 0,0 0 0,1 0 0,-1 0 0,0 1 0,0-1 0,0 0 0,0 1 0,0-1 0,0 1 0,0-1 0,2 2 0,24 17 0,0 2 0,46 45 0,-6-5 0,-52-48 0,4 4 0,33 21 0,-46-34 0,0-1 0,0 0 0,0 0 0,1 0 0,-1-1 0,1 0 0,-1 0 0,1-1 0,0 1 0,11-1 0,-16-1 0,0 0 0,-1 0 0,1 0 0,-1 0 0,1-1 0,0 1 0,-1 0 0,1-1 0,-1 0 0,1 1 0,-1-1 0,1 0 0,-1 0 0,0 0 0,1 1 0,-1-1 0,2-3 0,-1 2 0,0 0 0,-1-1 0,1 1 0,-1 0 0,0-1 0,0 1 0,0-1 0,0 0 0,1-4 0,-1-4 0,0-1 0,0 1 0,-1 0 0,-1-12 0,1 22 0,-3-25 0,-1 0 0,0 1 0,-2-1 0,-1 1 0,-11-25 0,3 14 0,-2 1 0,-36-56 0,51 87-151,-1 0-1,0 0 0,0 0 0,0 1 1,-1-1-1,1 1 0,-1 0 1,-7-5-1,0 2-6674</inkml:trace>
</inkml:ink>
</file>

<file path=ppt/ink/ink3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5:37.7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397 24 24575,'-3'-2'0,"0"0"0,0-1 0,1 1 0,-1 0 0,-1 0 0,1 1 0,0-1 0,0 1 0,-1-1 0,1 1 0,0 0 0,-1 0 0,1 1 0,-1-1 0,0 1 0,1 0 0,-1 0 0,-5 0 0,-5 2 0,0 1 0,1 0 0,-22 8 0,-9 3 0,39-13 0,0 0 0,0 0 0,0 1 0,0-1 0,0 1 0,-4 3 0,7-3 0,0-1 0,1 0 0,0 0 0,-1 1 0,1-1 0,0 1 0,-1-1 0,1 1 0,0-1 0,0 1 0,0 0 0,1-1 0,-1 1 0,0 0 0,1 0 0,-1 0 0,1 0 0,-1 0 0,1 2 0,-1 2 0,1-1 0,0 1 0,0-1 0,0 1 0,1-1 0,0 1 0,0-1 0,0 1 0,1-1 0,0 0 0,0 0 0,0 0 0,1 0 0,-1 0 0,1 0 0,6 7 0,3 1 0,0-1 0,1 0 0,0-1 0,15 9 0,21 18 0,-48-37 0,-1-1 0,1 1 0,0 0 0,0-1 0,-1 1 0,1 0 0,0 0 0,-1 0 0,1-1 0,-1 1 0,1 0 0,-1 0 0,0 0 0,1 0 0,-1 0 0,0 0 0,1 0 0,-1 0 0,0 0 0,0 0 0,0 0 0,0 0 0,0 1 0,-1-1 0,1 0 0,-1 0 0,1 0 0,-1 0 0,1 0 0,-1 0 0,0-1 0,0 1 0,1 0 0,-1 0 0,0-1 0,0 1 0,0 0 0,0-1 0,0 1 0,0-1 0,0 1 0,0-1 0,0 0 0,0 1 0,0-1 0,-1 0 0,-19 4 0,1-1 0,-1-1 0,0-1 0,-36-3 0,12 0 0,-33 2-1365,47 0-5461</inkml:trace>
</inkml:ink>
</file>

<file path=ppt/ink/ink3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5:30.3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578 73 24575,'0'-1'0,"1"1"0,0 0 0,-1 0 0,1-1 0,0 1 0,-1 0 0,1-1 0,-1 1 0,1 0 0,-1-1 0,1 1 0,0-1 0,-1 1 0,0-1 0,1 1 0,-1-1 0,1 0 0,-1 1 0,0-1 0,1 1 0,-1-1 0,0 0 0,1-1 0,-1 2 0,-1-1 0,1 1 0,0-1 0,-1 0 0,1 1 0,0-1 0,-1 1 0,1-1 0,-1 1 0,1-1 0,-1 1 0,1 0 0,-1-1 0,1 1 0,-1 0 0,1-1 0,-1 1 0,0 0 0,0-1 0,-7-2 0,0 1 0,-14-3 0,20 5 0,-95-17 0,-135-7 0,226 24 0,-1 0 0,0 0 0,1 1 0,-1 0 0,1 0 0,-1 1 0,1-1 0,0 1 0,-1 1 0,1-1 0,0 1 0,0 0 0,1 1 0,-7 3 0,5-1 0,1 1 0,-1-1 0,1 1 0,0 0 0,1 0 0,-1 1 0,2-1 0,-1 1 0,-5 14 0,6-13 0,0 0 0,1 1 0,0-1 0,1 1 0,-1-1 0,2 1 0,0 0 0,0 0 0,1 0 0,0 0 0,0 0 0,1 0 0,1-1 0,3 16 0,-4-23 0,0 1 0,1-1 0,-1 1 0,1-1 0,-1 0 0,1 1 0,0-1 0,0 0 0,0 0 0,0 0 0,0-1 0,0 1 0,1 0 0,-1-1 0,1 1 0,-1-1 0,4 2 0,6 1 0,0 0 0,21 3 0,-16-3 0,113 21 0,-26-5 0,-96-19 0,122 30 0,-100-23 0,-1 2 0,36 17 0,-60-25 0,-1 1 0,0-1 0,0 1 0,0 0 0,0 0 0,0 0 0,0 0 0,-1 1 0,4 4 0,-6-7 0,0 0 0,-1 1 0,1-1 0,0 0 0,-1 1 0,1-1 0,-1 0 0,1 1 0,-1-1 0,0 0 0,0 1 0,0-1 0,1 0 0,-1 1 0,0-1 0,-1 1 0,1-1 0,0 1 0,0-1 0,-1 0 0,1 1 0,0-1 0,-1 0 0,1 1 0,-1-1 0,0 0 0,0 0 0,1 0 0,-1 1 0,0-1 0,0 0 0,0 0 0,0 0 0,0 0 0,0 0 0,-2 0 0,-3 4 0,-1 0 0,0-1 0,0 0 0,-1 0 0,1-1 0,-1 0 0,-14 4 0,-59 8 0,70-13 0,-104 15 0,-193 2 0,290-18-455,0 0 0,-22 5 0,26-4-6371</inkml:trace>
</inkml:ink>
</file>

<file path=ppt/ink/ink3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5:30.8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0 24575,'0'0'0,"0"0"0,0 0 0,-1 1 0,1-1 0,0 0 0,0 0 0,0 0 0,-1 0 0,1 1 0,0-1 0,0 0 0,0 0 0,0 0 0,0 1 0,-1-1 0,1 0 0,0 0 0,0 1 0,0-1 0,0 0 0,0 0 0,0 1 0,0-1 0,0 0 0,0 0 0,0 1 0,0-1 0,0 0 0,0 0 0,0 1 0,0-1 0,0 0 0,0 0 0,0 1 0,0-1 0,1 0 0,2 13 0,20 50 0,34 69 0,-29-70 0,-3-8 0,49 121 0,-66-145-1365,-6-17-5461</inkml:trace>
</inkml:ink>
</file>

<file path=ppt/ink/ink3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5:31.0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460 1 24575,'-32'2'0,"-15"1"0,-5 0 0,1 0 0,6-1 0,4-1 0,7-1 0,5 1 0,4-1 0,5-1 0,2 1 0,0 0 0,1 0 0,0 0 0,3 0-8191</inkml:trace>
</inkml:ink>
</file>

<file path=ppt/ink/ink3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5:31.4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105 277 24575,'-1'1'0,"0"-1"0,1 1 0,-1 0 0,0-1 0,0 1 0,1 0 0,-1-1 0,0 1 0,0-1 0,0 1 0,0-1 0,0 0 0,0 1 0,0-1 0,0 0 0,0 0 0,0 0 0,0 1 0,0-1 0,0 0 0,0 0 0,0-1 0,0 1 0,-1 0 0,0-1 0,0 0 0,0 0 0,0 0 0,1 0 0,-1 0 0,1 0 0,-1-1 0,1 1 0,-1 0 0,1-1 0,-2-2 0,-3-5 0,0 0 0,1 0 0,-6-16 0,4 6 0,1 1 0,-8-37 0,12 47 0,1 0 0,0 0 0,1 0 0,0 0 0,0 0 0,1 0 0,0 0 0,0 0 0,4-14 0,-4 20-36,0 0 0,0 0 0,1 1 1,-1-1-1,0 0 0,1 0 0,-1 1 0,1-1 0,-1 1 0,1-1 0,0 1 0,0 0 0,-1-1 0,1 1 0,0 0 0,0 0 0,0 1 1,1-1-1,-1 0 0,0 1 0,0-1 0,0 1 0,0-1 0,1 1 0,-1 0 0,0 0 0,0 0 0,0 1 0,1-1 0,-1 0 0,0 1 1,0-1-1,0 1 0,0 0 0,0 0 0,0 0 0,3 1 0,5 5-6790</inkml:trace>
</inkml:ink>
</file>

<file path=ppt/ink/ink3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5:31.6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24575,'0'10'0,"0"6"0,3 2 0,0 1 0,2-1 0,1 0 0,2-4 0,-2-4-8191</inkml:trace>
</inkml:ink>
</file>

<file path=ppt/ink/ink3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5:31.8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24575,'10'7'0,"3"3"-8191</inkml:trace>
</inkml:ink>
</file>

<file path=ppt/ink/ink3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5:32.6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211 403 24575,'-32'-7'0,"17"4"0,-1-1 0,0 2 0,1 0 0,-1 1 0,0 1 0,-23 1 0,36 0 0,1-1 0,0 1 0,0-1 0,0 1 0,0 0 0,0 0 0,0 0 0,0 0 0,1 0 0,-1 0 0,0 0 0,0 1 0,1-1 0,-1 1 0,1-1 0,0 1 0,-3 2 0,3-1 0,-1 0 0,1 1 0,0-1 0,-1 0 0,2 0 0,-1 0 0,0 1 0,1-1 0,-1 0 0,1 5 0,0 1 0,1 0 0,0 0 0,0 0 0,1 0 0,0-1 0,1 1 0,6 14 0,-4-14 0,0 0 0,1-1 0,0 0 0,0 0 0,1 0 0,0-1 0,0 0 0,1 0 0,-1 0 0,2-1 0,-1-1 0,11 7 0,-14-10 0,1 1 0,-1-1 0,1 0 0,-1-1 0,1 1 0,0-1 0,-1 0 0,1 0 0,0-1 0,6 0 0,-8 0 0,0-1 0,0 1 0,1-1 0,-1 0 0,0-1 0,0 1 0,-1-1 0,1 1 0,0-1 0,0 0 0,-1-1 0,1 1 0,-1-1 0,0 1 0,4-5 0,-3 2 0,0 0 0,-1 0 0,1 0 0,-1-1 0,0 0 0,-1 1 0,1-1 0,-1 0 0,0 0 0,-1-1 0,1 1 0,-1 0 0,-1 0 0,1-12 0,-1-2 0,-1 1 0,0-1 0,-7-29 0,1 20 0,-1 1 0,-2 0 0,-13-29 0,-45-79 0,12 29 0,54 103 0,1 1 0,-1 0 0,0-1 0,0 1 0,-4-4 0,5 7 0,1 0 0,0-1 0,0 1 0,0 0 0,0 0 0,0 0 0,0 0 0,0 0 0,0 0 0,-1 0 0,1-1 0,0 1 0,0 0 0,0 0 0,0 0 0,0 0 0,0 0 0,-1 0 0,1 0 0,0 0 0,0 0 0,0 0 0,0 0 0,0 0 0,-1 0 0,1 0 0,0 0 0,0 0 0,0 0 0,0 0 0,-1 0 0,1 0 0,0 0 0,0 0 0,0 0 0,0 0 0,0 1 0,0-1 0,-1 0 0,1 0 0,0 0 0,0 0 0,0 0 0,0 0 0,0 0 0,-1 16 0,7 25 0,1 0 0,3-1 0,1 0 0,2-1 0,24 53 0,-28-74 0,1 0 0,0 0 0,1-1 0,1 0 0,1-1 0,25 25 0,-29-33 0,0 0 0,0-1 0,0 0 0,1-1 0,0 0 0,0-1 0,0 0 0,1 0 0,0-1 0,0-1 0,0 0 0,0 0 0,17 1 0,-23-3 0,0-1 0,0 0 0,0 0 0,0-1 0,0 1 0,0-1 0,0 0 0,0 0 0,0-1 0,0 0 0,-1 0 0,1 0 0,-1 0 0,1-1 0,-1 1 0,0-1 0,0 0 0,0-1 0,0 1 0,-1-1 0,1 1 0,4-7 0,-3 2 0,-1 0 0,1 0 0,-1-1 0,0 1 0,-1-1 0,0 0 0,-1 0 0,0 0 0,0 0 0,-1-1 0,1-11 0,-2 14 0,1-13 0,0 0 0,-5-32 0,3 48 0,1 0 0,-1 0 0,0 0 0,0 0 0,0 0 0,0 0 0,-1 0 0,0 0 0,0 0 0,0 1 0,0-1 0,-1 1 0,1-1 0,-1 1 0,0 0 0,0 0 0,0 0 0,0 0 0,-4-2 0,6 4 0,-1 1 0,1-1 0,-1 0 0,1 1 0,-1-1 0,0 1 0,1 0 0,-1-1 0,1 1 0,-1 0 0,0 0 0,1 0 0,-1 0 0,0 0 0,1 0 0,-1 1 0,1-1 0,-3 1 0,1 0 0,1 1 0,0-1 0,-1 0 0,1 1 0,0 0 0,0-1 0,0 1 0,0 0 0,0 0 0,-2 3 0,0 0 0,0 1 0,1 0 0,0-1 0,0 1 0,1 0 0,-1 0 0,1 1 0,-2 11 0,2-6 0,1 0 0,0 0 0,1 1 0,1-1 0,-1 0 0,2 0 0,3 18 0,-2-22 0,-1-1 0,1 1 0,1-1 0,-1 1 0,1-1 0,0 0 0,1-1 0,0 1 0,0-1 0,0 0 0,1 0 0,8 7 0,-3-5 0,0 0 0,1-1 0,0 0 0,1-1 0,-1 0 0,1-1 0,0 0 0,17 3 0,-3-2 0,-1-2 0,1 0 0,34-1 0,-48-3-341,0-1 0,-1-1-1,21-5 1,-21 5-6485</inkml:trace>
</inkml:ink>
</file>

<file path=ppt/ink/ink3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5:33.1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237 1 24575,'-3'1'0,"0"0"0,0 0 0,0 1 0,0-1 0,0 1 0,0 0 0,0-1 0,0 2 0,0-1 0,1 0 0,-1 0 0,1 1 0,0-1 0,0 1 0,0 0 0,0 0 0,0 0 0,0 0 0,-1 3 0,2-2 0,0 0 0,1 0 0,-1 0 0,0 0 0,1 0 0,0 0 0,0 0 0,0 0 0,1 0 0,-1 0 0,1 0 0,0 0 0,0-1 0,1 1 0,-1 0 0,3 4 0,2 4 0,1-1 0,0 1 0,1-1 0,14 15 0,41 38 0,-56-58 0,62 51 0,-69-57 0,1 1 0,-1-1 0,0 0 0,1 1 0,-1-1 0,0 0 0,1 1 0,-1-1 0,0 0 0,1 1 0,-1-1 0,0 1 0,0-1 0,0 0 0,1 1 0,-1-1 0,0 1 0,0-1 0,0 1 0,0-1 0,0 1 0,0-1 0,0 1 0,0 0 0,0-1 0,0 0 0,-1 1 0,1-1 0,0 0 0,-1 1 0,1-1 0,0 0 0,-1 0 0,1 1 0,0-1 0,-1 0 0,1 0 0,-1 0 0,1 1 0,0-1 0,-1 0 0,1 0 0,-1 0 0,-26 2 0,24-2 0,-105-7 0,28 0 0,-57 5-1365,113 2-5461</inkml:trace>
</inkml:ink>
</file>

<file path=ppt/ink/ink3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5:40.3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 24575,'5'0'0,"4"0"0,3 0 0,0-3 0,-1 0 0,2 0 0,-1 3 0,2 1 0,-3 4 0,0 0 0</inkml:trace>
</inkml:ink>
</file>

<file path=ppt/ink/ink3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5:53.3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6 118 24575,'-1'-2'0,"0"1"0,1 0 0,-1 0 0,1 0 0,-1-1 0,1 1 0,-1 0 0,1-1 0,0 1 0,0 0 0,0 0 0,0-1 0,0 1 0,0 0 0,0-1 0,0 1 0,0 0 0,1-1 0,-1 1 0,1-2 0,12-26 0,-10 25 0,0 0 0,1 0 0,-1 0 0,1 0 0,0 1 0,0-1 0,0 1 0,1 0 0,-1 0 0,1 1 0,0-1 0,0 1 0,-1 0 0,1 1 0,1-1 0,7-1 0,6 0 0,1 0 0,40 1 0,-55 2 0,0 0 0,1 0 0,-1 1 0,1 0 0,-1 0 0,0 0 0,1 0 0,-1 1 0,0 0 0,0 0 0,0 0 0,7 6 0,-9-6 0,1 1 0,-1 0 0,-1 0 0,1 0 0,0 1 0,-1-1 0,1 1 0,-1-1 0,0 1 0,0 0 0,-1 0 0,1-1 0,-1 1 0,0 0 0,0 1 0,0-1 0,0 4 0,2 17 0,-2-1 0,0 0 0,-2 0 0,-1 1 0,0-1 0,-2 0 0,-1 0 0,-1-1 0,-1 1 0,-11 25 0,14-42 0,1 1 0,-2-1 0,1 0 0,-1 0 0,0 0 0,-1-1 0,0 1 0,-9 7 0,0-2 0,-2-1 0,-25 15 0,26-13 0,16-13 0,0 0 0,0 0 0,0 0 0,-1 0 0,1 1 0,0-1 0,0 0 0,0 0 0,0 0 0,0 0 0,0 1 0,0-1 0,-1 0 0,1 0 0,0 0 0,0 1 0,0-1 0,0 0 0,0 0 0,0 1 0,0-1 0,0 0 0,0 0 0,0 0 0,0 1 0,0-1 0,0 0 0,0 0 0,1 1 0,-1-1 0,1 0 0,-1 1 0,1-1 0,0 0 0,-1 0 0,1 0 0,-1 0 0,1 0 0,0 1 0,-1-1 0,1 0 0,0 0 0,-1-1 0,1 1 0,-1 0 0,2 0 0,23-4 0,30-10 0,23-3 0,88 0 0,-112 13 0,-39 0 120,-11 1-321,-10-1-1083,-2 3-5542</inkml:trace>
</inkml:ink>
</file>

<file path=ppt/ink/ink3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5:53.9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248 433 24575,'-3'-2'0,"-35"-17"0,0 1 0,-67-20 0,102 37 0,1 0 0,-1 1 0,1-1 0,-1 1 0,0 0 0,1 0 0,-1 0 0,0 0 0,1 0 0,-1 0 0,1 1 0,-1-1 0,0 1 0,1 0 0,-5 2 0,5-2 0,1 0 0,0 0 0,-1 0 0,1 0 0,0 1 0,0-1 0,0 0 0,0 1 0,0-1 0,0 1 0,1-1 0,-1 1 0,0-1 0,1 1 0,-1-1 0,1 1 0,0 0 0,-1-1 0,1 1 0,0 0 0,0-1 0,0 1 0,0 0 0,0-1 0,1 4 0,0 1 0,1 1 0,0-1 0,0 0 0,0 0 0,0 0 0,1-1 0,0 1 0,1-1 0,-1 1 0,1-1 0,0 0 0,0 0 0,0-1 0,1 1 0,0-1 0,0 0 0,10 7 0,-1-3 0,0-1 0,1 0 0,-1 0 0,1-2 0,0 0 0,17 4 0,-19-6 0,0-1 0,0 0 0,0 0 0,0-1 0,24-2 0,-33 1 0,-1 0 0,0-1 0,0 1 0,0-1 0,0 0 0,0 0 0,-1 0 0,1 0 0,0-1 0,0 1 0,-1-1 0,1 0 0,-1 1 0,1-1 0,-1 0 0,0 0 0,1-1 0,-1 1 0,-1 0 0,1-1 0,0 0 0,0 1 0,-1-1 0,0 0 0,1 1 0,-1-1 0,0 0 0,0 0 0,-1 0 0,1 0 0,0-4 0,-1-4 0,1 0 0,-1 0 0,-1 0 0,0 0 0,-1 0 0,0 0 0,-1 0 0,0 1 0,-5-12 0,-7-15 0,-23-38 0,5 16 0,-2 2 0,-63-78 0,98 134 0,-1 0 0,0 0 0,0 0 0,0 0 0,0 0 0,0 0 0,0 0 0,0 1 0,0-1 0,-2-1 0,2 2 0,1 0 0,0 0 0,0 0 0,0 1 0,0-1 0,-1 0 0,1 0 0,0 0 0,0 0 0,0 0 0,0 1 0,0-1 0,0 0 0,-1 0 0,1 0 0,0 0 0,0 1 0,0-1 0,0 0 0,0 0 0,0 0 0,0 1 0,0-1 0,0 0 0,0 0 0,0 0 0,0 1 0,0-1 0,0 0 0,0 0 0,0 0 0,0 1 0,0-1 0,0 0 0,0 0 0,0 0 0,0 0 0,1 1 0,8 30 0,17 24 0,2-1 0,52 75 0,-41-70 0,54 69 30,-50-73-1425,-37-46-5431</inkml:trace>
</inkml:ink>
</file>

<file path=ppt/ink/ink3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5:54.3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24575,'2'12'0,"4"4"0,0 2 0,2 1 0,0-2 0,0-2 0,2-2 0,2-1 0,-2 0 0,0-1 0,1-4 0,-1 0 0,0-1 0</inkml:trace>
</inkml:ink>
</file>

<file path=ppt/ink/ink3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5:54.5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24575,'5'2'0,"4"4"0,1 3 0</inkml:trace>
</inkml:ink>
</file>

<file path=ppt/ink/ink3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5:55.1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24575,'6'12'0,"1"-2"0,0 1 0,0-1 0,1 0 0,0 0 0,1-1 0,0 0 0,1-1 0,15 11 0,-18-14 0,1 0 0,-1-1 0,1 0 0,0 0 0,1-1 0,-1 0 0,1 0 0,-1-1 0,1 0 0,0-1 0,-1 0 0,1 0 0,0 0 0,11-2 0,-18 1 0,0-1 0,0 1 0,0 0 0,0-1 0,0 0 0,0 1 0,0-1 0,-1 0 0,1 0 0,0 0 0,0 0 0,-1 0 0,1 0 0,0-1 0,-1 1 0,1 0 0,-1-1 0,0 1 0,1-1 0,-1 0 0,0 1 0,0-1 0,0 0 0,0 0 0,0 0 0,-1 0 0,1 0 0,0-2 0,0-4 0,0 1 0,0-1 0,-1 0 0,0 0 0,0 1 0,-2-10 0,-1 6 0,2 9 0,0 1 0,1-1 0,-1 1 0,1-1 0,-1 0 0,1 1 0,0-1 0,0 1 0,-1-1 0,1 0 0,1 1 0,-1-1 0,0 0 0,0-1 0,1 3 0,-1-1 0,1 1 0,-1 0 0,1 0 0,-1 0 0,1 0 0,-1 0 0,1 0 0,-1 0 0,1 0 0,-1 0 0,1 0 0,-1 1 0,0-1 0,1 0 0,-1 0 0,1 0 0,-1 0 0,1 1 0,-1-1 0,0 0 0,1 0 0,-1 1 0,0-1 0,1 0 0,-1 1 0,0-1 0,1 0 0,-1 2 0,13 12 0,-11-12 0,7 8 0,1 1 0,0-1 0,0-1 0,23 16 0,-29-22 0,0 0 0,1-1 0,-1 1 0,1-1 0,0 0 0,0 0 0,0-1 0,0 1 0,0-1 0,0 0 0,0-1 0,0 1 0,0-1 0,0 0 0,1 0 0,7-2 0,-11 2 0,-1 0 0,1-1 0,-1 1 0,1-1 0,-1 1 0,1-1 0,-1 0 0,0 0 0,0 0 0,1 1 0,-1-1 0,0 0 0,0 0 0,0-1 0,0 1 0,0 0 0,2-3 0,-2 1 0,0 0 0,0 0 0,0 0 0,0 0 0,-1-1 0,1-3 0,4-17 0,-4 23 0,-1 0 0,1 0 0,-1 0 0,1 0 0,0 0 0,0 0 0,-1 0 0,1 0 0,0 0 0,0 0 0,0 0 0,0 1 0,0-1 0,0 0 0,0 1 0,0-1 0,0 1 0,0-1 0,1 1 0,-1-1 0,0 1 0,0 0 0,0 0 0,1-1 0,-1 1 0,0 0 0,0 0 0,0 0 0,1 1 0,-1-1 0,0 0 0,0 0 0,0 1 0,3 0 0,4 1 0,0 1 0,0 1 0,14 6 0,-17-7 0,11 5-120,78 46-1125</inkml:trace>
</inkml:ink>
</file>

<file path=ppt/ink/ink3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5:55.6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212 57 24575,'-31'-13'0,"-42"-17"0,64 27 0,-1 0 0,0 1 0,0 0 0,0 0 0,-13 1 0,21 0 0,1 1 0,-1 0 0,1 0 0,0 1 0,-1-1 0,1 0 0,0 0 0,-1 1 0,1-1 0,0 1 0,-1-1 0,1 1 0,0-1 0,0 1 0,-1 0 0,1 0 0,0 0 0,0-1 0,0 1 0,0 0 0,0 0 0,-1 2 0,1-1 0,0 0 0,1 0 0,-1 0 0,0 0 0,1 0 0,-1 0 0,1 0 0,0 0 0,0 0 0,-1 0 0,1 1 0,1 3 0,1 3 0,0 0 0,0 0 0,1 0 0,0 0 0,6 12 0,-5-13 0,1 0 0,0 0 0,1 0 0,-1-1 0,1 0 0,1 0 0,-1-1 0,1 1 0,0-1 0,1-1 0,-1 1 0,1-1 0,16 7 0,-22-11 0,0-1 0,0 1 0,-1-1 0,1 1 0,0-1 0,0 1 0,0-1 0,0 0 0,0 0 0,0 0 0,0 0 0,0-1 0,0 1 0,0-1 0,0 1 0,0-1 0,0 1 0,0-1 0,0 0 0,2-1 0,-2 0 0,0 0 0,0 0 0,0 0 0,0 0 0,0-1 0,-1 1 0,1 0 0,-1-1 0,1 1 0,-1-1 0,0 1 0,0-1 0,0-3 0,1-3 0,0-1 0,0 0 0,-2 0 0,1 0 0,-1 0 0,0 0 0,-3-12 0,-6-25 0,9 47 0,0 0 0,0 0 0,0 0 0,0 0 0,0 0 0,0 1 0,1-1 0,-1 0 0,0 0 0,0 0 0,0 0 0,0 0 0,0 0 0,0 0 0,0 0 0,1 0 0,-1 0 0,0 0 0,0 0 0,0 0 0,0 0 0,0 0 0,0 0 0,0 0 0,1 0 0,-1 0 0,0 0 0,0 0 0,0 0 0,0 0 0,0 0 0,0 0 0,0 0 0,1 0 0,-1 0 0,0 0 0,0 0 0,0-1 0,0 1 0,0 0 0,0 0 0,0 0 0,0 0 0,0 0 0,0 0 0,0 0 0,1 0 0,-1 0 0,0-1 0,0 1 0,0 0 0,0 0 0,0 0 0,0 0 0,0 0 0,0 0 0,0 0 0,0-1 0,0 1 0,0 0 0,8 8 0,29 39 0,-19-24 0,0-1 0,31 28 0,-9-14-1365,-29-29-5461</inkml:trace>
</inkml:ink>
</file>

<file path=ppt/ink/ink3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5:56.5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 65 24575,'-3'-1'0,"-1"0"0,1 1 0,0 0 0,-1 0 0,1 0 0,-1 0 0,1 1 0,0-1 0,-1 1 0,1 0 0,0 0 0,-1 0 0,1 0 0,0 0 0,-5 4 0,6-4 0,0 1 0,1-1 0,-1 1 0,1 0 0,-1 0 0,1-1 0,0 1 0,-1 0 0,1 0 0,0 0 0,0 0 0,1 0 0,-1 0 0,0 1 0,1-1 0,-1 0 0,1 0 0,0 0 0,-1 1 0,1-1 0,0 0 0,1 0 0,-1 1 0,1 3 0,1 4 0,1 0 0,0-1 0,0 1 0,1-1 0,0 0 0,9 14 0,-9-16 0,1-1 0,-1 0 0,1 0 0,0 0 0,1 0 0,-1-1 0,1 0 0,0 0 0,9 5 0,-13-9 0,0 1 0,0-1 0,1 0 0,-1-1 0,0 1 0,0 0 0,1-1 0,-1 1 0,1-1 0,-1 0 0,0 1 0,1-1 0,-1 0 0,1-1 0,-1 1 0,0 0 0,5-2 0,-6 1 0,1 1 0,0-1 0,-1 0 0,1 0 0,-1-1 0,1 1 0,-1 0 0,1 0 0,-1-1 0,0 1 0,0-1 0,0 1 0,0-1 0,0 1 0,0-1 0,0 0 0,0 0 0,-1 1 0,1-1 0,0 0 0,-1 0 0,1-3 0,0-10 0,-1 1 0,0 0 0,-1 0 0,-1 0 0,0-1 0,-1 1 0,-4-14 0,13 59 0,49 103 0,-2-6 0,34 97 0,-86-222 0,0 0 0,0-1 0,0 1 0,-1 0 0,1 0 0,-1-1 0,1 1 0,-1 0 0,0 0 0,0 0 0,-1 5 0,0-7 0,1 0 0,-1 0 0,1 0 0,-1 0 0,0 0 0,1 0 0,-1 0 0,0 0 0,0 0 0,0 0 0,1 0 0,-1-1 0,0 1 0,0 0 0,0-1 0,0 1 0,0-1 0,-1 1 0,1-1 0,0 1 0,0-1 0,0 0 0,0 1 0,-1-1 0,1 0 0,0 0 0,0 0 0,0 0 0,-1 0 0,0-1 0,-6 1 0,1-1 0,0 0 0,0-1 0,-1 1 0,1-2 0,0 1 0,1-1 0,-1 0 0,0 0 0,1-1 0,-1 0 0,1 0 0,-9-8 0,-1-3 0,0 0 0,0-2 0,-14-20 0,19 23 0,0-1 0,1-1 0,1 0 0,1 0 0,0-1 0,1 0 0,-5-20 0,11 34 0,0-1 0,1 0 0,-1 1 0,1-1 0,0 1 0,0-1 0,0 0 0,1 1 0,-1-1 0,1 0 0,0 1 0,0-1 0,0 1 0,0 0 0,0-1 0,1 1 0,0 0 0,0 0 0,0-1 0,0 2 0,0-1 0,0 0 0,1 0 0,0 1 0,-1-1 0,1 1 0,0 0 0,6-4 0,7-3 0,-1 2 0,1-1 0,1 2 0,27-8 0,-40 13 0,101-27 0,78-26 0,-168 48 0,-1-1 0,1 0 0,-2-1 0,16-12 0,-23 17 0,-2-1 0,1 0 0,0-1 0,-1 1 0,0-1 0,0 0 0,0 0 0,0 0 0,-1 0 0,0-1 0,0 0 0,0 1 0,2-10 0,-5 13 0,1 0 0,-1 0 0,0 0 0,0 0 0,0 0 0,0 0 0,0 0 0,0 0 0,-1 0 0,1 0 0,-1 0 0,1 0 0,-1 0 0,0 0 0,0 0 0,0 1 0,0-1 0,0 0 0,0 0 0,0 1 0,-1-1 0,1 1 0,-1-1 0,1 1 0,-1 0 0,1-1 0,-1 1 0,0 0 0,0 0 0,1 0 0,-4-1 0,2 1 0,0-1 0,-1 1 0,1 0 0,-1 0 0,1 0 0,-1 1 0,1-1 0,-1 1 0,1 0 0,-1 0 0,0 0 0,1 0 0,-1 1 0,1 0 0,-1-1 0,1 1 0,-5 2 0,4 0 0,-1-1 0,1 1 0,0 1 0,0-1 0,0 0 0,1 1 0,-1 0 0,1 0 0,0 0 0,0 0 0,0 0 0,1 1 0,-1-1 0,1 1 0,0 0 0,1-1 0,-1 1 0,1 0 0,0 0 0,-1 10 0,0 0 0,2-1 0,-1 1 0,2 0 0,0 0 0,1 0 0,4 14 0,-4-19 0,1 0 0,1-1 0,0 0 0,0 1 0,1-1 0,0-1 0,0 1 0,1-1 0,1 0 0,-1 0 0,14 12 0,-15-16 0,-1-1 0,1 1 0,0-1 0,0 0 0,0 0 0,0-1 0,1 0 0,-1 0 0,10 3 0,-11-4 0,0-1 0,0 0 0,0 1 0,0-1 0,0-1 0,1 1 0,-1 0 0,0-1 0,0 0 0,0 0 0,0 0 0,-1-1 0,1 1 0,6-5 0,-6 4-72,-1 0 1,0 0-1,0-1 0,0 1 0,-1-1 0,1 0 0,0 0 0,-1 0 1,0 0-1,0-1 0,0 1 0,0 0 0,0-1 0,-1 0 0,0 1 1,1-1-1,-1 0 0,0-7 0,2-4-6754</inkml:trace>
</inkml:ink>
</file>

<file path=ppt/ink/ink3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5:57.0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147 7 24575,'-2'-1'0,"0"0"0,1 0 0,-1 1 0,0-1 0,0 0 0,0 1 0,0-1 0,0 1 0,0-1 0,0 1 0,0 0 0,0 0 0,0 0 0,0 0 0,-1 0 0,1 1 0,0-1 0,-3 2 0,4-1 0,-1 0 0,1 0 0,0 0 0,-1 0 0,1 0 0,0 0 0,0 1 0,0-1 0,0 0 0,0 1 0,0-1 0,1 1 0,-1-1 0,0 1 0,1 0 0,-1-1 0,1 1 0,0 0 0,-1-1 0,1 1 0,0 0 0,0-1 0,0 4 0,1 5 0,0 0 0,0 1 0,1-1 0,0 0 0,1 0 0,0 0 0,0 0 0,8 14 0,1-1 0,2 0 0,18 25 0,-31-47 0,0 0 0,-1-1 0,1 1 0,0 0 0,-1 0 0,1 0 0,-1 0 0,1 0 0,-1 0 0,1 0 0,-1 0 0,0 0 0,1 0 0,-1 0 0,0 0 0,0 1 0,0-1 0,0 0 0,0 0 0,0 0 0,0 0 0,0 0 0,-1 0 0,1 0 0,0 0 0,0 0 0,-1 0 0,1 0 0,-2 2 0,1-1 0,-1-1 0,0 1 0,0-1 0,0 1 0,0-1 0,0 0 0,-1 1 0,1-1 0,0 0 0,0 0 0,-1-1 0,-3 2 0,-67 12 129,23-5-1623,27-4-5332</inkml:trace>
</inkml:ink>
</file>

<file path=ppt/ink/ink3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6:02.5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55 24575,'0'-4'0,"-1"0"0,1 0 0,0-1 0,0 1 0,1 0 0,-1 0 0,1 0 0,0 0 0,0 0 0,0 0 0,3-6 0,-1 10 0,-2 6 0,2 9 0,-3-13 0,6 31 0,14 50 0,-9-45 0,-4-11 0,-2 0 0,3 43 0,-9 48 0,2 24 0,6-94 0,-4-30 0,2 32 0,-6 296 0,2-335 0,0 0 0,5 19 0,-4-19 0,0 1 0,1 14 0,-2 327 0,-2-172 0,1-167 0,2 0 0,3 17 0,-2-15 0,1 25 0,-3-12 0,7 42 0,-4-32 0,-1-1 0,-3 64 0,-2-35 0,10 25 0,-4-61 0,-1 33 0,-3 687 0,1-737 0,0 1 0,4 16 0,-2-16 0,2 25 0,-5-17-25,-1-13-422,1 0 1,3 19-1,0-16-6379</inkml:trace>
</inkml:ink>
</file>

<file path=ppt/ink/ink3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6:04.4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 24575,'0'-1'0,"0"0"0,1 0 0,-1 1 0,1-1 0,-1 0 0,0 1 0,1-1 0,-1 1 0,1-1 0,0 0 0,-1 1 0,1-1 0,-1 1 0,1 0 0,0-1 0,-1 1 0,1-1 0,0 1 0,-1 0 0,1 0 0,0-1 0,0 1 0,-1 0 0,1 0 0,0 0 0,0 0 0,0 0 0,23-2 0,-12 3 0,1 1 0,-1 0 0,20 6 0,17 4 0,12-7 0,9 2 0,-28-2 0,0-3 0,63-2 0,-35-2 0,46 1 0,132 3 0,-161 5 0,28 0 0,16 2 0,-30-2 0,5 0 0,-68-4 0,1-1 0,0-3 0,67-8 0,69-4 0,-29-1 0,-72 8 0,97 5 0,-78 2 0,-71-1 0,22 1 0,80-10 0,-77 4 0,-1 2 0,60 4 0,-31 0 0,-36 0 0,-15 0 0,0-2 0,0 0 0,27-5 0,-29 3 0,0 1 0,27 0 0,2 0 0,-2-5 0,-31 4 0,30-1 0,18 3 0,142 3 0,-143 4 0,24 2 0,191-8 0,-266-1 0,0-1 0,17-3 0,-15 2 0,24-1 0,238 5 0,-229 2 0,-1 2 0,51 12 0,-84-12-1365,-4-1-5461</inkml:trace>
</inkml:ink>
</file>

<file path=ppt/ink/ink3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6:06.7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50 24575,'2'-6'0,"1"2"0,0-1 0,1 0 0,5-6 0,-8 9 0,1 0 0,0 1 0,0-1 0,0 1 0,0-1 0,0 1 0,0 0 0,0-1 0,0 1 0,0 0 0,1 0 0,3 0 0,-5 0 0,0 1 0,0 0 0,0 1 0,0-1 0,0 0 0,-1 0 0,1 0 0,0 0 0,0 1 0,0-1 0,-1 0 0,1 1 0,0-1 0,0 0 0,-1 1 0,1-1 0,0 1 0,-1-1 0,1 1 0,-1 0 0,1-1 0,0 1 0,-1 0 0,1-1 0,-1 1 0,0 0 0,1-1 0,-1 1 0,0 0 0,1 0 0,-1 0 0,0-1 0,0 1 0,0 0 0,1 0 0,-1 1 0,1 5 0,-1-1 0,1 1 0,-1 9 0,-1-11 0,2 14 0,5 32 0,-3-30 0,0 22 0,-2-21 0,6 43 0,8 35 0,-1 15 0,-1-18 0,3 24 0,-13-97 0,-1 0 0,-2 44 0,1 17 0,13 2 0,-8-56 0,-3-19 0,-1-1 0,2 21 0,-5 61 0,2 45 0,5-84 0,-2-26 0,0 30 0,4 49 0,-1 5 0,-7-87 0,-1 4 0,2 0 0,7 50 0,0-12 0,-1-5 0,1-9 0,-1 2 0,-2 68 0,-5-99 0,0 1 0,8 41 0,0 0 0,-1-2 0,-5-56 0,-1 0 0,0 0 0,0 0 0,-1 14 0,-1-19 0,1-1 0,0 1 0,-1-1 0,0 1 0,1-1 0,-1 0 0,0 1 0,-1-1 0,1 0 0,0 0 0,0 0 0,-1 0 0,1 0 0,-1 0 0,0 0 0,0-1 0,0 1 0,1 0 0,-5 1 0,-18 12-1365,14-8-5461</inkml:trace>
</inkml:ink>
</file>

<file path=ppt/ink/ink3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6:08.0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24575,'-1'22'0,"2"0"0,0-1 0,2 1 0,8 36 0,-4-36 0,11 46 0,-16-61 0,-1 0 0,0-1 0,-1 1 0,0 0 0,0 0 0,0 0 0,-3 12 0,2-16-114,0-1 1,0 1-1,0 0 0,0 0 0,-1 0 1,1-1-1,-1 1 0,0-1 0,0 1 1,0-1-1,-4 4 0</inkml:trace>
</inkml:ink>
</file>

<file path=ppt/ink/ink3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6:09.6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34 24575,'-3'-12'0,"3"10"0,-1 0 0,1 0 0,-1 0 0,1 1 0,-1-1 0,0 0 0,1 0 0,-1 0 0,0 0 0,-2-1 0,3 4 0,-1 1 0,1-1 0,-1 1 0,1-1 0,-1 1 0,1-1 0,0 1 0,0 0 0,0 1 0,0 21 0,0 0 0,2-1 0,5 25 0,-2-8 0,-2 1 0,-4 66 0,0-37 0,1-18 0,8 70 0,-2-66 0,-5 100 0,-2-78 0,0-64 0,0 0 0,-4 17 0,2-15 0,-2 24 0,4 322 0,3-176 0,-2-169 0,-1 76 0,17 130 0,-2-122 0,0 162 0,-13-218 0,-1-6 0,-1 1 0,-8 49 0,5-57 0,1 0 0,2 0 0,4 59 0,-1-76 0,1 0 0,6 21 0,-5-23 0,-1 0 0,0 0 0,2 26 0,-4-26 0,5 25 0,-3-25 0,1 24 0,-3-23-273,1 1 0,0-1 0,1 0 0,5 15 0,-4-16-6553</inkml:trace>
</inkml:ink>
</file>

<file path=ppt/ink/ink3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6:11.2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 24575,'0'-1'0,"1"0"0,-1 0 0,1-1 0,0 1 0,0 0 0,-1 0 0,1 0 0,0 0 0,0 0 0,0 0 0,0 0 0,1 0 0,-1 1 0,0-1 0,0 0 0,0 1 0,1-1 0,-1 1 0,0-1 0,0 1 0,1-1 0,-1 1 0,1 0 0,-1 0 0,0 0 0,1 0 0,-1 0 0,0 0 0,1 0 0,-1 0 0,1 0 0,0 1 0,0 0 0,0-1 0,0 1 0,0 0 0,0 0 0,0 0 0,-1 0 0,1 1 0,0-1 0,-1 0 0,1 1 0,-1-1 0,0 1 0,1-1 0,-1 1 0,0 0 0,0-1 0,0 1 0,0 0 0,0 0 0,-1 0 0,2 3 0,0 9 0,0 0 0,-1 0 0,0 1 0,-3 22 0,1-22 0,0 0 0,1 0 0,1 0 0,3 18 0,1-4 0,2 47 0,-1-8 0,38 174 0,-34-192 0,15 161 0,-19-146 0,2 48 0,-6-66 0,11 60 0,0-15 0,7 80 0,3 29 0,-10-94 0,3 51 0,-8-57 0,-1 19 0,-8 8 0,2 106 0,6-167 0,-4-47 0,-1 0 0,-1 0 0,0 0 0,-2 1 0,-3 25 0,-10 51 0,7-44 0,6-4 80,1-39-369,0 0 0,0 1 0,-1-1 0,-3 12 0,1-13-6537</inkml:trace>
</inkml:ink>
</file>

<file path=ppt/ink/ink3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6:12.8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4148 1 24575,'4'2'0,"0"0"0,-1 1 0,1 0 0,-1 0 0,0 0 0,0 0 0,0 0 0,4 7 0,-6-9 0,-1 0 0,1 0 0,-1 0 0,1 0 0,-1 0 0,0 0 0,0 0 0,1 0 0,-1 0 0,0 0 0,0 0 0,0 0 0,0 0 0,0 0 0,0 0 0,0 0 0,-1 1 0,1-1 0,-1 0 0,0 1 0,1-1 0,-1 0 0,0 0 0,0 0 0,0-1 0,0 1 0,0 0 0,0 0 0,0 0 0,0-1 0,0 1 0,0 0 0,0-1 0,0 1 0,-3 0 0,-4 1 0,0 0 0,0 0 0,-1-1 0,1 0 0,-16 0 0,-18 1 0,-109 16 0,7-11 0,11 0 0,-132-2 0,79-4 0,89 5 0,-37 2 0,73-8 0,-247 8 0,164-1 0,-23 1 0,-2 7 0,85-6 0,1-2 0,-2-5 0,-98-9 0,-153 0 0,207 8 0,-965-1 0,1082 1 0,0 0 0,-22 6 0,6-2 0,17-2-1365,2 1-5461</inkml:trace>
</inkml:ink>
</file>

<file path=ppt/ink/ink3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6:14.6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4199 5 24575,'43'-4'0,"-39"4"0,-1 0 0,0 0 0,0 0 0,0 1 0,0-1 0,0 1 0,0-1 0,1 1 0,-1 0 0,-1 1 0,5 1 0,-7-3 0,0 0 0,1 0 0,-1 0 0,0 1 0,0-1 0,1 0 0,-1 0 0,0 1 0,0-1 0,0 0 0,0 0 0,1 1 0,-1-1 0,0 0 0,0 1 0,0-1 0,0 0 0,0 1 0,0-1 0,0 0 0,0 1 0,0-1 0,0 0 0,0 1 0,0-1 0,0 0 0,0 0 0,0 1 0,0-1 0,0 0 0,0 1 0,0-1 0,0 0 0,0 1 0,-1-1 0,1 0 0,0 0 0,0 1 0,0-1 0,-1 0 0,1 0 0,0 1 0,0-1 0,-1 0 0,1 0 0,0 0 0,0 1 0,-1-1 0,1 0 0,0 0 0,-1 0 0,-16 10 0,15-10 0,-12 5 0,0-1 0,-1 0 0,1-1 0,-1-1 0,0 0 0,-15-1 0,-21 3 0,-47 2 0,12-1 0,-19 3 0,-116-7 0,-104-22 0,229 13 0,47 4 0,-182-7 0,52 10 0,-155 3 0,231 5 0,-38 0 0,-495-7 0,525-8 0,3 1 0,54 6 0,-98 3 0,43 12 0,79-9 0,-53 16 0,41-9 0,23-9 0,1 0 0,-1-2 0,0 0 0,-33-3 0,6 1 0,7-1 0,-60-11 0,61 7 0,-63-3 0,29 9 0,-102 2 0,163-2-195,0 2 0,1 0 0,-1 0 0,1 1 0,0 0 0,-18 8 0,14-4-6631</inkml:trace>
</inkml:ink>
</file>

<file path=ppt/ink/ink3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6:16.3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4186 16 24575,'23'1'0,"-11"-1"0,0 0 0,0 0 0,1-1 0,-1 0 0,23-7 0,-35 8 0,0 0 0,0 0 0,0 0 0,0 0 0,0 0 0,0 0 0,0 0 0,0 0 0,0 0 0,0 0 0,0 0 0,0 0 0,0 0 0,0 0 0,0 0 0,0 0 0,0 0 0,0 0 0,0 0 0,0 0 0,0 0 0,0 0 0,0 0 0,0 0 0,0 0 0,0-1 0,0 1 0,0 0 0,0 0 0,0 0 0,0 0 0,0 0 0,0 0 0,0 0 0,0 0 0,0 0 0,0 0 0,0 0 0,0 0 0,0 0 0,0 0 0,0 0 0,0 0 0,0 0 0,0 0 0,0 0 0,0 0 0,0 0 0,0 0 0,0-1 0,0 1 0,0 0 0,0 0 0,0 0 0,0 0 0,0 0 0,0 0 0,0 0 0,0 0 0,1 0 0,-9-2 0,-10 0 0,-292 2 0,150 1 0,31 6 0,8 1 0,-101 0 0,-240-1 0,287-8 0,-185 12 0,356-11 0,-96 4 0,-80 4 0,-11-1 0,6 0 0,91-1 0,-182-15 0,15-31 0,208 30 0,-1 3 0,0 3 0,-57 1 0,-566 4 0,660 0-44,-32 5 0,28-2-1233,8-2-5549</inkml:trace>
</inkml:ink>
</file>

<file path=ppt/ink/ink3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6:18.9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 24575,'1'-1'0,"1"0"0,-1-1 0,1 1 0,0 0 0,-1 0 0,1 0 0,0 0 0,0 0 0,0 0 0,0 1 0,0-1 0,2 0 0,-3 1 0,-1 0 0,1 0 0,-1 0 0,1 0 0,-1 0 0,1 0 0,-1 0 0,1 0 0,-1 0 0,1 0 0,-1 0 0,0 1 0,1-1 0,-1 0 0,1 0 0,-1 0 0,0 1 0,1-1 0,-1 0 0,1 1 0,-1-1 0,1 1 0,-1 0 0,0-1 0,1 1 0,-1 0 0,0 0 0,1 0 0,-1 0 0,0 0 0,0 0 0,0 0 0,0 0 0,0 0 0,0-1 0,0 1 0,0 0 0,0 2 0,-8 66 0,5 138 0,4-114 0,-1-66 0,0 5 0,1 0 0,7 51 0,-5-62 0,0 1 0,-2-1 0,0 1 0,-2 0 0,0-1 0,-8 37 0,7-42 0,0-1 0,2 1 0,-1-1 0,2 1 0,0-1 0,1 1 0,0-1 0,2 0 0,5 19 0,-6-19 0,0 0 0,-1 0 0,-1 0 0,-1 26 0,1 17 0,6-19 0,-5-28 0,0 0 0,1 14 0,-4 48 0,2 28 0,6-53 0,-4-30 0,2 31 0,-6 15 0,2 46 0,7-68-1365,-5-29-5461</inkml:trace>
</inkml:ink>
</file>

<file path=ppt/ink/ink3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6:20.1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90 24575,'-9'-25'0,"-5"-28"0,11 43 0,2 8 0,0 6 0,0 12 0,1 21 0,0-12 0,2-1 0,1 0 0,0 1 0,9 26 0,-7-28 0,-2 0 0,0 1 0,-2-1 0,-3 46 0,1-17 0,0 26 0,3 101 0,1-151 0,1-1 0,10 34 0,-8-38 0,0 1 0,-2-1 0,2 42 0,-6-49 0,0 0 0,-2 0 0,-5 28 0,4-33-136,1 1-1,0 0 1,1-1-1,1 1 1,-1 0-1,2 0 1,0-1-1,0 1 0,5 15 1,-3-17-6690</inkml:trace>
</inkml:ink>
</file>

<file path=ppt/ink/ink3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6:21.1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102 82 24575,'-1'-2'0,"1"1"0,0 0 0,0-1 0,0 1 0,-1 0 0,1-1 0,-1 1 0,1 0 0,-1 0 0,1-1 0,-1 1 0,0 0 0,1 0 0,-1 0 0,0 0 0,0 0 0,-1-1 0,-23-15 0,22 16 0,0-1 0,0 0 0,1 1 0,-1-1 0,0-1 0,1 1 0,-1 0 0,1-1 0,-4-4 0,2-2 0,0 2 0,4 16 0,0 76 0,0-30 0,7 60 0,6 5 0,-2 135 0,-11-242 0,0 63 0,-3 1 0,-15 84 0,15-143-116,3-11-9,-1 0 0,0-1 0,-1 1 0,0 0 1,0 0-1,0-1 0,-1 1 0,0-1 0,-7 12 0,2-10-6701</inkml:trace>
</inkml:ink>
</file>

<file path=ppt/ink/ink3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6:22.3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 24575,'0'-5'0,"0"-5"0,3 15 0,2 16 0,4 25 0,3 16 0,29 106 0,-34-131 0,-2 0 0,1 60 0,-8-42 0,3 69 0,6-76 0,-4-31 0,2 33 0,-6-6 0,-1-31 0,2 0 0,-1 0 0,2 0 0,0 0 0,0 0 0,1-1 0,5 18 0,-2-21-1365</inkml:trace>
</inkml:ink>
</file>

<file path=ppt/ink/ink3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6:23.6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4524 30 24575,'-55'-4'0,"1"2"0,-1 3 0,-62 9 0,27-2 0,-145-5 0,127-5 0,-1764 2 0,1633-14 0,49 0 0,51 7 0,-70-2 0,-125 25 0,-142 27 0,382-37-52,-139 3-1261,209-9-5513</inkml:trace>
</inkml:ink>
</file>

<file path=ppt/ink/ink3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6:24.8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30 24575,'23'-8'0,"-11"4"0,0-1 0,0 2 0,1 0 0,0 0 0,17 0 0,137 2 0,-71 2 0,17 7 0,-14-1 0,45 0 0,26 1 0,-145-8 0,328-9 0,-302 4-1365,-32 4-5461</inkml:trace>
</inkml:ink>
</file>

<file path=ppt/ink/ink3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6:25.5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46 24575,'13'-7'0,"-1"0"0,1 2 0,1 0 0,-1 0 0,1 1 0,0 0 0,0 2 0,0-1 0,14 1 0,16 1 0,69 8 0,180 4 0,-99-7 0,263 5-1365,-436-9-5461</inkml:trace>
</inkml:ink>
</file>

<file path=ppt/ink/ink3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6:26.4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24575,'8'1'0,"-1"0"0,1 0 0,-1 1 0,0 0 0,1 0 0,7 4 0,-7-3 0,0 0 0,0-1 0,1 1 0,14 1 0,0-4 0,0-1 0,34-6 0,23-1 0,58 12 0,156 24 0,-94-7 0,-98-14 0,108-9 0,-191 1-195,1-1 0,-1-2 0,0 1 0,-1-2 0,1-1 0,28-12 0,-28 9-6631</inkml:trace>
</inkml:ink>
</file>

<file path=ppt/ink/ink3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6:27.2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 24575,'69'-1'0,"77"2"0,-83 6 0,10 0 0,378-6 0,-229-2 0,-160 1-455,0-2 0,84-15 0,-125 13-6371</inkml:trace>
</inkml:ink>
</file>

<file path=ppt/ink/ink3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6:29.0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 24575,'0'-12'0,"0"7"0,0 11 0,0 436 0,1-425 0,5 30 0,-2-29 0,0 24 0,-4 31 0,-1-35 0,2 0 0,7 51 0,7-19 0,6 49 0,-15-76 0,-3-23 0,2 32 0,-6 2 0,0-25 0,1-1 0,7 52 0,18 37 0,-11-59 0,-3 1 0,6 89 0,-12-80 0,4-1 0,26 104 0,0 1 0,-28-137 0,-3 1 0,0-1 0,-3 1 0,-1 0 0,-5 46 0,-18 125 0,22-175 0,2 0 0,0 1 0,3-1 0,9 45 0,-1-28 0,-2 1 0,-2 1 0,2 91 0,-10-96 0,8 72 0,15 0 0,1 8 0,-13-24 0,-6-65 0,-3-1 0,-2 68 0,-2-36 0,2 4-1365,0-60-5461</inkml:trace>
</inkml:ink>
</file>

<file path=ppt/ink/ink3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6:39.9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55 24575,'0'-4'0,"-1"0"0,1 0 0,0-1 0,0 1 0,1 0 0,-1 0 0,1 0 0,0 0 0,0 0 0,0 0 0,3-6 0,-1 10 0,-2 6 0,2 9 0,-3-13 0,6 31 0,14 50 0,-9-45 0,-4-11 0,-2 0 0,3 43 0,-9 48 0,2 24 0,6-94 0,-4-30 0,2 32 0,-6 296 0,2-335 0,0 0 0,5 19 0,-4-19 0,0 1 0,1 14 0,-2 327 0,-2-172 0,1-167 0,2 0 0,3 17 0,-2-15 0,1 25 0,-3-12 0,7 42 0,-4-32 0,-1-1 0,-3 64 0,-2-35 0,10 25 0,-4-61 0,-1 33 0,-3 687 0,1-737 0,0 1 0,4 16 0,-2-16 0,2 25 0,-5-17-25,-1-13-422,1 0 1,3 19-1,0-16-6379</inkml:trace>
</inkml:ink>
</file>

<file path=ppt/ink/ink3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6:39.9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 24575,'0'-1'0,"0"0"0,1 0 0,-1 1 0,1-1 0,-1 0 0,0 1 0,1-1 0,-1 1 0,1-1 0,0 0 0,-1 1 0,1-1 0,-1 1 0,1 0 0,0-1 0,-1 1 0,1-1 0,0 1 0,-1 0 0,1 0 0,0-1 0,0 1 0,-1 0 0,1 0 0,0 0 0,0 0 0,0 0 0,23-2 0,-12 3 0,1 1 0,-1 0 0,20 6 0,17 4 0,12-7 0,9 2 0,-28-2 0,0-3 0,63-2 0,-35-2 0,46 1 0,132 3 0,-161 5 0,28 0 0,16 2 0,-30-2 0,5 0 0,-68-4 0,1-1 0,0-3 0,67-8 0,69-4 0,-29-1 0,-72 8 0,97 5 0,-78 2 0,-71-1 0,22 1 0,80-10 0,-77 4 0,-1 2 0,60 4 0,-31 0 0,-36 0 0,-15 0 0,0-2 0,0 0 0,27-5 0,-29 3 0,0 1 0,27 0 0,2 0 0,-2-5 0,-31 4 0,30-1 0,18 3 0,142 3 0,-143 4 0,24 2 0,191-8 0,-266-1 0,0-1 0,17-3 0,-15 2 0,24-1 0,238 5 0,-229 2 0,-1 2 0,51 12 0,-84-12-1365,-4-1-5461</inkml:trace>
</inkml:ink>
</file>

<file path=ppt/ink/ink3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6:39.9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50 24575,'2'-6'0,"1"2"0,0-1 0,1 0 0,5-6 0,-8 9 0,1 0 0,0 1 0,0-1 0,0 1 0,0-1 0,0 1 0,0 0 0,0-1 0,0 1 0,0 0 0,1 0 0,3 0 0,-5 0 0,0 1 0,0 0 0,0 1 0,0-1 0,0 0 0,-1 0 0,1 0 0,0 0 0,0 1 0,0-1 0,-1 0 0,1 1 0,0-1 0,0 0 0,-1 1 0,1-1 0,0 1 0,-1-1 0,1 1 0,-1 0 0,1-1 0,0 1 0,-1 0 0,1-1 0,-1 1 0,0 0 0,1-1 0,-1 1 0,0 0 0,1 0 0,-1 0 0,0-1 0,0 1 0,0 0 0,1 0 0,-1 1 0,1 5 0,-1-1 0,1 1 0,-1 9 0,-1-11 0,2 14 0,5 32 0,-3-30 0,0 22 0,-2-21 0,6 43 0,8 35 0,-1 15 0,-1-18 0,3 24 0,-13-97 0,-1 0 0,-2 44 0,1 17 0,13 2 0,-8-56 0,-3-19 0,-1-1 0,2 21 0,-5 61 0,2 45 0,5-84 0,-2-26 0,0 30 0,4 49 0,-1 5 0,-7-87 0,-1 4 0,2 0 0,7 50 0,0-12 0,-1-5 0,1-9 0,-1 2 0,-2 68 0,-5-99 0,0 1 0,8 41 0,0 0 0,-1-2 0,-5-56 0,-1 0 0,0 0 0,0 0 0,-1 14 0,-1-19 0,1-1 0,0 1 0,-1-1 0,0 1 0,1-1 0,-1 0 0,0 1 0,-1-1 0,1 0 0,0 0 0,0 0 0,-1 0 0,1 0 0,-1 0 0,0 0 0,0-1 0,0 1 0,1 0 0,-5 1 0,-18 12-1365,14-8-5461</inkml:trace>
</inkml:ink>
</file>

<file path=ppt/ink/ink3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6:39.9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24575,'-1'22'0,"2"0"0,0-1 0,2 1 0,8 36 0,-4-36 0,11 46 0,-16-61 0,-1 0 0,0-1 0,-1 1 0,0 0 0,0 0 0,0 0 0,-3 12 0,2-16-114,0-1 1,0 1-1,0 0 0,0 0 0,-1 0 1,1-1-1,-1 1 0,0-1 0,0 1 1,0-1-1,-4 4 0</inkml:trace>
</inkml:ink>
</file>

<file path=ppt/ink/ink3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6:39.9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34 24575,'-3'-12'0,"3"10"0,-1 0 0,1 0 0,-1 0 0,1 1 0,-1-1 0,0 0 0,1 0 0,-1 0 0,0 0 0,-2-1 0,3 4 0,-1 1 0,1-1 0,-1 1 0,1-1 0,-1 1 0,1-1 0,0 1 0,0 0 0,0 1 0,0 21 0,0 0 0,2-1 0,5 25 0,-2-8 0,-2 1 0,-4 66 0,0-37 0,1-18 0,8 70 0,-2-66 0,-5 100 0,-2-78 0,0-64 0,0 0 0,-4 17 0,2-15 0,-2 24 0,4 322 0,3-176 0,-2-169 0,-1 76 0,17 130 0,-2-122 0,0 162 0,-13-218 0,-1-6 0,-1 1 0,-8 49 0,5-57 0,1 0 0,2 0 0,4 59 0,-1-76 0,1 0 0,6 21 0,-5-23 0,-1 0 0,0 0 0,2 26 0,-4-26 0,5 25 0,-3-25 0,1 24 0,-3-23-273,1 1 0,0-1 0,1 0 0,5 15 0,-4-16-6553</inkml:trace>
</inkml:ink>
</file>

<file path=ppt/ink/ink3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6:39.9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 24575,'0'-1'0,"1"0"0,-1 0 0,1-1 0,0 1 0,0 0 0,-1 0 0,1 0 0,0 0 0,0 0 0,0 0 0,0 0 0,1 0 0,-1 1 0,0-1 0,0 0 0,0 1 0,1-1 0,-1 1 0,0-1 0,0 1 0,1-1 0,-1 1 0,1 0 0,-1 0 0,0 0 0,1 0 0,-1 0 0,0 0 0,1 0 0,-1 0 0,1 0 0,0 1 0,0 0 0,0-1 0,0 1 0,0 0 0,0 0 0,0 0 0,-1 0 0,1 1 0,0-1 0,-1 0 0,1 1 0,-1-1 0,0 1 0,1-1 0,-1 1 0,0 0 0,0-1 0,0 1 0,0 0 0,0 0 0,-1 0 0,2 3 0,0 9 0,0 0 0,-1 0 0,0 1 0,-3 22 0,1-22 0,0 0 0,1 0 0,1 0 0,3 18 0,1-4 0,2 47 0,-1-8 0,38 174 0,-34-192 0,15 161 0,-19-146 0,2 48 0,-6-66 0,11 60 0,0-15 0,7 80 0,3 29 0,-10-94 0,3 51 0,-8-57 0,-1 19 0,-8 8 0,2 106 0,6-167 0,-4-47 0,-1 0 0,-1 0 0,0 0 0,-2 1 0,-3 25 0,-10 51 0,7-44 0,6-4 80,1-39-369,0 0 0,0 1 0,-1-1 0,-3 12 0,1-13-6537</inkml:trace>
</inkml:ink>
</file>

<file path=ppt/ink/ink3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6:39.9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4148 1 24575,'4'2'0,"0"0"0,-1 1 0,1 0 0,-1 0 0,0 0 0,0 0 0,0 0 0,4 7 0,-6-9 0,-1 0 0,1 0 0,-1 0 0,1 0 0,-1 0 0,0 0 0,0 0 0,1 0 0,-1 0 0,0 0 0,0 0 0,0 0 0,0 0 0,0 0 0,0 0 0,0 0 0,-1 1 0,1-1 0,-1 0 0,0 1 0,1-1 0,-1 0 0,0 0 0,0 0 0,0-1 0,0 1 0,0 0 0,0 0 0,0 0 0,0-1 0,0 1 0,0 0 0,0-1 0,0 1 0,-3 0 0,-4 1 0,0 0 0,0 0 0,-1-1 0,1 0 0,-16 0 0,-18 1 0,-109 16 0,7-11 0,11 0 0,-132-2 0,79-4 0,89 5 0,-37 2 0,73-8 0,-247 8 0,164-1 0,-23 1 0,-2 7 0,85-6 0,1-2 0,-2-5 0,-98-9 0,-153 0 0,207 8 0,-965-1 0,1082 1 0,0 0 0,-22 6 0,6-2 0,17-2-1365,2 1-5461</inkml:trace>
</inkml:ink>
</file>

<file path=ppt/ink/ink3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6:39.9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4199 5 24575,'43'-4'0,"-39"4"0,-1 0 0,0 0 0,0 0 0,0 1 0,0-1 0,0 1 0,0-1 0,1 1 0,-1 0 0,-1 1 0,5 1 0,-7-3 0,0 0 0,1 0 0,-1 0 0,0 1 0,0-1 0,1 0 0,-1 0 0,0 1 0,0-1 0,0 0 0,0 0 0,1 1 0,-1-1 0,0 0 0,0 1 0,0-1 0,0 0 0,0 1 0,0-1 0,0 0 0,0 1 0,0-1 0,0 0 0,0 1 0,0-1 0,0 0 0,0 0 0,0 1 0,0-1 0,0 0 0,0 1 0,0-1 0,0 0 0,0 1 0,-1-1 0,1 0 0,0 0 0,0 1 0,0-1 0,-1 0 0,1 0 0,0 1 0,0-1 0,-1 0 0,1 0 0,0 0 0,0 1 0,-1-1 0,1 0 0,0 0 0,-1 0 0,-16 10 0,15-10 0,-12 5 0,0-1 0,-1 0 0,1-1 0,-1-1 0,0 0 0,-15-1 0,-21 3 0,-47 2 0,12-1 0,-19 3 0,-116-7 0,-104-22 0,229 13 0,47 4 0,-182-7 0,52 10 0,-155 3 0,231 5 0,-38 0 0,-495-7 0,525-8 0,3 1 0,54 6 0,-98 3 0,43 12 0,79-9 0,-53 16 0,41-9 0,23-9 0,1 0 0,-1-2 0,0 0 0,-33-3 0,6 1 0,7-1 0,-60-11 0,61 7 0,-63-3 0,29 9 0,-102 2 0,163-2-195,0 2 0,1 0 0,-1 0 0,1 1 0,0 0 0,-18 8 0,14-4-6631</inkml:trace>
</inkml:ink>
</file>

<file path=ppt/ink/ink3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6:39.9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4186 16 24575,'23'1'0,"-11"-1"0,0 0 0,0 0 0,1-1 0,-1 0 0,23-7 0,-35 8 0,0 0 0,0 0 0,0 0 0,0 0 0,0 0 0,0 0 0,0 0 0,0 0 0,0 0 0,0 0 0,0 0 0,0 0 0,0 0 0,0 0 0,0 0 0,0 0 0,0 0 0,0 0 0,0 0 0,0 0 0,0 0 0,0 0 0,0 0 0,0 0 0,0 0 0,0-1 0,0 1 0,0 0 0,0 0 0,0 0 0,0 0 0,0 0 0,0 0 0,0 0 0,0 0 0,0 0 0,0 0 0,0 0 0,0 0 0,0 0 0,0 0 0,0 0 0,0 0 0,0 0 0,0 0 0,0 0 0,0 0 0,0 0 0,0 0 0,0-1 0,0 1 0,0 0 0,0 0 0,0 0 0,0 0 0,0 0 0,0 0 0,0 0 0,0 0 0,1 0 0,-9-2 0,-10 0 0,-292 2 0,150 1 0,31 6 0,8 1 0,-101 0 0,-240-1 0,287-8 0,-185 12 0,356-11 0,-96 4 0,-80 4 0,-11-1 0,6 0 0,91-1 0,-182-15 0,15-31 0,208 30 0,-1 3 0,0 3 0,-57 1 0,-566 4 0,660 0-44,-32 5 0,28-2-1233,8-2-5549</inkml:trace>
</inkml:ink>
</file>

<file path=ppt/ink/ink3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6:39.9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 24575,'1'-1'0,"1"0"0,-1-1 0,1 1 0,0 0 0,-1 0 0,1 0 0,0 0 0,0 0 0,0 0 0,0 1 0,0-1 0,2 0 0,-3 1 0,-1 0 0,1 0 0,-1 0 0,1 0 0,-1 0 0,1 0 0,-1 0 0,1 0 0,-1 0 0,1 0 0,-1 0 0,0 1 0,1-1 0,-1 0 0,1 0 0,-1 0 0,0 1 0,1-1 0,-1 0 0,1 1 0,-1-1 0,1 1 0,-1 0 0,0-1 0,1 1 0,-1 0 0,0 0 0,1 0 0,-1 0 0,0 0 0,0 0 0,0 0 0,0 0 0,0 0 0,0-1 0,0 1 0,0 0 0,0 2 0,-8 66 0,5 138 0,4-114 0,-1-66 0,0 5 0,1 0 0,7 51 0,-5-62 0,0 1 0,-2-1 0,0 1 0,-2 0 0,0-1 0,-8 37 0,7-42 0,0-1 0,2 1 0,-1-1 0,2 1 0,0-1 0,1 1 0,0-1 0,2 0 0,5 19 0,-6-19 0,0 0 0,-1 0 0,-1 0 0,-1 26 0,1 17 0,6-19 0,-5-28 0,0 0 0,1 14 0,-4 48 0,2 28 0,6-53 0,-4-30 0,2 31 0,-6 15 0,2 46 0,7-68-1365,-5-29-5461</inkml:trace>
</inkml:ink>
</file>

<file path=ppt/ink/ink3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6:39.9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90 24575,'-9'-25'0,"-5"-28"0,11 43 0,2 8 0,0 6 0,0 12 0,1 21 0,0-12 0,2-1 0,1 0 0,0 1 0,9 26 0,-7-28 0,-2 0 0,0 1 0,-2-1 0,-3 46 0,1-17 0,0 26 0,3 101 0,1-151 0,1-1 0,10 34 0,-8-38 0,0 1 0,-2-1 0,2 42 0,-6-49 0,0 0 0,-2 0 0,-5 28 0,4-33-136,1 1-1,0 0 1,1-1-1,1 1 1,-1 0-1,2 0 1,0-1-1,0 1 0,5 15 1,-3-17-6690</inkml:trace>
</inkml:ink>
</file>

<file path=ppt/ink/ink3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6:39.9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102 82 24575,'-1'-2'0,"1"1"0,0 0 0,0-1 0,0 1 0,-1 0 0,1-1 0,-1 1 0,1 0 0,-1 0 0,1-1 0,-1 1 0,0 0 0,1 0 0,-1 0 0,0 0 0,0 0 0,-1-1 0,-23-15 0,22 16 0,0-1 0,0 0 0,1 1 0,-1-1 0,0-1 0,1 1 0,-1 0 0,1-1 0,-4-4 0,2-2 0,0 2 0,4 16 0,0 76 0,0-30 0,7 60 0,6 5 0,-2 135 0,-11-242 0,0 63 0,-3 1 0,-15 84 0,15-143-116,3-11-9,-1 0 0,0-1 0,-1 1 0,0 0 1,0 0-1,0-1 0,-1 1 0,0-1 0,-7 12 0,2-10-6701</inkml:trace>
</inkml:ink>
</file>

<file path=ppt/ink/ink3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6:39.9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 24575,'0'-5'0,"0"-5"0,3 15 0,2 16 0,4 25 0,3 16 0,29 106 0,-34-131 0,-2 0 0,1 60 0,-8-42 0,3 69 0,6-76 0,-4-31 0,2 33 0,-6-6 0,-1-31 0,2 0 0,-1 0 0,2 0 0,0 0 0,0 0 0,1-1 0,5 18 0,-2-21-1365</inkml:trace>
</inkml:ink>
</file>

<file path=ppt/ink/ink3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6:39.9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4524 30 24575,'-55'-4'0,"1"2"0,-1 3 0,-62 9 0,27-2 0,-145-5 0,127-5 0,-1764 2 0,1633-14 0,49 0 0,51 7 0,-70-2 0,-125 25 0,-142 27 0,382-37-52,-139 3-1261,209-9-5513</inkml:trace>
</inkml:ink>
</file>

<file path=ppt/ink/ink3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6:39.9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30 24575,'23'-8'0,"-11"4"0,0-1 0,0 2 0,1 0 0,0 0 0,17 0 0,137 2 0,-71 2 0,17 7 0,-14-1 0,45 0 0,26 1 0,-145-8 0,328-9 0,-302 4-1365,-32 4-5461</inkml:trace>
</inkml:ink>
</file>

<file path=ppt/ink/ink3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6:39.9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46 24575,'13'-7'0,"-1"0"0,1 2 0,1 0 0,-1 0 0,1 1 0,0 0 0,0 2 0,0-1 0,14 1 0,16 1 0,69 8 0,180 4 0,-99-7 0,263 5-1365,-436-9-5461</inkml:trace>
</inkml:ink>
</file>

<file path=ppt/ink/ink3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6:39.9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24575,'8'1'0,"-1"0"0,1 0 0,-1 1 0,0 0 0,1 0 0,7 4 0,-7-3 0,0 0 0,0-1 0,1 1 0,14 1 0,0-4 0,0-1 0,34-6 0,23-1 0,58 12 0,156 24 0,-94-7 0,-98-14 0,108-9 0,-191 1-195,1-1 0,-1-2 0,0 1 0,-1-2 0,1-1 0,28-12 0,-28 9-6631</inkml:trace>
</inkml:ink>
</file>

<file path=ppt/ink/ink3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6:39.9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 24575,'69'-1'0,"77"2"0,-83 6 0,10 0 0,378-6 0,-229-2 0,-160 1-455,0-2 0,84-15 0,-125 13-6371</inkml:trace>
</inkml:ink>
</file>

<file path=ppt/ink/ink3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6:39.9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 24575,'0'-12'0,"0"7"0,0 11 0,0 436 0,1-425 0,5 30 0,-2-29 0,0 24 0,-4 31 0,-1-35 0,2 0 0,7 51 0,7-19 0,6 49 0,-15-76 0,-3-23 0,2 32 0,-6 2 0,0-25 0,1-1 0,7 52 0,18 37 0,-11-59 0,-3 1 0,6 89 0,-12-80 0,4-1 0,26 104 0,0 1 0,-28-137 0,-3 1 0,0-1 0,-3 1 0,-1 0 0,-5 46 0,-18 125 0,22-175 0,2 0 0,0 1 0,3-1 0,9 45 0,-1-28 0,-2 1 0,-2 1 0,2 91 0,-10-96 0,8 72 0,15 0 0,1 8 0,-13-24 0,-6-65 0,-3-1 0,-2 68 0,-2-36 0,2 4-1365,0-60-5461</inkml:trace>
</inkml:ink>
</file>

<file path=ppt/ink/ink3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6:49.8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55 24575,'0'-4'0,"-1"0"0,1 0 0,0-1 0,0 1 0,1 0 0,-1 0 0,1 0 0,0 0 0,0 0 0,0 0 0,3-6 0,-1 10 0,-2 6 0,2 9 0,-3-13 0,6 31 0,14 50 0,-9-45 0,-4-11 0,-2 0 0,3 43 0,-9 48 0,2 24 0,6-94 0,-4-30 0,2 32 0,-6 296 0,2-335 0,0 0 0,5 19 0,-4-19 0,0 1 0,1 14 0,-2 327 0,-2-172 0,1-167 0,2 0 0,3 17 0,-2-15 0,1 25 0,-3-12 0,7 42 0,-4-32 0,-1-1 0,-3 64 0,-2-35 0,10 25 0,-4-61 0,-1 33 0,-3 687 0,1-737 0,0 1 0,4 16 0,-2-16 0,2 25 0,-5-17-25,-1-13-422,1 0 1,3 19-1,0-16-6379</inkml:trace>
</inkml:ink>
</file>

<file path=ppt/ink/ink3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6:49.8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 24575,'0'-1'0,"0"0"0,1 0 0,-1 1 0,1-1 0,-1 0 0,0 1 0,1-1 0,-1 1 0,1-1 0,0 0 0,-1 1 0,1-1 0,-1 1 0,1 0 0,0-1 0,-1 1 0,1-1 0,0 1 0,-1 0 0,1 0 0,0-1 0,0 1 0,-1 0 0,1 0 0,0 0 0,0 0 0,0 0 0,23-2 0,-12 3 0,1 1 0,-1 0 0,20 6 0,17 4 0,12-7 0,9 2 0,-28-2 0,0-3 0,63-2 0,-35-2 0,46 1 0,132 3 0,-161 5 0,28 0 0,16 2 0,-30-2 0,5 0 0,-68-4 0,1-1 0,0-3 0,67-8 0,69-4 0,-29-1 0,-72 8 0,97 5 0,-78 2 0,-71-1 0,22 1 0,80-10 0,-77 4 0,-1 2 0,60 4 0,-31 0 0,-36 0 0,-15 0 0,0-2 0,0 0 0,27-5 0,-29 3 0,0 1 0,27 0 0,2 0 0,-2-5 0,-31 4 0,30-1 0,18 3 0,142 3 0,-143 4 0,24 2 0,191-8 0,-266-1 0,0-1 0,17-3 0,-15 2 0,24-1 0,238 5 0,-229 2 0,-1 2 0,51 12 0,-84-12-1365,-4-1-5461</inkml:trace>
</inkml:ink>
</file>

<file path=ppt/ink/ink3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6:49.8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50 24575,'2'-6'0,"1"2"0,0-1 0,1 0 0,5-6 0,-8 9 0,1 0 0,0 1 0,0-1 0,0 1 0,0-1 0,0 1 0,0 0 0,0-1 0,0 1 0,0 0 0,1 0 0,3 0 0,-5 0 0,0 1 0,0 0 0,0 1 0,0-1 0,0 0 0,-1 0 0,1 0 0,0 0 0,0 1 0,0-1 0,-1 0 0,1 1 0,0-1 0,0 0 0,-1 1 0,1-1 0,0 1 0,-1-1 0,1 1 0,-1 0 0,1-1 0,0 1 0,-1 0 0,1-1 0,-1 1 0,0 0 0,1-1 0,-1 1 0,0 0 0,1 0 0,-1 0 0,0-1 0,0 1 0,0 0 0,1 0 0,-1 1 0,1 5 0,-1-1 0,1 1 0,-1 9 0,-1-11 0,2 14 0,5 32 0,-3-30 0,0 22 0,-2-21 0,6 43 0,8 35 0,-1 15 0,-1-18 0,3 24 0,-13-97 0,-1 0 0,-2 44 0,1 17 0,13 2 0,-8-56 0,-3-19 0,-1-1 0,2 21 0,-5 61 0,2 45 0,5-84 0,-2-26 0,0 30 0,4 49 0,-1 5 0,-7-87 0,-1 4 0,2 0 0,7 50 0,0-12 0,-1-5 0,1-9 0,-1 2 0,-2 68 0,-5-99 0,0 1 0,8 41 0,0 0 0,-1-2 0,-5-56 0,-1 0 0,0 0 0,0 0 0,-1 14 0,-1-19 0,1-1 0,0 1 0,-1-1 0,0 1 0,1-1 0,-1 0 0,0 1 0,-1-1 0,1 0 0,0 0 0,0 0 0,-1 0 0,1 0 0,-1 0 0,0 0 0,0-1 0,0 1 0,1 0 0,-5 1 0,-18 12-1365,14-8-5461</inkml:trace>
</inkml:ink>
</file>

<file path=ppt/ink/ink3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6:49.8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24575,'-1'22'0,"2"0"0,0-1 0,2 1 0,8 36 0,-4-36 0,11 46 0,-16-61 0,-1 0 0,0-1 0,-1 1 0,0 0 0,0 0 0,0 0 0,-3 12 0,2-16-114,0-1 1,0 1-1,0 0 0,0 0 0,-1 0 1,1-1-1,-1 1 0,0-1 0,0 1 1,0-1-1,-4 4 0</inkml:trace>
</inkml:ink>
</file>

<file path=ppt/ink/ink3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6:49.8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34 24575,'-3'-12'0,"3"10"0,-1 0 0,1 0 0,-1 0 0,1 1 0,-1-1 0,0 0 0,1 0 0,-1 0 0,0 0 0,-2-1 0,3 4 0,-1 1 0,1-1 0,-1 1 0,1-1 0,-1 1 0,1-1 0,0 1 0,0 0 0,0 1 0,0 21 0,0 0 0,2-1 0,5 25 0,-2-8 0,-2 1 0,-4 66 0,0-37 0,1-18 0,8 70 0,-2-66 0,-5 100 0,-2-78 0,0-64 0,0 0 0,-4 17 0,2-15 0,-2 24 0,4 322 0,3-176 0,-2-169 0,-1 76 0,17 130 0,-2-122 0,0 162 0,-13-218 0,-1-6 0,-1 1 0,-8 49 0,5-57 0,1 0 0,2 0 0,4 59 0,-1-76 0,1 0 0,6 21 0,-5-23 0,-1 0 0,0 0 0,2 26 0,-4-26 0,5 25 0,-3-25 0,1 24 0,-3-23-273,1 1 0,0-1 0,1 0 0,5 15 0,-4-16-6553</inkml:trace>
</inkml:ink>
</file>

<file path=ppt/ink/ink3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6:49.8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 24575,'0'-1'0,"1"0"0,-1 0 0,1-1 0,0 1 0,0 0 0,-1 0 0,1 0 0,0 0 0,0 0 0,0 0 0,0 0 0,1 0 0,-1 1 0,0-1 0,0 0 0,0 1 0,1-1 0,-1 1 0,0-1 0,0 1 0,1-1 0,-1 1 0,1 0 0,-1 0 0,0 0 0,1 0 0,-1 0 0,0 0 0,1 0 0,-1 0 0,1 0 0,0 1 0,0 0 0,0-1 0,0 1 0,0 0 0,0 0 0,0 0 0,-1 0 0,1 1 0,0-1 0,-1 0 0,1 1 0,-1-1 0,0 1 0,1-1 0,-1 1 0,0 0 0,0-1 0,0 1 0,0 0 0,0 0 0,-1 0 0,2 3 0,0 9 0,0 0 0,-1 0 0,0 1 0,-3 22 0,1-22 0,0 0 0,1 0 0,1 0 0,3 18 0,1-4 0,2 47 0,-1-8 0,38 174 0,-34-192 0,15 161 0,-19-146 0,2 48 0,-6-66 0,11 60 0,0-15 0,7 80 0,3 29 0,-10-94 0,3 51 0,-8-57 0,-1 19 0,-8 8 0,2 106 0,6-167 0,-4-47 0,-1 0 0,-1 0 0,0 0 0,-2 1 0,-3 25 0,-10 51 0,7-44 0,6-4 80,1-39-369,0 0 0,0 1 0,-1-1 0,-3 12 0,1-13-6537</inkml:trace>
</inkml:ink>
</file>

<file path=ppt/ink/ink3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6:49.8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4148 1 24575,'4'2'0,"0"0"0,-1 1 0,1 0 0,-1 0 0,0 0 0,0 0 0,0 0 0,4 7 0,-6-9 0,-1 0 0,1 0 0,-1 0 0,1 0 0,-1 0 0,0 0 0,0 0 0,1 0 0,-1 0 0,0 0 0,0 0 0,0 0 0,0 0 0,0 0 0,0 0 0,0 0 0,-1 1 0,1-1 0,-1 0 0,0 1 0,1-1 0,-1 0 0,0 0 0,0 0 0,0-1 0,0 1 0,0 0 0,0 0 0,0 0 0,0-1 0,0 1 0,0 0 0,0-1 0,0 1 0,-3 0 0,-4 1 0,0 0 0,0 0 0,-1-1 0,1 0 0,-16 0 0,-18 1 0,-109 16 0,7-11 0,11 0 0,-132-2 0,79-4 0,89 5 0,-37 2 0,73-8 0,-247 8 0,164-1 0,-23 1 0,-2 7 0,85-6 0,1-2 0,-2-5 0,-98-9 0,-153 0 0,207 8 0,-965-1 0,1082 1 0,0 0 0,-22 6 0,6-2 0,17-2-1365,2 1-5461</inkml:trace>
</inkml:ink>
</file>

<file path=ppt/ink/ink3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6:49.8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4199 5 24575,'43'-4'0,"-39"4"0,-1 0 0,0 0 0,0 0 0,0 1 0,0-1 0,0 1 0,0-1 0,1 1 0,-1 0 0,-1 1 0,5 1 0,-7-3 0,0 0 0,1 0 0,-1 0 0,0 1 0,0-1 0,1 0 0,-1 0 0,0 1 0,0-1 0,0 0 0,0 0 0,1 1 0,-1-1 0,0 0 0,0 1 0,0-1 0,0 0 0,0 1 0,0-1 0,0 0 0,0 1 0,0-1 0,0 0 0,0 1 0,0-1 0,0 0 0,0 0 0,0 1 0,0-1 0,0 0 0,0 1 0,0-1 0,0 0 0,0 1 0,-1-1 0,1 0 0,0 0 0,0 1 0,0-1 0,-1 0 0,1 0 0,0 1 0,0-1 0,-1 0 0,1 0 0,0 0 0,0 1 0,-1-1 0,1 0 0,0 0 0,-1 0 0,-16 10 0,15-10 0,-12 5 0,0-1 0,-1 0 0,1-1 0,-1-1 0,0 0 0,-15-1 0,-21 3 0,-47 2 0,12-1 0,-19 3 0,-116-7 0,-104-22 0,229 13 0,47 4 0,-182-7 0,52 10 0,-155 3 0,231 5 0,-38 0 0,-495-7 0,525-8 0,3 1 0,54 6 0,-98 3 0,43 12 0,79-9 0,-53 16 0,41-9 0,23-9 0,1 0 0,-1-2 0,0 0 0,-33-3 0,6 1 0,7-1 0,-60-11 0,61 7 0,-63-3 0,29 9 0,-102 2 0,163-2-195,0 2 0,1 0 0,-1 0 0,1 1 0,0 0 0,-18 8 0,14-4-6631</inkml:trace>
</inkml:ink>
</file>

<file path=ppt/ink/ink3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6:49.8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4186 16 24575,'23'1'0,"-11"-1"0,0 0 0,0 0 0,1-1 0,-1 0 0,23-7 0,-35 8 0,0 0 0,0 0 0,0 0 0,0 0 0,0 0 0,0 0 0,0 0 0,0 0 0,0 0 0,0 0 0,0 0 0,0 0 0,0 0 0,0 0 0,0 0 0,0 0 0,0 0 0,0 0 0,0 0 0,0 0 0,0 0 0,0 0 0,0 0 0,0 0 0,0 0 0,0-1 0,0 1 0,0 0 0,0 0 0,0 0 0,0 0 0,0 0 0,0 0 0,0 0 0,0 0 0,0 0 0,0 0 0,0 0 0,0 0 0,0 0 0,0 0 0,0 0 0,0 0 0,0 0 0,0 0 0,0 0 0,0 0 0,0 0 0,0 0 0,0-1 0,0 1 0,0 0 0,0 0 0,0 0 0,0 0 0,0 0 0,0 0 0,0 0 0,0 0 0,1 0 0,-9-2 0,-10 0 0,-292 2 0,150 1 0,31 6 0,8 1 0,-101 0 0,-240-1 0,287-8 0,-185 12 0,356-11 0,-96 4 0,-80 4 0,-11-1 0,6 0 0,91-1 0,-182-15 0,15-31 0,208 30 0,-1 3 0,0 3 0,-57 1 0,-566 4 0,660 0-44,-32 5 0,28-2-1233,8-2-5549</inkml:trace>
</inkml:ink>
</file>

<file path=ppt/ink/ink3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6:49.8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 24575,'1'-1'0,"1"0"0,-1-1 0,1 1 0,0 0 0,-1 0 0,1 0 0,0 0 0,0 0 0,0 0 0,0 1 0,0-1 0,2 0 0,-3 1 0,-1 0 0,1 0 0,-1 0 0,1 0 0,-1 0 0,1 0 0,-1 0 0,1 0 0,-1 0 0,1 0 0,-1 0 0,0 1 0,1-1 0,-1 0 0,1 0 0,-1 0 0,0 1 0,1-1 0,-1 0 0,1 1 0,-1-1 0,1 1 0,-1 0 0,0-1 0,1 1 0,-1 0 0,0 0 0,1 0 0,-1 0 0,0 0 0,0 0 0,0 0 0,0 0 0,0 0 0,0-1 0,0 1 0,0 0 0,0 2 0,-8 66 0,5 138 0,4-114 0,-1-66 0,0 5 0,1 0 0,7 51 0,-5-62 0,0 1 0,-2-1 0,0 1 0,-2 0 0,0-1 0,-8 37 0,7-42 0,0-1 0,2 1 0,-1-1 0,2 1 0,0-1 0,1 1 0,0-1 0,2 0 0,5 19 0,-6-19 0,0 0 0,-1 0 0,-1 0 0,-1 26 0,1 17 0,6-19 0,-5-28 0,0 0 0,1 14 0,-4 48 0,2 28 0,6-53 0,-4-30 0,2 31 0,-6 15 0,2 46 0,7-68-1365,-5-29-5461</inkml:trace>
</inkml:ink>
</file>

<file path=ppt/ink/ink3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6:49.8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90 24575,'-9'-25'0,"-5"-28"0,11 43 0,2 8 0,0 6 0,0 12 0,1 21 0,0-12 0,2-1 0,1 0 0,0 1 0,9 26 0,-7-28 0,-2 0 0,0 1 0,-2-1 0,-3 46 0,1-17 0,0 26 0,3 101 0,1-151 0,1-1 0,10 34 0,-8-38 0,0 1 0,-2-1 0,2 42 0,-6-49 0,0 0 0,-2 0 0,-5 28 0,4-33-136,1 1-1,0 0 1,1-1-1,1 1 1,-1 0-1,2 0 1,0-1-1,0 1 0,5 15 1,-3-17-6690</inkml:trace>
</inkml:ink>
</file>

<file path=ppt/ink/ink3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6:49.8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102 82 24575,'-1'-2'0,"1"1"0,0 0 0,0-1 0,0 1 0,-1 0 0,1-1 0,-1 1 0,1 0 0,-1 0 0,1-1 0,-1 1 0,0 0 0,1 0 0,-1 0 0,0 0 0,0 0 0,-1-1 0,-23-15 0,22 16 0,0-1 0,0 0 0,1 1 0,-1-1 0,0-1 0,1 1 0,-1 0 0,1-1 0,-4-4 0,2-2 0,0 2 0,4 16 0,0 76 0,0-30 0,7 60 0,6 5 0,-2 135 0,-11-242 0,0 63 0,-3 1 0,-15 84 0,15-143-116,3-11-9,-1 0 0,0-1 0,-1 1 0,0 0 1,0 0-1,0-1 0,-1 1 0,0-1 0,-7 12 0,2-10-6701</inkml:trace>
</inkml:ink>
</file>

<file path=ppt/ink/ink3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6:49.8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 24575,'0'-5'0,"0"-5"0,3 15 0,2 16 0,4 25 0,3 16 0,29 106 0,-34-131 0,-2 0 0,1 60 0,-8-42 0,3 69 0,6-76 0,-4-31 0,2 33 0,-6-6 0,-1-31 0,2 0 0,-1 0 0,2 0 0,0 0 0,0 0 0,1-1 0,5 18 0,-2-21-1365</inkml:trace>
</inkml:ink>
</file>

<file path=ppt/ink/ink3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6:49.8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4524 30 24575,'-55'-4'0,"1"2"0,-1 3 0,-62 9 0,27-2 0,-145-5 0,127-5 0,-1764 2 0,1633-14 0,49 0 0,51 7 0,-70-2 0,-125 25 0,-142 27 0,382-37-52,-139 3-1261,209-9-5513</inkml:trace>
</inkml:ink>
</file>

<file path=ppt/ink/ink3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6:49.8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30 24575,'23'-8'0,"-11"4"0,0-1 0,0 2 0,1 0 0,0 0 0,17 0 0,137 2 0,-71 2 0,17 7 0,-14-1 0,45 0 0,26 1 0,-145-8 0,328-9 0,-302 4-1365,-32 4-5461</inkml:trace>
</inkml:ink>
</file>

<file path=ppt/ink/ink3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6:49.8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46 24575,'13'-7'0,"-1"0"0,1 2 0,1 0 0,-1 0 0,1 1 0,0 0 0,0 2 0,0-1 0,14 1 0,16 1 0,69 8 0,180 4 0,-99-7 0,263 5-1365,-436-9-5461</inkml:trace>
</inkml:ink>
</file>

<file path=ppt/ink/ink3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6:49.8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24575,'8'1'0,"-1"0"0,1 0 0,-1 1 0,0 0 0,1 0 0,7 4 0,-7-3 0,0 0 0,0-1 0,1 1 0,14 1 0,0-4 0,0-1 0,34-6 0,23-1 0,58 12 0,156 24 0,-94-7 0,-98-14 0,108-9 0,-191 1-195,1-1 0,-1-2 0,0 1 0,-1-2 0,1-1 0,28-12 0,-28 9-6631</inkml:trace>
</inkml:ink>
</file>

<file path=ppt/ink/ink3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6:49.8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 24575,'69'-1'0,"77"2"0,-83 6 0,10 0 0,378-6 0,-229-2 0,-160 1-455,0-2 0,84-15 0,-125 13-6371</inkml:trace>
</inkml:ink>
</file>

<file path=ppt/ink/ink3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6:49.8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 24575,'0'-12'0,"0"7"0,0 11 0,0 436 0,1-425 0,5 30 0,-2-29 0,0 24 0,-4 31 0,-1-35 0,2 0 0,7 51 0,7-19 0,6 49 0,-15-76 0,-3-23 0,2 32 0,-6 2 0,0-25 0,1-1 0,7 52 0,18 37 0,-11-59 0,-3 1 0,6 89 0,-12-80 0,4-1 0,26 104 0,0 1 0,-28-137 0,-3 1 0,0-1 0,-3 1 0,-1 0 0,-5 46 0,-18 125 0,22-175 0,2 0 0,0 1 0,3-1 0,9 45 0,-1-28 0,-2 1 0,-2 1 0,2 91 0,-10-96 0,8 72 0,15 0 0,1 8 0,-13-24 0,-6-65 0,-3-1 0,-2 68 0,-2-36 0,2 4-1365,0-60-5461</inkml:trace>
</inkml:ink>
</file>

<file path=ppt/ink/ink3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7:04.8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14 149 24575,'15'36'0,"-7"-20"0,149 344 0,-155-355 0,0 0 0,0 1 0,-1-1 0,0 1 0,0-1 0,0 8 0,-1-13 0,0 0 0,1 0 0,-1 1 0,0-1 0,0 0 0,0 0 0,0 1 0,0-1 0,0 0 0,0 0 0,0 1 0,0-1 0,-1 0 0,1 0 0,0 0 0,0 1 0,0-1 0,0 0 0,0 0 0,0 0 0,0 1 0,0-1 0,-1 0 0,1 0 0,0 0 0,0 1 0,0-1 0,0 0 0,-1 0 0,1 0 0,0 0 0,0 0 0,0 0 0,-1 1 0,1-1 0,-8-5 0,-5-13 0,-2-12 0,1 0 0,1-1 0,-16-61 0,21 66 0,2 5-10,-33-121-349,33 116 285,2 0 0,0 0 0,1-41 0,3 62 115,0 0 1,1-1 0,-1 1-1,1 0 1,0 0-1,1 0 1,2-7 0,-4 11-29,1-1 0,0 0 0,0 1 1,0-1-1,0 1 0,1-1 1,-1 1-1,0 0 0,1 0 1,-1-1-1,0 1 0,1 0 1,0 0-1,-1 0 0,1 1 0,-1-1 1,1 0-1,0 0 0,0 1 1,-1-1-1,1 1 0,0 0 1,0 0-1,2-1 0,3 1-13,0 1 0,1-1 0,-1 1 0,1 1 0,-1-1 0,0 1 0,0 0 0,0 1 0,0 0 0,7 4 0,-4-2 0,1 1 0,-2 1 0,1 0 0,-1 0 0,15 15 0,-21-19 0,0 1 0,0 0 0,0 0 0,0 0 0,-1 0 0,0 0 0,0 1 0,0-1 0,0 1 0,-1 0 0,1-1 0,-1 1 0,0 0 0,-1 0 0,1 5 0,-1-6 0,0 0 0,-1 0 0,1-1 0,-1 1 0,0 0 0,0 0 0,0-1 0,-1 1 0,1-1 0,-1 1 0,0-1 0,0 0 0,0 1 0,0-1 0,0 0 0,-1-1 0,1 1 0,-1 0 0,-5 3 0,-2 1 0,0-1 0,0 0 0,-1 0 0,0-2 0,0 1 0,-1-1 0,-12 2 0,3-1 0,-1-1 0,1-1 0,-23-1 0,26-1-1365,3-2-5461</inkml:trace>
</inkml:ink>
</file>

<file path=ppt/ink/ink3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7:05.3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15 133 24575,'1'10'0,"0"0"0,1 0 0,0 0 0,1 0 0,0 0 0,0-1 0,1 1 0,5 8 0,-7-15 0,0-1 0,0 0 0,-1 0 0,1 0 0,0 0 0,1 0 0,-1 0 0,0 0 0,4 2 0,-6-4 0,1 0 0,-1 0 0,1 1 0,-1-1 0,0 0 0,1 0 0,-1 0 0,1 0 0,-1 0 0,0 0 0,1 0 0,-1 1 0,1-1 0,-1 0 0,1 0 0,-1-1 0,1 1 0,-1 0 0,0 0 0,1 0 0,-1 0 0,1 0 0,-1 0 0,0-1 0,1 1 0,0-1 0,-1 1 0,1-1 0,-1 0 0,0 0 0,1 1 0,-1-1 0,0 0 0,0 0 0,0 0 0,0 0 0,1 1 0,-1-1 0,0 0 0,0 0 0,-1 0 0,1 0 0,0 1 0,0-1 0,0-1 0,-4-11 0,1 1 0,-2-1 0,1 1 0,-13-21 0,4 4 0,3 10 0,-10-25 0,19 41 0,0 1 0,0-1 0,1 0 0,-1 0 0,1 0 0,-1 0 0,1 0 0,0 0 0,0 0 0,0 1 0,1-1 0,0-5 0,0 6 0,0 1 0,-1 0 0,1 0 0,0 0 0,0 0 0,-1 0 0,1 0 0,0 0 0,0 0 0,0 0 0,0 0 0,1 1 0,-1-1 0,0 0 0,0 1 0,0-1 0,0 1 0,1-1 0,-1 1 0,0-1 0,1 1 0,-1 0 0,0 0 0,1 0 0,-1 0 0,0 0 0,1 0 0,-1 0 0,0 0 0,1 0 0,1 1 0,6 1 0,0 0 0,0 1 0,11 5 0,-15-7 0,4 3 39,-1 1 0,12 7 0,2 1-1521,-12-8-5344</inkml:trace>
</inkml:ink>
</file>

<file path=ppt/ink/ink3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7:05.9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166 44 24575,'-15'-7'0,"-40"-19"0,49 24 0,0 0 0,1 0 0,-1 1 0,0 0 0,0 0 0,0 0 0,-10 1 0,14 0 0,0 0 0,1 1 0,-1-1 0,0 1 0,0-1 0,1 1 0,-1 0 0,0 0 0,1-1 0,-1 1 0,1 0 0,-1 0 0,1 1 0,0-1 0,-1 0 0,1 0 0,0 1 0,0-1 0,0 1 0,0-1 0,0 1 0,0-1 0,0 1 0,0 0 0,1-1 0,-1 1 0,1 0 0,-1-1 0,1 1 0,0 0 0,0 0 0,-1 2 0,1 7 0,0 1 0,0-1 0,1 0 0,2 11 0,-2-15 0,0-1 0,0-1 0,1 1 0,0 0 0,0-1 0,1 1 0,-1-1 0,1 1 0,0-1 0,1 0 0,-1 0 0,1-1 0,0 1 0,0-1 0,1 0 0,-1 0 0,1 0 0,8 4 0,-1 0 0,1-1 0,0 0 0,0-1 0,1-1 0,0 0 0,17 3 0,-25-6 0,0-1 0,0-1 0,0 1 0,0-1 0,0 0 0,0 0 0,0 0 0,0-1 0,-1 0 0,8-2 0,-10 2 0,-1 0 0,0 0 0,1 0 0,-1 0 0,0 0 0,1-1 0,-1 1 0,0-1 0,0 1 0,0-1 0,-1 0 0,1 0 0,0 0 0,0 0 0,-1 0 0,0 0 0,1 0 0,-1 0 0,0-1 0,0 1 0,0 0 0,0-1 0,0 1 0,-1-1 0,1-4 0,0 1 0,-1 0 0,0 0 0,-1 0 0,1 0 0,-1 1 0,0-1 0,-1 0 0,1 0 0,-1 1 0,0-1 0,0 1 0,-1-1 0,-4-6 0,-3-2 0,0 1 0,0 0 0,-20-17 0,29 29-26,-4-5 56,-1 1 0,0 0 0,0 0-1,-10-6 1,15 10-81,-1 0 0,1 0-1,-1 1 1,1-1 0,-1 1-1,1-1 1,-1 1 0,1-1-1,-1 1 1,1 0 0,-1 0-1,0 0 1,1 0 0,-1 0-1,1 0 1,-1 0 0,1 1 0,-1-1-1,1 0 1,-1 1 0,1 0-1,-1-1 1,1 1 0,-1 0-1,1-1 1,0 1 0,-1 0-1,0 1 1,-8 7-6775</inkml:trace>
</inkml:ink>
</file>

<file path=ppt/ink/ink3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7:06.6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120 0 24575,'-8'0'0,"-1"0"0,1 1 0,0 0 0,-1 1 0,1-1 0,0 2 0,0-1 0,-9 5 0,14-6 0,1 0 0,0 0 0,0 0 0,0 1 0,0-1 0,0 1 0,0-1 0,0 1 0,0 0 0,0 0 0,1 0 0,-1 0 0,1 0 0,-1 0 0,1 1 0,0-1 0,0 0 0,0 1 0,0-1 0,1 0 0,-1 1 0,1-1 0,-1 1 0,1-1 0,0 1 0,0 0 0,0-1 0,0 1 0,0-1 0,2 6 0,-1-1 0,2 0 0,-1-1 0,1 1 0,0 0 0,0-1 0,0 0 0,1 0 0,0 0 0,1 0 0,-1 0 0,1-1 0,0 0 0,0 0 0,1 0 0,-1-1 0,1 1 0,0-2 0,0 1 0,9 3 0,4 2 0,-1-2 0,2 0 0,-1-1 0,1-2 0,32 5 0,-41-8 0,0 0 0,0-1 0,0 0 0,0-1 0,0 0 0,-1 0 0,1-1 0,0-1 0,-1 0 0,1-1 0,-1 1 0,13-8 0,-18 8 0,0 0 0,-1 0 0,1 0 0,-1-1 0,1 0 0,-1 0 0,0 0 0,0 0 0,-1 0 0,1-1 0,-1 0 0,0 1 0,0-1 0,-1-1 0,1 1 0,-1 0 0,0 0 0,-1-1 0,1 1 0,-1-1 0,0 0 0,0 1 0,-1-1 0,0 0 0,0-5 0,-1 7 0,1 1 0,-1-1 0,0 1 0,0 0 0,0 0 0,-1-1 0,1 1 0,-1 0 0,1 0 0,-1 0 0,0 1 0,0-1 0,-1 0 0,1 1 0,-3-3 0,3 3 0,0 0 0,0 1 0,0-1 0,0 1 0,0 0 0,0-1 0,-1 1 0,1 0 0,0 0 0,-1 1 0,1-1 0,0 0 0,-1 1 0,1-1 0,-1 1 0,1 0 0,-1 0 0,1 0 0,-1 0 0,1 0 0,-4 1 0,4 0 0,1 0 0,-1 0 0,0 0 0,1 1 0,-1-1 0,1 0 0,0 0 0,-1 1 0,1-1 0,0 1 0,0-1 0,0 1 0,0 0 0,0-1 0,0 1 0,1 0 0,-1 0 0,0 0 0,1-1 0,0 1 0,-1 0 0,1 0 0,0 0 0,0 3 0,-1 2 0,1-1 0,0 1 0,1-1 0,-1 1 0,1-1 0,2 8 0,-1-9 0,1 0 0,-1 0 0,1 0 0,0-1 0,0 1 0,1-1 0,-1 1 0,1-1 0,0-1 0,0 1 0,0 0 0,0-1 0,9 5 0,2 1 0,1 0 0,31 12 0,-31-15 0,-1-1 0,1 0 0,0-1 0,0-1 0,1 0 0,-1-1 0,1-1 0,24-1 0,-38-1-151,-1 1-1,1-1 0,0 1 0,-1-1 1,0 0-1,1 0 0,-1 0 1,4-2-1,3-4-6674</inkml:trace>
</inkml:ink>
</file>

<file path=ppt/ink/ink3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7:07.1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135 1 24575,'-4'0'0,"0"1"0,0 0 0,-1 1 0,1-1 0,0 1 0,0 0 0,0 0 0,1 0 0,-1 1 0,0-1 0,-3 4 0,6-4 0,-1 0 0,0 0 0,1 0 0,-1 0 0,1 0 0,0 0 0,0 1 0,0-1 0,0 0 0,0 1 0,0-1 0,0 1 0,1-1 0,-1 1 0,1-1 0,0 1 0,0-1 0,0 1 0,0-1 0,1 4 0,0 0 0,0 0 0,1 0 0,0 1 0,0-1 0,0-1 0,1 1 0,0 0 0,5 7 0,3 3 0,20 20 0,-7-8 0,28 27 0,-51-55 0,-1 0 0,0 1 0,0-1 0,1 0 0,-1 0 0,0 1 0,0-1 0,0 1 0,0-1 0,1 0 0,-1 1 0,0-1 0,0 0 0,0 1 0,0-1 0,0 1 0,0-1 0,0 0 0,0 1 0,0-1 0,0 0 0,0 1 0,0-1 0,0 1 0,-1-1 0,1 0 0,0 1 0,0-1 0,0 1 0,-12 6 0,-18 1 0,28-7 0,-23 2 0,1-1 0,-1-1 0,1-1 0,-27-3 0,49 3-124,1 0 0,-1 0 0,1 0 0,-1-1 0,1 1 0,-1-1-1,1 1 1,-1-1 0,1 1 0,-2-2 0</inkml:trace>
</inkml:ink>
</file>

<file path=ppt/ink/ink3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7:07.5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115 1 24575,'-4'-1'0,"1"1"0,-1 1 0,0-1 0,1 1 0,-1-1 0,1 1 0,-1 0 0,1 0 0,-1 1 0,1-1 0,-1 1 0,1-1 0,-4 4 0,5-3 0,1-1 0,-1 1 0,0 0 0,1-1 0,0 1 0,-1 0 0,1 0 0,0 0 0,0 0 0,0 1 0,0-1 0,0 0 0,1 0 0,-1 0 0,1 1 0,-1-1 0,1 0 0,0 1 0,0-1 0,0 0 0,1 5 0,0 1 0,0-1 0,1 1 0,0 0 0,1 0 0,-1-1 0,2 0 0,-1 1 0,1-1 0,0 0 0,0-1 0,1 1 0,0-1 0,10 11 0,-1-5 0,0 0 0,0 0 0,1-1 0,31 16 0,-46-27 0,1 0 0,0 1 0,0-1 0,0 0 0,0 1 0,0-1 0,-1 1 0,1-1 0,0 1 0,0 0 0,-1-1 0,1 1 0,0 0 0,-1-1 0,1 1 0,-1 0 0,1 0 0,-1 0 0,1-1 0,-1 1 0,0 0 0,1 0 0,-1 0 0,0 0 0,1 0 0,-1 0 0,0 0 0,0 0 0,0 0 0,0 1 0,-1-1 0,0 0 0,1 0 0,-1 0 0,0 0 0,0 0 0,0 0 0,0 0 0,0 0 0,0-1 0,0 1 0,0 0 0,0-1 0,-1 1 0,1 0 0,0-1 0,0 0 0,0 1 0,-1-1 0,1 0 0,0 1 0,-1-1 0,-1 0 0,-64 6 28,38-4-725,-54 11 1,71-10-6130</inkml:trace>
</inkml:ink>
</file>

<file path=ppt/ink/ink3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7:08.2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24575,'3'10'0,"0"5"0,2 4 0,1 2 0,1 1 0,0-2 0,-1-1 0,0-1 0,0-2 0,1-1 0,-1 0 0,-1-1 0,-2 0 0,-3-4 0,-3-8 0,-2-3 0,-1-4 0</inkml:trace>
</inkml:ink>
</file>

<file path=ppt/ink/ink3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7:08.4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24575,'0'2'0,"0"4"0</inkml:trace>
</inkml:ink>
</file>

<file path=ppt/ink/ink3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7:08.8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24575,'13'34'0,"23"53"0,-30-75 0,1 0 0,0-1 0,0 0 0,18 20 0,-24-30 0,0 0 0,0 0 0,0 0 0,0 0 0,0 0 0,0 0 0,0-1 0,0 1 0,1 0 0,-1 0 0,0-1 0,0 1 0,1-1 0,-1 1 0,0-1 0,1 0 0,-1 1 0,1-1 0,1 0 0,-1 0 0,-1-1 0,0 1 0,0-1 0,0 1 0,0-1 0,0 0 0,0 0 0,0 1 0,0-1 0,0 0 0,0 0 0,0 0 0,0 0 0,-1 0 0,1 0 0,0 0 0,-1 0 0,1 0 0,-1-1 0,1 1 0,0-2 0,2-7 0,-1 1 0,0-1 0,0 0 0,-1 0 0,0-17 0,1-1 0,-2 27 0,0 0 0,0 0 0,0 0 0,0 0 0,0 0 0,0 0 0,0 0 0,1 1 0,-1-1 0,0 0 0,1 0 0,-1 0 0,0 0 0,1 0 0,-1 0 0,1 1 0,0-1 0,-1 0 0,1 0 0,0 1 0,-1-1 0,1 0 0,1 0 0,-1 1 0,0-1 0,0 1 0,0 0 0,0 0 0,0 0 0,0 0 0,0 0 0,0 1 0,0-1 0,1 0 0,-1 0 0,0 1 0,0-1 0,-1 0 0,1 1 0,0-1 0,2 2 0,3 2 0,0 1 0,0-1 0,0 1 0,8 11 0,-9-11 0,4 5 0,0 1 0,1-2 0,0 1 0,14 9 0,41 25-1365,-52-35-5461</inkml:trace>
</inkml:ink>
</file>

<file path=ppt/ink/ink3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7:09.5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187 14 24575,'-2'-1'0,"-1"-1"0,1 0 0,-1 1 0,0 0 0,1 0 0,-1-1 0,0 1 0,0 1 0,0-1 0,0 0 0,0 1 0,0 0 0,1-1 0,-1 1 0,0 0 0,0 1 0,0-1 0,0 0 0,0 1 0,-4 1 0,2 0 0,1 0 0,0 0 0,0 1 0,0 0 0,1-1 0,-1 1 0,0 1 0,1-1 0,0 0 0,0 1 0,0 0 0,-3 6 0,4-8 0,1 0 0,-1 0 0,1 0 0,0 0 0,0 1 0,0-1 0,0 1 0,0-1 0,1 1 0,-1-1 0,0 4 0,3-4 0,3-5 0,5-8 0,-8 8 0,-1 2 0,-1 1 0,0-1 0,1 1 0,-1-1 0,1 1 0,-1 0 0,1-1 0,-1 1 0,1 0 0,0-1 0,-1 1 0,1 0 0,-1 0 0,1 0 0,0-1 0,-1 1 0,1 0 0,0 0 0,-1 0 0,1 0 0,-1 0 0,1 0 0,0 0 0,-1 0 0,1 1 0,0-1 0,-1 0 0,1 0 0,-1 0 0,1 1 0,0-1 0,-1 0 0,1 1 0,-1-1 0,1 0 0,-1 1 0,1-1 0,-1 1 0,1-1 0,-1 1 0,0-1 0,1 1 0,-1-1 0,0 1 0,1-1 0,-1 1 0,0-1 0,0 1 0,1 0 0,2 6 0,0-1 0,-1 1 0,4 10 0,-5-12 0,70 211 0,-47-150 0,-14-42 0,-1 0 0,-2 0 0,0 1 0,4 34 0,-10-57 0,-1 0 0,0 0 0,0 0 0,0 0 0,0 0 0,0 0 0,-1 0 0,1 0 0,0 0 0,-1 0 0,0 0 0,1 0 0,-1 0 0,0 0 0,0-1 0,0 1 0,0 0 0,0 0 0,-1-1 0,1 1 0,-3 2 0,1-2 0,0 0 0,-1-1 0,1 1 0,0-1 0,-1 1 0,1-1 0,-1 0 0,1-1 0,-1 1 0,1-1 0,-7 1 0,-2-1 0,1 0 0,0-1 0,0 0 0,0-1 0,1 0 0,-1-1 0,-12-5 0,15 5 0,0 0 0,1 0 0,0-1 0,0 0 0,0-1 0,0 0 0,1 0 0,0 0 0,0 0 0,-8-11 0,12 15 0,0-1 0,1 0 0,0 0 0,0 0 0,-1-1 0,1 1 0,0 0 0,1 0 0,-1-1 0,0 1 0,1 0 0,-1-1 0,1 1 0,0-1 0,0 1 0,0 0 0,0-1 0,0 1 0,1-4 0,0 3 0,0 0 0,0-1 0,1 1 0,0 0 0,-1 1 0,1-1 0,0 0 0,0 0 0,1 1 0,-1-1 0,0 1 0,5-3 0,4-3 0,0 1 0,0 0 0,1 1 0,0 1 0,25-9 0,36-3-1365,-64 14-5461</inkml:trace>
</inkml:ink>
</file>

<file path=ppt/ink/ink3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7:12.8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0 156 24575,'4'-14'0,"1"2"0,1-1 0,0 0 0,12-17 0,-14 23 0,1 1 0,0 0 0,0 1 0,1-1 0,0 1 0,0 0 0,0 1 0,0-1 0,12-5 0,-13 7 0,0 1 0,0 0 0,0 0 0,0 0 0,0 1 0,7-1 0,-9 1 0,0 1 0,1 0 0,-1 1 0,0-1 0,0 1 0,0-1 0,1 1 0,-1 0 0,0 0 0,0 0 0,5 3 0,4 2 0,0 1 0,-1 0 0,0 1 0,0 0 0,0 0 0,-1 1 0,10 12 0,-18-18 0,1 1 0,-1-1 0,1 1 0,-1 0 0,0 0 0,0 0 0,-1 0 0,1 0 0,-1 0 0,0 0 0,0 0 0,0 1 0,-1-1 0,0 0 0,1 0 0,-1 1 0,-1-1 0,0 5 0,-1-1 0,0 0 0,-1 0 0,0 0 0,0-1 0,-1 0 0,0 1 0,0-1 0,-9 10 0,-4 8 0,1 2 0,2 0 0,1 1 0,-11 31 0,8-20 0,-17 25 0,32-63 0,1-1 0,0 0 0,0 1 0,0-1 0,-1 1 0,1-1 0,0 1 0,0-1 0,0 1 0,0-1 0,0 1 0,0-1 0,0 1 0,0-1 0,0 1 0,0-1 0,0 1 0,1-1 0,-1 0 0,0 1 0,0-1 0,0 1 0,1-1 0,-1 1 0,0-1 0,0 0 0,1 2 0,0-2 0,0 1 0,1 0 0,-1-1 0,0 1 0,0 0 0,0-1 0,1 0 0,-1 1 0,0-1 0,3 1 0,4 0 0,0-1 0,15 0 0,-17-1 0,70-7 0,-7 1 0,-53 6-682,24-5-1,-26 3-6143</inkml:trace>
</inkml:ink>
</file>

<file path=ppt/ink/ink3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7:13.2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24575,'4'0'0,"0"1"0,-1 0 0,1 1 0,-1-1 0,1 0 0,-1 1 0,1 0 0,-1 0 0,0 0 0,4 3 0,7 4 0,275 125-1279,-286-133 1193,10 4-6740</inkml:trace>
</inkml:ink>
</file>

<file path=ppt/ink/ink3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7:13.4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190 0 24575,'-15'10'0,"-7"3"0,0 2 0,1 1 0,5 0 0,2-3 0,1-1 0,3 0 0,0 1 0,0 0 0,2 0 0,1 1 0,1 0 0,-2 0 0,0-2-8191</inkml:trace>
</inkml:ink>
</file>

<file path=ppt/ink/ink3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7:14.8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8 130 24575,'-2'-7'0,"0"0"0,1 0 0,0-1 0,0 1 0,1 0 0,0-10 0,1 14 0,-1 1 0,1-1 0,-1 1 0,1 0 0,0-1 0,0 1 0,0 0 0,0-1 0,1 1 0,-1 0 0,0 0 0,1 0 0,0 0 0,-1 0 0,1 0 0,0 1 0,0-1 0,0 0 0,0 1 0,0 0 0,4-2 0,2-1 0,0 0 0,0 1 0,1 0 0,-1 1 0,1-1 0,0 2 0,-1-1 0,1 1 0,0 1 0,0-1 0,0 2 0,0-1 0,9 3 0,-13-2 0,1 0 0,-1 0 0,0 1 0,0 0 0,0 0 0,0 0 0,-1 1 0,1-1 0,0 1 0,-1 0 0,0 1 0,0-1 0,0 1 0,0 0 0,0 0 0,-1 0 0,0 0 0,0 0 0,0 1 0,0 0 0,-1-1 0,4 11 0,-4-10 0,-1 0 0,0 0 0,0 0 0,-1 0 0,1 0 0,-1 0 0,0 0 0,0 0 0,-1 0 0,1 0 0,-1 0 0,0 0 0,-1 0 0,1 0 0,-5 8 0,-2 2 0,-1 0 0,0 0 0,-15 17 0,-4 6 0,12-13 0,1 1 0,-14 32 0,29-57 0,-1 0 0,1 0 0,-1 0 0,1-1 0,-1 1 0,1 0 0,0 0 0,0 0 0,-1 0 0,1 0 0,0 0 0,0 0 0,0 0 0,0 0 0,0 0 0,0 0 0,1 0 0,-1 0 0,0 0 0,0 0 0,1 0 0,-1 0 0,0-1 0,1 1 0,-1 0 0,1 0 0,-1 0 0,1 0 0,-1-1 0,1 1 0,0 0 0,-1-1 0,1 1 0,0 0 0,0-1 0,0 1 0,-1-1 0,1 1 0,0-1 0,0 1 0,0-1 0,0 0 0,0 1 0,0-1 0,0 0 0,1 0 0,7 1 0,-1 0 0,1 0 0,0-1 0,12-1 0,-9 0 0,213 0-1365,-212 1-5461</inkml:trace>
</inkml:ink>
</file>

<file path=ppt/ink/ink3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7:35.4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55 24575,'0'-4'0,"-1"0"0,1 0 0,0-1 0,0 1 0,1 0 0,-1 0 0,1 0 0,0 0 0,0 0 0,0 0 0,3-6 0,-1 10 0,-2 6 0,2 9 0,-3-13 0,6 31 0,14 50 0,-9-45 0,-4-11 0,-2 0 0,3 43 0,-9 48 0,2 24 0,6-94 0,-4-30 0,2 32 0,-6 296 0,2-335 0,0 0 0,5 19 0,-4-19 0,0 1 0,1 14 0,-2 327 0,-2-172 0,1-167 0,2 0 0,3 17 0,-2-15 0,1 25 0,-3-12 0,7 42 0,-4-32 0,-1-1 0,-3 64 0,-2-35 0,10 25 0,-4-61 0,-1 33 0,-3 687 0,1-737 0,0 1 0,4 16 0,-2-16 0,2 25 0,-5-17-25,-1-13-422,1 0 1,3 19-1,0-16-6379</inkml:trace>
</inkml:ink>
</file>

<file path=ppt/ink/ink3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7:35.4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 24575,'0'-1'0,"0"0"0,1 0 0,-1 1 0,1-1 0,-1 0 0,0 1 0,1-1 0,-1 1 0,1-1 0,0 0 0,-1 1 0,1-1 0,-1 1 0,1 0 0,0-1 0,-1 1 0,1-1 0,0 1 0,-1 0 0,1 0 0,0-1 0,0 1 0,-1 0 0,1 0 0,0 0 0,0 0 0,0 0 0,23-2 0,-12 3 0,1 1 0,-1 0 0,20 6 0,17 4 0,12-7 0,9 2 0,-28-2 0,0-3 0,63-2 0,-35-2 0,46 1 0,132 3 0,-161 5 0,28 0 0,16 2 0,-30-2 0,5 0 0,-68-4 0,1-1 0,0-3 0,67-8 0,69-4 0,-29-1 0,-72 8 0,97 5 0,-78 2 0,-71-1 0,22 1 0,80-10 0,-77 4 0,-1 2 0,60 4 0,-31 0 0,-36 0 0,-15 0 0,0-2 0,0 0 0,27-5 0,-29 3 0,0 1 0,27 0 0,2 0 0,-2-5 0,-31 4 0,30-1 0,18 3 0,142 3 0,-143 4 0,24 2 0,191-8 0,-266-1 0,0-1 0,17-3 0,-15 2 0,24-1 0,238 5 0,-229 2 0,-1 2 0,51 12 0,-84-12-1365,-4-1-5461</inkml:trace>
</inkml:ink>
</file>

<file path=ppt/ink/ink3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7:35.4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50 24575,'2'-6'0,"1"2"0,0-1 0,1 0 0,5-6 0,-8 9 0,1 0 0,0 1 0,0-1 0,0 1 0,0-1 0,0 1 0,0 0 0,0-1 0,0 1 0,0 0 0,1 0 0,3 0 0,-5 0 0,0 1 0,0 0 0,0 1 0,0-1 0,0 0 0,-1 0 0,1 0 0,0 0 0,0 1 0,0-1 0,-1 0 0,1 1 0,0-1 0,0 0 0,-1 1 0,1-1 0,0 1 0,-1-1 0,1 1 0,-1 0 0,1-1 0,0 1 0,-1 0 0,1-1 0,-1 1 0,0 0 0,1-1 0,-1 1 0,0 0 0,1 0 0,-1 0 0,0-1 0,0 1 0,0 0 0,1 0 0,-1 1 0,1 5 0,-1-1 0,1 1 0,-1 9 0,-1-11 0,2 14 0,5 32 0,-3-30 0,0 22 0,-2-21 0,6 43 0,8 35 0,-1 15 0,-1-18 0,3 24 0,-13-97 0,-1 0 0,-2 44 0,1 17 0,13 2 0,-8-56 0,-3-19 0,-1-1 0,2 21 0,-5 61 0,2 45 0,5-84 0,-2-26 0,0 30 0,4 49 0,-1 5 0,-7-87 0,-1 4 0,2 0 0,7 50 0,0-12 0,-1-5 0,1-9 0,-1 2 0,-2 68 0,-5-99 0,0 1 0,8 41 0,0 0 0,-1-2 0,-5-56 0,-1 0 0,0 0 0,0 0 0,-1 14 0,-1-19 0,1-1 0,0 1 0,-1-1 0,0 1 0,1-1 0,-1 0 0,0 1 0,-1-1 0,1 0 0,0 0 0,0 0 0,-1 0 0,1 0 0,-1 0 0,0 0 0,0-1 0,0 1 0,1 0 0,-5 1 0,-18 12-1365,14-8-5461</inkml:trace>
</inkml:ink>
</file>

<file path=ppt/ink/ink3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7:35.4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24575,'-1'22'0,"2"0"0,0-1 0,2 1 0,8 36 0,-4-36 0,11 46 0,-16-61 0,-1 0 0,0-1 0,-1 1 0,0 0 0,0 0 0,0 0 0,-3 12 0,2-16-114,0-1 1,0 1-1,0 0 0,0 0 0,-1 0 1,1-1-1,-1 1 0,0-1 0,0 1 1,0-1-1,-4 4 0</inkml:trace>
</inkml:ink>
</file>

<file path=ppt/ink/ink3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7:35.4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34 24575,'-3'-12'0,"3"10"0,-1 0 0,1 0 0,-1 0 0,1 1 0,-1-1 0,0 0 0,1 0 0,-1 0 0,0 0 0,-2-1 0,3 4 0,-1 1 0,1-1 0,-1 1 0,1-1 0,-1 1 0,1-1 0,0 1 0,0 0 0,0 1 0,0 21 0,0 0 0,2-1 0,5 25 0,-2-8 0,-2 1 0,-4 66 0,0-37 0,1-18 0,8 70 0,-2-66 0,-5 100 0,-2-78 0,0-64 0,0 0 0,-4 17 0,2-15 0,-2 24 0,4 322 0,3-176 0,-2-169 0,-1 76 0,17 130 0,-2-122 0,0 162 0,-13-218 0,-1-6 0,-1 1 0,-8 49 0,5-57 0,1 0 0,2 0 0,4 59 0,-1-76 0,1 0 0,6 21 0,-5-23 0,-1 0 0,0 0 0,2 26 0,-4-26 0,5 25 0,-3-25 0,1 24 0,-3-23-273,1 1 0,0-1 0,1 0 0,5 15 0,-4-16-6553</inkml:trace>
</inkml:ink>
</file>

<file path=ppt/ink/ink3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7:35.4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 24575,'0'-1'0,"1"0"0,-1 0 0,1-1 0,0 1 0,0 0 0,-1 0 0,1 0 0,0 0 0,0 0 0,0 0 0,0 0 0,1 0 0,-1 1 0,0-1 0,0 0 0,0 1 0,1-1 0,-1 1 0,0-1 0,0 1 0,1-1 0,-1 1 0,1 0 0,-1 0 0,0 0 0,1 0 0,-1 0 0,0 0 0,1 0 0,-1 0 0,1 0 0,0 1 0,0 0 0,0-1 0,0 1 0,0 0 0,0 0 0,0 0 0,-1 0 0,1 1 0,0-1 0,-1 0 0,1 1 0,-1-1 0,0 1 0,1-1 0,-1 1 0,0 0 0,0-1 0,0 1 0,0 0 0,0 0 0,-1 0 0,2 3 0,0 9 0,0 0 0,-1 0 0,0 1 0,-3 22 0,1-22 0,0 0 0,1 0 0,1 0 0,3 18 0,1-4 0,2 47 0,-1-8 0,38 174 0,-34-192 0,15 161 0,-19-146 0,2 48 0,-6-66 0,11 60 0,0-15 0,7 80 0,3 29 0,-10-94 0,3 51 0,-8-57 0,-1 19 0,-8 8 0,2 106 0,6-167 0,-4-47 0,-1 0 0,-1 0 0,0 0 0,-2 1 0,-3 25 0,-10 51 0,7-44 0,6-4 80,1-39-369,0 0 0,0 1 0,-1-1 0,-3 12 0,1-13-6537</inkml:trace>
</inkml:ink>
</file>

<file path=ppt/ink/ink3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7:35.4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4148 1 24575,'4'2'0,"0"0"0,-1 1 0,1 0 0,-1 0 0,0 0 0,0 0 0,0 0 0,4 7 0,-6-9 0,-1 0 0,1 0 0,-1 0 0,1 0 0,-1 0 0,0 0 0,0 0 0,1 0 0,-1 0 0,0 0 0,0 0 0,0 0 0,0 0 0,0 0 0,0 0 0,0 0 0,-1 1 0,1-1 0,-1 0 0,0 1 0,1-1 0,-1 0 0,0 0 0,0 0 0,0-1 0,0 1 0,0 0 0,0 0 0,0 0 0,0-1 0,0 1 0,0 0 0,0-1 0,0 1 0,-3 0 0,-4 1 0,0 0 0,0 0 0,-1-1 0,1 0 0,-16 0 0,-18 1 0,-109 16 0,7-11 0,11 0 0,-132-2 0,79-4 0,89 5 0,-37 2 0,73-8 0,-247 8 0,164-1 0,-23 1 0,-2 7 0,85-6 0,1-2 0,-2-5 0,-98-9 0,-153 0 0,207 8 0,-965-1 0,1082 1 0,0 0 0,-22 6 0,6-2 0,17-2-1365,2 1-5461</inkml:trace>
</inkml:ink>
</file>

<file path=ppt/ink/ink3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7:35.4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4199 5 24575,'43'-4'0,"-39"4"0,-1 0 0,0 0 0,0 0 0,0 1 0,0-1 0,0 1 0,0-1 0,1 1 0,-1 0 0,-1 1 0,5 1 0,-7-3 0,0 0 0,1 0 0,-1 0 0,0 1 0,0-1 0,1 0 0,-1 0 0,0 1 0,0-1 0,0 0 0,0 0 0,1 1 0,-1-1 0,0 0 0,0 1 0,0-1 0,0 0 0,0 1 0,0-1 0,0 0 0,0 1 0,0-1 0,0 0 0,0 1 0,0-1 0,0 0 0,0 0 0,0 1 0,0-1 0,0 0 0,0 1 0,0-1 0,0 0 0,0 1 0,-1-1 0,1 0 0,0 0 0,0 1 0,0-1 0,-1 0 0,1 0 0,0 1 0,0-1 0,-1 0 0,1 0 0,0 0 0,0 1 0,-1-1 0,1 0 0,0 0 0,-1 0 0,-16 10 0,15-10 0,-12 5 0,0-1 0,-1 0 0,1-1 0,-1-1 0,0 0 0,-15-1 0,-21 3 0,-47 2 0,12-1 0,-19 3 0,-116-7 0,-104-22 0,229 13 0,47 4 0,-182-7 0,52 10 0,-155 3 0,231 5 0,-38 0 0,-495-7 0,525-8 0,3 1 0,54 6 0,-98 3 0,43 12 0,79-9 0,-53 16 0,41-9 0,23-9 0,1 0 0,-1-2 0,0 0 0,-33-3 0,6 1 0,7-1 0,-60-11 0,61 7 0,-63-3 0,29 9 0,-102 2 0,163-2-195,0 2 0,1 0 0,-1 0 0,1 1 0,0 0 0,-18 8 0,14-4-6631</inkml:trace>
</inkml:ink>
</file>

<file path=ppt/ink/ink3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7:35.4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4186 16 24575,'23'1'0,"-11"-1"0,0 0 0,0 0 0,1-1 0,-1 0 0,23-7 0,-35 8 0,0 0 0,0 0 0,0 0 0,0 0 0,0 0 0,0 0 0,0 0 0,0 0 0,0 0 0,0 0 0,0 0 0,0 0 0,0 0 0,0 0 0,0 0 0,0 0 0,0 0 0,0 0 0,0 0 0,0 0 0,0 0 0,0 0 0,0 0 0,0 0 0,0 0 0,0-1 0,0 1 0,0 0 0,0 0 0,0 0 0,0 0 0,0 0 0,0 0 0,0 0 0,0 0 0,0 0 0,0 0 0,0 0 0,0 0 0,0 0 0,0 0 0,0 0 0,0 0 0,0 0 0,0 0 0,0 0 0,0 0 0,0 0 0,0 0 0,0-1 0,0 1 0,0 0 0,0 0 0,0 0 0,0 0 0,0 0 0,0 0 0,0 0 0,0 0 0,1 0 0,-9-2 0,-10 0 0,-292 2 0,150 1 0,31 6 0,8 1 0,-101 0 0,-240-1 0,287-8 0,-185 12 0,356-11 0,-96 4 0,-80 4 0,-11-1 0,6 0 0,91-1 0,-182-15 0,15-31 0,208 30 0,-1 3 0,0 3 0,-57 1 0,-566 4 0,660 0-44,-32 5 0,28-2-1233,8-2-5549</inkml:trace>
</inkml:ink>
</file>

<file path=ppt/ink/ink3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7:35.4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 24575,'1'-1'0,"1"0"0,-1-1 0,1 1 0,0 0 0,-1 0 0,1 0 0,0 0 0,0 0 0,0 0 0,0 1 0,0-1 0,2 0 0,-3 1 0,-1 0 0,1 0 0,-1 0 0,1 0 0,-1 0 0,1 0 0,-1 0 0,1 0 0,-1 0 0,1 0 0,-1 0 0,0 1 0,1-1 0,-1 0 0,1 0 0,-1 0 0,0 1 0,1-1 0,-1 0 0,1 1 0,-1-1 0,1 1 0,-1 0 0,0-1 0,1 1 0,-1 0 0,0 0 0,1 0 0,-1 0 0,0 0 0,0 0 0,0 0 0,0 0 0,0 0 0,0-1 0,0 1 0,0 0 0,0 2 0,-8 66 0,5 138 0,4-114 0,-1-66 0,0 5 0,1 0 0,7 51 0,-5-62 0,0 1 0,-2-1 0,0 1 0,-2 0 0,0-1 0,-8 37 0,7-42 0,0-1 0,2 1 0,-1-1 0,2 1 0,0-1 0,1 1 0,0-1 0,2 0 0,5 19 0,-6-19 0,0 0 0,-1 0 0,-1 0 0,-1 26 0,1 17 0,6-19 0,-5-28 0,0 0 0,1 14 0,-4 48 0,2 28 0,6-53 0,-4-30 0,2 31 0,-6 15 0,2 46 0,7-68-1365,-5-29-5461</inkml:trace>
</inkml:ink>
</file>

<file path=ppt/ink/ink3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7:35.4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90 24575,'-9'-25'0,"-5"-28"0,11 43 0,2 8 0,0 6 0,0 12 0,1 21 0,0-12 0,2-1 0,1 0 0,0 1 0,9 26 0,-7-28 0,-2 0 0,0 1 0,-2-1 0,-3 46 0,1-17 0,0 26 0,3 101 0,1-151 0,1-1 0,10 34 0,-8-38 0,0 1 0,-2-1 0,2 42 0,-6-49 0,0 0 0,-2 0 0,-5 28 0,4-33-136,1 1-1,0 0 1,1-1-1,1 1 1,-1 0-1,2 0 1,0-1-1,0 1 0,5 15 1,-3-17-6690</inkml:trace>
</inkml:ink>
</file>

<file path=ppt/ink/ink3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7:35.4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102 82 24575,'-1'-2'0,"1"1"0,0 0 0,0-1 0,0 1 0,-1 0 0,1-1 0,-1 1 0,1 0 0,-1 0 0,1-1 0,-1 1 0,0 0 0,1 0 0,-1 0 0,0 0 0,0 0 0,-1-1 0,-23-15 0,22 16 0,0-1 0,0 0 0,1 1 0,-1-1 0,0-1 0,1 1 0,-1 0 0,1-1 0,-4-4 0,2-2 0,0 2 0,4 16 0,0 76 0,0-30 0,7 60 0,6 5 0,-2 135 0,-11-242 0,0 63 0,-3 1 0,-15 84 0,15-143-116,3-11-9,-1 0 0,0-1 0,-1 1 0,0 0 1,0 0-1,0-1 0,-1 1 0,0-1 0,-7 12 0,2-10-6701</inkml:trace>
</inkml:ink>
</file>

<file path=ppt/ink/ink3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7:35.4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 24575,'0'-5'0,"0"-5"0,3 15 0,2 16 0,4 25 0,3 16 0,29 106 0,-34-131 0,-2 0 0,1 60 0,-8-42 0,3 69 0,6-76 0,-4-31 0,2 33 0,-6-6 0,-1-31 0,2 0 0,-1 0 0,2 0 0,0 0 0,0 0 0,1-1 0,5 18 0,-2-21-1365</inkml:trace>
</inkml:ink>
</file>

<file path=ppt/ink/ink3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7:35.4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4524 30 24575,'-55'-4'0,"1"2"0,-1 3 0,-62 9 0,27-2 0,-145-5 0,127-5 0,-1764 2 0,1633-14 0,49 0 0,51 7 0,-70-2 0,-125 25 0,-142 27 0,382-37-52,-139 3-1261,209-9-5513</inkml:trace>
</inkml:ink>
</file>

<file path=ppt/ink/ink3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7:35.4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30 24575,'23'-8'0,"-11"4"0,0-1 0,0 2 0,1 0 0,0 0 0,17 0 0,137 2 0,-71 2 0,17 7 0,-14-1 0,45 0 0,26 1 0,-145-8 0,328-9 0,-302 4-1365,-32 4-5461</inkml:trace>
</inkml:ink>
</file>

<file path=ppt/ink/ink3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7:35.4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46 24575,'13'-7'0,"-1"0"0,1 2 0,1 0 0,-1 0 0,1 1 0,0 0 0,0 2 0,0-1 0,14 1 0,16 1 0,69 8 0,180 4 0,-99-7 0,263 5-1365,-436-9-5461</inkml:trace>
</inkml:ink>
</file>

<file path=ppt/ink/ink3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7:35.4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24575,'8'1'0,"-1"0"0,1 0 0,-1 1 0,0 0 0,1 0 0,7 4 0,-7-3 0,0 0 0,0-1 0,1 1 0,14 1 0,0-4 0,0-1 0,34-6 0,23-1 0,58 12 0,156 24 0,-94-7 0,-98-14 0,108-9 0,-191 1-195,1-1 0,-1-2 0,0 1 0,-1-2 0,1-1 0,28-12 0,-28 9-6631</inkml:trace>
</inkml:ink>
</file>

<file path=ppt/ink/ink3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7:35.4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 24575,'69'-1'0,"77"2"0,-83 6 0,10 0 0,378-6 0,-229-2 0,-160 1-455,0-2 0,84-15 0,-125 13-6371</inkml:trace>
</inkml:ink>
</file>

<file path=ppt/ink/ink3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7:35.4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 24575,'0'-12'0,"0"7"0,0 11 0,0 436 0,1-425 0,5 30 0,-2-29 0,0 24 0,-4 31 0,-1-35 0,2 0 0,7 51 0,7-19 0,6 49 0,-15-76 0,-3-23 0,2 32 0,-6 2 0,0-25 0,1-1 0,7 52 0,18 37 0,-11-59 0,-3 1 0,6 89 0,-12-80 0,4-1 0,26 104 0,0 1 0,-28-137 0,-3 1 0,0-1 0,-3 1 0,-1 0 0,-5 46 0,-18 125 0,22-175 0,2 0 0,0 1 0,3-1 0,9 45 0,-1-28 0,-2 1 0,-2 1 0,2 91 0,-10-96 0,8 72 0,15 0 0,1 8 0,-13-24 0,-6-65 0,-3-1 0,-2 68 0,-2-36 0,2 4-1365,0-60-5461</inkml:trace>
</inkml:ink>
</file>

<file path=ppt/ink/ink3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7:35.4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55 24575,'0'-4'0,"-1"0"0,1 0 0,0-1 0,0 1 0,1 0 0,-1 0 0,1 0 0,0 0 0,0 0 0,0 0 0,3-6 0,-1 10 0,-2 6 0,2 9 0,-3-13 0,6 31 0,14 50 0,-9-45 0,-4-11 0,-2 0 0,3 43 0,-9 48 0,2 24 0,6-94 0,-4-30 0,2 32 0,-6 296 0,2-335 0,0 0 0,5 19 0,-4-19 0,0 1 0,1 14 0,-2 327 0,-2-172 0,1-167 0,2 0 0,3 17 0,-2-15 0,1 25 0,-3-12 0,7 42 0,-4-32 0,-1-1 0,-3 64 0,-2-35 0,10 25 0,-4-61 0,-1 33 0,-3 687 0,1-737 0,0 1 0,4 16 0,-2-16 0,2 25 0,-5-17-25,-1-13-422,1 0 1,3 19-1,0-16-6379</inkml:trace>
</inkml:ink>
</file>

<file path=ppt/ink/ink3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7:35.4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 24575,'0'-1'0,"0"0"0,1 0 0,-1 1 0,1-1 0,-1 0 0,0 1 0,1-1 0,-1 1 0,1-1 0,0 0 0,-1 1 0,1-1 0,-1 1 0,1 0 0,0-1 0,-1 1 0,1-1 0,0 1 0,-1 0 0,1 0 0,0-1 0,0 1 0,-1 0 0,1 0 0,0 0 0,0 0 0,0 0 0,23-2 0,-12 3 0,1 1 0,-1 0 0,20 6 0,17 4 0,12-7 0,9 2 0,-28-2 0,0-3 0,63-2 0,-35-2 0,46 1 0,132 3 0,-161 5 0,28 0 0,16 2 0,-30-2 0,5 0 0,-68-4 0,1-1 0,0-3 0,67-8 0,69-4 0,-29-1 0,-72 8 0,97 5 0,-78 2 0,-71-1 0,22 1 0,80-10 0,-77 4 0,-1 2 0,60 4 0,-31 0 0,-36 0 0,-15 0 0,0-2 0,0 0 0,27-5 0,-29 3 0,0 1 0,27 0 0,2 0 0,-2-5 0,-31 4 0,30-1 0,18 3 0,142 3 0,-143 4 0,24 2 0,191-8 0,-266-1 0,0-1 0,17-3 0,-15 2 0,24-1 0,238 5 0,-229 2 0,-1 2 0,51 12 0,-84-12-1365,-4-1-5461</inkml:trace>
</inkml:ink>
</file>

<file path=ppt/ink/ink3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7:35.4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50 24575,'2'-6'0,"1"2"0,0-1 0,1 0 0,5-6 0,-8 9 0,1 0 0,0 1 0,0-1 0,0 1 0,0-1 0,0 1 0,0 0 0,0-1 0,0 1 0,0 0 0,1 0 0,3 0 0,-5 0 0,0 1 0,0 0 0,0 1 0,0-1 0,0 0 0,-1 0 0,1 0 0,0 0 0,0 1 0,0-1 0,-1 0 0,1 1 0,0-1 0,0 0 0,-1 1 0,1-1 0,0 1 0,-1-1 0,1 1 0,-1 0 0,1-1 0,0 1 0,-1 0 0,1-1 0,-1 1 0,0 0 0,1-1 0,-1 1 0,0 0 0,1 0 0,-1 0 0,0-1 0,0 1 0,0 0 0,1 0 0,-1 1 0,1 5 0,-1-1 0,1 1 0,-1 9 0,-1-11 0,2 14 0,5 32 0,-3-30 0,0 22 0,-2-21 0,6 43 0,8 35 0,-1 15 0,-1-18 0,3 24 0,-13-97 0,-1 0 0,-2 44 0,1 17 0,13 2 0,-8-56 0,-3-19 0,-1-1 0,2 21 0,-5 61 0,2 45 0,5-84 0,-2-26 0,0 30 0,4 49 0,-1 5 0,-7-87 0,-1 4 0,2 0 0,7 50 0,0-12 0,-1-5 0,1-9 0,-1 2 0,-2 68 0,-5-99 0,0 1 0,8 41 0,0 0 0,-1-2 0,-5-56 0,-1 0 0,0 0 0,0 0 0,-1 14 0,-1-19 0,1-1 0,0 1 0,-1-1 0,0 1 0,1-1 0,-1 0 0,0 1 0,-1-1 0,1 0 0,0 0 0,0 0 0,-1 0 0,1 0 0,-1 0 0,0 0 0,0-1 0,0 1 0,1 0 0,-5 1 0,-18 12-1365,14-8-5461</inkml:trace>
</inkml:ink>
</file>

<file path=ppt/ink/ink3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7:35.4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24575,'-1'22'0,"2"0"0,0-1 0,2 1 0,8 36 0,-4-36 0,11 46 0,-16-61 0,-1 0 0,0-1 0,-1 1 0,0 0 0,0 0 0,0 0 0,-3 12 0,2-16-114,0-1 1,0 1-1,0 0 0,0 0 0,-1 0 1,1-1-1,-1 1 0,0-1 0,0 1 1,0-1-1,-4 4 0</inkml:trace>
</inkml:ink>
</file>

<file path=ppt/ink/ink3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7:35.4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34 24575,'-3'-12'0,"3"10"0,-1 0 0,1 0 0,-1 0 0,1 1 0,-1-1 0,0 0 0,1 0 0,-1 0 0,0 0 0,-2-1 0,3 4 0,-1 1 0,1-1 0,-1 1 0,1-1 0,-1 1 0,1-1 0,0 1 0,0 0 0,0 1 0,0 21 0,0 0 0,2-1 0,5 25 0,-2-8 0,-2 1 0,-4 66 0,0-37 0,1-18 0,8 70 0,-2-66 0,-5 100 0,-2-78 0,0-64 0,0 0 0,-4 17 0,2-15 0,-2 24 0,4 322 0,3-176 0,-2-169 0,-1 76 0,17 130 0,-2-122 0,0 162 0,-13-218 0,-1-6 0,-1 1 0,-8 49 0,5-57 0,1 0 0,2 0 0,4 59 0,-1-76 0,1 0 0,6 21 0,-5-23 0,-1 0 0,0 0 0,2 26 0,-4-26 0,5 25 0,-3-25 0,1 24 0,-3-23-273,1 1 0,0-1 0,1 0 0,5 15 0,-4-16-6553</inkml:trace>
</inkml:ink>
</file>

<file path=ppt/ink/ink3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7:35.4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 24575,'0'-1'0,"1"0"0,-1 0 0,1-1 0,0 1 0,0 0 0,-1 0 0,1 0 0,0 0 0,0 0 0,0 0 0,0 0 0,1 0 0,-1 1 0,0-1 0,0 0 0,0 1 0,1-1 0,-1 1 0,0-1 0,0 1 0,1-1 0,-1 1 0,1 0 0,-1 0 0,0 0 0,1 0 0,-1 0 0,0 0 0,1 0 0,-1 0 0,1 0 0,0 1 0,0 0 0,0-1 0,0 1 0,0 0 0,0 0 0,0 0 0,-1 0 0,1 1 0,0-1 0,-1 0 0,1 1 0,-1-1 0,0 1 0,1-1 0,-1 1 0,0 0 0,0-1 0,0 1 0,0 0 0,0 0 0,-1 0 0,2 3 0,0 9 0,0 0 0,-1 0 0,0 1 0,-3 22 0,1-22 0,0 0 0,1 0 0,1 0 0,3 18 0,1-4 0,2 47 0,-1-8 0,38 174 0,-34-192 0,15 161 0,-19-146 0,2 48 0,-6-66 0,11 60 0,0-15 0,7 80 0,3 29 0,-10-94 0,3 51 0,-8-57 0,-1 19 0,-8 8 0,2 106 0,6-167 0,-4-47 0,-1 0 0,-1 0 0,0 0 0,-2 1 0,-3 25 0,-10 51 0,7-44 0,6-4 80,1-39-369,0 0 0,0 1 0,-1-1 0,-3 12 0,1-13-6537</inkml:trace>
</inkml:ink>
</file>

<file path=ppt/ink/ink3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7:35.4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4148 1 24575,'4'2'0,"0"0"0,-1 1 0,1 0 0,-1 0 0,0 0 0,0 0 0,0 0 0,4 7 0,-6-9 0,-1 0 0,1 0 0,-1 0 0,1 0 0,-1 0 0,0 0 0,0 0 0,1 0 0,-1 0 0,0 0 0,0 0 0,0 0 0,0 0 0,0 0 0,0 0 0,0 0 0,-1 1 0,1-1 0,-1 0 0,0 1 0,1-1 0,-1 0 0,0 0 0,0 0 0,0-1 0,0 1 0,0 0 0,0 0 0,0 0 0,0-1 0,0 1 0,0 0 0,0-1 0,0 1 0,-3 0 0,-4 1 0,0 0 0,0 0 0,-1-1 0,1 0 0,-16 0 0,-18 1 0,-109 16 0,7-11 0,11 0 0,-132-2 0,79-4 0,89 5 0,-37 2 0,73-8 0,-247 8 0,164-1 0,-23 1 0,-2 7 0,85-6 0,1-2 0,-2-5 0,-98-9 0,-153 0 0,207 8 0,-965-1 0,1082 1 0,0 0 0,-22 6 0,6-2 0,17-2-1365,2 1-5461</inkml:trace>
</inkml:ink>
</file>

<file path=ppt/ink/ink3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7:35.4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4199 5 24575,'43'-4'0,"-39"4"0,-1 0 0,0 0 0,0 0 0,0 1 0,0-1 0,0 1 0,0-1 0,1 1 0,-1 0 0,-1 1 0,5 1 0,-7-3 0,0 0 0,1 0 0,-1 0 0,0 1 0,0-1 0,1 0 0,-1 0 0,0 1 0,0-1 0,0 0 0,0 0 0,1 1 0,-1-1 0,0 0 0,0 1 0,0-1 0,0 0 0,0 1 0,0-1 0,0 0 0,0 1 0,0-1 0,0 0 0,0 1 0,0-1 0,0 0 0,0 0 0,0 1 0,0-1 0,0 0 0,0 1 0,0-1 0,0 0 0,0 1 0,-1-1 0,1 0 0,0 0 0,0 1 0,0-1 0,-1 0 0,1 0 0,0 1 0,0-1 0,-1 0 0,1 0 0,0 0 0,0 1 0,-1-1 0,1 0 0,0 0 0,-1 0 0,-16 10 0,15-10 0,-12 5 0,0-1 0,-1 0 0,1-1 0,-1-1 0,0 0 0,-15-1 0,-21 3 0,-47 2 0,12-1 0,-19 3 0,-116-7 0,-104-22 0,229 13 0,47 4 0,-182-7 0,52 10 0,-155 3 0,231 5 0,-38 0 0,-495-7 0,525-8 0,3 1 0,54 6 0,-98 3 0,43 12 0,79-9 0,-53 16 0,41-9 0,23-9 0,1 0 0,-1-2 0,0 0 0,-33-3 0,6 1 0,7-1 0,-60-11 0,61 7 0,-63-3 0,29 9 0,-102 2 0,163-2-195,0 2 0,1 0 0,-1 0 0,1 1 0,0 0 0,-18 8 0,14-4-6631</inkml:trace>
</inkml:ink>
</file>

<file path=ppt/ink/ink3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7:35.4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4186 16 24575,'23'1'0,"-11"-1"0,0 0 0,0 0 0,1-1 0,-1 0 0,23-7 0,-35 8 0,0 0 0,0 0 0,0 0 0,0 0 0,0 0 0,0 0 0,0 0 0,0 0 0,0 0 0,0 0 0,0 0 0,0 0 0,0 0 0,0 0 0,0 0 0,0 0 0,0 0 0,0 0 0,0 0 0,0 0 0,0 0 0,0 0 0,0 0 0,0 0 0,0 0 0,0-1 0,0 1 0,0 0 0,0 0 0,0 0 0,0 0 0,0 0 0,0 0 0,0 0 0,0 0 0,0 0 0,0 0 0,0 0 0,0 0 0,0 0 0,0 0 0,0 0 0,0 0 0,0 0 0,0 0 0,0 0 0,0 0 0,0 0 0,0 0 0,0-1 0,0 1 0,0 0 0,0 0 0,0 0 0,0 0 0,0 0 0,0 0 0,0 0 0,0 0 0,1 0 0,-9-2 0,-10 0 0,-292 2 0,150 1 0,31 6 0,8 1 0,-101 0 0,-240-1 0,287-8 0,-185 12 0,356-11 0,-96 4 0,-80 4 0,-11-1 0,6 0 0,91-1 0,-182-15 0,15-31 0,208 30 0,-1 3 0,0 3 0,-57 1 0,-566 4 0,660 0-44,-32 5 0,28-2-1233,8-2-5549</inkml:trace>
</inkml:ink>
</file>

<file path=ppt/ink/ink3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7:35.4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 24575,'1'-1'0,"1"0"0,-1-1 0,1 1 0,0 0 0,-1 0 0,1 0 0,0 0 0,0 0 0,0 0 0,0 1 0,0-1 0,2 0 0,-3 1 0,-1 0 0,1 0 0,-1 0 0,1 0 0,-1 0 0,1 0 0,-1 0 0,1 0 0,-1 0 0,1 0 0,-1 0 0,0 1 0,1-1 0,-1 0 0,1 0 0,-1 0 0,0 1 0,1-1 0,-1 0 0,1 1 0,-1-1 0,1 1 0,-1 0 0,0-1 0,1 1 0,-1 0 0,0 0 0,1 0 0,-1 0 0,0 0 0,0 0 0,0 0 0,0 0 0,0 0 0,0-1 0,0 1 0,0 0 0,0 2 0,-8 66 0,5 138 0,4-114 0,-1-66 0,0 5 0,1 0 0,7 51 0,-5-62 0,0 1 0,-2-1 0,0 1 0,-2 0 0,0-1 0,-8 37 0,7-42 0,0-1 0,2 1 0,-1-1 0,2 1 0,0-1 0,1 1 0,0-1 0,2 0 0,5 19 0,-6-19 0,0 0 0,-1 0 0,-1 0 0,-1 26 0,1 17 0,6-19 0,-5-28 0,0 0 0,1 14 0,-4 48 0,2 28 0,6-53 0,-4-30 0,2 31 0,-6 15 0,2 46 0,7-68-1365,-5-29-5461</inkml:trace>
</inkml:ink>
</file>

<file path=ppt/ink/ink3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7:35.4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90 24575,'-9'-25'0,"-5"-28"0,11 43 0,2 8 0,0 6 0,0 12 0,1 21 0,0-12 0,2-1 0,1 0 0,0 1 0,9 26 0,-7-28 0,-2 0 0,0 1 0,-2-1 0,-3 46 0,1-17 0,0 26 0,3 101 0,1-151 0,1-1 0,10 34 0,-8-38 0,0 1 0,-2-1 0,2 42 0,-6-49 0,0 0 0,-2 0 0,-5 28 0,4-33-136,1 1-1,0 0 1,1-1-1,1 1 1,-1 0-1,2 0 1,0-1-1,0 1 0,5 15 1,-3-17-6690</inkml:trace>
</inkml:ink>
</file>

<file path=ppt/ink/ink3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7:35.4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102 82 24575,'-1'-2'0,"1"1"0,0 0 0,0-1 0,0 1 0,-1 0 0,1-1 0,-1 1 0,1 0 0,-1 0 0,1-1 0,-1 1 0,0 0 0,1 0 0,-1 0 0,0 0 0,0 0 0,-1-1 0,-23-15 0,22 16 0,0-1 0,0 0 0,1 1 0,-1-1 0,0-1 0,1 1 0,-1 0 0,1-1 0,-4-4 0,2-2 0,0 2 0,4 16 0,0 76 0,0-30 0,7 60 0,6 5 0,-2 135 0,-11-242 0,0 63 0,-3 1 0,-15 84 0,15-143-116,3-11-9,-1 0 0,0-1 0,-1 1 0,0 0 1,0 0-1,0-1 0,-1 1 0,0-1 0,-7 12 0,2-10-6701</inkml:trace>
</inkml:ink>
</file>

<file path=ppt/ink/ink3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7:35.4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 24575,'0'-5'0,"0"-5"0,3 15 0,2 16 0,4 25 0,3 16 0,29 106 0,-34-131 0,-2 0 0,1 60 0,-8-42 0,3 69 0,6-76 0,-4-31 0,2 33 0,-6-6 0,-1-31 0,2 0 0,-1 0 0,2 0 0,0 0 0,0 0 0,1-1 0,5 18 0,-2-21-1365</inkml:trace>
</inkml:ink>
</file>

<file path=ppt/ink/ink3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7:35.4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4524 30 24575,'-55'-4'0,"1"2"0,-1 3 0,-62 9 0,27-2 0,-145-5 0,127-5 0,-1764 2 0,1633-14 0,49 0 0,51 7 0,-70-2 0,-125 25 0,-142 27 0,382-37-52,-139 3-1261,209-9-5513</inkml:trace>
</inkml:ink>
</file>

<file path=ppt/ink/ink3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7:35.4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30 24575,'23'-8'0,"-11"4"0,0-1 0,0 2 0,1 0 0,0 0 0,17 0 0,137 2 0,-71 2 0,17 7 0,-14-1 0,45 0 0,26 1 0,-145-8 0,328-9 0,-302 4-1365,-32 4-5461</inkml:trace>
</inkml:ink>
</file>

<file path=ppt/ink/ink3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7:35.4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46 24575,'13'-7'0,"-1"0"0,1 2 0,1 0 0,-1 0 0,1 1 0,0 0 0,0 2 0,0-1 0,14 1 0,16 1 0,69 8 0,180 4 0,-99-7 0,263 5-1365,-436-9-5461</inkml:trace>
</inkml:ink>
</file>

<file path=ppt/ink/ink3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7:35.4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24575,'8'1'0,"-1"0"0,1 0 0,-1 1 0,0 0 0,1 0 0,7 4 0,-7-3 0,0 0 0,0-1 0,1 1 0,14 1 0,0-4 0,0-1 0,34-6 0,23-1 0,58 12 0,156 24 0,-94-7 0,-98-14 0,108-9 0,-191 1-195,1-1 0,-1-2 0,0 1 0,-1-2 0,1-1 0,28-12 0,-28 9-6631</inkml:trace>
</inkml:ink>
</file>

<file path=ppt/ink/ink3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7:35.4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 24575,'69'-1'0,"77"2"0,-83 6 0,10 0 0,378-6 0,-229-2 0,-160 1-455,0-2 0,84-15 0,-125 13-6371</inkml:trace>
</inkml:ink>
</file>

<file path=ppt/ink/ink3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7:35.4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 24575,'0'-12'0,"0"7"0,0 11 0,0 436 0,1-425 0,5 30 0,-2-29 0,0 24 0,-4 31 0,-1-35 0,2 0 0,7 51 0,7-19 0,6 49 0,-15-76 0,-3-23 0,2 32 0,-6 2 0,0-25 0,1-1 0,7 52 0,18 37 0,-11-59 0,-3 1 0,6 89 0,-12-80 0,4-1 0,26 104 0,0 1 0,-28-137 0,-3 1 0,0-1 0,-3 1 0,-1 0 0,-5 46 0,-18 125 0,22-175 0,2 0 0,0 1 0,3-1 0,9 45 0,-1-28 0,-2 1 0,-2 1 0,2 91 0,-10-96 0,8 72 0,15 0 0,1 8 0,-13-24 0,-6-65 0,-3-1 0,-2 68 0,-2-36 0,2 4-1365,0-60-5461</inkml:trace>
</inkml:ink>
</file>

<file path=ppt/ink/ink3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7:35.4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55 24575,'0'-4'0,"-1"0"0,1 0 0,0-1 0,0 1 0,1 0 0,-1 0 0,1 0 0,0 0 0,0 0 0,0 0 0,3-6 0,-1 10 0,-2 6 0,2 9 0,-3-13 0,6 31 0,14 50 0,-9-45 0,-4-11 0,-2 0 0,3 43 0,-9 48 0,2 24 0,6-94 0,-4-30 0,2 32 0,-6 296 0,2-335 0,0 0 0,5 19 0,-4-19 0,0 1 0,1 14 0,-2 327 0,-2-172 0,1-167 0,2 0 0,3 17 0,-2-15 0,1 25 0,-3-12 0,7 42 0,-4-32 0,-1-1 0,-3 64 0,-2-35 0,10 25 0,-4-61 0,-1 33 0,-3 687 0,1-737 0,0 1 0,4 16 0,-2-16 0,2 25 0,-5-17-25,-1-13-422,1 0 1,3 19-1,0-16-6379</inkml:trace>
</inkml:ink>
</file>

<file path=ppt/ink/ink3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7:35.4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 24575,'0'-1'0,"0"0"0,1 0 0,-1 1 0,1-1 0,-1 0 0,0 1 0,1-1 0,-1 1 0,1-1 0,0 0 0,-1 1 0,1-1 0,-1 1 0,1 0 0,0-1 0,-1 1 0,1-1 0,0 1 0,-1 0 0,1 0 0,0-1 0,0 1 0,-1 0 0,1 0 0,0 0 0,0 0 0,0 0 0,23-2 0,-12 3 0,1 1 0,-1 0 0,20 6 0,17 4 0,12-7 0,9 2 0,-28-2 0,0-3 0,63-2 0,-35-2 0,46 1 0,132 3 0,-161 5 0,28 0 0,16 2 0,-30-2 0,5 0 0,-68-4 0,1-1 0,0-3 0,67-8 0,69-4 0,-29-1 0,-72 8 0,97 5 0,-78 2 0,-71-1 0,22 1 0,80-10 0,-77 4 0,-1 2 0,60 4 0,-31 0 0,-36 0 0,-15 0 0,0-2 0,0 0 0,27-5 0,-29 3 0,0 1 0,27 0 0,2 0 0,-2-5 0,-31 4 0,30-1 0,18 3 0,142 3 0,-143 4 0,24 2 0,191-8 0,-266-1 0,0-1 0,17-3 0,-15 2 0,24-1 0,238 5 0,-229 2 0,-1 2 0,51 12 0,-84-12-1365,-4-1-5461</inkml:trace>
</inkml:ink>
</file>

<file path=ppt/ink/ink3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7:35.4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50 24575,'2'-6'0,"1"2"0,0-1 0,1 0 0,5-6 0,-8 9 0,1 0 0,0 1 0,0-1 0,0 1 0,0-1 0,0 1 0,0 0 0,0-1 0,0 1 0,0 0 0,1 0 0,3 0 0,-5 0 0,0 1 0,0 0 0,0 1 0,0-1 0,0 0 0,-1 0 0,1 0 0,0 0 0,0 1 0,0-1 0,-1 0 0,1 1 0,0-1 0,0 0 0,-1 1 0,1-1 0,0 1 0,-1-1 0,1 1 0,-1 0 0,1-1 0,0 1 0,-1 0 0,1-1 0,-1 1 0,0 0 0,1-1 0,-1 1 0,0 0 0,1 0 0,-1 0 0,0-1 0,0 1 0,0 0 0,1 0 0,-1 1 0,1 5 0,-1-1 0,1 1 0,-1 9 0,-1-11 0,2 14 0,5 32 0,-3-30 0,0 22 0,-2-21 0,6 43 0,8 35 0,-1 15 0,-1-18 0,3 24 0,-13-97 0,-1 0 0,-2 44 0,1 17 0,13 2 0,-8-56 0,-3-19 0,-1-1 0,2 21 0,-5 61 0,2 45 0,5-84 0,-2-26 0,0 30 0,4 49 0,-1 5 0,-7-87 0,-1 4 0,2 0 0,7 50 0,0-12 0,-1-5 0,1-9 0,-1 2 0,-2 68 0,-5-99 0,0 1 0,8 41 0,0 0 0,-1-2 0,-5-56 0,-1 0 0,0 0 0,0 0 0,-1 14 0,-1-19 0,1-1 0,0 1 0,-1-1 0,0 1 0,1-1 0,-1 0 0,0 1 0,-1-1 0,1 0 0,0 0 0,0 0 0,-1 0 0,1 0 0,-1 0 0,0 0 0,0-1 0,0 1 0,1 0 0,-5 1 0,-18 12-1365,14-8-5461</inkml:trace>
</inkml:ink>
</file>

<file path=ppt/ink/ink3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7:35.4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24575,'-1'22'0,"2"0"0,0-1 0,2 1 0,8 36 0,-4-36 0,11 46 0,-16-61 0,-1 0 0,0-1 0,-1 1 0,0 0 0,0 0 0,0 0 0,-3 12 0,2-16-114,0-1 1,0 1-1,0 0 0,0 0 0,-1 0 1,1-1-1,-1 1 0,0-1 0,0 1 1,0-1-1,-4 4 0</inkml:trace>
</inkml:ink>
</file>

<file path=ppt/ink/ink3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7:35.4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34 24575,'-3'-12'0,"3"10"0,-1 0 0,1 0 0,-1 0 0,1 1 0,-1-1 0,0 0 0,1 0 0,-1 0 0,0 0 0,-2-1 0,3 4 0,-1 1 0,1-1 0,-1 1 0,1-1 0,-1 1 0,1-1 0,0 1 0,0 0 0,0 1 0,0 21 0,0 0 0,2-1 0,5 25 0,-2-8 0,-2 1 0,-4 66 0,0-37 0,1-18 0,8 70 0,-2-66 0,-5 100 0,-2-78 0,0-64 0,0 0 0,-4 17 0,2-15 0,-2 24 0,4 322 0,3-176 0,-2-169 0,-1 76 0,17 130 0,-2-122 0,0 162 0,-13-218 0,-1-6 0,-1 1 0,-8 49 0,5-57 0,1 0 0,2 0 0,4 59 0,-1-76 0,1 0 0,6 21 0,-5-23 0,-1 0 0,0 0 0,2 26 0,-4-26 0,5 25 0,-3-25 0,1 24 0,-3-23-273,1 1 0,0-1 0,1 0 0,5 15 0,-4-16-6553</inkml:trace>
</inkml:ink>
</file>

<file path=ppt/ink/ink3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7:35.4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 24575,'0'-1'0,"1"0"0,-1 0 0,1-1 0,0 1 0,0 0 0,-1 0 0,1 0 0,0 0 0,0 0 0,0 0 0,0 0 0,1 0 0,-1 1 0,0-1 0,0 0 0,0 1 0,1-1 0,-1 1 0,0-1 0,0 1 0,1-1 0,-1 1 0,1 0 0,-1 0 0,0 0 0,1 0 0,-1 0 0,0 0 0,1 0 0,-1 0 0,1 0 0,0 1 0,0 0 0,0-1 0,0 1 0,0 0 0,0 0 0,0 0 0,-1 0 0,1 1 0,0-1 0,-1 0 0,1 1 0,-1-1 0,0 1 0,1-1 0,-1 1 0,0 0 0,0-1 0,0 1 0,0 0 0,0 0 0,-1 0 0,2 3 0,0 9 0,0 0 0,-1 0 0,0 1 0,-3 22 0,1-22 0,0 0 0,1 0 0,1 0 0,3 18 0,1-4 0,2 47 0,-1-8 0,38 174 0,-34-192 0,15 161 0,-19-146 0,2 48 0,-6-66 0,11 60 0,0-15 0,7 80 0,3 29 0,-10-94 0,3 51 0,-8-57 0,-1 19 0,-8 8 0,2 106 0,6-167 0,-4-47 0,-1 0 0,-1 0 0,0 0 0,-2 1 0,-3 25 0,-10 51 0,7-44 0,6-4 80,1-39-369,0 0 0,0 1 0,-1-1 0,-3 12 0,1-13-6537</inkml:trace>
</inkml:ink>
</file>

<file path=ppt/ink/ink3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7:35.4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4148 1 24575,'4'2'0,"0"0"0,-1 1 0,1 0 0,-1 0 0,0 0 0,0 0 0,0 0 0,4 7 0,-6-9 0,-1 0 0,1 0 0,-1 0 0,1 0 0,-1 0 0,0 0 0,0 0 0,1 0 0,-1 0 0,0 0 0,0 0 0,0 0 0,0 0 0,0 0 0,0 0 0,0 0 0,-1 1 0,1-1 0,-1 0 0,0 1 0,1-1 0,-1 0 0,0 0 0,0 0 0,0-1 0,0 1 0,0 0 0,0 0 0,0 0 0,0-1 0,0 1 0,0 0 0,0-1 0,0 1 0,-3 0 0,-4 1 0,0 0 0,0 0 0,-1-1 0,1 0 0,-16 0 0,-18 1 0,-109 16 0,7-11 0,11 0 0,-132-2 0,79-4 0,89 5 0,-37 2 0,73-8 0,-247 8 0,164-1 0,-23 1 0,-2 7 0,85-6 0,1-2 0,-2-5 0,-98-9 0,-153 0 0,207 8 0,-965-1 0,1082 1 0,0 0 0,-22 6 0,6-2 0,17-2-1365,2 1-5461</inkml:trace>
</inkml:ink>
</file>

<file path=ppt/ink/ink3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7:35.4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4199 5 24575,'43'-4'0,"-39"4"0,-1 0 0,0 0 0,0 0 0,0 1 0,0-1 0,0 1 0,0-1 0,1 1 0,-1 0 0,-1 1 0,5 1 0,-7-3 0,0 0 0,1 0 0,-1 0 0,0 1 0,0-1 0,1 0 0,-1 0 0,0 1 0,0-1 0,0 0 0,0 0 0,1 1 0,-1-1 0,0 0 0,0 1 0,0-1 0,0 0 0,0 1 0,0-1 0,0 0 0,0 1 0,0-1 0,0 0 0,0 1 0,0-1 0,0 0 0,0 0 0,0 1 0,0-1 0,0 0 0,0 1 0,0-1 0,0 0 0,0 1 0,-1-1 0,1 0 0,0 0 0,0 1 0,0-1 0,-1 0 0,1 0 0,0 1 0,0-1 0,-1 0 0,1 0 0,0 0 0,0 1 0,-1-1 0,1 0 0,0 0 0,-1 0 0,-16 10 0,15-10 0,-12 5 0,0-1 0,-1 0 0,1-1 0,-1-1 0,0 0 0,-15-1 0,-21 3 0,-47 2 0,12-1 0,-19 3 0,-116-7 0,-104-22 0,229 13 0,47 4 0,-182-7 0,52 10 0,-155 3 0,231 5 0,-38 0 0,-495-7 0,525-8 0,3 1 0,54 6 0,-98 3 0,43 12 0,79-9 0,-53 16 0,41-9 0,23-9 0,1 0 0,-1-2 0,0 0 0,-33-3 0,6 1 0,7-1 0,-60-11 0,61 7 0,-63-3 0,29 9 0,-102 2 0,163-2-195,0 2 0,1 0 0,-1 0 0,1 1 0,0 0 0,-18 8 0,14-4-6631</inkml:trace>
</inkml:ink>
</file>

<file path=ppt/ink/ink3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7:35.4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4186 16 24575,'23'1'0,"-11"-1"0,0 0 0,0 0 0,1-1 0,-1 0 0,23-7 0,-35 8 0,0 0 0,0 0 0,0 0 0,0 0 0,0 0 0,0 0 0,0 0 0,0 0 0,0 0 0,0 0 0,0 0 0,0 0 0,0 0 0,0 0 0,0 0 0,0 0 0,0 0 0,0 0 0,0 0 0,0 0 0,0 0 0,0 0 0,0 0 0,0 0 0,0 0 0,0-1 0,0 1 0,0 0 0,0 0 0,0 0 0,0 0 0,0 0 0,0 0 0,0 0 0,0 0 0,0 0 0,0 0 0,0 0 0,0 0 0,0 0 0,0 0 0,0 0 0,0 0 0,0 0 0,0 0 0,0 0 0,0 0 0,0 0 0,0 0 0,0-1 0,0 1 0,0 0 0,0 0 0,0 0 0,0 0 0,0 0 0,0 0 0,0 0 0,0 0 0,1 0 0,-9-2 0,-10 0 0,-292 2 0,150 1 0,31 6 0,8 1 0,-101 0 0,-240-1 0,287-8 0,-185 12 0,356-11 0,-96 4 0,-80 4 0,-11-1 0,6 0 0,91-1 0,-182-15 0,15-31 0,208 30 0,-1 3 0,0 3 0,-57 1 0,-566 4 0,660 0-44,-32 5 0,28-2-1233,8-2-5549</inkml:trace>
</inkml:ink>
</file>

<file path=ppt/ink/ink3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7:35.4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 24575,'1'-1'0,"1"0"0,-1-1 0,1 1 0,0 0 0,-1 0 0,1 0 0,0 0 0,0 0 0,0 0 0,0 1 0,0-1 0,2 0 0,-3 1 0,-1 0 0,1 0 0,-1 0 0,1 0 0,-1 0 0,1 0 0,-1 0 0,1 0 0,-1 0 0,1 0 0,-1 0 0,0 1 0,1-1 0,-1 0 0,1 0 0,-1 0 0,0 1 0,1-1 0,-1 0 0,1 1 0,-1-1 0,1 1 0,-1 0 0,0-1 0,1 1 0,-1 0 0,0 0 0,1 0 0,-1 0 0,0 0 0,0 0 0,0 0 0,0 0 0,0 0 0,0-1 0,0 1 0,0 0 0,0 2 0,-8 66 0,5 138 0,4-114 0,-1-66 0,0 5 0,1 0 0,7 51 0,-5-62 0,0 1 0,-2-1 0,0 1 0,-2 0 0,0-1 0,-8 37 0,7-42 0,0-1 0,2 1 0,-1-1 0,2 1 0,0-1 0,1 1 0,0-1 0,2 0 0,5 19 0,-6-19 0,0 0 0,-1 0 0,-1 0 0,-1 26 0,1 17 0,6-19 0,-5-28 0,0 0 0,1 14 0,-4 48 0,2 28 0,6-53 0,-4-30 0,2 31 0,-6 15 0,2 46 0,7-68-1365,-5-29-5461</inkml:trace>
</inkml:ink>
</file>

<file path=ppt/ink/ink3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7:35.4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90 24575,'-9'-25'0,"-5"-28"0,11 43 0,2 8 0,0 6 0,0 12 0,1 21 0,0-12 0,2-1 0,1 0 0,0 1 0,9 26 0,-7-28 0,-2 0 0,0 1 0,-2-1 0,-3 46 0,1-17 0,0 26 0,3 101 0,1-151 0,1-1 0,10 34 0,-8-38 0,0 1 0,-2-1 0,2 42 0,-6-49 0,0 0 0,-2 0 0,-5 28 0,4-33-136,1 1-1,0 0 1,1-1-1,1 1 1,-1 0-1,2 0 1,0-1-1,0 1 0,5 15 1,-3-17-6690</inkml:trace>
</inkml:ink>
</file>

<file path=ppt/ink/ink3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7:35.4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102 82 24575,'-1'-2'0,"1"1"0,0 0 0,0-1 0,0 1 0,-1 0 0,1-1 0,-1 1 0,1 0 0,-1 0 0,1-1 0,-1 1 0,0 0 0,1 0 0,-1 0 0,0 0 0,0 0 0,-1-1 0,-23-15 0,22 16 0,0-1 0,0 0 0,1 1 0,-1-1 0,0-1 0,1 1 0,-1 0 0,1-1 0,-4-4 0,2-2 0,0 2 0,4 16 0,0 76 0,0-30 0,7 60 0,6 5 0,-2 135 0,-11-242 0,0 63 0,-3 1 0,-15 84 0,15-143-116,3-11-9,-1 0 0,0-1 0,-1 1 0,0 0 1,0 0-1,0-1 0,-1 1 0,0-1 0,-7 12 0,2-10-6701</inkml:trace>
</inkml:ink>
</file>

<file path=ppt/ink/ink3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7:35.4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 24575,'0'-5'0,"0"-5"0,3 15 0,2 16 0,4 25 0,3 16 0,29 106 0,-34-131 0,-2 0 0,1 60 0,-8-42 0,3 69 0,6-76 0,-4-31 0,2 33 0,-6-6 0,-1-31 0,2 0 0,-1 0 0,2 0 0,0 0 0,0 0 0,1-1 0,5 18 0,-2-21-1365</inkml:trace>
</inkml:ink>
</file>

<file path=ppt/ink/ink3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7:35.4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4524 30 24575,'-55'-4'0,"1"2"0,-1 3 0,-62 9 0,27-2 0,-145-5 0,127-5 0,-1764 2 0,1633-14 0,49 0 0,51 7 0,-70-2 0,-125 25 0,-142 27 0,382-37-52,-139 3-1261,209-9-5513</inkml:trace>
</inkml:ink>
</file>

<file path=ppt/ink/ink3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7:35.4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30 24575,'23'-8'0,"-11"4"0,0-1 0,0 2 0,1 0 0,0 0 0,17 0 0,137 2 0,-71 2 0,17 7 0,-14-1 0,45 0 0,26 1 0,-145-8 0,328-9 0,-302 4-1365,-32 4-5461</inkml:trace>
</inkml:ink>
</file>

<file path=ppt/ink/ink3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7:35.4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46 24575,'13'-7'0,"-1"0"0,1 2 0,1 0 0,-1 0 0,1 1 0,0 0 0,0 2 0,0-1 0,14 1 0,16 1 0,69 8 0,180 4 0,-99-7 0,263 5-1365,-436-9-5461</inkml:trace>
</inkml:ink>
</file>

<file path=ppt/ink/ink3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7:35.4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24575,'8'1'0,"-1"0"0,1 0 0,-1 1 0,0 0 0,1 0 0,7 4 0,-7-3 0,0 0 0,0-1 0,1 1 0,14 1 0,0-4 0,0-1 0,34-6 0,23-1 0,58 12 0,156 24 0,-94-7 0,-98-14 0,108-9 0,-191 1-195,1-1 0,-1-2 0,0 1 0,-1-2 0,1-1 0,28-12 0,-28 9-6631</inkml:trace>
</inkml:ink>
</file>

<file path=ppt/ink/ink3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7:35.4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 24575,'69'-1'0,"77"2"0,-83 6 0,10 0 0,378-6 0,-229-2 0,-160 1-455,0-2 0,84-15 0,-125 13-6371</inkml:trace>
</inkml:ink>
</file>

<file path=ppt/ink/ink3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7:35.4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 24575,'0'-12'0,"0"7"0,0 11 0,0 436 0,1-425 0,5 30 0,-2-29 0,0 24 0,-4 31 0,-1-35 0,2 0 0,7 51 0,7-19 0,6 49 0,-15-76 0,-3-23 0,2 32 0,-6 2 0,0-25 0,1-1 0,7 52 0,18 37 0,-11-59 0,-3 1 0,6 89 0,-12-80 0,4-1 0,26 104 0,0 1 0,-28-137 0,-3 1 0,0-1 0,-3 1 0,-1 0 0,-5 46 0,-18 125 0,22-175 0,2 0 0,0 1 0,3-1 0,9 45 0,-1-28 0,-2 1 0,-2 1 0,2 91 0,-10-96 0,8 72 0,15 0 0,1 8 0,-13-24 0,-6-65 0,-3-1 0,-2 68 0,-2-36 0,2 4-1365,0-60-5461</inkml:trace>
</inkml:ink>
</file>

<file path=ppt/ink/ink3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7:49.2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416 60 24575,'-13'-4'0,"-117"-36"0,109 35 0,0 1 0,-1 1 0,1 1 0,-27 1 0,42 1 0,0 1 0,0 0 0,0 0 0,0 1 0,0-1 0,1 1 0,-1 1 0,1-1 0,-1 1 0,1 0 0,0 0 0,0 0 0,-6 6 0,8-6 0,1-1 0,-1 1 0,1-1 0,-1 1 0,1 0 0,0 0 0,0 0 0,0 0 0,1 1 0,-1-1 0,1 0 0,0 1 0,0-1 0,0 1 0,0-1 0,0 1 0,1-1 0,-1 1 0,1 0 0,0-1 0,1 1 0,-1-1 0,1 6 0,1-5 0,-1 0 0,1 1 0,0-1 0,0-1 0,0 1 0,1 0 0,-1 0 0,1-1 0,0 1 0,0-1 0,0 0 0,0 0 0,7 4 0,5 4 0,1-2 0,17 9 0,-14-9 0,53 29 0,92 52 0,-160-88 0,0 1 0,0 0 0,0 0 0,0 0 0,0 0 0,3 5 0,-6-7 0,-1-1 0,1 1 0,-1-1 0,0 1 0,1 0 0,-1-1 0,0 1 0,0 0 0,1 0 0,-1-1 0,0 1 0,0 0 0,0-1 0,0 1 0,0 0 0,0 0 0,0-1 0,0 1 0,0 0 0,0 0 0,-1 0 0,1 0 0,-1 0 0,0 0 0,1 0 0,-1 0 0,0 0 0,0 0 0,1-1 0,-1 1 0,0 0 0,0 0 0,0-1 0,0 1 0,0-1 0,0 1 0,0-1 0,-2 1 0,-8 3 0,-1 0 0,0 0 0,0-2 0,-1 0 0,1 0 0,-1-1 0,-16 0 0,-89-11 0,106 8 0,-19-2 0,0-1 0,-45-14 0,75 19-39,0 0 0,0-1 0,0 1 0,-1-1 0,1 1 0,0-1 0,0 1 0,0-1 0,0 0 0,0 1 0,0-1 0,0 0 0,1 0 0,-1 0 0,0 0 0,0 0 0,1 0 0,-1 0 0,0 0 0,1 0 0,-1 0 0,1 0 0,-1 0 0,1-1 0,0 1 0,-1 0 0,1 0 0,0 0 0,0-1 0,0 1 0,0 0 0,0 0 0,0-1 0,1 0 0,1-9-6787</inkml:trace>
</inkml:ink>
</file>

<file path=ppt/ink/ink3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7:49.6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24575,'2'47'0,"2"1"0,3-2 0,14 56 0,-4-40 0,3-1 0,3-1 0,37 70 0,-54-119-1365</inkml:trace>
</inkml:ink>
</file>

<file path=ppt/ink/ink3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7:50.1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234 131 24575,'-6'2'0,"-99"21"0,88-21 0,0 0 0,-1-1 0,1 0 0,-20-3 0,36 2 0,0 0 0,0 0 0,0 0 0,0 0 0,1-1 0,-1 1 0,0 0 0,0 0 0,0-1 0,0 1 0,0-1 0,1 1 0,-1-1 0,0 1 0,0-1 0,1 1 0,-2-1 0,2 0 0,0 1 0,0-1 0,0 1 0,0 0 0,0-1 0,-1 1 0,1-1 0,0 1 0,0 0 0,0-1 0,0 1 0,0-1 0,0 1 0,0-1 0,0 1 0,1 0 0,-1-1 0,0 1 0,0-1 0,0 1 0,0 0 0,1-1 0,-1 1 0,0 0 0,0-1 0,2-1 0,-1 0 0,1 0 0,0 1 0,0-1 0,-1 1 0,1-1 0,0 1 0,0 0 0,0-1 0,0 1 0,4-1 0,5-1 0,1 0 0,-1 1 0,0 1 0,1 0 0,0 0 0,-1 1 0,1 1 0,-1 0 0,20 4 0,1 2 0,-1 2 0,36 14 0,-22-5 0,-1 2 0,55 33 0,-94-50 0,-1-1 0,-1 0 0,1 0 0,-1 0 0,0 1 0,0-1 0,0 1 0,0 0 0,0 0 0,0 0 0,-1 0 0,5 6 0,-7-8 0,0-1 0,0 0 0,0 1 0,0-1 0,0 0 0,0 1 0,1-1 0,-1 0 0,0 1 0,0-1 0,0 0 0,0 1 0,0-1 0,0 1 0,0-1 0,0 0 0,-1 1 0,1-1 0,0 0 0,0 1 0,0-1 0,0 0 0,0 1 0,-1-1 0,1 0 0,0 1 0,0-1 0,0 0 0,-1 0 0,1 1 0,-1-1 0,-12 3 0,10-4 0,-1 1 0,0-1 0,1 0 0,-1 0 0,-4-1 0,-3-4 0,1 0 0,0 0 0,1-1 0,-1 0 0,1 0 0,1-1 0,-1-1 0,1 1 0,1-1 0,0 0 0,0-1 0,1 0 0,0 0 0,0 0 0,1-1 0,1 0 0,0 0 0,0 0 0,1 0 0,1-1 0,0 1 0,-1-15 0,3 23 0,0 0 0,0 0 0,0 0 0,0 1 0,1-1 0,-1 0 0,1 0 0,0 0 0,0 1 0,0-1 0,0 1 0,1-1 0,-1 1 0,0-1 0,1 1 0,0 0 0,0-1 0,0 1 0,0 0 0,3-3 0,-2 3 0,0 1 0,0-1 0,0 0 0,0 1 0,0 0 0,1 0 0,-1 0 0,0 0 0,1 0 0,-1 0 0,1 1 0,-1 0 0,1 0 0,-1 0 0,1 0 0,5 1 0,0 1-60,0 1 0,0 0-1,0 0 1,16 9 0,-13-5-1004,1-1-5762</inkml:trace>
</inkml:ink>
</file>

<file path=ppt/ink/ink3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7:50.3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24575,'15'24'0,"7"11"0,0 2 0,-1-3 0,-5-5 0,-2-5 0,-3-3 0,-2-7 0,-2-2 0,-2-6 0</inkml:trace>
</inkml:ink>
</file>

<file path=ppt/ink/ink3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7:50.4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24575,'5'0'0,"2"2"0,1 4 0</inkml:trace>
</inkml:ink>
</file>

<file path=ppt/ink/ink3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7:51.2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105 403 24575,'-7'-1'0,"1"0"0,-1 1 0,0 0 0,0 0 0,0 0 0,1 1 0,-1 0 0,-8 3 0,13-4 0,0 1 0,0 0 0,0 0 0,0 0 0,0 0 0,0 0 0,0 0 0,1 0 0,-1 1 0,1-1 0,-1 1 0,1-1 0,-1 1 0,1-1 0,0 1 0,-1 0 0,1 0 0,0 0 0,0 0 0,1 0 0,-1 0 0,0 0 0,1 0 0,-1 0 0,1 0 0,-1 0 0,1 0 0,0 0 0,0 5 0,1-2 0,0 0 0,0-1 0,0 1 0,1 0 0,-1-1 0,1 1 0,0-1 0,0 1 0,1-1 0,0 0 0,-1 0 0,1 0 0,0 0 0,1-1 0,-1 1 0,1-1 0,0 0 0,-1 0 0,2 0 0,-1 0 0,0-1 0,0 1 0,1-1 0,4 1 0,-5-1 0,0-1 0,0 0 0,-1 0 0,1 0 0,0-1 0,0 1 0,0-1 0,0 0 0,0 0 0,0 0 0,0-1 0,0 1 0,5-2 0,-6 1 0,0 0 0,-1-1 0,1 1 0,0-1 0,0 1 0,-1-1 0,1 0 0,-1 0 0,1 0 0,-1-1 0,0 1 0,0 0 0,0-1 0,0 1 0,0-1 0,-1 0 0,1 1 0,1-5 0,0-3 0,0 0 0,0 0 0,-1 0 0,0 0 0,-1 0 0,0-1 0,-1-14 0,-9-73 0,4 67 0,-2 0 0,-19-56 0,-36-56 0,60 139 0,0 0 0,0-1 0,-1 1 0,-2-4 0,4 8 0,1 0 0,0 0 0,0-1 0,0 1 0,0 0 0,0 0 0,-1 0 0,1 0 0,0-1 0,0 1 0,0 0 0,-1 0 0,1 0 0,0 0 0,0 0 0,0 0 0,-1 0 0,1-1 0,0 1 0,0 0 0,-1 0 0,1 0 0,0 0 0,0 0 0,-1 0 0,1 0 0,0 0 0,0 0 0,0 0 0,-1 1 0,1-1 0,0 0 0,0 0 0,-1 0 0,1 1 0,-1 0 0,1 0 0,-1 0 0,1-1 0,-1 1 0,1 0 0,0 0 0,-1 0 0,1 0 0,0 0 0,0 1 0,0-1 0,0 1 0,-1 21 0,1-1 0,0 1 0,2 0 0,1-1 0,1 0 0,13 43 0,-11-46 0,1-2 0,0 1 0,2-1 0,0 0 0,0-1 0,2 0 0,0-1 0,23 24 0,-26-31 0,0-1 0,1-1 0,0 1 0,0-1 0,0-1 0,1 0 0,-1 0 0,1-1 0,18 5 0,-13-5 0,0-1 0,1 0 0,-1-2 0,1 0 0,-1 0 0,18-3 0,-28 2 0,1-1 0,-1 0 0,0 0 0,-1-1 0,1 1 0,0-1 0,0 0 0,-1-1 0,1 1 0,-1-1 0,0 0 0,1 0 0,-1 0 0,-1-1 0,1 1 0,0-1 0,-1 0 0,0 0 0,0 0 0,0 0 0,0-1 0,-1 1 0,3-8 0,-2 4 0,0 0 0,0 0 0,-1 0 0,0 0 0,-1 0 0,0-1 0,0 1 0,-1 0 0,0-1 0,-1 1 0,1-1 0,-2 1 0,-3-15 0,5 21 0,-1 1 0,1-1 0,-1 1 0,1-1 0,-1 1 0,0-1 0,0 1 0,0 0 0,0-1 0,0 1 0,0 0 0,0-1 0,0 1 0,-1 0 0,-1-1 0,2 1 0,0 1 0,0-1 0,0 1 0,-1 0 0,1-1 0,0 1 0,0 0 0,0 0 0,0 0 0,-1 0 0,1 0 0,0 0 0,0 0 0,0 0 0,0 0 0,-1 1 0,0-1 0,-1 1 0,0 1 0,1-1 0,-1 1 0,1-1 0,-1 1 0,1 0 0,0 0 0,0 0 0,0 0 0,0 0 0,0 0 0,0 0 0,0 1 0,1-1 0,-1 1 0,0 3 0,-1-2 0,1 1 0,1-1 0,-1 1 0,1-1 0,0 1 0,0 0 0,0-1 0,0 1 0,1 0 0,0 0 0,0 0 0,0-1 0,1 1 0,-1 0 0,1 0 0,1-1 0,-1 1 0,0 0 0,1-1 0,0 1 0,0-1 0,0 0 0,1 0 0,0 0 0,-1 0 0,1 0 0,1 0 0,4 4 0,2 1 10,-1-1 0,1-1 0,0 1 0,1-2 0,0 1 0,0-2 0,0 1 0,1-2 0,0 1 0,-1-1 0,15 2 0,2-1-381,2-2-1,-1 0 1,47-2 0,-64-2-6455</inkml:trace>
</inkml:ink>
</file>

<file path=ppt/ink/ink3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7:51.7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14 24575,'0'-1'0,"1"1"0,-1-1 0,0 0 0,1 0 0,-1 1 0,1-1 0,-1 0 0,1 0 0,-1 1 0,1-1 0,-1 1 0,1-1 0,0 0 0,-1 1 0,1-1 0,0 1 0,0-1 0,-1 1 0,1 0 0,0-1 0,0 1 0,0 0 0,-1 0 0,2-1 0,-1 1 0,0 1 0,0-1 0,0 0 0,0 1 0,0-1 0,0 0 0,0 1 0,0-1 0,0 1 0,0 0 0,-1-1 0,1 1 0,0 0 0,0-1 0,0 1 0,0 1 0,4 5 0,0 0 0,-1 0 0,7 14 0,-10-19 0,56 149 0,-40-99 0,25 51 0,-33-81-1365,-6-12-5461</inkml:trace>
</inkml:ink>
</file>

<file path=ppt/ink/ink3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7:53.5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564 88 24575,'-112'-29'0,"17"4"0,47 13 0,29 7 0,0 0 0,0 1 0,-1 1 0,1 0 0,-36 1 0,53 2 0,0 1 0,0-1 0,1 0 0,-1 0 0,0 1 0,1-1 0,-1 1 0,0 0 0,1-1 0,-1 1 0,1 0 0,-1 0 0,1 0 0,-1 0 0,1 0 0,-1 0 0,1 1 0,0-1 0,-2 3 0,2-2 0,0 0 0,0 1 0,0-1 0,0 0 0,1 0 0,-1 1 0,1-1 0,-1 1 0,1-1 0,0 0 0,0 1 0,0-1 0,1 3 0,0 2 0,0-1 0,0 0 0,1 0 0,0 0 0,1 0 0,-1-1 0,1 1 0,0 0 0,0-1 0,7 9 0,15 10 0,0-1 0,2-1 0,0-1 0,41 23 0,24 18 0,-91-61 0,0 0 0,0-1 0,0 1 0,0 0 0,0 0 0,0-1 0,0 1 0,0 0 0,0 0 0,-1 0 0,1 0 0,0 0 0,-1 0 0,1 0 0,-1 0 0,1 0 0,-1 1 0,1-1 0,-1 0 0,0 0 0,0 0 0,0 1 0,0-1 0,0 2 0,0-2 0,-1 0 0,1 0 0,-1 0 0,0 1 0,0-1 0,0 0 0,1 0 0,-1 0 0,0 0 0,0 0 0,0-1 0,-1 1 0,1 0 0,0 0 0,0-1 0,0 1 0,-1 0 0,1-1 0,0 0 0,0 1 0,-3 0 0,-11 2 0,-1 0 0,1 0 0,-1-1 0,-30-1 0,-63-10 0,-66-1-1365,162 10-5461</inkml:trace>
</inkml:ink>
</file>

<file path=ppt/ink/ink3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7:53.9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 0 24575,'-1'1'0,"0"-1"0,1 0 0,-1 0 0,1 0 0,-1 0 0,1 1 0,-1-1 0,1 0 0,-1 0 0,1 1 0,-1-1 0,1 0 0,-1 1 0,1-1 0,0 1 0,-1-1 0,1 0 0,0 1 0,-1-1 0,1 1 0,0-1 0,-1 1 0,1-1 0,0 1 0,0-1 0,0 1 0,-1 0 0,1-1 0,0 1 0,0-1 0,0 1 0,0 0 0,0 23 0,0-21 0,3 26 0,1 0 0,1 0 0,2 0 0,11 32 0,51 109 0,-10-29 0,-47-109-1365,-7-22-5461</inkml:trace>
</inkml:ink>
</file>

<file path=ppt/ink/ink3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7:54.1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362 16 24575,'-27'0'0,"-14"0"0,-2 0 0,1 0 0,5 0 0,7 0 0,3 0 0,4 0 0,4 0 0,2-3 0,1 0 0,2 0 0,0 0 0,3-1 0</inkml:trace>
</inkml:ink>
</file>

<file path=ppt/ink/ink3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7:54.4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146 263 24575,'1'2'0,"-2"1"0,1-1 0,0 1 0,0-1 0,-1 1 0,1-1 0,-1 0 0,0 1 0,0-1 0,0 0 0,0 0 0,0 0 0,0 1 0,0-1 0,-3 3 0,3-5 0,0 1 0,0 0 0,0-1 0,0 1 0,0 0 0,0-1 0,-1 1 0,1-1 0,0 0 0,0 1 0,0-1 0,0 0 0,-1 0 0,1 1 0,0-1 0,0 0 0,-1 0 0,1-1 0,0 1 0,0 0 0,0 0 0,-1 0 0,1-1 0,0 1 0,0-1 0,0 1 0,0-1 0,0 1 0,0-1 0,0 0 0,0 0 0,-1 0 0,-6-5 0,1 0 0,0-1 0,0 1 0,1-2 0,0 1 0,0 0 0,1-1 0,0 0 0,0 0 0,-5-16 0,5 13 0,1 1 0,1-1 0,0 0 0,1 0 0,0-1 0,0 1 0,1 0 0,1-19 0,1 25 0,-1 0 0,1 1 0,0-1 0,1 0 0,-1 1 0,1-1 0,0 1 0,0 0 0,0 0 0,1 0 0,0 0 0,-1 0 0,1 0 0,1 1 0,4-6 0,-6 8 0,0-1 0,0 0 0,1 1 0,-1 0 0,0-1 0,0 1 0,1 0 0,-1 0 0,1 1 0,-1-1 0,1 0 0,-1 1 0,1-1 0,-1 1 0,1 0 0,0 0 0,-1 0 0,1 0 0,-1 0 0,1 1 0,-1-1 0,1 1 0,-1 0 0,1-1 0,-1 1 0,1 0 0,-1 1 0,0-1 0,4 3 0,-4-3-124,-1 1 0,1-1 0,-1 0 0,0 1 0,1-1 0,-1 1-1,0-1 1,0 1 0,0-1 0,1 4 0,2 6-6702</inkml:trace>
</inkml:ink>
</file>

<file path=ppt/ink/ink3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7:54.6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24575,'12'19'0,"7"10"0,0 1 0,-1-1 0,-3-3 0,-2-7 0,-3-3 0,-4-5-8191</inkml:trace>
</inkml:ink>
</file>

<file path=ppt/ink/ink3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7:54.8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13 24575,'3'-7'0,"0"2"0,0 5 0</inkml:trace>
</inkml:ink>
</file>

<file path=ppt/ink/ink3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7:55.9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250 597 24575,'-16'-15'0,"-70"-58"0,74 64 0,0 0 0,-1 1 0,0 1 0,0 0 0,-19-6 0,30 12 0,1 0 0,-1 1 0,0-1 0,1 1 0,-1 0 0,0-1 0,0 1 0,1 0 0,-1 0 0,0 0 0,0 0 0,1 1 0,-1-1 0,0 0 0,1 1 0,-1-1 0,-2 2 0,3-1 0,-1 0 0,1 0 0,0 0 0,0 0 0,0 0 0,0 0 0,0 0 0,0 0 0,0 1 0,0-1 0,1 0 0,-1 1 0,0-1 0,1 1 0,-2 2 0,1 5 0,0 0 0,0 0 0,0 0 0,1 0 0,2 13 0,-2-12 0,1 0 0,1-1 0,-1 0 0,2 0 0,-1 0 0,1 0 0,1 0 0,-1-1 0,2 1 0,-1-1 0,1 0 0,0 0 0,1-1 0,0 0 0,0 0 0,10 9 0,-10-10 0,1 0 0,0 0 0,0-1 0,1 0 0,0 0 0,0-1 0,0 0 0,0-1 0,1 1 0,-1-1 0,1-1 0,0 0 0,0 0 0,0-1 0,0 0 0,9 0 0,-15-2 0,-1 1 0,1 0 0,-1-1 0,1 1 0,-1-1 0,0 0 0,1 0 0,-1 0 0,0 0 0,0 0 0,0-1 0,0 1 0,0-1 0,0 1 0,0-1 0,0 0 0,0 0 0,-1 1 0,1-1 0,-1 0 0,1-1 0,-1 1 0,0 0 0,0 0 0,0 0 0,0-1 0,0 1 0,-1-1 0,2-3 0,0-6 0,-1 1 0,0-1 0,0 1 0,-1-1 0,-2-12 0,-2-12 0,-2 0 0,-1 1 0,-23-67 0,-53-97 0,78 187 0,-12-26 0,-1 0 0,-3 1 0,-24-35 0,43 69 0,-11-12 0,7 13 0,2 10 0,3 8 0,0 0 0,0 0 0,2 0 0,0 1 0,4 15 0,2 3 0,14 41 0,-9-38 0,1-1 0,2-1 0,2 0 0,29 47 0,-38-71 0,0-1 0,2-1 0,-1 1 0,1-2 0,1 1 0,0-1 0,0-1 0,0 0 0,1-1 0,16 8 0,-21-12 0,0-1 0,-1 1 0,2-1 0,-1-1 0,0 1 0,0-1 0,0 0 0,1-1 0,9 0 0,-12-1 0,1 0 0,-1 0 0,1 0 0,-1-1 0,0 0 0,1 0 0,-1 0 0,0 0 0,0-1 0,0 0 0,-1 0 0,1-1 0,5-4 0,-4 2 0,0 0 0,0-1 0,0 0 0,-1 0 0,7-12 0,-10 15 0,1-1 0,-1 0 0,0 0 0,0 0 0,-1 0 0,0 0 0,0 0 0,0 0 0,0 0 0,-1-8 0,1 12 0,-1 0 0,0 0 0,0 1 0,0-1 0,0 0 0,0 0 0,0 0 0,0 1 0,-1-1 0,1 0 0,0 0 0,0 1 0,0-1 0,-1 0 0,1 1 0,-1-1 0,1 0 0,0 1 0,-1-1 0,1 0 0,-1 1 0,1-1 0,-1 1 0,1-1 0,-1 1 0,0-1 0,1 1 0,-1-1 0,0 1 0,1 0 0,-1-1 0,0 1 0,0 0 0,1-1 0,-1 1 0,-1 0 0,1 0 0,0 0 0,0 1 0,-1-1 0,1 1 0,0-1 0,0 1 0,0-1 0,0 1 0,0 0 0,0-1 0,0 1 0,0 0 0,0 0 0,0 0 0,1 0 0,-1 0 0,0-1 0,0 2 0,1-1 0,-1 0 0,1 0 0,-2 2 0,0 2 0,0 1 0,1 0 0,-1 0 0,1 0 0,0 0 0,0 6 0,1-10 0,0-1 0,0 1 0,0 0 0,0-1 0,0 1 0,0 0 0,0-1 0,1 1 0,-1-1 0,0 1 0,1 0 0,0-1 0,-1 1 0,1-1 0,0 1 0,0-1 0,-1 0 0,1 1 0,0-1 0,0 0 0,1 0 0,-1 1 0,0-1 0,0 0 0,1 0 0,1 1 0,-3-2 0,1 0 0,-1 0 0,0 1 0,1-1 0,-1 0 0,1 0 0,-1 0 0,1 1 0,-1-1 0,0 0 0,1 0 0,-1 0 0,1 0 0,-1 0 0,1 0 0,-1 0 0,1 0 0,-1 0 0,1 0 0,-1 0 0,1-1 0,-1 1 0,0 0 0,1 0 0,-1 0 0,1-1 0,-1 1 0,0 0 0,1 0 0,-1-1 0,1 1 0,-1 0 0,0-1 0,1 1 0,-1 0 0,0-1 0,0 1 0,1 0 0,-1-1 0,0 1 0,0-1 0,0 1 0,1-1 0,-1 1 0,0-1 0,0 1 0,0 0 0,0-1 0,0 1 0,0-2 0,0 2 0,0 0 0,0-1 0,0 1 0,0-1 0,0 1 0,0 0 0,-1-1 0,1 1 0,0 0 0,0-1 0,0 1 0,-1 0 0,1-1 0,0 1 0,0 0 0,-1-1 0,1 1 0,0 0 0,0 0 0,-1-1 0,1 1 0,0 0 0,-1 0 0,0-1 0,1 1 0,-1 0 0,1 0 0,-1 0 0,0 0 0,1 0 0,-1 0 0,1 0 0,-1 0 0,0 1 0,1-1 0,-1 0 0,1 0 0,-1 0 0,1 1 0,-1-1 0,1 0 0,-1 0 0,1 1 0,-1-1 0,0 1 0,-1 1 0,1-1 0,0 0 0,-1 1 0,1 0 0,0-1 0,0 1 0,0 0 0,0-1 0,0 1 0,0 0 0,0 0 0,1 0 0,-1 0 0,1 0 0,-1 0 0,1 0 0,0 0 0,0 0 0,0 0 0,0 0 0,0 2 0,1 0 0,-1-1 0,1 0 0,0 1 0,-1-1 0,2 0 0,-1 1 0,0-1 0,1 0 0,-1 0 0,1 0 0,3 4 0,4 3 0,1 0 0,0-2 0,1 1 0,0-1 0,0 0 0,1-1 0,-1-1 0,2 0 0,-1 0 0,20 5 0,-4-3 0,1-1 0,-1-1 0,55 3 0,-20-8-1365,-48-1-5461</inkml:trace>
</inkml:ink>
</file>

<file path=ppt/ink/ink3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7:56.3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24575,'9'5'0,"4"4"0,2 0 0,-1 2 0,-2 0 0,-1 2 0,-7 1 0,-2 0 0,-6-2 0,-3-1 0</inkml:trace>
</inkml:ink>
</file>

<file path=ppt/ink/ink3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7:57.5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3 160 24575,'-1'-3'0,"1"-1"0,-1 0 0,1 0 0,-1 1 0,1-1 0,0 0 0,1 0 0,-1 0 0,0 0 0,1 1 0,0-1 0,0 0 0,0 1 0,3-5 0,-2 3 0,1 0 0,0 1 0,0 0 0,0-1 0,1 1 0,0 0 0,-1 1 0,1-1 0,6-3 0,2-1 0,0 1 0,1 0 0,0 1 0,0 1 0,0 0 0,26-6 0,-33 10 0,1-1 0,0 1 0,-1 1 0,1-1 0,0 1 0,0 0 0,-1 1 0,8 0 0,-11 0 0,-1 0 0,1-1 0,0 1 0,-1 0 0,0 0 0,1 1 0,-1-1 0,0 0 0,1 1 0,-1 0 0,0-1 0,0 1 0,0 0 0,-1 0 0,1 0 0,0 0 0,-1 0 0,1 0 0,-1 1 0,0-1 0,1 1 0,0 4 0,2 2 0,-1 1 0,-1 0 0,0-1 0,0 1 0,-1 0 0,0 0 0,-1 0 0,0 0 0,0 0 0,-1 0 0,-1-1 0,0 1 0,0 0 0,0-1 0,-1 1 0,-1-1 0,0 0 0,0 0 0,-6 9 0,1-5 0,-1 0 0,-18 18 0,19-22 0,0 1 0,1 0 0,0 0 0,-10 18 0,17-28 0,1 1 0,-1 0 0,1-1 0,0 1 0,-1 0 0,1 0 0,0-1 0,-1 1 0,1 0 0,0 0 0,0 0 0,0 0 0,0-1 0,0 1 0,0 0 0,0 0 0,0 0 0,0 0 0,0-1 0,0 1 0,0 0 0,1 0 0,-1 0 0,0 0 0,1-1 0,-1 1 0,0 0 0,1 0 0,-1-1 0,1 1 0,-1 0 0,1-1 0,0 1 0,-1-1 0,1 1 0,0-1 0,-1 1 0,1-1 0,0 1 0,-1-1 0,1 1 0,0-1 0,0 0 0,1 1 0,5 0 0,-1 1 0,1-1 0,-1 0 0,12-1 0,-8 1 0,119 11 0,-115-10-341,-1 0 0,0 0-1,18 6 1,-19-3-6485</inkml:trace>
</inkml:ink>
</file>

<file path=ppt/ink/ink3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8:07.1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88 24575,'53'-36'0,"14"-12"0,-67 48 0,0 0 0,0-1 0,0 1 0,1 0 0,-1 0 0,0 0 0,0-1 0,0 1 0,1 0 0,-1 0 0,0 0 0,0 0 0,1-1 0,-1 1 0,0 0 0,0 0 0,1 0 0,-1 0 0,0 0 0,1 0 0,-1 0 0,0 0 0,1 0 0,-1 0 0,0 0 0,0 0 0,1 0 0,-1 0 0,0 0 0,1 0 0,-1 0 0,0 0 0,0 0 0,1 1 0,-1-1 0,0 0 0,0 0 0,1 0 0,-1 0 0,0 1 0,0-1 0,1 0 0,-1 0 0,0 0 0,0 1 0,0-1 0,0 0 0,1 0 0,-1 1 0,0-1 0,0 0 0,0 0 0,0 1 0,0-1 0,0 0 0,0 1 0,0-1 0,0 0 0,0 0 0,0 1 0,1 24 0,-1-17 0,7 54 0,-2-33 0,1 7 0,-3-17 0,3 33 0,-5-30 0,5 23 0,1 21 0,-7-45 0,1 10 0,6 51 0,-2-43 0,-2 0 0,-4 63 0,0-35 0,0-52 0,-1 0 0,0 0 0,-1-1 0,-1 1 0,-6 15 0,5-14 0,0 0 0,1 0 0,1 0 0,-2 18 0,6 68 0,-2 26 0,-6-89 0,5-28 0,0 0 0,-1 15 0,3 162 0,1-174 0,0 0 0,5 18 0,-3-17 0,1 25 0,-4-21 0,0 0 0,-2 0 0,-5 25 0,5-32 0,1-1 0,1 12 0,0-14 0,-1 0 0,1 0 0,-2 0 0,-1 10 0,2-17 6,0 0 0,0 1-1,0-1 1,0 0 0,0 0-1,-1 0 1,1 0 0,0-1 0,-1 1-1,0 0 1,1-1 0,-1 1-1,0 0 1,0-1 0,0 0-1,0 0 1,0 1 0,0-1 0,0-1-1,-3 2 1,-3 0-303,1 0 0,-1 0 0,0-1 0,-12 1 0,3-1-6529</inkml:trace>
</inkml:ink>
</file>

<file path=ppt/ink/ink3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8:08.5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1514 1 24575,'0'0'0,"-1"0"0,1 0 0,0 0 0,0 0 0,0 0 0,0 0 0,0 0 0,0 0 0,0 0 0,0 0 0,0 0 0,0 0 0,0 0 0,0 0 0,0 0 0,0 0 0,0 0 0,0 0 0,0 0 0,0 1 0,0-1 0,0 0 0,0 0 0,0 0 0,0 0 0,0 0 0,0 0 0,0 0 0,0 0 0,0 0 0,0 0 0,0 0 0,0 0 0,0 0 0,0 0 0,0 0 0,0 0 0,0 1 0,0-1 0,0 0 0,0 0 0,0 0 0,0 0 0,0 0 0,0 0 0,0 0 0,0 0 0,0 0 0,0 0 0,0 0 0,0 0 0,0 0 0,0 0 0,0 0 0,0 0 0,0 0 0,0 0 0,0 0 0,0 0 0,1 0 0,-1 0 0,0 0 0,0 0 0,0 0 0,0 0 0,0 0 0,0 0 0,0 0 0,-7 6 0,-9 5 0,9-8 0,-5 4 0,0-2 0,-1 1 0,1-2 0,-1 1 0,-25 4 0,-266 17 0,-76-22 0,221-6 0,125 4 0,-42 7 0,46-5 0,-2 1 0,0-1 0,-48 2 0,23-5 0,-59-3 0,114 2 0,1 0 0,-1 0 0,1-1 0,-1 1 0,0 0 0,1-1 0,-1 1 0,1-1 0,-1 1 0,1-1 0,-1 0 0,1 1 0,0-1 0,-1 0 0,1 0 0,0 0 0,0 0 0,0 0 0,0-1 0,-1 1 0,1 0 0,1 0 0,-1-1 0,0 1 0,0-1 0,0-1 0,0 1 0,1 1 0,0 0 0,0-1 0,0 1 0,0-1 0,1 1 0,-1-1 0,0 1 0,0 0 0,1-1 0,-1 1 0,1-1 0,0 1 0,-1 0 0,1 0 0,0-1 0,0 1 0,-1 0 0,1 0 0,0 0 0,0 0 0,0 0 0,0 0 0,1 0 0,-1 0 0,0 0 0,0 0 0,1 1 0,1-2 0,6-2 0,1-1 0,0 2 0,0-1 0,0 1 0,1 1 0,-1 0 0,18-2 0,79 4 0,-59 1 0,139-1 0,296 9 0,-453-8 0,-20-1 0,-1 0 0,0 0 0,0 1 0,0 0 0,0 1 0,0 0 0,11 4 0,-20-6 0,0 0 0,0 0 0,0 0 0,0 0 0,0 0 0,1 0 0,-1 0 0,0 0 0,0 0 0,0 0 0,0 0 0,0 0 0,1 0 0,-1 0 0,0 1 0,0-1 0,0 0 0,0 0 0,0 0 0,0 0 0,0 0 0,0 0 0,0 1 0,1-1 0,-1 0 0,0 0 0,0 0 0,0 0 0,0 0 0,0 1 0,0-1 0,0 0 0,0 0 0,0 0 0,0 0 0,0 1 0,0-1 0,0 0 0,0 0 0,0 0 0,0 0 0,0 0 0,0 1 0,-1-1 0,-7 5 0,-12 0 0,-40 1 0,-118-3 0,102-4 0,1 1 0,-390-10 0,257 4-1365,190 6-5461</inkml:trace>
</inkml:ink>
</file>

<file path=ppt/ink/ink3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8:14.802"/>
    </inkml:context>
    <inkml:brush xml:id="br0">
      <inkml:brushProperty name="width" value="0.2" units="cm"/>
      <inkml:brushProperty name="height" value="0.2" units="cm"/>
      <inkml:brushProperty name="color" value="#00A0D7"/>
    </inkml:brush>
  </inkml:definitions>
  <inkml:trace contextRef="#ctx0" brushRef="#br0">16 8 24575,'6'-7'0,"-2"10"0,-4-2 0,1 1 0,-1-1 0,0 1 0,1 0 0,-1-1 0,0 1 0,0 0 0,0-1 0,-1 3 0,-11 98 0,5-56 0,4-27 0,-1 32 0,4 281 0,1-320 0,0-1 0,6 22 0,-1-2 0,9 70 0,-9-58 0,-2-23 0,0 32 0,-4 222 0,0-259 0,2-1 0,3 17 0,-2-15 0,1 24 0,-4-17 0,-7 43 0,3-41 0,0 34 0,5-47 0,0 1 0,1-1 0,0 0 0,1 0 0,7 19 0,-5-16 0,-2-3 0,3 26 0,0-2 0,-3-18 0,-1 0 0,0 0 0,-2 0 0,-2 34 0,2-50-59,-1 0 0,1 0-1,-1 0 1,1 0-1,-1 0 1,0-1 0,1 1-1,-1 0 1,0 0 0,0 0-1,0-1 1,-1 1 0,1-1-1,0 1 1,0-1-1,-1 1 1,1-1 0,-1 0-1,0 1 1,1-1 0,-1 0-1,-3 1 1</inkml:trace>
</inkml:ink>
</file>

<file path=ppt/ink/ink3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8:15.973"/>
    </inkml:context>
    <inkml:brush xml:id="br0">
      <inkml:brushProperty name="width" value="0.2" units="cm"/>
      <inkml:brushProperty name="height" value="0.2" units="cm"/>
      <inkml:brushProperty name="color" value="#00A0D7"/>
    </inkml:brush>
  </inkml:definitions>
  <inkml:trace contextRef="#ctx0" brushRef="#br0">1606 2 24575,'15'-1'0,"-10"1"0,0-1 0,1 1 0,-1 1 0,1-1 0,-1 1 0,0 0 0,1 0 0,5 2 0,-11-3 0,0 0 0,0 0 0,0 0 0,0 0 0,1 0 0,-1 0 0,0 0 0,0 0 0,0 0 0,0 0 0,0 0 0,0 0 0,0 0 0,0 0 0,0 1 0,0-1 0,1 0 0,-1 0 0,0 0 0,0 0 0,0 0 0,0 0 0,0 0 0,0 0 0,0 0 0,0 0 0,0 0 0,0 0 0,0 1 0,0-1 0,0 0 0,0 0 0,0 0 0,0 0 0,0 0 0,0 0 0,0 0 0,0 0 0,0 0 0,0 0 0,0 1 0,0-1 0,0 0 0,0 0 0,0 0 0,0 0 0,0 0 0,0 0 0,0 0 0,0 0 0,0 0 0,0 1 0,-7 1 0,-9 1 0,-60 3 0,-45 3 0,-23-1 0,33-3 0,71-4 0,-41 5 0,-55 7 0,57-6 0,61-7 0,0 0 0,0-1 0,0-1 0,-33-8 0,-24-2 0,30 4 0,32 5 0,-1 1 0,-16-1 0,11 3 0,-1 1 0,0 0 0,-22 6 0,25-4 0,-1-2 0,-18 1 0,20-2 0,-1 1 0,-23 4 0,18-2 0,-1-1 0,1-1 0,0 0 0,-1-2 0,-37-6 0,41 5 0,12 1 0,-11-1 0,-1 0 0,1 1 0,0 1 0,-24 3 0,42-3-32,-1 0-1,1 0 1,-1 1-1,1-1 1,-1 0-1,1 0 1,0 1-1,-1-1 1,1 0-1,0 1 1,-1-1-1,1 0 1,0 1-1,-1-1 1,1 0-1,0 1 1,0-1-1,-1 1 1,1-1-1,0 1 1,0-1-1,0 0 1,-1 1-1,1-1 1,0 1-1,0-1 1,0 1-1,0-1 1,0 1-1,0-1 1,0 1-1,0-1 1,0 1-1,1-1 1,-1 1-1,0-1 0,0 1 1,0-1-1,0 0 1,1 1-1,-1 0 1</inkml:trace>
</inkml:ink>
</file>

<file path=ppt/ink/ink3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8:17.141"/>
    </inkml:context>
    <inkml:brush xml:id="br0">
      <inkml:brushProperty name="width" value="0.2" units="cm"/>
      <inkml:brushProperty name="height" value="0.2" units="cm"/>
      <inkml:brushProperty name="color" value="#00A0D7"/>
    </inkml:brush>
  </inkml:definitions>
  <inkml:trace contextRef="#ctx0" brushRef="#br0">103 36 24575,'0'-35'0,"0"35"0,0 0 0,0 0 0,0 0 0,0 0 0,0 0 0,0 0 0,0 0 0,-1 0 0,1 0 0,0 0 0,0 0 0,0 0 0,0 0 0,0 0 0,0 0 0,0 0 0,0 0 0,0 1 0,0-1 0,0 0 0,0 0 0,0 0 0,0 0 0,0 0 0,0 0 0,0 0 0,0 0 0,0 0 0,0 0 0,0 0 0,0 0 0,0 0 0,0 0 0,-1 0 0,1 0 0,0 0 0,0 0 0,0 0 0,0 0 0,0 0 0,0 0 0,0 0 0,0 0 0,-4 9 0,-2 11 0,-28 86 0,-5 43 0,33-118 0,1 0 0,-1 59 0,5-58 0,2 0 0,1 0 0,2 0 0,10 45 0,-7-52 0,-1 0 0,-2 0 0,0 0 0,-1 48 0,-3-55 0,-1 15 0,2-1 0,8 58 0,5-31 0,-7-31 0,5 44 0,-5-15 0,-2-20 0,-1 42 0,-3 2 0,-3 69 0,2-146-65,-1-1 0,0 1 0,0 0 0,0-1 0,0 1 0,-1-1 0,1 1 0,-1-1 0,0 0 0,0 0 0,0 0 0,-1 0 0,1 0 0,-1 0 0,1 0 0,-1-1 0,0 1 0,0-1 0,0 0 0,-5 3 0</inkml:trace>
</inkml:ink>
</file>

<file path=ppt/ink/ink3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8:17.706"/>
    </inkml:context>
    <inkml:brush xml:id="br0">
      <inkml:brushProperty name="width" value="0.2" units="cm"/>
      <inkml:brushProperty name="height" value="0.2" units="cm"/>
      <inkml:brushProperty name="color" value="#00A0D7"/>
    </inkml:brush>
  </inkml:definitions>
  <inkml:trace contextRef="#ctx0" brushRef="#br0">1 1 24575,'507'0'0,"-389"7"0,-7 0 0,230-6 92,-157-2-1549</inkml:trace>
</inkml:ink>
</file>

<file path=ppt/ink/ink3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8:18.582"/>
    </inkml:context>
    <inkml:brush xml:id="br0">
      <inkml:brushProperty name="width" value="0.2" units="cm"/>
      <inkml:brushProperty name="height" value="0.2" units="cm"/>
      <inkml:brushProperty name="color" value="#00A0D7"/>
    </inkml:brush>
  </inkml:definitions>
  <inkml:trace contextRef="#ctx0" brushRef="#br0">4 32 24575,'-1'0'0,"1"0"0,0-1 0,-1 1 0,1 0 0,0-1 0,0 1 0,-1-1 0,1 1 0,0-1 0,0 1 0,0 0 0,0-1 0,-1 1 0,1-1 0,0 1 0,0-1 0,0 1 0,0-1 0,0 1 0,0-1 0,0 1 0,0-1 0,1 1 0,-1-1 0,0 1 0,0-1 0,0 1 0,0 0 0,1-1 0,-1 1 0,0-1 0,0 1 0,1 0 0,-1-1 0,0 1 0,1-1 0,-1 1 0,0 0 0,1 0 0,-1-1 0,0 1 0,1 0 0,-1 0 0,1-1 0,-1 1 0,1 0 0,-1 0 0,0 0 0,1-1 0,24-7 0,8 5 0,1 2 0,34 2 0,-15 0 0,200 0-1365,-222-1-5461</inkml:trace>
</inkml:ink>
</file>

<file path=ppt/ink/ink3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8:24.783"/>
    </inkml:context>
    <inkml:brush xml:id="br0">
      <inkml:brushProperty name="width" value="0.2" units="cm"/>
      <inkml:brushProperty name="height" value="0.2" units="cm"/>
      <inkml:brushProperty name="color" value="#00A0D7"/>
    </inkml:brush>
  </inkml:definitions>
  <inkml:trace contextRef="#ctx0" brushRef="#br0">0 23 24575,'8'-15'0,"-5"7"0,4 39 0,8 23 0,-6-28 0,4 31 0,-9-26 0,-2 0 0,-4 48 0,1-18 0,1-45 0,0 0 0,2 1 0,5 26 0,-5-31 0,-1 0 0,0 0 0,0 17 0,-1-17 0,0-1 0,1 0 0,0 0 0,3 12 0,0-7 0,-2-1 0,2 21 0,-3-18 0,6 24 0,7 53 0,-6-57 0,-3-1 0,3 62 0,-9-58 0,1 62 0,14-31 0,-6-15 0,-5-37 0,1 33 0,-4 423-1365</inkml:trace>
</inkml:ink>
</file>

<file path=ppt/ink/ink3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8:26.032"/>
    </inkml:context>
    <inkml:brush xml:id="br0">
      <inkml:brushProperty name="width" value="0.2" units="cm"/>
      <inkml:brushProperty name="height" value="0.2" units="cm"/>
      <inkml:brushProperty name="color" value="#00A0D7"/>
    </inkml:brush>
  </inkml:definitions>
  <inkml:trace contextRef="#ctx0" brushRef="#br0">1 88 24575,'0'-3'0,"0"-1"0,0 1 0,0 0 0,1-1 0,-1 1 0,1 0 0,0 0 0,0 0 0,2-7 0,-2 9 0,0 0 0,0 0 0,0 0 0,0 0 0,0 0 0,0 0 0,0 0 0,0 0 0,1 1 0,-1-1 0,0 0 0,1 1 0,-1-1 0,0 0 0,1 1 0,-1 0 0,0-1 0,1 1 0,-1 0 0,1 0 0,-1 0 0,0 0 0,1 0 0,-1 0 0,3 0 0,36 4 0,38 2 0,-61-5 0,30 5 0,-29-2 0,30 0 0,-19-5 0,33-6 0,26-1 0,-74 8 0,23 0 0,62-8 0,-70 5 0,41 0 0,-43 2 0,-1 0 0,27-5 0,-37 4 0,0 0 0,0 2 0,0 0 0,0 0 0,0 2 0,17 3 0,-20-3 0,34 2 0,87-3 0,-59-3 0,319 2 0,-377 0 0,32-7 0,-32 4 0,31-2 0,-29 4 0,27-5 0,-28 3 0,29-1 0,0 3 0,78 3 0,-115 0-1365</inkml:trace>
</inkml:ink>
</file>

<file path=ppt/ink/ink3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8:26.949"/>
    </inkml:context>
    <inkml:brush xml:id="br0">
      <inkml:brushProperty name="width" value="0.2" units="cm"/>
      <inkml:brushProperty name="height" value="0.2" units="cm"/>
      <inkml:brushProperty name="color" value="#00A0D7"/>
    </inkml:brush>
  </inkml:definitions>
  <inkml:trace contextRef="#ctx0" brushRef="#br0">0 3 24575,'2'-2'0,"2"6"0,2 10 0,3 70 0,2-9 0,-5-24 0,9 99 0,-10-87 0,-4 104 0,-2-79 0,1 246 0,1-314 0,6 31 0,-4-30 0,1 29 0,-4 209 0,0-244 0,2-1 0,3 17 0,-2-15 0,1 24 0,-4 19 0,0 26 0,2-75 26,0 1 0,6 17 0,-5-21-232,-1 0-1,0 1 1,-1 0 0,1-1 0,-1 1 0,0 10 0</inkml:trace>
</inkml:ink>
</file>

<file path=ppt/ink/ink3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8:27.827"/>
    </inkml:context>
    <inkml:brush xml:id="br0">
      <inkml:brushProperty name="width" value="0.2" units="cm"/>
      <inkml:brushProperty name="height" value="0.2" units="cm"/>
      <inkml:brushProperty name="color" value="#00A0D7"/>
    </inkml:brush>
  </inkml:definitions>
  <inkml:trace contextRef="#ctx0" brushRef="#br0">1913 59 24575,'-102'-2'0,"-147"-20"0,204 17 0,-83 3 0,79 3 0,-59-6 0,-4-3 0,-129 6 0,117 3 0,54 0 0,-76-2 0,84-6 0,35 3 0,-29 0 0,36 5 0,-35 6 0,-12 1 0,54-7 0,-24 5 0,25-4 0,-1 1 0,-12-1 0,-4-3 43,-42-5 0,19 0-1494</inkml:trace>
</inkml:ink>
</file>

<file path=ppt/ink/ink3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8:52.415"/>
    </inkml:context>
    <inkml:brush xml:id="br0">
      <inkml:brushProperty name="width" value="0.2" units="cm"/>
      <inkml:brushProperty name="height" value="0.2" units="cm"/>
      <inkml:brushProperty name="color" value="#008C3A"/>
    </inkml:brush>
  </inkml:definitions>
  <inkml:trace contextRef="#ctx0" brushRef="#br0">1 128 24575,'3'-19'0,"3"-22"0,2-13 0,-8 53 0,0 0 0,0 0 0,0 0 0,1 0 0,-1 1 0,0-1 0,0 0 0,1 0 0,-1 0 0,1 1 0,-1-1 0,1 0 0,-1 0 0,1 0 0,0 1 0,-1 0 0,0 0 0,0 1 0,1-1 0,-1 0 0,0 0 0,0 0 0,1 1 0,-1-1 0,0 0 0,0 0 0,0 1 0,0-1 0,0 0 0,1 1 0,-1-1 0,0 0 0,0 0 0,0 1 0,0-1 0,0 0 0,0 1 0,0-1 0,0 1 0,3 27 0,-3-1 0,0-1 0,2 0 0,4 31 0,-3-39 0,0 35 0,-3-37 0,1 1 0,4 23 0,-1-12 0,-1 0 0,-1-1 0,-3 41 0,2 29 0,6-39 0,-4-33 0,1 34 0,-4 215 0,1-260 0,0 1 0,4 16 0,-2-16 0,2 25 0,-5-29 0,-1 123 0,-6-86 0,4-30 0,-2 31 0,5-47 0,0 24 0,-1 0 0,-6 36 0,3-29 0,1 1 0,1-1 0,4 35 0,-1-5 0,-1 95-1365</inkml:trace>
</inkml:ink>
</file>

<file path=ppt/ink/ink3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8:53.490"/>
    </inkml:context>
    <inkml:brush xml:id="br0">
      <inkml:brushProperty name="width" value="0.2" units="cm"/>
      <inkml:brushProperty name="height" value="0.2" units="cm"/>
      <inkml:brushProperty name="color" value="#008C3A"/>
    </inkml:brush>
  </inkml:definitions>
  <inkml:trace contextRef="#ctx0" brushRef="#br0">1718 60 24575,'1'-1'0,"-1"0"0,1 0 0,0 0 0,-1 0 0,1 0 0,0 0 0,-1 0 0,0 0 0,1 0 0,-1 0 0,1 0 0,-1 0 0,0-1 0,0 1 0,0 0 0,0 0 0,0 0 0,0-1 0,0 1 0,0 0 0,0 0 0,0 0 0,-1 0 0,1 0 0,0-1 0,-2 0 0,1 0 0,0 1 0,-1 0 0,1 0 0,0 0 0,-1 0 0,0 0 0,1 0 0,-1 0 0,1 1 0,-1-1 0,0 0 0,0 1 0,1 0 0,-1-1 0,0 1 0,0 0 0,-1 0 0,-125-1 0,88 2 0,-70-6 0,53-1 0,-1 2 0,-93 6 0,49 12 0,62-9 0,-86 5 0,63-10 0,-96-1 0,104-6 0,35 3 0,-30 0 0,41 4 0,-38-1 0,0 2 0,-48 8 0,34 2 0,17-2 0,-1-2 0,-69 1 0,43-8-1365</inkml:trace>
</inkml:ink>
</file>

<file path=ppt/ink/ink3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8:54.466"/>
    </inkml:context>
    <inkml:brush xml:id="br0">
      <inkml:brushProperty name="width" value="0.2" units="cm"/>
      <inkml:brushProperty name="height" value="0.2" units="cm"/>
      <inkml:brushProperty name="color" value="#008C3A"/>
    </inkml:brush>
  </inkml:definitions>
  <inkml:trace contextRef="#ctx0" brushRef="#br0">1 1 24575,'-1'54'0,"2"86"0,6-83 0,1 15 0,-8-7 0,0-14 0,2-1 0,9 55 0,22 41 0,7 48 0,-35-162 0,0-1 0,0 44 0,-4-50 0,5 28 0,1 24 0,-7 213 0,1-277 0,0 1 0,1 0 0,6 20 0,3 20 0,-11-53-65,1 1 0,-1 0 0,0-1 0,0 1 0,0 0 0,-1-1 0,1 1 0,0 0 0,0-1 0,-1 1 0,1-1 0,-1 1 0,0 0 0,1-1 0,-1 0 0,0 1 0,0-1 0,0 1 0,0-1 0,-2 2 0</inkml:trace>
</inkml:ink>
</file>

<file path=ppt/ink/ink3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8:55.333"/>
    </inkml:context>
    <inkml:brush xml:id="br0">
      <inkml:brushProperty name="width" value="0.2" units="cm"/>
      <inkml:brushProperty name="height" value="0.2" units="cm"/>
      <inkml:brushProperty name="color" value="#008C3A"/>
    </inkml:brush>
  </inkml:definitions>
  <inkml:trace contextRef="#ctx0" brushRef="#br0">2076 15 24575,'-897'0'0,"775"9"0,63-3 0,4-1 0,-109 5 0,5-20 0,17-7 0,88 9 0,33 4 0,0 1 0,0 1 0,-40 2 0,49 2 0,0 0 0,-21 8 0,21-6 0,1-1 0,0 0 0,-13 1 0,-28 3 0,26-3 0,-32 1 0,10-5-1365</inkml:trace>
</inkml:ink>
</file>

<file path=ppt/ink/ink3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9:09.300"/>
    </inkml:context>
    <inkml:brush xml:id="br0">
      <inkml:brushProperty name="width" value="0.2" units="cm"/>
      <inkml:brushProperty name="height" value="0.2" units="cm"/>
      <inkml:brushProperty name="color" value="#008C3A"/>
    </inkml:brush>
  </inkml:definitions>
  <inkml:trace contextRef="#ctx0" brushRef="#br0">0 59 24575,'0'-2'0,"0"0"0,1 0 0,-1 1 0,0-1 0,1 0 0,-1 0 0,1 1 0,0-1 0,-1 0 0,1 1 0,0-1 0,0 0 0,0 1 0,0-1 0,0 1 0,0 0 0,1-1 0,-1 1 0,0 0 0,1 0 0,-1 0 0,1 0 0,-1 0 0,1 0 0,0 0 0,-1 0 0,1 1 0,0-1 0,-1 1 0,1-1 0,3 0 0,6 0 0,0-1 0,0 1 0,-1 1 0,14 1 0,-13-1 0,221 2 0,-214-3 0,30-5 0,-35 3 0,0 1 0,0 1 0,0 0 0,24 2 0,60 8 0,115-5 0,-154-4 0,66 7 0,-11 0 0,45-17 0,-144 9 0,41-6 0,-4 1 0,52 1 0,-42 4 0,51 3 0,-26 11 0,-28-5 0,-38-5 0,32 2 0,-36-5-97,17 1 314,-31-1-352,0 0 0,0 0 0,1-1 0,-1 1 0,0-1 0,0 1 0,0-1 0,0 0 0,0 0 0,4-2 0</inkml:trace>
</inkml:ink>
</file>

<file path=ppt/ink/ink3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9:10.190"/>
    </inkml:context>
    <inkml:brush xml:id="br0">
      <inkml:brushProperty name="width" value="0.2" units="cm"/>
      <inkml:brushProperty name="height" value="0.2" units="cm"/>
      <inkml:brushProperty name="color" value="#008C3A"/>
    </inkml:brush>
  </inkml:definitions>
  <inkml:trace contextRef="#ctx0" brushRef="#br0">45 3 24575,'0'-1'0,"1"1"0,-1 0 0,0 0 0,0 0 0,0 0 0,0-1 0,1 1 0,-1 0 0,0 0 0,0 0 0,1 0 0,-1 0 0,0 0 0,0 0 0,1 0 0,-1-1 0,0 1 0,0 0 0,1 0 0,-1 0 0,0 0 0,0 0 0,1 0 0,-1 1 0,0-1 0,0 0 0,0 0 0,1 0 0,-1 0 0,0 0 0,0 0 0,1 0 0,6 9 0,1 11 0,-4-4 0,2 31 0,-1-7 0,-3-29 0,-1 0 0,0 0 0,-1 0 0,0 1 0,-1-1 0,0 0 0,-4 12 0,-10 93 0,7-72 0,2 1 0,0 68 0,7-88 0,5 27 0,-2-28 0,0 34 0,-4 274 0,-2-313 0,0 1 0,-1-1 0,-1 1 0,-1-1 0,-9 22 0,8-22 0,0 0 0,1 1 0,0 0 0,-2 38 0,6-22 0,2 1 0,9 63 0,-7-79 0,-1 0 0,-1 22 0,-1-25 0,1 0 0,0 0 0,8 30 0,46 123-1365</inkml:trace>
</inkml:ink>
</file>

<file path=ppt/ink/ink3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9:11.322"/>
    </inkml:context>
    <inkml:brush xml:id="br0">
      <inkml:brushProperty name="width" value="0.2" units="cm"/>
      <inkml:brushProperty name="height" value="0.2" units="cm"/>
      <inkml:brushProperty name="color" value="#008C3A"/>
    </inkml:brush>
  </inkml:definitions>
  <inkml:trace contextRef="#ctx0" brushRef="#br0">0 0 24575,'1'1'0,"0"-1"0,-1 0 0,1 0 0,0 1 0,-1-1 0,1 0 0,-1 1 0,1-1 0,0 1 0,-1-1 0,1 1 0,-1-1 0,1 1 0,-1-1 0,0 1 0,1-1 0,-1 1 0,0 0 0,1-1 0,-1 2 0,7 14 0,-6-14 0,5 17 0,0 0 0,-2 0 0,0 0 0,2 37 0,-6 81 0,-1-62 0,0-4 0,2 77 0,6-98 0,-4-32 0,2 31 0,-6-35 0,-1 0 0,0 0 0,-1 1 0,0-1 0,-1-1 0,0 1 0,-9 17 0,12-31 0,-4 14 0,0-1 0,1 1 0,-3 19 0,6-26 0,0 0 0,1 0 0,0 0 0,0 0 0,1 0 0,0 0 0,0 0 0,4 13 0,48 125 0,-44-121 0,-2 1 0,0-1 0,-2 2 0,-1-1 0,3 45 0,-8-34 0,9 69 0,-3-59-11,-2 0 0,-4 56 0,0-31-1321</inkml:trace>
</inkml:ink>
</file>

<file path=ppt/ink/ink3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9:12.007"/>
    </inkml:context>
    <inkml:brush xml:id="br0">
      <inkml:brushProperty name="width" value="0.2" units="cm"/>
      <inkml:brushProperty name="height" value="0.2" units="cm"/>
      <inkml:brushProperty name="color" value="#008C3A"/>
    </inkml:brush>
  </inkml:definitions>
  <inkml:trace contextRef="#ctx0" brushRef="#br0">1935 59 24575,'-65'-11'0,"-187"-23"0,181 29 0,-82-3 0,134 8 0,-235 3 0,1 20 0,190-12 0,-134 19 0,-219-10 0,385-18 0,-36 5 0,16-1 0,8 3-1365</inkml:trace>
</inkml:ink>
</file>

<file path=ppt/ink/ink3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9:18.179"/>
    </inkml:context>
    <inkml:brush xml:id="br0">
      <inkml:brushProperty name="width" value="0.2" units="cm"/>
      <inkml:brushProperty name="height" value="0.2" units="cm"/>
      <inkml:brushProperty name="color" value="#00A0D7"/>
    </inkml:brush>
  </inkml:definitions>
  <inkml:trace contextRef="#ctx0" brushRef="#br0">73 67 24575,'-18'-39'0,"8"17"0,10 21 0,0 1 0,0 0 0,0 0 0,0-1 0,0 1 0,0 0 0,-1 0 0,1-1 0,0 1 0,0 0 0,0 0 0,0 0 0,0-1 0,0 1 0,-1 0 0,1 0 0,0 0 0,0 0 0,0-1 0,0 1 0,-1 0 0,1 0 0,0 0 0,0 0 0,0 0 0,-1-1 0,1 1 0,0 0 0,0 0 0,-1 0 0,1 0 0,0 0 0,0 0 0,-1 0 0,1 0 0,0 0 0,-1 0 0,-3 9 0,0 15 0,4 115 0,-1 0 0,-13-37 0,8-68 0,-2 47 0,8 143 0,7-148 0,1 31 0,-8-86 0,1 0 0,6 37 0,-4-39 0,-1 0 0,-2 28 0,0-29 0,1-1 0,5 36 0,8 44 0,-8-49 0,8 28 0,-8-48 0,-1 0 0,2 56 0,-7-77-110,-2 27 354,2-33-307,0 0 1,-1 0-1,1 1 1,0-1 0,-1 0-1,1 0 1,0 0-1,-1 0 1,0 0-1,1 0 1,-1 0-1,0 0 1,1 0-1,-1 0 1,0 0 0,0 0-1,0 0 1,0-1-1,0 1 1,0 0-1,0-1 1,0 1-1,-2 0 1</inkml:trace>
</inkml:ink>
</file>

<file path=ppt/ink/ink3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9:19.139"/>
    </inkml:context>
    <inkml:brush xml:id="br0">
      <inkml:brushProperty name="width" value="0.2" units="cm"/>
      <inkml:brushProperty name="height" value="0.2" units="cm"/>
      <inkml:brushProperty name="color" value="#00A0D7"/>
    </inkml:brush>
  </inkml:definitions>
  <inkml:trace contextRef="#ctx0" brushRef="#br0">1 218 24575,'2'-5'0,"1"0"0,-1 0 0,1 0 0,0 0 0,1 0 0,-1 1 0,1-1 0,0 1 0,0 0 0,0 1 0,1-1 0,-1 1 0,1-1 0,0 1 0,0 1 0,0-1 0,0 1 0,11-4 0,59-9 0,-16 4 0,-25 5 0,66-4 0,-29 4 0,45-2 0,-22 2 0,72 1 0,-48 4 0,27-12 0,-103 9 0,1-2 0,53-14 0,-56 11 0,-4 2 0,0 1 0,49-1 0,-26 6 0,91 11 0,90 22 0,-211-30-682,38-1-1</inkml:trace>
</inkml:ink>
</file>

<file path=ppt/ink/ink3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9:19.834"/>
    </inkml:context>
    <inkml:brush xml:id="br0">
      <inkml:brushProperty name="width" value="0.2" units="cm"/>
      <inkml:brushProperty name="height" value="0.2" units="cm"/>
      <inkml:brushProperty name="color" value="#00A0D7"/>
    </inkml:brush>
  </inkml:definitions>
  <inkml:trace contextRef="#ctx0" brushRef="#br0">0 1 24575,'1'0'0,"0"0"0,0 0 0,0 1 0,0-1 0,-1 0 0,1 1 0,0-1 0,0 1 0,0-1 0,-1 1 0,1-1 0,0 1 0,-1 0 0,1-1 0,0 1 0,-1 0 0,1 0 0,-1-1 0,1 1 0,-1 0 0,0 0 0,1 1 0,8 22 0,-8-21 0,8 32 0,-1 0 0,-2 0 0,4 57 0,-10 111 0,-1-98 0,10 44 0,6 16 0,-9 1 0,2 10 0,-2-106 0,-3-30 0,13 61 0,-9-74 0,-1 0 0,-1 1 0,1 50 0,-6-57 0,1 1 0,6 36 0,8 6 0,-15-53-1365</inkml:trace>
</inkml:ink>
</file>

<file path=ppt/ink/ink3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9:20.537"/>
    </inkml:context>
    <inkml:brush xml:id="br0">
      <inkml:brushProperty name="width" value="0.2" units="cm"/>
      <inkml:brushProperty name="height" value="0.2" units="cm"/>
      <inkml:brushProperty name="color" value="#00A0D7"/>
    </inkml:brush>
  </inkml:definitions>
  <inkml:trace contextRef="#ctx0" brushRef="#br0">1639 44 24575,'-71'0'0,"-78"11"0,105-7 0,1-2 0,-59-5 0,-19-11 0,37 0 0,53 8 0,0 2 0,-45-2 0,-486 7 0,548-2 0,-1 0 0,-16-5 0,15 3 0,-26-1 0,23 4 0,0 1 0,-1 1 0,-21 4 0,-66 12-1365</inkml:trace>
</inkml:ink>
</file>

<file path=ppt/ink/ink3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9:34.945"/>
    </inkml:context>
    <inkml:brush xml:id="br0">
      <inkml:brushProperty name="width" value="0.2" units="cm"/>
      <inkml:brushProperty name="height" value="0.2" units="cm"/>
      <inkml:brushProperty name="color" value="#5B2D90"/>
    </inkml:brush>
  </inkml:definitions>
  <inkml:trace contextRef="#ctx0" brushRef="#br0">27 2 24575,'0'0'0,"0"0"0,0 0 0,-1 0 0,1 0 0,0 0 0,0 0 0,0-1 0,0 1 0,0 0 0,-1 0 0,1 0 0,0 0 0,0 0 0,0 0 0,0 0 0,-1 0 0,1 0 0,0 0 0,0 0 0,0 0 0,-1 0 0,1 0 0,0 0 0,0 0 0,0 0 0,0 0 0,-1 0 0,1 0 0,0 0 0,0 0 0,0 0 0,0 0 0,-1 0 0,1 1 0,-5 6 0,-3 16 0,7-17 0,-1 3 0,0-1 0,1 1 0,0 0 0,1 0 0,0 0 0,0 0 0,1 0 0,4 18 0,-2-11 0,0 23 0,-3 293 0,1-320 0,0-1 0,1 1 0,1-1 0,0 0 0,1 1 0,0-1 0,6 11 0,-3-6 0,-1 0 0,6 23 0,7 76 0,-5-28 0,21 87 0,0-60 0,-29-91 0,-2-1 0,-1 1 0,1 40 0,-4-25 0,8 74 0,7 1 0,-12-90 0,0 1 0,-2 0 0,-1-1 0,-2 1 0,-6 43 0,5-51-455,1 0 0,1 23 0</inkml:trace>
</inkml:ink>
</file>

<file path=ppt/ink/ink3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9:36.007"/>
    </inkml:context>
    <inkml:brush xml:id="br0">
      <inkml:brushProperty name="width" value="0.2" units="cm"/>
      <inkml:brushProperty name="height" value="0.2" units="cm"/>
      <inkml:brushProperty name="color" value="#5B2D90"/>
    </inkml:brush>
  </inkml:definitions>
  <inkml:trace contextRef="#ctx0" brushRef="#br0">0 89 24575,'4'-6'0,"0"1"0,0 0 0,0 1 0,0-1 0,1 1 0,0 0 0,0 0 0,0 0 0,1 1 0,6-4 0,-2 2 0,0 1 0,1 1 0,0-1 0,21-2 0,-27 5 0,28-5 0,63-2 0,-22 8 0,73 1 0,-20 15 0,-38-4 0,-82-11 0,155 14 0,-82-9 0,66 2 0,561-8 0,-687-2 0,-1 0 0,1-1 0,27-8 0,-38 8 0,65-19 0,-53 16-102,-10 3 214,23-4 1,-32 7-200,1 0-1,-1 0 0,0-1 1,0 1-1,1 1 1,-1-1-1,0 0 1,0 1-1,1-1 1,-1 1-1,0-1 1,0 1-1,0 0 1,0 0-1,0 0 0,2 2 1</inkml:trace>
</inkml:ink>
</file>

<file path=ppt/ink/ink3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9:36.755"/>
    </inkml:context>
    <inkml:brush xml:id="br0">
      <inkml:brushProperty name="width" value="0.2" units="cm"/>
      <inkml:brushProperty name="height" value="0.2" units="cm"/>
      <inkml:brushProperty name="color" value="#5B2D90"/>
    </inkml:brush>
  </inkml:definitions>
  <inkml:trace contextRef="#ctx0" brushRef="#br0">59 0 24575,'-3'13'0,"1"0"0,0 0 0,1-1 0,0 1 0,1 0 0,0 0 0,1 0 0,3 13 0,-2-9 0,0 0 0,-2 0 0,0 0 0,-2 18 0,-12 50 0,3-25 0,-6 113 0,10-45 0,0 10 0,7-117 0,-1 6 0,2 0 0,0 1 0,2-1 0,9 39 0,3-15 0,4 13 0,16 95 0,-31-129 0,2 10 0,1 63 0,-8-44 0,2 84 0,13-56 0,-11-74-273,0 0 0,0 0 0,2 0 0,10 24 0</inkml:trace>
</inkml:ink>
</file>

<file path=ppt/ink/ink3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9:37.707"/>
    </inkml:context>
    <inkml:brush xml:id="br0">
      <inkml:brushProperty name="width" value="0.2" units="cm"/>
      <inkml:brushProperty name="height" value="0.2" units="cm"/>
      <inkml:brushProperty name="color" value="#5B2D90"/>
    </inkml:brush>
  </inkml:definitions>
  <inkml:trace contextRef="#ctx0" brushRef="#br0">2005 30 24575,'-113'-13'0,"-21"-2"0,105 14 0,0 1 0,-48 5 0,-45 14 0,39-5 0,-160 7 0,-342-22 0,571 2 0,-1 0 0,-16 4 0,16-2 0,-25 2 0,-75 6 0,89-8 0,1-2 0,0 0 0,-29-3 0,15-5 0,29 4 0,-1 1 0,-16-1 0,-116 4-1365</inkml:trace>
</inkml:ink>
</file>

<file path=ppt/ink/ink3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9:47.1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339 0 24575,'-209'13'0,"199"-12"0,0 1 0,-1 0 0,-18 5 0,26-6 0,1 0 0,-1 0 0,1 1 0,-1-1 0,1 0 0,0 1 0,-1 0 0,1-1 0,0 1 0,0 0 0,0 0 0,1 0 0,-1 0 0,0 0 0,1 1 0,-1-1 0,1 0 0,0 1 0,0-1 0,-1 4 0,2-5 0,-1 1 0,1 0 0,0-1 0,0 1 0,0 0 0,0-1 0,1 1 0,-1 0 0,0-1 0,1 1 0,-1 0 0,1-1 0,0 1 0,-1-1 0,1 1 0,0-1 0,0 1 0,0-1 0,0 1 0,0-1 0,0 0 0,0 0 0,1 0 0,-1 0 0,0 0 0,1 0 0,1 2 0,6 2 0,0 0 0,0 0 0,12 4 0,-17-7 0,53 17 0,8 4 0,-64-22 0,1 0 0,-1-1 0,1 1 0,-1 0 0,0-1 0,1 1 0,-1 0 0,0 0 0,0 0 0,0 0 0,0 1 0,0-1 0,0 0 0,0 0 0,0 1 0,0-1 0,0 0 0,1 3 0,-2-3 0,-1 0 0,1 0 0,0 0 0,0 0 0,0 0 0,0 0 0,-1 0 0,1 0 0,0 0 0,-1 0 0,1 0 0,-1-1 0,1 1 0,-1 0 0,0 0 0,1 0 0,-1-1 0,0 1 0,1 0 0,-1-1 0,0 1 0,0-1 0,1 1 0,-1-1 0,0 1 0,0-1 0,0 1 0,0-1 0,0 0 0,-1 1 0,-5 1 0,-1 1 0,1-1 0,-1-1 0,1 1 0,-1-1 0,-8 0 0,-49-2 0,27-1 0,25 2-103,10 1 19,-1-1 0,1 1 0,0-1-1,0-1 1,0 1 0,-1 0 0,1-1 0,0 1 0,0-1 0,0 0 0,0 0-1,0 0 1,0 0 0,-3-2 0</inkml:trace>
</inkml:ink>
</file>

<file path=ppt/ink/ink3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9:47.4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24575,'5'20'0,"4"11"0,2 3 0,3 3 0,1 0 0,1-1 0,-1-3 0,3 0 0,0-3 0,0-2 0,-1-3 0,0-2 0,-2-2 0,-2-3 0,-2-2 0,-2-4-8191</inkml:trace>
</inkml:ink>
</file>

<file path=ppt/ink/ink3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9:47.6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304 0 24575,'-29'5'0,"-13"4"0,-1 1 0,4-2 0,7 0 0,5-1 0,6-1 0,3-3 0,3-1 0,1-1 0,1-3 0,2-1-8191</inkml:trace>
</inkml:ink>
</file>

<file path=ppt/ink/ink3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9:48.1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32 24575,'5'4'0,"91"67"0,-96-70 0,1-1 0,0 1 0,0-1 0,0 1 0,-1-1 0,1 0 0,0 1 0,0-1 0,0 0 0,0 1 0,0-1 0,0 0 0,1 0 0,-2 0 0,0 0 0,1 0 0,-1 0 0,0 0 0,0-1 0,0 1 0,0 0 0,0 0 0,1 0 0,-1 0 0,0-1 0,0 1 0,0 0 0,0 0 0,0 0 0,0-1 0,0 1 0,0 0 0,0 0 0,0 0 0,1-1 0,-1 1 0,0 0 0,0 0 0,0 0 0,0-1 0,-1 1 0,1 0 0,0 0 0,0-1 0,0 1 0,0 0 0,0 0 0,0-1 0,-13-27 0,8 17 0,3 7 0,1 0 0,-1 0 0,1 0 0,1-1 0,-1 1 0,0 0 0,1-6 0,0 9 0,0 0 0,0 0 0,0 0 0,0 0 0,1 0 0,-1 0 0,1 0 0,-1-1 0,0 1 0,1 0 0,0 0 0,-1 0 0,1 1 0,0-1 0,-1 0 0,1 0 0,0 0 0,0 0 0,0 1 0,0-1 0,-1 0 0,1 1 0,0-1 0,0 1 0,1-1 0,-1 1 0,0-1 0,0 1 0,0 0 0,0-1 0,2 1 0,3-1 0,1 1 0,0-1 0,-1 1 0,1 1 0,-1-1 0,1 1 0,0 0 0,-1 1 0,0 0 0,1 0 0,-1 0 0,0 0 0,0 1 0,0 0 0,8 6 0,7 5 0,-1 2 0,30 28 0,-47-41 0,12 13 0,-1 0 0,0 1 0,19 33 0,-26-38 117,-14-22-1599,1 1-5344</inkml:trace>
</inkml:ink>
</file>

<file path=ppt/ink/ink3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9:48.3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4 24575,'-2'-3'0,"1"2"0,1 4 0,3 3 0,1 4 0,2-1 0,1 2 0</inkml:trace>
</inkml:ink>
</file>

<file path=ppt/ink/ink3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9:49.0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159 361 24575,'-21'0'0,"-31"4"0,45-3 0,1 0 0,-1 1 0,0 0 0,1 0 0,0 0 0,-1 1 0,1 0 0,-8 6 0,12-9 0,1 1 0,0 0 0,0 0 0,-1 0 0,1 0 0,0 0 0,0 0 0,0 0 0,0 0 0,0 1 0,0-1 0,0 0 0,1 0 0,-1 1 0,0-1 0,1 1 0,-1-1 0,1 1 0,0-1 0,-1 1 0,1-1 0,0 1 0,0-1 0,0 1 0,0-1 0,0 1 0,0-1 0,0 1 0,0-1 0,1 1 0,-1-1 0,1 1 0,-1-1 0,1 1 0,0-1 0,-1 0 0,1 1 0,0-1 0,0 0 0,0 0 0,0 1 0,1 0 0,3 3 0,1 1 0,-1-1 0,1-1 0,0 1 0,0-1 0,1 0 0,9 5 0,-8-6 0,-1 0 0,1 0 0,0-1 0,1 0 0,-1 0 0,0-1 0,0 0 0,1-1 0,10 0 0,-15 0 0,0 0 0,0-1 0,0 1 0,0-1 0,-1 0 0,1 0 0,0-1 0,-1 1 0,1-1 0,-1 1 0,1-1 0,-1 0 0,0-1 0,0 1 0,0 0 0,0-1 0,0 0 0,0 1 0,-1-1 0,0 0 0,1-1 0,1-3 0,0-1 0,-1-1 0,0 0 0,0 0 0,-1 0 0,0 0 0,-1 0 0,0 0 0,-1-1 0,1 1 0,-2 0 0,-1-13 0,-3-7 0,-1 0 0,-12-35 0,3 21 0,-2 2 0,-36-66 0,51 104 0,1 0 0,-1 1 0,0-1 0,0 1 0,0-1 0,0 1 0,-4-3 0,6 5 0,-1-1 0,1 1 0,0 0 0,-1-1 0,1 1 0,-1 0 0,1 0 0,-1 0 0,1 0 0,-1-1 0,1 1 0,0 0 0,-1 0 0,1 0 0,-1 0 0,1 0 0,-1 0 0,1 0 0,-1 0 0,1 0 0,-1 0 0,0 1 0,1-1 0,-1 1 0,0-1 0,1 1 0,-1-1 0,1 1 0,-1 0 0,1-1 0,-1 1 0,1 0 0,-1 0 0,1-1 0,0 1 0,-1 0 0,1 0 0,0-1 0,0 1 0,-1 1 0,-1 10 0,0 0 0,1 0 0,1 0 0,0 0 0,0 0 0,1 0 0,3 16 0,3 4 0,16 46 0,-20-70 0,0 0 0,1 0 0,0 0 0,0 0 0,1-1 0,0 1 0,1-1 0,-1 0 0,13 10 0,-13-12 0,0-1 0,1 0 0,0 0 0,0-1 0,0 1 0,0-1 0,0-1 0,1 1 0,-1-1 0,1 0 0,-1-1 0,1 1 0,8-1 0,-3 0 0,0 0 0,0-2 0,0 1 0,0-2 0,0 1 0,0-2 0,0 0 0,18-7 0,-25 9 0,-1-1 0,0-1 0,0 1 0,0 0 0,0-1 0,0 0 0,-1 0 0,1 0 0,-1 0 0,0-1 0,0 1 0,0-1 0,0 0 0,-1 0 0,1 0 0,-1 0 0,0 0 0,0-1 0,-1 1 0,1 0 0,-1-1 0,0 0 0,0 1 0,-1-1 0,1-6 0,-1 9 0,0-1 0,0 0 0,0 0 0,-1 1 0,1-1 0,-1 0 0,0 1 0,1-1 0,-1 1 0,-1-1 0,1 1 0,0-1 0,0 1 0,-1-1 0,1 1 0,-4-4 0,3 5 0,1 0 0,0 0 0,0 0 0,-1 1 0,1-1 0,0 0 0,-1 1 0,1-1 0,-1 0 0,1 1 0,-1 0 0,1-1 0,-1 1 0,1 0 0,-1 0 0,1 0 0,-1 0 0,0 0 0,1 0 0,-1 0 0,1 0 0,-1 1 0,1-1 0,-1 1 0,1-1 0,-1 1 0,1-1 0,0 1 0,-1 0 0,-1 2 0,-1-1 0,0 1 0,1 1 0,0-1 0,0 0 0,0 1 0,0-1 0,0 1 0,1 0 0,0 0 0,0 0 0,0 0 0,0 1 0,0-1 0,1 0 0,0 1 0,0-1 0,0 1 0,1-1 0,-1 9 0,1-7 0,0 0 0,0 0 0,0 0 0,1 0 0,0 0 0,0 0 0,1-1 0,0 1 0,0 0 0,0-1 0,0 1 0,1-1 0,0 1 0,6 7 0,-1-6 0,-1 1 0,1-2 0,1 1 0,-1-1 0,1 0 0,0 0 0,0-1 0,1-1 0,0 0 0,14 5 0,-6-4 0,1-1 0,-1 0 0,1-1 0,38 0 0,-51-3-227,0 0-1,1-1 1,-1 0-1,1 0 1,7-3-1,-4 1-6598</inkml:trace>
</inkml:ink>
</file>

<file path=ppt/ink/ink3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9:49.8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88 72 24575,'9'44'0,"3"-1"0,2 0 0,27 61 0,-41-104 0,16 28 0,-15-26 0,0-1 0,0 0 0,0 1 0,0-1 0,1 0 0,-1 0 0,0 1 0,0-1 0,1 0 0,-1 0 0,1 0 0,-1-1 0,1 1 0,-1 0 0,3 0 0,-3-1 0,-1 0 0,0 0 0,1 0 0,-1 0 0,0 0 0,1 0 0,-1 0 0,1 0 0,-1 0 0,0 0 0,1 0 0,-1 0 0,0-1 0,1 1 0,-1 0 0,0 0 0,1 0 0,-1-1 0,0 1 0,0 0 0,1 0 0,-1-1 0,0 1 0,0 0 0,1-1 0,-1 1 0,0 0 0,0-1 0,0 1 0,0 0 0,0-1 0,1 1 0,-1 0 0,0-1 0,0 1 0,0-1 0,0 1 0,0 0 0,0-1 0,0 1 0,0 0 0,0-1 0,0 1 0,-1 0 0,1-1 0,0 1 0,0-1 0,0 1 0,-6-21 0,5 20 0,-16-39 0,-2 0 0,-32-51 0,-2-11 0,36 65 0,17 36 0,0 1 0,-1 0 0,1-1 0,0 1 0,0 0 0,0-1 0,0 1 0,0 0 0,0-1 0,-1 1 0,1 0 0,0-1 0,0 1 0,0 0 0,-1 0 0,1-1 0,0 1 0,-1 0 0,1 0 0,0-1 0,0 1 0,-1 0 0,1 0 0,0 0 0,-1 0 0,1 0 0,0-1 0,-1 1 0,1 0 0,0 0 0,-1 0 0,1 0 0,-1 0 0,1 0 0,0 0 0,-1 0 0,1 0 0,0 0 0,-1 0 0,1 1 0,0-1 0,-1 0 0,1 0 0,0 0 0,-1 0 0,1 0 0,0 1 0,-1-1 0,1 0 0,0 0 0,0 1 0,-1-1 0,1 0 0,0 0 0,0 1 0,0-1 0,-1 0 0,1 1 0,0-1 0,0 0 0,0 1 0,-14 27 0,11-20 0,-4 3-1365,-1-1-5461</inkml:trace>
</inkml:ink>
</file>

<file path=ppt/ink/ink3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9:50.6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 9 24575,'-13'-9'0,"10"11"0,3 8 0,22 84 0,-4-17 0,31 111 0,-47-182 0,0 0 0,1 0 0,-1 0 0,1-1 0,1 1 0,-1-1 0,1 0 0,-1 0 0,8 6 0,-8-8 0,0 0 0,0-1 0,1 1 0,-1-1 0,1 0 0,0 0 0,-1-1 0,1 1 0,0-1 0,0 1 0,0-1 0,0 0 0,0-1 0,9 1 0,-3 0-151,0-2-1,0 1 0,0-1 0,1-1 1,-1 0-1,-1-1 0,1 1 1,11-6-1,-9 3-6674</inkml:trace>
</inkml:ink>
</file>

<file path=ppt/ink/ink3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9:50.8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191 1 24575,'-27'0'0,"-9"2"0,0 1 0,5 3 0,6 0 0,4 1 0,6 0-8191</inkml:trace>
</inkml:ink>
</file>

<file path=ppt/ink/ink3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9:51.4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157 4 24575,'1'-1'0,"0"1"0,0-1 0,0 1 0,0 0 0,0-1 0,0 1 0,0 0 0,0 0 0,0 0 0,0 0 0,0 0 0,0 0 0,0 0 0,0 0 0,0 0 0,0 0 0,0 1 0,0-1 0,0 0 0,0 1 0,0-1 0,0 0 0,0 1 0,-1-1 0,1 1 0,0 0 0,0-1 0,0 1 0,0 1 0,24 21 0,-17-14 0,0 0 0,-1 1 0,0 0 0,-1 0 0,0 1 0,0 0 0,4 13 0,-10-23 0,1 1 0,-1-1 0,0 1 0,0-1 0,1 1 0,-1-1 0,0 1 0,0-1 0,-1 1 0,1-1 0,0 1 0,0-1 0,-1 1 0,1-1 0,-1 0 0,1 1 0,-1-1 0,1 0 0,-1 1 0,-1 0 0,0 1 0,0-1 0,0 0 0,0 0 0,0 0 0,0-1 0,-1 1 0,1-1 0,-1 1 0,-5 2 0,1-2 0,-1 1 0,0-1 0,0 0 0,-1 0 0,1-1 0,-14 0 0,7-1 0,0-2 0,0 0 0,0 0 0,0-1 0,1-1 0,-1-1 0,-20-9 0,34 14 0,-1-1 0,0 0 0,1 0 0,-1 0 0,1 0 0,-1 0 0,1 0 0,-1 0 0,1 0 0,0-1 0,-1 1 0,1-1 0,0 1 0,0-1 0,0 1 0,0-1 0,0 1 0,1-1 0,-1 0 0,0-2 0,1 2 0,0 0 0,0 0 0,0 0 0,0 0 0,0 1 0,1-1 0,-1 0 0,1 0 0,-1 0 0,1 0 0,0 1 0,-1-1 0,1 0 0,0 1 0,0-1 0,1 1 0,-1-1 0,0 1 0,2-3 0,4-2-44,0 1-1,0-1 0,1 1 1,-1 0-1,1 1 0,0 0 1,0 0-1,9-2 0,-1-1-918,-7 3-5863</inkml:trace>
</inkml:ink>
</file>

<file path=ppt/ink/ink3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9:52.3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24575,'14'38'0,"21"123"0,4 17 0,-38-175 0,0 0 0,0 0 0,0 0 0,0 0 0,1-1 0,-1 1 0,1 0 0,0-1 0,0 1 0,0-1 0,0 0 0,0 1 0,0-1 0,0 0 0,1 0 0,-1-1 0,1 1 0,3 1 0,-1 0 0,1-2 0,-1 1 0,1 0 0,0-1 0,0 0 0,0-1 0,0 1 0,9-1 0,-1-1-1365,-1 1-5461</inkml:trace>
</inkml:ink>
</file>

<file path=ppt/ink/ink3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9:52.5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268 0 24575,'-29'0'0,"-13"0"0,-1 0 0,4 0 0,6 0 0,9 3 0,6 0 0,6 3 0,3 2 0,2 3 0,1-1 0,1 0 0</inkml:trace>
</inkml:ink>
</file>

<file path=ppt/ink/ink3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9:53.0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24575,'8'45'0,"1"0"0,2-1 0,2 0 0,26 56 0,-34-88 0,1 0 0,1 0 0,0-1 0,0 1 0,1-1 0,1-1 0,0 0 0,0 0 0,1-1 0,15 12 0,-24-20 0,0 0 0,0-1 0,0 1 0,0-1 0,0 1 0,0-1 0,0 1 0,0-1 0,0 1 0,0-1 0,0 0 0,0 0 0,0 0 0,0 1 0,0-1 0,1 0 0,-1 0 0,0 0 0,2-1 0,-2 1 0,-1-1 0,1 1 0,0-1 0,-1 1 0,1-1 0,-1 0 0,1 1 0,-1-1 0,1 1 0,-1-1 0,1 0 0,-1 0 0,0 1 0,1-1 0,-1 0 0,0 1 0,0-1 0,0 0 0,1 0 0,-1-1 0,0-4 0,0 0 0,0 0 0,0 1 0,-1-1 0,-2-10 0,3 16 0,0 0 0,0 0 0,0 0 0,0-1 0,0 1 0,0 0 0,0 0 0,0 0 0,0-1 0,0 1 0,0 0 0,0 0 0,0 0 0,0-1 0,0 1 0,0 0 0,0 0 0,0 0 0,0-1 0,0 1 0,0 0 0,0 0 0,0 0 0,0-1 0,1 1 0,-1 0 0,0 0 0,0 0 0,0 0 0,0 0 0,0-1 0,1 1 0,-1 0 0,8 1 0,12 9 0,-17-8 0,28 15 0,39 20 0,-62-33 0,0-1 0,0-1 0,0 1 0,0-2 0,0 1 0,0-1 0,12 1 0,-8-4-1365,-3-1-5461</inkml:trace>
</inkml:ink>
</file>

<file path=ppt/ink/ink3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9:53.6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75 184 24575,'8'-9'0,"3"-1"0,-1 0 0,-1-1 0,13-17 0,-21 25 0,1 1 0,0-1 0,-1 0 0,0 1 0,1-1 0,-1 0 0,0 0 0,0 0 0,-1 0 0,1 0 0,-1 0 0,1-1 0,-1 1 0,0 0 0,0 0 0,-1 0 0,1 0 0,-1 0 0,1 0 0,-1 0 0,-2-6 0,1 6 0,0 0 0,-1 0 0,1 0 0,-1 0 0,0 0 0,1 1 0,-1-1 0,0 1 0,-1 0 0,1 0 0,0 0 0,0 0 0,-1 0 0,0 1 0,1-1 0,-5 0 0,6 1 0,-1 1 0,0-1 0,0 0 0,1 1 0,-1-1 0,0 1 0,0 0 0,0 0 0,1 0 0,-1 0 0,0 1 0,0-1 0,0 1 0,1 0 0,-1-1 0,0 1 0,1 0 0,-1 1 0,0-1 0,1 0 0,-4 4 0,3-3 0,1 1 0,0-1 0,0 1 0,0 0 0,0 0 0,0 0 0,1 0 0,-1 0 0,1 0 0,0 1 0,0-1 0,0 0 0,0 1 0,0-1 0,1 0 0,0 1 0,-1-1 0,2 1 0,-1-1 0,0 1 0,2 6 0,-1-5 0,1 0 0,0 0 0,0 0 0,0 0 0,0 0 0,1-1 0,0 1 0,0-1 0,0 0 0,1 0 0,-1 0 0,1 0 0,7 5 0,4 2 0,1 0 0,1-1 0,-1-1 0,35 14 0,-39-19 0,1 0 0,0-1 0,0 0 0,-1 0 0,2-2 0,-1 0 0,0 0 0,14-2 0,-15-1-1365,-3-1-5461</inkml:trace>
</inkml:ink>
</file>

<file path=ppt/ink/ink3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9:54.3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57 143 24575,'48'63'0,"14"21"0,-129-177 0,-2-5 0,46 58 0,22 37 0,-1 0 0,1 1 0,0-1 0,1 0 0,-1 1 0,0-1 0,1 0 0,0 0 0,-1 0 0,1 0 0,0 1 0,0-1 0,2-5 0,-2 7 4,0 0 1,1 0-1,-1 0 0,1 1 0,-1-1 0,1 0 0,-1 0 0,1 1 0,-1-1 1,1 0-1,0 1 0,-1-1 0,1 0 0,0 1 0,0-1 0,-1 1 0,1-1 1,0 1-1,0 0 0,0-1 0,0 1 0,0 0 0,0 0 0,-1-1 0,1 1 1,0 0-1,0 0 0,2 0 0,0 0-169,-1 0 0,1 1 0,0-1 0,-1 1 0,1 0 0,0-1 0,-1 1 0,5 2 0,3 3-6661</inkml:trace>
</inkml:ink>
</file>

<file path=ppt/ink/ink3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9:54.6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24575,'0'3'0,"0"3"0,3 0 0,0 2 0,0 2 0,2 2 0,3 1 0,1 1 0,1 0 0,0 1 0,1 0 0,1-3 0,-1 0 0,0-3 0,-3-6 0,-4-2 0</inkml:trace>
</inkml:ink>
</file>

<file path=ppt/ink/ink3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9:54.8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24575,'10'7'0,"3"5"0,-1 1-8191</inkml:trace>
</inkml:ink>
</file>

<file path=ppt/ink/ink3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9:55.5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201 17 24575,'-5'-3'0,"-1"1"0,0-1 0,1 1 0,-1 0 0,0 1 0,0 0 0,0-1 0,-8 1 0,12 1 0,-1 0 0,1 0 0,-1 1 0,1-1 0,-1 1 0,1-1 0,-1 1 0,1 0 0,0 0 0,-1 0 0,1 0 0,0 0 0,0 1 0,0-1 0,0 1 0,0-1 0,0 1 0,0 0 0,0 0 0,1 0 0,-1 0 0,-1 2 0,0 0 0,1 0 0,0 0 0,-1 0 0,2 1 0,-1-1 0,0 0 0,1 1 0,0-1 0,0 1 0,0 0 0,0-1 0,1 1 0,0 9 0,1-12 0,0 0 0,0 0 0,1 1 0,-1-1 0,1 0 0,-1 0 0,1 0 0,0-1 0,0 1 0,2 2 0,8 8 0,29 39 0,-25-32 0,-1 1 0,17 27 0,-29-42 0,0 1 0,0 0 0,-1 0 0,1 0 0,-1 0 0,-1 0 0,2 10 0,-2-14 0,-1 1 0,0 0 0,0 0 0,-1 0 0,1 0 0,-1-1 0,1 1 0,-1 0 0,0 0 0,0-1 0,0 1 0,0 0 0,0-1 0,-1 1 0,1-1 0,-1 0 0,1 1 0,-5 2 0,1 0 7,1-1 0,-2 0 0,1 0 0,0-1 0,-1 0 1,1 0-1,-1 0 0,0-1 0,0 1 0,0-1 0,0-1 0,-1 1 0,1-1 0,0 0 0,-1-1 0,-8 1 0,10-1-66,1-1-1,-1 1 1,1-1-1,0 1 1,-1-1 0,1-1-1,0 1 1,0 0-1,0-1 1,0 0 0,0 0-1,0 0 1,0-1-1,1 1 1,-1-1 0,1 0-1,0 0 1,0 0-1,0 0 1,0-1 0,0 1-1,1-1 1,-1 1-1,-2-7 1,0-2-6767</inkml:trace>
</inkml:ink>
</file>

<file path=ppt/ink/ink3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9:56.1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24575,'119'322'0,"-88"-228"0,-29-89 0,-1 1 0,1 0 0,0-1 0,0 1 0,1-1 0,-1 0 0,1 0 0,0 0 0,0 0 0,8 8 0,-10-12 0,-1-1 0,0 0 0,1 0 0,-1 1 0,0-1 0,1 0 0,-1 0 0,0 0 0,1 1 0,-1-1 0,0 0 0,1 0 0,-1 0 0,1 0 0,-1 0 0,0 0 0,1 0 0,-1 0 0,1 0 0,-1 0 0,0 0 0,1 0 0,-1 0 0,0 0 0,1-1 0,-1 1 0,1 0 0,-1 0 0,0 0 0,1-1 0,8-11 0,0-20 0,-8 30 0,2-12 0,5-22 0,-7 33 0,0 0 0,0 1 0,0-1 0,0 1 0,1-1 0,-1 1 0,1-1 0,-1 1 0,5-4 0,-6 6 0,1-1 0,0 1 0,0-1 0,0 1 0,-1-1 0,1 1 0,0 0 0,0 0 0,0-1 0,0 1 0,-1 0 0,1 0 0,0 0 0,0 0 0,0 0 0,0 0 0,0 0 0,0 0 0,0 1 0,-1-1 0,1 0 0,0 0 0,0 1 0,0-1 0,0 1 0,-1-1 0,1 0 0,0 1 0,-1-1 0,1 1 0,1 1 0,3 2 0,1 1 0,-1 1 0,5 5 0,-1 0 0,25 25 0,-26-26 0,1 0 0,-1-1 0,2 0 0,0-1 0,0 1 0,0-2 0,14 8 0,-23-14-52,-1-1-1,1 0 1,-1 0-1,1 0 1,-1 1-1,1-1 1,-1 0-1,1 0 1,-1 0-1,1 0 1,-1 0-1,1 0 1,-1 0-1,1 0 1,-1 0-1,1 0 1,-1 0-1,1 0 1,-1-1-1,1 1 1,-1 0-1,1 0 0,-1 0 1,1-1-1,0 1 1</inkml:trace>
</inkml:ink>
</file>

<file path=ppt/ink/ink3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9:56.3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24575,'10'17'0,"3"11"0,2 5 0,1 3 0,0-1 0,-3-1 0,-1-2 0,0-3 0,-2-2 0,0-1 0,0-2 0,-1-3 0,0 1 0,-1-2 0,0-2 0,-1-1 0,-2-1 0,-1-4-8191</inkml:trace>
</inkml:ink>
</file>

<file path=ppt/ink/ink3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9:56.5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188 1 24575,'-34'0'0,"-17"0"0,-4 0 0,7 0-8191</inkml:trace>
</inkml:ink>
</file>

<file path=ppt/ink/ink3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0:04.08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184 11 24575,'0'0'0,"0"-1"0,0 0 0,0 1 0,-1-1 0,1 1 0,0-1 0,0 1 0,-1-1 0,1 1 0,0 0 0,-1-1 0,1 1 0,0-1 0,-1 1 0,1-1 0,-1 1 0,1 0 0,0-1 0,-1 1 0,1 0 0,-1 0 0,1-1 0,-1 1 0,1 0 0,-1 0 0,1 0 0,-1 0 0,0 0 0,1-1 0,-1 1 0,1 0 0,-1 0 0,1 0 0,-2 1 0,-19 1 0,-15 3 0,27-4 0,0 0 0,0 1 0,0 0 0,0 0 0,-15 7 0,23-9 0,1 1 0,0-1 0,-1 0 0,1 0 0,0 0 0,-1 0 0,1 1 0,0-1 0,-1 0 0,1 0 0,0 1 0,-1-1 0,1 0 0,0 0 0,0 1 0,-1-1 0,1 0 0,0 1 0,0-1 0,0 0 0,-1 1 0,1-1 0,0 1 0,0-1 0,0 0 0,0 1 0,0-1 0,0 1 0,0-1 0,0 1 0,0 0 0,1-1 0,-1 1 0,1 0 0,-1-1 0,0 1 0,1-1 0,-1 1 0,1-1 0,-1 1 0,1-1 0,0 1 0,-1-1 0,2 1 0,25 10 0,-25-10 0,46 14 0,74 28 0,-119-42 0,0 0 0,0 1 0,0 0 0,-1 0 0,1-1 0,0 1 0,-1 1 0,0-1 0,1 0 0,2 5 0,-4-6 0,-1 0 0,1 0 0,-1 0 0,1 0 0,-1 0 0,1 1 0,-1-1 0,0 0 0,0 0 0,1 0 0,-1 1 0,0-1 0,0 0 0,0 0 0,0 1 0,-1-1 0,1 0 0,0 0 0,0 0 0,-1 1 0,1-1 0,-1 0 0,1 0 0,-1 0 0,1 0 0,-1 0 0,0 0 0,1 0 0,-1 0 0,-2 1 0,-2 3 0,-1 0 0,0 0 0,0 0 0,0-1 0,-1 0 0,0-1 0,1 1 0,-1-1 0,-8 2 0,-8 2 0,-37 7 0,59-14-15,-11 2 60,-1 0 1,-20 0 0,31-1-124,-1-1-1,0 0 1,0-1 0,1 1 0,-1 0-1,0-1 1,0 0 0,1 0 0,-1 1-1,1-1 1,-1-1 0,1 1 0,-1 0-1,1-1 1,-1 1 0,1-1-1,0 0 1,-2-2 0,-3-5-6748</inkml:trace>
</inkml:ink>
</file>

<file path=ppt/ink/ink3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0:04.44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 3 24575,'0'0'0,"0"0"0,-1 0 0,1 0 0,0 0 0,0-1 0,0 1 0,0 0 0,0 0 0,0 0 0,0 0 0,0 0 0,-1 0 0,1 0 0,0-1 0,0 1 0,0 0 0,0 0 0,0 0 0,-1 0 0,1 0 0,0 0 0,0 0 0,0 0 0,0 0 0,0 0 0,-1 0 0,1 0 0,0 0 0,0 0 0,0 0 0,0 0 0,-1 0 0,1 0 0,0 0 0,0 0 0,0 0 0,-1 0 0,1 7 0,4 10 0,4 1 0,0 0 0,1 0 0,13 20 0,39 46 0,-28-40 0,2-3 131,-10-13-1627,-17-19-5330</inkml:trace>
</inkml:ink>
</file>

<file path=ppt/ink/ink3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0:04.64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157 1 24575,'-24'0'0,"-12"0"0,0 0 0,2 0 0,7 0-8191</inkml:trace>
</inkml:ink>
</file>

<file path=ppt/ink/ink3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0:05.00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45 185 24575,'9'15'0,"-5"-10"0,-10-15 0,-4-6 0,1-2 0,-9-22 0,15 32 0,0-1 0,1 0 0,0 0 0,0 0 0,1 0 0,0 0 0,1-10 0,0 17 4,0 0 0,0 1 0,0-1 0,0 0 0,0 1-1,1-1 1,-1 1 0,1-1 0,-1 1 0,1-1 0,0 1 0,-1-1-1,1 1 1,0-1 0,0 1 0,0 0 0,0 0 0,0-1 0,0 1 0,0 0-1,1 0 1,-1 0 0,0 0 0,1 0 0,-1 0 0,0 1 0,1-1-1,-1 0 1,1 1 0,2-1 0,-2 0-72,0 1 1,1 0-1,-1 0 1,0 0-1,0 1 1,0-1-1,1 0 1,-1 1-1,0-1 1,0 1-1,0 0 1,0 0-1,0 0 1,0 0-1,0 0 1,0 0-1,0 1 1,0-1-1,-1 0 1,1 1-1,2 3 1</inkml:trace>
</inkml:ink>
</file>

<file path=ppt/ink/ink3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0:05.20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24575,'2'12'0,"4"5"0,0 1 0,2-2 0,0-2 0,0-3 0,2 0 0,2-3 0,0 0 0,2-2 0,0-1 0,-2-2-8191</inkml:trace>
</inkml:ink>
</file>

<file path=ppt/ink/ink3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0:05.39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4 24575,'0'-3'0,"0"2"0,3 1 0,0 4 0,3 0 0</inkml:trace>
</inkml:ink>
</file>

<file path=ppt/ink/ink3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0:06.20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194 351 24575,'-20'-9'0,"-48"-19"0,62 25 0,-1 2 0,0-1 0,0 1 0,0 0 0,1 0 0,-1 1 0,0-1 0,-9 2 0,15 0 0,-1-1 0,1 0 0,-1 1 0,1-1 0,-1 1 0,1-1 0,-1 1 0,1 0 0,0 0 0,-1 0 0,1 0 0,0-1 0,0 2 0,-1-1 0,1 0 0,0 0 0,-1 2 0,0 0 0,1 0 0,0-1 0,-1 1 0,1 0 0,0-1 0,1 1 0,-1 0 0,0 0 0,1 4 0,-1-3 0,1 1 0,0 0 0,0-1 0,1 1 0,-1 0 0,1-1 0,0 1 0,1 0 0,-1-1 0,1 0 0,-1 1 0,4 4 0,-1-5 0,-1 0 0,1 0 0,0 0 0,0-1 0,0 0 0,1 0 0,-1 0 0,1 0 0,0-1 0,0 1 0,-1-1 0,1 0 0,1-1 0,9 3 0,-9-3 0,0 0 0,1 0 0,-1-1 0,0 1 0,1-1 0,-1 0 0,0-1 0,1 0 0,-1 0 0,0 0 0,0-1 0,8-3 0,-11 4 0,0-1 0,0 0 0,0 1 0,-1-1 0,1 0 0,-1-1 0,1 1 0,-1 0 0,0-1 0,0 1 0,0-1 0,0 0 0,3-5 0,-3 3 0,-1 0 0,1 0 0,-1 0 0,1 0 0,-2-1 0,1 1 0,0-10 0,-2-2 0,-1 0 0,0 0 0,-1 1 0,-7-23 0,-5-2 0,-1 0 0,-2 1 0,-2 1 0,-28-43 0,47 81 0,0-1 0,0 0 0,0 1 0,0-1 0,-1 1 0,1 0 0,0-1 0,-1 1 0,1 0 0,-1 0 0,-2-2 0,4 3 0,0 0 0,0 0 0,-1 0 0,1 0 0,0 0 0,0 0 0,-1 0 0,1 0 0,0 0 0,0 0 0,-1 0 0,1 0 0,0 0 0,0 0 0,-1 0 0,1 0 0,0 0 0,0 0 0,-1 0 0,1 1 0,0-1 0,0 0 0,0 0 0,-1 0 0,1 0 0,0 1 0,0-1 0,-1 0 0,-3 14 0,3 0 0,1 0 0,1-1 0,0 1 0,1-1 0,4 18 0,0-6 0,20 45 0,-22-60 0,2 1 0,0-1 0,0 0 0,1-1 0,0 1 0,0-1 0,1-1 0,0 1 0,1-2 0,0 1 0,0-1 0,1 0 0,0-1 0,0 0 0,0 0 0,1-1 0,-1-1 0,1 0 0,16 4 0,-7-4 0,-1-1 0,1-1 0,0-1 0,37-2 0,-50 0 0,1 0 0,-1 0 0,0-1 0,0 0 0,0 0 0,0-1 0,0 0 0,-1 0 0,1 0 0,-1-1 0,0 0 0,0 0 0,0-1 0,-1 0 0,1 0 0,6-8 0,-10 10 0,-1 1 0,1 0 0,-1-1 0,0 0 0,0 1 0,0-1 0,0 1 0,-1-1 0,1 0 0,-1 0 0,1 1 0,-1-1 0,0 0 0,0 0 0,0 0 0,-1 1 0,1-1 0,-1 0 0,1 0 0,-1 1 0,-2-5 0,3 5 0,-1-1 0,0 1 0,0 0 0,-1 0 0,1 0 0,0 0 0,-1 0 0,1 0 0,-1 0 0,0 0 0,0 1 0,0-1 0,1 1 0,-1-1 0,-1 1 0,1 0 0,0-1 0,0 1 0,0 0 0,-1 1 0,1-1 0,0 0 0,-1 1 0,-3-1 0,5 1 0,0 0 0,-1 0 0,1 0 0,0 0 0,0 0 0,0 0 0,0 0 0,0 0 0,0 1 0,-1-1 0,1 0 0,0 1 0,0-1 0,0 1 0,0 0 0,0-1 0,0 1 0,1 0 0,-1-1 0,0 1 0,-1 2 0,1-2 0,0 0 0,0 1 0,1-1 0,-1 1 0,1 0 0,-1-1 0,1 1 0,0-1 0,0 1 0,0 0 0,0-1 0,0 1 0,0 2 0,1 1 0,0 0 0,0 0 0,0-1 0,0 1 0,1-1 0,0 1 0,0-1 0,0 0 0,5 6 0,-2-4 0,0-1 0,0 0 0,1 0 0,0-1 0,0 1 0,0-1 0,0-1 0,0 1 0,1-1 0,0 0 0,0 0 0,13 2 0,4 0 0,0-1 0,35 2 0,-23-1-1365,-22-2-5461</inkml:trace>
</inkml:ink>
</file>

<file path=ppt/ink/ink3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0:07.13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14 24 24575,'17'41'0,"1"-1"0,40 64 0,-31-57 0,-14-29 0,-10-14 0,-1-1 0,1 0 0,-1 1 0,1 0 0,2 7 0,-30-52 0,-34-79 0,24 44 0,8 10 0,26 67 0,1-1 0,-1 1 0,0 0 0,1-1 0,-1 1 0,1 0 0,-1-1 0,1 1 0,0 0 0,-1 0 0,1-1 0,-1 1 0,1 0 0,0 0 0,0 0 0,0-1 0,0 1 0,-1 1 0,-5 23 0,3-12-1365,2-1-5461</inkml:trace>
</inkml:ink>
</file>

<file path=ppt/ink/ink3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0:07.97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170 291 24575,'-11'-4'0,"-1"0"0,1 0 0,-1 1 0,0 1 0,0 0 0,-13-1 0,21 3 0,0 0 0,0 0 0,1 1 0,-1-1 0,0 1 0,1 0 0,-1 0 0,0 0 0,1 1 0,-6 2 0,7-3 0,0 1 0,0 0 0,0-1 0,0 1 0,0 0 0,0 0 0,0 0 0,1 1 0,-1-1 0,1 0 0,0 0 0,-1 1 0,1-1 0,0 1 0,0-1 0,0 5 0,0-6 0,1 1 0,0-1 0,0 1 0,-1 0 0,1-1 0,0 1 0,1-1 0,-1 1 0,0 0 0,0-1 0,1 1 0,-1-1 0,1 1 0,-1-1 0,1 1 0,-1-1 0,3 3 0,-1-1 0,0-1 0,0 0 0,0 1 0,0-1 0,1 0 0,-1-1 0,1 1 0,4 3 0,1-2 0,0 1 0,1-1 0,-1 0 0,1-1 0,14 2 0,-20-3 0,-1-1 0,0 1 0,1-1 0,-1 0 0,0 0 0,0 0 0,1-1 0,-1 1 0,0 0 0,1-1 0,-1 0 0,0 1 0,0-1 0,0 0 0,0 0 0,0 0 0,0 0 0,0 0 0,2-2 0,-2 1 0,-1-1 0,1 1 0,-1 0 0,1 0 0,-1-1 0,0 1 0,0-1 0,0 1 0,0-1 0,-1 0 0,1 1 0,0-1 0,-1 0 0,0 1 0,0-6 0,0-8 0,0 1 0,-2-1 0,1 1 0,-2-1 0,0 1 0,-1 0 0,-1 0 0,0 1 0,-1-1 0,-9-16 0,-9-17 0,8 15 0,-21-31 0,36 63 0,1 0 0,0 1 0,0 0 0,-1-1 0,1 1 0,0-1 0,-1 1 0,1-1 0,-1 1 0,1 0 0,-1-1 0,1 1 0,0 0 0,-1-1 0,1 1 0,-1 0 0,0-1 0,0 1 0,1 0 0,0 1 0,0-1 0,0 0 0,0 0 0,-1 0 0,1 0 0,0 0 0,0 0 0,0 1 0,0-1 0,-1 0 0,1 0 0,0 0 0,0 1 0,0-1 0,0 0 0,0 0 0,0 0 0,0 1 0,0-1 0,-1 0 0,1 0 0,0 0 0,0 1 0,0-1 0,0 0 0,0 1 0,2 20 0,6 4 24,1-1 0,1 0 0,1 0 0,23 36 0,-14-30-519,1-2 0,47 50 0,-58-70-6331</inkml:trace>
</inkml:ink>
</file>

<file path=ppt/ink/ink3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0:08.42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75 57 24575,'-2'-1'0,"0"0"0,0 0 0,-1 0 0,1 0 0,0 0 0,-1 1 0,1-1 0,-1 1 0,1 0 0,0-1 0,-1 1 0,1 0 0,-1 1 0,1-1 0,-1 0 0,1 1 0,-1-1 0,1 1 0,0 0 0,-1 0 0,1 0 0,-2 1 0,2-1 0,1 0 0,-1 1 0,1-1 0,-1 1 0,1-1 0,0 1 0,0 0 0,-1 0 0,1-1 0,1 1 0,-1 0 0,0 0 0,0 0 0,1 0 0,-1 0 0,1 0 0,-1 0 0,1 0 0,0 0 0,0 0 0,0 0 0,0 0 0,0 0 0,1 0 0,-1 0 0,2 4 0,-1-1 0,1 0 0,0 0 0,1-1 0,-1 1 0,1-1 0,0 1 0,0-1 0,0 0 0,1 0 0,-1 0 0,1-1 0,0 1 0,0-1 0,5 3 0,-7-4 0,1 0 0,-1-1 0,0 1 0,1-1 0,0 0 0,-1 1 0,1-1 0,0-1 0,0 1 0,-1 0 0,1-1 0,0 1 0,0-1 0,0 0 0,0 0 0,0 0 0,-1 0 0,1 0 0,0-1 0,0 0 0,0 1 0,0-1 0,-1 0 0,1 0 0,0 0 0,3-3 0,-4 2 0,0 0 0,0 0 0,0 0 0,0 0 0,-1 0 0,1-1 0,-1 1 0,0 0 0,0-1 0,0 0 0,0 1 0,0-1 0,0 1 0,0-1 0,-1 0 0,0 0 0,1 1 0,-1-1 0,0 0 0,0 0 0,-1 1 0,1-4 0,-1-1 0,0 1 0,-1 0 0,1 0 0,-1-1 0,-1 1 0,1 0 0,-1 0 0,-5-7 0,5 7 14,-1 1-1,0 1 0,0-1 0,-1 1 1,0-1-1,1 1 0,-1 0 1,-6-3-1,8 6-100,0-1-1,0 0 1,0 1 0,0 0-1,0 0 1,0 0 0,-1 0-1,1 0 1,0 1-1,-1-1 1,1 1 0,0 0-1,-1 0 1,1 0 0,0 0-1,-6 2 1,0 1-6739</inkml:trace>
</inkml:ink>
</file>

<file path=ppt/ink/ink3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0:09.06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76 24575,'30'44'0,"65"70"0,-93-111 0,0-1 0,1 0 0,0 1 0,0-1 0,0 0 0,0 0 0,5 2 0,-7-3 0,-1-1 0,1 0 0,-1 0 0,1 0 0,0 0 0,-1 1 0,1-1 0,0 0 0,-1 0 0,1 0 0,-1 0 0,1 0 0,0-1 0,-1 1 0,1 0 0,0 0 0,-1 0 0,1-1 0,0 1 0,0-1 0,0 0 0,-1 1 0,1-1 0,0 0 0,-1 0 0,1 0 0,-1 1 0,1-1 0,-1 0 0,1 0 0,-1 0 0,0 0 0,1 0 0,-1 0 0,0 0 0,0-1 0,2-12 0,-2 0 0,0 1 0,0-1 0,-1 1 0,-5-23 0,6 35 0,0 0 0,-1 1 0,1-1 0,0 0 0,0 0 0,0 0 0,0 0 0,0 0 0,0 1 0,0-1 0,1 0 0,-1 0 0,0 0 0,0 0 0,1 1 0,0-2 0,-1 1 0,0 1 0,0 0 0,1 0 0,-1-1 0,0 1 0,1 0 0,-1 0 0,1 0 0,-1 0 0,0 0 0,1-1 0,-1 1 0,0 0 0,1 0 0,-1 0 0,1 0 0,-1 0 0,0 0 0,1 0 0,-1 0 0,0 0 0,1 1 0,-1-1 0,1 0 0,-1 0 0,5 2 0,-1 0 0,0 0 0,1 1 0,5 4 0,-3-2 0,18 12 0,-9-5 0,26 13 0,-37-23 0,0 1 0,1-1 0,-1 0 0,0 0 0,1-1 0,-1 0 0,1 0 0,-1 0 0,11 0 0,-15-1 0,1-1 0,-1 1 0,0 0 0,0 0 0,1 0 0,-1-1 0,0 1 0,0-1 0,0 1 0,1-1 0,-1 1 0,0-1 0,0 1 0,0-1 0,0 0 0,0 0 0,0 0 0,0 0 0,-1 1 0,1-1 0,1-2 0,-1 1 0,0 0 0,0 0 0,0 0 0,-1 0 0,1-1 0,-1 1 0,1 0 0,-1-1 0,0 1 0,0-4 0,0-3 0,-1-1 0,0 1 0,-1-1 0,-4-12 0,2 12-136,-1 0-1,0 1 1,0 0-1,-1 0 1,0 1-1,0-1 1,-1 1-1,0 1 0,-11-11 1,8 9-6690</inkml:trace>
</inkml:ink>
</file>

<file path=ppt/ink/ink3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0:09.61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8 24575,'0'-1'0,"0"1"0,0 0 0,0 0 0,0-1 0,0 1 0,0 0 0,0-1 0,0 1 0,0 0 0,0 0 0,0-1 0,0 1 0,0 0 0,1 0 0,-1-1 0,0 1 0,0 0 0,0 0 0,0 0 0,1-1 0,-1 1 0,0 0 0,0 0 0,0 0 0,1 0 0,-1-1 0,0 1 0,0 0 0,0 0 0,1 0 0,-1 0 0,0 0 0,0 0 0,1 0 0,-1 0 0,0 0 0,1 0 0,-1 0 0,0 0 0,0 0 0,1 0 0,-1 0 0,0 0 0,0 0 0,1 0 0,-1 0 0,0 0 0,0 0 0,1 0 0,-1 0 0,0 0 0,0 1 0,1-1 0,-1 0 0,0 0 0,0 0 0,0 0 0,1 1 0,12 9 0,11 22 0,-17-23 0,-1 1 0,2-1 0,-1-1 0,1 1 0,17 12 0,-24-20 0,0 0 0,0 0 0,1-1 0,-1 1 0,0 0 0,0-1 0,1 1 0,-1-1 0,0 1 0,1-1 0,-1 0 0,0 0 0,1 1 0,-1-1 0,0 0 0,3 0 0,-3-1 0,0 1 0,0 0 0,-1-1 0,1 1 0,0-1 0,0 1 0,0-1 0,0 1 0,0-1 0,-1 0 0,1 1 0,0-1 0,0 0 0,-1 0 0,1 0 0,-1 1 0,2-2 0,0-5 0,1 1 0,-1 0 0,0-1 0,0 0 0,1-9 0,2-4 0,-5 19 0,0-1 0,1 1 0,-1-1 0,1 1 0,0-1 0,0 1 0,-1-1 0,1 1 0,0 0 0,0-1 0,0 1 0,0 0 0,0 0 0,1 0 0,-1 0 0,0 0 0,1 0 0,-1 0 0,0 0 0,1 0 0,-1 1 0,1-1 0,-1 0 0,1 1 0,-1 0 0,1-1 0,0 1 0,-1 0 0,1 0 0,-1-1 0,1 1 0,0 1 0,-1-1 0,1 0 0,-1 0 0,1 1 0,0-1 0,-1 0 0,2 2 0,8 2 0,-1 0 0,-1 0 0,1 1 0,14 11 0,-17-12 0,36 26-1365,-30-22-5461</inkml:trace>
</inkml:ink>
</file>

<file path=ppt/ink/ink3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1:14.13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294 1 24575,'-7'0'0,"0"1"0,0 0 0,-11 3 0,-13 3 0,-19 0 0,31-3 0,-31 1 0,47-5 0,-1 0 0,1 1 0,-1-1 0,1 1 0,0 0 0,-1 0 0,1 0 0,0 0 0,0 1 0,-1-1 0,1 1 0,0 0 0,1 0 0,-4 2 0,5-3 0,-1 1 0,1-1 0,0 1 0,0-1 0,0 1 0,0-1 0,0 1 0,0 0 0,0-1 0,0 1 0,1 0 0,-1 0 0,1-1 0,-1 1 0,1 0 0,0 0 0,0 0 0,0 0 0,0 0 0,0-1 0,0 1 0,0 0 0,0 0 0,1 0 0,-1 0 0,1 0 0,1 2 0,-1-1 0,1 1 0,1-1 0,-1 1 0,0-1 0,1 0 0,-1 0 0,1 0 0,0 0 0,0-1 0,0 1 0,1-1 0,-1 0 0,7 4 0,6 1 0,31 10 0,-37-13 0,55 15 0,-32-9 0,60 24 0,-91-33 0,-1 0 0,1-1 0,-1 1 0,1 0 0,-1 0 0,1 0 0,-1 0 0,0 0 0,1 0 0,-1 1 0,0-1 0,0 0 0,0 0 0,0 1 0,0-1 0,0 1 0,0-1 0,-1 1 0,1-1 0,0 1 0,-1 0 0,1 1 0,-1-1 0,0-1 0,-1 1 0,1-1 0,0 0 0,-1 1 0,1-1 0,-1 1 0,0-1 0,1 0 0,-1 1 0,0-1 0,0 0 0,0 0 0,0 0 0,0 0 0,0 0 0,0 0 0,0 0 0,0 0 0,0 0 0,-1 0 0,1 0 0,0-1 0,-1 1 0,-1 0 0,-13 6 0,0-1 0,-1-1 0,0 0 0,1-1 0,-30 2 0,-87-1 0,122-5 40,1 0 0,-18-4 0,24 3-164,1 0 0,-1 0 1,1 0-1,-1 0 0,1-1 0,0 0 1,-1 1-1,1-1 0,0 0 0,0-1 1,-3-2-1</inkml:trace>
</inkml:ink>
</file>

<file path=ppt/ink/ink3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1:14.55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0 24575,'26'77'0,"4"-1"0,59 108 0,-74-156-85,-6-11-341,1 0-1,23 31 0,-25-39-6399</inkml:trace>
</inkml:ink>
</file>

<file path=ppt/ink/ink3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1:14.77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265 16 24575,'-27'0'0,"-12"-3"0,-3 0 0,2 0 0,6 0 0,6 1 0,6 1 0,3 1 0,8-1 0,9 1 0</inkml:trace>
</inkml:ink>
</file>

<file path=ppt/ink/ink3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1:15.15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72 227 24575,'4'11'0,"-4"-11"0,0 0 0,-1 0 0,1 0 0,0 0 0,0 0 0,0 1 0,0-1 0,0 0 0,0 0 0,0 0 0,0 0 0,0 0 0,0 0 0,0 0 0,0 1 0,0-1 0,0 0 0,0 0 0,-1 0 0,1 0 0,0 0 0,0 0 0,0 0 0,0 0 0,0 0 0,0 0 0,0 0 0,-1 0 0,1 0 0,0 0 0,0 0 0,0 0 0,0 0 0,0 0 0,0 0 0,0 0 0,-1 0 0,1 0 0,0 0 0,0 0 0,-1 0 0,-1-1 0,1 1 0,0-1 0,0 1 0,-1-1 0,1 0 0,0 0 0,0 1 0,0-1 0,0 0 0,-2-2 0,-3-5 0,0 0 0,0 0 0,0-1 0,1 1 0,1-1 0,-1 0 0,1-1 0,1 1 0,0-1 0,-3-11 0,5 16 0,1 0 0,-1 1 0,1-1 0,0 0 0,0 1 0,1-1 0,-1 0 0,1 1 0,0-1 0,0 1 0,0-1 0,1 1 0,0-1 0,0 1 0,0 0 0,0 0 0,0 0 0,1 0 0,0 0 0,0 0 0,0 1 0,0 0 0,8-6 0,-10 7 0,0 1 0,1 0 0,-1 0 0,1 0 0,-1 0 0,1 0 0,0 0 0,-1 1 0,1-1 0,0 1 0,-1-1 0,1 1 0,0-1 0,0 1 0,0 0 0,-1 0 0,1 0 0,0 0 0,0 0 0,0 0 0,-1 1 0,1-1 0,0 0 0,0 1 0,-1 0 0,1-1 0,0 1 0,-1 0 0,1 0 0,0 0 0,0 1 0,5 4 0,-1 0 0,0 0 0,0 0 0,-1 1 0,7 11 0,14 16 0,38 25-1365,-55-52-5461</inkml:trace>
</inkml:ink>
</file>

<file path=ppt/ink/ink3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1:15.52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28 58 24575,'-2'-3'0,"-1"0"0,1 0 0,-1 0 0,1 0 0,0 0 0,0 0 0,0 0 0,0-1 0,1 1 0,-1-1 0,1 0 0,0 1 0,-2-9 0,3 12 0,0 0 0,0 0 0,0 0 0,0 0 0,0 0 0,0 0 0,0-1 0,0 1 0,0 0 0,0 0 0,0 0 0,0 0 0,0 0 0,0-1 0,0 1 0,0 0 0,0 0 0,1 0 0,-1 0 0,0 0 0,0 0 0,0 0 0,0-1 0,0 1 0,0 0 0,0 0 0,0 0 0,0 0 0,1 0 0,-1 0 0,0 0 0,0 0 0,0 0 0,0 0 0,0 0 0,0 0 0,1-1 0,-1 1 0,0 0 0,0 0 0,0 0 0,6 4 0,4 7 0,9 20 0,-13-20 0,0-1 0,9 11 0,-25-27-1365,2-1-5461</inkml:trace>
</inkml:ink>
</file>

<file path=ppt/ink/ink3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1:15.80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9 0 24575,'-3'0'0,"0"2"0,0 4 0</inkml:trace>
</inkml:ink>
</file>

<file path=ppt/ink/ink3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1:16.55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211 376 24575,'-20'-13'0,"-53"-31"0,64 40 0,0-1 0,0 2 0,0-1 0,-1 1 0,1 1 0,-12-2 0,20 3 0,-1 1 0,1 0 0,-1 0 0,1 0 0,-1 0 0,1 0 0,-1 0 0,1 0 0,-1 1 0,1-1 0,-1 0 0,1 1 0,-1-1 0,1 1 0,0 0 0,-1-1 0,1 1 0,0 0 0,-1 0 0,1 0 0,-1 1 0,0 0 0,1 0 0,0-1 0,0 1 0,1 0 0,-1 0 0,0 0 0,0 0 0,1 0 0,-1 0 0,1 0 0,0 0 0,0 0 0,0 4 0,0 1 0,1 0 0,0 0 0,0 0 0,1-1 0,0 1 0,0 0 0,0-1 0,5 8 0,-3-6 0,1-1 0,-1 0 0,2 0 0,-1 0 0,1-1 0,0 1 0,1-1 0,-1-1 0,1 1 0,0-1 0,1-1 0,-1 1 0,1-1 0,0 0 0,0-1 0,0 0 0,0 0 0,1-1 0,-1 0 0,1-1 0,-1 1 0,18-1 0,-24-1 0,1 0 0,-1-1 0,1 1 0,-1-1 0,0 1 0,1-1 0,-1 0 0,0 0 0,1 0 0,-1 0 0,0 0 0,0-1 0,0 1 0,0-1 0,0 1 0,0-1 0,-1 0 0,1 0 0,0 0 0,-1 0 0,1 0 0,-1 0 0,0 0 0,0 0 0,0 0 0,0-1 0,0 1 0,0 0 0,-1-1 0,1 1 0,0-5 0,0-3 0,0 0 0,-1 0 0,0-1 0,-1 1 0,0 0 0,-3-14 0,-11-39 0,-3 1 0,-3 0 0,-54-109 0,68 161 0,5 17 0,6 21 0,6 6 0,1 0 0,29 61 0,-29-73 0,0-1 0,1 0 0,1-1 0,1 0 0,20 21 0,-27-33 0,0-1 0,0-1 0,1 1 0,0-1 0,0 0 0,1-1 0,0 0 0,0 0 0,0-1 0,0 0 0,1-1 0,-1 0 0,1 0 0,0-1 0,10 1 0,-7-2 0,-1 0 0,1-1 0,0-1 0,-1 0 0,1 0 0,15-5 0,-25 5 0,1 0 0,-1 0 0,1 0 0,-1-1 0,0 0 0,1 0 0,-1 1 0,0-2 0,0 1 0,0 0 0,-1-1 0,1 1 0,-1-1 0,1 0 0,-1 0 0,0 0 0,0 0 0,0 0 0,0 0 0,-1-1 0,1 1 0,-1 0 0,0-1 0,0 0 0,1-5 0,-1 2 0,-1 0 0,1 0 0,-1 1 0,-1-1 0,1 0 0,-1 1 0,-1-1 0,1 0 0,-1 1 0,0-1 0,0 1 0,-4-6 0,4 7 0,0 1 0,-1 0 0,0 0 0,1 1 0,-1-1 0,-1 0 0,1 1 0,0 0 0,-1 0 0,0 0 0,1 0 0,-1 1 0,0-1 0,-1 1 0,1 0 0,0 0 0,-1 0 0,-5 0 0,9 1 0,-1 1 0,0-1 0,0 1 0,1 0 0,-1 0 0,0 0 0,0 0 0,0 0 0,1 1 0,-1-1 0,0 0 0,0 1 0,1-1 0,-1 1 0,0 0 0,1 0 0,-1-1 0,1 1 0,-3 2 0,2-1 0,0 0 0,-1 1 0,1-1 0,0 1 0,0-1 0,1 1 0,-1 0 0,0 0 0,1 0 0,-2 3 0,1 2 0,-1 1 0,1 0 0,0 0 0,1 0 0,0 0 0,0 0 0,2 9 0,-1-11-6,1-1 0,0 1 0,0 0 0,1-1-1,0 0 1,0 1 0,1-1 0,-1 0 0,1 0-1,1 0 1,-1-1 0,5 7 0,-2-5 28,0-1 0,1 1 1,-1-1-1,1-1 0,0 1 0,1-1 1,0 0-1,9 4 0,-1-2-187,0-1 0,1 0 0,0-1 0,0-1 0,0 0 0,1-1 0,-1-2 0,30 1 0,-34-2-6661</inkml:trace>
</inkml:ink>
</file>

<file path=ppt/ink/ink3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1:17.27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12 24575,'1'0'0,"1"0"0,-1 1 0,1-1 0,0 1 0,-1-1 0,0 1 0,1 0 0,-1-1 0,1 1 0,-1 0 0,0 0 0,1 0 0,-1 0 0,0 0 0,2 3 0,16 21 0,-15-20 0,12 22 0,0 0 0,-2 2 0,14 39 0,14 27 0,-37-85 0,-3-5 0,0 0 0,0-1 0,1 1 0,0-1 0,-1 0 0,6 6 0,-10-28 0,-51-118 0,-6-20 0,48 126 0,8 21 0,9 24 0,85 198 0,-82-194-1365,-1-4-5461</inkml:trace>
</inkml:ink>
</file>

<file path=ppt/ink/ink3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1:19.41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288 504 24575,'-44'-26'0,"-142"-79"0,185 104 0,-1 0 0,1 1 0,-1-1 0,1 0 0,0 1 0,-1-1 0,1 1 0,-1-1 0,0 1 0,1 0 0,-1 0 0,1 0 0,-1 0 0,1 0 0,-1 0 0,-1 0 0,2 1 0,0 0 0,0-1 0,0 1 0,0 0 0,0-1 0,0 1 0,0 0 0,0 0 0,1 0 0,-1 0 0,0 0 0,1 0 0,-1 0 0,0 0 0,1 0 0,0 0 0,-1 1 0,1-1 0,0 0 0,-1 0 0,1 0 0,0 2 0,-1 3 0,0 1 0,0 0 0,0 0 0,1-1 0,0 1 0,2 10 0,-1-14 0,-1 0 0,1 0 0,0 0 0,0 0 0,0-1 0,0 1 0,1 0 0,-1-1 0,1 1 0,0-1 0,-1 1 0,1-1 0,0 0 0,0 0 0,1 0 0,-1 0 0,3 2 0,2 0 0,0-1 0,-1 1 0,1-2 0,0 1 0,0-1 0,0 0 0,15 2 0,-8-3 0,-1 0 0,1-1 0,19-2 0,-31 2 0,0 0 0,0 0 0,0 0 0,0 0 0,-1-1 0,1 1 0,0-1 0,0 1 0,-1-1 0,1 0 0,0 0 0,-1 0 0,1 0 0,-1 0 0,1 0 0,-1 0 0,0 0 0,1 0 0,-1-1 0,0 1 0,0-1 0,0 1 0,0-1 0,0 1 0,0-1 0,0 0 0,0 1 0,-1-1 0,1 0 0,-1 1 0,1-1 0,-1 0 0,0 0 0,0 0 0,1 0 0,-1 1 0,-1-1 0,1 0 0,-1-3 0,0-4 0,-1 0 0,-1 0 0,1 0 0,-2 1 0,1-1 0,-8-13 0,-7-10 0,-120-230 0,121 224 0,9 19 0,-12-22 0,20 41 0,0 1 0,0-1 0,0 0 0,0 0 0,0 0 0,0 0 0,0 0 0,0 0 0,0 0 0,0 0 0,0 0 0,0 0 0,0 0 0,0 0 0,0 0 0,0 0 0,0 0 0,0 0 0,-1 0 0,1 0 0,0 0 0,0 0 0,0 0 0,0 0 0,0 0 0,0 0 0,0 0 0,0 0 0,0 0 0,0 0 0,0 0 0,0 0 0,0 0 0,0 0 0,0 0 0,0 0 0,0 0 0,-1 0 0,1 0 0,0 0 0,0 0 0,0 0 0,0 0 0,0 0 0,0 0 0,0 0 0,0 0 0,0-1 0,0 1 0,0 0 0,0 0 0,0 0 0,0 0 0,0 0 0,0 0 0,0 0 0,0 0 0,0 0 0,0 0 0,0 0 0,0 0 0,0 0 0,0 0 0,0 0 0,0 7 0,3 10 0,9 26 0,2-2 0,2 1 0,1-2 0,3 0 0,1-1 0,34 47 0,-45-72 40,1-1 0,13 11 0,-19-19-226,0 0 1,1-1-1,0 0 0,0 0 1,0 0-1,0-1 1,10 4-1,-4-3-6640</inkml:trace>
</inkml:ink>
</file>

<file path=ppt/ink/ink3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1:19.60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 24575,'10'12'0,"3"7"0,2 0 0,-2-1 0,0-3 0,-3-3 0,-3-2-8191</inkml:trace>
</inkml:ink>
</file>

<file path=ppt/ink/ink3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1:19.80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 24575,'3'4'0,"0"5"0,0 3 0,2 2 0,0 1 0,-1 0 0,-1-2-8191</inkml:trace>
</inkml:ink>
</file>

<file path=ppt/ink/ink3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1:20.21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218 97 24575,'-15'-12'0,"-53"-39"0,60 46 0,1 0 0,-1 1 0,0 0 0,-1 1 0,1-1 0,-1 2 0,-9-3 0,16 4 0,0 1 0,0 0 0,0-1 0,0 1 0,0 0 0,0 0 0,0 0 0,0 0 0,0 1 0,0-1 0,0 1 0,0-1 0,1 1 0,-1-1 0,0 1 0,0 0 0,0 0 0,1 0 0,-1 0 0,0 0 0,1 0 0,-1 1 0,1-1 0,-1 0 0,1 1 0,0 0 0,-1-1 0,1 1 0,0-1 0,0 1 0,0 0 0,-1 3 0,1-2 0,1 0 0,-1 0 0,1 0 0,-1 0 0,1 0 0,0 0 0,0 0 0,0 0 0,1 0 0,-1 0 0,1 1 0,-1-1 0,1 0 0,0 0 0,0-1 0,1 1 0,-1 0 0,0 0 0,1-1 0,2 4 0,0-2 0,-1 0 0,1 0 0,1 0 0,-1 0 0,1-1 0,-1 1 0,1-1 0,0 0 0,0-1 0,1 1 0,8 2 0,-10-4 0,0 0 0,1 0 0,-1 0 0,1 0 0,-1-1 0,1 1 0,-1-1 0,1-1 0,-1 1 0,0 0 0,1-1 0,-1 0 0,1 0 0,-1 0 0,6-3 0,-8 3 0,0-1 0,0 1 0,0-1 0,0 0 0,0 0 0,0 1 0,0-1 0,-1 0 0,1-1 0,-1 1 0,3-4 0,11-14 0,-15 20 0,0 0 0,1-1 0,-1 1 0,0 0 0,1-1 0,-1 1 0,0 0 0,1 0 0,-1 0 0,1 0 0,-1-1 0,0 1 0,1 0 0,-1 0 0,1 0 0,-1 0 0,1 0 0,-1 0 0,0 0 0,1 0 0,-1 0 0,1 0 0,-1 0 0,1 0 0,-1 0 0,0 1 0,1-1 0,-1 0 0,1 0 0,-1 0 0,0 1 0,1-1 0,-1 0 0,0 0 0,1 1 0,-1-1 0,0 0 0,1 1 0,-1-1 0,0 0 0,0 1 0,0-1 0,1 0 0,-1 1 0,0-1 0,0 1 0,9 23 0,-8-20 0,9 41-1365,-8-31-5461</inkml:trace>
</inkml:ink>
</file>

<file path=ppt/ink/ink3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1:20.83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135 41 24575,'-3'-2'0,"-9"-6"0,-27-14 0,36 21 0,-1-1 0,1 1 0,-1 0 0,1 0 0,-1 0 0,0 0 0,1 1 0,-1-1 0,0 1 0,1 0 0,-1 0 0,0 1 0,-4 0 0,6-1 0,1 1 0,-1 0 0,0 0 0,1 0 0,0 0 0,-1 0 0,1 0 0,0 0 0,-1 1 0,1-1 0,0 0 0,0 1 0,0-1 0,0 1 0,0-1 0,0 1 0,1-1 0,-1 1 0,0 0 0,1-1 0,-1 1 0,1 0 0,0 0 0,0-1 0,-1 1 0,1 0 0,0 0 0,1 2 0,-1 1 0,0-1 0,0 1 0,1 0 0,0 0 0,0 0 0,0 0 0,0-1 0,1 1 0,2 5 0,-2-7 0,0 0 0,0 0 0,0 0 0,0 0 0,1 0 0,-1-1 0,1 1 0,0-1 0,0 1 0,0-1 0,0 0 0,0 0 0,0-1 0,0 1 0,1 0 0,-1-1 0,6 2 0,-6-3 0,-1 0 0,1 0 0,0 0 0,0 0 0,-1 0 0,1 0 0,0-1 0,-1 1 0,1-1 0,0 0 0,-1 1 0,1-1 0,-1-1 0,1 1 0,-1 0 0,1 0 0,-1-1 0,0 0 0,0 1 0,0-1 0,0 0 0,0 0 0,3-4 0,7-16 0,-11 20 0,0-1 0,0 0 0,1 0 0,-1 1 0,1-1 0,0 1 0,3-5 0,-4 7 0,-1 0 0,0 0 0,0 0 0,0 0 0,0 0 0,0 0 0,1 0 0,-1 0 0,0-1 0,0 1 0,0 0 0,0 0 0,1 0 0,-1 0 0,0 0 0,0 0 0,0 0 0,0 0 0,1 0 0,-1 1 0,0-1 0,0 0 0,0 0 0,0 0 0,1 0 0,-1 0 0,0 0 0,0 0 0,0 0 0,0 0 0,0 0 0,1 1 0,-1-1 0,0 0 0,0 0 0,0 0 0,0 0 0,0 0 0,0 1 0,0-1 0,0 0 0,1 0 0,-1 0 0,0 0 0,0 1 0,0-1 0,0 0 0,0 0 0,0 0 0,0 0 0,0 1 0,0-1 0,0 0 0,0 0 0,1 12 0,-1-11 0,8 69 0,30 119 0,-4-23 0,-32-154 0,0-4 0,0 1 0,-1-1 0,0 0 0,-1 1 0,0-1 0,0 0 0,-3 15 0,3-22 0,0-1 0,0 1 0,-1 0 0,1 0 0,0-1 0,-1 1 0,1 0 0,-1 0 0,1-1 0,-1 1 0,1 0 0,-1-1 0,1 1 0,-1-1 0,0 1 0,1-1 0,-1 1 0,0-1 0,1 1 0,-1-1 0,0 0 0,-1 1 0,1-1 0,-1 1 0,1-1 0,-1 0 0,1 0 0,-1 0 0,1-1 0,-1 1 0,1 0 0,0-1 0,-1 1 0,-2-1 0,-2-2 0,1 0 0,-1-1 0,1 1 0,-9-8 0,4 2 0,0 0 0,1-1 0,0 0 0,1-1 0,0 0 0,1 0 0,0-1 0,-11-24 0,14 27 0,1-2 0,0 1 0,0 0 0,1-1 0,0 1 0,0-1 0,2 0 0,-1 0 0,1 1 0,1-1 0,3-18 0,-4 26 5,1 0-1,0-1 0,0 1 1,1 0-1,-1 0 0,1 0 1,-1 0-1,1 0 1,0 1-1,0-1 0,0 1 1,0-1-1,1 1 0,-1-1 1,1 1-1,-1 0 1,1 0-1,0 1 0,3-3 1,4 0-151,1 0 1,-1 0 0,1 1 0,14-2 0,-9 1-582,-1 1-6099</inkml:trace>
</inkml:ink>
</file>

<file path=ppt/ink/ink3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1:21.24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172 119 24575,'-3'-3'0,"-30"-26"0,32 27 0,-1 1 0,0-1 0,0 1 0,0 0 0,0 0 0,0 0 0,0 0 0,0 1 0,0-1 0,0 0 0,0 1 0,0-1 0,-1 1 0,1 0 0,0 0 0,-3 0 0,4 0 0,0 1 0,0-1 0,0 0 0,0 1 0,0-1 0,0 1 0,1 0 0,-1-1 0,0 1 0,0-1 0,1 1 0,-1 0 0,0 0 0,1-1 0,-1 1 0,1 0 0,-1 0 0,1 0 0,-1 0 0,1-1 0,0 1 0,-1 0 0,1 0 0,0 0 0,0 0 0,0 0 0,0 0 0,0 0 0,0 0 0,0 0 0,0 0 0,0 0 0,0 0 0,1 1 0,-1 2 0,1 0 0,0 0 0,0 0 0,0 0 0,1 0 0,3 7 0,-2-7 0,0 1 0,0-1 0,1 0 0,-1 0 0,1 0 0,0 0 0,0-1 0,1 1 0,-1-1 0,1 0 0,9 4 0,-11-5 0,1-1 0,-1 0 0,1 0 0,0 0 0,-1 0 0,1 0 0,0-1 0,0 0 0,-1 1 0,1-2 0,0 1 0,0 0 0,-1-1 0,1 1 0,0-1 0,0 0 0,-1-1 0,4 0 0,-5 0 0,0 1 0,0-1 0,0 1 0,-1-1 0,1 0 0,-1 1 0,1-1 0,-1 0 0,0 0 0,1 0 0,-1 0 0,0 0 0,0-1 0,0 1 0,-1 0 0,1 0 0,-1-1 0,1 1 0,-1 0 0,0-1 0,1 1 0,-1 0 0,-1-4 0,1 0 0,0-1 0,-1 0 0,0 0 0,0 1 0,-1-1 0,-4-12 0,4 14 0,0 0 0,0 1 0,-1-1 0,0 1 0,0 0 0,0 0 0,0 0 0,-1 0 0,1 1 0,-1-1 0,0 1 0,-7-5 0,5 5 0,1 0 0,-1 1 0,0 0 0,0 0 0,0 0 0,0 1 0,0 0 0,-1 0 0,-11 0 0,10 1-114,0 0 1,0 0-1,0 0 0,0 1 0,0 0 1,1 1-1,-1-1 0,0 2 0,1-1 1,-1 1-1,-11 6 0,6-1-6712</inkml:trace>
</inkml:ink>
</file>

<file path=ppt/ink/ink3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1:21.72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3 24575,'1'0'0,"-1"-1"0,1 1 0,-1 0 0,1-1 0,0 1 0,-1 0 0,1 0 0,0 0 0,-1-1 0,1 1 0,0 0 0,-1 0 0,1 0 0,0 0 0,-1 0 0,1 0 0,0 0 0,-1 1 0,1-1 0,-1 0 0,1 0 0,0 0 0,-1 1 0,1-1 0,-1 0 0,1 1 0,0-1 0,-1 0 0,1 1 0,19 15 0,-14-11 0,4 4 0,-1 0 0,0 1 0,9 12 0,-13-15 0,0 0 0,1 0 0,0 0 0,1-1 0,-1 0 0,1 0 0,0 0 0,12 6 0,-18-12 0,0 1 0,0-1 0,0 1 0,0-1 0,0 0 0,0 0 0,0 1 0,0-1 0,0 0 0,0 0 0,0 0 0,0 0 0,0 0 0,0 0 0,0 0 0,0-1 0,0 1 0,0 0 0,0-1 0,0 1 0,0 0 0,0-1 0,0 1 0,0-1 0,0 1 0,-1-1 0,1 0 0,0 1 0,0-1 0,0 0 0,-1 0 0,1 0 0,0 1 0,-1-1 0,1 0 0,-1 0 0,1 0 0,-1 0 0,0 0 0,1 0 0,-1 0 0,1-1 0,1-6 0,0-1 0,0 1 0,-1 0 0,1-10 0,-2 10 0,0 6 0,1-1 0,-1 1 0,0-1 0,1 1 0,-1 0 0,1 0 0,0-1 0,0 1 0,0 0 0,0 0 0,0 0 0,0 0 0,1 0 0,-1 0 0,3-2 0,-3 3 0,1 0 0,-1 0 0,1 0 0,-1 1 0,1-1 0,0 0 0,-1 1 0,1-1 0,0 1 0,-1 0 0,1-1 0,0 1 0,0 0 0,-1 0 0,1 0 0,0 0 0,-1 1 0,1-1 0,0 0 0,0 1 0,2 0 0,3 2 10,0 0-1,1 0 0,-1 0 1,0 1-1,-1 0 1,1 1-1,-1 0 0,7 6 1,6 7-351,18 23 1,-24-26-429,-4-4-6057</inkml:trace>
</inkml:ink>
</file>

<file path=ppt/ink/ink3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1:22.43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105 399 24575,'-7'-1'0,"0"0"0,1 1 0,-1-1 0,0 1 0,0 1 0,1-1 0,-10 3 0,14-2 0,0-1 0,0 1 0,-1 0 0,1-1 0,0 1 0,0 0 0,1 0 0,-1 0 0,0 1 0,0-1 0,0 0 0,1 1 0,-1-1 0,1 1 0,-1 0 0,1-1 0,0 1 0,-1 0 0,1 0 0,0 0 0,0 0 0,0 0 0,1 0 0,-1 0 0,0 0 0,1 3 0,-1 0 0,0 1 0,1-1 0,0 1 0,1-1 0,-1 1 0,1 0 0,0-1 0,0 1 0,1-1 0,-1 0 0,1 0 0,0 1 0,4 4 0,-5-7 0,1-1 0,-1 0 0,1 1 0,0-1 0,-1 0 0,1 0 0,0 0 0,0 0 0,1 0 0,-1 0 0,0-1 0,1 1 0,-1-1 0,1 0 0,-1 1 0,1-1 0,0 0 0,-1-1 0,1 1 0,0 0 0,0-1 0,-1 1 0,1-1 0,0 0 0,0 0 0,0 0 0,4-1 0,-5 0 0,1 0 0,0 1 0,-1-1 0,1 0 0,-1 0 0,0-1 0,1 1 0,-1-1 0,0 1 0,0-1 0,0 0 0,0 1 0,0-1 0,0 0 0,0 0 0,-1 0 0,1-1 0,-1 1 0,1 0 0,1-4 0,0-3 0,0 1 0,0-1 0,0 0 0,1-14 0,-3 26 0,0 0 0,0-1 0,0 1 0,0-1 0,0 1 0,1-1 0,-1 1 0,1-1 0,0 0 0,2 3 0,25 28 0,-27-31 0,0-1 0,0 1 0,1 0 0,-1-1 0,0 1 0,0-1 0,1 0 0,-1 0 0,1 0 0,-1 0 0,1 0 0,-1-1 0,1 1 0,0-1 0,-1 0 0,1 1 0,0-1 0,-1 0 0,1-1 0,0 1 0,-1 0 0,1-1 0,3 0 0,-3 0 0,0-1 0,1 1 0,-1 0 0,0-1 0,0 0 0,0 0 0,0 0 0,0 0 0,-1 0 0,1 0 0,-1-1 0,1 1 0,-1-1 0,0 0 0,0 0 0,0 0 0,2-4 0,0-3 0,-1 0 0,0 0 0,-1-1 0,0 1 0,0-1 0,-1 0 0,0-17 0,-2-5 0,-7-39 0,-1 16 0,-3 1 0,-35-97 0,46 149 0,0-1 0,0 1 0,-1 0 0,0 0 0,-3-5 0,5 8 0,0-1 0,-1 1 0,1 0 0,0-1 0,-1 1 0,1 0 0,0 0 0,-1-1 0,1 1 0,-1 0 0,1 0 0,-1-1 0,1 1 0,-1 0 0,1 0 0,0 0 0,-1 0 0,1 0 0,-1 0 0,0 0 0,0 0 0,1 0 0,-1 0 0,0 1 0,1-1 0,-1 0 0,0 1 0,1-1 0,-1 0 0,1 1 0,-1-1 0,1 1 0,-1-1 0,1 1 0,-1 0 0,1-1 0,-1 1 0,0 0 0,-3 6 0,1 0 0,0 0 0,0 0 0,0 0 0,1 1 0,0-1 0,1 1 0,-1-1 0,1 14 0,0 0 0,2 1 0,3 27 0,-2-34 0,0 0 0,2 0 0,-1 0 0,2 0 0,0-1 0,1 0 0,0 0 0,1 0 0,1-1 0,0 0 0,1 0 0,0-1 0,1 0 0,0-1 0,1 0 0,0 0 0,0-1 0,2-1 0,-1 0 0,1-1 0,20 10 0,3-1-1365,-24-10-5461</inkml:trace>
</inkml:ink>
</file>

<file path=ppt/ink/ink3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1:31.251"/>
    </inkml:context>
    <inkml:brush xml:id="br0">
      <inkml:brushProperty name="width" value="0.2" units="cm"/>
      <inkml:brushProperty name="height" value="0.2" units="cm"/>
      <inkml:brushProperty name="color" value="#00A0D7"/>
    </inkml:brush>
  </inkml:definitions>
  <inkml:trace contextRef="#ctx0" brushRef="#br0">0 3 24575,'0'0'0,"0"0"0,1-1 0,-1 1 0,0 0 0,0 0 0,0 0 0,1 0 0,-1 0 0,0-1 0,0 1 0,0 0 0,1 0 0,-1 0 0,0 0 0,0 0 0,1 0 0,-1 0 0,0 0 0,0 0 0,1 0 0,-1 0 0,0 0 0,0 0 0,1 0 0,-1 0 0,0 0 0,0 0 0,1 0 0,-1 0 0,0 0 0,0 1 0,1-1 0,6 8 0,1 12 0,47 202 0,-50-195 0,-2 1 0,0-1 0,-2 1 0,-5 47 0,1-53 0,-1-1 0,-10 32 0,8-34 0,1 0 0,1 0 0,-3 30 0,0 10 0,4-39 0,-2 31 0,6-32 0,6 35 0,-4-34 0,2 31 0,2 26 0,-3-51 0,-1 30 0,-2-32 0,6 31 0,-4-31 0,1 32 0,-4-31 0,0 0 0,8 40 0,-5-45 0,-2-1 0,0 34 0,-1-35 0,0 1 0,1-1 0,4 23 0,-2-27 24,0 1 0,-1-1 0,-1 1 0,-1 21 0,0-29-159,-1 0 0,0 1 0,-1-1 0,0 1 0,0-1 0,0 0 0,-1 0 0,0 0 0,0-1 0,-7 10 0</inkml:trace>
</inkml:ink>
</file>

<file path=ppt/ink/ink3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1:32.453"/>
    </inkml:context>
    <inkml:brush xml:id="br0">
      <inkml:brushProperty name="width" value="0.2" units="cm"/>
      <inkml:brushProperty name="height" value="0.2" units="cm"/>
      <inkml:brushProperty name="color" value="#00A0D7"/>
    </inkml:brush>
  </inkml:definitions>
  <inkml:trace contextRef="#ctx0" brushRef="#br0">1516 3 24575,'34'0'0,"-20"-2"0,0 2 0,0 0 0,0 1 0,0 0 0,0 1 0,26 7 0,-66-5 0,25-4 0,-302-9 0,240 3 0,0 4 0,-68 5 0,72 3 0,-26 2 0,-186-8 0,127 0 0,121 1 0,-35 6 0,14 0 0,4-2 0,8-1 0,-41 1 0,-185-5-1365</inkml:trace>
</inkml:ink>
</file>

<file path=ppt/ink/ink3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1:33.471"/>
    </inkml:context>
    <inkml:brush xml:id="br0">
      <inkml:brushProperty name="width" value="0.2" units="cm"/>
      <inkml:brushProperty name="height" value="0.2" units="cm"/>
      <inkml:brushProperty name="color" value="#00A0D7"/>
    </inkml:brush>
  </inkml:definitions>
  <inkml:trace contextRef="#ctx0" brushRef="#br0">1 23 24575,'0'-1'0,"0"0"0,0 0 0,0 0 0,0 0 0,0-1 0,0 1 0,0 0 0,1 0 0,-1 0 0,0 0 0,1 0 0,-1 0 0,1 0 0,-1 0 0,1 0 0,-1 0 0,2-2 0,-1 3 0,-1 0 0,1 0 0,-1-1 0,1 1 0,-1 0 0,1 0 0,-1 0 0,1 0 0,-1 0 0,1 0 0,-1 0 0,1 0 0,-1 0 0,1 0 0,-1 0 0,1 0 0,0 0 0,-1 0 0,1 0 0,-1 1 0,1-1 0,-1 0 0,0 0 0,1 1 0,0-1 0,2 3 0,0-1 0,1 1 0,-1 0 0,-1-1 0,1 1 0,0 1 0,-1-1 0,3 5 0,4 9 0,-1 0 0,-1 1 0,0 0 0,-2 0 0,0 0 0,4 33 0,-5-19 0,-2 1 0,-2 0 0,-3 35 0,-11 12 0,9-52 0,-4 31 0,2 10 0,-2 41 0,9-27 0,1 81 0,6-105 0,-3-34 0,0 34 0,-4-57 0,0 26 0,0-1 0,8 45 0,-4-41 0,-1 1 0,-3 62 0,-1-38 0,0-38 0,-6 31 0,4-31 0,-1 31 0,4-21-1365</inkml:trace>
</inkml:ink>
</file>

<file path=ppt/ink/ink3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1:34.158"/>
    </inkml:context>
    <inkml:brush xml:id="br0">
      <inkml:brushProperty name="width" value="0.2" units="cm"/>
      <inkml:brushProperty name="height" value="0.2" units="cm"/>
      <inkml:brushProperty name="color" value="#00A0D7"/>
    </inkml:brush>
  </inkml:definitions>
  <inkml:trace contextRef="#ctx0" brushRef="#br0">1 88 24575,'29'-11'0,"0"2"0,1 1 0,43-6 0,-34 11 0,75 3 0,-48 1 0,667-1 0,-708-1 0,35-7 0,-16 2 0,-4 0 0,-23 3 0,27-2 0,-24 4 0,23-5 0,-23 3 0,29-2 0,209 6-1365</inkml:trace>
</inkml:ink>
</file>

<file path=ppt/ink/ink3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1:36.863"/>
    </inkml:context>
    <inkml:brush xml:id="br0">
      <inkml:brushProperty name="width" value="0.2" units="cm"/>
      <inkml:brushProperty name="height" value="0.2" units="cm"/>
      <inkml:brushProperty name="color" value="#00A0D7"/>
    </inkml:brush>
  </inkml:definitions>
  <inkml:trace contextRef="#ctx0" brushRef="#br0">1 108 24575,'-1'-21'0,"1"-24"0,0 42 0,1 0 0,-1 0 0,1 0 0,-1 0 0,1 0 0,0 0 0,0 0 0,0 0 0,1 1 0,-1-1 0,3-2 0,-4 4 0,0 1 0,0 0 0,0-1 0,0 1 0,0 0 0,1 0 0,-1-1 0,0 1 0,0 0 0,1 0 0,-1 0 0,0-1 0,0 1 0,1 0 0,-1 0 0,0 0 0,0 0 0,1 0 0,-1-1 0,0 1 0,1 0 0,-1 0 0,0 0 0,1 0 0,-1 0 0,0 0 0,1 0 0,-1 0 0,0 0 0,1 0 0,4 9 0,-1 14 0,-2 26 0,-3-28 0,6 35 0,14 49 0,-7-49 0,-3 0 0,4 94 0,-14-120 0,-2 0 0,-1 0 0,-1 0 0,-15 49 0,13-57 0,1 0 0,2 0 0,0 1 0,1-1 0,0 31 0,5-36 0,0 0 0,1-1 0,1 1 0,0-1 0,11 25 0,0 3 0,-4-9 0,-4-15 0,0 0 0,-2 0 0,0 0 0,-2 1 0,3 37 0,-6-43 0,0 2 0,0 0 0,-1 0 0,-1 0 0,0-1 0,-8 28 0,-8 3 0,8-20 0,0 1 0,-8 43 0,16-52 42,0 35 0,3-39-332,-1-1 0,-1 1 1,0-1-1,-5 20 0</inkml:trace>
</inkml:ink>
</file>

<file path=ppt/ink/ink3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1:37.883"/>
    </inkml:context>
    <inkml:brush xml:id="br0">
      <inkml:brushProperty name="width" value="0.2" units="cm"/>
      <inkml:brushProperty name="height" value="0.2" units="cm"/>
      <inkml:brushProperty name="color" value="#00A0D7"/>
    </inkml:brush>
  </inkml:definitions>
  <inkml:trace contextRef="#ctx0" brushRef="#br0">2 59 24575,'0'8'0,"-1"-7"0,1-1 0,0 1 0,0 0 0,0-1 0,0 1 0,-1-1 0,1 1 0,0 0 0,0-1 0,0 1 0,0-1 0,1 1 0,-1 0 0,0-1 0,0 1 0,0-1 0,0 1 0,1 0 0,-1-1 0,0 1 0,0-1 0,1 1 0,-1-1 0,0 1 0,1-1 0,-1 1 0,1-1 0,-1 1 0,1-1 0,-1 0 0,1 1 0,-1-1 0,1 0 0,-1 1 0,1-1 0,-1 0 0,1 0 0,-1 1 0,1-1 0,0 0 0,-1 0 0,1 0 0,0 0 0,-1 0 0,1 0 0,-1 0 0,1 0 0,1 0 0,6 0 0,1-1 0,-1 0 0,15-4 0,14-1 0,127 5 0,-103 2 0,77-7 0,-25-4 0,60-10 0,-128 15 0,0 1 0,81 4 0,-52 1 0,5 0 0,87-2 0,-88-6 0,29-1 0,-14 1 0,5 0 0,-54 6 0,41 3 0,-38 8-1365</inkml:trace>
</inkml:ink>
</file>

<file path=ppt/ink/ink3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1:38.761"/>
    </inkml:context>
    <inkml:brush xml:id="br0">
      <inkml:brushProperty name="width" value="0.2" units="cm"/>
      <inkml:brushProperty name="height" value="0.2" units="cm"/>
      <inkml:brushProperty name="color" value="#00A0D7"/>
    </inkml:brush>
  </inkml:definitions>
  <inkml:trace contextRef="#ctx0" brushRef="#br0">1 1 24575,'1'3'0,"-1"0"0,1 1 0,0-1 0,-1 0 0,3 5 0,3 10 0,-5-8 0,13 72 0,3 141 0,-16-132 0,-3 93 0,-1-155 0,-2-1 0,-8 30 0,6-33 0,2 0 0,0 0 0,0 33 0,4-2 0,11 91 0,24 73 0,-13-121 0,-14-71 0,-1 0 0,4 45 0,-3-14 0,-3-39 0,0 30 0,-5 12 0,2 49 0,0-105 3,0-1 0,1 0-1,-1 0 1,1 1-1,3 5 1,-2-5 6,0 0 1,-1 0-1,2 9 0,-3-13-92,-1 0-1,0 0 1,0 0 0,0-1-1,0 1 1,0 0-1,0 0 1,0-1-1,-1 1 1,1 0 0,-1 0-1,1-1 1,-1 1-1,0 0 1,1-1-1,-3 4 1</inkml:trace>
</inkml:ink>
</file>

<file path=ppt/ink/ink3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1:39.364"/>
    </inkml:context>
    <inkml:brush xml:id="br0">
      <inkml:brushProperty name="width" value="0.2" units="cm"/>
      <inkml:brushProperty name="height" value="0.2" units="cm"/>
      <inkml:brushProperty name="color" value="#00A0D7"/>
    </inkml:brush>
  </inkml:definitions>
  <inkml:trace contextRef="#ctx0" brushRef="#br0">1848 44 24575,'-18'-3'0,"-208"-35"0,213 37 0,0 0 0,0 0 0,-1 2 0,1-1 0,-18 5 0,4 1 0,-40 15 0,50-16 0,-1 0 0,0-1 0,-1 0 0,-30 0 0,14-3 0,-53-7 0,-253-1 0,214 8 0,30 7 0,0-1 0,14-6 0,-88-3 0,69-12 0,69 8 0,0 2 0,-37-1 0,55 5-1365</inkml:trace>
</inkml:ink>
</file>

<file path=ppt/ink/ink3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1:46.6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91 17 24575,'-6'0'0,"-2"-1"0,0 2 0,0-1 0,0 1 0,-9 2 0,15-3 0,0 1 0,-1 0 0,1-1 0,0 1 0,0 0 0,0 0 0,1 1 0,-1-1 0,0 0 0,0 1 0,1-1 0,-1 1 0,0-1 0,1 1 0,0 0 0,-1 0 0,1-1 0,0 1 0,-2 3 0,10-8 0,-1 0 0,1 0 0,-1 1 0,1 0 0,7-2 0,17 1 0,0 1 0,46 4 0,-18-1 0,0 0 0,67-2 0,-71-6 0,-32 3 0,23 0 0,60-3 0,16 0 0,-21 6 0,109 3 0,-127 4 0,32 2 0,-69-8 0,57 8 0,-70-4 0,-1-2 0,1-1 0,0-2 0,57-8 0,-35 4 0,1 2 0,57 4 0,-29 1 0,435-2 0,-505 0 0,0 2 0,17 3 0,-16-2 0,27 1 0,214-3 0,-121-2 0,-122 0 0,1 0 0,17-4 0,-16 2 0,26-2 0,-26 5 0,128 1 0,-113 4-1365,-18-2-5461</inkml:trace>
</inkml:ink>
</file>

<file path=ppt/ink/ink3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1:47.7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24575,'47'7'0,"1"-3"0,81-1 0,-41 4 0,-13 0 0,118-6 0,80 4 0,-28 6 0,-75-4 0,185-10 0,26-19 0,-299 16 0,-52 2 0,0 2 0,0 1 0,1 1 0,36 5 0,41 8 0,-16-2 0,192 14 0,-29-4 0,-219-16-1365,-7-1-5461</inkml:trace>
</inkml:ink>
</file>

<file path=ppt/ink/ink3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1:48.8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 24575,'29'8'0,"0"-1"0,0-2 0,0-1 0,1-1 0,57-1 0,13 5 0,-11 0 0,91-7 0,144 6 0,-182 1 0,178-14 0,-263 3 580,102-6-7801,-91 6 7078,63-3 1946,-22 0 3105,-36 3-4835,23-2-73,57-2 0,-22 7 0,251 3 0,-175 13 110,16-1-1585,-207-14-5351</inkml:trace>
</inkml:ink>
</file>

<file path=ppt/ink/ink3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1:49.9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0 101 24575,'33'-9'0,"0"2"0,1 2 0,65-4 0,31 9 0,177 7 0,371 16 0,-267-39 0,-24-12 0,-188 14 0,-20-1 0,-112 9 0,33-2 0,-14 1 0,-65 4 0,1 1 0,0 0 0,38 4 0,157 34-1365,-202-33-5461</inkml:trace>
</inkml:ink>
</file>

<file path=ppt/ink/ink4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1:51.0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24575,'38'0'0,"0"2"0,49 8 0,12 4 0,1-3 0,124-4 0,-29-7 0,146-1 0,-183-6 0,50 0 0,578 6 0,-372 2 0,-362-3 0,58-11 0,-61 6 0,70-1 0,-75 9 0,58 0 0,134 17 0,-48 20-1365,-163-32-5461</inkml:trace>
</inkml:ink>
</file>

<file path=ppt/ink/ink4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1:52.9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3 24575,'1'-1'0,"-1"1"0,0 0 0,0 0 0,0 0 0,0 0 0,0-1 0,1 1 0,-1 0 0,0 0 0,0 0 0,0 0 0,0 0 0,1 0 0,-1 0 0,0-1 0,0 1 0,0 0 0,1 0 0,-1 0 0,0 0 0,0 0 0,1 0 0,-1 0 0,0 0 0,0 0 0,0 0 0,1 0 0,-1 0 0,0 0 0,0 0 0,0 0 0,1 1 0,-1-1 0,0 0 0,0 0 0,5 8 0,-2 13 0,-3-21 0,1 24 0,7 61 0,-5-50 0,0 47 0,2 24 0,1-44 0,-2 79 0,-14 61 0,4-108 0,-9 147 0,1-89 0,-1 56 0,35 90 0,-9-181 0,-4-78 0,-5-32 0,-1-1 0,1 1 0,-1 0 0,-1-1 0,1 1 0,-1 0 0,0-1 0,-1 1 0,-1 9 0,-1-10-1365</inkml:trace>
</inkml:ink>
</file>

<file path=ppt/ink/ink4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1:53.8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 24575,'7'-1'0,"2"-2"0,1 2 0,-1-1 0,1 1 0,15 1 0,-23 0 0,0 0 0,0 0 0,0 1 0,0-1 0,0 1 0,0-1 0,0 1 0,0 0 0,0-1 0,0 1 0,0 0 0,-1 0 0,1 0 0,0 1 0,-1-1 0,1 0 0,-1 1 0,0-1 0,1 1 0,-1-1 0,0 1 0,0 0 0,0-1 0,0 1 0,0 0 0,0 0 0,0 0 0,0 2 0,1 9 0,0 0 0,-1 0 0,0 1 0,-1-1 0,-3 18 0,2 4 0,-21 276 0,0 2 0,47 224 0,-13-387 0,-6-46 0,-15 201 0,3-229 0,-3 30 0,4-57 0,5 75 0,-1 0 0,0-109-341,-1-1 0,0 1-1,-6 21 1,3-22-6485</inkml:trace>
</inkml:ink>
</file>

<file path=ppt/ink/ink4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1:54.9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24575,'5'5'0,"0"1"0,0 0 0,-1 0 0,0 1 0,0-1 0,-1 1 0,0 0 0,0 0 0,0 0 0,2 12 0,0 8 0,3 45 0,-4-27 0,39 410 0,-27-275 0,9 239 0,-26-354 0,-3-1 0,-20 107 0,18-136 0,1 2 0,2-1 0,2 0 0,1 1 0,9 67 0,4-17 0,8 68 0,-18-77 0,3 36 0,-4-101-119,3 28 370,-4-39-351,-1 0 0,0 1 1,0-1-1,-1 0 0,1 0 0,0 0 0,-1 1 1,0-1-1,1 0 0,-1 0 0,0 0 0,0 0 1,0 0-1,-2 2 0</inkml:trace>
</inkml:ink>
</file>

<file path=ppt/ink/ink4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1:55.9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 24575,'1'-1'0,"0"0"0,0 0 0,0 0 0,0 0 0,0 0 0,0 0 0,0 0 0,1 0 0,-1 1 0,0-1 0,1 0 0,-1 1 0,0 0 0,1-1 0,-1 1 0,0 0 0,1-1 0,-1 1 0,1 0 0,1 0 0,-2 1 0,0-1 0,0 0 0,0 1 0,-1 0 0,1-1 0,0 1 0,0 0 0,0-1 0,0 1 0,-1 0 0,1 0 0,0 0 0,-1 0 0,1-1 0,0 1 0,-1 0 0,0 0 0,1 0 0,-1 0 0,1 0 0,-1 1 0,0-1 0,0 0 0,0 0 0,1 0 0,-1 2 0,2 29 0,-3 64 0,-1-33 0,2-59 0,14 437 0,24-82 0,-31 57 0,-8-255 0,1-107 0,1 107 0,2-113 0,12 63 0,4 0 0,-19-100 120,0-11-148,0 0 0,0 0 0,0 0 0,0 0 0,0 1 0,0-1 0,0 0 0,0 0 0,0 0 0,0 0 0,0 1 0,0-1 0,0 0 0,0 0 0,0 0 0,0 0 0,0 1 0,0-1 0,-1 0 0,1 0 0,0 0 0,0 0 0,0 0 0,0 0 0,0 1 0,-1-1-1,1 0 1,0 0 0,0 0 0,0 0 0,0 0 0,0 0 0,-1 0 0,1 0 0,0 0 0,0 0 0,0 0 0,0 0 0,-1 0 0,1 0 0,0 0 0,0 0 0,0 0 0,-1 0 0,1 0 0,0 0 0,0 0 0,0 0 0,0 0 0,-1 0 0,1 0 0,0 0 0</inkml:trace>
</inkml:ink>
</file>

<file path=ppt/ink/ink4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1:57.1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24575,'1'0'0,"1"0"0,-1 0 0,0 1 0,0-1 0,0 0 0,1 1 0,-1-1 0,0 1 0,0-1 0,0 1 0,0 0 0,0-1 0,0 1 0,0 0 0,0 0 0,0 0 0,-1 0 0,1 0 0,0 0 0,0 0 0,-1 0 0,1 0 0,-1 0 0,1 0 0,-1 0 0,1 0 0,-1 1 0,0-1 0,1 0 0,-1 2 0,2 5 0,-1 0 0,0-1 0,-1 13 0,0-16 0,-1 212 0,1 65 0,28 27 0,19-2 0,-30-203 0,-7-36 0,4 134 0,-14-162 0,0-3 0,-1 0 0,-7 45 0,4-34 11,4-39-149,0-1 1,0 0-1,-1 1 1,0-1-1,0 1 0,-1-1 1,0 0-1,0 0 1,-5 10-1</inkml:trace>
</inkml:ink>
</file>

<file path=ppt/ink/ink4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1:59.1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8 24575,'0'0'0,"0"-1"0,0 1 0,0 0 0,0-1 0,0 1 0,0 0 0,0 0 0,0-1 0,0 1 0,0 0 0,-1-1 0,1 1 0,0 0 0,0 0 0,0-1 0,0 1 0,-1 0 0,1 0 0,0-1 0,0 1 0,-1 0 0,1 0 0,0 0 0,0 0 0,-1-1 0,1 1 0,0 0 0,0 0 0,-1 0 0,1 0 0,0 0 0,-1 0 0,1 0 0,0 0 0,-1 0 0,1 0 0,0 0 0,-1 0 0,-4 13 0,3 21 0,2-34 0,0 84 0,20 153 0,-17-215 0,32 219 0,-19 3 0,-17 414 0,10-500 0,-3-75 0,1-11 0,0 38 0,0-7 0,1-2 0,-8-5 0,8 153 0,13 89 0,-22 253 0,9-497 0,-1-6 0,0 12 0,0 3 0,-6-77 0,7 164 0,-4-78 0,-2-27 0,12 31 0,3 26 0,-6-72 0,19 97 0,-18-96 0,-5-34 0,3 63 0,-2-5 0,-2-40 0,11 72 0,-6-45 0,-5-41 0,-1-14 0,0 43 0,-6 119-1365,1-176-5461</inkml:trace>
</inkml:ink>
</file>

<file path=ppt/ink/ink4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2:00.9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57 24575,'-18'-41'0,"16"26"0,5 26 0,1 89 0,0 4 0,20 131 0,15 121 0,-3-83 0,-5 1 0,3 19 0,66 285 0,-87-500 0,-2-1 0,-1 143 0,-2-10 0,-2-27 0,0-2 0,3 249 0,-10-297 0,3-105 0,5 35 0,-1-17 0,6 56 0,5 63 0,-4-53 0,36 153 0,-46-254 0,4 17 0,-2 0 0,5 55 0,-9-61 0,5 24 0,-3-24 0,1 26 0,-4-36 0,0 16 0,1 0 0,6 34 0,8 39 0,-11-78 0,-1 26 0,-1-26 0,3 26 0,10 52 0,-12-86 30,-1-1 0,-1 1 0,-1 20 0,0-27-195,-1-1 0,0 1 0,0 0 0,-1-1 0,0 0 0,0 1 0,-1-1 0,-4 8 0,2-7-6661</inkml:trace>
</inkml:ink>
</file>

<file path=ppt/ink/ink4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2:03.4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6976 44 24575,'-175'24'0,"136"-21"0,1-2 0,-62-5 0,-37-6 0,-35-4 0,-111-11 0,-2 21 0,236 4 0,-66 9 0,59-4 0,-105-3 0,82-4 0,-129-13 0,97 4 0,-149 9 0,135 16 0,77-7 0,-52 1 0,-3-1 0,-9 0 0,8-8 0,-120 2 0,71 13 0,-21 8 0,18-1 0,125-18 0,-168 10 0,65-6 0,11 0 0,-31 2 0,80-3 0,-96 14 0,76-6 0,17-4 0,-234 18 0,226-28 0,-151-20 0,164 9 0,-135-3 0,168 14 0,-161 9 0,121-3 0,-102-5 0,82-2 0,-69-8 0,59 1 0,17 2 0,8 0 0,-117 6 0,162 4-455,0 1 0,-51 14 0,68-13-6371</inkml:trace>
</inkml:ink>
</file>

<file path=ppt/ink/ink4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2:05.2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6821 102 24575,'6'-2'0,"14"-7"0,-19 9 0,0 0 0,-1-1 0,1 1 0,0-1 0,0 1 0,0-1 0,0 0 0,-1 1 0,1-1 0,0 0 0,-1 1 0,1-1 0,0 0 0,-1 0 0,1-1 0,-4 1 0,-1 1 0,0 0 0,1 0 0,-1 1 0,-3 0 0,6-1 0,-254 7 0,175-8 0,-80-6 0,23 0 0,-271-18 0,155 7 0,163 12 0,-95-3 0,59 2 0,5-1 0,-116 17 0,-54 13 0,196-16 0,-50 2 0,-468-9 0,556 4 0,-102 18 0,51-4 0,9-7 0,-106-3 0,-285-7 0,384 7 0,9 1 0,97-8 0,-181 8 0,145-5 0,0-2 0,0-1 0,-40-7 0,-237 0 0,195 8 0,-279-1 0,303-7 0,8-1 0,58 8 0,-17-1 0,-48-6 0,-38-17 0,25 4 0,62 15 0,0 3 0,-58 3 0,35 0 0,19 0-341,0 2 0,0 3-1,-69 16 1,96-17-6485</inkml:trace>
</inkml:ink>
</file>

<file path=ppt/ink/ink4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2:13.268"/>
    </inkml:context>
    <inkml:brush xml:id="br0">
      <inkml:brushProperty name="width" value="0.2" units="cm"/>
      <inkml:brushProperty name="height" value="0.2" units="cm"/>
      <inkml:brushProperty name="color" value="#00A0D7"/>
    </inkml:brush>
  </inkml:definitions>
  <inkml:trace contextRef="#ctx0" brushRef="#br0">0 78 24575,'3'-6'0,"-1"0"0,0 1 0,1-10 0,-2 11 0,0 0 0,0 0 0,0 0 0,0 0 0,1 0 0,-1 0 0,1 1 0,5-7 0,-7 9 0,0 1 0,0 0 0,0-1 0,0 1 0,1 0 0,-1 0 0,0 0 0,0-1 0,0 1 0,1 0 0,-1 0 0,0 0 0,0 0 0,1-1 0,-1 1 0,0 0 0,1 0 0,-1 0 0,0 0 0,0 0 0,1 0 0,-1 0 0,0 0 0,1 0 0,-1 0 0,0 0 0,1 0 0,-1 0 0,0 0 0,0 0 0,1 0 0,-1 0 0,0 0 0,1 0 0,-1 1 0,0-1 0,1 0 0,7 13 0,1 17 0,-2 23 0,-5-35 0,7 34 0,46 202 0,-39-167 0,-12-63 0,1-5 0,-2 1 0,2 35 0,-4-43 0,0-1 0,4 18 0,-2-17 0,1 25 0,-3-21 0,-1 1 0,0 0 0,-1-1 0,-1 1 0,-1-1 0,0 1 0,-1-1 0,-10 26 0,8-29 0,1 0 0,0 0 0,1 0 0,1 1 0,-3 19 0,5-24 0,1 0 0,0 0 0,0 0 0,1 0 0,1 0 0,-1 0 0,1-1 0,1 1 0,5 13 0,-3-11 0,-1 0 0,0 1 0,-1-1 0,0 1 0,-1 0 0,0-1 0,0 25 0,-3-24 0,0 1 0,-1 0 0,-1-1 0,0 0 0,-1 1 0,0-1 0,-8 14 0,-10 34 0,6 18 0,8-20 0,2-7 0,-9 10 0,9-41 0,2-1 0,-5 40 0,14-16 0</inkml:trace>
</inkml:ink>
</file>

<file path=ppt/ink/ink4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2:14.349"/>
    </inkml:context>
    <inkml:brush xml:id="br0">
      <inkml:brushProperty name="width" value="0.2" units="cm"/>
      <inkml:brushProperty name="height" value="0.2" units="cm"/>
      <inkml:brushProperty name="color" value="#00A0D7"/>
    </inkml:brush>
  </inkml:definitions>
  <inkml:trace contextRef="#ctx0" brushRef="#br0">2 120 24575,'0'-19'0,"-1"9"0,1 1 0,0 0 0,1 0 0,2-15 0,-3 22 0,1 0 0,0 0 0,-1 0 0,1 0 0,0 0 0,0 0 0,0 1 0,0-1 0,0 0 0,0 1 0,1-1 0,-1 1 0,1-1 0,-1 1 0,1-1 0,-1 1 0,1 0 0,0 0 0,0 0 0,-1 0 0,1 0 0,0 0 0,0 0 0,0 1 0,4-2 0,7 1 0,0 0 0,0 1 0,0 0 0,0 1 0,1 1 0,19 4 0,-14-2 0,0-1 0,21 0 0,91-4 0,91 2 0,-141 6 0,30 1 0,-71-8 0,10-1 0,71 10 0,-82-5 0,44-2 0,-47-1 0,55 6 0,47 8 0,-55-4 0,115 11 0,-42-20 0,-88-3 0,-53 0 0,0-1 0,0 0 0,0-1 0,-1-1 0,15-6 0,-16 6 0,1-1 0,0 2 0,-1 0 0,1 0 0,28 0 0,-40 3-45,0 0-1,-1 0 1,1 0-1,0 0 1,0 1-1,-1-1 1,1 0-1,0 1 1,0 0-1,-1-1 1,1 1-1,-1 0 1,1 0-1,0 0 1,-1 0-1,0 0 1,1 0-1,-1 0 1,0 0-1,1 1 1,-1-1-1,0 0 1,0 1-1,0-1 0,0 1 1,0 0-1,-1-1 1,1 1-1,0 1 1</inkml:trace>
</inkml:ink>
</file>

<file path=ppt/ink/ink4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2:15.175"/>
    </inkml:context>
    <inkml:brush xml:id="br0">
      <inkml:brushProperty name="width" value="0.2" units="cm"/>
      <inkml:brushProperty name="height" value="0.2" units="cm"/>
      <inkml:brushProperty name="color" value="#00A0D7"/>
    </inkml:brush>
  </inkml:definitions>
  <inkml:trace contextRef="#ctx0" brushRef="#br0">1 15 24575,'-1'0'0,"1"-1"0,0 1 0,0-1 0,0 1 0,0-1 0,0 0 0,0 1 0,0-1 0,0 1 0,0-1 0,1 1 0,-1-1 0,0 1 0,0-1 0,0 1 0,1-1 0,-1 1 0,0-1 0,0 1 0,1-1 0,-1 1 0,0 0 0,1-1 0,-1 1 0,1-1 0,-1 1 0,1 0 0,-1 0 0,0-1 0,2 1 0,-1 0 0,0 0 0,0 0 0,0 0 0,0 0 0,0 0 0,0 0 0,0 1 0,0-1 0,0 0 0,0 1 0,0-1 0,0 1 0,0-1 0,1 2 0,3 1 0,0 0 0,-1 1 0,0 0 0,8 8 0,-8-5 0,1 0 0,-1 0 0,-1 1 0,1-1 0,-1 1 0,-1 0 0,1 0 0,-1 0 0,-1 0 0,0 0 0,0 0 0,0 1 0,-1-1 0,0 0 0,-1 0 0,1 1 0,-5 14 0,2-7 0,0 0 0,1 1 0,1-1 0,1 1 0,0-1 0,1 0 0,0 1 0,2-1 0,0 0 0,7 23 0,-2-12 0,-3-1 0,0 1 0,2 41 0,-6 83 0,-2-75 0,0-62 0,0-1 0,-5 19 0,4-22 0,0-1 0,1 0 0,0 1 0,1-1 0,-1 1 0,2-1 0,1 11 0,4 13 0,18 49 0,-21-71 0,0 0 0,-1 0 0,0 0 0,0 0 0,-1 1 0,0-1 0,-1 0 0,-2 13 0,-2 11 0,-12 42 0,11-56 0,2-5 0,1 0 0,0 0 0,1 1 0,1-1 0,0 1 0,5 29 0,-2-36 0,0 1 0,1-1 0,0 0 0,0 0 0,11 16 0,35 45 0,-22-33 0,-24-32 0,0 1 0,1-1 0,-2 1 0,1 0 0,-1 0 0,3 10 0,-6-15 0,1 0 0,-1 0 0,0-1 0,1 1 0,-1 0 0,0 0 0,0-1 0,0 1 0,0 0 0,-1 0 0,1-1 0,0 1 0,-1 0 0,1-1 0,-1 1 0,0 0 0,1-1 0,-1 1 0,0-1 0,0 1 0,0-1 0,0 1 0,0-1 0,-1 0 0,1 0 0,0 1 0,-1-1 0,1 0 0,0 0 0,-1 0 0,1 0 0,-1-1 0,-2 2 0,-24 6-1365</inkml:trace>
</inkml:ink>
</file>

<file path=ppt/ink/ink4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2:16.148"/>
    </inkml:context>
    <inkml:brush xml:id="br0">
      <inkml:brushProperty name="width" value="0.2" units="cm"/>
      <inkml:brushProperty name="height" value="0.2" units="cm"/>
      <inkml:brushProperty name="color" value="#00A0D7"/>
    </inkml:brush>
  </inkml:definitions>
  <inkml:trace contextRef="#ctx0" brushRef="#br0">2050 73 24575,'-60'-21'0,"-1"4"0,-97-16 0,140 31 0,1 2 0,-1 0 0,0 2 0,-30 5 0,27-4 0,-20 1 0,0-2 0,-45-3 0,17-1 0,-292 2 0,322 2 0,-63 11 0,64-7 0,-68 3 0,69-11 0,-66-12 0,34 3 0,38 8 0,0 1 0,-56 5 0,61 0 0,0 2 0,-25 8 0,30-7 0,1-1 0,-1-1 0,0 0 0,-24-1 0,36-3 0,-17 0 0,0 1 0,-43 6 0,41-2-1365</inkml:trace>
</inkml:ink>
</file>

<file path=ppt/ink/ink4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3:04.616"/>
    </inkml:context>
    <inkml:brush xml:id="br0">
      <inkml:brushProperty name="width" value="0.2" units="cm"/>
      <inkml:brushProperty name="height" value="0.2" units="cm"/>
      <inkml:brushProperty name="color" value="#008C3A"/>
    </inkml:brush>
  </inkml:definitions>
  <inkml:trace contextRef="#ctx0" brushRef="#br0">0 3 24575,'1'0'0,"-1"0"0,1-1 0,-1 1 0,1 0 0,0 0 0,-1-1 0,1 1 0,0 0 0,-1 0 0,1 0 0,0 0 0,-1 0 0,1 0 0,0 0 0,-1 0 0,1 0 0,-1 0 0,1 0 0,0 0 0,-1 0 0,1 1 0,0-1 0,-1 0 0,1 0 0,-1 1 0,1-1 0,0 1 0,0 0 0,0 0 0,0 0 0,0 1 0,0-1 0,-1 0 0,1 0 0,0 1 0,-1-1 0,1 1 0,-1-1 0,1 3 0,1 5 0,-1 1 0,-1-1 0,0 11 0,0-16 0,-2 86 0,3 105 0,6-143 0,-3-32 0,0 24 0,-16 210 0,8-1 0,5-148 0,-1 487 0,1-578-15,1 0 0,0 0-1,1 0 1,5 16 0,-1-2-1274</inkml:trace>
</inkml:ink>
</file>

<file path=ppt/ink/ink4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3:05.537"/>
    </inkml:context>
    <inkml:brush xml:id="br0">
      <inkml:brushProperty name="width" value="0.2" units="cm"/>
      <inkml:brushProperty name="height" value="0.2" units="cm"/>
      <inkml:brushProperty name="color" value="#008C3A"/>
    </inkml:brush>
  </inkml:definitions>
  <inkml:trace contextRef="#ctx0" brushRef="#br0">1375 46 24575,'1'0'0,"-1"-1"0,0 1 0,1-1 0,-1 0 0,0 0 0,0 1 0,0-1 0,0 0 0,0 1 0,1-1 0,-1 0 0,-1 0 0,1 1 0,0-1 0,0 0 0,0 1 0,0-1 0,0 0 0,-1 0 0,1 1 0,0-1 0,0 0 0,-1 1 0,1-1 0,-1 1 0,1-1 0,0 0 0,-1 1 0,1-1 0,-1 1 0,1-1 0,-1 1 0,0 0 0,1-1 0,-1 1 0,1-1 0,-1 1 0,0 0 0,1 0 0,-2-1 0,-4-1 0,0 0 0,0 0 0,-11-1 0,7 1 0,-18-3 0,1 2 0,-1 1 0,0 1 0,-41 4 0,37 1 0,-56 14 0,60-11 0,0-1 0,-50 3 0,-78-1 0,110-4 0,-85-6 0,-45-18 0,141 15 0,-4-1 0,-73-3 0,94 8 0,-32-5 0,35 3 0,0 1 0,0 1 0,-16 0 0,25 2-195,0 0 0,0 0 0,0 1 0,1 0 0,-1 0 0,-6 3 0</inkml:trace>
</inkml:ink>
</file>

<file path=ppt/ink/ink4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3:06.206"/>
    </inkml:context>
    <inkml:brush xml:id="br0">
      <inkml:brushProperty name="width" value="0.2" units="cm"/>
      <inkml:brushProperty name="height" value="0.2" units="cm"/>
      <inkml:brushProperty name="color" value="#008C3A"/>
    </inkml:brush>
  </inkml:definitions>
  <inkml:trace contextRef="#ctx0" brushRef="#br0">16 1 24575,'-3'6'0,"1"1"0,0-1 0,0 1 0,0 0 0,1 0 0,-1 11 0,1 44 0,1-36 0,2 17 0,11 74 0,20 41 0,-18-89 0,24 140 0,-31-147 0,0 88 0,-12-68 0,-3-1 0,-27 122 0,2-75 99,-4 21-1563</inkml:trace>
</inkml:ink>
</file>

<file path=ppt/ink/ink4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3:06.863"/>
    </inkml:context>
    <inkml:brush xml:id="br0">
      <inkml:brushProperty name="width" value="0.2" units="cm"/>
      <inkml:brushProperty name="height" value="0.2" units="cm"/>
      <inkml:brushProperty name="color" value="#008C3A"/>
    </inkml:brush>
  </inkml:definitions>
  <inkml:trace contextRef="#ctx0" brushRef="#br0">2133 31 24575,'0'1'0,"0"0"0,0 0 0,-1 0 0,1 0 0,-1 0 0,1-1 0,-1 1 0,0 0 0,1 0 0,-1 0 0,0 0 0,1-1 0,-1 1 0,0 0 0,0-1 0,0 1 0,1-1 0,-1 1 0,0-1 0,0 1 0,0-1 0,-1 1 0,-23 7 0,-12-2 0,-43 2 0,63-7 0,-19 0 0,-1-2 0,1-2 0,-51-10 0,30 4 0,-333-28 0,355 35 0,-407-5 0,268 9 0,-178 7 0,262-4 0,-110 9 0,179-11-1365</inkml:trace>
</inkml:ink>
</file>

<file path=ppt/ink/ink4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3:11.056"/>
    </inkml:context>
    <inkml:brush xml:id="br0">
      <inkml:brushProperty name="width" value="0.2" units="cm"/>
      <inkml:brushProperty name="height" value="0.2" units="cm"/>
      <inkml:brushProperty name="color" value="#008C3A"/>
    </inkml:brush>
  </inkml:definitions>
  <inkml:trace contextRef="#ctx0" brushRef="#br0">59 4 24575,'4'-3'0,"-6"8"0,-9 11 0,10-15 0,-1 3 0,0 0 0,0 0 0,0 0 0,0 0 0,1 0 0,0 1 0,-1-1 0,1 0 0,1 1 0,-1-1 0,1 9 0,0 2 0,2 0 0,3 18 0,0 0 0,-3-13 0,11 135 0,-13-141 0,0 50 0,-2 0 0,-11 67 0,1-61 0,3 0 0,0 79 0,10 260 0,-9-312 0,1 2 0,7-27-1365</inkml:trace>
</inkml:ink>
</file>

<file path=ppt/ink/ink4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3:11.808"/>
    </inkml:context>
    <inkml:brush xml:id="br0">
      <inkml:brushProperty name="width" value="0.2" units="cm"/>
      <inkml:brushProperty name="height" value="0.2" units="cm"/>
      <inkml:brushProperty name="color" value="#008C3A"/>
    </inkml:brush>
  </inkml:definitions>
  <inkml:trace contextRef="#ctx0" brushRef="#br0">1 156 24575,'41'-20'0,"2"2"0,59-18 0,-72 28 0,1 2 0,0 0 0,0 2 0,43 0 0,25 6 0,102-3 0,-130-6 0,29-1 0,71 9 0,84-2 0,-163-10 0,-76 8 0,29-9 0,-35 8 0,0 1 0,0 1 0,17-3 0,-12 6 0,1 0 0,0 1 0,-1 0 0,0 1 0,27 10 0,-10-4 0,80 25-1365</inkml:trace>
</inkml:ink>
</file>

<file path=ppt/ink/ink4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3:12.303"/>
    </inkml:context>
    <inkml:brush xml:id="br0">
      <inkml:brushProperty name="width" value="0.2" units="cm"/>
      <inkml:brushProperty name="height" value="0.2" units="cm"/>
      <inkml:brushProperty name="color" value="#008C3A"/>
    </inkml:brush>
  </inkml:definitions>
  <inkml:trace contextRef="#ctx0" brushRef="#br0">61 0 24575,'4'5'0,"0"-1"0,-1 1 0,1 0 0,-1 0 0,-1 0 0,1 1 0,3 10 0,11 43 0,-14-44 0,14 101 0,-15-105 0,-1 17 0,-2 0 0,0-1 0,-2 1 0,-10 45 0,1-3 0,-28 374 0,12-191 0,16-165 0,10-70 0,-6 36 0,1 72 0,6-87 0,0-26 0,1 0 0,0 1 0,0-1 0,2 0 0,5 24 0,8-2-1365</inkml:trace>
</inkml:ink>
</file>

<file path=ppt/ink/ink4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3:12.725"/>
    </inkml:context>
    <inkml:brush xml:id="br0">
      <inkml:brushProperty name="width" value="0.2" units="cm"/>
      <inkml:brushProperty name="height" value="0.2" units="cm"/>
      <inkml:brushProperty name="color" value="#008C3A"/>
    </inkml:brush>
  </inkml:definitions>
  <inkml:trace contextRef="#ctx0" brushRef="#br0">974 75 24575,'-100'1'0,"-109"-2"0,163-4 0,-1-1 0,-69-20 0,74 16 0,0 0 0,0 3 0,-61-2 0,88 8 0,0 1 0,1 0 0,-1 2 0,0 0 0,1 0 0,0 1 0,-1 1 0,-23 10 0,-33 23-1365</inkml:trace>
</inkml:ink>
</file>

<file path=ppt/ink/ink4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3:23.257"/>
    </inkml:context>
    <inkml:brush xml:id="br0">
      <inkml:brushProperty name="width" value="0.2" units="cm"/>
      <inkml:brushProperty name="height" value="0.2" units="cm"/>
      <inkml:brushProperty name="color" value="#5B2D90"/>
    </inkml:brush>
  </inkml:definitions>
  <inkml:trace contextRef="#ctx0" brushRef="#br0">1 3 24575,'0'0'0,"0"-1"0,0 1 0,0 0 0,1 0 0,-1 0 0,0 0 0,0-1 0,0 1 0,0 0 0,1 0 0,-1 0 0,0 0 0,0 0 0,0 0 0,1 0 0,-1-1 0,0 1 0,0 0 0,0 0 0,1 0 0,-1 0 0,0 0 0,0 0 0,0 0 0,1 0 0,-1 0 0,0 0 0,0 0 0,1 0 0,-1 0 0,0 1 0,0-1 0,0 0 0,1 0 0,-1 0 0,4 8 0,-1 13 0,-3-21 0,2 103 0,-3-61 0,9 69 0,-3-79 0,25 192 0,-16-115 0,1 17 0,-9-72 0,-3-36 0,-1 1 0,-1 0 0,0-1 0,-1 1 0,-4 24 0,-1-10 0,1 0 0,2 1 0,1 0 0,4 37 0,11 16 0,-7-29 0,-4-38 0,2 32 0,-6 2 0,-1-34 0,1 0 0,2-1 0,0 1 0,1-1 0,7 31 0,7-4-1365</inkml:trace>
</inkml:ink>
</file>

<file path=ppt/ink/ink4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3:24.455"/>
    </inkml:context>
    <inkml:brush xml:id="br0">
      <inkml:brushProperty name="width" value="0.2" units="cm"/>
      <inkml:brushProperty name="height" value="0.2" units="cm"/>
      <inkml:brushProperty name="color" value="#5B2D90"/>
    </inkml:brush>
  </inkml:definitions>
  <inkml:trace contextRef="#ctx0" brushRef="#br0">1807 47 24575,'0'-2'0,"0"0"0,0 0 0,0 0 0,-1 1 0,1-1 0,-1 0 0,1 0 0,-1 0 0,0 1 0,0-1 0,1 0 0,-1 1 0,-1-1 0,1 1 0,0-1 0,0 1 0,0-1 0,-1 1 0,1 0 0,-1 0 0,1 0 0,-1 0 0,1 0 0,-1 0 0,0 0 0,0 0 0,1 1 0,-1-1 0,0 0 0,0 1 0,0 0 0,-2-1 0,-8-1 0,0 1 0,0 1 0,-24 1 0,20-1 0,-83 8 0,-9 1 0,23-2 0,-1 0 0,45-5 0,-70 14 0,52-6 0,-9 2 0,39-6 0,0-1 0,-52 2 0,52-7 0,-3 0 0,-1-1 0,-46-8 0,66 7 0,-17-4 0,-1 0 0,-54 0 0,-175 6 0,249-1 0,-1 0 0,1-1 0,-1 0 0,-17-6 0,17 4 0,-1 0 0,1 2 0,-20-3 0,22 5 0,-1 0 0,0 1 0,0 0 0,1 0 0,-15 5 0,12-3-114,-1 0-303,1 1 0,-16 6 0</inkml:trace>
</inkml:ink>
</file>

<file path=ppt/ink/ink4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3:25.436"/>
    </inkml:context>
    <inkml:brush xml:id="br0">
      <inkml:brushProperty name="width" value="0.2" units="cm"/>
      <inkml:brushProperty name="height" value="0.2" units="cm"/>
      <inkml:brushProperty name="color" value="#5B2D90"/>
    </inkml:brush>
  </inkml:definitions>
  <inkml:trace contextRef="#ctx0" brushRef="#br0">0 38 24575,'1'-4'0,"1"0"0,-1 0 0,1 0 0,0 0 0,3-5 0,-4 8 0,-1 1 0,0-1 0,0 1 0,1-1 0,-1 1 0,0-1 0,0 1 0,1 0 0,-1-1 0,1 1 0,-1-1 0,0 1 0,1 0 0,-1 0 0,1-1 0,-1 1 0,1 0 0,-1 0 0,0-1 0,1 1 0,-1 0 0,1 0 0,-1 0 0,1 0 0,0 0 0,-1 0 0,1 0 0,-1 0 0,1 0 0,-1 0 0,1 0 0,-1 0 0,1 0 0,-1 0 0,1 0 0,-1 1 0,1-1 0,-1 0 0,0 0 0,1 1 0,-1-1 0,1 0 0,-1 0 0,1 1 0,-1-1 0,0 1 0,1-1 0,-1 0 0,0 1 0,1-1 0,-1 1 0,0-1 0,0 1 0,0-1 0,1 0 0,-1 2 0,5 7 0,-1 0 0,0 1 0,-1-1 0,0 1 0,3 13 0,4 53 0,-9-68 0,14 245 0,-15-213 0,0 25 0,-9 69 0,1-16 0,7-77 0,-11 67 0,5-69 0,3 0 0,1 0 0,3 75 0,11-42 0,-7-46 0,3 3 0,-5-20 0,0 0 0,1 15 0,5 24 0,-6-39 0,0-1 0,-1 1 0,0-1 0,0 1 0,-1 0 0,0-1 0,-2 13 0,-34 124 0,35-141-170,0 0-1,0 0 0,1 0 1,-1 0-1,1 0 0,0 0 1,1 8-1</inkml:trace>
</inkml:ink>
</file>

<file path=ppt/ink/ink4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3:26.577"/>
    </inkml:context>
    <inkml:brush xml:id="br0">
      <inkml:brushProperty name="width" value="0.2" units="cm"/>
      <inkml:brushProperty name="height" value="0.2" units="cm"/>
      <inkml:brushProperty name="color" value="#5B2D90"/>
    </inkml:brush>
  </inkml:definitions>
  <inkml:trace contextRef="#ctx0" brushRef="#br0">2021 74 24575,'-167'-50'0,"136"42"0,0 3 0,0 0 0,-48 0 0,-84 15 0,81 0 0,-87 0 0,93-9 0,-78-3 0,74-4 0,-37-2 0,80 8 0,1 1 0,-40 7 0,52-5 0,-1-1 0,-34-2 0,-20 1 0,69 1 0,1 0 0,-1 0 0,1 1 0,0 0 0,-14 7 0,14-6 0,0 0 0,1-1 0,-1 0 0,-1 0 0,1-1 0,-11 1 0,3-3 0,0-1 0,0 0 0,-24-5 0,17 2 0,14 3 0,0 1 0,0 0 0,0 0 0,1 1 0,-17 4 0,12-2 0,-26 1 0,26-4-195,0-1 0,0 0 0,0-1 0,0-1 0,0 0 0,-18-7 0</inkml:trace>
</inkml:ink>
</file>

<file path=ppt/ink/ink4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5:29.4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22 24575,'9'28'0,"4"4"0,-2-2 0,1 0 0,33 55 0,-42-80 0,1 0 0,0-1 0,0 0 0,0 1 0,1-1 0,-1-1 0,8 6 0,-11-8 0,0-1 0,1 1 0,-1 0 0,0 0 0,1 0 0,-1-1 0,1 1 0,-1-1 0,1 1 0,-1-1 0,1 0 0,-1 1 0,1-1 0,-1 0 0,1 0 0,0 0 0,-1 0 0,1 0 0,-1-1 0,1 1 0,-1 0 0,1-1 0,-1 1 0,1-1 0,-1 0 0,1 1 0,-1-1 0,0 0 0,1 0 0,-1 0 0,0 0 0,2-2 0,-1 2 0,-1-1 0,0 0 0,0 0 0,0 0 0,0 0 0,0 0 0,-1 0 0,1 0 0,0 0 0,-1 0 0,0 0 0,1-1 0,-1-1 0,-3-31 0,2 23 0,3 10 0,4 6 0,12 11 0,0 0 0,-14-12 0,0 0 0,1-1 0,-1 0 0,1 0 0,-1 0 0,1-1 0,0 1 0,0-1 0,0 0 0,6 0 0,-9-1 0,-1 0 0,0 0 0,1 0 0,-1 0 0,0 0 0,1-1 0,-1 1 0,0 0 0,0-1 0,1 1 0,-1-1 0,0 0 0,0 1 0,0-1 0,0 0 0,0 0 0,2-1 0,-2 1 0,0 0 0,-1-1 0,1 1 0,0-1 0,0 1 0,-1-1 0,1 1 0,-1-1 0,0 0 0,1 1 0,-1-1 0,0 1 0,0-1 0,0 0 0,0 1 0,0-1 0,-1-3 0,-1-4 9,0-1-1,-1 1 1,0 0 0,0 0-1,-1 0 1,0 0 0,-6-8-1,-41-56-483,33 48-484,5 7-5867</inkml:trace>
</inkml:ink>
</file>

<file path=ppt/ink/ink4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5:29.8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24575,'0'8'0,"0"4"0,3 3 0,0 1 0,3-1 0,-1-2 0,0 0 0,1-3 0,0 0 0,1-2 0,-1 1 0,2-3 0,-1 2 0</inkml:trace>
</inkml:ink>
</file>

<file path=ppt/ink/ink4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5:30.0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12 24575,'-2'-4'0,"-4"-1"0,-3 2 0,0 4 0</inkml:trace>
</inkml:ink>
</file>

<file path=ppt/ink/ink4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5:30.3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24575,'64'161'0,"31"64"0,-72-181-682,29 42-1,-46-77-6143</inkml:trace>
</inkml:ink>
</file>

<file path=ppt/ink/ink4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5:30.5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292 1 24575,'-29'0'0,"-13"0"0,-1 0 0,4 0 0,4 0 0,5 0 0,6 0 0,4 0 0,3 0 0,4 0-8191</inkml:trace>
</inkml:ink>
</file>

<file path=ppt/ink/ink4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5:31.0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24575,'20'62'0,"32"86"0,-40-121 0,1 0 0,2-1 0,20 30 0,-31-51 0,1 1 0,-1-1 0,0 0 0,1 0 0,0 0 0,1-1 0,7 6 0,-12-9 0,-1-1 0,0 0 0,1 0 0,-1 0 0,0 0 0,0 0 0,1 0 0,-1 0 0,0 0 0,1 0 0,-1 0 0,0 0 0,1 0 0,-1 0 0,0 0 0,0 0 0,1 0 0,-1 0 0,0 0 0,1-1 0,-1 1 0,0 0 0,0 0 0,1 0 0,-1 0 0,0-1 0,0 1 0,1 0 0,-1 0 0,0-1 0,0 1 0,0 0 0,0 0 0,1-1 0,-1 1 0,0 0 0,0 0 0,0-1 0,0 1 0,0 0 0,0-1 0,0 1 0,0 0 0,0-1 0,0 1 0,0-1 0,2-16 0,-2 15 0,-1-15 0,0 12 0,1 1 0,0-1 0,0 1 0,0 0 0,0-1 0,1 1 0,1-5 0,-2 8 0,1 1 0,-1-1 0,0 1 0,1-1 0,-1 0 0,1 1 0,-1-1 0,1 1 0,-1-1 0,1 1 0,-1 0 0,1-1 0,0 1 0,-1 0 0,1-1 0,0 1 0,-1 0 0,1 0 0,0-1 0,-1 1 0,1 0 0,0 0 0,-1 0 0,1 0 0,0 0 0,0 0 0,-1 0 0,1 0 0,0 0 0,-1 0 0,1 0 0,0 1 0,-1-1 0,1 0 0,0 1 0,-1-1 0,1 0 0,0 1 0,0 0 0,26 15 0,-16-7 0,0 1 0,12 15 0,8 7 0,5 4-1365,-27-27-5461</inkml:trace>
</inkml:ink>
</file>

<file path=ppt/ink/ink4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5:32.1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24575,'8'19'0,"-1"0"0,8 32 0,1 3 0,0-13 0,1 0 0,30 49 0,56 71 0,-88-138-25,-11-15-243,1-1 0,-1 1 0,2-1 0,10 11 0</inkml:trace>
</inkml:ink>
</file>

<file path=ppt/ink/ink4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5:32.9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 59 24575,'-7'5'0,"-7"6"0,-17 18 0,27-25 0,1-1 0,0 1 0,1-1 0,-1 1 0,0 0 0,1 0 0,0 0 0,0 1 0,0-1 0,-1 7 0,3-9 0,-1-1 0,1 0 0,0 1 0,0-1 0,0 0 0,0 1 0,0-1 0,0 0 0,1 1 0,-1-1 0,0 0 0,1 1 0,-1-1 0,1 0 0,-1 0 0,1 1 0,0-1 0,-1 0 0,1 0 0,0 0 0,0 0 0,0 0 0,0 0 0,0 0 0,0 0 0,0 0 0,0 0 0,0-1 0,0 1 0,3 1 0,3 0 0,0 1 0,0-1 0,0 0 0,12 2 0,-5-2 0,11 3 0,0-1 0,0-2 0,1 0 0,-1-2 0,0 0 0,1-2 0,-1-1 0,0-1 0,39-12 0,-60 15 0,-1 0 0,1-1 0,0 0 0,-1 1 0,1-1 0,-1 0 0,0-1 0,1 1 0,-1-1 0,0 1 0,-1-1 0,6-6 0,-7 7 0,0 0 0,1 0 0,-1 0 0,-1 0 0,1 0 0,0 0 0,0 0 0,-1 0 0,1-1 0,-1 1 0,0 0 0,1 0 0,-1 0 0,0-1 0,0 1 0,-1 0 0,1 0 0,0-1 0,-1 1 0,1 0 0,-1 0 0,0 0 0,0 0 0,-1-3 0,-2-1 0,1 1 0,-1-1 0,-1 1 0,1 0 0,-1 0 0,0 0 0,0 1 0,0 0 0,-1 0 0,1 0 0,-1 0 0,0 1 0,0 0 0,0 0 0,-1 1 0,-9-3 0,14 5 0,1-1 0,0 1 0,-1 0 0,1 0 0,0 1 0,0-1 0,-1 0 0,1 0 0,0 1 0,0-1 0,-1 0 0,1 1 0,0-1 0,0 1 0,0 0 0,0-1 0,0 1 0,0 0 0,0 0 0,-2 1 0,2 0 0,-1 0 0,1 0 0,-1 0 0,1 1 0,0-1 0,0 0 0,0 1 0,0-1 0,-1 6 0,1-1 0,0 0 0,0 0 0,1 0 0,0 0 0,0 0 0,3 12 0,-2-13 0,1 0 0,0-1 0,0 1 0,0-1 0,1 0 0,0 1 0,0-1 0,0 0 0,0-1 0,6 6 0,-3-3 0,1-1 0,0 0 0,0 0 0,1-1 0,15 9 0,-3-5 0,0-1 0,1 0 0,0-2 0,37 7 0,-38-9 0,1-2 0,-1 0 0,1-1 0,29-3 0,-40 1 0,0 0 0,0-1 0,0 0 0,0-1 0,0 0 0,0-1 0,-1 0 0,1 0 0,-1-1 0,15-11 0,-23 15 0,0 1 0,0-1 0,0 0 0,0 1 0,-1-1 0,1 0 0,0 0 0,-1 0 0,1 0 0,-1 0 0,1 1 0,-1-1 0,1 0 0,-1 0 0,0 0 0,1-1 0,-1 1 0,0 0 0,0 0 0,0 0 0,0 0 0,0 0 0,0 0 0,0 0 0,0 0 0,0 0 0,0 0 0,-1 0 0,1 0 0,0 0 0,-1 0 0,1 0 0,-1 0 0,1 0 0,-2-1 0,-2-4 0,-1 0 0,1 0 0,-1 1 0,-8-8 0,-1 0 0,8 6 0,0 0 0,1-1 0,0 0 0,0 1 0,-6-15 0,10 18 0,-1 1 0,1-1 0,0 0 0,0 0 0,0 0 0,0 0 0,1 0 0,0 0 0,0 0 0,0 0 0,0 0 0,0 0 0,1 0 0,0 0 0,1-5 0,-1 7 6,0 0 0,0 0-1,0 0 1,0 1 0,0-1-1,1 0 1,-1 1 0,0-1 0,1 1-1,-1-1 1,1 1 0,0 0-1,-1 0 1,1 0 0,0 0-1,0 0 1,0 0 0,0 0 0,0 0-1,2 0 1,-1 0-141,1 1 0,-1-1 0,1 1 0,-1 0 0,1 0 0,-1 0 0,1 0 0,-1 0 0,1 1 0,6 1 0,0 2-6691</inkml:trace>
</inkml:ink>
</file>

<file path=ppt/ink/ink4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5:33.7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55 24575,'4'17'0,"1"-1"0,1 0 0,0 0 0,2 0 0,-1-1 0,2 0 0,0 0 0,1-1 0,0-1 0,20 20 0,-29-31 0,0-1 0,1 0 0,-1 0 0,0 0 0,1 0 0,-1 0 0,1 0 0,-1 0 0,1 0 0,0-1 0,-1 1 0,1 0 0,-1-1 0,1 0 0,0 1 0,0-1 0,-1 0 0,1 0 0,0 0 0,0 0 0,-1 0 0,1 0 0,0-1 0,3 0 0,-4 0 0,1 0 0,0 0 0,0 0 0,-1 0 0,1 0 0,-1 0 0,1-1 0,-1 1 0,0-1 0,1 1 0,-1-1 0,0 0 0,0 1 0,0-1 0,0 0 0,0 0 0,-1 1 0,1-1 0,-1 0 0,1 0 0,0-3 0,0-4 0,-1 1 0,0-16 0,-1 17 0,1 0 0,0 0 0,1 0 0,1-11 0,-2 18 0,0 0 0,0-1 0,0 1 0,1-1 0,-1 1 0,0 0 0,0-1 0,0 1 0,0 0 0,1-1 0,-1 1 0,0 0 0,0-1 0,1 1 0,-1 0 0,0-1 0,1 1 0,-1 0 0,0 0 0,1 0 0,-1-1 0,0 1 0,1 0 0,-1 0 0,1 0 0,-1 0 0,1-1 0,12 5 0,15 14 0,-24-14 0,13 8 0,1 2 0,31 18 0,-42-28 0,1-1 0,0 0 0,-1 0 0,1 0 0,0-1 0,0 0 0,16 1 0,-23-3 0,13 1 0,-1 0 0,0-1 0,25-3 0,-35 3 0,1-1 0,-1 0 0,0 0 0,0 0 0,0 0 0,1 0 0,-1-1 0,-1 1 0,1-1 0,0 0 0,0 0 0,-1 0 0,1 0 0,-1 0 0,1-1 0,-1 1 0,0-1 0,0 1 0,0-1 0,3-5 0,-2 0 0,0 0 0,0-1 0,0 1 0,-1 0 0,-1-1 0,1 1 0,-1-1 0,-1-8 0,0 11 0,0 0 0,-1 0 0,1 0 0,-2 0 0,1 1 0,0-1 0,-1 0 0,0 1 0,-1-1 0,1 1 0,-1 0 0,-6-9 0,8 13 0,0-1 0,0 1 0,0-1 0,0 1 0,-1 0 0,1-1 0,-1 1 0,1 0 0,-1 0 0,1 0 0,-1 0 0,1 0 0,-1 1 0,0-1 0,0 0 0,1 1 0,-1-1 0,0 1 0,0 0 0,0-1 0,1 1 0,-1 0 0,0 0 0,0 0 0,0 0 0,0 1 0,1-1 0,-4 1 0,2 1 0,0-1 0,0 1 0,0-1 0,0 1 0,0 0 0,0 0 0,0 1 0,1-1 0,-1 1 0,1-1 0,0 1 0,0 0 0,0-1 0,-2 5 0,3-6 0,-3 6 0,0 1 0,0-1 0,1 1 0,0 0 0,-3 9 0,6-15 0,0 0 0,-1 0 0,1 0 0,0 0 0,0 0 0,0 0 0,0 0 0,0 0 0,1 0 0,-1 0 0,1 0 0,-1 0 0,1 0 0,0 0 0,-1 0 0,1 0 0,0 0 0,0-1 0,1 1 0,-1 0 0,0-1 0,0 1 0,1-1 0,-1 1 0,1-1 0,2 2 0,6 3 0,-1 0 0,18 6 0,-18-8 0,0 0 0,0 1 0,14 9 0,-11-5 0,0-1 0,1-1 0,0 0 0,24 9 0,60 14 0,-67-21 0,-2-1-101,-5-1-320,0-1-1,32 5 1,-41-10-6405</inkml:trace>
</inkml:ink>
</file>

<file path=ppt/ink/ink4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5:34.5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134 682 24575,'12'-25'0,"-1"0"0,10-31 0,-18 46 0,-1 0 0,1-1 0,-2 1 0,0 0 0,0-1 0,-1 1 0,0-1 0,-4-19 0,-6-13 0,-2 1 0,-30-66 0,-6-22 0,43 111 0,-4-38 0,1 9 0,8 47 0,0 1 0,0-1 0,0 0 0,0 0 0,0 0 0,-1 1 0,1-1 0,0 0 0,-1 1 0,1-1 0,0 0 0,-1 0 0,1 1 0,-1-1 0,1 1 0,-1-1 0,0 0 0,1 1 0,-1-1 0,1 1 0,-2-1 0,1 1 0,1 0 0,-1 0 0,0-1 0,1 1 0,-1 0 0,0 0 0,1 1 0,-1-1 0,0 0 0,1 0 0,-1 0 0,0 0 0,1 1 0,-1-1 0,0 0 0,1 0 0,-1 1 0,1-1 0,-2 1 0,0 1 0,0 0 0,0-1 0,0 1 0,0 0 0,1 0 0,-1 0 0,1 0 0,-1 1 0,1-1 0,0 0 0,-2 5 0,0 9 0,1 0 0,1 0 0,0 0 0,1 0 0,1 0 0,4 25 0,0-16 0,1-1 0,1 1 0,1-1 0,1-1 0,1 1 0,1-2 0,25 39 0,-14-31 0,1 0 0,1-1 0,1-2 0,48 40 0,-64-59-195,1 0 0,1 0 0,-1-1 0,1-1 0,0 0 0,14 5 0,-13-7-6631</inkml:trace>
</inkml:ink>
</file>

<file path=ppt/ink/ink4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30:32.3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6897 74 24575,'-85'-14'0,"54"12"0,6 2 0,-37-7 0,36 3 0,-30 0 0,-17-3 0,39 3 0,0 2 0,-47 3 0,-25-2 0,52-6 0,34 4 0,-30-1 0,-502 4 0,524-1 0,-28-5 0,-27-2 0,-486 8 0,251 1 0,293 0 0,-30 5 0,-16 1 0,-206-7 0,262 1 0,1 0 0,-17 4 0,15-2 0,-24 2 0,-75-6 0,-36 2 0,97 6 0,34-4 0,-25 1 0,-68-4 0,-35 0 0,75 7 0,-27 1 0,-895-9 0,900 9 0,3-1 0,12 1 0,53-5 0,-30 1 0,40-4 0,-16-1 0,0 2 0,-43 7 0,-28 1 0,30-3 0,-78 0 0,-5 2 0,79-2 0,-102-5 0,83-2 0,65 0 0,0 1 0,-1 0 0,-52 9 0,63-6 0,0-1 0,-1-1 0,1-1 0,0-1 0,-29-5 0,-1 0 0,12 3 0,15 2 0,-28-5 0,19 1 0,0 3 0,-66 2 0,37 1 0,-23-1-1365,73 0-5461</inkml:trace>
</inkml:ink>
</file>

<file path=ppt/ink/ink4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31:13.9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190 31 24575,'7'-4'0,"3"-1"0,0 0 0,0 1 0,19-5 0,-25 8 0,1 0 0,-1 0 0,0 1 0,1 0 0,-1 0 0,0 0 0,1 1 0,-1-1 0,0 1 0,1 0 0,-1 0 0,0 0 0,0 1 0,4 2 0,12 7 0,0 0 0,-1 2 0,-1 0 0,0 1 0,-1 1 0,0 1 0,-1 0 0,27 37 0,-40-49 0,-1 0 0,1 1 0,-1 0 0,0-1 0,0 1 0,0 0 0,0 0 0,-1 0 0,1 6 0,-2-9 0,0 0 0,0 0 0,0 0 0,0-1 0,0 1 0,-1 0 0,1 0 0,0-1 0,-1 1 0,0 0 0,1-1 0,-1 1 0,0-1 0,0 1 0,0 0 0,0-1 0,0 0 0,0 1 0,0-1 0,0 0 0,-1 1 0,1-1 0,0 0 0,-1 0 0,1 0 0,-1 0 0,1-1 0,-4 2 0,-4 2 0,1-2 0,-1 1 0,0-2 0,1 1 0,-1-1 0,-14 0 0,-56-3 0,62 0 0,-11 0 0,1-1 0,0-2 0,0-1 0,-30-10 0,42 11 0,1-1 0,0 0 0,0-1 0,0-1 0,1 0 0,0 0 0,1-2 0,-22-19 0,32 26 0,-1 1 0,1-1 0,0 0 0,0 1 0,0-1 0,0 0 0,0-1 0,1 1 0,0 0 0,-1 0 0,1-1 0,0 1 0,1 0 0,-1-1 0,0 1 0,1-1 0,0 1 0,0-1 0,0 1 0,0-1 0,1 1 0,-1-1 0,1 1 0,0-1 0,0 1 0,0 0 0,0-1 0,1 1 0,-1 0 0,1 0 0,0 0 0,0 0 0,0 0 0,0 1 0,1-1 0,-1 1 0,1-1 0,-1 1 0,1 0 0,0 0 0,0 0 0,0 0 0,0 0 0,0 1 0,0 0 0,7-3 0,-3 2-151,1 0-1,0 1 0,-1-1 0,1 1 1,0 1-1,0-1 0,0 1 1,15 3-1,-10 0-6674</inkml:trace>
</inkml:ink>
</file>

<file path=ppt/ink/ink4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31:14.5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218 30 24575,'47'14'0,"36"14"0,-72-24 0,-1 1 0,0 0 0,0 1 0,-1 0 0,14 11 0,-20-15 0,-1 0 0,0 0 0,0 0 0,0 0 0,0 0 0,-1 0 0,1 1 0,-1-1 0,1 1 0,-1-1 0,0 1 0,0 0 0,0-1 0,0 1 0,0 0 0,-1 0 0,1 0 0,-1 4 0,0-3 0,-1-1 0,1 1 0,-1-1 0,0 0 0,0 1 0,0-1 0,-1 0 0,1 0 0,-1 0 0,0 0 0,0 0 0,0 0 0,0 0 0,-5 4 0,3-2 0,-1-1 0,0 0 0,0 0 0,0-1 0,0 0 0,0 1 0,-1-2 0,1 1 0,-1-1 0,0 1 0,-10 1 0,7-2 0,0-1 0,-1 0 0,1-1 0,0 0 0,0 0 0,0-1 0,-11-2 0,0-2 0,0-1 0,1 0 0,0-2 0,0 0 0,1-1 0,-24-16 0,28 17 0,1-2 0,0 0 0,-17-18 0,26 25 0,0-1 0,1 0 0,0 0 0,0 0 0,0-1 0,0 1 0,1-1 0,0 0 0,0 1 0,0-1 0,0 0 0,1 0 0,0 0 0,0-1 0,0-4 0,1 8 0,0-1 0,0 1 0,0 0 0,0 0 0,1 0 0,-1 0 0,1 0 0,-1 0 0,1 0 0,0 0 0,0 0 0,0 0 0,0 0 0,0 1 0,0-1 0,1 0 0,2-2 0,-2 2 0,1 0 0,0 0 0,-1 0 0,1 1 0,0-1 0,0 1 0,0 0 0,0 0 0,0 0 0,6-1 0,-1 1 0,1 0 0,0 0 0,-1 1 0,1 1 0,0-1 0,-1 1 0,16 4 0,20 11-1365,-27-8-5461</inkml:trace>
</inkml:ink>
</file>

<file path=ppt/ink/ink4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31:15.0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346 111 24575,'6'2'0,"20"6"0,0 2 0,29 15 0,-48-22 0,-2 1 0,1-1 0,0 1 0,-1 0 0,1 0 0,-1 1 0,0 0 0,-1 0 0,1 0 0,-1 0 0,0 1 0,0-1 0,-1 1 0,5 11 0,-7-15 0,0 0 0,0 1 0,-1-1 0,1 0 0,-1 1 0,0-1 0,0 1 0,0-1 0,0 1 0,0-1 0,0 0 0,-1 1 0,1-1 0,-1 0 0,0 1 0,1-1 0,-3 4 0,1-3 0,0 0 0,-1 0 0,1 0 0,0 0 0,-1 0 0,0-1 0,0 0 0,1 1 0,-1-1 0,-6 3 0,0-1 0,1 0 0,-1-1 0,1 0 0,-1 0 0,0-1 0,0-1 0,0 1 0,-16 0 0,4-3 0,1-1 0,-1-1 0,1 0 0,0-2 0,0 0 0,-33-14 0,27 7 0,0 0 0,0-2 0,1-1 0,-27-22 0,44 30 0,0 1 0,0-1 0,1 0 0,0-1 0,1 0 0,0 0 0,-8-13 0,12 19 0,1-1 0,0 0 0,-1 0 0,1 0 0,0 0 0,0 0 0,1 0 0,-1 0 0,1-1 0,-1 1 0,1 0 0,0 0 0,0 0 0,1-1 0,-1 1 0,1 0 0,-1 0 0,1 0 0,0 0 0,0 0 0,0 0 0,1 0 0,-1 0 0,1 0 0,0 1 0,-1-1 0,4-3 0,0 1 0,0 0 0,1 1 0,-1 0 0,1 0 0,0 0 0,0 1 0,0-1 0,0 1 0,0 1 0,1-1 0,-1 1 0,1 1 0,0-1 0,7 0 0,2 0 0,-1 1 0,1 0 0,-1 2 0,1 0 0,19 3 0,-8 2-215,-1 2 0,1 1 0,41 20 1,-58-24-292,12 4-6320</inkml:trace>
</inkml:ink>
</file>

<file path=ppt/ink/ink4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31:15.7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84 28 24575,'-3'-3'0,"-28"-15"0,29 17 0,-1 0 0,0 0 0,1 0 0,-1 0 0,1 0 0,-1 1 0,0 0 0,1-1 0,-1 1 0,-4 0 0,6 0 0,0 0 0,1 0 0,-1 0 0,0 1 0,1-1 0,-1 0 0,0 0 0,1 1 0,-1-1 0,0 0 0,1 1 0,-1-1 0,1 0 0,-1 1 0,0-1 0,1 1 0,-1-1 0,1 1 0,0-1 0,-1 1 0,1 0 0,-1-1 0,1 2 0,-1-1 0,1 1 0,-1-1 0,1 1 0,0-1 0,0 1 0,0 0 0,0-1 0,0 1 0,0-1 0,0 3 0,2 3 0,0 0 0,0 0 0,4 9 0,-6-15 0,33 66 0,5 14 0,-35-70 0,1-1 0,-2 0 0,1 1 0,-1 0 0,-1-1 0,1 16 0,-2-16 40,-1-1 0,-2 14 0,3-21-146,-1 1 0,1-1 0,-1 1 0,0-1 0,0 1 0,0-1-1,0 0 1,0 0 0,-1 1 0,1-1 0,-1 0 0,1 0 0,-4 3 0,-3 1-6720</inkml:trace>
</inkml:ink>
</file>

<file path=ppt/ink/ink4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31:16.2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 24575,'-2'10'0,"1"5"0,1 3 0,3 1 0,4 2 0,0 0 0,1-1 0,3 0 0,0 0 0,0-1 0,0-1 0,-2-2 0,0-1 0,-2 0 0,-1-3-8191</inkml:trace>
</inkml:ink>
</file>

<file path=ppt/ink/ink4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31:16.7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24575,'7'13'0,"5"8"0,1 3 0,0 1 0,0 0 0,1-1 0,1-3 0,-1-2 0,-2 1 0,-1-1 0,-2-1 0,0-2 0,-2 0 0,-2-3-8191</inkml:trace>
</inkml:ink>
</file>

<file path=ppt/ink/ink4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31:17.6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261 17 24575,'94'12'0,"-81"-10"0,1 2 0,-1 0 0,0 0 0,22 11 0,-33-13 0,1-1 0,0 1 0,0 0 0,-1 0 0,1 0 0,-1 0 0,0 0 0,1 0 0,-1 1 0,0-1 0,0 1 0,-1-1 0,1 1 0,-1 0 0,1 0 0,-1 0 0,0 0 0,0 0 0,0 0 0,1 6 0,-2-5 0,0 0 0,0 0 0,0-1 0,-1 1 0,1 0 0,-1 0 0,0-1 0,0 1 0,-1 0 0,1-1 0,-1 1 0,1-1 0,-1 1 0,0-1 0,-1 0 0,-4 6 0,0-3 0,0 1 0,0-1 0,0-1 0,-1 1 0,0-1 0,-1 0 0,1-1 0,-1 0 0,0 0 0,1-1 0,-2 0 0,1-1 0,-18 3 0,7-3 0,0 0 0,0-2 0,1 0 0,-1-1 0,-32-6 0,40 4 0,0 0 0,0 0 0,1-1 0,0-1 0,0 0 0,-17-11 0,21 12 0,1-1 0,-1 0 0,1 0 0,0 0 0,0-1 0,1 0 0,-1 0 0,1-1 0,1 1 0,-8-15 0,11 19 0,-1-1 0,1 0 0,0 0 0,0-1 0,1 1 0,-1 0 0,0 0 0,1 0 0,0 0 0,0-1 0,0 1 0,0 0 0,1 0 0,-1 0 0,1-1 0,-1 1 0,1 0 0,0 0 0,1 0 0,-1 0 0,0 0 0,1 1 0,3-6 0,-2 4 0,1 0 0,0 1 0,-1-1 0,2 1 0,-1-1 0,0 1 0,1 0 0,-1 1 0,1-1 0,0 1 0,0 0 0,0 0 0,9-2 0,1 2-455,-1 0 0,24-1 0,-17 3-6371</inkml:trace>
</inkml:ink>
</file>

<file path=ppt/ink/ink4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31:18.1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375 3 24575,'19'4'0,"-1"1"0,0 0 0,23 11 0,-37-14 0,1 0 0,-1 1 0,0-1 0,0 1 0,0-1 0,0 1 0,0 0 0,-1 1 0,1-1 0,-1 1 0,0-1 0,0 1 0,0 0 0,-1 0 0,1 1 0,-1-1 0,0 0 0,2 7 0,-3-7 0,0-1 0,-1 0 0,0 0 0,1 0 0,-1 1 0,-1-1 0,1 0 0,0 0 0,-1 1 0,1-1 0,-1 0 0,0 0 0,0 0 0,0 0 0,-1 0 0,1 0 0,-1 0 0,1-1 0,-1 1 0,0 0 0,0-1 0,-4 4 0,2-2 0,-1 0 0,0 0 0,0-1 0,-1 1 0,1-1 0,0-1 0,-1 1 0,0-1 0,0 0 0,-10 3 0,0-3 0,-1 0 0,1 0 0,0-2 0,0 0 0,-1-1 0,-24-4 0,14 0 0,1-2 0,0 0 0,-29-13 0,35 12 0,1-1 0,0-1 0,0-1 0,1-1 0,0 0 0,-24-22 0,41 33 0,-1-1 0,1 1 0,-1-1 0,1 1 0,0-1 0,-1 0 0,1 0 0,0 1 0,0-1 0,0 0 0,0 0 0,1 0 0,-1 0 0,0 0 0,1 0 0,0 0 0,-1 0 0,1-1 0,0-3 0,1 5 0,-1-1 0,1 1 0,-1-1 0,1 1 0,0-1 0,0 1 0,0-1 0,0 1 0,0 0 0,0-1 0,0 1 0,0 0 0,1 0 0,-1 0 0,0 0 0,1 0 0,-1 0 0,1 0 0,-1 0 0,1 1 0,-1-1 0,1 0 0,-1 1 0,4-1 0,9-2-207,-1 1-1,0 1 0,1 0 1,15 1-1,-25 0-119,14 0-6499</inkml:trace>
</inkml:ink>
</file>

<file path=ppt/ink/ink4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31:18.9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232 45 24575,'4'11'0,"0"1"0,0-1 0,-2 1 0,1-1 0,-1 1 0,0 18 0,-2-27 0,0-1 0,0 1 0,0 0 0,-1-1 0,1 1 0,-1-1 0,1 1 0,-1-1 0,0 1 0,0-1 0,0 1 0,0-1 0,-1 0 0,1 1 0,-1-1 0,1 0 0,-1 0 0,0 0 0,0 0 0,0-1 0,0 1 0,0 0 0,0-1 0,0 1 0,0-1 0,-1 0 0,1 0 0,0 0 0,-1 0 0,1 0 0,-1 0 0,1-1 0,-1 1 0,0-1 0,-3 0 0,-5 1 0,0 0 0,0-1 0,0-1 0,0 1 0,-21-6 0,27 5 0,-1-1 0,0 0 0,1 0 0,-1-1 0,1 1 0,0-1 0,0-1 0,0 1 0,0 0 0,1-1 0,-1 0 0,-6-7 0,7 6 0,1 0 0,-1 0 0,1-1 0,0 1 0,0-1 0,0 0 0,1 1 0,0-1 0,0 0 0,-1-7 0,3 11 0,0-1 0,-1 0 0,1 0 0,0 1 0,0-1 0,1 0 0,-1 0 0,1 1 0,-1-1 0,1 0 0,0 1 0,0-1 0,0 1 0,0-1 0,0 1 0,1-1 0,-1 1 0,1 0 0,0 0 0,-1-1 0,1 1 0,0 0 0,0 1 0,5-4 0,-2 1 14,0 1-1,1 0 0,-1 1 0,1-1 1,0 1-1,0 0 0,0 1 1,7-2-1,3 1-756,31 0 1,-30 2-6084</inkml:trace>
</inkml:ink>
</file>

<file path=ppt/ink/ink4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31:19.4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301 1 24575,'7'2'0,"85"27"0,-83-25 0,-1-1 0,-1 1 0,1 1 0,0-1 0,-1 1 0,0 0 0,0 1 0,10 11 0,-15-15 0,0 1 0,0-1 0,-1 1 0,1-1 0,-1 1 0,0 0 0,1 0 0,-1-1 0,-1 1 0,1 0 0,0 0 0,-1 0 0,1 0 0,-1 0 0,0 0 0,0 0 0,0 0 0,0 0 0,-1 0 0,1 0 0,-1 0 0,0 0 0,0 0 0,0 0 0,0-1 0,0 1 0,-1 0 0,1-1 0,-3 5 0,0-3 0,1 1 0,-1-1 0,0 1 0,0-1 0,-1 0 0,1 0 0,-1-1 0,0 0 0,0 1 0,0-2 0,0 1 0,-1 0 0,1-1 0,-8 2 0,-1-2 0,0 0 0,0 0 0,0-2 0,0 0 0,0 0 0,0-1 0,-1-1 0,2 0 0,-1-1 0,-24-9 0,11 2 0,0-2 0,0 0 0,1-2 0,-27-20 0,45 29 20,0-1 0,1 1 0,0-2 0,0 1 0,-9-13 0,14 17-66,1 1-1,0-1 1,0 1-1,0-1 1,0 0 0,0 0-1,0 0 1,0 1-1,0-1 1,1 0 0,-1 0-1,1 0 1,0 0-1,-1 0 1,1 0-1,0 0 1,0 0 0,0 0-1,0 0 1,1 0-1,-1 0 1,0 0 0,1 0-1,0 0 1,-1 0-1,1 0 1,0 0 0,0 1-1,0-1 1,0 0-1,3-3 1,5-4-6780</inkml:trace>
</inkml:ink>
</file>

<file path=ppt/ink/ink4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31:25.8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81 77 24575,'2'0'0,"-1"1"0,0-1 0,1 1 0,-1-1 0,0 1 0,1-1 0,-1 1 0,0 0 0,0 0 0,0-1 0,0 1 0,0 0 0,0 0 0,0 0 0,0 0 0,0 0 0,1 2 0,14 22 0,-15-22 0,35 71 0,-7-12 0,-9-24 0,-2 1 0,-1 1 0,-3 0 0,11 45 0,-24-81 0,0-1 0,0-1 0,-1 1 0,1-1 0,-1 1 0,0-1 0,0 1 0,0-1 0,0 1 0,0-1 0,0 1 0,-1 2 0,1-5 0,0 0 0,0 1 0,0-1 0,0 0 0,-1 0 0,1 0 0,0 0 0,0 0 0,0 0 0,0 0 0,0 1 0,0-1 0,0 0 0,0 0 0,0 0 0,0 0 0,-1 0 0,1 0 0,0 0 0,0 0 0,0 0 0,0 0 0,0 0 0,0 0 0,-1 0 0,1 0 0,0 1 0,0-1 0,0 0 0,0 0 0,0 0 0,-1 0 0,1-1 0,0 1 0,0 0 0,0 0 0,0 0 0,0 0 0,0 0 0,-1 0 0,1 0 0,0 0 0,0 0 0,0 0 0,-7-7 0,-3-9 0,-34-68 0,-33-53 0,58 109 0,-47-75 0,57 86 0,1 0 0,1-1 0,0 0 0,-7-27 0,12 36 0,-4-13 0,6 22 0,0-1 0,-1 0 0,1 0 0,0 0 0,0 0 0,0 0 0,0 1 0,0-1 0,0 0 0,0 0 0,0 0 0,1 0 0,-1 0 0,0 1 0,0-1 0,1 0 0,0-1 0,-1 2 0,0 0 0,1 0 0,-1 0 0,1 0 0,-1 0 0,1 0 0,-1 0 0,0 0 0,1 0 0,-1 1 0,1-1 0,-1 0 0,0 0 0,1 0 0,-1 0 0,0 1 0,1-1 0,-1 0 0,0 0 0,1 1 0,-1-1 0,0 0 0,1 0 0,-1 1 0,11 10 0,-10-10 0,128 119 0,-111-104 0,1-2 0,1-1 0,0 0 0,1-1 0,0-2 0,1 0 0,28 9 0,-48-18 0,0-1 0,0 1 0,0-1 0,0 1 0,0-1 0,0 0 0,1 0 0,-1 0 0,0 0 0,0 0 0,0-1 0,0 1 0,0-1 0,1 1 0,-1-1 0,0 0 0,0 1 0,0-1 0,0 0 0,2-2 0,-2 1 0,0 0 0,0 0 0,0 0 0,-1 0 0,1-1 0,0 1 0,-1-1 0,0 1 0,1-1 0,-1 1 0,0-1 0,0 0 0,-1 1 0,1-1 0,0-4 0,0-4 0,0 0 0,0 0 0,-2 0 0,1 0 0,-3-13 0,-15-52 0,19 75 0,1 3 0,8 10 0,10 15 0,29 50 0,29 40 0,-56-88 0,2-1 0,31 28 0,-46-48-1365</inkml:trace>
</inkml:ink>
</file>

<file path=ppt/ink/ink4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31:26.1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310 26 24575,'-24'-7'0,"-11"0"0,-2 1 0,3 1 0,5 5 0,5 2 0,4 0 0,2 3 0,3 0 0,-1 0 0,-1-2 0,0-1 0,4 2 0,3 0-8191</inkml:trace>
</inkml:ink>
</file>

<file path=ppt/ink/ink4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31:26.5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275 18 24575,'-27'-5'0,"-12"-2"0,-1 4 0,1 1 0,5 4 0,3 1 0,5 4 0,4-1 0,5-1-8191</inkml:trace>
</inkml:ink>
</file>

<file path=ppt/ink/ink4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31:27.4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75 24575,'26'-14'0,"0"1"0,1 1 0,0 2 0,34-9 0,-54 17 0,0 0 0,0 1 0,0 0 0,0 1 0,14 0 0,-20 0 0,1 0 0,0 0 0,-1 0 0,1 1 0,0-1 0,-1 1 0,1-1 0,-1 1 0,1-1 0,-1 1 0,1 0 0,-1 0 0,1 0 0,-1 0 0,0 0 0,1 0 0,-1 0 0,0 0 0,0 0 0,0 1 0,0-1 0,0 0 0,0 1 0,0-1 0,0 1 0,-1-1 0,1 1 0,-1-1 0,2 4 0,0 15 0,-1-1 0,-1 1 0,-4 37 0,3-48 0,-1-1 0,1 0 0,-1 0 0,0 0 0,-1 0 0,0-1 0,0 1 0,-7 11 0,2-8 0,-1 1 0,0-2 0,0 1 0,-12 10 0,21-21 0,-1 0 0,1 0 0,0 0 0,0 1 0,0-1 0,-1 0 0,1 0 0,0 0 0,0 0 0,0 1 0,0-1 0,-1 0 0,1 0 0,0 0 0,0 1 0,0-1 0,0 0 0,0 0 0,0 1 0,0-1 0,0 0 0,0 0 0,0 0 0,0 1 0,0-1 0,0 0 0,0 0 0,0 1 0,0-1 0,0 0 0,0 0 0,0 1 0,0-1 0,0 0 0,0 0 0,9 4 0,18-3 0,-23-1 0,66 0 0,66-2 0,-133 2-124,-1-1 0,1 1 0,-1 0 0,1-1 0,-1 0 0,1 0-1,-1 0 1,1 0 0,-1 0 0,5-3 0</inkml:trace>
</inkml:ink>
</file>

<file path=ppt/ink/ink4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31:33.76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112 61 24575,'0'0'0,"-1"0"0,1 0 0,-1 1 0,1-1 0,0 0 0,-1 0 0,1 1 0,-1-1 0,1 0 0,-1 0 0,1 1 0,0-1 0,-1 0 0,1 1 0,0-1 0,-1 1 0,1-1 0,0 0 0,-1 1 0,1-1 0,0 1 0,0-1 0,0 1 0,-1-1 0,1 1 0,0-1 0,0 1 0,0-1 0,0 1 0,0-1 0,0 1 0,0-1 0,0 1 0,0-1 0,0 1 0,2 19 0,8 18 0,1 0 0,1-2 0,2 1 0,2-2 0,39 66 0,-54-97 0,1 0 0,0-1 0,-1 1 0,2 7 0,-3-10 0,0-1 0,0 1 0,0-1 0,0 1 0,0-1 0,0 1 0,0-1 0,0 1 0,0 0 0,0-1 0,0 1 0,0-1 0,0 1 0,0-1 0,0 1 0,-1-1 0,1 1 0,-1 0 0,1-1 0,-1 0 0,1 0 0,0 0 0,-1 1 0,1-1 0,-1 0 0,1 0 0,-1 0 0,1 0 0,-1 0 0,1 0 0,-1 0 0,1 0 0,-1 0 0,1-1 0,-1 1 0,1 0 0,-1 0 0,1 0 0,-1 0 0,1-1 0,0 1 0,-1 0 0,1-1 0,-1 0 0,-9-5 0,1-2 0,1 0 0,-1 0 0,1 0 0,-9-13 0,2 3 0,-8-9 0,-36-56 0,48 66 0,2-1 0,0 0 0,1-1 0,-10-33 0,16 48 0,1-1 0,0 1 0,1-1 0,-1 1 0,1-1 0,0 1 0,0-1 0,1 0 0,-1 1 0,1-1 0,2-8 0,-2 11 0,0 0 0,1-1 0,-1 1 0,0 0 0,1 0 0,-1 0 0,1 0 0,-1 0 0,1 0 0,0 0 0,0 1 0,0-1 0,0 1 0,0-1 0,0 1 0,1 0 0,-1 0 0,0 0 0,1 0 0,-1 0 0,0 1 0,1-1 0,2 0 0,5 0 0,0 0 0,1 1 0,-1 0 0,0 0 0,0 1 0,0 0 0,1 1 0,9 3 0,-13-3 0,0 1 0,0-1 0,0 1 0,0 1 0,0-1 0,0 1 0,-1 0 0,0 1 0,0 0 0,0 0 0,7 8 0,-11-11-4,0 1-1,0 0 1,0-1-1,-1 1 1,1 0-1,-1 0 1,1-1 0,-1 1-1,0 0 1,0 0-1,-1 1 1,1-1-1,-1 0 1,1 0-1,-1 0 1,0 0-1,-1 6 1,0-4 22,0-1 0,0 1 0,-1-1 1,0 0-1,1 1 0,-2-1 0,1 0 0,0 0 1,-1 0-1,-6 7 0,2-3-167,-1-1 1,-1 1-1,1-1 1,-1 0-1,0-1 1,-1 0-1,0-1 1,0 0-1,-14 5 1,10-6-6678</inkml:trace>
</inkml:ink>
</file>

<file path=ppt/ink/ink4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31:34.38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24575,'16'18'0,"-1"1"0,-1 1 0,0 0 0,19 41 0,-21-37 0,1-1 0,1 0 0,29 35 0,-38-51 0,-3-5 0,0 0 0,0 0 0,0 0 0,-1 0 0,2 0 0,2 2 0,-4-4 0,-1 0 0,0 0 0,0 0 0,0 0 0,0 1 0,0-1 0,0 0 0,0 0 0,0 0 0,0 0 0,0 0 0,0 0 0,0 0 0,0 0 0,1 0 0,-1 0 0,0 0 0,0 0 0,0 0 0,0 0 0,0 0 0,0 0 0,0-1 0,0 1 0,0 0 0,0 0 0,0 0 0,0 0 0,0 0 0,0 0 0,0 0 0,1 0 0,-1 0 0,0 0 0,0 0 0,0 0 0,0 0 0,0 0 0,0 0 0,0 0 0,0 0 0,0 0 0,0-1 0,0 1 0,0 0 0,0 0 0,0 0 0,0 0 0,0 0 0,0 0 0,0 0 0,0 0 0,0 0 0,0 0 0,0 0 0,0 0 0,0 0 0,0-1 0,0 1 0,0 0 0,0 0 0,0 0 0,-2-8 0,-5-9 0,5 14 0,0-1 0,0 0 0,0 0 0,1-1 0,0 1 0,-2-8 0,3 11 0,0 1 0,0-1 0,0 0 0,0 1 0,0-1 0,0 0 0,0 0 0,0 1 0,0-1 0,1 0 0,-1 1 0,0-1 0,0 0 0,0 0 0,1 1 0,-1-1 0,1 1 0,-1-1 0,0 0 0,1 1 0,-1-1 0,1 1 0,-1-1 0,1 1 0,-1-1 0,1 1 0,0 0 0,-1-1 0,1 1 0,0-1 0,-1 1 0,1 0 0,0 0 0,-1-1 0,1 1 0,0 0 0,-1 0 0,1 0 0,0 0 0,0 0 0,-1 0 0,1 0 0,0 0 0,-1 0 0,1 0 0,0 0 0,0 1 0,-1-1 0,2 1 0,11 2 0,-1 1 0,1 1 0,-1 0 0,0 1 0,22 13 0,2 2 0,-25-15-118,32 13 370,-40-17-388,0-1-1,1 0 1,-1 0 0,1-1 0,-1 1-1,1-1 1,0 0 0,-1 0-1,1 0 1,5-1 0,0-2-6690</inkml:trace>
</inkml:ink>
</file>

<file path=ppt/ink/ink4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31:34.80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103 0 24575,'-10'0'0,"-1"1"0,1 0 0,0 0 0,-17 4 0,25-4 0,-1 0 0,1 0 0,0 0 0,0 0 0,0 0 0,0 0 0,-1 1 0,2-1 0,-1 0 0,0 1 0,-2 2 0,3-3 0,0 0 0,0 1 0,1-1 0,-1 0 0,0 1 0,1-1 0,-1 1 0,1-1 0,0 1 0,-1-1 0,1 1 0,0-1 0,0 1 0,0-1 0,0 1 0,0-1 0,0 1 0,0-1 0,1 3 0,1 2 0,1 0 0,-1 0 0,1 0 0,0 0 0,0-1 0,1 1 0,0-1 0,0 0 0,0 0 0,1-1 0,-1 1 0,1-1 0,0 0 0,0 0 0,1 0 0,-1-1 0,1 0 0,0 0 0,0-1 0,9 4 0,-14-6 0,0 1 0,1-1 0,-1 1 0,0-1 0,0 0 0,0 0 0,0 0 0,0 0 0,1 0 0,-1 0 0,0 0 0,0 0 0,0 0 0,0 0 0,1-1 0,-1 1 0,0 0 0,0-1 0,0 1 0,0-1 0,0 1 0,0-1 0,0 0 0,0 1 0,0-1 0,0 0 0,0 0 0,0 1 0,-1-1 0,1 0 0,0 0 0,-1 0 0,1 0 0,0 0 0,-1 0 0,1 0 0,-1 0 0,0-1 0,1 1 0,-1 0 0,0 0 0,0 0 0,0 0 0,1-2 0,-1-2 0,0 0 0,0-1 0,-1 1 0,1 0 0,-1 0 0,0 0 0,-1 0 0,-3-9 0,-27-41 0,54 80 0,33 29 0,-26-27 0,-20-18-1365,0-3-5461</inkml:trace>
</inkml:ink>
</file>

<file path=ppt/ink/ink4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31:35.68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44 53 24575,'-3'-6'0,"-11"-14"0,14 19 0,-1 0 0,0 0 0,0 0 0,0 0 0,1 0 0,-1 0 0,0 0 0,0 1 0,0-1 0,0 0 0,0 1 0,-1-1 0,1 1 0,0-1 0,-2 0 0,3 1 0,-1 0 0,1 1 0,-1-1 0,1 0 0,0 0 0,-1 0 0,1 0 0,-1 0 0,1 1 0,0-1 0,-1 0 0,1 0 0,0 1 0,-1-1 0,1 0 0,0 1 0,-1-1 0,1 0 0,0 1 0,0-1 0,-1 0 0,1 1 0,0-1 0,0 1 0,0-1 0,-1 1 0,1-1 0,0 0 0,0 1 0,0-1 0,0 1 0,0-1 0,0 1 0,0-1 0,0 1 0,0-1 0,0 0 0,0 1 0,0-1 0,1 1 0,2 19 0,-1-13 0,0-1 0,1 0 0,-1-1 0,1 1 0,0 0 0,1-1 0,0 0 0,-1 0 0,2 0 0,-1 0 0,8 6 0,3 1 0,2 0 0,23 13 0,-34-22 0,-4-2 0,-1 0 0,1 0 0,-1 0 0,1 0 0,-1 0 0,1 1 0,-1-1 0,0 0 0,0 1 0,2 1 0,-3-3 0,0 0 0,0 1 0,0-1 0,0 0 0,0 0 0,0 0 0,0 1 0,0-1 0,0 0 0,0 0 0,0 1 0,0-1 0,0 0 0,0 0 0,0 1 0,0-1 0,0 0 0,0 0 0,0 0 0,0 1 0,0-1 0,0 0 0,0 0 0,-1 0 0,1 1 0,0-1 0,0 0 0,0 1 0,-13 3 0,-29-4 0,32 0 0,29-1 0,3 1 0,-1-1 0,0-1 0,0 0 0,1-2 0,-2-1 0,1 0 0,21-10 0,-38 13 0,-1 0 0,1 0 0,0 0 0,-1 0 0,1-1 0,-1 0 0,0 0 0,0 0 0,0 0 0,-1 0 0,1 0 0,-1-1 0,1 1 0,-1-1 0,0 0 0,0 0 0,-1 0 0,1 0 0,-1 0 0,0 0 0,0 0 0,0 0 0,-1 0 0,0-1 0,1 1 0,-1 0 0,-1 0 0,1-1 0,-1 1 0,1 0 0,-1 0 0,0 0 0,-1 0 0,1 0 0,-1 0 0,1 0 0,-1 0 0,-1 1 0,1-1 0,-4-4 0,5 7 0,1 0 0,-1 0 0,1 1 0,-1-1 0,0 0 0,0 0 0,1 1 0,-1-1 0,0 1 0,0-1 0,0 0 0,0 1 0,0 0 0,0-1 0,1 1 0,-1 0 0,0-1 0,0 1 0,0 0 0,0 0 0,0 0 0,-2 0 0,2 0 0,0 0 0,1 1 0,-1-1 0,0 1 0,1-1 0,-1 1 0,0 0 0,1-1 0,-1 1 0,1 0 0,-1-1 0,1 1 0,-1 0 0,1 0 0,-1-1 0,1 1 0,0 0 0,-1 0 0,1 1 0,-2 6 0,1-1 0,-1 1 0,2 0 0,-1 11 0,1-14 0,1 0 0,-1 0 0,1 0 0,0 0 0,1 0 0,-1 0 0,1 0 0,0 0 0,0 0 0,0-1 0,1 1 0,-1-1 0,1 1 0,0-1 0,1 0 0,-1 0 0,1 0 0,0-1 0,-1 0 0,2 1 0,-1-1 0,6 3 0,0-1 0,-1 0 0,1-1 0,0 0 0,0-1 0,0 0 0,1-1 0,-1 0 0,1 0 0,-1-1 0,12-1 0,-15 0-118,-1 0-131,0 0-1,0 0 1,0-1-1,9-1 1,-5-2-6577</inkml:trace>
</inkml:ink>
</file>

<file path=ppt/ink/ink4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31:36.41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99 24 24575,'10'-4'0,"0"0"0,0 1 0,0-1 0,1 2 0,-1 0 0,20-2 0,-25 4 0,0 0 0,0 1 0,0-1 0,0 1 0,0 0 0,-1 0 0,1 1 0,0-1 0,-1 1 0,1 0 0,-1 1 0,1-1 0,-1 1 0,0 0 0,0 0 0,6 6 0,-3-2 0,-1 0 0,-1 0 0,1 0 0,-1 0 0,0 1 0,-1 0 0,4 9 0,-6-13 0,-1-1 0,0 1 0,1 0 0,-1-1 0,-1 1 0,1 0 0,0 0 0,-1-1 0,0 1 0,0 0 0,0 0 0,0 0 0,-1-1 0,1 1 0,-1 0 0,0 0 0,0-1 0,-1 1 0,-1 4 0,0-5 0,1 0 0,-1-1 0,0 1 0,0 0 0,0-1 0,0 1 0,0-1 0,-1 0 0,1 0 0,-1 0 0,1-1 0,-1 1 0,0-1 0,1 0 0,-5 1 0,-3 0 0,1 0 0,-1-1 0,0 0 0,-14 0 0,9-2 0,0 0 0,1-2 0,-1 0 0,-20-6 0,28 7 0,1-1 0,0 0 0,0 0 0,0-1 0,1 0 0,-1 0 0,1 0 0,0-1 0,0 0 0,0 0 0,-5-7 0,10 10-32,0 1-1,-1-1 1,1 0-1,0 0 1,0 0-1,0 0 1,0 0-1,0 0 1,1 0-1,-1 0 1,0 0-1,1 0 1,0 0-1,-1 0 1,1 0-1,0-1 1,0 1-1,0 0 1,1 0-1,-1 0 1,0 0-1,1 0 1,-1-1-1,1 1 1,0 0-1,0 0 1,0 0-1,0 0 1,0 1-1,0-1 1,0 0-1,1 0 1,-1 1-1,1-1 1,-1 1-1,1-1 1,-1 1-1,1-1 0,0 1 1,0 0-1,4-2 1,3 0-6794</inkml:trace>
</inkml:ink>
</file>

<file path=ppt/ink/ink4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31:37.94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372 59 24575,'2'-2'0,"15"-12"0,-16 14 0,-1 0 0,1-1 0,-1 1 0,1-1 0,0 0 0,-1 1 0,1-1 0,-1 1 0,0-1 0,1 0 0,-1 1 0,1-1 0,-1 0 0,0 0 0,0 1 0,1-1 0,-1 0 0,0 0 0,0 1 0,0-1 0,0-1 0,-1 1 0,0 1 0,0-1 0,0 1 0,0 0 0,0-1 0,0 1 0,0 0 0,0 0 0,-1-1 0,1 1 0,0 0 0,0 0 0,0 0 0,0 0 0,0 1 0,0-1 0,-2 0 0,0 1 0,-55 2 0,1-2 0,0-3 0,0-2 0,-67-14 0,105 13 0,16 5 0,12 2 0,59 15 0,1-3 0,0-3 0,86 3 0,-127-13 0,-37-5 0,-9-2 0,-31 1 0,0 2 0,-65 4 0,35 0 0,72 0-273,-1 0 0,0 0 0,1 0 0,-10 4 0,7-2-6553</inkml:trace>
</inkml:ink>
</file>

<file path=ppt/ink/ink4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31:39.22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381 14 24575,'0'-1'0,"-1"1"0,1-1 0,0 1 0,0-1 0,-1 1 0,1-1 0,0 1 0,-1-1 0,1 1 0,-1-1 0,1 1 0,0-1 0,-1 1 0,1 0 0,-1-1 0,1 1 0,-1 0 0,0-1 0,1 1 0,-1 0 0,1 0 0,-1 0 0,1-1 0,-1 1 0,0 0 0,0 0 0,-20-3 0,18 3 0,-11-1 0,1 1 0,-1 0 0,1 2 0,-21 3 0,-51 16 0,78-19 0,-64 24 0,46-16 0,61-20 0,1 2 0,59-6 0,-92 13 0,0 1 0,17-3 0,0 0 0,0 2 0,0 1 0,28 2 0,-49-2 0,0 0 0,0 0 0,0 0 0,1 0 0,-1 0 0,0 0 0,0 0 0,0 0 0,0 0 0,1 0 0,-1 0 0,0 0 0,0 0 0,0 0 0,0 0 0,0 0 0,1 0 0,-1 0 0,0 0 0,0 0 0,0 0 0,0 1 0,0-1 0,0 0 0,1 0 0,-1 0 0,0 0 0,0 0 0,0 0 0,0 0 0,0 1 0,0-1 0,0 0 0,0 0 0,0 0 0,1 0 0,-1 0 0,0 1 0,0-1 0,0 0 0,0 0 0,0 0 0,0 0 0,0 0 0,0 1 0,0-1 0,0 0 0,0 0 0,-8 6 0,-14 3 0,-14-1 0,-1-2 0,-1-1 0,-37 0 0,67-5 0,-36 2 0,-53-4 0,82-2 0,13 0 0,8-1 0,5 0 0,2 0 0,-1 1 0,0 0 0,1 1 0,0 1 0,24-2 0,-15 1 0,-1 1 0,1 1 0,41 4 0,-63-3 0,0 0 0,0 0 0,0 0 0,0 0 0,0 0 0,0 0 0,0 0 0,1 0 0,-1 0 0,0 0 0,0 0 0,0 0 0,0 0 0,0 0 0,0 0 0,0 0 0,0 0 0,0 0 0,1 0 0,-1 0 0,0 0 0,0 0 0,0 0 0,0 1 0,0-1 0,0 0 0,0 0 0,0 0 0,0 0 0,0 0 0,1 0 0,-1 0 0,0 0 0,0 0 0,0 0 0,0 0 0,0 1 0,0-1 0,0 0 0,0 0 0,0 0 0,0 0 0,0 0 0,0 0 0,0 0 0,0 0 0,0 1 0,0-1 0,0 0 0,0 0 0,0 0 0,-6 4 0,-10 1 0,-13-2-1365,15-3-5461</inkml:trace>
</inkml:ink>
</file>

<file path=ppt/ink/ink4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31:40.41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263 32 24575,'-13'-6'0,"0"0"0,0 1 0,-19-5 0,26 8 0,-1 1 0,0 0 0,0 1 0,1-1 0,-1 1 0,0 1 0,0-1 0,-13 4 0,10-2 0,6-2 0,0 1 0,0 0 0,-1 0 0,1 0 0,0 1 0,0-1 0,1 1 0,-1 0 0,0 0 0,-5 4 0,9-5 0,0-1 0,0 0 0,0 0 0,0 0 0,0 1 0,0-1 0,0 0 0,0 0 0,0 0 0,0 0 0,0 1 0,0-1 0,0 0 0,0 0 0,0 0 0,0 0 0,0 1 0,0-1 0,0 0 0,1 0 0,-1 0 0,0 0 0,0 0 0,0 1 0,0-1 0,0 0 0,1 0 0,-1 0 0,0 0 0,0 0 0,0 0 0,0 0 0,0 0 0,1 0 0,-1 0 0,0 0 0,0 1 0,0-1 0,1 0 0,-1 0 0,0 0 0,0 0 0,0 0 0,0 0 0,1 0 0,-1-1 0,0 1 0,0 0 0,12 1 0,-12-1 0,99 0 0,14 0 0,-112 0 0,0 0 0,0 1 0,1-1 0,-1 0 0,0 0 0,1 0 0,-1 1 0,0-1 0,0 1 0,0-1 0,1 1 0,-1 0 0,0-1 0,1 2 0,-2-2 0,0 0 0,0 0 0,0 0 0,0 1 0,1-1 0,-1 0 0,0 0 0,0 0 0,0 0 0,0 1 0,0-1 0,0 0 0,0 0 0,0 0 0,0 1 0,0-1 0,0 0 0,0 0 0,0 0 0,0 0 0,0 1 0,0-1 0,-1 0 0,1 0 0,0 0 0,0 0 0,0 0 0,0 1 0,0-1 0,0 0 0,0 0 0,0 0 0,-1 0 0,-10 7 0,-2-4 0,1 0 0,-1-1 0,-23 2 0,-3 1 0,-29 1 0,47-5 0,0 1 0,-38 8 0,59-10 0,-1 0 0,0 0 0,0 1 0,1-1 0,-1 0 0,0 0 0,1 0 0,-1 1 0,0-1 0,1 0 0,-1 1 0,1-1 0,-1 0 0,0 1 0,1-1 0,-1 1 0,1-1 0,-1 1 0,1-1 0,-1 2 0,1-2 0,1 0 0,-1 1 0,0-1 0,0 0 0,0 1 0,1-1 0,-1 1 0,0-1 0,0 0 0,1 1 0,-1-1 0,0 0 0,1 0 0,-1 1 0,1-1 0,-1 0 0,0 0 0,1 0 0,-1 1 0,1-1 0,-1 0 0,1 0 0,33 9 0,-31-9 0,39 6 0,1-3 0,77-2 0,-66-2 0,-48 1 0,-4 0 0,0 0 0,0 0 0,0 0 0,0 0 0,0 0 0,0 0 0,0 0 0,0-1 0,0 1 0,0-1 0,0 0 0,0 1 0,3-3 0,-5 3 0,0-1 0,0 1 0,0 0 0,0 0 0,0-1 0,0 1 0,0 0 0,0 0 0,0-1 0,-1 1 0,1 0 0,0 0 0,0-1 0,0 1 0,0 0 0,-1 0 0,1 0 0,0 0 0,0-1 0,0 1 0,-1 0 0,1 0 0,0 0 0,0 0 0,-1 0 0,1 0 0,0-1 0,0 1 0,-1 0 0,1 0 0,0 0 0,0 0 0,-1 0 0,-12-4 0,13 4 0,-30-8-273,0 1 0,0 2 0,0 1 0,-48-1 0,62 5-6553</inkml:trace>
</inkml:ink>
</file>

<file path=ppt/ink/ink4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31:41.50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308 12 24575,'12'-1'0,"-8"0"0,0 1 0,-1 0 0,1-1 0,0 0 0,0 0 0,-1 0 0,1 0 0,4-3 0,-28 6 0,-36 8 0,-1-3 0,-81 0 0,130-7 0,0 0 0,0 0 0,0 1 0,0 0 0,0 0 0,0 1 0,1 0 0,-11 4 0,17-6 0,1 1 0,0-1 0,0 0 0,-1 0 0,1 0 0,0 0 0,0 0 0,-1 0 0,1 1 0,0-1 0,0 0 0,0 0 0,-1 0 0,1 0 0,0 1 0,0-1 0,0 0 0,-1 0 0,1 1 0,0-1 0,0 0 0,0 0 0,0 1 0,0-1 0,0 0 0,0 0 0,0 1 0,0-1 0,-1 1 0,8 3 0,14 0 0,284 11 0,-296-15 0,-5 0 0,0 0 0,0 0 0,0 0 0,0 0 0,0 1 0,0 0 0,-1-1 0,8 4 0,-11-4 0,0 0 0,0 0 0,0 0 0,1 0 0,-1 0 0,0 0 0,0 0 0,0 0 0,0 0 0,0 0 0,0 0 0,0 0 0,0 0 0,0 0 0,0 0 0,0 0 0,0 0 0,0 0 0,0 0 0,0 0 0,0 1 0,0-1 0,0 0 0,0 0 0,0 0 0,0 0 0,0 0 0,0 0 0,0 0 0,0 0 0,0 0 0,0 0 0,0 0 0,0 0 0,0 0 0,0 0 0,0 0 0,0 0 0,0 1 0,0-1 0,0 0 0,0 0 0,0 0 0,0 0 0,0 0 0,0 0 0,0 0 0,0 0 0,0 0 0,0 0 0,0 0 0,0 0 0,0 0 0,0 0 0,0 0 0,0 0 0,0 0 0,0 0 0,0 0 0,0 0 0,0 0 0,-6 3 0,-8-1 0,-9-1 0,0-2 0,-35-4 0,-3-1 0,-119 4-1220,176 2 1075,-8 0-6681</inkml:trace>
</inkml:ink>
</file>

<file path=ppt/ink/ink4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31:42.37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546 117 24575,'-139'-34'0,"-142"-16"0,267 48 0,4 1 0,21 1 0,101 8 0,-2 0 0,-80-7 0,-12 0 0,-13-1 0,-7 0 0,-68-13 0,-2 0 0,-133-8 0,201 21 24,0 0 0,0 0 0,0 1 0,-8 1 0,12-2-56,-1 0 1,1 1-1,-1-1 1,1 0-1,-1 0 0,1 0 1,-1 0-1,1 1 1,-1-1-1,1 0 0,-1 1 1,1-1-1,-1 0 1,1 1-1,0-1 0,-1 0 1,1 1-1,0-1 1,-1 1-1,1-1 0,0 1 1,0-1-1,-1 1 1,1-1-1,0 1 0,0-1 1,0 1-1,-1-1 1,1 1-1,0-1 0,0 1 1,0-1-1,0 1 1,0-1-1,0 1 1,0-1-1,0 1 0,1-1 1,-1 1-1,0 0 1,0-1-1,0 1 0,0-1 1,1 1-1,-1-1 1,1 1-1</inkml:trace>
</inkml:ink>
</file>

<file path=ppt/ink/ink4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31:44.97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 19 24575,'16'-5'0,"1"1"0,0 0 0,0 1 0,1 1 0,-1 1 0,29 1 0,-40 1 0,1 0 0,0 0 0,-1 1 0,1-1 0,-1 1 0,0 1 0,1-1 0,-1 1 0,0 0 0,-1 1 0,1-1 0,0 1 0,-1 0 0,0 1 0,0-1 0,0 1 0,-1 0 0,0 0 0,1 0 0,3 8 0,-4-6 0,0 1 0,0 0 0,-1 0 0,0 0 0,0 0 0,0 0 0,-1 1 0,-1-1 0,2 15 0,-3-17 0,0 1 0,-1-1 0,0 1 0,0-1 0,0 1 0,-1-1 0,0 1 0,0-1 0,0 0 0,-1 0 0,0 0 0,0 0 0,-5 6 0,1-2 0,0-1 0,-1 0 0,0 0 0,0 0 0,-16 12 0,21-19 0,0 0 0,0 0 0,0 0 0,0-1 0,0 1 0,0-1 0,0 0 0,-1 0 0,1 0 0,0 0 0,-1-1 0,1 1 0,-1-1 0,1 0 0,-1 0 0,1 0 0,-1 0 0,1-1 0,-1 1 0,1-1 0,0 0 0,-1 0 0,1 0 0,-4-2 0,-1-2 0,-1 0 0,1 0 0,0 0 0,0-1 0,1-1 0,0 1 0,0-1 0,0-1 0,1 1 0,0-1 0,0 0 0,1 0 0,0-1 0,0 1 0,1-1 0,1 0 0,-1-1 0,1 1 0,1 0 0,0-1 0,0 0 0,1 1 0,0-1 0,1 0 0,0 0 0,0 0 0,1 1 0,0-1 0,1 0 0,0 1 0,1-1 0,0 1 0,5-12 0,-8 20-136,1-1-1,0 0 1,0 1-1,0-1 1,0 0-1,0 1 1,1-1-1,-1 1 0,2-2 1</inkml:trace>
</inkml:ink>
</file>

<file path=ppt/ink/ink4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31:46.35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98 48 24575,'11'-17'0,"-11"16"0,1-1 0,0 1 0,-1-1 0,1 1 0,0 0 0,0-1 0,0 1 0,0 0 0,0 0 0,0 0 0,1-1 0,-1 1 0,0 0 0,1 1 0,-1-1 0,3-1 0,7-1 0,-1 1 0,1 0 0,0 0 0,-1 2 0,1-1 0,0 1 0,19 3 0,8-1 0,-32-2 0,1 1 0,-1 0 0,1 0 0,-1 1 0,0 0 0,0 0 0,0 0 0,0 1 0,0 0 0,0 0 0,0 0 0,-1 1 0,0 0 0,0 0 0,0 0 0,0 1 0,-1-1 0,7 9 0,-8-8 0,1 0 0,0 0 0,-1 1 0,0-1 0,-1 1 0,1-1 0,-1 1 0,0 0 0,0 0 0,-1 0 0,0 0 0,0 1 0,0-1 0,-1 0 0,0 0 0,0 0 0,-1 1 0,1-1 0,-4 10 0,3-13 0,0 0 0,0 0 0,0-1 0,0 1 0,-1 0 0,0-1 0,1 1 0,-1-1 0,0 0 0,0 0 0,0 1 0,-1-1 0,1 0 0,-5 3 0,2-3 0,0 1 0,0-1 0,0 0 0,-1 0 0,1 0 0,-1-1 0,-8 2 0,1-2 0,-1-1 0,1 1 0,0-2 0,-1 0 0,-26-6 0,18 2 0,0-1 0,0-1 0,1-1 0,0 0 0,0-2 0,-33-21 0,50 28 0,1 0 0,-1 0 0,1 0 0,0-1 0,0 1 0,0-1 0,0 0 0,1 0 0,-1 0 0,1 0 0,0 0 0,-3-8 0,5 10 0,-1 0 0,1 0 0,0 0 0,-1 0 0,1 0 0,0 0 0,0 0 0,0 0 0,1 0 0,-1 0 0,0 0 0,1 1 0,-1-1 0,1 0 0,0 0 0,-1 0 0,1 0 0,0 1 0,0-1 0,0 0 0,0 1 0,1-1 0,-1 1 0,0-1 0,1 1 0,-1 0 0,1-1 0,-1 1 0,1 0 0,-1 0 0,1 0 0,2-1 0,5-2-273,1 0 0,-1 0 0,1 1 0,19-4 0,-15 5-6553</inkml:trace>
</inkml:ink>
</file>

<file path=ppt/ink/ink4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31:48.04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15 24575,'0'-1'0,"-1"1"0,1-1 0,0 1 0,0-1 0,0 0 0,0 1 0,1-1 0,-1 0 0,0 1 0,0-1 0,0 1 0,0-1 0,1 0 0,-1 1 0,0-1 0,0 1 0,1-1 0,-1 1 0,0-1 0,1 1 0,-1-1 0,1 1 0,0-1 0,0 1 0,-1-1 0,1 1 0,-1 0 0,1 0 0,0 0 0,-1 0 0,1 0 0,-1 0 0,1 0 0,0 1 0,-1-1 0,1 0 0,-1 0 0,1 0 0,0 1 0,-1-1 0,1 0 0,0 1 0,3 1 0,-1 1 0,0-1 0,0 1 0,0 0 0,5 6 0,-5-3 0,1 1 0,-1 0 0,-1 0 0,1 0 0,-1 1 0,0-1 0,-1 1 0,0-1 0,1 10 0,1 8 0,0-8-170,1 0-1,1-1 0,0 1 1,1-1-1,0 0 0,2 0 1,18 28-1</inkml:trace>
</inkml:ink>
</file>

<file path=ppt/ink/ink4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31:49.53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25 24575,'30'-8'0,"0"2"0,56-4 0,-73 10 0,1 0 0,-1 1 0,1 0 0,-1 1 0,0 0 0,0 2 0,0-1 0,24 11 0,-21-6 0,0 0 0,-1 1 0,0 1 0,0 1 0,17 15 0,-25-20 0,-1 1 0,0-1 0,0 1 0,-1 0 0,0 0 0,0 1 0,0 0 0,-1-1 0,-1 1 0,1 1 0,-1-1 0,3 15 0,-5-20 0,-1-1 0,0 1 0,0-1 0,0 1 0,0 0 0,0-1 0,0 1 0,-1-1 0,1 1 0,-1-1 0,0 1 0,0-1 0,0 1 0,0-1 0,0 0 0,-1 1 0,1-1 0,0 0 0,-1 0 0,0 0 0,0 0 0,1 0 0,-1 0 0,0-1 0,0 1 0,-1-1 0,1 1 0,0-1 0,0 0 0,-1 0 0,-3 2 0,-6 1 0,1-1 0,-2 1 0,1-2 0,0 0 0,-17 1 0,10-2 0,-1-1 0,0-1 0,1 0 0,-1-2 0,1 0 0,0-1 0,-1-1 0,2-1 0,-1-1 0,-34-17 0,51 23-72,0 0 1,0 0-1,0-1 0,0 1 0,0-1 0,0 1 0,0-1 0,1 1 1,-1-1-1,1 0 0,-1 0 0,1 0 0,0 0 0,-1 0 0,1 0 1,0 0-1,1 0 0,-2-3 0,0-5-6754</inkml:trace>
</inkml:ink>
</file>

<file path=ppt/ink/ink4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31:50.18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293 37 24575,'36'-10'0,"51"-10"0,-72 17 0,0 1 0,0 1 0,28 1 0,-38 0 0,0 1 0,0 0 0,-1 1 0,1-1 0,0 1 0,-1 0 0,1 0 0,-1 0 0,1 1 0,-1 0 0,0 0 0,0 0 0,-1 0 0,1 0 0,3 5 0,1 1 0,0 1 0,-1 0 0,0 1 0,10 21 0,-14-26 0,0 1 0,-1 0 0,1 0 0,-2 0 0,1 0 0,-1 0 0,0 0 0,0 0 0,-1 1 0,0-1 0,0 0 0,-2 10 0,1-13 0,0 0 0,0 0 0,-1 0 0,1 0 0,-1 0 0,0-1 0,0 1 0,0-1 0,0 1 0,0-1 0,-1 0 0,0 0 0,1 0 0,-1 0 0,0 0 0,-1 0 0,1-1 0,0 0 0,-1 0 0,1 0 0,-1 0 0,-7 3 0,-3-1 0,0-1 0,0 0 0,-1-1 0,1-1 0,-1 0 0,1-1 0,-27-2 0,5-4 0,1 0 0,-35-12 0,-63-28 0,110 36 0,1-1 0,0-1 0,-33-25 0,51 35 0,1-1 0,-1 0 0,1 0 0,0 0 0,1 0 0,-1-1 0,0 1 0,1-1 0,0 0 0,0 0 0,-3-5 0,5 7 0,-1 1 0,1-1 0,0 0 0,-1 0 0,1 1 0,0-1 0,0 0 0,0 0 0,0 1 0,1-1 0,-1 0 0,0 0 0,1 1 0,-1-1 0,1 0 0,-1 0 0,1 1 0,0-1 0,0 1 0,0-1 0,0 1 0,0-1 0,0 1 0,0 0 0,0-1 0,1 1 0,-1 0 0,1 0 0,1-2 0,2 1 14,-1-1-1,1 0 0,0 1 0,0 0 1,0 0-1,0 0 0,0 1 1,6-1-1,4 0-756,23-1 1,-19 3-6084</inkml:trace>
</inkml:ink>
</file>

<file path=ppt/ink/ink4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31:50.83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24575,'2'13'0,"4"3"0,0 2 0,2-2 0,0-4-8191</inkml:trace>
</inkml:ink>
</file>

<file path=ppt/ink/ink4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31:55.6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60 61 24575,'-11'31'0,"11"-24"0,1 0 0,-1 0 0,1 0 0,0 1 0,0-1 0,1 0 0,0 0 0,1-1 0,3 10 0,6 8 0,18 26 0,-21-35 0,15 24 0,66 115 0,-89-152 0,7 14 0,-8-16 0,0 1 0,0-1 0,1 1 0,-1-1 0,0 1 0,0-1 0,0 1 0,0 0 0,0-1 0,0 1 0,0-1 0,0 1 0,0-1 0,0 1 0,0-1 0,0 1 0,0-1 0,0 1 0,-1-1 0,1 1 0,0-1 0,0 1 0,0-1 0,-1 1 0,1 0 0,-1-1 0,1 0 0,-1 0 0,1 0 0,-1 0 0,1 0 0,-1 0 0,1 0 0,0 0 0,-1 0 0,1 0 0,-1 0 0,1-1 0,-1 1 0,1 0 0,0 0 0,-1 0 0,1-1 0,-1 1 0,1 0 0,0 0 0,-1-1 0,1 1 0,0 0 0,0-1 0,-1 0 0,-9-10 0,9 10 0,-38-50 0,2-1 0,3-2 0,-40-84 0,67 123 0,0 0 0,-6-22 0,11 33 0,1-1 0,0 1 0,0-1 0,1 1 0,-1-1 0,1 1 0,0-1 0,0 1 0,1-1 0,-1 1 0,1-1 0,0 1 0,3-8 0,-3 9 0,1 1 0,0 0 0,-1-1 0,1 1 0,0 0 0,0 0 0,0 0 0,0 1 0,1-1 0,-1 0 0,1 1 0,-1 0 0,1-1 0,-1 1 0,1 0 0,-1 0 0,1 1 0,0-1 0,0 0 0,5 0 0,6 0 0,1 0 0,24 2 0,-36-1 0,16 1 0,0 1 0,0 1 0,0 0 0,24 9 0,-34-9 0,-1 0 0,0 0 0,0 1 0,0 0 0,0 1 0,-1-1 0,0 2 0,0-1 0,0 1 0,-1 0 0,10 11 0,-14-15 0,-1 0 0,1 0 0,-1 0 0,0 0 0,0 0 0,0 0 0,0 0 0,0 1 0,0-1 0,-1 0 0,1 1 0,-1-1 0,0 0 0,1 1 0,-1-1 0,0 0 0,0 1 0,-1-1 0,0 4 0,0-3 0,0 0 0,0-1 0,0 1 0,-1-1 0,1 1 0,-1-1 0,0 1 0,0-1 0,0 0 0,0 0 0,0 0 0,0 0 0,0 0 0,-1-1 0,-3 3 0,-16 9-273,-1-2 0,-1 0 0,0-2 0,-35 10 0,34-13-6553</inkml:trace>
</inkml:ink>
</file>

<file path=ppt/ink/ink4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31:56.2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24575,'0'36'0,"2"0"0,2-1 0,7 36 0,-6-50 0,1-1 0,0 0 0,2 0 0,0 0 0,1-1 0,18 26 0,-12-20 0,-4-8 0,11 16 0,-19-29 0,0 0 0,1 0 0,-1-1 0,1 0 0,0 1 0,-1-1 0,1-1 0,1 1 0,5 3 0,-9-6 0,-1 1 0,1-1 0,0 1 0,0-1 0,0 0 0,0 1 0,0-1 0,0 0 0,0 0 0,0 1 0,0-1 0,0 0 0,0 0 0,0 0 0,0 0 0,0-1 0,0 1 0,0 0 0,0 0 0,0 0 0,0-1 0,0 1 0,0-1 0,0 1 0,-1 0 0,1-1 0,0 0 0,0 1 0,0-1 0,0 1 0,-1-1 0,1 0 0,0 0 0,-1 1 0,1-1 0,-1 0 0,1 0 0,-1 0 0,1 0 0,-1 0 0,1 0 0,-1 0 0,1-1 0,-1-3 0,1 1 0,0-1 0,-1 1 0,0-1 0,0 1 0,0-1 0,0 1 0,-2-7 0,1 7 0,0-1 0,0 1 0,0-1 0,1 0 0,0 1 0,0-1 0,1-6 0,-1 10 0,0 0 0,0 1 0,1-1 0,-1 0 0,0 0 0,1 0 0,-1 0 0,1 1 0,-1-1 0,1 0 0,-1 0 0,1 1 0,0-1 0,-1 0 0,1 1 0,0-1 0,1 0 0,-1 0 0,0 1 0,1-1 0,-1 1 0,1-1 0,-1 1 0,1 0 0,0 0 0,-1 0 0,1-1 0,-1 1 0,1 1 0,-1-1 0,3 0 0,10 3 0,0 1 0,0 1 0,-1-1 0,14 8 0,-11-4 0,34 9 0,-30-11 0,-12-4 0,1 0 0,-1 0 0,18 2 0,-24-4 0,1 0 0,0-1 0,0 1 0,0 0 0,0-1 0,0 0 0,-1 0 0,1 0 0,0 0 0,0 0 0,-1 0 0,1-1 0,-1 1 0,1-1 0,3-3 0,10-11-1365,-11 8-5461</inkml:trace>
</inkml:ink>
</file>

<file path=ppt/ink/ink4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31:56.6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97 0 24575,'-11'9'0,"-40"40"0,47-45 0,0 0 0,0 1 0,1 0 0,0 0 0,0 0 0,0 0 0,0 0 0,1 1 0,-3 6 0,5-11 0,0 0 0,0 0 0,0 0 0,-1 0 0,1 1 0,0-1 0,0 0 0,1 0 0,-1 0 0,0 0 0,0 1 0,0-1 0,1 0 0,-1 0 0,1 0 0,-1 0 0,1 0 0,-1 0 0,1 0 0,0 0 0,-1 0 0,2 1 0,0 0 0,0-1 0,0 1 0,0-1 0,1 1 0,-1-1 0,0 0 0,1 0 0,-1 0 0,5 1 0,0 0 0,-1-1 0,1 0 0,0 0 0,0-1 0,-1 0 0,1 0 0,8-2 0,-12 2 0,0-1 0,0 0 0,0 1 0,0-2 0,0 1 0,0 0 0,0-1 0,0 1 0,0-1 0,-1 0 0,1 0 0,-1 0 0,0 0 0,1 0 0,-1 0 0,0-1 0,0 1 0,3-6 0,-4 6 0,-1 0 0,1 0 0,0 0 0,-1 0 0,1-1 0,-1 1 0,0 0 0,1-1 0,-1 1 0,0 0 0,-1-1 0,1 1 0,0 0 0,-1 0 0,1-1 0,-1 1 0,0 0 0,1 0 0,-1 0 0,0-1 0,-1 1 0,1 0 0,0 1 0,0-1 0,-1 0 0,-1-2 0,2 3 0,0 0 0,1 1 0,-1-1 0,0 0 0,1 1 0,-1-1 0,0 0 0,0 1 0,0-1 0,0 1 0,1-1 0,-1 1 0,-2-1 0,3 1 0,-1 0 0,1 0 0,0 0 0,-1 0 0,1 0 0,0 0 0,-1 0 0,1 0 0,0 0 0,0 0 0,-1 0 0,1 1 0,0-1 0,-1 0 0,1 0 0,0 0 0,0 0 0,-1 1 0,1-1 0,0 0 0,0 0 0,0 1 0,-1-1 0,1 0 0,0 0 0,0 1 0,-1-1 0,1 2 0,-1-1 0,1 1 0,0 0 0,-1-1 0,1 1 0,0-1 0,0 1 0,0 0 0,0-1 0,0 1 0,0-1 0,1 1 0,-1 0 0,0-1 0,2 2 0,0 4 15,2-1 0,-1 1 0,1-1 0,-1 0 0,2-1 0,-1 1 0,10 8 0,-3-3-510,1-1 0,19 13 0,-19-15-6331</inkml:trace>
</inkml:ink>
</file>

<file path=ppt/ink/ink4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31:57.1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207 0 24575,'-24'5'0,"-26"9"0,42-11 0,0 0 0,0 1 0,0-1 0,1 2 0,0-1 0,-12 10 0,17-13 0,1 0 0,-1 1 0,1-1 0,-1 1 0,1 0 0,0-1 0,-1 1 0,1 0 0,0 0 0,0 0 0,0 0 0,1 0 0,-1 0 0,0 0 0,1 0 0,-1 0 0,1 0 0,0 3 0,0-2 0,0 0 0,1 0 0,-1 0 0,1 0 0,0-1 0,0 1 0,0 0 0,0 0 0,0-1 0,1 1 0,3 4 0,4 4 0,1-1 0,0 0 0,0 0 0,18 11 0,-21-15 0,6 2 0,11 10 0,-23-17 0,0 0 0,0 0 0,0 0 0,0 0 0,0 0 0,0 0 0,0 1 0,-1-1 0,1 0 0,0 0 0,-1 1 0,1-1 0,-1 0 0,1 1 0,0 2 0,-1-3 0,-1 0 0,1 0 0,0 0 0,-1 0 0,1 0 0,0 0 0,-1-1 0,1 1 0,-1 0 0,0 0 0,1 0 0,-1 0 0,0 0 0,1-1 0,-1 1 0,0 0 0,0-1 0,0 1 0,1 0 0,-1-1 0,0 1 0,0-1 0,0 0 0,0 1 0,0-1 0,-1 1 0,-28 6 0,-75 9 0,82-10-1365,14-3-5461</inkml:trace>
</inkml:ink>
</file>

<file path=ppt/ink/ink4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31:57.6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46 167 24575,'2'-19'0,"3"-52"0,-4 65 0,-2 0 0,1 0 0,-1 0 0,0 0 0,0 0 0,-1 0 0,1 0 0,-6-11 0,7 17 0,0-1 0,-1 0 0,1 1 0,0-1 0,-1 0 0,1 1 0,0-1 0,-1 0 0,1 1 0,-1-1 0,1 1 0,-1-1 0,1 1 0,-1-1 0,0 1 0,1 0 0,-1-1 0,0 1 0,1-1 0,-1 1 0,0 0 0,1 0 0,-2-1 0,1 1 0,0 1 0,0-1 0,1 0 0,-1 0 0,0 1 0,1-1 0,-1 1 0,1-1 0,-1 0 0,0 1 0,1-1 0,-1 1 0,1-1 0,-1 1 0,1 0 0,-1-1 0,1 1 0,-1 1 0,-1 2 0,0 0 0,0 0 0,0 1 0,1-1 0,0 1 0,-1 4 0,0 0 0,2-1 0,-1 0 0,1 0 0,1 1 0,-1-1 0,1 0 0,3 9 0,-3-12 0,1 1 0,0-1 0,1 0 0,-1 0 0,1 1 0,0-2 0,1 1 0,-1 0 0,1-1 0,7 8 0,-4-6 0,1 0 0,0 0 0,1-1 0,-1 0 0,1-1 0,0 0 0,0 0 0,0-1 0,0 0 0,1 0 0,-1-1 0,1 0 0,0-1 0,11 0 0,-15-1 14,0 0-1,0-1 0,-1 0 0,1 0 1,0 0-1,-1-1 0,1 0 1,9-4-1,-12 5-96,0-1 1,-1 1-1,1-1 1,0 0-1,-1 0 1,1 0-1,-1 0 1,0 0-1,1-1 1,-1 1-1,0-1 1,-1 1-1,1-1 1,0 0-1,-1 1 1,1-1-1,0-4 1,0-3-6744</inkml:trace>
</inkml:ink>
</file>

<file path=ppt/ink/ink4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31:58.2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26 24575,'0'-2'0,"0"1"0,0-1 0,1 1 0,-1-1 0,0 0 0,0 1 0,1-1 0,-1 1 0,1-1 0,0 1 0,-1-1 0,1 1 0,1-3 0,-2 4 0,0 0 0,1 0 0,-1-1 0,0 1 0,0 0 0,0 0 0,1 0 0,-1 0 0,0 0 0,0 0 0,0 0 0,1 0 0,-1-1 0,0 1 0,0 0 0,0 0 0,1 0 0,-1 0 0,0 0 0,0 0 0,1 0 0,-1 0 0,0 0 0,0 0 0,1 0 0,-1 1 0,0-1 0,0 0 0,0 0 0,1 0 0,-1 0 0,0 0 0,9 13 0,55 148 0,-47-116 0,-10-25 0,1-1 0,10 18 0,-17-34 0,0-1 0,0 0 0,1 0 0,-1 0 0,1 0 0,0-1 0,2 3 0,-4-4 0,0 0 0,0 1 0,0-1 0,1 0 0,-1 0 0,0 0 0,0 0 0,0 0 0,0 0 0,1 0 0,-1 0 0,0 0 0,0 0 0,0 0 0,1 0 0,-1 0 0,0 0 0,0 0 0,0 0 0,0 0 0,1 0 0,-1 0 0,0 0 0,0 0 0,0 0 0,0 0 0,1 0 0,-1 0 0,0 0 0,0-1 0,0 1 0,0 0 0,0 0 0,1 0 0,2-13 0,-3 2 17,0-1 0,-1 0 1,0 0-1,-1 1 0,0-1 0,-5-13 0,0 6-512,0 1 0,-19-34 0</inkml:trace>
</inkml:ink>
</file>

<file path=ppt/ink/ink4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31:58.8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83 4 24575,'0'-2'0,"0"1"0,0 3 0,-2 5 0,-4 0 0,-3-1 0,-2 1 0,-2 0 0,-1-2 0,-1-2 0,2-1-8191</inkml:trace>
</inkml:ink>
</file>

<file path=ppt/ink/ink4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32:03.0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35 24575,'0'-5'0,"0"1"0,1-1 0,0 0 0,2-7 0,-1 9 0,-2 4 0,-4 17 0,-1 3 0,0 0 0,1 0 0,2 1 0,0-1 0,1 1 0,1-1 0,1 1 0,1-1 0,7 31 0,11 16 0,-11-39 0,7 38 0,-15-60 30,0 0 0,0 0 0,-1 15 0,0-20-101,-1 0 1,1 0-1,0 0 0,-1 0 0,1-1 1,-1 1-1,1 0 0,-1 0 1,0 0-1,0-1 0,0 1 0,0 0 1,0-1-1,0 1 0,0-1 1,-1 0-1,1 1 0,0-1 0,-1 0 1,-1 2-1,-6 1-6755</inkml:trace>
</inkml:ink>
</file>

<file path=ppt/ink/ink4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32:04.1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74 5 24575,'-2'-1'0,"0"0"0,0 0 0,0 1 0,0 0 0,0-1 0,0 1 0,0 0 0,0 0 0,0 0 0,0 0 0,0 0 0,0 0 0,0 1 0,0-1 0,0 1 0,0-1 0,1 1 0,-1 0 0,-3 1 0,3 0 0,0-1 0,0 1 0,0 0 0,1 0 0,-1 0 0,0 0 0,1 1 0,-1-1 0,1 0 0,0 0 0,0 1 0,0-1 0,-1 4 0,-1 7 0,1 0 0,0 1 0,0-1 0,1 22 0,1-29 0,1 35 0,2-1 0,11 57 0,25 79 0,-36-164 0,2 8-1365,-1-4-5461</inkml:trace>
</inkml:ink>
</file>

<file path=ppt/ink/ink4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32:05.0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45 1 24575,'-5'5'0,"1"0"0,-1 1 0,1 0 0,1 0 0,-1 0 0,1 1 0,0-1 0,0 1 0,1-1 0,0 1 0,0 0 0,0 0 0,1 0 0,0 0 0,1 0 0,-1 1 0,1-1 0,1 0 0,1 9 0,3 13 0,1-1 0,2 0 0,15 39 0,-14-41 0,18 52-1365,-22-60-5461</inkml:trace>
</inkml:ink>
</file>

<file path=ppt/ink/ink4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32:05.9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1 24575,'-1'0'0,"0"0"0,0 1 0,1-1 0,-1 0 0,0 0 0,1 1 0,-1-1 0,0 1 0,1-1 0,-1 0 0,1 1 0,-1-1 0,0 1 0,1 0 0,-1-1 0,1 1 0,0-1 0,-1 1 0,1 0 0,-1-1 0,1 1 0,0 0 0,0-1 0,-1 1 0,1 0 0,0 0 0,0-1 0,0 1 0,0 0 0,0 0 0,0-1 0,0 1 0,0 0 0,0 1 0,3 32 0,-2-28 0,16 92 0,-9-58 0,-2 1 0,3 61 0,-10-53-1365,1-36-5461</inkml:trace>
</inkml:ink>
</file>

<file path=ppt/ink/ink4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32:06.6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24575,'0'2'0,"0"4"0,2 5 0,2 4 0,-1 4 0,-1 1 0,0 2 0,-1 2 0,2 2 0,1 2 0,-1 1 0,-1 0 0,2 0 0,0 0 0,0-2 0,1-4 0,0-5-8191</inkml:trace>
</inkml:ink>
</file>

<file path=ppt/ink/ink4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32:08.0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148 95 24575,'0'-2'0,"-1"1"0,1 0 0,-1 0 0,1 0 0,0 0 0,0 0 0,0 0 0,-1 0 0,1 0 0,0-1 0,0 1 0,1 0 0,-1 0 0,0 0 0,0 0 0,0 0 0,1 0 0,-1-1 0,0 1 0,1 0 0,-1 0 0,1 0 0,1-1 0,-1 1 0,0 1 0,-1-1 0,1 1 0,0 0 0,0-1 0,0 1 0,0 0 0,0 0 0,0 0 0,0 0 0,0-1 0,0 1 0,0 1 0,0-1 0,0 0 0,0 0 0,0 0 0,-1 0 0,1 1 0,0-1 0,0 0 0,0 1 0,0-1 0,0 1 0,-1-1 0,1 1 0,0-1 0,1 2 0,20 16 0,0 0 0,30 35 0,-44-46 0,-2 0 0,0-2 0,-1 0 0,-1 1 0,1-1 0,-1 1 0,1 0 0,-2 0 0,6 10 0,-9-16 0,0 0 0,0-1 0,0 1 0,-1 0 0,1 0 0,0 0 0,0 0 0,0 0 0,0 0 0,0 0 0,0 0 0,0 0 0,-1 0 0,1 0 0,0 0 0,0 0 0,0 0 0,0 0 0,0 0 0,0 0 0,-1 0 0,1 0 0,0 0 0,0 0 0,0 0 0,0 0 0,0 0 0,0 0 0,-1 0 0,1 0 0,0 0 0,0 0 0,0 0 0,0 0 0,0 0 0,0 1 0,0-1 0,0 0 0,0 0 0,-1 0 0,1 0 0,0 0 0,0 0 0,0 0 0,0 0 0,0 1 0,0-1 0,0 0 0,0 0 0,0 0 0,0 0 0,0 0 0,0 0 0,0 1 0,0-1 0,0 0 0,0 0 0,0 0 0,0 0 0,0 0 0,0 0 0,0 1 0,0-1 0,0 0 0,0 0 0,0 0 0,0 0 0,0 0 0,-9-5 0,-143-111 0,106 79 0,23 18 0,0 1 0,-25-14 0,47 31 0,1 1 0,-1 0 0,1-1 0,-1 1 0,1 0 0,-1 0 0,1 0 0,-1-1 0,1 1 0,-1 0 0,1 0 0,-1 0 0,1 0 0,-1 0 0,0 0 0,1 0 0,-1 0 0,1 0 0,-1 0 0,1 0 0,-1 0 0,1 0 0,-1 1 0,1-1 0,-1 0 0,0 1 0,0 0 0,1-1 0,-1 1 0,0 0 0,1 0 0,-1 0 0,1-1 0,-1 1 0,1 0 0,0 0 0,-1 0 0,1 0 0,0 0 0,-1 2 0,1 5 0,-1 0 0,1 0 0,1 9 0,0-10 0,0 16-682,9 41-1,-8-50-6143</inkml:trace>
</inkml:ink>
</file>

<file path=ppt/ink/ink4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32:08.8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106 112 24575,'23'5'0,"1"1"0,36 16 0,-60-21 0,0-1 0,0 0 0,0 0 0,1 0 0,-1 0 0,0 1 0,0-1 0,1 0 0,-1 0 0,0 0 0,0 0 0,1 0 0,-1 0 0,0 0 0,0 0 0,1 1 0,-1-1 0,0 0 0,0 0 0,1 0 0,-1 0 0,0 0 0,0 0 0,1-1 0,-1 1 0,0 0 0,0 0 0,1 0 0,-1 0 0,0 0 0,0 0 0,1 0 0,-1-1 0,-5-7 0,-14-9 0,-35-33 0,36 34 0,0-1 0,-21-14 0,38 31 0,-1-1 0,1 0 0,0 0 0,0 1 0,0-1 0,0 1 0,0-1 0,-1 1 0,1 0 0,0-1 0,0 1 0,-1 0 0,1 0 0,-2 0 0,2 0 0,1 0 0,-1 0 0,1 0 0,-1 1 0,0-1 0,1 0 0,-1 0 0,1 1 0,-1-1 0,1 1 0,-1-1 0,1 0 0,-1 1 0,1-1 0,0 1 0,-1-1 0,1 1 0,-1-1 0,1 1 0,-1 1 0,0 2 0,-1 1 0,1 0 0,0 0 0,1 0 0,-1-1 0,1 7 0,-2 6 0,-1 1-341,-1 0 0,-1 0-1,-7 18 1,7-24-6485</inkml:trace>
</inkml:ink>
</file>

<file path=ppt/ink/ink4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32:09.6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134 55 24575,'24'11'0,"-1"1"0,-1 2 0,0 0 0,26 22 0,3 2 0,-49-37 0,0 0 0,0 1 0,1 0 0,-1-1 0,0 0 0,1 0 0,4 2 0,-7-3 0,0 0 0,0 0 0,0 0 0,0 0 0,1 0 0,-1 0 0,0 0 0,0 0 0,0 0 0,0 0 0,0 0 0,0 0 0,0 0 0,0 0 0,0 0 0,0 0 0,0 0 0,0 0 0,0 0 0,0 0 0,0 0 0,0 0 0,1 0 0,-1 0 0,0 0 0,0 0 0,0 0 0,0 0 0,0 0 0,0 0 0,0 0 0,0 0 0,0 0 0,0 0 0,0 0 0,0 0 0,0 0 0,0-1 0,0 1 0,0 0 0,0 0 0,0 0 0,0 0 0,0 0 0,0 0 0,0 0 0,0 0 0,0 0 0,0 0 0,0 0 0,0 0 0,0 0 0,0 0 0,0 0 0,0 0 0,0-1 0,0 1 0,0 0 0,0 0 0,0 0 0,0 0 0,0 0 0,-4-6 0,-5-5 0,-28-18 0,-1 2 0,-1 1 0,-75-37 0,107 59 0,-1 0 0,-1 0 0,1 0 0,0 1 0,-13-4 0,19 7 0,1-1 0,0 1 0,-1 0 0,1-1 0,0 1 0,-1 0 0,1 0 0,-1 0 0,1 0 0,0 0 0,-1 1 0,1-1 0,0 0 0,-1 1 0,1-1 0,0 1 0,-1-1 0,1 1 0,0-1 0,0 1 0,0 0 0,0 0 0,-1 0 0,1 0 0,0 0 0,0 0 0,1 0 0,-1 0 0,0 0 0,0 0 0,0 0 0,1 0 0,-1 1 0,1-1 0,-1 0 0,0 2 0,0 3 0,-1 1 0,1-1 0,1 0 0,-1 0 0,1 0 0,0 0 0,1 0 0,1 10 0,3 5 0,7 22 0,-2-11 0,-5-16-1365,0-4-5461</inkml:trace>
</inkml:ink>
</file>

<file path=ppt/ink/ink4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32:10.4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72 70 24575,'123'69'0,"-64"-35"0,-60-34 0,1 0 0,0 0 0,0 0 0,0 0 0,0 0 0,0 0 0,0 0 0,0 0 0,0 0 0,0 0 0,0 0 0,0 0 0,0 0 0,0 0 0,0 0 0,0 0 0,0 0 0,0 0 0,0-1 0,0 1 0,0 0 0,0 0 0,0 0 0,0 0 0,0 0 0,0 0 0,0 0 0,0 0 0,0 0 0,0 0 0,0 0 0,0 0 0,1 0 0,-1 0 0,0 0 0,0 0 0,0 0 0,0 0 0,0 0 0,0 0 0,0 0 0,0 0 0,0 0 0,0 0 0,0 0 0,0 0 0,-6-9 0,-10-9 0,-77-59 0,40 35 0,50 39 0,-1 0 0,0 0 0,0 0 0,0 1 0,-1 0 0,1-1 0,0 1 0,-6-1 0,8 3 0,1-1 0,0 1 0,-1 0 0,1 0 0,0 0 0,-1 0 0,1 0 0,0 0 0,0 1 0,-1-1 0,1 0 0,0 1 0,0-1 0,-1 0 0,1 1 0,0 0 0,0-1 0,0 1 0,0 0 0,0-1 0,0 1 0,0 0 0,0 0 0,0 0 0,0 0 0,0 0 0,0 0 0,1 0 0,-1 0 0,0 1 0,1-1 0,-1 0 0,1 0 0,-1 2 0,0 2-1,-1-1 0,1 1 1,0 0-1,0 0 0,1 0 0,-1-1 0,1 1 0,0 5 0,8 42 72,-2-4-1499,-5-35-5398</inkml:trace>
</inkml:ink>
</file>

<file path=ppt/ink/ink4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32:11.1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42 53 24575,'224'186'0,"-203"-175"0,-12-10 0,-9-2 0,0 1 0,0 0 0,0 0 0,0-1 0,0 1 0,1 0 0,-1-1 0,0 1 0,0 0 0,0-1 0,0 1 0,0 0 0,0-1 0,0 1 0,0 0 0,0-1 0,0 1 0,0 0 0,0 0 0,0-1 0,-1 1 0,1 0 0,0-1 0,0 1 0,0 0 0,0-1 0,0 1 0,-1 0 0,1-1 0,-7-10 0,0 0 0,0 0 0,-17-17 0,7 7 0,-8-9 0,-30-30 0,47 51 0,-2 1 0,1 0 0,-1 1 0,0 0 0,-1 0 0,0 1 0,-18-7 0,28 12 0,0 1 0,0-1 0,0 1 0,0 0 0,0-1 0,0 1 0,-1 0 0,1 0 0,0 0 0,0 0 0,0 0 0,0 0 0,-1 0 0,1 0 0,0 1 0,0-1 0,0 0 0,0 1 0,0-1 0,0 1 0,0-1 0,0 1 0,0-1 0,0 1 0,0 0 0,0-1 0,0 1 0,0 0 0,0 0 0,0 0 0,1 0 0,-1 0 0,0 0 0,1 0 0,-1 0 0,1 0 0,-1 0 0,1 0 0,0 0 0,-1 0 0,1 2 0,-2 6 0,0-1 0,1 1 0,1 0 0,-1 13 0,1-8 0,-9 54-1365,7-53-5461</inkml:trace>
</inkml:ink>
</file>

<file path=ppt/ink/ink4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32:14.0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90 45 24575,'2'-3'0,"-1"0"0,1 0 0,0 0 0,0 1 0,0-1 0,0 1 0,0 0 0,0-1 0,1 1 0,-1 0 0,1 0 0,0 1 0,-1-1 0,1 0 0,4-1 0,-2 2 0,0-1 0,0 1 0,-1 0 0,1 1 0,0-1 0,0 1 0,0 0 0,0 0 0,6 1 0,4 2 0,-1 1 0,1 0 0,-1 1 0,0 0 0,22 12 0,-26-11 0,-1 0 0,0 0 0,0 1 0,0 0 0,-1 0 0,0 1 0,0 0 0,7 10 0,-13-15 0,0 1 0,0-1 0,0 1 0,0 0 0,0-1 0,-1 1 0,1 0 0,-1 0 0,0 0 0,-1 0 0,1 5 0,-1-6 0,0-1 0,0 1 0,0 0 0,-1 0 0,0 0 0,1 0 0,-1-1 0,0 1 0,0 0 0,-1-1 0,1 1 0,0 0 0,-1-1 0,0 0 0,1 1 0,-1-1 0,-3 3 0,-2 0 0,1 0 0,-1 0 0,0 0 0,0-1 0,0 0 0,-1 0 0,1-1 0,-1 0 0,0-1 0,0 1 0,0-1 0,0-1 0,-12 1 0,4-1 0,0 0 0,0-1 0,1-1 0,-1-1 0,0 0 0,-17-5 0,15 2 0,-27-12 0,39 14 0,0 0 0,0 0 0,0 0 0,1-1 0,-1 0 0,1 0 0,-9-9 0,12 10 5,0 1 0,1-1 0,-1 1 0,1-1 0,0 0 0,0 0 0,0 1 0,0-1 0,1 0 0,-1 0 0,1 0 0,-1 0 0,1 0 0,0 0 0,0 0 0,0 0 0,1 0 0,-1 0 0,1 1 0,0-1 0,-1 0 0,1 0 0,2-4 0,1-1-217,0-1 0,1 1 0,0 0-1,1 0 1,-1 1 0,8-8 0,-3 4-6614</inkml:trace>
</inkml:ink>
</file>

<file path=ppt/ink/ink4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32:15.8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7 24575,'-5'-6'0,"2"5"0,-2 15 0,3 22 0,2-35 0,0 15 20,2 1 0,-1 0 0,2 0 0,0 0 0,11 29 0,-10-35-185,0 1 0,1-1 0,1 0 0,0-1 0,1 1 0,-1-1 0,2-1 0,15 17 0,-13-17-6661</inkml:trace>
</inkml:ink>
</file>

<file path=ppt/ink/ink4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32:16.3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17 24575,'0'-1'0,"1"-14"0,2 14 0,2 8 0,30 67 0,1-1 0,-31-64 0,2 1 0,-1-1 0,1 0 0,0 0 0,10 9 0,-9-11-341,0-1 0,0 1-1,15 8 1,-12-9-6485</inkml:trace>
</inkml:ink>
</file>

<file path=ppt/ink/ink4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32:18.2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228 3 24575,'1'0'0,"0"-1"0,0 1 0,0 0 0,0-1 0,-1 1 0,1 0 0,0 0 0,0 0 0,0-1 0,0 1 0,0 0 0,0 0 0,0 1 0,1-1 0,-1 0 0,-1 0 0,1 0 0,0 1 0,0-1 0,0 0 0,0 1 0,0-1 0,0 1 0,0-1 0,0 1 0,0-1 0,-1 1 0,1 0 0,1 1 0,23 20 0,-14-9 0,-1 1 0,0-1 0,-1 2 0,0-1 0,-2 1 0,1 0 0,-2 1 0,0 0 0,7 29 0,-13-43 0,1 0 0,-1 0 0,0 0 0,1 0 0,-1 0 0,0 0 0,-1 0 0,1 0 0,0 1 0,0-1 0,-1 0 0,1 0 0,-1 0 0,0 0 0,0 0 0,0-1 0,0 1 0,0 0 0,-2 2 0,2-2 0,-1 0 0,-1-1 0,1 1 0,0-1 0,0 0 0,0 0 0,-1 0 0,1 0 0,-1 0 0,1 0 0,0-1 0,-1 1 0,1-1 0,-1 0 0,-3 1 0,-17-1 0,0-1 0,0 0 0,0-2 0,0-1 0,0 0 0,1-2 0,0-1 0,0 0 0,1-2 0,-32-17 0,49 24 0,0 0 0,1-1 0,-1 1 0,1-1 0,-1 0 0,1 0 0,0 0 0,0-1 0,0 1 0,-2-5 0,4 7 0,1 0 0,-1 0 0,1 0 0,-1 0 0,1 0 0,0 0 0,-1-1 0,1 1 0,0 0 0,0 0 0,0 0 0,0-1 0,0 1 0,0 0 0,0 0 0,0 0 0,1-2 0,0 2 0,-1-1 0,1 1 0,0-1 0,0 1 0,0 0 0,0-1 0,0 1 0,0 0 0,1 0 0,-1 0 0,0 0 0,1 0 0,-1 0 0,1 0 0,1-1 0,3-1 16,0 1 0,1 0 0,-1 0 1,0 0-1,1 1 0,10-2 0,40 2-1265,-54 1 1020,13 0-6597</inkml:trace>
</inkml:ink>
</file>

<file path=ppt/ink/ink4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32:18.8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288 9 24575,'7'-3'0,"1"2"0,0-1 0,0 1 0,0 0 0,0 1 0,0 0 0,0 0 0,0 0 0,0 1 0,0 1 0,-1-1 0,1 1 0,0 0 0,-1 1 0,1 0 0,-1 0 0,0 1 0,8 4 0,-7-2 0,1 0 0,-1 0 0,0 1 0,-1 0 0,0 0 0,0 0 0,0 1 0,-1 0 0,0 1 0,-1-1 0,0 1 0,0 0 0,6 18 0,-10-25 0,0-1 0,-1 1 0,1 0 0,-1 0 0,0 0 0,1 0 0,-1 0 0,0-1 0,0 1 0,0 0 0,0 0 0,0 0 0,-1 0 0,1 0 0,0 0 0,-1-1 0,0 1 0,1 0 0,-1 0 0,0-1 0,0 1 0,0 0 0,0-1 0,-2 3 0,0-2 0,0 0 0,0 0 0,0 0 0,0 0 0,0 0 0,0-1 0,-1 1 0,1-1 0,0 0 0,-1 0 0,0 0 0,-3 0 0,-16 1 0,1 0 0,0-1 0,-1-1 0,1-2 0,-36-6 0,-109-33 0,153 36 0,-51-16 0,56 18 0,1-1 0,-1 0 0,1-1 0,-15-10 0,22 14 0,0 1 0,0-1 0,0 0 0,0 0 0,0 0 0,0 0 0,0 0 0,0 0 0,0 0 0,1 0 0,-1-1 0,0 1 0,1 0 0,-1 0 0,1-1 0,-1 1 0,1 0 0,0-1 0,0 1 0,-1-2 0,1 2 0,1-1 0,-1 1 0,1 0 0,-1 0 0,0-1 0,1 1 0,0 0 0,-1 0 0,1 0 0,0-1 0,0 1 0,0 0 0,-1 0 0,1 0 0,0 1 0,2-3 0,3-1 0,0 1 0,0-1 0,1 1 0,-1 0 0,0 1 0,11-4 0,-2 3-455,1 0 0,21-1 0,-19 3-6371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843164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0:00–0:02. Frame the lecture as one idea appearing in two communities: sample-rate reduction in DSP and striding/pooling in CNNs.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students to connect to Week 2 sampling/aliasing. Emphasize that the “new” operation is discrete-time rate change, but the sampling logic is familiar.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0:02–0:04. Transition into the formal definition.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 M=3 explicitly: x_d[0]=x[0], x_d[1]=x[3], x_d[2]=x[6]. Ask: what happens to the physical time spacing between samples?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students compute the result before revealing the callout. Common error: students confuse downsampling by M with dividing amplitudes by 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over-derive unless this class needs it. The important mental model is “stretch, shift, add.” Connect overlap directly to aliasing.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students to describe the difference between the two figures without equations first. Then connect the safe bandwidth to π/M.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0:25. This is the engineering implementation, not just the mathematical operator.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that ωc = π/M is the idealized boundary. Practical FIR filters need a transition band; the passband must end below π/M.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difference between “cutoff = π/2” as theory and a realizable response with transition width. Ask where the first aliased energy would land if not removed.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nuance statement to avoid turning “FIR linear phase” into a universal rule. For audio, latency may motivate different choices.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Suggested answer: Need 0.22π ≤ π/M, so M ≤ 1/0.22 ≈ 4.54. Largest integer M is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0:50. This connection is the conceptual bridge to 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Conv1d stride=M can be written as convolution followed by taking every Mth output. That makes the sampling interpretation exact.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Distinguish exact equivariance from robustness. Striding inherently reduces resolution; aliasing makes phase sensitivity worse.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anti-aliased CNNs as a design pattern, not a magic rule. The right amount of lowpass filtering depends on data, task, and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pairs predict before running the notebook. The lowpass+stride pipeline should be less sensitive for signals dominated by content near the new Nyquist boundary.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exit answer: because task loss does not force the kernel to suppress frequencies above the post-stride Nyquist limit, so high-frequency feature energy can alias.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Appendix slide for course-site distribution.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5B8A"/>
          </a:solidFill>
          <a:ln w="12700">
            <a:solidFill>
              <a:srgbClr val="245B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651052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6 • MULTI-RATE DSP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881360" y="651052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DSP + ML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58.xml"/><Relationship Id="rId299" Type="http://schemas.openxmlformats.org/officeDocument/2006/relationships/customXml" Target="../ink/ink149.xml"/><Relationship Id="rId21" Type="http://schemas.openxmlformats.org/officeDocument/2006/relationships/customXml" Target="../ink/ink10.xml"/><Relationship Id="rId63" Type="http://schemas.openxmlformats.org/officeDocument/2006/relationships/customXml" Target="../ink/ink31.xml"/><Relationship Id="rId159" Type="http://schemas.openxmlformats.org/officeDocument/2006/relationships/customXml" Target="../ink/ink79.xml"/><Relationship Id="rId170" Type="http://schemas.openxmlformats.org/officeDocument/2006/relationships/image" Target="../media/image85.png"/><Relationship Id="rId226" Type="http://schemas.openxmlformats.org/officeDocument/2006/relationships/image" Target="../media/image113.png"/><Relationship Id="rId268" Type="http://schemas.openxmlformats.org/officeDocument/2006/relationships/image" Target="../media/image134.png"/><Relationship Id="rId32" Type="http://schemas.openxmlformats.org/officeDocument/2006/relationships/image" Target="../media/image16.png"/><Relationship Id="rId74" Type="http://schemas.openxmlformats.org/officeDocument/2006/relationships/image" Target="../media/image37.png"/><Relationship Id="rId128" Type="http://schemas.openxmlformats.org/officeDocument/2006/relationships/image" Target="../media/image64.png"/><Relationship Id="rId5" Type="http://schemas.openxmlformats.org/officeDocument/2006/relationships/customXml" Target="../ink/ink2.xml"/><Relationship Id="rId181" Type="http://schemas.openxmlformats.org/officeDocument/2006/relationships/customXml" Target="../ink/ink90.xml"/><Relationship Id="rId237" Type="http://schemas.openxmlformats.org/officeDocument/2006/relationships/customXml" Target="../ink/ink118.xml"/><Relationship Id="rId279" Type="http://schemas.openxmlformats.org/officeDocument/2006/relationships/customXml" Target="../ink/ink139.xml"/><Relationship Id="rId43" Type="http://schemas.openxmlformats.org/officeDocument/2006/relationships/customXml" Target="../ink/ink21.xml"/><Relationship Id="rId139" Type="http://schemas.openxmlformats.org/officeDocument/2006/relationships/customXml" Target="../ink/ink69.xml"/><Relationship Id="rId290" Type="http://schemas.openxmlformats.org/officeDocument/2006/relationships/image" Target="../media/image145.png"/><Relationship Id="rId304" Type="http://schemas.openxmlformats.org/officeDocument/2006/relationships/image" Target="../media/image152.png"/><Relationship Id="rId85" Type="http://schemas.openxmlformats.org/officeDocument/2006/relationships/customXml" Target="../ink/ink42.xml"/><Relationship Id="rId150" Type="http://schemas.openxmlformats.org/officeDocument/2006/relationships/image" Target="../media/image75.png"/><Relationship Id="rId192" Type="http://schemas.openxmlformats.org/officeDocument/2006/relationships/image" Target="../media/image96.png"/><Relationship Id="rId206" Type="http://schemas.openxmlformats.org/officeDocument/2006/relationships/image" Target="../media/image103.png"/><Relationship Id="rId248" Type="http://schemas.openxmlformats.org/officeDocument/2006/relationships/image" Target="../media/image124.png"/><Relationship Id="rId12" Type="http://schemas.openxmlformats.org/officeDocument/2006/relationships/image" Target="../media/image6.png"/><Relationship Id="rId108" Type="http://schemas.openxmlformats.org/officeDocument/2006/relationships/image" Target="../media/image54.png"/><Relationship Id="rId54" Type="http://schemas.openxmlformats.org/officeDocument/2006/relationships/image" Target="../media/image27.png"/><Relationship Id="rId96" Type="http://schemas.openxmlformats.org/officeDocument/2006/relationships/image" Target="../media/image48.png"/><Relationship Id="rId161" Type="http://schemas.openxmlformats.org/officeDocument/2006/relationships/customXml" Target="../ink/ink80.xml"/><Relationship Id="rId217" Type="http://schemas.openxmlformats.org/officeDocument/2006/relationships/customXml" Target="../ink/ink108.xml"/><Relationship Id="rId259" Type="http://schemas.openxmlformats.org/officeDocument/2006/relationships/customXml" Target="../ink/ink129.xml"/><Relationship Id="rId23" Type="http://schemas.openxmlformats.org/officeDocument/2006/relationships/customXml" Target="../ink/ink11.xml"/><Relationship Id="rId119" Type="http://schemas.openxmlformats.org/officeDocument/2006/relationships/customXml" Target="../ink/ink59.xml"/><Relationship Id="rId270" Type="http://schemas.openxmlformats.org/officeDocument/2006/relationships/image" Target="../media/image135.png"/><Relationship Id="rId291" Type="http://schemas.openxmlformats.org/officeDocument/2006/relationships/customXml" Target="../ink/ink145.xml"/><Relationship Id="rId305" Type="http://schemas.openxmlformats.org/officeDocument/2006/relationships/customXml" Target="../ink/ink152.xml"/><Relationship Id="rId44" Type="http://schemas.openxmlformats.org/officeDocument/2006/relationships/image" Target="../media/image22.png"/><Relationship Id="rId65" Type="http://schemas.openxmlformats.org/officeDocument/2006/relationships/customXml" Target="../ink/ink32.xml"/><Relationship Id="rId86" Type="http://schemas.openxmlformats.org/officeDocument/2006/relationships/image" Target="../media/image43.png"/><Relationship Id="rId130" Type="http://schemas.openxmlformats.org/officeDocument/2006/relationships/image" Target="../media/image65.png"/><Relationship Id="rId151" Type="http://schemas.openxmlformats.org/officeDocument/2006/relationships/customXml" Target="../ink/ink75.xml"/><Relationship Id="rId172" Type="http://schemas.openxmlformats.org/officeDocument/2006/relationships/image" Target="../media/image86.png"/><Relationship Id="rId193" Type="http://schemas.openxmlformats.org/officeDocument/2006/relationships/customXml" Target="../ink/ink96.xml"/><Relationship Id="rId207" Type="http://schemas.openxmlformats.org/officeDocument/2006/relationships/customXml" Target="../ink/ink103.xml"/><Relationship Id="rId228" Type="http://schemas.openxmlformats.org/officeDocument/2006/relationships/image" Target="../media/image114.png"/><Relationship Id="rId249" Type="http://schemas.openxmlformats.org/officeDocument/2006/relationships/customXml" Target="../ink/ink124.xml"/><Relationship Id="rId13" Type="http://schemas.openxmlformats.org/officeDocument/2006/relationships/customXml" Target="../ink/ink6.xml"/><Relationship Id="rId109" Type="http://schemas.openxmlformats.org/officeDocument/2006/relationships/customXml" Target="../ink/ink54.xml"/><Relationship Id="rId260" Type="http://schemas.openxmlformats.org/officeDocument/2006/relationships/image" Target="../media/image130.png"/><Relationship Id="rId281" Type="http://schemas.openxmlformats.org/officeDocument/2006/relationships/customXml" Target="../ink/ink140.xml"/><Relationship Id="rId34" Type="http://schemas.openxmlformats.org/officeDocument/2006/relationships/image" Target="../media/image17.png"/><Relationship Id="rId55" Type="http://schemas.openxmlformats.org/officeDocument/2006/relationships/customXml" Target="../ink/ink27.xml"/><Relationship Id="rId76" Type="http://schemas.openxmlformats.org/officeDocument/2006/relationships/image" Target="../media/image38.png"/><Relationship Id="rId97" Type="http://schemas.openxmlformats.org/officeDocument/2006/relationships/customXml" Target="../ink/ink48.xml"/><Relationship Id="rId120" Type="http://schemas.openxmlformats.org/officeDocument/2006/relationships/image" Target="../media/image60.png"/><Relationship Id="rId141" Type="http://schemas.openxmlformats.org/officeDocument/2006/relationships/customXml" Target="../ink/ink70.xml"/><Relationship Id="rId7" Type="http://schemas.openxmlformats.org/officeDocument/2006/relationships/customXml" Target="../ink/ink3.xml"/><Relationship Id="rId162" Type="http://schemas.openxmlformats.org/officeDocument/2006/relationships/image" Target="../media/image81.png"/><Relationship Id="rId183" Type="http://schemas.openxmlformats.org/officeDocument/2006/relationships/customXml" Target="../ink/ink91.xml"/><Relationship Id="rId218" Type="http://schemas.openxmlformats.org/officeDocument/2006/relationships/image" Target="../media/image109.png"/><Relationship Id="rId239" Type="http://schemas.openxmlformats.org/officeDocument/2006/relationships/customXml" Target="../ink/ink119.xml"/><Relationship Id="rId250" Type="http://schemas.openxmlformats.org/officeDocument/2006/relationships/image" Target="../media/image125.png"/><Relationship Id="rId271" Type="http://schemas.openxmlformats.org/officeDocument/2006/relationships/customXml" Target="../ink/ink135.xml"/><Relationship Id="rId292" Type="http://schemas.openxmlformats.org/officeDocument/2006/relationships/image" Target="../media/image146.png"/><Relationship Id="rId306" Type="http://schemas.openxmlformats.org/officeDocument/2006/relationships/image" Target="../media/image153.png"/><Relationship Id="rId24" Type="http://schemas.openxmlformats.org/officeDocument/2006/relationships/image" Target="../media/image12.png"/><Relationship Id="rId45" Type="http://schemas.openxmlformats.org/officeDocument/2006/relationships/customXml" Target="../ink/ink22.xml"/><Relationship Id="rId66" Type="http://schemas.openxmlformats.org/officeDocument/2006/relationships/image" Target="../media/image33.png"/><Relationship Id="rId87" Type="http://schemas.openxmlformats.org/officeDocument/2006/relationships/customXml" Target="../ink/ink43.xml"/><Relationship Id="rId110" Type="http://schemas.openxmlformats.org/officeDocument/2006/relationships/image" Target="../media/image55.png"/><Relationship Id="rId131" Type="http://schemas.openxmlformats.org/officeDocument/2006/relationships/customXml" Target="../ink/ink65.xml"/><Relationship Id="rId152" Type="http://schemas.openxmlformats.org/officeDocument/2006/relationships/image" Target="../media/image76.png"/><Relationship Id="rId173" Type="http://schemas.openxmlformats.org/officeDocument/2006/relationships/customXml" Target="../ink/ink86.xml"/><Relationship Id="rId194" Type="http://schemas.openxmlformats.org/officeDocument/2006/relationships/image" Target="../media/image97.png"/><Relationship Id="rId208" Type="http://schemas.openxmlformats.org/officeDocument/2006/relationships/image" Target="../media/image104.png"/><Relationship Id="rId229" Type="http://schemas.openxmlformats.org/officeDocument/2006/relationships/customXml" Target="../ink/ink114.xml"/><Relationship Id="rId240" Type="http://schemas.openxmlformats.org/officeDocument/2006/relationships/image" Target="../media/image120.png"/><Relationship Id="rId261" Type="http://schemas.openxmlformats.org/officeDocument/2006/relationships/customXml" Target="../ink/ink130.xml"/><Relationship Id="rId14" Type="http://schemas.openxmlformats.org/officeDocument/2006/relationships/image" Target="../media/image7.png"/><Relationship Id="rId35" Type="http://schemas.openxmlformats.org/officeDocument/2006/relationships/customXml" Target="../ink/ink17.xml"/><Relationship Id="rId56" Type="http://schemas.openxmlformats.org/officeDocument/2006/relationships/image" Target="../media/image28.png"/><Relationship Id="rId77" Type="http://schemas.openxmlformats.org/officeDocument/2006/relationships/customXml" Target="../ink/ink38.xml"/><Relationship Id="rId100" Type="http://schemas.openxmlformats.org/officeDocument/2006/relationships/image" Target="../media/image50.png"/><Relationship Id="rId282" Type="http://schemas.openxmlformats.org/officeDocument/2006/relationships/image" Target="../media/image141.png"/><Relationship Id="rId8" Type="http://schemas.openxmlformats.org/officeDocument/2006/relationships/image" Target="../media/image4.png"/><Relationship Id="rId98" Type="http://schemas.openxmlformats.org/officeDocument/2006/relationships/image" Target="../media/image49.png"/><Relationship Id="rId121" Type="http://schemas.openxmlformats.org/officeDocument/2006/relationships/customXml" Target="../ink/ink60.xml"/><Relationship Id="rId142" Type="http://schemas.openxmlformats.org/officeDocument/2006/relationships/image" Target="../media/image71.png"/><Relationship Id="rId163" Type="http://schemas.openxmlformats.org/officeDocument/2006/relationships/customXml" Target="../ink/ink81.xml"/><Relationship Id="rId184" Type="http://schemas.openxmlformats.org/officeDocument/2006/relationships/image" Target="../media/image92.png"/><Relationship Id="rId219" Type="http://schemas.openxmlformats.org/officeDocument/2006/relationships/customXml" Target="../ink/ink109.xml"/><Relationship Id="rId230" Type="http://schemas.openxmlformats.org/officeDocument/2006/relationships/image" Target="../media/image115.png"/><Relationship Id="rId251" Type="http://schemas.openxmlformats.org/officeDocument/2006/relationships/customXml" Target="../ink/ink125.xml"/><Relationship Id="rId25" Type="http://schemas.openxmlformats.org/officeDocument/2006/relationships/customXml" Target="../ink/ink12.xml"/><Relationship Id="rId46" Type="http://schemas.openxmlformats.org/officeDocument/2006/relationships/image" Target="../media/image23.png"/><Relationship Id="rId67" Type="http://schemas.openxmlformats.org/officeDocument/2006/relationships/customXml" Target="../ink/ink33.xml"/><Relationship Id="rId272" Type="http://schemas.openxmlformats.org/officeDocument/2006/relationships/image" Target="../media/image136.png"/><Relationship Id="rId293" Type="http://schemas.openxmlformats.org/officeDocument/2006/relationships/customXml" Target="../ink/ink146.xml"/><Relationship Id="rId88" Type="http://schemas.openxmlformats.org/officeDocument/2006/relationships/image" Target="../media/image44.png"/><Relationship Id="rId111" Type="http://schemas.openxmlformats.org/officeDocument/2006/relationships/customXml" Target="../ink/ink55.xml"/><Relationship Id="rId132" Type="http://schemas.openxmlformats.org/officeDocument/2006/relationships/image" Target="../media/image66.png"/><Relationship Id="rId153" Type="http://schemas.openxmlformats.org/officeDocument/2006/relationships/customXml" Target="../ink/ink76.xml"/><Relationship Id="rId174" Type="http://schemas.openxmlformats.org/officeDocument/2006/relationships/image" Target="../media/image87.png"/><Relationship Id="rId195" Type="http://schemas.openxmlformats.org/officeDocument/2006/relationships/customXml" Target="../ink/ink97.xml"/><Relationship Id="rId209" Type="http://schemas.openxmlformats.org/officeDocument/2006/relationships/customXml" Target="../ink/ink104.xml"/><Relationship Id="rId220" Type="http://schemas.openxmlformats.org/officeDocument/2006/relationships/image" Target="../media/image110.png"/><Relationship Id="rId241" Type="http://schemas.openxmlformats.org/officeDocument/2006/relationships/customXml" Target="../ink/ink120.xml"/><Relationship Id="rId15" Type="http://schemas.openxmlformats.org/officeDocument/2006/relationships/customXml" Target="../ink/ink7.xml"/><Relationship Id="rId36" Type="http://schemas.openxmlformats.org/officeDocument/2006/relationships/image" Target="../media/image18.png"/><Relationship Id="rId57" Type="http://schemas.openxmlformats.org/officeDocument/2006/relationships/customXml" Target="../ink/ink28.xml"/><Relationship Id="rId262" Type="http://schemas.openxmlformats.org/officeDocument/2006/relationships/image" Target="../media/image131.png"/><Relationship Id="rId283" Type="http://schemas.openxmlformats.org/officeDocument/2006/relationships/customXml" Target="../ink/ink141.xml"/><Relationship Id="rId78" Type="http://schemas.openxmlformats.org/officeDocument/2006/relationships/image" Target="../media/image39.png"/><Relationship Id="rId99" Type="http://schemas.openxmlformats.org/officeDocument/2006/relationships/customXml" Target="../ink/ink49.xml"/><Relationship Id="rId101" Type="http://schemas.openxmlformats.org/officeDocument/2006/relationships/customXml" Target="../ink/ink50.xml"/><Relationship Id="rId122" Type="http://schemas.openxmlformats.org/officeDocument/2006/relationships/image" Target="../media/image61.png"/><Relationship Id="rId143" Type="http://schemas.openxmlformats.org/officeDocument/2006/relationships/customXml" Target="../ink/ink71.xml"/><Relationship Id="rId164" Type="http://schemas.openxmlformats.org/officeDocument/2006/relationships/image" Target="../media/image82.png"/><Relationship Id="rId185" Type="http://schemas.openxmlformats.org/officeDocument/2006/relationships/customXml" Target="../ink/ink92.xml"/><Relationship Id="rId9" Type="http://schemas.openxmlformats.org/officeDocument/2006/relationships/customXml" Target="../ink/ink4.xml"/><Relationship Id="rId210" Type="http://schemas.openxmlformats.org/officeDocument/2006/relationships/image" Target="../media/image105.png"/><Relationship Id="rId26" Type="http://schemas.openxmlformats.org/officeDocument/2006/relationships/image" Target="../media/image13.png"/><Relationship Id="rId231" Type="http://schemas.openxmlformats.org/officeDocument/2006/relationships/customXml" Target="../ink/ink115.xml"/><Relationship Id="rId252" Type="http://schemas.openxmlformats.org/officeDocument/2006/relationships/image" Target="../media/image126.png"/><Relationship Id="rId273" Type="http://schemas.openxmlformats.org/officeDocument/2006/relationships/customXml" Target="../ink/ink136.xml"/><Relationship Id="rId294" Type="http://schemas.openxmlformats.org/officeDocument/2006/relationships/image" Target="../media/image147.png"/><Relationship Id="rId47" Type="http://schemas.openxmlformats.org/officeDocument/2006/relationships/customXml" Target="../ink/ink23.xml"/><Relationship Id="rId68" Type="http://schemas.openxmlformats.org/officeDocument/2006/relationships/image" Target="../media/image34.png"/><Relationship Id="rId89" Type="http://schemas.openxmlformats.org/officeDocument/2006/relationships/customXml" Target="../ink/ink44.xml"/><Relationship Id="rId112" Type="http://schemas.openxmlformats.org/officeDocument/2006/relationships/image" Target="../media/image56.png"/><Relationship Id="rId133" Type="http://schemas.openxmlformats.org/officeDocument/2006/relationships/customXml" Target="../ink/ink66.xml"/><Relationship Id="rId154" Type="http://schemas.openxmlformats.org/officeDocument/2006/relationships/image" Target="../media/image77.png"/><Relationship Id="rId175" Type="http://schemas.openxmlformats.org/officeDocument/2006/relationships/customXml" Target="../ink/ink87.xml"/><Relationship Id="rId196" Type="http://schemas.openxmlformats.org/officeDocument/2006/relationships/image" Target="../media/image98.png"/><Relationship Id="rId200" Type="http://schemas.openxmlformats.org/officeDocument/2006/relationships/image" Target="../media/image100.png"/><Relationship Id="rId16" Type="http://schemas.openxmlformats.org/officeDocument/2006/relationships/image" Target="../media/image8.png"/><Relationship Id="rId221" Type="http://schemas.openxmlformats.org/officeDocument/2006/relationships/customXml" Target="../ink/ink110.xml"/><Relationship Id="rId242" Type="http://schemas.openxmlformats.org/officeDocument/2006/relationships/image" Target="../media/image121.png"/><Relationship Id="rId263" Type="http://schemas.openxmlformats.org/officeDocument/2006/relationships/customXml" Target="../ink/ink131.xml"/><Relationship Id="rId284" Type="http://schemas.openxmlformats.org/officeDocument/2006/relationships/image" Target="../media/image142.png"/><Relationship Id="rId37" Type="http://schemas.openxmlformats.org/officeDocument/2006/relationships/customXml" Target="../ink/ink18.xml"/><Relationship Id="rId58" Type="http://schemas.openxmlformats.org/officeDocument/2006/relationships/image" Target="../media/image29.png"/><Relationship Id="rId79" Type="http://schemas.openxmlformats.org/officeDocument/2006/relationships/customXml" Target="../ink/ink39.xml"/><Relationship Id="rId102" Type="http://schemas.openxmlformats.org/officeDocument/2006/relationships/image" Target="../media/image51.png"/><Relationship Id="rId123" Type="http://schemas.openxmlformats.org/officeDocument/2006/relationships/customXml" Target="../ink/ink61.xml"/><Relationship Id="rId144" Type="http://schemas.openxmlformats.org/officeDocument/2006/relationships/image" Target="../media/image72.png"/><Relationship Id="rId90" Type="http://schemas.openxmlformats.org/officeDocument/2006/relationships/image" Target="../media/image45.png"/><Relationship Id="rId165" Type="http://schemas.openxmlformats.org/officeDocument/2006/relationships/customXml" Target="../ink/ink82.xml"/><Relationship Id="rId186" Type="http://schemas.openxmlformats.org/officeDocument/2006/relationships/image" Target="../media/image93.png"/><Relationship Id="rId211" Type="http://schemas.openxmlformats.org/officeDocument/2006/relationships/customXml" Target="../ink/ink105.xml"/><Relationship Id="rId232" Type="http://schemas.openxmlformats.org/officeDocument/2006/relationships/image" Target="../media/image116.png"/><Relationship Id="rId253" Type="http://schemas.openxmlformats.org/officeDocument/2006/relationships/customXml" Target="../ink/ink126.xml"/><Relationship Id="rId274" Type="http://schemas.openxmlformats.org/officeDocument/2006/relationships/image" Target="../media/image137.png"/><Relationship Id="rId295" Type="http://schemas.openxmlformats.org/officeDocument/2006/relationships/customXml" Target="../ink/ink147.xml"/><Relationship Id="rId27" Type="http://schemas.openxmlformats.org/officeDocument/2006/relationships/customXml" Target="../ink/ink13.xml"/><Relationship Id="rId48" Type="http://schemas.openxmlformats.org/officeDocument/2006/relationships/image" Target="../media/image24.png"/><Relationship Id="rId69" Type="http://schemas.openxmlformats.org/officeDocument/2006/relationships/customXml" Target="../ink/ink34.xml"/><Relationship Id="rId113" Type="http://schemas.openxmlformats.org/officeDocument/2006/relationships/customXml" Target="../ink/ink56.xml"/><Relationship Id="rId134" Type="http://schemas.openxmlformats.org/officeDocument/2006/relationships/image" Target="../media/image67.png"/><Relationship Id="rId80" Type="http://schemas.openxmlformats.org/officeDocument/2006/relationships/image" Target="../media/image40.png"/><Relationship Id="rId155" Type="http://schemas.openxmlformats.org/officeDocument/2006/relationships/customXml" Target="../ink/ink77.xml"/><Relationship Id="rId176" Type="http://schemas.openxmlformats.org/officeDocument/2006/relationships/image" Target="../media/image88.png"/><Relationship Id="rId197" Type="http://schemas.openxmlformats.org/officeDocument/2006/relationships/customXml" Target="../ink/ink98.xml"/><Relationship Id="rId201" Type="http://schemas.openxmlformats.org/officeDocument/2006/relationships/customXml" Target="../ink/ink100.xml"/><Relationship Id="rId222" Type="http://schemas.openxmlformats.org/officeDocument/2006/relationships/image" Target="../media/image111.png"/><Relationship Id="rId243" Type="http://schemas.openxmlformats.org/officeDocument/2006/relationships/customXml" Target="../ink/ink121.xml"/><Relationship Id="rId264" Type="http://schemas.openxmlformats.org/officeDocument/2006/relationships/image" Target="../media/image132.png"/><Relationship Id="rId285" Type="http://schemas.openxmlformats.org/officeDocument/2006/relationships/customXml" Target="../ink/ink142.xml"/><Relationship Id="rId17" Type="http://schemas.openxmlformats.org/officeDocument/2006/relationships/customXml" Target="../ink/ink8.xml"/><Relationship Id="rId38" Type="http://schemas.openxmlformats.org/officeDocument/2006/relationships/image" Target="../media/image19.png"/><Relationship Id="rId59" Type="http://schemas.openxmlformats.org/officeDocument/2006/relationships/customXml" Target="../ink/ink29.xml"/><Relationship Id="rId103" Type="http://schemas.openxmlformats.org/officeDocument/2006/relationships/customXml" Target="../ink/ink51.xml"/><Relationship Id="rId124" Type="http://schemas.openxmlformats.org/officeDocument/2006/relationships/image" Target="../media/image62.png"/><Relationship Id="rId70" Type="http://schemas.openxmlformats.org/officeDocument/2006/relationships/image" Target="../media/image35.png"/><Relationship Id="rId91" Type="http://schemas.openxmlformats.org/officeDocument/2006/relationships/customXml" Target="../ink/ink45.xml"/><Relationship Id="rId145" Type="http://schemas.openxmlformats.org/officeDocument/2006/relationships/customXml" Target="../ink/ink72.xml"/><Relationship Id="rId166" Type="http://schemas.openxmlformats.org/officeDocument/2006/relationships/image" Target="../media/image83.png"/><Relationship Id="rId187" Type="http://schemas.openxmlformats.org/officeDocument/2006/relationships/customXml" Target="../ink/ink93.xml"/><Relationship Id="rId1" Type="http://schemas.openxmlformats.org/officeDocument/2006/relationships/slideLayout" Target="../slideLayouts/slideLayout2.xml"/><Relationship Id="rId212" Type="http://schemas.openxmlformats.org/officeDocument/2006/relationships/image" Target="../media/image106.png"/><Relationship Id="rId233" Type="http://schemas.openxmlformats.org/officeDocument/2006/relationships/customXml" Target="../ink/ink116.xml"/><Relationship Id="rId254" Type="http://schemas.openxmlformats.org/officeDocument/2006/relationships/image" Target="../media/image127.png"/><Relationship Id="rId28" Type="http://schemas.openxmlformats.org/officeDocument/2006/relationships/image" Target="../media/image14.png"/><Relationship Id="rId49" Type="http://schemas.openxmlformats.org/officeDocument/2006/relationships/customXml" Target="../ink/ink24.xml"/><Relationship Id="rId114" Type="http://schemas.openxmlformats.org/officeDocument/2006/relationships/image" Target="../media/image57.png"/><Relationship Id="rId275" Type="http://schemas.openxmlformats.org/officeDocument/2006/relationships/customXml" Target="../ink/ink137.xml"/><Relationship Id="rId296" Type="http://schemas.openxmlformats.org/officeDocument/2006/relationships/image" Target="../media/image148.png"/><Relationship Id="rId300" Type="http://schemas.openxmlformats.org/officeDocument/2006/relationships/image" Target="../media/image150.png"/><Relationship Id="rId60" Type="http://schemas.openxmlformats.org/officeDocument/2006/relationships/image" Target="../media/image30.png"/><Relationship Id="rId81" Type="http://schemas.openxmlformats.org/officeDocument/2006/relationships/customXml" Target="../ink/ink40.xml"/><Relationship Id="rId135" Type="http://schemas.openxmlformats.org/officeDocument/2006/relationships/customXml" Target="../ink/ink67.xml"/><Relationship Id="rId156" Type="http://schemas.openxmlformats.org/officeDocument/2006/relationships/image" Target="../media/image78.png"/><Relationship Id="rId177" Type="http://schemas.openxmlformats.org/officeDocument/2006/relationships/customXml" Target="../ink/ink88.xml"/><Relationship Id="rId198" Type="http://schemas.openxmlformats.org/officeDocument/2006/relationships/image" Target="../media/image99.png"/><Relationship Id="rId202" Type="http://schemas.openxmlformats.org/officeDocument/2006/relationships/image" Target="../media/image101.png"/><Relationship Id="rId223" Type="http://schemas.openxmlformats.org/officeDocument/2006/relationships/customXml" Target="../ink/ink111.xml"/><Relationship Id="rId244" Type="http://schemas.openxmlformats.org/officeDocument/2006/relationships/image" Target="../media/image122.png"/><Relationship Id="rId18" Type="http://schemas.openxmlformats.org/officeDocument/2006/relationships/image" Target="../media/image9.png"/><Relationship Id="rId39" Type="http://schemas.openxmlformats.org/officeDocument/2006/relationships/customXml" Target="../ink/ink19.xml"/><Relationship Id="rId265" Type="http://schemas.openxmlformats.org/officeDocument/2006/relationships/customXml" Target="../ink/ink132.xml"/><Relationship Id="rId286" Type="http://schemas.openxmlformats.org/officeDocument/2006/relationships/image" Target="../media/image143.png"/><Relationship Id="rId50" Type="http://schemas.openxmlformats.org/officeDocument/2006/relationships/image" Target="../media/image25.png"/><Relationship Id="rId104" Type="http://schemas.openxmlformats.org/officeDocument/2006/relationships/image" Target="../media/image52.png"/><Relationship Id="rId125" Type="http://schemas.openxmlformats.org/officeDocument/2006/relationships/customXml" Target="../ink/ink62.xml"/><Relationship Id="rId146" Type="http://schemas.openxmlformats.org/officeDocument/2006/relationships/image" Target="../media/image73.png"/><Relationship Id="rId167" Type="http://schemas.openxmlformats.org/officeDocument/2006/relationships/customXml" Target="../ink/ink83.xml"/><Relationship Id="rId188" Type="http://schemas.openxmlformats.org/officeDocument/2006/relationships/image" Target="../media/image94.png"/><Relationship Id="rId71" Type="http://schemas.openxmlformats.org/officeDocument/2006/relationships/customXml" Target="../ink/ink35.xml"/><Relationship Id="rId92" Type="http://schemas.openxmlformats.org/officeDocument/2006/relationships/image" Target="../media/image46.png"/><Relationship Id="rId213" Type="http://schemas.openxmlformats.org/officeDocument/2006/relationships/customXml" Target="../ink/ink106.xml"/><Relationship Id="rId234" Type="http://schemas.openxmlformats.org/officeDocument/2006/relationships/image" Target="../media/image117.png"/><Relationship Id="rId2" Type="http://schemas.openxmlformats.org/officeDocument/2006/relationships/notesSlide" Target="../notesSlides/notesSlide2.xml"/><Relationship Id="rId29" Type="http://schemas.openxmlformats.org/officeDocument/2006/relationships/customXml" Target="../ink/ink14.xml"/><Relationship Id="rId255" Type="http://schemas.openxmlformats.org/officeDocument/2006/relationships/customXml" Target="../ink/ink127.xml"/><Relationship Id="rId276" Type="http://schemas.openxmlformats.org/officeDocument/2006/relationships/image" Target="../media/image138.png"/><Relationship Id="rId297" Type="http://schemas.openxmlformats.org/officeDocument/2006/relationships/customXml" Target="../ink/ink148.xml"/><Relationship Id="rId40" Type="http://schemas.openxmlformats.org/officeDocument/2006/relationships/image" Target="../media/image20.png"/><Relationship Id="rId115" Type="http://schemas.openxmlformats.org/officeDocument/2006/relationships/customXml" Target="../ink/ink57.xml"/><Relationship Id="rId136" Type="http://schemas.openxmlformats.org/officeDocument/2006/relationships/image" Target="../media/image68.png"/><Relationship Id="rId157" Type="http://schemas.openxmlformats.org/officeDocument/2006/relationships/customXml" Target="../ink/ink78.xml"/><Relationship Id="rId178" Type="http://schemas.openxmlformats.org/officeDocument/2006/relationships/image" Target="../media/image89.png"/><Relationship Id="rId301" Type="http://schemas.openxmlformats.org/officeDocument/2006/relationships/customXml" Target="../ink/ink150.xml"/><Relationship Id="rId61" Type="http://schemas.openxmlformats.org/officeDocument/2006/relationships/customXml" Target="../ink/ink30.xml"/><Relationship Id="rId82" Type="http://schemas.openxmlformats.org/officeDocument/2006/relationships/image" Target="../media/image41.png"/><Relationship Id="rId199" Type="http://schemas.openxmlformats.org/officeDocument/2006/relationships/customXml" Target="../ink/ink99.xml"/><Relationship Id="rId203" Type="http://schemas.openxmlformats.org/officeDocument/2006/relationships/customXml" Target="../ink/ink101.xml"/><Relationship Id="rId19" Type="http://schemas.openxmlformats.org/officeDocument/2006/relationships/customXml" Target="../ink/ink9.xml"/><Relationship Id="rId224" Type="http://schemas.openxmlformats.org/officeDocument/2006/relationships/image" Target="../media/image112.png"/><Relationship Id="rId245" Type="http://schemas.openxmlformats.org/officeDocument/2006/relationships/customXml" Target="../ink/ink122.xml"/><Relationship Id="rId266" Type="http://schemas.openxmlformats.org/officeDocument/2006/relationships/image" Target="../media/image133.png"/><Relationship Id="rId287" Type="http://schemas.openxmlformats.org/officeDocument/2006/relationships/customXml" Target="../ink/ink143.xml"/><Relationship Id="rId30" Type="http://schemas.openxmlformats.org/officeDocument/2006/relationships/image" Target="../media/image15.png"/><Relationship Id="rId105" Type="http://schemas.openxmlformats.org/officeDocument/2006/relationships/customXml" Target="../ink/ink52.xml"/><Relationship Id="rId126" Type="http://schemas.openxmlformats.org/officeDocument/2006/relationships/image" Target="../media/image63.png"/><Relationship Id="rId147" Type="http://schemas.openxmlformats.org/officeDocument/2006/relationships/customXml" Target="../ink/ink73.xml"/><Relationship Id="rId168" Type="http://schemas.openxmlformats.org/officeDocument/2006/relationships/image" Target="../media/image84.png"/><Relationship Id="rId51" Type="http://schemas.openxmlformats.org/officeDocument/2006/relationships/customXml" Target="../ink/ink25.xml"/><Relationship Id="rId72" Type="http://schemas.openxmlformats.org/officeDocument/2006/relationships/image" Target="../media/image36.png"/><Relationship Id="rId93" Type="http://schemas.openxmlformats.org/officeDocument/2006/relationships/customXml" Target="../ink/ink46.xml"/><Relationship Id="rId189" Type="http://schemas.openxmlformats.org/officeDocument/2006/relationships/customXml" Target="../ink/ink94.xml"/><Relationship Id="rId3" Type="http://schemas.openxmlformats.org/officeDocument/2006/relationships/customXml" Target="../ink/ink1.xml"/><Relationship Id="rId214" Type="http://schemas.openxmlformats.org/officeDocument/2006/relationships/image" Target="../media/image107.png"/><Relationship Id="rId235" Type="http://schemas.openxmlformats.org/officeDocument/2006/relationships/customXml" Target="../ink/ink117.xml"/><Relationship Id="rId256" Type="http://schemas.openxmlformats.org/officeDocument/2006/relationships/image" Target="../media/image128.png"/><Relationship Id="rId277" Type="http://schemas.openxmlformats.org/officeDocument/2006/relationships/customXml" Target="../ink/ink138.xml"/><Relationship Id="rId298" Type="http://schemas.openxmlformats.org/officeDocument/2006/relationships/image" Target="../media/image149.png"/><Relationship Id="rId116" Type="http://schemas.openxmlformats.org/officeDocument/2006/relationships/image" Target="../media/image58.png"/><Relationship Id="rId137" Type="http://schemas.openxmlformats.org/officeDocument/2006/relationships/customXml" Target="../ink/ink68.xml"/><Relationship Id="rId158" Type="http://schemas.openxmlformats.org/officeDocument/2006/relationships/image" Target="../media/image79.png"/><Relationship Id="rId302" Type="http://schemas.openxmlformats.org/officeDocument/2006/relationships/image" Target="../media/image151.png"/><Relationship Id="rId20" Type="http://schemas.openxmlformats.org/officeDocument/2006/relationships/image" Target="../media/image10.png"/><Relationship Id="rId41" Type="http://schemas.openxmlformats.org/officeDocument/2006/relationships/customXml" Target="../ink/ink20.xml"/><Relationship Id="rId62" Type="http://schemas.openxmlformats.org/officeDocument/2006/relationships/image" Target="../media/image31.png"/><Relationship Id="rId83" Type="http://schemas.openxmlformats.org/officeDocument/2006/relationships/customXml" Target="../ink/ink41.xml"/><Relationship Id="rId179" Type="http://schemas.openxmlformats.org/officeDocument/2006/relationships/customXml" Target="../ink/ink89.xml"/><Relationship Id="rId190" Type="http://schemas.openxmlformats.org/officeDocument/2006/relationships/image" Target="../media/image95.png"/><Relationship Id="rId204" Type="http://schemas.openxmlformats.org/officeDocument/2006/relationships/image" Target="../media/image102.png"/><Relationship Id="rId225" Type="http://schemas.openxmlformats.org/officeDocument/2006/relationships/customXml" Target="../ink/ink112.xml"/><Relationship Id="rId246" Type="http://schemas.openxmlformats.org/officeDocument/2006/relationships/image" Target="../media/image123.png"/><Relationship Id="rId267" Type="http://schemas.openxmlformats.org/officeDocument/2006/relationships/customXml" Target="../ink/ink133.xml"/><Relationship Id="rId288" Type="http://schemas.openxmlformats.org/officeDocument/2006/relationships/image" Target="../media/image144.png"/><Relationship Id="rId106" Type="http://schemas.openxmlformats.org/officeDocument/2006/relationships/image" Target="../media/image53.png"/><Relationship Id="rId127" Type="http://schemas.openxmlformats.org/officeDocument/2006/relationships/customXml" Target="../ink/ink63.xml"/><Relationship Id="rId10" Type="http://schemas.openxmlformats.org/officeDocument/2006/relationships/image" Target="../media/image5.png"/><Relationship Id="rId31" Type="http://schemas.openxmlformats.org/officeDocument/2006/relationships/customXml" Target="../ink/ink15.xml"/><Relationship Id="rId52" Type="http://schemas.openxmlformats.org/officeDocument/2006/relationships/image" Target="../media/image26.png"/><Relationship Id="rId73" Type="http://schemas.openxmlformats.org/officeDocument/2006/relationships/customXml" Target="../ink/ink36.xml"/><Relationship Id="rId94" Type="http://schemas.openxmlformats.org/officeDocument/2006/relationships/image" Target="../media/image47.png"/><Relationship Id="rId148" Type="http://schemas.openxmlformats.org/officeDocument/2006/relationships/image" Target="../media/image74.png"/><Relationship Id="rId169" Type="http://schemas.openxmlformats.org/officeDocument/2006/relationships/customXml" Target="../ink/ink84.xml"/><Relationship Id="rId4" Type="http://schemas.openxmlformats.org/officeDocument/2006/relationships/image" Target="../media/image2.png"/><Relationship Id="rId180" Type="http://schemas.openxmlformats.org/officeDocument/2006/relationships/image" Target="../media/image90.png"/><Relationship Id="rId215" Type="http://schemas.openxmlformats.org/officeDocument/2006/relationships/customXml" Target="../ink/ink107.xml"/><Relationship Id="rId236" Type="http://schemas.openxmlformats.org/officeDocument/2006/relationships/image" Target="../media/image118.png"/><Relationship Id="rId257" Type="http://schemas.openxmlformats.org/officeDocument/2006/relationships/customXml" Target="../ink/ink128.xml"/><Relationship Id="rId278" Type="http://schemas.openxmlformats.org/officeDocument/2006/relationships/image" Target="../media/image139.png"/><Relationship Id="rId303" Type="http://schemas.openxmlformats.org/officeDocument/2006/relationships/customXml" Target="../ink/ink151.xml"/><Relationship Id="rId42" Type="http://schemas.openxmlformats.org/officeDocument/2006/relationships/image" Target="../media/image21.png"/><Relationship Id="rId84" Type="http://schemas.openxmlformats.org/officeDocument/2006/relationships/image" Target="../media/image42.png"/><Relationship Id="rId138" Type="http://schemas.openxmlformats.org/officeDocument/2006/relationships/image" Target="../media/image69.png"/><Relationship Id="rId191" Type="http://schemas.openxmlformats.org/officeDocument/2006/relationships/customXml" Target="../ink/ink95.xml"/><Relationship Id="rId205" Type="http://schemas.openxmlformats.org/officeDocument/2006/relationships/customXml" Target="../ink/ink102.xml"/><Relationship Id="rId247" Type="http://schemas.openxmlformats.org/officeDocument/2006/relationships/customXml" Target="../ink/ink123.xml"/><Relationship Id="rId107" Type="http://schemas.openxmlformats.org/officeDocument/2006/relationships/customXml" Target="../ink/ink53.xml"/><Relationship Id="rId289" Type="http://schemas.openxmlformats.org/officeDocument/2006/relationships/customXml" Target="../ink/ink144.xml"/><Relationship Id="rId11" Type="http://schemas.openxmlformats.org/officeDocument/2006/relationships/customXml" Target="../ink/ink5.xml"/><Relationship Id="rId53" Type="http://schemas.openxmlformats.org/officeDocument/2006/relationships/customXml" Target="../ink/ink26.xml"/><Relationship Id="rId149" Type="http://schemas.openxmlformats.org/officeDocument/2006/relationships/customXml" Target="../ink/ink74.xml"/><Relationship Id="rId95" Type="http://schemas.openxmlformats.org/officeDocument/2006/relationships/customXml" Target="../ink/ink47.xml"/><Relationship Id="rId160" Type="http://schemas.openxmlformats.org/officeDocument/2006/relationships/image" Target="../media/image80.png"/><Relationship Id="rId216" Type="http://schemas.openxmlformats.org/officeDocument/2006/relationships/image" Target="../media/image108.png"/><Relationship Id="rId258" Type="http://schemas.openxmlformats.org/officeDocument/2006/relationships/image" Target="../media/image129.png"/><Relationship Id="rId22" Type="http://schemas.openxmlformats.org/officeDocument/2006/relationships/image" Target="../media/image11.png"/><Relationship Id="rId64" Type="http://schemas.openxmlformats.org/officeDocument/2006/relationships/image" Target="../media/image32.png"/><Relationship Id="rId118" Type="http://schemas.openxmlformats.org/officeDocument/2006/relationships/image" Target="../media/image59.png"/><Relationship Id="rId171" Type="http://schemas.openxmlformats.org/officeDocument/2006/relationships/customXml" Target="../ink/ink85.xml"/><Relationship Id="rId227" Type="http://schemas.openxmlformats.org/officeDocument/2006/relationships/customXml" Target="../ink/ink113.xml"/><Relationship Id="rId269" Type="http://schemas.openxmlformats.org/officeDocument/2006/relationships/customXml" Target="../ink/ink134.xml"/><Relationship Id="rId33" Type="http://schemas.openxmlformats.org/officeDocument/2006/relationships/customXml" Target="../ink/ink16.xml"/><Relationship Id="rId129" Type="http://schemas.openxmlformats.org/officeDocument/2006/relationships/customXml" Target="../ink/ink64.xml"/><Relationship Id="rId280" Type="http://schemas.openxmlformats.org/officeDocument/2006/relationships/image" Target="../media/image140.png"/><Relationship Id="rId75" Type="http://schemas.openxmlformats.org/officeDocument/2006/relationships/customXml" Target="../ink/ink37.xml"/><Relationship Id="rId140" Type="http://schemas.openxmlformats.org/officeDocument/2006/relationships/image" Target="../media/image70.png"/><Relationship Id="rId182" Type="http://schemas.openxmlformats.org/officeDocument/2006/relationships/image" Target="../media/image91.png"/><Relationship Id="rId6" Type="http://schemas.openxmlformats.org/officeDocument/2006/relationships/image" Target="../media/image3.png"/><Relationship Id="rId238" Type="http://schemas.openxmlformats.org/officeDocument/2006/relationships/image" Target="../media/image11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66.png"/><Relationship Id="rId117" Type="http://schemas.openxmlformats.org/officeDocument/2006/relationships/customXml" Target="../ink/ink209.xml"/><Relationship Id="rId21" Type="http://schemas.openxmlformats.org/officeDocument/2006/relationships/customXml" Target="../ink/ink161.xml"/><Relationship Id="rId42" Type="http://schemas.openxmlformats.org/officeDocument/2006/relationships/image" Target="../media/image174.png"/><Relationship Id="rId47" Type="http://schemas.openxmlformats.org/officeDocument/2006/relationships/customXml" Target="../ink/ink174.xml"/><Relationship Id="rId63" Type="http://schemas.openxmlformats.org/officeDocument/2006/relationships/customXml" Target="../ink/ink182.xml"/><Relationship Id="rId68" Type="http://schemas.openxmlformats.org/officeDocument/2006/relationships/image" Target="../media/image187.png"/><Relationship Id="rId84" Type="http://schemas.openxmlformats.org/officeDocument/2006/relationships/image" Target="../media/image195.png"/><Relationship Id="rId89" Type="http://schemas.openxmlformats.org/officeDocument/2006/relationships/customXml" Target="../ink/ink195.xml"/><Relationship Id="rId112" Type="http://schemas.openxmlformats.org/officeDocument/2006/relationships/image" Target="../media/image209.png"/><Relationship Id="rId16" Type="http://schemas.openxmlformats.org/officeDocument/2006/relationships/image" Target="../media/image161.png"/><Relationship Id="rId107" Type="http://schemas.openxmlformats.org/officeDocument/2006/relationships/customXml" Target="../ink/ink204.xml"/><Relationship Id="rId11" Type="http://schemas.openxmlformats.org/officeDocument/2006/relationships/customXml" Target="../ink/ink156.xml"/><Relationship Id="rId32" Type="http://schemas.openxmlformats.org/officeDocument/2006/relationships/image" Target="../media/image169.png"/><Relationship Id="rId37" Type="http://schemas.openxmlformats.org/officeDocument/2006/relationships/customXml" Target="../ink/ink169.xml"/><Relationship Id="rId53" Type="http://schemas.openxmlformats.org/officeDocument/2006/relationships/customXml" Target="../ink/ink177.xml"/><Relationship Id="rId58" Type="http://schemas.openxmlformats.org/officeDocument/2006/relationships/image" Target="../media/image182.png"/><Relationship Id="rId74" Type="http://schemas.openxmlformats.org/officeDocument/2006/relationships/image" Target="../media/image190.png"/><Relationship Id="rId79" Type="http://schemas.openxmlformats.org/officeDocument/2006/relationships/customXml" Target="../ink/ink190.xml"/><Relationship Id="rId102" Type="http://schemas.openxmlformats.org/officeDocument/2006/relationships/image" Target="../media/image204.png"/><Relationship Id="rId5" Type="http://schemas.openxmlformats.org/officeDocument/2006/relationships/customXml" Target="../ink/ink153.xml"/><Relationship Id="rId90" Type="http://schemas.openxmlformats.org/officeDocument/2006/relationships/image" Target="../media/image198.png"/><Relationship Id="rId95" Type="http://schemas.openxmlformats.org/officeDocument/2006/relationships/customXml" Target="../ink/ink198.xml"/><Relationship Id="rId22" Type="http://schemas.openxmlformats.org/officeDocument/2006/relationships/image" Target="../media/image164.png"/><Relationship Id="rId27" Type="http://schemas.openxmlformats.org/officeDocument/2006/relationships/customXml" Target="../ink/ink164.xml"/><Relationship Id="rId43" Type="http://schemas.openxmlformats.org/officeDocument/2006/relationships/customXml" Target="../ink/ink172.xml"/><Relationship Id="rId48" Type="http://schemas.openxmlformats.org/officeDocument/2006/relationships/image" Target="../media/image177.png"/><Relationship Id="rId64" Type="http://schemas.openxmlformats.org/officeDocument/2006/relationships/image" Target="../media/image185.png"/><Relationship Id="rId69" Type="http://schemas.openxmlformats.org/officeDocument/2006/relationships/customXml" Target="../ink/ink185.xml"/><Relationship Id="rId113" Type="http://schemas.openxmlformats.org/officeDocument/2006/relationships/customXml" Target="../ink/ink207.xml"/><Relationship Id="rId118" Type="http://schemas.openxmlformats.org/officeDocument/2006/relationships/image" Target="../media/image212.png"/><Relationship Id="rId80" Type="http://schemas.openxmlformats.org/officeDocument/2006/relationships/image" Target="../media/image193.png"/><Relationship Id="rId85" Type="http://schemas.openxmlformats.org/officeDocument/2006/relationships/customXml" Target="../ink/ink193.xml"/><Relationship Id="rId12" Type="http://schemas.openxmlformats.org/officeDocument/2006/relationships/image" Target="../media/image159.png"/><Relationship Id="rId17" Type="http://schemas.openxmlformats.org/officeDocument/2006/relationships/customXml" Target="../ink/ink159.xml"/><Relationship Id="rId33" Type="http://schemas.openxmlformats.org/officeDocument/2006/relationships/customXml" Target="../ink/ink167.xml"/><Relationship Id="rId38" Type="http://schemas.openxmlformats.org/officeDocument/2006/relationships/image" Target="../media/image172.png"/><Relationship Id="rId59" Type="http://schemas.openxmlformats.org/officeDocument/2006/relationships/customXml" Target="../ink/ink180.xml"/><Relationship Id="rId103" Type="http://schemas.openxmlformats.org/officeDocument/2006/relationships/customXml" Target="../ink/ink202.xml"/><Relationship Id="rId108" Type="http://schemas.openxmlformats.org/officeDocument/2006/relationships/image" Target="../media/image207.png"/><Relationship Id="rId54" Type="http://schemas.openxmlformats.org/officeDocument/2006/relationships/image" Target="../media/image180.png"/><Relationship Id="rId70" Type="http://schemas.openxmlformats.org/officeDocument/2006/relationships/image" Target="../media/image188.png"/><Relationship Id="rId75" Type="http://schemas.openxmlformats.org/officeDocument/2006/relationships/customXml" Target="../ink/ink188.xml"/><Relationship Id="rId91" Type="http://schemas.openxmlformats.org/officeDocument/2006/relationships/customXml" Target="../ink/ink196.xml"/><Relationship Id="rId96" Type="http://schemas.openxmlformats.org/officeDocument/2006/relationships/image" Target="../media/image20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6.png"/><Relationship Id="rId23" Type="http://schemas.openxmlformats.org/officeDocument/2006/relationships/customXml" Target="../ink/ink162.xml"/><Relationship Id="rId28" Type="http://schemas.openxmlformats.org/officeDocument/2006/relationships/image" Target="../media/image167.png"/><Relationship Id="rId49" Type="http://schemas.openxmlformats.org/officeDocument/2006/relationships/customXml" Target="../ink/ink175.xml"/><Relationship Id="rId114" Type="http://schemas.openxmlformats.org/officeDocument/2006/relationships/image" Target="../media/image210.png"/><Relationship Id="rId119" Type="http://schemas.openxmlformats.org/officeDocument/2006/relationships/customXml" Target="../ink/ink210.xml"/><Relationship Id="rId44" Type="http://schemas.openxmlformats.org/officeDocument/2006/relationships/image" Target="../media/image175.png"/><Relationship Id="rId60" Type="http://schemas.openxmlformats.org/officeDocument/2006/relationships/image" Target="../media/image183.png"/><Relationship Id="rId65" Type="http://schemas.openxmlformats.org/officeDocument/2006/relationships/customXml" Target="../ink/ink183.xml"/><Relationship Id="rId81" Type="http://schemas.openxmlformats.org/officeDocument/2006/relationships/customXml" Target="../ink/ink191.xml"/><Relationship Id="rId86" Type="http://schemas.openxmlformats.org/officeDocument/2006/relationships/image" Target="../media/image196.png"/><Relationship Id="rId4" Type="http://schemas.openxmlformats.org/officeDocument/2006/relationships/image" Target="../media/image154.png"/><Relationship Id="rId9" Type="http://schemas.openxmlformats.org/officeDocument/2006/relationships/customXml" Target="../ink/ink155.xml"/><Relationship Id="rId13" Type="http://schemas.openxmlformats.org/officeDocument/2006/relationships/customXml" Target="../ink/ink157.xml"/><Relationship Id="rId18" Type="http://schemas.openxmlformats.org/officeDocument/2006/relationships/image" Target="../media/image162.png"/><Relationship Id="rId39" Type="http://schemas.openxmlformats.org/officeDocument/2006/relationships/customXml" Target="../ink/ink170.xml"/><Relationship Id="rId109" Type="http://schemas.openxmlformats.org/officeDocument/2006/relationships/customXml" Target="../ink/ink205.xml"/><Relationship Id="rId34" Type="http://schemas.openxmlformats.org/officeDocument/2006/relationships/image" Target="../media/image170.png"/><Relationship Id="rId50" Type="http://schemas.openxmlformats.org/officeDocument/2006/relationships/image" Target="../media/image178.png"/><Relationship Id="rId55" Type="http://schemas.openxmlformats.org/officeDocument/2006/relationships/customXml" Target="../ink/ink178.xml"/><Relationship Id="rId76" Type="http://schemas.openxmlformats.org/officeDocument/2006/relationships/image" Target="../media/image191.png"/><Relationship Id="rId97" Type="http://schemas.openxmlformats.org/officeDocument/2006/relationships/customXml" Target="../ink/ink199.xml"/><Relationship Id="rId104" Type="http://schemas.openxmlformats.org/officeDocument/2006/relationships/image" Target="../media/image205.png"/><Relationship Id="rId120" Type="http://schemas.openxmlformats.org/officeDocument/2006/relationships/image" Target="../media/image213.png"/><Relationship Id="rId7" Type="http://schemas.openxmlformats.org/officeDocument/2006/relationships/customXml" Target="../ink/ink154.xml"/><Relationship Id="rId71" Type="http://schemas.openxmlformats.org/officeDocument/2006/relationships/customXml" Target="../ink/ink186.xml"/><Relationship Id="rId92" Type="http://schemas.openxmlformats.org/officeDocument/2006/relationships/image" Target="../media/image199.png"/><Relationship Id="rId2" Type="http://schemas.openxmlformats.org/officeDocument/2006/relationships/notesSlide" Target="../notesSlides/notesSlide4.xml"/><Relationship Id="rId29" Type="http://schemas.openxmlformats.org/officeDocument/2006/relationships/customXml" Target="../ink/ink165.xml"/><Relationship Id="rId24" Type="http://schemas.openxmlformats.org/officeDocument/2006/relationships/image" Target="../media/image165.png"/><Relationship Id="rId40" Type="http://schemas.openxmlformats.org/officeDocument/2006/relationships/image" Target="../media/image173.png"/><Relationship Id="rId45" Type="http://schemas.openxmlformats.org/officeDocument/2006/relationships/customXml" Target="../ink/ink173.xml"/><Relationship Id="rId66" Type="http://schemas.openxmlformats.org/officeDocument/2006/relationships/image" Target="../media/image186.png"/><Relationship Id="rId87" Type="http://schemas.openxmlformats.org/officeDocument/2006/relationships/customXml" Target="../ink/ink194.xml"/><Relationship Id="rId110" Type="http://schemas.openxmlformats.org/officeDocument/2006/relationships/image" Target="../media/image208.png"/><Relationship Id="rId115" Type="http://schemas.openxmlformats.org/officeDocument/2006/relationships/customXml" Target="../ink/ink208.xml"/><Relationship Id="rId61" Type="http://schemas.openxmlformats.org/officeDocument/2006/relationships/customXml" Target="../ink/ink181.xml"/><Relationship Id="rId82" Type="http://schemas.openxmlformats.org/officeDocument/2006/relationships/image" Target="../media/image194.png"/><Relationship Id="rId19" Type="http://schemas.openxmlformats.org/officeDocument/2006/relationships/customXml" Target="../ink/ink160.xml"/><Relationship Id="rId14" Type="http://schemas.openxmlformats.org/officeDocument/2006/relationships/image" Target="../media/image160.png"/><Relationship Id="rId30" Type="http://schemas.openxmlformats.org/officeDocument/2006/relationships/image" Target="../media/image168.png"/><Relationship Id="rId35" Type="http://schemas.openxmlformats.org/officeDocument/2006/relationships/customXml" Target="../ink/ink168.xml"/><Relationship Id="rId56" Type="http://schemas.openxmlformats.org/officeDocument/2006/relationships/image" Target="../media/image181.png"/><Relationship Id="rId77" Type="http://schemas.openxmlformats.org/officeDocument/2006/relationships/customXml" Target="../ink/ink189.xml"/><Relationship Id="rId100" Type="http://schemas.openxmlformats.org/officeDocument/2006/relationships/image" Target="../media/image203.png"/><Relationship Id="rId105" Type="http://schemas.openxmlformats.org/officeDocument/2006/relationships/customXml" Target="../ink/ink203.xml"/><Relationship Id="rId8" Type="http://schemas.openxmlformats.org/officeDocument/2006/relationships/image" Target="../media/image157.png"/><Relationship Id="rId51" Type="http://schemas.openxmlformats.org/officeDocument/2006/relationships/customXml" Target="../ink/ink176.xml"/><Relationship Id="rId72" Type="http://schemas.openxmlformats.org/officeDocument/2006/relationships/image" Target="../media/image189.png"/><Relationship Id="rId93" Type="http://schemas.openxmlformats.org/officeDocument/2006/relationships/customXml" Target="../ink/ink197.xml"/><Relationship Id="rId98" Type="http://schemas.openxmlformats.org/officeDocument/2006/relationships/image" Target="../media/image202.png"/><Relationship Id="rId121" Type="http://schemas.openxmlformats.org/officeDocument/2006/relationships/customXml" Target="../ink/ink211.xml"/><Relationship Id="rId3" Type="http://schemas.openxmlformats.org/officeDocument/2006/relationships/image" Target="../media/image2.svg"/><Relationship Id="rId25" Type="http://schemas.openxmlformats.org/officeDocument/2006/relationships/customXml" Target="../ink/ink163.xml"/><Relationship Id="rId46" Type="http://schemas.openxmlformats.org/officeDocument/2006/relationships/image" Target="../media/image176.png"/><Relationship Id="rId67" Type="http://schemas.openxmlformats.org/officeDocument/2006/relationships/customXml" Target="../ink/ink184.xml"/><Relationship Id="rId116" Type="http://schemas.openxmlformats.org/officeDocument/2006/relationships/image" Target="../media/image211.png"/><Relationship Id="rId20" Type="http://schemas.openxmlformats.org/officeDocument/2006/relationships/image" Target="../media/image163.png"/><Relationship Id="rId41" Type="http://schemas.openxmlformats.org/officeDocument/2006/relationships/customXml" Target="../ink/ink171.xml"/><Relationship Id="rId62" Type="http://schemas.openxmlformats.org/officeDocument/2006/relationships/image" Target="../media/image184.png"/><Relationship Id="rId83" Type="http://schemas.openxmlformats.org/officeDocument/2006/relationships/customXml" Target="../ink/ink192.xml"/><Relationship Id="rId88" Type="http://schemas.openxmlformats.org/officeDocument/2006/relationships/image" Target="../media/image197.png"/><Relationship Id="rId111" Type="http://schemas.openxmlformats.org/officeDocument/2006/relationships/customXml" Target="../ink/ink206.xml"/><Relationship Id="rId15" Type="http://schemas.openxmlformats.org/officeDocument/2006/relationships/customXml" Target="../ink/ink158.xml"/><Relationship Id="rId36" Type="http://schemas.openxmlformats.org/officeDocument/2006/relationships/image" Target="../media/image171.png"/><Relationship Id="rId57" Type="http://schemas.openxmlformats.org/officeDocument/2006/relationships/customXml" Target="../ink/ink179.xml"/><Relationship Id="rId106" Type="http://schemas.openxmlformats.org/officeDocument/2006/relationships/image" Target="../media/image206.png"/><Relationship Id="rId10" Type="http://schemas.openxmlformats.org/officeDocument/2006/relationships/image" Target="../media/image158.png"/><Relationship Id="rId31" Type="http://schemas.openxmlformats.org/officeDocument/2006/relationships/customXml" Target="../ink/ink166.xml"/><Relationship Id="rId52" Type="http://schemas.openxmlformats.org/officeDocument/2006/relationships/image" Target="../media/image179.png"/><Relationship Id="rId73" Type="http://schemas.openxmlformats.org/officeDocument/2006/relationships/customXml" Target="../ink/ink187.xml"/><Relationship Id="rId78" Type="http://schemas.openxmlformats.org/officeDocument/2006/relationships/image" Target="../media/image192.png"/><Relationship Id="rId94" Type="http://schemas.openxmlformats.org/officeDocument/2006/relationships/image" Target="../media/image200.png"/><Relationship Id="rId99" Type="http://schemas.openxmlformats.org/officeDocument/2006/relationships/customXml" Target="../ink/ink200.xml"/><Relationship Id="rId101" Type="http://schemas.openxmlformats.org/officeDocument/2006/relationships/customXml" Target="../ink/ink201.xml"/><Relationship Id="rId122" Type="http://schemas.openxmlformats.org/officeDocument/2006/relationships/image" Target="../media/image21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5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72.png"/><Relationship Id="rId299" Type="http://schemas.openxmlformats.org/officeDocument/2006/relationships/image" Target="../media/image363.png"/><Relationship Id="rId21" Type="http://schemas.openxmlformats.org/officeDocument/2006/relationships/image" Target="../media/image225.png"/><Relationship Id="rId63" Type="http://schemas.openxmlformats.org/officeDocument/2006/relationships/image" Target="../media/image246.png"/><Relationship Id="rId159" Type="http://schemas.openxmlformats.org/officeDocument/2006/relationships/image" Target="../media/image293.png"/><Relationship Id="rId324" Type="http://schemas.openxmlformats.org/officeDocument/2006/relationships/customXml" Target="../ink/ink373.xml"/><Relationship Id="rId366" Type="http://schemas.openxmlformats.org/officeDocument/2006/relationships/customXml" Target="../ink/ink394.xml"/><Relationship Id="rId170" Type="http://schemas.openxmlformats.org/officeDocument/2006/relationships/customXml" Target="../ink/ink296.xml"/><Relationship Id="rId226" Type="http://schemas.openxmlformats.org/officeDocument/2006/relationships/customXml" Target="../ink/ink324.xml"/><Relationship Id="rId433" Type="http://schemas.openxmlformats.org/officeDocument/2006/relationships/customXml" Target="../ink/ink428.xml"/><Relationship Id="rId268" Type="http://schemas.openxmlformats.org/officeDocument/2006/relationships/customXml" Target="../ink/ink345.xml"/><Relationship Id="rId475" Type="http://schemas.openxmlformats.org/officeDocument/2006/relationships/image" Target="../media/image450.png"/><Relationship Id="rId32" Type="http://schemas.openxmlformats.org/officeDocument/2006/relationships/customXml" Target="../ink/ink227.xml"/><Relationship Id="rId74" Type="http://schemas.openxmlformats.org/officeDocument/2006/relationships/customXml" Target="../ink/ink248.xml"/><Relationship Id="rId128" Type="http://schemas.openxmlformats.org/officeDocument/2006/relationships/customXml" Target="../ink/ink275.xml"/><Relationship Id="rId335" Type="http://schemas.openxmlformats.org/officeDocument/2006/relationships/image" Target="../media/image381.png"/><Relationship Id="rId377" Type="http://schemas.openxmlformats.org/officeDocument/2006/relationships/image" Target="../media/image402.png"/><Relationship Id="rId5" Type="http://schemas.openxmlformats.org/officeDocument/2006/relationships/image" Target="../media/image217.png"/><Relationship Id="rId181" Type="http://schemas.openxmlformats.org/officeDocument/2006/relationships/image" Target="../media/image304.png"/><Relationship Id="rId237" Type="http://schemas.openxmlformats.org/officeDocument/2006/relationships/image" Target="../media/image332.png"/><Relationship Id="rId402" Type="http://schemas.openxmlformats.org/officeDocument/2006/relationships/customXml" Target="../ink/ink412.xml"/><Relationship Id="rId279" Type="http://schemas.openxmlformats.org/officeDocument/2006/relationships/image" Target="../media/image353.png"/><Relationship Id="rId444" Type="http://schemas.openxmlformats.org/officeDocument/2006/relationships/image" Target="../media/image435.png"/><Relationship Id="rId486" Type="http://schemas.openxmlformats.org/officeDocument/2006/relationships/customXml" Target="../ink/ink455.xml"/><Relationship Id="rId43" Type="http://schemas.openxmlformats.org/officeDocument/2006/relationships/image" Target="../media/image236.png"/><Relationship Id="rId139" Type="http://schemas.openxmlformats.org/officeDocument/2006/relationships/image" Target="../media/image283.png"/><Relationship Id="rId290" Type="http://schemas.openxmlformats.org/officeDocument/2006/relationships/customXml" Target="../ink/ink356.xml"/><Relationship Id="rId304" Type="http://schemas.openxmlformats.org/officeDocument/2006/relationships/customXml" Target="../ink/ink363.xml"/><Relationship Id="rId346" Type="http://schemas.openxmlformats.org/officeDocument/2006/relationships/customXml" Target="../ink/ink384.xml"/><Relationship Id="rId388" Type="http://schemas.openxmlformats.org/officeDocument/2006/relationships/customXml" Target="../ink/ink405.xml"/><Relationship Id="rId85" Type="http://schemas.openxmlformats.org/officeDocument/2006/relationships/image" Target="../media/image257.png"/><Relationship Id="rId150" Type="http://schemas.openxmlformats.org/officeDocument/2006/relationships/customXml" Target="../ink/ink286.xml"/><Relationship Id="rId192" Type="http://schemas.openxmlformats.org/officeDocument/2006/relationships/customXml" Target="../ink/ink307.xml"/><Relationship Id="rId206" Type="http://schemas.openxmlformats.org/officeDocument/2006/relationships/customXml" Target="../ink/ink314.xml"/><Relationship Id="rId413" Type="http://schemas.openxmlformats.org/officeDocument/2006/relationships/image" Target="../media/image420.png"/><Relationship Id="rId248" Type="http://schemas.openxmlformats.org/officeDocument/2006/relationships/customXml" Target="../ink/ink335.xml"/><Relationship Id="rId455" Type="http://schemas.openxmlformats.org/officeDocument/2006/relationships/customXml" Target="../ink/ink439.xml"/><Relationship Id="rId12" Type="http://schemas.openxmlformats.org/officeDocument/2006/relationships/customXml" Target="../ink/ink217.xml"/><Relationship Id="rId108" Type="http://schemas.openxmlformats.org/officeDocument/2006/relationships/customXml" Target="../ink/ink265.xml"/><Relationship Id="rId315" Type="http://schemas.openxmlformats.org/officeDocument/2006/relationships/image" Target="../media/image371.png"/><Relationship Id="rId357" Type="http://schemas.openxmlformats.org/officeDocument/2006/relationships/image" Target="../media/image392.png"/><Relationship Id="rId54" Type="http://schemas.openxmlformats.org/officeDocument/2006/relationships/customXml" Target="../ink/ink238.xml"/><Relationship Id="rId96" Type="http://schemas.openxmlformats.org/officeDocument/2006/relationships/customXml" Target="../ink/ink259.xml"/><Relationship Id="rId161" Type="http://schemas.openxmlformats.org/officeDocument/2006/relationships/image" Target="../media/image294.png"/><Relationship Id="rId217" Type="http://schemas.openxmlformats.org/officeDocument/2006/relationships/image" Target="../media/image322.png"/><Relationship Id="rId399" Type="http://schemas.openxmlformats.org/officeDocument/2006/relationships/image" Target="../media/image413.png"/><Relationship Id="rId259" Type="http://schemas.openxmlformats.org/officeDocument/2006/relationships/image" Target="../media/image343.png"/><Relationship Id="rId424" Type="http://schemas.openxmlformats.org/officeDocument/2006/relationships/image" Target="../media/image425.png"/><Relationship Id="rId466" Type="http://schemas.openxmlformats.org/officeDocument/2006/relationships/customXml" Target="../ink/ink445.xml"/><Relationship Id="rId23" Type="http://schemas.openxmlformats.org/officeDocument/2006/relationships/image" Target="../media/image226.png"/><Relationship Id="rId119" Type="http://schemas.openxmlformats.org/officeDocument/2006/relationships/image" Target="../media/image273.png"/><Relationship Id="rId270" Type="http://schemas.openxmlformats.org/officeDocument/2006/relationships/customXml" Target="../ink/ink346.xml"/><Relationship Id="rId326" Type="http://schemas.openxmlformats.org/officeDocument/2006/relationships/customXml" Target="../ink/ink374.xml"/><Relationship Id="rId65" Type="http://schemas.openxmlformats.org/officeDocument/2006/relationships/image" Target="../media/image247.png"/><Relationship Id="rId130" Type="http://schemas.openxmlformats.org/officeDocument/2006/relationships/customXml" Target="../ink/ink276.xml"/><Relationship Id="rId368" Type="http://schemas.openxmlformats.org/officeDocument/2006/relationships/customXml" Target="../ink/ink395.xml"/><Relationship Id="rId172" Type="http://schemas.openxmlformats.org/officeDocument/2006/relationships/customXml" Target="../ink/ink297.xml"/><Relationship Id="rId228" Type="http://schemas.openxmlformats.org/officeDocument/2006/relationships/customXml" Target="../ink/ink325.xml"/><Relationship Id="rId435" Type="http://schemas.openxmlformats.org/officeDocument/2006/relationships/customXml" Target="../ink/ink429.xml"/><Relationship Id="rId477" Type="http://schemas.openxmlformats.org/officeDocument/2006/relationships/image" Target="../media/image451.png"/><Relationship Id="rId281" Type="http://schemas.openxmlformats.org/officeDocument/2006/relationships/image" Target="../media/image354.png"/><Relationship Id="rId337" Type="http://schemas.openxmlformats.org/officeDocument/2006/relationships/image" Target="../media/image382.png"/><Relationship Id="rId34" Type="http://schemas.openxmlformats.org/officeDocument/2006/relationships/customXml" Target="../ink/ink228.xml"/><Relationship Id="rId76" Type="http://schemas.openxmlformats.org/officeDocument/2006/relationships/customXml" Target="../ink/ink249.xml"/><Relationship Id="rId141" Type="http://schemas.openxmlformats.org/officeDocument/2006/relationships/image" Target="../media/image284.png"/><Relationship Id="rId379" Type="http://schemas.openxmlformats.org/officeDocument/2006/relationships/image" Target="../media/image403.png"/><Relationship Id="rId7" Type="http://schemas.openxmlformats.org/officeDocument/2006/relationships/image" Target="../media/image218.png"/><Relationship Id="rId183" Type="http://schemas.openxmlformats.org/officeDocument/2006/relationships/image" Target="../media/image305.png"/><Relationship Id="rId239" Type="http://schemas.openxmlformats.org/officeDocument/2006/relationships/image" Target="../media/image333.png"/><Relationship Id="rId390" Type="http://schemas.openxmlformats.org/officeDocument/2006/relationships/customXml" Target="../ink/ink406.xml"/><Relationship Id="rId404" Type="http://schemas.openxmlformats.org/officeDocument/2006/relationships/customXml" Target="../ink/ink413.xml"/><Relationship Id="rId446" Type="http://schemas.openxmlformats.org/officeDocument/2006/relationships/image" Target="../media/image436.png"/><Relationship Id="rId250" Type="http://schemas.openxmlformats.org/officeDocument/2006/relationships/customXml" Target="../ink/ink336.xml"/><Relationship Id="rId292" Type="http://schemas.openxmlformats.org/officeDocument/2006/relationships/customXml" Target="../ink/ink357.xml"/><Relationship Id="rId306" Type="http://schemas.openxmlformats.org/officeDocument/2006/relationships/customXml" Target="../ink/ink364.xml"/><Relationship Id="rId488" Type="http://schemas.openxmlformats.org/officeDocument/2006/relationships/image" Target="../media/image456.png"/><Relationship Id="rId45" Type="http://schemas.openxmlformats.org/officeDocument/2006/relationships/image" Target="../media/image237.png"/><Relationship Id="rId87" Type="http://schemas.openxmlformats.org/officeDocument/2006/relationships/image" Target="../media/image258.png"/><Relationship Id="rId110" Type="http://schemas.openxmlformats.org/officeDocument/2006/relationships/customXml" Target="../ink/ink266.xml"/><Relationship Id="rId348" Type="http://schemas.openxmlformats.org/officeDocument/2006/relationships/customXml" Target="../ink/ink385.xml"/><Relationship Id="rId152" Type="http://schemas.openxmlformats.org/officeDocument/2006/relationships/customXml" Target="../ink/ink287.xml"/><Relationship Id="rId194" Type="http://schemas.openxmlformats.org/officeDocument/2006/relationships/customXml" Target="../ink/ink308.xml"/><Relationship Id="rId208" Type="http://schemas.openxmlformats.org/officeDocument/2006/relationships/customXml" Target="../ink/ink315.xml"/><Relationship Id="rId415" Type="http://schemas.openxmlformats.org/officeDocument/2006/relationships/image" Target="../media/image421.png"/><Relationship Id="rId457" Type="http://schemas.openxmlformats.org/officeDocument/2006/relationships/customXml" Target="../ink/ink440.xml"/><Relationship Id="rId261" Type="http://schemas.openxmlformats.org/officeDocument/2006/relationships/image" Target="../media/image344.png"/><Relationship Id="rId14" Type="http://schemas.openxmlformats.org/officeDocument/2006/relationships/customXml" Target="../ink/ink218.xml"/><Relationship Id="rId56" Type="http://schemas.openxmlformats.org/officeDocument/2006/relationships/customXml" Target="../ink/ink239.xml"/><Relationship Id="rId317" Type="http://schemas.openxmlformats.org/officeDocument/2006/relationships/image" Target="../media/image372.png"/><Relationship Id="rId359" Type="http://schemas.openxmlformats.org/officeDocument/2006/relationships/image" Target="../media/image393.png"/><Relationship Id="rId98" Type="http://schemas.openxmlformats.org/officeDocument/2006/relationships/customXml" Target="../ink/ink260.xml"/><Relationship Id="rId121" Type="http://schemas.openxmlformats.org/officeDocument/2006/relationships/image" Target="../media/image274.png"/><Relationship Id="rId163" Type="http://schemas.openxmlformats.org/officeDocument/2006/relationships/image" Target="../media/image295.png"/><Relationship Id="rId219" Type="http://schemas.openxmlformats.org/officeDocument/2006/relationships/image" Target="../media/image323.png"/><Relationship Id="rId370" Type="http://schemas.openxmlformats.org/officeDocument/2006/relationships/customXml" Target="../ink/ink396.xml"/><Relationship Id="rId426" Type="http://schemas.openxmlformats.org/officeDocument/2006/relationships/image" Target="../media/image426.png"/><Relationship Id="rId230" Type="http://schemas.openxmlformats.org/officeDocument/2006/relationships/customXml" Target="../ink/ink326.xml"/><Relationship Id="rId468" Type="http://schemas.openxmlformats.org/officeDocument/2006/relationships/customXml" Target="../ink/ink446.xml"/><Relationship Id="rId25" Type="http://schemas.openxmlformats.org/officeDocument/2006/relationships/image" Target="../media/image227.png"/><Relationship Id="rId67" Type="http://schemas.openxmlformats.org/officeDocument/2006/relationships/image" Target="../media/image248.png"/><Relationship Id="rId272" Type="http://schemas.openxmlformats.org/officeDocument/2006/relationships/customXml" Target="../ink/ink347.xml"/><Relationship Id="rId328" Type="http://schemas.openxmlformats.org/officeDocument/2006/relationships/customXml" Target="../ink/ink375.xml"/><Relationship Id="rId132" Type="http://schemas.openxmlformats.org/officeDocument/2006/relationships/customXml" Target="../ink/ink277.xml"/><Relationship Id="rId174" Type="http://schemas.openxmlformats.org/officeDocument/2006/relationships/customXml" Target="../ink/ink298.xml"/><Relationship Id="rId381" Type="http://schemas.openxmlformats.org/officeDocument/2006/relationships/image" Target="../media/image404.png"/><Relationship Id="rId241" Type="http://schemas.openxmlformats.org/officeDocument/2006/relationships/image" Target="../media/image334.png"/><Relationship Id="rId437" Type="http://schemas.openxmlformats.org/officeDocument/2006/relationships/customXml" Target="../ink/ink430.xml"/><Relationship Id="rId479" Type="http://schemas.openxmlformats.org/officeDocument/2006/relationships/image" Target="../media/image452.png"/><Relationship Id="rId36" Type="http://schemas.openxmlformats.org/officeDocument/2006/relationships/customXml" Target="../ink/ink229.xml"/><Relationship Id="rId283" Type="http://schemas.openxmlformats.org/officeDocument/2006/relationships/image" Target="../media/image355.png"/><Relationship Id="rId339" Type="http://schemas.openxmlformats.org/officeDocument/2006/relationships/image" Target="../media/image383.png"/><Relationship Id="rId490" Type="http://schemas.openxmlformats.org/officeDocument/2006/relationships/image" Target="../media/image457.png"/><Relationship Id="rId78" Type="http://schemas.openxmlformats.org/officeDocument/2006/relationships/customXml" Target="../ink/ink250.xml"/><Relationship Id="rId101" Type="http://schemas.openxmlformats.org/officeDocument/2006/relationships/image" Target="../media/image265.png"/><Relationship Id="rId143" Type="http://schemas.openxmlformats.org/officeDocument/2006/relationships/image" Target="../media/image285.png"/><Relationship Id="rId185" Type="http://schemas.openxmlformats.org/officeDocument/2006/relationships/image" Target="../media/image306.png"/><Relationship Id="rId350" Type="http://schemas.openxmlformats.org/officeDocument/2006/relationships/customXml" Target="../ink/ink386.xml"/><Relationship Id="rId406" Type="http://schemas.openxmlformats.org/officeDocument/2006/relationships/customXml" Target="../ink/ink414.xml"/><Relationship Id="rId9" Type="http://schemas.openxmlformats.org/officeDocument/2006/relationships/image" Target="../media/image219.png"/><Relationship Id="rId210" Type="http://schemas.openxmlformats.org/officeDocument/2006/relationships/customXml" Target="../ink/ink316.xml"/><Relationship Id="rId392" Type="http://schemas.openxmlformats.org/officeDocument/2006/relationships/customXml" Target="../ink/ink407.xml"/><Relationship Id="rId448" Type="http://schemas.openxmlformats.org/officeDocument/2006/relationships/image" Target="../media/image437.png"/><Relationship Id="rId252" Type="http://schemas.openxmlformats.org/officeDocument/2006/relationships/customXml" Target="../ink/ink337.xml"/><Relationship Id="rId294" Type="http://schemas.openxmlformats.org/officeDocument/2006/relationships/customXml" Target="../ink/ink358.xml"/><Relationship Id="rId308" Type="http://schemas.openxmlformats.org/officeDocument/2006/relationships/customXml" Target="../ink/ink365.xml"/><Relationship Id="rId47" Type="http://schemas.openxmlformats.org/officeDocument/2006/relationships/image" Target="../media/image238.png"/><Relationship Id="rId89" Type="http://schemas.openxmlformats.org/officeDocument/2006/relationships/image" Target="../media/image259.png"/><Relationship Id="rId112" Type="http://schemas.openxmlformats.org/officeDocument/2006/relationships/customXml" Target="../ink/ink267.xml"/><Relationship Id="rId154" Type="http://schemas.openxmlformats.org/officeDocument/2006/relationships/customXml" Target="../ink/ink288.xml"/><Relationship Id="rId361" Type="http://schemas.openxmlformats.org/officeDocument/2006/relationships/image" Target="../media/image394.png"/><Relationship Id="rId196" Type="http://schemas.openxmlformats.org/officeDocument/2006/relationships/customXml" Target="../ink/ink309.xml"/><Relationship Id="rId417" Type="http://schemas.openxmlformats.org/officeDocument/2006/relationships/image" Target="../media/image422.png"/><Relationship Id="rId459" Type="http://schemas.openxmlformats.org/officeDocument/2006/relationships/customXml" Target="../ink/ink441.xml"/><Relationship Id="rId16" Type="http://schemas.openxmlformats.org/officeDocument/2006/relationships/customXml" Target="../ink/ink219.xml"/><Relationship Id="rId221" Type="http://schemas.openxmlformats.org/officeDocument/2006/relationships/image" Target="../media/image324.png"/><Relationship Id="rId263" Type="http://schemas.openxmlformats.org/officeDocument/2006/relationships/image" Target="../media/image345.png"/><Relationship Id="rId319" Type="http://schemas.openxmlformats.org/officeDocument/2006/relationships/image" Target="../media/image373.png"/><Relationship Id="rId470" Type="http://schemas.openxmlformats.org/officeDocument/2006/relationships/customXml" Target="../ink/ink447.xml"/><Relationship Id="rId58" Type="http://schemas.openxmlformats.org/officeDocument/2006/relationships/customXml" Target="../ink/ink240.xml"/><Relationship Id="rId123" Type="http://schemas.openxmlformats.org/officeDocument/2006/relationships/image" Target="../media/image275.png"/><Relationship Id="rId330" Type="http://schemas.openxmlformats.org/officeDocument/2006/relationships/customXml" Target="../ink/ink376.xml"/><Relationship Id="rId165" Type="http://schemas.openxmlformats.org/officeDocument/2006/relationships/image" Target="../media/image296.png"/><Relationship Id="rId372" Type="http://schemas.openxmlformats.org/officeDocument/2006/relationships/customXml" Target="../ink/ink397.xml"/><Relationship Id="rId428" Type="http://schemas.openxmlformats.org/officeDocument/2006/relationships/image" Target="../media/image427.png"/><Relationship Id="rId232" Type="http://schemas.openxmlformats.org/officeDocument/2006/relationships/customXml" Target="../ink/ink327.xml"/><Relationship Id="rId274" Type="http://schemas.openxmlformats.org/officeDocument/2006/relationships/customXml" Target="../ink/ink348.xml"/><Relationship Id="rId481" Type="http://schemas.openxmlformats.org/officeDocument/2006/relationships/image" Target="../media/image453.png"/><Relationship Id="rId27" Type="http://schemas.openxmlformats.org/officeDocument/2006/relationships/image" Target="../media/image228.png"/><Relationship Id="rId69" Type="http://schemas.openxmlformats.org/officeDocument/2006/relationships/image" Target="../media/image249.png"/><Relationship Id="rId134" Type="http://schemas.openxmlformats.org/officeDocument/2006/relationships/customXml" Target="../ink/ink278.xml"/><Relationship Id="rId80" Type="http://schemas.openxmlformats.org/officeDocument/2006/relationships/customXml" Target="../ink/ink251.xml"/><Relationship Id="rId176" Type="http://schemas.openxmlformats.org/officeDocument/2006/relationships/customXml" Target="../ink/ink299.xml"/><Relationship Id="rId341" Type="http://schemas.openxmlformats.org/officeDocument/2006/relationships/image" Target="../media/image384.png"/><Relationship Id="rId383" Type="http://schemas.openxmlformats.org/officeDocument/2006/relationships/image" Target="../media/image405.png"/><Relationship Id="rId439" Type="http://schemas.openxmlformats.org/officeDocument/2006/relationships/customXml" Target="../ink/ink431.xml"/><Relationship Id="rId201" Type="http://schemas.openxmlformats.org/officeDocument/2006/relationships/image" Target="../media/image314.png"/><Relationship Id="rId243" Type="http://schemas.openxmlformats.org/officeDocument/2006/relationships/image" Target="../media/image335.png"/><Relationship Id="rId285" Type="http://schemas.openxmlformats.org/officeDocument/2006/relationships/image" Target="../media/image356.png"/><Relationship Id="rId450" Type="http://schemas.openxmlformats.org/officeDocument/2006/relationships/image" Target="../media/image438.png"/><Relationship Id="rId38" Type="http://schemas.openxmlformats.org/officeDocument/2006/relationships/customXml" Target="../ink/ink230.xml"/><Relationship Id="rId103" Type="http://schemas.openxmlformats.org/officeDocument/2006/relationships/image" Target="../media/image42.png"/><Relationship Id="rId310" Type="http://schemas.openxmlformats.org/officeDocument/2006/relationships/customXml" Target="../ink/ink366.xml"/><Relationship Id="rId492" Type="http://schemas.openxmlformats.org/officeDocument/2006/relationships/image" Target="../media/image458.png"/><Relationship Id="rId91" Type="http://schemas.openxmlformats.org/officeDocument/2006/relationships/image" Target="../media/image260.png"/><Relationship Id="rId145" Type="http://schemas.openxmlformats.org/officeDocument/2006/relationships/image" Target="../media/image286.png"/><Relationship Id="rId187" Type="http://schemas.openxmlformats.org/officeDocument/2006/relationships/image" Target="../media/image307.png"/><Relationship Id="rId352" Type="http://schemas.openxmlformats.org/officeDocument/2006/relationships/customXml" Target="../ink/ink387.xml"/><Relationship Id="rId394" Type="http://schemas.openxmlformats.org/officeDocument/2006/relationships/customXml" Target="../ink/ink408.xml"/><Relationship Id="rId408" Type="http://schemas.openxmlformats.org/officeDocument/2006/relationships/customXml" Target="../ink/ink415.xml"/><Relationship Id="rId212" Type="http://schemas.openxmlformats.org/officeDocument/2006/relationships/customXml" Target="../ink/ink317.xml"/><Relationship Id="rId254" Type="http://schemas.openxmlformats.org/officeDocument/2006/relationships/customXml" Target="../ink/ink338.xml"/><Relationship Id="rId49" Type="http://schemas.openxmlformats.org/officeDocument/2006/relationships/image" Target="../media/image239.png"/><Relationship Id="rId114" Type="http://schemas.openxmlformats.org/officeDocument/2006/relationships/customXml" Target="../ink/ink268.xml"/><Relationship Id="rId296" Type="http://schemas.openxmlformats.org/officeDocument/2006/relationships/customXml" Target="../ink/ink359.xml"/><Relationship Id="rId461" Type="http://schemas.openxmlformats.org/officeDocument/2006/relationships/customXml" Target="../ink/ink442.xml"/><Relationship Id="rId60" Type="http://schemas.openxmlformats.org/officeDocument/2006/relationships/customXml" Target="../ink/ink241.xml"/><Relationship Id="rId156" Type="http://schemas.openxmlformats.org/officeDocument/2006/relationships/customXml" Target="../ink/ink289.xml"/><Relationship Id="rId198" Type="http://schemas.openxmlformats.org/officeDocument/2006/relationships/customXml" Target="../ink/ink310.xml"/><Relationship Id="rId321" Type="http://schemas.openxmlformats.org/officeDocument/2006/relationships/image" Target="../media/image374.png"/><Relationship Id="rId363" Type="http://schemas.openxmlformats.org/officeDocument/2006/relationships/image" Target="../media/image395.png"/><Relationship Id="rId419" Type="http://schemas.openxmlformats.org/officeDocument/2006/relationships/image" Target="../media/image423.png"/><Relationship Id="rId223" Type="http://schemas.openxmlformats.org/officeDocument/2006/relationships/image" Target="../media/image325.png"/><Relationship Id="rId430" Type="http://schemas.openxmlformats.org/officeDocument/2006/relationships/image" Target="../media/image428.png"/><Relationship Id="rId18" Type="http://schemas.openxmlformats.org/officeDocument/2006/relationships/customXml" Target="../ink/ink220.xml"/><Relationship Id="rId265" Type="http://schemas.openxmlformats.org/officeDocument/2006/relationships/image" Target="../media/image346.png"/><Relationship Id="rId472" Type="http://schemas.openxmlformats.org/officeDocument/2006/relationships/customXml" Target="../ink/ink448.xml"/><Relationship Id="rId125" Type="http://schemas.openxmlformats.org/officeDocument/2006/relationships/image" Target="../media/image276.png"/><Relationship Id="rId167" Type="http://schemas.openxmlformats.org/officeDocument/2006/relationships/image" Target="../media/image297.png"/><Relationship Id="rId332" Type="http://schemas.openxmlformats.org/officeDocument/2006/relationships/customXml" Target="../ink/ink377.xml"/><Relationship Id="rId374" Type="http://schemas.openxmlformats.org/officeDocument/2006/relationships/customXml" Target="../ink/ink398.xml"/><Relationship Id="rId71" Type="http://schemas.openxmlformats.org/officeDocument/2006/relationships/image" Target="../media/image250.png"/><Relationship Id="rId234" Type="http://schemas.openxmlformats.org/officeDocument/2006/relationships/customXml" Target="../ink/ink328.xml"/><Relationship Id="rId2" Type="http://schemas.openxmlformats.org/officeDocument/2006/relationships/customXml" Target="../ink/ink212.xml"/><Relationship Id="rId29" Type="http://schemas.openxmlformats.org/officeDocument/2006/relationships/image" Target="../media/image229.png"/><Relationship Id="rId276" Type="http://schemas.openxmlformats.org/officeDocument/2006/relationships/customXml" Target="../ink/ink349.xml"/><Relationship Id="rId441" Type="http://schemas.openxmlformats.org/officeDocument/2006/relationships/customXml" Target="../ink/ink432.xml"/><Relationship Id="rId483" Type="http://schemas.openxmlformats.org/officeDocument/2006/relationships/image" Target="../media/image454.png"/><Relationship Id="rId40" Type="http://schemas.openxmlformats.org/officeDocument/2006/relationships/customXml" Target="../ink/ink231.xml"/><Relationship Id="rId136" Type="http://schemas.openxmlformats.org/officeDocument/2006/relationships/customXml" Target="../ink/ink279.xml"/><Relationship Id="rId178" Type="http://schemas.openxmlformats.org/officeDocument/2006/relationships/customXml" Target="../ink/ink300.xml"/><Relationship Id="rId301" Type="http://schemas.openxmlformats.org/officeDocument/2006/relationships/image" Target="../media/image364.png"/><Relationship Id="rId343" Type="http://schemas.openxmlformats.org/officeDocument/2006/relationships/image" Target="../media/image385.png"/><Relationship Id="rId82" Type="http://schemas.openxmlformats.org/officeDocument/2006/relationships/customXml" Target="../ink/ink252.xml"/><Relationship Id="rId203" Type="http://schemas.openxmlformats.org/officeDocument/2006/relationships/image" Target="../media/image315.png"/><Relationship Id="rId385" Type="http://schemas.openxmlformats.org/officeDocument/2006/relationships/image" Target="../media/image406.png"/><Relationship Id="rId245" Type="http://schemas.openxmlformats.org/officeDocument/2006/relationships/image" Target="../media/image336.png"/><Relationship Id="rId287" Type="http://schemas.openxmlformats.org/officeDocument/2006/relationships/image" Target="../media/image357.png"/><Relationship Id="rId410" Type="http://schemas.openxmlformats.org/officeDocument/2006/relationships/customXml" Target="../ink/ink416.xml"/><Relationship Id="rId452" Type="http://schemas.openxmlformats.org/officeDocument/2006/relationships/image" Target="../media/image439.png"/><Relationship Id="rId494" Type="http://schemas.openxmlformats.org/officeDocument/2006/relationships/image" Target="../media/image459.png"/><Relationship Id="rId105" Type="http://schemas.openxmlformats.org/officeDocument/2006/relationships/image" Target="../media/image266.png"/><Relationship Id="rId147" Type="http://schemas.openxmlformats.org/officeDocument/2006/relationships/image" Target="../media/image287.png"/><Relationship Id="rId312" Type="http://schemas.openxmlformats.org/officeDocument/2006/relationships/customXml" Target="../ink/ink367.xml"/><Relationship Id="rId354" Type="http://schemas.openxmlformats.org/officeDocument/2006/relationships/customXml" Target="../ink/ink388.xml"/><Relationship Id="rId51" Type="http://schemas.openxmlformats.org/officeDocument/2006/relationships/image" Target="../media/image240.png"/><Relationship Id="rId93" Type="http://schemas.openxmlformats.org/officeDocument/2006/relationships/image" Target="../media/image261.png"/><Relationship Id="rId189" Type="http://schemas.openxmlformats.org/officeDocument/2006/relationships/image" Target="../media/image308.png"/><Relationship Id="rId396" Type="http://schemas.openxmlformats.org/officeDocument/2006/relationships/customXml" Target="../ink/ink409.xml"/><Relationship Id="rId214" Type="http://schemas.openxmlformats.org/officeDocument/2006/relationships/customXml" Target="../ink/ink318.xml"/><Relationship Id="rId256" Type="http://schemas.openxmlformats.org/officeDocument/2006/relationships/customXml" Target="../ink/ink339.xml"/><Relationship Id="rId298" Type="http://schemas.openxmlformats.org/officeDocument/2006/relationships/customXml" Target="../ink/ink360.xml"/><Relationship Id="rId421" Type="http://schemas.openxmlformats.org/officeDocument/2006/relationships/image" Target="../media/image424.png"/><Relationship Id="rId463" Type="http://schemas.openxmlformats.org/officeDocument/2006/relationships/customXml" Target="../ink/ink443.xml"/><Relationship Id="rId116" Type="http://schemas.openxmlformats.org/officeDocument/2006/relationships/customXml" Target="../ink/ink269.xml"/><Relationship Id="rId158" Type="http://schemas.openxmlformats.org/officeDocument/2006/relationships/customXml" Target="../ink/ink290.xml"/><Relationship Id="rId323" Type="http://schemas.openxmlformats.org/officeDocument/2006/relationships/image" Target="../media/image375.png"/><Relationship Id="rId20" Type="http://schemas.openxmlformats.org/officeDocument/2006/relationships/customXml" Target="../ink/ink221.xml"/><Relationship Id="rId62" Type="http://schemas.openxmlformats.org/officeDocument/2006/relationships/customXml" Target="../ink/ink242.xml"/><Relationship Id="rId365" Type="http://schemas.openxmlformats.org/officeDocument/2006/relationships/image" Target="../media/image396.png"/><Relationship Id="rId190" Type="http://schemas.openxmlformats.org/officeDocument/2006/relationships/customXml" Target="../ink/ink306.xml"/><Relationship Id="rId204" Type="http://schemas.openxmlformats.org/officeDocument/2006/relationships/customXml" Target="../ink/ink313.xml"/><Relationship Id="rId225" Type="http://schemas.openxmlformats.org/officeDocument/2006/relationships/image" Target="../media/image326.png"/><Relationship Id="rId246" Type="http://schemas.openxmlformats.org/officeDocument/2006/relationships/customXml" Target="../ink/ink334.xml"/><Relationship Id="rId267" Type="http://schemas.openxmlformats.org/officeDocument/2006/relationships/image" Target="../media/image347.png"/><Relationship Id="rId288" Type="http://schemas.openxmlformats.org/officeDocument/2006/relationships/customXml" Target="../ink/ink355.xml"/><Relationship Id="rId411" Type="http://schemas.openxmlformats.org/officeDocument/2006/relationships/image" Target="../media/image419.png"/><Relationship Id="rId432" Type="http://schemas.openxmlformats.org/officeDocument/2006/relationships/image" Target="../media/image429.png"/><Relationship Id="rId453" Type="http://schemas.openxmlformats.org/officeDocument/2006/relationships/customXml" Target="../ink/ink438.xml"/><Relationship Id="rId474" Type="http://schemas.openxmlformats.org/officeDocument/2006/relationships/customXml" Target="../ink/ink449.xml"/><Relationship Id="rId106" Type="http://schemas.openxmlformats.org/officeDocument/2006/relationships/customXml" Target="../ink/ink264.xml"/><Relationship Id="rId127" Type="http://schemas.openxmlformats.org/officeDocument/2006/relationships/image" Target="../media/image277.png"/><Relationship Id="rId313" Type="http://schemas.openxmlformats.org/officeDocument/2006/relationships/image" Target="../media/image370.png"/><Relationship Id="rId10" Type="http://schemas.openxmlformats.org/officeDocument/2006/relationships/customXml" Target="../ink/ink216.xml"/><Relationship Id="rId31" Type="http://schemas.openxmlformats.org/officeDocument/2006/relationships/image" Target="../media/image230.png"/><Relationship Id="rId52" Type="http://schemas.openxmlformats.org/officeDocument/2006/relationships/customXml" Target="../ink/ink237.xml"/><Relationship Id="rId73" Type="http://schemas.openxmlformats.org/officeDocument/2006/relationships/image" Target="../media/image251.png"/><Relationship Id="rId94" Type="http://schemas.openxmlformats.org/officeDocument/2006/relationships/customXml" Target="../ink/ink258.xml"/><Relationship Id="rId148" Type="http://schemas.openxmlformats.org/officeDocument/2006/relationships/customXml" Target="../ink/ink285.xml"/><Relationship Id="rId169" Type="http://schemas.openxmlformats.org/officeDocument/2006/relationships/image" Target="../media/image298.png"/><Relationship Id="rId334" Type="http://schemas.openxmlformats.org/officeDocument/2006/relationships/customXml" Target="../ink/ink378.xml"/><Relationship Id="rId355" Type="http://schemas.openxmlformats.org/officeDocument/2006/relationships/image" Target="../media/image391.png"/><Relationship Id="rId376" Type="http://schemas.openxmlformats.org/officeDocument/2006/relationships/customXml" Target="../ink/ink399.xml"/><Relationship Id="rId397" Type="http://schemas.openxmlformats.org/officeDocument/2006/relationships/image" Target="../media/image412.png"/><Relationship Id="rId4" Type="http://schemas.openxmlformats.org/officeDocument/2006/relationships/customXml" Target="../ink/ink213.xml"/><Relationship Id="rId180" Type="http://schemas.openxmlformats.org/officeDocument/2006/relationships/customXml" Target="../ink/ink301.xml"/><Relationship Id="rId215" Type="http://schemas.openxmlformats.org/officeDocument/2006/relationships/image" Target="../media/image321.png"/><Relationship Id="rId236" Type="http://schemas.openxmlformats.org/officeDocument/2006/relationships/customXml" Target="../ink/ink329.xml"/><Relationship Id="rId257" Type="http://schemas.openxmlformats.org/officeDocument/2006/relationships/image" Target="../media/image342.png"/><Relationship Id="rId278" Type="http://schemas.openxmlformats.org/officeDocument/2006/relationships/customXml" Target="../ink/ink350.xml"/><Relationship Id="rId401" Type="http://schemas.openxmlformats.org/officeDocument/2006/relationships/image" Target="../media/image414.png"/><Relationship Id="rId422" Type="http://schemas.openxmlformats.org/officeDocument/2006/relationships/customXml" Target="../ink/ink422.xml"/><Relationship Id="rId443" Type="http://schemas.openxmlformats.org/officeDocument/2006/relationships/customXml" Target="../ink/ink433.xml"/><Relationship Id="rId464" Type="http://schemas.openxmlformats.org/officeDocument/2006/relationships/customXml" Target="../ink/ink444.xml"/><Relationship Id="rId303" Type="http://schemas.openxmlformats.org/officeDocument/2006/relationships/image" Target="../media/image365.png"/><Relationship Id="rId485" Type="http://schemas.openxmlformats.org/officeDocument/2006/relationships/image" Target="../media/image455.png"/><Relationship Id="rId42" Type="http://schemas.openxmlformats.org/officeDocument/2006/relationships/customXml" Target="../ink/ink232.xml"/><Relationship Id="rId84" Type="http://schemas.openxmlformats.org/officeDocument/2006/relationships/customXml" Target="../ink/ink253.xml"/><Relationship Id="rId138" Type="http://schemas.openxmlformats.org/officeDocument/2006/relationships/customXml" Target="../ink/ink280.xml"/><Relationship Id="rId345" Type="http://schemas.openxmlformats.org/officeDocument/2006/relationships/image" Target="../media/image386.png"/><Relationship Id="rId387" Type="http://schemas.openxmlformats.org/officeDocument/2006/relationships/image" Target="../media/image407.png"/><Relationship Id="rId191" Type="http://schemas.openxmlformats.org/officeDocument/2006/relationships/image" Target="../media/image309.png"/><Relationship Id="rId205" Type="http://schemas.openxmlformats.org/officeDocument/2006/relationships/image" Target="../media/image316.png"/><Relationship Id="rId247" Type="http://schemas.openxmlformats.org/officeDocument/2006/relationships/image" Target="../media/image337.png"/><Relationship Id="rId412" Type="http://schemas.openxmlformats.org/officeDocument/2006/relationships/customXml" Target="../ink/ink417.xml"/><Relationship Id="rId107" Type="http://schemas.openxmlformats.org/officeDocument/2006/relationships/image" Target="../media/image267.png"/><Relationship Id="rId289" Type="http://schemas.openxmlformats.org/officeDocument/2006/relationships/image" Target="../media/image358.png"/><Relationship Id="rId454" Type="http://schemas.openxmlformats.org/officeDocument/2006/relationships/image" Target="../media/image440.png"/><Relationship Id="rId11" Type="http://schemas.openxmlformats.org/officeDocument/2006/relationships/image" Target="../media/image220.png"/><Relationship Id="rId53" Type="http://schemas.openxmlformats.org/officeDocument/2006/relationships/image" Target="../media/image241.png"/><Relationship Id="rId149" Type="http://schemas.openxmlformats.org/officeDocument/2006/relationships/image" Target="../media/image288.png"/><Relationship Id="rId314" Type="http://schemas.openxmlformats.org/officeDocument/2006/relationships/customXml" Target="../ink/ink368.xml"/><Relationship Id="rId356" Type="http://schemas.openxmlformats.org/officeDocument/2006/relationships/customXml" Target="../ink/ink389.xml"/><Relationship Id="rId398" Type="http://schemas.openxmlformats.org/officeDocument/2006/relationships/customXml" Target="../ink/ink410.xml"/><Relationship Id="rId95" Type="http://schemas.openxmlformats.org/officeDocument/2006/relationships/image" Target="../media/image262.png"/><Relationship Id="rId160" Type="http://schemas.openxmlformats.org/officeDocument/2006/relationships/customXml" Target="../ink/ink291.xml"/><Relationship Id="rId216" Type="http://schemas.openxmlformats.org/officeDocument/2006/relationships/customXml" Target="../ink/ink319.xml"/><Relationship Id="rId423" Type="http://schemas.openxmlformats.org/officeDocument/2006/relationships/customXml" Target="../ink/ink423.xml"/><Relationship Id="rId258" Type="http://schemas.openxmlformats.org/officeDocument/2006/relationships/customXml" Target="../ink/ink340.xml"/><Relationship Id="rId465" Type="http://schemas.openxmlformats.org/officeDocument/2006/relationships/image" Target="../media/image445.png"/><Relationship Id="rId22" Type="http://schemas.openxmlformats.org/officeDocument/2006/relationships/customXml" Target="../ink/ink222.xml"/><Relationship Id="rId64" Type="http://schemas.openxmlformats.org/officeDocument/2006/relationships/customXml" Target="../ink/ink243.xml"/><Relationship Id="rId118" Type="http://schemas.openxmlformats.org/officeDocument/2006/relationships/customXml" Target="../ink/ink270.xml"/><Relationship Id="rId325" Type="http://schemas.openxmlformats.org/officeDocument/2006/relationships/image" Target="../media/image376.png"/><Relationship Id="rId367" Type="http://schemas.openxmlformats.org/officeDocument/2006/relationships/image" Target="../media/image397.png"/><Relationship Id="rId171" Type="http://schemas.openxmlformats.org/officeDocument/2006/relationships/image" Target="../media/image299.png"/><Relationship Id="rId227" Type="http://schemas.openxmlformats.org/officeDocument/2006/relationships/image" Target="../media/image327.png"/><Relationship Id="rId269" Type="http://schemas.openxmlformats.org/officeDocument/2006/relationships/image" Target="../media/image348.png"/><Relationship Id="rId434" Type="http://schemas.openxmlformats.org/officeDocument/2006/relationships/image" Target="../media/image430.png"/><Relationship Id="rId476" Type="http://schemas.openxmlformats.org/officeDocument/2006/relationships/customXml" Target="../ink/ink450.xml"/><Relationship Id="rId33" Type="http://schemas.openxmlformats.org/officeDocument/2006/relationships/image" Target="../media/image231.png"/><Relationship Id="rId129" Type="http://schemas.openxmlformats.org/officeDocument/2006/relationships/image" Target="../media/image278.png"/><Relationship Id="rId280" Type="http://schemas.openxmlformats.org/officeDocument/2006/relationships/customXml" Target="../ink/ink351.xml"/><Relationship Id="rId336" Type="http://schemas.openxmlformats.org/officeDocument/2006/relationships/customXml" Target="../ink/ink379.xml"/><Relationship Id="rId75" Type="http://schemas.openxmlformats.org/officeDocument/2006/relationships/image" Target="../media/image252.png"/><Relationship Id="rId140" Type="http://schemas.openxmlformats.org/officeDocument/2006/relationships/customXml" Target="../ink/ink281.xml"/><Relationship Id="rId182" Type="http://schemas.openxmlformats.org/officeDocument/2006/relationships/customXml" Target="../ink/ink302.xml"/><Relationship Id="rId378" Type="http://schemas.openxmlformats.org/officeDocument/2006/relationships/customXml" Target="../ink/ink400.xml"/><Relationship Id="rId403" Type="http://schemas.openxmlformats.org/officeDocument/2006/relationships/image" Target="../media/image415.png"/><Relationship Id="rId6" Type="http://schemas.openxmlformats.org/officeDocument/2006/relationships/customXml" Target="../ink/ink214.xml"/><Relationship Id="rId238" Type="http://schemas.openxmlformats.org/officeDocument/2006/relationships/customXml" Target="../ink/ink330.xml"/><Relationship Id="rId445" Type="http://schemas.openxmlformats.org/officeDocument/2006/relationships/customXml" Target="../ink/ink434.xml"/><Relationship Id="rId487" Type="http://schemas.openxmlformats.org/officeDocument/2006/relationships/customXml" Target="../ink/ink456.xml"/><Relationship Id="rId291" Type="http://schemas.openxmlformats.org/officeDocument/2006/relationships/image" Target="../media/image359.png"/><Relationship Id="rId305" Type="http://schemas.openxmlformats.org/officeDocument/2006/relationships/image" Target="../media/image366.png"/><Relationship Id="rId347" Type="http://schemas.openxmlformats.org/officeDocument/2006/relationships/image" Target="../media/image387.png"/><Relationship Id="rId44" Type="http://schemas.openxmlformats.org/officeDocument/2006/relationships/customXml" Target="../ink/ink233.xml"/><Relationship Id="rId86" Type="http://schemas.openxmlformats.org/officeDocument/2006/relationships/customXml" Target="../ink/ink254.xml"/><Relationship Id="rId151" Type="http://schemas.openxmlformats.org/officeDocument/2006/relationships/image" Target="../media/image289.png"/><Relationship Id="rId389" Type="http://schemas.openxmlformats.org/officeDocument/2006/relationships/image" Target="../media/image408.png"/><Relationship Id="rId193" Type="http://schemas.openxmlformats.org/officeDocument/2006/relationships/image" Target="../media/image310.png"/><Relationship Id="rId207" Type="http://schemas.openxmlformats.org/officeDocument/2006/relationships/image" Target="../media/image317.png"/><Relationship Id="rId249" Type="http://schemas.openxmlformats.org/officeDocument/2006/relationships/image" Target="../media/image338.png"/><Relationship Id="rId414" Type="http://schemas.openxmlformats.org/officeDocument/2006/relationships/customXml" Target="../ink/ink418.xml"/><Relationship Id="rId456" Type="http://schemas.openxmlformats.org/officeDocument/2006/relationships/image" Target="../media/image441.png"/><Relationship Id="rId13" Type="http://schemas.openxmlformats.org/officeDocument/2006/relationships/image" Target="../media/image221.png"/><Relationship Id="rId109" Type="http://schemas.openxmlformats.org/officeDocument/2006/relationships/image" Target="../media/image268.png"/><Relationship Id="rId260" Type="http://schemas.openxmlformats.org/officeDocument/2006/relationships/customXml" Target="../ink/ink341.xml"/><Relationship Id="rId316" Type="http://schemas.openxmlformats.org/officeDocument/2006/relationships/customXml" Target="../ink/ink369.xml"/><Relationship Id="rId55" Type="http://schemas.openxmlformats.org/officeDocument/2006/relationships/image" Target="../media/image242.png"/><Relationship Id="rId97" Type="http://schemas.openxmlformats.org/officeDocument/2006/relationships/image" Target="../media/image263.png"/><Relationship Id="rId120" Type="http://schemas.openxmlformats.org/officeDocument/2006/relationships/customXml" Target="../ink/ink271.xml"/><Relationship Id="rId358" Type="http://schemas.openxmlformats.org/officeDocument/2006/relationships/customXml" Target="../ink/ink390.xml"/><Relationship Id="rId162" Type="http://schemas.openxmlformats.org/officeDocument/2006/relationships/customXml" Target="../ink/ink292.xml"/><Relationship Id="rId218" Type="http://schemas.openxmlformats.org/officeDocument/2006/relationships/customXml" Target="../ink/ink320.xml"/><Relationship Id="rId425" Type="http://schemas.openxmlformats.org/officeDocument/2006/relationships/customXml" Target="../ink/ink424.xml"/><Relationship Id="rId467" Type="http://schemas.openxmlformats.org/officeDocument/2006/relationships/image" Target="../media/image446.png"/><Relationship Id="rId271" Type="http://schemas.openxmlformats.org/officeDocument/2006/relationships/image" Target="../media/image349.png"/><Relationship Id="rId24" Type="http://schemas.openxmlformats.org/officeDocument/2006/relationships/customXml" Target="../ink/ink223.xml"/><Relationship Id="rId66" Type="http://schemas.openxmlformats.org/officeDocument/2006/relationships/customXml" Target="../ink/ink244.xml"/><Relationship Id="rId131" Type="http://schemas.openxmlformats.org/officeDocument/2006/relationships/image" Target="../media/image279.png"/><Relationship Id="rId327" Type="http://schemas.openxmlformats.org/officeDocument/2006/relationships/image" Target="../media/image377.png"/><Relationship Id="rId369" Type="http://schemas.openxmlformats.org/officeDocument/2006/relationships/image" Target="../media/image398.png"/><Relationship Id="rId173" Type="http://schemas.openxmlformats.org/officeDocument/2006/relationships/image" Target="../media/image300.png"/><Relationship Id="rId229" Type="http://schemas.openxmlformats.org/officeDocument/2006/relationships/image" Target="../media/image328.png"/><Relationship Id="rId380" Type="http://schemas.openxmlformats.org/officeDocument/2006/relationships/customXml" Target="../ink/ink401.xml"/><Relationship Id="rId436" Type="http://schemas.openxmlformats.org/officeDocument/2006/relationships/image" Target="../media/image431.png"/><Relationship Id="rId240" Type="http://schemas.openxmlformats.org/officeDocument/2006/relationships/customXml" Target="../ink/ink331.xml"/><Relationship Id="rId478" Type="http://schemas.openxmlformats.org/officeDocument/2006/relationships/customXml" Target="../ink/ink451.xml"/><Relationship Id="rId35" Type="http://schemas.openxmlformats.org/officeDocument/2006/relationships/image" Target="../media/image232.png"/><Relationship Id="rId77" Type="http://schemas.openxmlformats.org/officeDocument/2006/relationships/image" Target="../media/image253.png"/><Relationship Id="rId100" Type="http://schemas.openxmlformats.org/officeDocument/2006/relationships/customXml" Target="../ink/ink261.xml"/><Relationship Id="rId282" Type="http://schemas.openxmlformats.org/officeDocument/2006/relationships/customXml" Target="../ink/ink352.xml"/><Relationship Id="rId338" Type="http://schemas.openxmlformats.org/officeDocument/2006/relationships/customXml" Target="../ink/ink380.xml"/><Relationship Id="rId8" Type="http://schemas.openxmlformats.org/officeDocument/2006/relationships/customXml" Target="../ink/ink215.xml"/><Relationship Id="rId142" Type="http://schemas.openxmlformats.org/officeDocument/2006/relationships/customXml" Target="../ink/ink282.xml"/><Relationship Id="rId184" Type="http://schemas.openxmlformats.org/officeDocument/2006/relationships/customXml" Target="../ink/ink303.xml"/><Relationship Id="rId391" Type="http://schemas.openxmlformats.org/officeDocument/2006/relationships/image" Target="../media/image409.png"/><Relationship Id="rId405" Type="http://schemas.openxmlformats.org/officeDocument/2006/relationships/image" Target="../media/image416.png"/><Relationship Id="rId447" Type="http://schemas.openxmlformats.org/officeDocument/2006/relationships/customXml" Target="../ink/ink435.xml"/><Relationship Id="rId251" Type="http://schemas.openxmlformats.org/officeDocument/2006/relationships/image" Target="../media/image339.png"/><Relationship Id="rId489" Type="http://schemas.openxmlformats.org/officeDocument/2006/relationships/customXml" Target="../ink/ink457.xml"/><Relationship Id="rId46" Type="http://schemas.openxmlformats.org/officeDocument/2006/relationships/customXml" Target="../ink/ink234.xml"/><Relationship Id="rId293" Type="http://schemas.openxmlformats.org/officeDocument/2006/relationships/image" Target="../media/image360.png"/><Relationship Id="rId307" Type="http://schemas.openxmlformats.org/officeDocument/2006/relationships/image" Target="../media/image367.png"/><Relationship Id="rId349" Type="http://schemas.openxmlformats.org/officeDocument/2006/relationships/image" Target="../media/image388.png"/><Relationship Id="rId88" Type="http://schemas.openxmlformats.org/officeDocument/2006/relationships/customXml" Target="../ink/ink255.xml"/><Relationship Id="rId111" Type="http://schemas.openxmlformats.org/officeDocument/2006/relationships/image" Target="../media/image269.png"/><Relationship Id="rId153" Type="http://schemas.openxmlformats.org/officeDocument/2006/relationships/image" Target="../media/image290.png"/><Relationship Id="rId195" Type="http://schemas.openxmlformats.org/officeDocument/2006/relationships/image" Target="../media/image311.png"/><Relationship Id="rId209" Type="http://schemas.openxmlformats.org/officeDocument/2006/relationships/image" Target="../media/image318.png"/><Relationship Id="rId360" Type="http://schemas.openxmlformats.org/officeDocument/2006/relationships/customXml" Target="../ink/ink391.xml"/><Relationship Id="rId416" Type="http://schemas.openxmlformats.org/officeDocument/2006/relationships/customXml" Target="../ink/ink419.xml"/><Relationship Id="rId220" Type="http://schemas.openxmlformats.org/officeDocument/2006/relationships/customXml" Target="../ink/ink321.xml"/><Relationship Id="rId458" Type="http://schemas.openxmlformats.org/officeDocument/2006/relationships/image" Target="../media/image442.png"/><Relationship Id="rId15" Type="http://schemas.openxmlformats.org/officeDocument/2006/relationships/image" Target="../media/image222.png"/><Relationship Id="rId57" Type="http://schemas.openxmlformats.org/officeDocument/2006/relationships/image" Target="../media/image243.png"/><Relationship Id="rId262" Type="http://schemas.openxmlformats.org/officeDocument/2006/relationships/customXml" Target="../ink/ink342.xml"/><Relationship Id="rId318" Type="http://schemas.openxmlformats.org/officeDocument/2006/relationships/customXml" Target="../ink/ink370.xml"/><Relationship Id="rId99" Type="http://schemas.openxmlformats.org/officeDocument/2006/relationships/image" Target="../media/image264.png"/><Relationship Id="rId122" Type="http://schemas.openxmlformats.org/officeDocument/2006/relationships/customXml" Target="../ink/ink272.xml"/><Relationship Id="rId164" Type="http://schemas.openxmlformats.org/officeDocument/2006/relationships/customXml" Target="../ink/ink293.xml"/><Relationship Id="rId371" Type="http://schemas.openxmlformats.org/officeDocument/2006/relationships/image" Target="../media/image399.png"/><Relationship Id="rId427" Type="http://schemas.openxmlformats.org/officeDocument/2006/relationships/customXml" Target="../ink/ink425.xml"/><Relationship Id="rId469" Type="http://schemas.openxmlformats.org/officeDocument/2006/relationships/image" Target="../media/image447.png"/><Relationship Id="rId26" Type="http://schemas.openxmlformats.org/officeDocument/2006/relationships/customXml" Target="../ink/ink224.xml"/><Relationship Id="rId231" Type="http://schemas.openxmlformats.org/officeDocument/2006/relationships/image" Target="../media/image329.png"/><Relationship Id="rId273" Type="http://schemas.openxmlformats.org/officeDocument/2006/relationships/image" Target="../media/image350.png"/><Relationship Id="rId329" Type="http://schemas.openxmlformats.org/officeDocument/2006/relationships/image" Target="../media/image378.png"/><Relationship Id="rId480" Type="http://schemas.openxmlformats.org/officeDocument/2006/relationships/customXml" Target="../ink/ink452.xml"/><Relationship Id="rId68" Type="http://schemas.openxmlformats.org/officeDocument/2006/relationships/customXml" Target="../ink/ink245.xml"/><Relationship Id="rId133" Type="http://schemas.openxmlformats.org/officeDocument/2006/relationships/image" Target="../media/image280.png"/><Relationship Id="rId175" Type="http://schemas.openxmlformats.org/officeDocument/2006/relationships/image" Target="../media/image301.png"/><Relationship Id="rId340" Type="http://schemas.openxmlformats.org/officeDocument/2006/relationships/customXml" Target="../ink/ink381.xml"/><Relationship Id="rId200" Type="http://schemas.openxmlformats.org/officeDocument/2006/relationships/customXml" Target="../ink/ink311.xml"/><Relationship Id="rId382" Type="http://schemas.openxmlformats.org/officeDocument/2006/relationships/customXml" Target="../ink/ink402.xml"/><Relationship Id="rId438" Type="http://schemas.openxmlformats.org/officeDocument/2006/relationships/image" Target="../media/image432.png"/><Relationship Id="rId242" Type="http://schemas.openxmlformats.org/officeDocument/2006/relationships/customXml" Target="../ink/ink332.xml"/><Relationship Id="rId284" Type="http://schemas.openxmlformats.org/officeDocument/2006/relationships/customXml" Target="../ink/ink353.xml"/><Relationship Id="rId491" Type="http://schemas.openxmlformats.org/officeDocument/2006/relationships/customXml" Target="../ink/ink458.xml"/><Relationship Id="rId37" Type="http://schemas.openxmlformats.org/officeDocument/2006/relationships/image" Target="../media/image233.png"/><Relationship Id="rId79" Type="http://schemas.openxmlformats.org/officeDocument/2006/relationships/image" Target="../media/image254.png"/><Relationship Id="rId102" Type="http://schemas.openxmlformats.org/officeDocument/2006/relationships/customXml" Target="../ink/ink262.xml"/><Relationship Id="rId144" Type="http://schemas.openxmlformats.org/officeDocument/2006/relationships/customXml" Target="../ink/ink283.xml"/><Relationship Id="rId90" Type="http://schemas.openxmlformats.org/officeDocument/2006/relationships/customXml" Target="../ink/ink256.xml"/><Relationship Id="rId186" Type="http://schemas.openxmlformats.org/officeDocument/2006/relationships/customXml" Target="../ink/ink304.xml"/><Relationship Id="rId351" Type="http://schemas.openxmlformats.org/officeDocument/2006/relationships/image" Target="../media/image389.png"/><Relationship Id="rId393" Type="http://schemas.openxmlformats.org/officeDocument/2006/relationships/image" Target="../media/image410.png"/><Relationship Id="rId407" Type="http://schemas.openxmlformats.org/officeDocument/2006/relationships/image" Target="../media/image417.png"/><Relationship Id="rId449" Type="http://schemas.openxmlformats.org/officeDocument/2006/relationships/customXml" Target="../ink/ink436.xml"/><Relationship Id="rId211" Type="http://schemas.openxmlformats.org/officeDocument/2006/relationships/image" Target="../media/image319.png"/><Relationship Id="rId253" Type="http://schemas.openxmlformats.org/officeDocument/2006/relationships/image" Target="../media/image340.png"/><Relationship Id="rId295" Type="http://schemas.openxmlformats.org/officeDocument/2006/relationships/image" Target="../media/image361.png"/><Relationship Id="rId309" Type="http://schemas.openxmlformats.org/officeDocument/2006/relationships/image" Target="../media/image368.png"/><Relationship Id="rId460" Type="http://schemas.openxmlformats.org/officeDocument/2006/relationships/image" Target="../media/image443.png"/><Relationship Id="rId48" Type="http://schemas.openxmlformats.org/officeDocument/2006/relationships/customXml" Target="../ink/ink235.xml"/><Relationship Id="rId113" Type="http://schemas.openxmlformats.org/officeDocument/2006/relationships/image" Target="../media/image270.png"/><Relationship Id="rId320" Type="http://schemas.openxmlformats.org/officeDocument/2006/relationships/customXml" Target="../ink/ink371.xml"/><Relationship Id="rId155" Type="http://schemas.openxmlformats.org/officeDocument/2006/relationships/image" Target="../media/image291.png"/><Relationship Id="rId197" Type="http://schemas.openxmlformats.org/officeDocument/2006/relationships/image" Target="../media/image312.png"/><Relationship Id="rId362" Type="http://schemas.openxmlformats.org/officeDocument/2006/relationships/customXml" Target="../ink/ink392.xml"/><Relationship Id="rId418" Type="http://schemas.openxmlformats.org/officeDocument/2006/relationships/customXml" Target="../ink/ink420.xml"/><Relationship Id="rId222" Type="http://schemas.openxmlformats.org/officeDocument/2006/relationships/customXml" Target="../ink/ink322.xml"/><Relationship Id="rId264" Type="http://schemas.openxmlformats.org/officeDocument/2006/relationships/customXml" Target="../ink/ink343.xml"/><Relationship Id="rId471" Type="http://schemas.openxmlformats.org/officeDocument/2006/relationships/image" Target="../media/image448.png"/><Relationship Id="rId17" Type="http://schemas.openxmlformats.org/officeDocument/2006/relationships/image" Target="../media/image223.png"/><Relationship Id="rId59" Type="http://schemas.openxmlformats.org/officeDocument/2006/relationships/image" Target="../media/image244.png"/><Relationship Id="rId124" Type="http://schemas.openxmlformats.org/officeDocument/2006/relationships/customXml" Target="../ink/ink273.xml"/><Relationship Id="rId70" Type="http://schemas.openxmlformats.org/officeDocument/2006/relationships/customXml" Target="../ink/ink246.xml"/><Relationship Id="rId166" Type="http://schemas.openxmlformats.org/officeDocument/2006/relationships/customXml" Target="../ink/ink294.xml"/><Relationship Id="rId331" Type="http://schemas.openxmlformats.org/officeDocument/2006/relationships/image" Target="../media/image379.png"/><Relationship Id="rId373" Type="http://schemas.openxmlformats.org/officeDocument/2006/relationships/image" Target="../media/image400.png"/><Relationship Id="rId429" Type="http://schemas.openxmlformats.org/officeDocument/2006/relationships/customXml" Target="../ink/ink426.xml"/><Relationship Id="rId1" Type="http://schemas.openxmlformats.org/officeDocument/2006/relationships/slideLayout" Target="../slideLayouts/slideLayout2.xml"/><Relationship Id="rId233" Type="http://schemas.openxmlformats.org/officeDocument/2006/relationships/image" Target="../media/image330.png"/><Relationship Id="rId440" Type="http://schemas.openxmlformats.org/officeDocument/2006/relationships/image" Target="../media/image433.png"/><Relationship Id="rId28" Type="http://schemas.openxmlformats.org/officeDocument/2006/relationships/customXml" Target="../ink/ink225.xml"/><Relationship Id="rId275" Type="http://schemas.openxmlformats.org/officeDocument/2006/relationships/image" Target="../media/image351.png"/><Relationship Id="rId300" Type="http://schemas.openxmlformats.org/officeDocument/2006/relationships/customXml" Target="../ink/ink361.xml"/><Relationship Id="rId482" Type="http://schemas.openxmlformats.org/officeDocument/2006/relationships/customXml" Target="../ink/ink453.xml"/><Relationship Id="rId81" Type="http://schemas.openxmlformats.org/officeDocument/2006/relationships/image" Target="../media/image255.png"/><Relationship Id="rId135" Type="http://schemas.openxmlformats.org/officeDocument/2006/relationships/image" Target="../media/image281.png"/><Relationship Id="rId177" Type="http://schemas.openxmlformats.org/officeDocument/2006/relationships/image" Target="../media/image302.png"/><Relationship Id="rId342" Type="http://schemas.openxmlformats.org/officeDocument/2006/relationships/customXml" Target="../ink/ink382.xml"/><Relationship Id="rId384" Type="http://schemas.openxmlformats.org/officeDocument/2006/relationships/customXml" Target="../ink/ink403.xml"/><Relationship Id="rId202" Type="http://schemas.openxmlformats.org/officeDocument/2006/relationships/customXml" Target="../ink/ink312.xml"/><Relationship Id="rId244" Type="http://schemas.openxmlformats.org/officeDocument/2006/relationships/customXml" Target="../ink/ink333.xml"/><Relationship Id="rId39" Type="http://schemas.openxmlformats.org/officeDocument/2006/relationships/image" Target="../media/image234.png"/><Relationship Id="rId286" Type="http://schemas.openxmlformats.org/officeDocument/2006/relationships/customXml" Target="../ink/ink354.xml"/><Relationship Id="rId451" Type="http://schemas.openxmlformats.org/officeDocument/2006/relationships/customXml" Target="../ink/ink437.xml"/><Relationship Id="rId493" Type="http://schemas.openxmlformats.org/officeDocument/2006/relationships/customXml" Target="../ink/ink459.xml"/><Relationship Id="rId50" Type="http://schemas.openxmlformats.org/officeDocument/2006/relationships/customXml" Target="../ink/ink236.xml"/><Relationship Id="rId104" Type="http://schemas.openxmlformats.org/officeDocument/2006/relationships/customXml" Target="../ink/ink263.xml"/><Relationship Id="rId146" Type="http://schemas.openxmlformats.org/officeDocument/2006/relationships/customXml" Target="../ink/ink284.xml"/><Relationship Id="rId188" Type="http://schemas.openxmlformats.org/officeDocument/2006/relationships/customXml" Target="../ink/ink305.xml"/><Relationship Id="rId311" Type="http://schemas.openxmlformats.org/officeDocument/2006/relationships/image" Target="../media/image369.png"/><Relationship Id="rId353" Type="http://schemas.openxmlformats.org/officeDocument/2006/relationships/image" Target="../media/image390.png"/><Relationship Id="rId395" Type="http://schemas.openxmlformats.org/officeDocument/2006/relationships/image" Target="../media/image411.png"/><Relationship Id="rId409" Type="http://schemas.openxmlformats.org/officeDocument/2006/relationships/image" Target="../media/image418.png"/><Relationship Id="rId92" Type="http://schemas.openxmlformats.org/officeDocument/2006/relationships/customXml" Target="../ink/ink257.xml"/><Relationship Id="rId213" Type="http://schemas.openxmlformats.org/officeDocument/2006/relationships/image" Target="../media/image320.png"/><Relationship Id="rId420" Type="http://schemas.openxmlformats.org/officeDocument/2006/relationships/customXml" Target="../ink/ink421.xml"/><Relationship Id="rId255" Type="http://schemas.openxmlformats.org/officeDocument/2006/relationships/image" Target="../media/image341.png"/><Relationship Id="rId297" Type="http://schemas.openxmlformats.org/officeDocument/2006/relationships/image" Target="../media/image362.png"/><Relationship Id="rId462" Type="http://schemas.openxmlformats.org/officeDocument/2006/relationships/image" Target="../media/image444.png"/><Relationship Id="rId115" Type="http://schemas.openxmlformats.org/officeDocument/2006/relationships/image" Target="../media/image271.png"/><Relationship Id="rId157" Type="http://schemas.openxmlformats.org/officeDocument/2006/relationships/image" Target="../media/image292.png"/><Relationship Id="rId322" Type="http://schemas.openxmlformats.org/officeDocument/2006/relationships/customXml" Target="../ink/ink372.xml"/><Relationship Id="rId364" Type="http://schemas.openxmlformats.org/officeDocument/2006/relationships/customXml" Target="../ink/ink393.xml"/><Relationship Id="rId61" Type="http://schemas.openxmlformats.org/officeDocument/2006/relationships/image" Target="../media/image245.png"/><Relationship Id="rId199" Type="http://schemas.openxmlformats.org/officeDocument/2006/relationships/image" Target="../media/image313.png"/><Relationship Id="rId19" Type="http://schemas.openxmlformats.org/officeDocument/2006/relationships/image" Target="../media/image224.png"/><Relationship Id="rId224" Type="http://schemas.openxmlformats.org/officeDocument/2006/relationships/customXml" Target="../ink/ink323.xml"/><Relationship Id="rId266" Type="http://schemas.openxmlformats.org/officeDocument/2006/relationships/customXml" Target="../ink/ink344.xml"/><Relationship Id="rId431" Type="http://schemas.openxmlformats.org/officeDocument/2006/relationships/customXml" Target="../ink/ink427.xml"/><Relationship Id="rId473" Type="http://schemas.openxmlformats.org/officeDocument/2006/relationships/image" Target="../media/image449.png"/><Relationship Id="rId30" Type="http://schemas.openxmlformats.org/officeDocument/2006/relationships/customXml" Target="../ink/ink226.xml"/><Relationship Id="rId126" Type="http://schemas.openxmlformats.org/officeDocument/2006/relationships/customXml" Target="../ink/ink274.xml"/><Relationship Id="rId168" Type="http://schemas.openxmlformats.org/officeDocument/2006/relationships/customXml" Target="../ink/ink295.xml"/><Relationship Id="rId333" Type="http://schemas.openxmlformats.org/officeDocument/2006/relationships/image" Target="../media/image380.png"/><Relationship Id="rId72" Type="http://schemas.openxmlformats.org/officeDocument/2006/relationships/customXml" Target="../ink/ink247.xml"/><Relationship Id="rId375" Type="http://schemas.openxmlformats.org/officeDocument/2006/relationships/image" Target="../media/image401.png"/><Relationship Id="rId3" Type="http://schemas.openxmlformats.org/officeDocument/2006/relationships/image" Target="../media/image216.png"/><Relationship Id="rId235" Type="http://schemas.openxmlformats.org/officeDocument/2006/relationships/image" Target="../media/image331.png"/><Relationship Id="rId277" Type="http://schemas.openxmlformats.org/officeDocument/2006/relationships/image" Target="../media/image352.png"/><Relationship Id="rId400" Type="http://schemas.openxmlformats.org/officeDocument/2006/relationships/customXml" Target="../ink/ink411.xml"/><Relationship Id="rId442" Type="http://schemas.openxmlformats.org/officeDocument/2006/relationships/image" Target="../media/image434.png"/><Relationship Id="rId484" Type="http://schemas.openxmlformats.org/officeDocument/2006/relationships/customXml" Target="../ink/ink454.xml"/><Relationship Id="rId137" Type="http://schemas.openxmlformats.org/officeDocument/2006/relationships/image" Target="../media/image282.png"/><Relationship Id="rId302" Type="http://schemas.openxmlformats.org/officeDocument/2006/relationships/customXml" Target="../ink/ink362.xml"/><Relationship Id="rId344" Type="http://schemas.openxmlformats.org/officeDocument/2006/relationships/customXml" Target="../ink/ink383.xml"/><Relationship Id="rId41" Type="http://schemas.openxmlformats.org/officeDocument/2006/relationships/image" Target="../media/image235.png"/><Relationship Id="rId83" Type="http://schemas.openxmlformats.org/officeDocument/2006/relationships/image" Target="../media/image256.png"/><Relationship Id="rId179" Type="http://schemas.openxmlformats.org/officeDocument/2006/relationships/image" Target="../media/image303.png"/><Relationship Id="rId386" Type="http://schemas.openxmlformats.org/officeDocument/2006/relationships/customXml" Target="../ink/ink404.xml"/></Relationships>
</file>

<file path=ppt/slides/_rels/slide9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16.png"/><Relationship Id="rId671" Type="http://schemas.openxmlformats.org/officeDocument/2006/relationships/image" Target="../media/image792.png"/><Relationship Id="rId769" Type="http://schemas.openxmlformats.org/officeDocument/2006/relationships/image" Target="../media/image841.png"/><Relationship Id="rId21" Type="http://schemas.openxmlformats.org/officeDocument/2006/relationships/image" Target="../media/image468.png"/><Relationship Id="rId324" Type="http://schemas.openxmlformats.org/officeDocument/2006/relationships/customXml" Target="../ink/ink621.xml"/><Relationship Id="rId531" Type="http://schemas.openxmlformats.org/officeDocument/2006/relationships/customXml" Target="../ink/ink725.xml"/><Relationship Id="rId629" Type="http://schemas.openxmlformats.org/officeDocument/2006/relationships/image" Target="../media/image771.png"/><Relationship Id="rId170" Type="http://schemas.openxmlformats.org/officeDocument/2006/relationships/customXml" Target="../ink/ink544.xml"/><Relationship Id="rId268" Type="http://schemas.openxmlformats.org/officeDocument/2006/relationships/customXml" Target="../ink/ink593.xml"/><Relationship Id="rId475" Type="http://schemas.openxmlformats.org/officeDocument/2006/relationships/customXml" Target="../ink/ink697.xml"/><Relationship Id="rId682" Type="http://schemas.openxmlformats.org/officeDocument/2006/relationships/customXml" Target="../ink/ink801.xml"/><Relationship Id="rId32" Type="http://schemas.openxmlformats.org/officeDocument/2006/relationships/customXml" Target="../ink/ink475.xml"/><Relationship Id="rId128" Type="http://schemas.openxmlformats.org/officeDocument/2006/relationships/customXml" Target="../ink/ink523.xml"/><Relationship Id="rId335" Type="http://schemas.openxmlformats.org/officeDocument/2006/relationships/image" Target="../media/image625.png"/><Relationship Id="rId542" Type="http://schemas.openxmlformats.org/officeDocument/2006/relationships/image" Target="../media/image728.png"/><Relationship Id="rId181" Type="http://schemas.openxmlformats.org/officeDocument/2006/relationships/image" Target="../media/image548.png"/><Relationship Id="rId402" Type="http://schemas.openxmlformats.org/officeDocument/2006/relationships/image" Target="../media/image658.png"/><Relationship Id="rId279" Type="http://schemas.openxmlformats.org/officeDocument/2006/relationships/image" Target="../media/image597.png"/><Relationship Id="rId486" Type="http://schemas.openxmlformats.org/officeDocument/2006/relationships/image" Target="../media/image700.png"/><Relationship Id="rId693" Type="http://schemas.openxmlformats.org/officeDocument/2006/relationships/image" Target="../media/image803.png"/><Relationship Id="rId707" Type="http://schemas.openxmlformats.org/officeDocument/2006/relationships/image" Target="../media/image810.png"/><Relationship Id="rId43" Type="http://schemas.openxmlformats.org/officeDocument/2006/relationships/image" Target="../media/image479.png"/><Relationship Id="rId139" Type="http://schemas.openxmlformats.org/officeDocument/2006/relationships/image" Target="../media/image527.png"/><Relationship Id="rId346" Type="http://schemas.openxmlformats.org/officeDocument/2006/relationships/customXml" Target="../ink/ink632.xml"/><Relationship Id="rId553" Type="http://schemas.openxmlformats.org/officeDocument/2006/relationships/image" Target="../media/image733.png"/><Relationship Id="rId760" Type="http://schemas.openxmlformats.org/officeDocument/2006/relationships/customXml" Target="../ink/ink840.xml"/><Relationship Id="rId192" Type="http://schemas.openxmlformats.org/officeDocument/2006/relationships/customXml" Target="../ink/ink555.xml"/><Relationship Id="rId206" Type="http://schemas.openxmlformats.org/officeDocument/2006/relationships/customXml" Target="../ink/ink562.xml"/><Relationship Id="rId413" Type="http://schemas.openxmlformats.org/officeDocument/2006/relationships/customXml" Target="../ink/ink666.xml"/><Relationship Id="rId497" Type="http://schemas.openxmlformats.org/officeDocument/2006/relationships/customXml" Target="../ink/ink708.xml"/><Relationship Id="rId620" Type="http://schemas.openxmlformats.org/officeDocument/2006/relationships/customXml" Target="../ink/ink770.xml"/><Relationship Id="rId718" Type="http://schemas.openxmlformats.org/officeDocument/2006/relationships/customXml" Target="../ink/ink819.xml"/><Relationship Id="rId357" Type="http://schemas.openxmlformats.org/officeDocument/2006/relationships/image" Target="../media/image636.png"/><Relationship Id="rId54" Type="http://schemas.openxmlformats.org/officeDocument/2006/relationships/customXml" Target="../ink/ink486.xml"/><Relationship Id="rId217" Type="http://schemas.openxmlformats.org/officeDocument/2006/relationships/image" Target="../media/image566.png"/><Relationship Id="rId564" Type="http://schemas.openxmlformats.org/officeDocument/2006/relationships/customXml" Target="../ink/ink742.xml"/><Relationship Id="rId424" Type="http://schemas.openxmlformats.org/officeDocument/2006/relationships/image" Target="../media/image669.png"/><Relationship Id="rId631" Type="http://schemas.openxmlformats.org/officeDocument/2006/relationships/image" Target="../media/image772.png"/><Relationship Id="rId729" Type="http://schemas.openxmlformats.org/officeDocument/2006/relationships/image" Target="../media/image821.png"/><Relationship Id="rId270" Type="http://schemas.openxmlformats.org/officeDocument/2006/relationships/customXml" Target="../ink/ink594.xml"/><Relationship Id="rId65" Type="http://schemas.openxmlformats.org/officeDocument/2006/relationships/image" Target="../media/image490.png"/><Relationship Id="rId130" Type="http://schemas.openxmlformats.org/officeDocument/2006/relationships/customXml" Target="../ink/ink524.xml"/><Relationship Id="rId368" Type="http://schemas.openxmlformats.org/officeDocument/2006/relationships/image" Target="../media/image641.png"/><Relationship Id="rId575" Type="http://schemas.openxmlformats.org/officeDocument/2006/relationships/image" Target="../media/image744.png"/><Relationship Id="rId228" Type="http://schemas.openxmlformats.org/officeDocument/2006/relationships/customXml" Target="../ink/ink573.xml"/><Relationship Id="rId435" Type="http://schemas.openxmlformats.org/officeDocument/2006/relationships/customXml" Target="../ink/ink677.xml"/><Relationship Id="rId642" Type="http://schemas.openxmlformats.org/officeDocument/2006/relationships/customXml" Target="../ink/ink781.xml"/><Relationship Id="rId281" Type="http://schemas.openxmlformats.org/officeDocument/2006/relationships/image" Target="../media/image598.png"/><Relationship Id="rId502" Type="http://schemas.openxmlformats.org/officeDocument/2006/relationships/image" Target="../media/image708.png"/><Relationship Id="rId76" Type="http://schemas.openxmlformats.org/officeDocument/2006/relationships/customXml" Target="../ink/ink497.xml"/><Relationship Id="rId141" Type="http://schemas.openxmlformats.org/officeDocument/2006/relationships/image" Target="../media/image528.png"/><Relationship Id="rId379" Type="http://schemas.openxmlformats.org/officeDocument/2006/relationships/customXml" Target="../ink/ink649.xml"/><Relationship Id="rId586" Type="http://schemas.openxmlformats.org/officeDocument/2006/relationships/customXml" Target="../ink/ink753.xml"/><Relationship Id="rId7" Type="http://schemas.openxmlformats.org/officeDocument/2006/relationships/image" Target="../media/image462.png"/><Relationship Id="rId239" Type="http://schemas.openxmlformats.org/officeDocument/2006/relationships/image" Target="../media/image577.png"/><Relationship Id="rId446" Type="http://schemas.openxmlformats.org/officeDocument/2006/relationships/image" Target="../media/image680.png"/><Relationship Id="rId653" Type="http://schemas.openxmlformats.org/officeDocument/2006/relationships/image" Target="../media/image783.png"/><Relationship Id="rId292" Type="http://schemas.openxmlformats.org/officeDocument/2006/relationships/customXml" Target="../ink/ink605.xml"/><Relationship Id="rId306" Type="http://schemas.openxmlformats.org/officeDocument/2006/relationships/customXml" Target="../ink/ink612.xml"/><Relationship Id="rId87" Type="http://schemas.openxmlformats.org/officeDocument/2006/relationships/image" Target="../media/image501.png"/><Relationship Id="rId513" Type="http://schemas.openxmlformats.org/officeDocument/2006/relationships/customXml" Target="../ink/ink716.xml"/><Relationship Id="rId597" Type="http://schemas.openxmlformats.org/officeDocument/2006/relationships/image" Target="../media/image755.png"/><Relationship Id="rId720" Type="http://schemas.openxmlformats.org/officeDocument/2006/relationships/customXml" Target="../ink/ink820.xml"/><Relationship Id="rId152" Type="http://schemas.openxmlformats.org/officeDocument/2006/relationships/customXml" Target="../ink/ink535.xml"/><Relationship Id="rId457" Type="http://schemas.openxmlformats.org/officeDocument/2006/relationships/customXml" Target="../ink/ink688.xml"/><Relationship Id="rId664" Type="http://schemas.openxmlformats.org/officeDocument/2006/relationships/customXml" Target="../ink/ink792.xml"/><Relationship Id="rId14" Type="http://schemas.openxmlformats.org/officeDocument/2006/relationships/customXml" Target="../ink/ink466.xml"/><Relationship Id="rId317" Type="http://schemas.openxmlformats.org/officeDocument/2006/relationships/image" Target="../media/image616.png"/><Relationship Id="rId524" Type="http://schemas.openxmlformats.org/officeDocument/2006/relationships/image" Target="../media/image719.png"/><Relationship Id="rId731" Type="http://schemas.openxmlformats.org/officeDocument/2006/relationships/image" Target="../media/image822.png"/><Relationship Id="rId98" Type="http://schemas.openxmlformats.org/officeDocument/2006/relationships/customXml" Target="../ink/ink508.xml"/><Relationship Id="rId163" Type="http://schemas.openxmlformats.org/officeDocument/2006/relationships/image" Target="../media/image539.png"/><Relationship Id="rId370" Type="http://schemas.openxmlformats.org/officeDocument/2006/relationships/image" Target="../media/image642.png"/><Relationship Id="rId230" Type="http://schemas.openxmlformats.org/officeDocument/2006/relationships/customXml" Target="../ink/ink574.xml"/><Relationship Id="rId468" Type="http://schemas.openxmlformats.org/officeDocument/2006/relationships/image" Target="../media/image691.png"/><Relationship Id="rId675" Type="http://schemas.openxmlformats.org/officeDocument/2006/relationships/image" Target="../media/image794.png"/><Relationship Id="rId25" Type="http://schemas.openxmlformats.org/officeDocument/2006/relationships/image" Target="../media/image470.png"/><Relationship Id="rId328" Type="http://schemas.openxmlformats.org/officeDocument/2006/relationships/customXml" Target="../ink/ink623.xml"/><Relationship Id="rId535" Type="http://schemas.openxmlformats.org/officeDocument/2006/relationships/customXml" Target="../ink/ink727.xml"/><Relationship Id="rId742" Type="http://schemas.openxmlformats.org/officeDocument/2006/relationships/customXml" Target="../ink/ink831.xml"/><Relationship Id="rId174" Type="http://schemas.openxmlformats.org/officeDocument/2006/relationships/customXml" Target="../ink/ink546.xml"/><Relationship Id="rId381" Type="http://schemas.openxmlformats.org/officeDocument/2006/relationships/customXml" Target="../ink/ink650.xml"/><Relationship Id="rId602" Type="http://schemas.openxmlformats.org/officeDocument/2006/relationships/customXml" Target="../ink/ink761.xml"/><Relationship Id="rId241" Type="http://schemas.openxmlformats.org/officeDocument/2006/relationships/image" Target="../media/image578.png"/><Relationship Id="rId479" Type="http://schemas.openxmlformats.org/officeDocument/2006/relationships/customXml" Target="../ink/ink699.xml"/><Relationship Id="rId686" Type="http://schemas.openxmlformats.org/officeDocument/2006/relationships/customXml" Target="../ink/ink803.xml"/><Relationship Id="rId36" Type="http://schemas.openxmlformats.org/officeDocument/2006/relationships/customXml" Target="../ink/ink477.xml"/><Relationship Id="rId339" Type="http://schemas.openxmlformats.org/officeDocument/2006/relationships/image" Target="../media/image627.png"/><Relationship Id="rId546" Type="http://schemas.openxmlformats.org/officeDocument/2006/relationships/customXml" Target="../ink/ink733.xml"/><Relationship Id="rId753" Type="http://schemas.openxmlformats.org/officeDocument/2006/relationships/image" Target="../media/image833.png"/><Relationship Id="rId101" Type="http://schemas.openxmlformats.org/officeDocument/2006/relationships/image" Target="../media/image508.png"/><Relationship Id="rId185" Type="http://schemas.openxmlformats.org/officeDocument/2006/relationships/image" Target="../media/image550.png"/><Relationship Id="rId406" Type="http://schemas.openxmlformats.org/officeDocument/2006/relationships/image" Target="../media/image660.png"/><Relationship Id="rId392" Type="http://schemas.openxmlformats.org/officeDocument/2006/relationships/image" Target="../media/image653.png"/><Relationship Id="rId613" Type="http://schemas.openxmlformats.org/officeDocument/2006/relationships/image" Target="../media/image763.png"/><Relationship Id="rId697" Type="http://schemas.openxmlformats.org/officeDocument/2006/relationships/image" Target="../media/image805.png"/><Relationship Id="rId252" Type="http://schemas.openxmlformats.org/officeDocument/2006/relationships/customXml" Target="../ink/ink585.xml"/><Relationship Id="rId47" Type="http://schemas.openxmlformats.org/officeDocument/2006/relationships/image" Target="../media/image481.png"/><Relationship Id="rId112" Type="http://schemas.openxmlformats.org/officeDocument/2006/relationships/customXml" Target="../ink/ink515.xml"/><Relationship Id="rId557" Type="http://schemas.openxmlformats.org/officeDocument/2006/relationships/image" Target="../media/image735.png"/><Relationship Id="rId764" Type="http://schemas.openxmlformats.org/officeDocument/2006/relationships/customXml" Target="../ink/ink842.xml"/><Relationship Id="rId196" Type="http://schemas.openxmlformats.org/officeDocument/2006/relationships/customXml" Target="../ink/ink557.xml"/><Relationship Id="rId417" Type="http://schemas.openxmlformats.org/officeDocument/2006/relationships/customXml" Target="../ink/ink668.xml"/><Relationship Id="rId624" Type="http://schemas.openxmlformats.org/officeDocument/2006/relationships/customXml" Target="../ink/ink772.xml"/><Relationship Id="rId263" Type="http://schemas.openxmlformats.org/officeDocument/2006/relationships/image" Target="../media/image589.png"/><Relationship Id="rId470" Type="http://schemas.openxmlformats.org/officeDocument/2006/relationships/image" Target="../media/image692.png"/><Relationship Id="rId58" Type="http://schemas.openxmlformats.org/officeDocument/2006/relationships/customXml" Target="../ink/ink488.xml"/><Relationship Id="rId123" Type="http://schemas.openxmlformats.org/officeDocument/2006/relationships/image" Target="../media/image519.png"/><Relationship Id="rId330" Type="http://schemas.openxmlformats.org/officeDocument/2006/relationships/customXml" Target="../ink/ink624.xml"/><Relationship Id="rId568" Type="http://schemas.openxmlformats.org/officeDocument/2006/relationships/customXml" Target="../ink/ink744.xml"/><Relationship Id="rId428" Type="http://schemas.openxmlformats.org/officeDocument/2006/relationships/image" Target="../media/image671.png"/><Relationship Id="rId635" Type="http://schemas.openxmlformats.org/officeDocument/2006/relationships/image" Target="../media/image774.png"/><Relationship Id="rId274" Type="http://schemas.openxmlformats.org/officeDocument/2006/relationships/customXml" Target="../ink/ink596.xml"/><Relationship Id="rId481" Type="http://schemas.openxmlformats.org/officeDocument/2006/relationships/customXml" Target="../ink/ink700.xml"/><Relationship Id="rId702" Type="http://schemas.openxmlformats.org/officeDocument/2006/relationships/customXml" Target="../ink/ink811.xml"/><Relationship Id="rId69" Type="http://schemas.openxmlformats.org/officeDocument/2006/relationships/image" Target="../media/image492.png"/><Relationship Id="rId134" Type="http://schemas.openxmlformats.org/officeDocument/2006/relationships/customXml" Target="../ink/ink526.xml"/><Relationship Id="rId579" Type="http://schemas.openxmlformats.org/officeDocument/2006/relationships/image" Target="../media/image746.png"/><Relationship Id="rId341" Type="http://schemas.openxmlformats.org/officeDocument/2006/relationships/image" Target="../media/image628.png"/><Relationship Id="rId439" Type="http://schemas.openxmlformats.org/officeDocument/2006/relationships/customXml" Target="../ink/ink679.xml"/><Relationship Id="rId646" Type="http://schemas.openxmlformats.org/officeDocument/2006/relationships/customXml" Target="../ink/ink783.xml"/><Relationship Id="rId201" Type="http://schemas.openxmlformats.org/officeDocument/2006/relationships/image" Target="../media/image558.png"/><Relationship Id="rId285" Type="http://schemas.openxmlformats.org/officeDocument/2006/relationships/image" Target="../media/image600.png"/><Relationship Id="rId506" Type="http://schemas.openxmlformats.org/officeDocument/2006/relationships/image" Target="../media/image710.png"/><Relationship Id="rId492" Type="http://schemas.openxmlformats.org/officeDocument/2006/relationships/image" Target="../media/image703.png"/><Relationship Id="rId713" Type="http://schemas.openxmlformats.org/officeDocument/2006/relationships/image" Target="../media/image813.png"/><Relationship Id="rId145" Type="http://schemas.openxmlformats.org/officeDocument/2006/relationships/image" Target="../media/image530.png"/><Relationship Id="rId352" Type="http://schemas.openxmlformats.org/officeDocument/2006/relationships/customXml" Target="../ink/ink635.xml"/><Relationship Id="rId212" Type="http://schemas.openxmlformats.org/officeDocument/2006/relationships/customXml" Target="../ink/ink565.xml"/><Relationship Id="rId657" Type="http://schemas.openxmlformats.org/officeDocument/2006/relationships/image" Target="../media/image785.png"/><Relationship Id="rId296" Type="http://schemas.openxmlformats.org/officeDocument/2006/relationships/customXml" Target="../ink/ink607.xml"/><Relationship Id="rId517" Type="http://schemas.openxmlformats.org/officeDocument/2006/relationships/customXml" Target="../ink/ink718.xml"/><Relationship Id="rId724" Type="http://schemas.openxmlformats.org/officeDocument/2006/relationships/customXml" Target="../ink/ink822.xml"/><Relationship Id="rId60" Type="http://schemas.openxmlformats.org/officeDocument/2006/relationships/customXml" Target="../ink/ink489.xml"/><Relationship Id="rId156" Type="http://schemas.openxmlformats.org/officeDocument/2006/relationships/customXml" Target="../ink/ink537.xml"/><Relationship Id="rId363" Type="http://schemas.openxmlformats.org/officeDocument/2006/relationships/customXml" Target="../ink/ink641.xml"/><Relationship Id="rId570" Type="http://schemas.openxmlformats.org/officeDocument/2006/relationships/customXml" Target="../ink/ink745.xml"/><Relationship Id="rId223" Type="http://schemas.openxmlformats.org/officeDocument/2006/relationships/image" Target="../media/image569.png"/><Relationship Id="rId430" Type="http://schemas.openxmlformats.org/officeDocument/2006/relationships/image" Target="../media/image672.png"/><Relationship Id="rId668" Type="http://schemas.openxmlformats.org/officeDocument/2006/relationships/customXml" Target="../ink/ink794.xml"/><Relationship Id="rId18" Type="http://schemas.openxmlformats.org/officeDocument/2006/relationships/customXml" Target="../ink/ink468.xml"/><Relationship Id="rId528" Type="http://schemas.openxmlformats.org/officeDocument/2006/relationships/image" Target="../media/image721.png"/><Relationship Id="rId735" Type="http://schemas.openxmlformats.org/officeDocument/2006/relationships/image" Target="../media/image824.png"/><Relationship Id="rId167" Type="http://schemas.openxmlformats.org/officeDocument/2006/relationships/image" Target="../media/image541.png"/><Relationship Id="rId374" Type="http://schemas.openxmlformats.org/officeDocument/2006/relationships/image" Target="../media/image644.png"/><Relationship Id="rId581" Type="http://schemas.openxmlformats.org/officeDocument/2006/relationships/image" Target="../media/image747.png"/><Relationship Id="rId71" Type="http://schemas.openxmlformats.org/officeDocument/2006/relationships/image" Target="../media/image493.png"/><Relationship Id="rId234" Type="http://schemas.openxmlformats.org/officeDocument/2006/relationships/customXml" Target="../ink/ink576.xml"/><Relationship Id="rId679" Type="http://schemas.openxmlformats.org/officeDocument/2006/relationships/image" Target="../media/image796.png"/><Relationship Id="rId2" Type="http://schemas.openxmlformats.org/officeDocument/2006/relationships/customXml" Target="../ink/ink460.xml"/><Relationship Id="rId29" Type="http://schemas.openxmlformats.org/officeDocument/2006/relationships/image" Target="../media/image472.png"/><Relationship Id="rId441" Type="http://schemas.openxmlformats.org/officeDocument/2006/relationships/customXml" Target="../ink/ink680.xml"/><Relationship Id="rId539" Type="http://schemas.openxmlformats.org/officeDocument/2006/relationships/customXml" Target="../ink/ink729.xml"/><Relationship Id="rId746" Type="http://schemas.openxmlformats.org/officeDocument/2006/relationships/customXml" Target="../ink/ink833.xml"/><Relationship Id="rId178" Type="http://schemas.openxmlformats.org/officeDocument/2006/relationships/customXml" Target="../ink/ink548.xml"/><Relationship Id="rId301" Type="http://schemas.openxmlformats.org/officeDocument/2006/relationships/image" Target="../media/image608.png"/><Relationship Id="rId82" Type="http://schemas.openxmlformats.org/officeDocument/2006/relationships/customXml" Target="../ink/ink500.xml"/><Relationship Id="rId385" Type="http://schemas.openxmlformats.org/officeDocument/2006/relationships/customXml" Target="../ink/ink652.xml"/><Relationship Id="rId592" Type="http://schemas.openxmlformats.org/officeDocument/2006/relationships/customXml" Target="../ink/ink756.xml"/><Relationship Id="rId606" Type="http://schemas.openxmlformats.org/officeDocument/2006/relationships/customXml" Target="../ink/ink763.xml"/><Relationship Id="rId245" Type="http://schemas.openxmlformats.org/officeDocument/2006/relationships/image" Target="../media/image580.png"/><Relationship Id="rId452" Type="http://schemas.openxmlformats.org/officeDocument/2006/relationships/image" Target="../media/image683.png"/><Relationship Id="rId105" Type="http://schemas.openxmlformats.org/officeDocument/2006/relationships/image" Target="../media/image510.png"/><Relationship Id="rId312" Type="http://schemas.openxmlformats.org/officeDocument/2006/relationships/customXml" Target="../ink/ink615.xml"/><Relationship Id="rId757" Type="http://schemas.openxmlformats.org/officeDocument/2006/relationships/image" Target="../media/image835.png"/><Relationship Id="rId93" Type="http://schemas.openxmlformats.org/officeDocument/2006/relationships/image" Target="../media/image504.png"/><Relationship Id="rId189" Type="http://schemas.openxmlformats.org/officeDocument/2006/relationships/image" Target="../media/image552.png"/><Relationship Id="rId396" Type="http://schemas.openxmlformats.org/officeDocument/2006/relationships/image" Target="../media/image655.png"/><Relationship Id="rId617" Type="http://schemas.openxmlformats.org/officeDocument/2006/relationships/image" Target="../media/image765.png"/><Relationship Id="rId256" Type="http://schemas.openxmlformats.org/officeDocument/2006/relationships/customXml" Target="../ink/ink587.xml"/><Relationship Id="rId463" Type="http://schemas.openxmlformats.org/officeDocument/2006/relationships/customXml" Target="../ink/ink691.xml"/><Relationship Id="rId670" Type="http://schemas.openxmlformats.org/officeDocument/2006/relationships/customXml" Target="../ink/ink795.xml"/><Relationship Id="rId116" Type="http://schemas.openxmlformats.org/officeDocument/2006/relationships/customXml" Target="../ink/ink517.xml"/><Relationship Id="rId323" Type="http://schemas.openxmlformats.org/officeDocument/2006/relationships/image" Target="../media/image619.png"/><Relationship Id="rId530" Type="http://schemas.openxmlformats.org/officeDocument/2006/relationships/image" Target="../media/image722.png"/><Relationship Id="rId768" Type="http://schemas.openxmlformats.org/officeDocument/2006/relationships/customXml" Target="../ink/ink844.xml"/><Relationship Id="rId20" Type="http://schemas.openxmlformats.org/officeDocument/2006/relationships/customXml" Target="../ink/ink469.xml"/><Relationship Id="rId628" Type="http://schemas.openxmlformats.org/officeDocument/2006/relationships/customXml" Target="../ink/ink774.xml"/><Relationship Id="rId267" Type="http://schemas.openxmlformats.org/officeDocument/2006/relationships/image" Target="../media/image591.png"/><Relationship Id="rId474" Type="http://schemas.openxmlformats.org/officeDocument/2006/relationships/image" Target="../media/image694.png"/><Relationship Id="rId127" Type="http://schemas.openxmlformats.org/officeDocument/2006/relationships/image" Target="../media/image521.png"/><Relationship Id="rId681" Type="http://schemas.openxmlformats.org/officeDocument/2006/relationships/image" Target="../media/image797.png"/><Relationship Id="rId31" Type="http://schemas.openxmlformats.org/officeDocument/2006/relationships/image" Target="../media/image473.png"/><Relationship Id="rId334" Type="http://schemas.openxmlformats.org/officeDocument/2006/relationships/customXml" Target="../ink/ink626.xml"/><Relationship Id="rId541" Type="http://schemas.openxmlformats.org/officeDocument/2006/relationships/customXml" Target="../ink/ink730.xml"/><Relationship Id="rId639" Type="http://schemas.openxmlformats.org/officeDocument/2006/relationships/image" Target="../media/image776.png"/><Relationship Id="rId180" Type="http://schemas.openxmlformats.org/officeDocument/2006/relationships/customXml" Target="../ink/ink549.xml"/><Relationship Id="rId278" Type="http://schemas.openxmlformats.org/officeDocument/2006/relationships/customXml" Target="../ink/ink598.xml"/><Relationship Id="rId401" Type="http://schemas.openxmlformats.org/officeDocument/2006/relationships/customXml" Target="../ink/ink660.xml"/><Relationship Id="rId485" Type="http://schemas.openxmlformats.org/officeDocument/2006/relationships/customXml" Target="../ink/ink702.xml"/><Relationship Id="rId692" Type="http://schemas.openxmlformats.org/officeDocument/2006/relationships/customXml" Target="../ink/ink806.xml"/><Relationship Id="rId706" Type="http://schemas.openxmlformats.org/officeDocument/2006/relationships/customXml" Target="../ink/ink813.xml"/><Relationship Id="rId42" Type="http://schemas.openxmlformats.org/officeDocument/2006/relationships/customXml" Target="../ink/ink480.xml"/><Relationship Id="rId84" Type="http://schemas.openxmlformats.org/officeDocument/2006/relationships/customXml" Target="../ink/ink501.xml"/><Relationship Id="rId138" Type="http://schemas.openxmlformats.org/officeDocument/2006/relationships/customXml" Target="../ink/ink528.xml"/><Relationship Id="rId345" Type="http://schemas.openxmlformats.org/officeDocument/2006/relationships/image" Target="../media/image630.png"/><Relationship Id="rId387" Type="http://schemas.openxmlformats.org/officeDocument/2006/relationships/customXml" Target="../ink/ink653.xml"/><Relationship Id="rId510" Type="http://schemas.openxmlformats.org/officeDocument/2006/relationships/image" Target="../media/image712.png"/><Relationship Id="rId552" Type="http://schemas.openxmlformats.org/officeDocument/2006/relationships/customXml" Target="../ink/ink736.xml"/><Relationship Id="rId594" Type="http://schemas.openxmlformats.org/officeDocument/2006/relationships/customXml" Target="../ink/ink757.xml"/><Relationship Id="rId608" Type="http://schemas.openxmlformats.org/officeDocument/2006/relationships/customXml" Target="../ink/ink764.xml"/><Relationship Id="rId191" Type="http://schemas.openxmlformats.org/officeDocument/2006/relationships/image" Target="../media/image553.png"/><Relationship Id="rId205" Type="http://schemas.openxmlformats.org/officeDocument/2006/relationships/image" Target="../media/image560.png"/><Relationship Id="rId247" Type="http://schemas.openxmlformats.org/officeDocument/2006/relationships/image" Target="../media/image581.png"/><Relationship Id="rId412" Type="http://schemas.openxmlformats.org/officeDocument/2006/relationships/image" Target="../media/image663.png"/><Relationship Id="rId107" Type="http://schemas.openxmlformats.org/officeDocument/2006/relationships/image" Target="../media/image511.png"/><Relationship Id="rId289" Type="http://schemas.openxmlformats.org/officeDocument/2006/relationships/image" Target="../media/image602.png"/><Relationship Id="rId454" Type="http://schemas.openxmlformats.org/officeDocument/2006/relationships/image" Target="../media/image684.png"/><Relationship Id="rId496" Type="http://schemas.openxmlformats.org/officeDocument/2006/relationships/image" Target="../media/image705.png"/><Relationship Id="rId661" Type="http://schemas.openxmlformats.org/officeDocument/2006/relationships/image" Target="../media/image787.png"/><Relationship Id="rId717" Type="http://schemas.openxmlformats.org/officeDocument/2006/relationships/image" Target="../media/image815.png"/><Relationship Id="rId759" Type="http://schemas.openxmlformats.org/officeDocument/2006/relationships/image" Target="../media/image836.png"/><Relationship Id="rId11" Type="http://schemas.openxmlformats.org/officeDocument/2006/relationships/image" Target="../media/image463.png"/><Relationship Id="rId53" Type="http://schemas.openxmlformats.org/officeDocument/2006/relationships/image" Target="../media/image484.png"/><Relationship Id="rId149" Type="http://schemas.openxmlformats.org/officeDocument/2006/relationships/image" Target="../media/image532.png"/><Relationship Id="rId314" Type="http://schemas.openxmlformats.org/officeDocument/2006/relationships/customXml" Target="../ink/ink616.xml"/><Relationship Id="rId356" Type="http://schemas.openxmlformats.org/officeDocument/2006/relationships/customXml" Target="../ink/ink637.xml"/><Relationship Id="rId398" Type="http://schemas.openxmlformats.org/officeDocument/2006/relationships/image" Target="../media/image656.png"/><Relationship Id="rId521" Type="http://schemas.openxmlformats.org/officeDocument/2006/relationships/customXml" Target="../ink/ink720.xml"/><Relationship Id="rId563" Type="http://schemas.openxmlformats.org/officeDocument/2006/relationships/image" Target="../media/image738.png"/><Relationship Id="rId619" Type="http://schemas.openxmlformats.org/officeDocument/2006/relationships/image" Target="../media/image766.png"/><Relationship Id="rId95" Type="http://schemas.openxmlformats.org/officeDocument/2006/relationships/image" Target="../media/image505.png"/><Relationship Id="rId160" Type="http://schemas.openxmlformats.org/officeDocument/2006/relationships/customXml" Target="../ink/ink539.xml"/><Relationship Id="rId216" Type="http://schemas.openxmlformats.org/officeDocument/2006/relationships/customXml" Target="../ink/ink567.xml"/><Relationship Id="rId423" Type="http://schemas.openxmlformats.org/officeDocument/2006/relationships/customXml" Target="../ink/ink671.xml"/><Relationship Id="rId258" Type="http://schemas.openxmlformats.org/officeDocument/2006/relationships/customXml" Target="../ink/ink588.xml"/><Relationship Id="rId465" Type="http://schemas.openxmlformats.org/officeDocument/2006/relationships/customXml" Target="../ink/ink692.xml"/><Relationship Id="rId630" Type="http://schemas.openxmlformats.org/officeDocument/2006/relationships/customXml" Target="../ink/ink775.xml"/><Relationship Id="rId672" Type="http://schemas.openxmlformats.org/officeDocument/2006/relationships/customXml" Target="../ink/ink796.xml"/><Relationship Id="rId728" Type="http://schemas.openxmlformats.org/officeDocument/2006/relationships/customXml" Target="../ink/ink824.xml"/><Relationship Id="rId22" Type="http://schemas.openxmlformats.org/officeDocument/2006/relationships/customXml" Target="../ink/ink470.xml"/><Relationship Id="rId64" Type="http://schemas.openxmlformats.org/officeDocument/2006/relationships/customXml" Target="../ink/ink491.xml"/><Relationship Id="rId118" Type="http://schemas.openxmlformats.org/officeDocument/2006/relationships/customXml" Target="../ink/ink518.xml"/><Relationship Id="rId325" Type="http://schemas.openxmlformats.org/officeDocument/2006/relationships/image" Target="../media/image620.png"/><Relationship Id="rId367" Type="http://schemas.openxmlformats.org/officeDocument/2006/relationships/customXml" Target="../ink/ink643.xml"/><Relationship Id="rId532" Type="http://schemas.openxmlformats.org/officeDocument/2006/relationships/image" Target="../media/image723.png"/><Relationship Id="rId574" Type="http://schemas.openxmlformats.org/officeDocument/2006/relationships/customXml" Target="../ink/ink747.xml"/><Relationship Id="rId171" Type="http://schemas.openxmlformats.org/officeDocument/2006/relationships/image" Target="../media/image543.png"/><Relationship Id="rId227" Type="http://schemas.openxmlformats.org/officeDocument/2006/relationships/image" Target="../media/image571.png"/><Relationship Id="rId269" Type="http://schemas.openxmlformats.org/officeDocument/2006/relationships/image" Target="../media/image592.png"/><Relationship Id="rId434" Type="http://schemas.openxmlformats.org/officeDocument/2006/relationships/image" Target="../media/image674.png"/><Relationship Id="rId476" Type="http://schemas.openxmlformats.org/officeDocument/2006/relationships/image" Target="../media/image695.png"/><Relationship Id="rId641" Type="http://schemas.openxmlformats.org/officeDocument/2006/relationships/image" Target="../media/image777.png"/><Relationship Id="rId683" Type="http://schemas.openxmlformats.org/officeDocument/2006/relationships/image" Target="../media/image798.png"/><Relationship Id="rId739" Type="http://schemas.openxmlformats.org/officeDocument/2006/relationships/image" Target="../media/image826.png"/><Relationship Id="rId33" Type="http://schemas.openxmlformats.org/officeDocument/2006/relationships/image" Target="../media/image474.png"/><Relationship Id="rId129" Type="http://schemas.openxmlformats.org/officeDocument/2006/relationships/image" Target="../media/image522.png"/><Relationship Id="rId280" Type="http://schemas.openxmlformats.org/officeDocument/2006/relationships/customXml" Target="../ink/ink599.xml"/><Relationship Id="rId336" Type="http://schemas.openxmlformats.org/officeDocument/2006/relationships/customXml" Target="../ink/ink627.xml"/><Relationship Id="rId501" Type="http://schemas.openxmlformats.org/officeDocument/2006/relationships/customXml" Target="../ink/ink710.xml"/><Relationship Id="rId543" Type="http://schemas.openxmlformats.org/officeDocument/2006/relationships/customXml" Target="../ink/ink731.xml"/><Relationship Id="rId75" Type="http://schemas.openxmlformats.org/officeDocument/2006/relationships/image" Target="../media/image495.png"/><Relationship Id="rId140" Type="http://schemas.openxmlformats.org/officeDocument/2006/relationships/customXml" Target="../ink/ink529.xml"/><Relationship Id="rId182" Type="http://schemas.openxmlformats.org/officeDocument/2006/relationships/customXml" Target="../ink/ink550.xml"/><Relationship Id="rId378" Type="http://schemas.openxmlformats.org/officeDocument/2006/relationships/image" Target="../media/image646.png"/><Relationship Id="rId403" Type="http://schemas.openxmlformats.org/officeDocument/2006/relationships/customXml" Target="../ink/ink661.xml"/><Relationship Id="rId585" Type="http://schemas.openxmlformats.org/officeDocument/2006/relationships/image" Target="../media/image749.png"/><Relationship Id="rId750" Type="http://schemas.openxmlformats.org/officeDocument/2006/relationships/customXml" Target="../ink/ink835.xml"/><Relationship Id="rId6" Type="http://schemas.openxmlformats.org/officeDocument/2006/relationships/customXml" Target="../ink/ink462.xml"/><Relationship Id="rId238" Type="http://schemas.openxmlformats.org/officeDocument/2006/relationships/customXml" Target="../ink/ink578.xml"/><Relationship Id="rId445" Type="http://schemas.openxmlformats.org/officeDocument/2006/relationships/customXml" Target="../ink/ink682.xml"/><Relationship Id="rId487" Type="http://schemas.openxmlformats.org/officeDocument/2006/relationships/customXml" Target="../ink/ink703.xml"/><Relationship Id="rId610" Type="http://schemas.openxmlformats.org/officeDocument/2006/relationships/customXml" Target="../ink/ink765.xml"/><Relationship Id="rId652" Type="http://schemas.openxmlformats.org/officeDocument/2006/relationships/customXml" Target="../ink/ink786.xml"/><Relationship Id="rId694" Type="http://schemas.openxmlformats.org/officeDocument/2006/relationships/customXml" Target="../ink/ink807.xml"/><Relationship Id="rId708" Type="http://schemas.openxmlformats.org/officeDocument/2006/relationships/customXml" Target="../ink/ink814.xml"/><Relationship Id="rId291" Type="http://schemas.openxmlformats.org/officeDocument/2006/relationships/image" Target="../media/image603.png"/><Relationship Id="rId305" Type="http://schemas.openxmlformats.org/officeDocument/2006/relationships/image" Target="../media/image610.png"/><Relationship Id="rId347" Type="http://schemas.openxmlformats.org/officeDocument/2006/relationships/image" Target="../media/image631.png"/><Relationship Id="rId512" Type="http://schemas.openxmlformats.org/officeDocument/2006/relationships/image" Target="../media/image713.png"/><Relationship Id="rId44" Type="http://schemas.openxmlformats.org/officeDocument/2006/relationships/customXml" Target="../ink/ink481.xml"/><Relationship Id="rId86" Type="http://schemas.openxmlformats.org/officeDocument/2006/relationships/customXml" Target="../ink/ink502.xml"/><Relationship Id="rId151" Type="http://schemas.openxmlformats.org/officeDocument/2006/relationships/image" Target="../media/image533.png"/><Relationship Id="rId389" Type="http://schemas.openxmlformats.org/officeDocument/2006/relationships/customXml" Target="../ink/ink654.xml"/><Relationship Id="rId554" Type="http://schemas.openxmlformats.org/officeDocument/2006/relationships/customXml" Target="../ink/ink737.xml"/><Relationship Id="rId596" Type="http://schemas.openxmlformats.org/officeDocument/2006/relationships/customXml" Target="../ink/ink758.xml"/><Relationship Id="rId761" Type="http://schemas.openxmlformats.org/officeDocument/2006/relationships/image" Target="../media/image837.png"/><Relationship Id="rId193" Type="http://schemas.openxmlformats.org/officeDocument/2006/relationships/image" Target="../media/image554.png"/><Relationship Id="rId207" Type="http://schemas.openxmlformats.org/officeDocument/2006/relationships/image" Target="../media/image561.png"/><Relationship Id="rId249" Type="http://schemas.openxmlformats.org/officeDocument/2006/relationships/image" Target="../media/image582.png"/><Relationship Id="rId414" Type="http://schemas.openxmlformats.org/officeDocument/2006/relationships/image" Target="../media/image664.png"/><Relationship Id="rId456" Type="http://schemas.openxmlformats.org/officeDocument/2006/relationships/image" Target="../media/image685.png"/><Relationship Id="rId498" Type="http://schemas.openxmlformats.org/officeDocument/2006/relationships/image" Target="../media/image706.png"/><Relationship Id="rId621" Type="http://schemas.openxmlformats.org/officeDocument/2006/relationships/image" Target="../media/image767.png"/><Relationship Id="rId663" Type="http://schemas.openxmlformats.org/officeDocument/2006/relationships/image" Target="../media/image788.png"/><Relationship Id="rId13" Type="http://schemas.openxmlformats.org/officeDocument/2006/relationships/image" Target="../media/image464.png"/><Relationship Id="rId109" Type="http://schemas.openxmlformats.org/officeDocument/2006/relationships/image" Target="../media/image512.png"/><Relationship Id="rId260" Type="http://schemas.openxmlformats.org/officeDocument/2006/relationships/customXml" Target="../ink/ink589.xml"/><Relationship Id="rId316" Type="http://schemas.openxmlformats.org/officeDocument/2006/relationships/customXml" Target="../ink/ink617.xml"/><Relationship Id="rId523" Type="http://schemas.openxmlformats.org/officeDocument/2006/relationships/customXml" Target="../ink/ink721.xml"/><Relationship Id="rId719" Type="http://schemas.openxmlformats.org/officeDocument/2006/relationships/image" Target="../media/image816.png"/><Relationship Id="rId55" Type="http://schemas.openxmlformats.org/officeDocument/2006/relationships/image" Target="../media/image485.png"/><Relationship Id="rId97" Type="http://schemas.openxmlformats.org/officeDocument/2006/relationships/image" Target="../media/image506.png"/><Relationship Id="rId120" Type="http://schemas.openxmlformats.org/officeDocument/2006/relationships/customXml" Target="../ink/ink519.xml"/><Relationship Id="rId358" Type="http://schemas.openxmlformats.org/officeDocument/2006/relationships/customXml" Target="../ink/ink638.xml"/><Relationship Id="rId565" Type="http://schemas.openxmlformats.org/officeDocument/2006/relationships/image" Target="../media/image739.png"/><Relationship Id="rId730" Type="http://schemas.openxmlformats.org/officeDocument/2006/relationships/customXml" Target="../ink/ink825.xml"/><Relationship Id="rId162" Type="http://schemas.openxmlformats.org/officeDocument/2006/relationships/customXml" Target="../ink/ink540.xml"/><Relationship Id="rId218" Type="http://schemas.openxmlformats.org/officeDocument/2006/relationships/customXml" Target="../ink/ink568.xml"/><Relationship Id="rId425" Type="http://schemas.openxmlformats.org/officeDocument/2006/relationships/customXml" Target="../ink/ink672.xml"/><Relationship Id="rId467" Type="http://schemas.openxmlformats.org/officeDocument/2006/relationships/customXml" Target="../ink/ink693.xml"/><Relationship Id="rId632" Type="http://schemas.openxmlformats.org/officeDocument/2006/relationships/customXml" Target="../ink/ink776.xml"/><Relationship Id="rId271" Type="http://schemas.openxmlformats.org/officeDocument/2006/relationships/image" Target="../media/image593.png"/><Relationship Id="rId674" Type="http://schemas.openxmlformats.org/officeDocument/2006/relationships/customXml" Target="../ink/ink797.xml"/><Relationship Id="rId24" Type="http://schemas.openxmlformats.org/officeDocument/2006/relationships/customXml" Target="../ink/ink471.xml"/><Relationship Id="rId66" Type="http://schemas.openxmlformats.org/officeDocument/2006/relationships/customXml" Target="../ink/ink492.xml"/><Relationship Id="rId131" Type="http://schemas.openxmlformats.org/officeDocument/2006/relationships/image" Target="../media/image523.png"/><Relationship Id="rId327" Type="http://schemas.openxmlformats.org/officeDocument/2006/relationships/image" Target="../media/image621.png"/><Relationship Id="rId369" Type="http://schemas.openxmlformats.org/officeDocument/2006/relationships/customXml" Target="../ink/ink644.xml"/><Relationship Id="rId534" Type="http://schemas.openxmlformats.org/officeDocument/2006/relationships/image" Target="../media/image724.png"/><Relationship Id="rId576" Type="http://schemas.openxmlformats.org/officeDocument/2006/relationships/customXml" Target="../ink/ink748.xml"/><Relationship Id="rId741" Type="http://schemas.openxmlformats.org/officeDocument/2006/relationships/image" Target="../media/image827.png"/><Relationship Id="rId173" Type="http://schemas.openxmlformats.org/officeDocument/2006/relationships/image" Target="../media/image544.png"/><Relationship Id="rId229" Type="http://schemas.openxmlformats.org/officeDocument/2006/relationships/image" Target="../media/image572.png"/><Relationship Id="rId380" Type="http://schemas.openxmlformats.org/officeDocument/2006/relationships/image" Target="../media/image647.png"/><Relationship Id="rId436" Type="http://schemas.openxmlformats.org/officeDocument/2006/relationships/image" Target="../media/image675.png"/><Relationship Id="rId601" Type="http://schemas.openxmlformats.org/officeDocument/2006/relationships/image" Target="../media/image757.png"/><Relationship Id="rId643" Type="http://schemas.openxmlformats.org/officeDocument/2006/relationships/image" Target="../media/image778.png"/><Relationship Id="rId240" Type="http://schemas.openxmlformats.org/officeDocument/2006/relationships/customXml" Target="../ink/ink579.xml"/><Relationship Id="rId478" Type="http://schemas.openxmlformats.org/officeDocument/2006/relationships/image" Target="../media/image696.png"/><Relationship Id="rId685" Type="http://schemas.openxmlformats.org/officeDocument/2006/relationships/image" Target="../media/image799.png"/><Relationship Id="rId35" Type="http://schemas.openxmlformats.org/officeDocument/2006/relationships/image" Target="../media/image475.png"/><Relationship Id="rId77" Type="http://schemas.openxmlformats.org/officeDocument/2006/relationships/image" Target="../media/image496.png"/><Relationship Id="rId100" Type="http://schemas.openxmlformats.org/officeDocument/2006/relationships/customXml" Target="../ink/ink509.xml"/><Relationship Id="rId282" Type="http://schemas.openxmlformats.org/officeDocument/2006/relationships/customXml" Target="../ink/ink600.xml"/><Relationship Id="rId338" Type="http://schemas.openxmlformats.org/officeDocument/2006/relationships/customXml" Target="../ink/ink628.xml"/><Relationship Id="rId503" Type="http://schemas.openxmlformats.org/officeDocument/2006/relationships/customXml" Target="../ink/ink711.xml"/><Relationship Id="rId545" Type="http://schemas.openxmlformats.org/officeDocument/2006/relationships/image" Target="../media/image729.png"/><Relationship Id="rId587" Type="http://schemas.openxmlformats.org/officeDocument/2006/relationships/image" Target="../media/image750.png"/><Relationship Id="rId710" Type="http://schemas.openxmlformats.org/officeDocument/2006/relationships/customXml" Target="../ink/ink815.xml"/><Relationship Id="rId752" Type="http://schemas.openxmlformats.org/officeDocument/2006/relationships/customXml" Target="../ink/ink836.xml"/><Relationship Id="rId8" Type="http://schemas.openxmlformats.org/officeDocument/2006/relationships/customXml" Target="../ink/ink463.xml"/><Relationship Id="rId142" Type="http://schemas.openxmlformats.org/officeDocument/2006/relationships/customXml" Target="../ink/ink530.xml"/><Relationship Id="rId184" Type="http://schemas.openxmlformats.org/officeDocument/2006/relationships/customXml" Target="../ink/ink551.xml"/><Relationship Id="rId391" Type="http://schemas.openxmlformats.org/officeDocument/2006/relationships/customXml" Target="../ink/ink655.xml"/><Relationship Id="rId405" Type="http://schemas.openxmlformats.org/officeDocument/2006/relationships/customXml" Target="../ink/ink662.xml"/><Relationship Id="rId447" Type="http://schemas.openxmlformats.org/officeDocument/2006/relationships/customXml" Target="../ink/ink683.xml"/><Relationship Id="rId612" Type="http://schemas.openxmlformats.org/officeDocument/2006/relationships/customXml" Target="../ink/ink766.xml"/><Relationship Id="rId251" Type="http://schemas.openxmlformats.org/officeDocument/2006/relationships/image" Target="../media/image583.png"/><Relationship Id="rId489" Type="http://schemas.openxmlformats.org/officeDocument/2006/relationships/customXml" Target="../ink/ink704.xml"/><Relationship Id="rId654" Type="http://schemas.openxmlformats.org/officeDocument/2006/relationships/customXml" Target="../ink/ink787.xml"/><Relationship Id="rId696" Type="http://schemas.openxmlformats.org/officeDocument/2006/relationships/customXml" Target="../ink/ink808.xml"/><Relationship Id="rId46" Type="http://schemas.openxmlformats.org/officeDocument/2006/relationships/customXml" Target="../ink/ink482.xml"/><Relationship Id="rId293" Type="http://schemas.openxmlformats.org/officeDocument/2006/relationships/image" Target="../media/image604.png"/><Relationship Id="rId307" Type="http://schemas.openxmlformats.org/officeDocument/2006/relationships/image" Target="../media/image611.png"/><Relationship Id="rId349" Type="http://schemas.openxmlformats.org/officeDocument/2006/relationships/image" Target="../media/image632.png"/><Relationship Id="rId514" Type="http://schemas.openxmlformats.org/officeDocument/2006/relationships/image" Target="../media/image714.png"/><Relationship Id="rId556" Type="http://schemas.openxmlformats.org/officeDocument/2006/relationships/customXml" Target="../ink/ink738.xml"/><Relationship Id="rId721" Type="http://schemas.openxmlformats.org/officeDocument/2006/relationships/image" Target="../media/image817.png"/><Relationship Id="rId763" Type="http://schemas.openxmlformats.org/officeDocument/2006/relationships/image" Target="../media/image838.png"/><Relationship Id="rId88" Type="http://schemas.openxmlformats.org/officeDocument/2006/relationships/customXml" Target="../ink/ink503.xml"/><Relationship Id="rId111" Type="http://schemas.openxmlformats.org/officeDocument/2006/relationships/image" Target="../media/image513.png"/><Relationship Id="rId153" Type="http://schemas.openxmlformats.org/officeDocument/2006/relationships/image" Target="../media/image534.png"/><Relationship Id="rId195" Type="http://schemas.openxmlformats.org/officeDocument/2006/relationships/image" Target="../media/image555.png"/><Relationship Id="rId209" Type="http://schemas.openxmlformats.org/officeDocument/2006/relationships/image" Target="../media/image562.png"/><Relationship Id="rId360" Type="http://schemas.openxmlformats.org/officeDocument/2006/relationships/image" Target="../media/image637.png"/><Relationship Id="rId416" Type="http://schemas.openxmlformats.org/officeDocument/2006/relationships/image" Target="../media/image665.png"/><Relationship Id="rId598" Type="http://schemas.openxmlformats.org/officeDocument/2006/relationships/customXml" Target="../ink/ink759.xml"/><Relationship Id="rId220" Type="http://schemas.openxmlformats.org/officeDocument/2006/relationships/customXml" Target="../ink/ink569.xml"/><Relationship Id="rId458" Type="http://schemas.openxmlformats.org/officeDocument/2006/relationships/image" Target="../media/image686.png"/><Relationship Id="rId623" Type="http://schemas.openxmlformats.org/officeDocument/2006/relationships/image" Target="../media/image768.png"/><Relationship Id="rId665" Type="http://schemas.openxmlformats.org/officeDocument/2006/relationships/image" Target="../media/image789.png"/><Relationship Id="rId15" Type="http://schemas.openxmlformats.org/officeDocument/2006/relationships/image" Target="../media/image465.png"/><Relationship Id="rId57" Type="http://schemas.openxmlformats.org/officeDocument/2006/relationships/image" Target="../media/image486.png"/><Relationship Id="rId262" Type="http://schemas.openxmlformats.org/officeDocument/2006/relationships/customXml" Target="../ink/ink590.xml"/><Relationship Id="rId318" Type="http://schemas.openxmlformats.org/officeDocument/2006/relationships/customXml" Target="../ink/ink618.xml"/><Relationship Id="rId525" Type="http://schemas.openxmlformats.org/officeDocument/2006/relationships/customXml" Target="../ink/ink722.xml"/><Relationship Id="rId567" Type="http://schemas.openxmlformats.org/officeDocument/2006/relationships/image" Target="../media/image740.png"/><Relationship Id="rId732" Type="http://schemas.openxmlformats.org/officeDocument/2006/relationships/customXml" Target="../ink/ink826.xml"/><Relationship Id="rId99" Type="http://schemas.openxmlformats.org/officeDocument/2006/relationships/image" Target="../media/image507.png"/><Relationship Id="rId122" Type="http://schemas.openxmlformats.org/officeDocument/2006/relationships/customXml" Target="../ink/ink520.xml"/><Relationship Id="rId164" Type="http://schemas.openxmlformats.org/officeDocument/2006/relationships/customXml" Target="../ink/ink541.xml"/><Relationship Id="rId371" Type="http://schemas.openxmlformats.org/officeDocument/2006/relationships/customXml" Target="../ink/ink645.xml"/><Relationship Id="rId427" Type="http://schemas.openxmlformats.org/officeDocument/2006/relationships/customXml" Target="../ink/ink673.xml"/><Relationship Id="rId469" Type="http://schemas.openxmlformats.org/officeDocument/2006/relationships/customXml" Target="../ink/ink694.xml"/><Relationship Id="rId634" Type="http://schemas.openxmlformats.org/officeDocument/2006/relationships/customXml" Target="../ink/ink777.xml"/><Relationship Id="rId676" Type="http://schemas.openxmlformats.org/officeDocument/2006/relationships/customXml" Target="../ink/ink798.xml"/><Relationship Id="rId26" Type="http://schemas.openxmlformats.org/officeDocument/2006/relationships/customXml" Target="../ink/ink472.xml"/><Relationship Id="rId231" Type="http://schemas.openxmlformats.org/officeDocument/2006/relationships/image" Target="../media/image573.png"/><Relationship Id="rId273" Type="http://schemas.openxmlformats.org/officeDocument/2006/relationships/image" Target="../media/image594.png"/><Relationship Id="rId329" Type="http://schemas.openxmlformats.org/officeDocument/2006/relationships/image" Target="../media/image622.png"/><Relationship Id="rId480" Type="http://schemas.openxmlformats.org/officeDocument/2006/relationships/image" Target="../media/image697.png"/><Relationship Id="rId536" Type="http://schemas.openxmlformats.org/officeDocument/2006/relationships/image" Target="../media/image725.png"/><Relationship Id="rId701" Type="http://schemas.openxmlformats.org/officeDocument/2006/relationships/image" Target="../media/image807.png"/><Relationship Id="rId68" Type="http://schemas.openxmlformats.org/officeDocument/2006/relationships/customXml" Target="../ink/ink493.xml"/><Relationship Id="rId133" Type="http://schemas.openxmlformats.org/officeDocument/2006/relationships/image" Target="../media/image524.png"/><Relationship Id="rId175" Type="http://schemas.openxmlformats.org/officeDocument/2006/relationships/image" Target="../media/image545.png"/><Relationship Id="rId340" Type="http://schemas.openxmlformats.org/officeDocument/2006/relationships/customXml" Target="../ink/ink629.xml"/><Relationship Id="rId578" Type="http://schemas.openxmlformats.org/officeDocument/2006/relationships/customXml" Target="../ink/ink749.xml"/><Relationship Id="rId743" Type="http://schemas.openxmlformats.org/officeDocument/2006/relationships/image" Target="../media/image828.png"/><Relationship Id="rId200" Type="http://schemas.openxmlformats.org/officeDocument/2006/relationships/customXml" Target="../ink/ink559.xml"/><Relationship Id="rId382" Type="http://schemas.openxmlformats.org/officeDocument/2006/relationships/image" Target="../media/image648.png"/><Relationship Id="rId438" Type="http://schemas.openxmlformats.org/officeDocument/2006/relationships/image" Target="../media/image676.png"/><Relationship Id="rId603" Type="http://schemas.openxmlformats.org/officeDocument/2006/relationships/image" Target="../media/image758.png"/><Relationship Id="rId645" Type="http://schemas.openxmlformats.org/officeDocument/2006/relationships/image" Target="../media/image779.png"/><Relationship Id="rId687" Type="http://schemas.openxmlformats.org/officeDocument/2006/relationships/image" Target="../media/image800.png"/><Relationship Id="rId242" Type="http://schemas.openxmlformats.org/officeDocument/2006/relationships/customXml" Target="../ink/ink580.xml"/><Relationship Id="rId284" Type="http://schemas.openxmlformats.org/officeDocument/2006/relationships/customXml" Target="../ink/ink601.xml"/><Relationship Id="rId491" Type="http://schemas.openxmlformats.org/officeDocument/2006/relationships/customXml" Target="../ink/ink705.xml"/><Relationship Id="rId505" Type="http://schemas.openxmlformats.org/officeDocument/2006/relationships/customXml" Target="../ink/ink712.xml"/><Relationship Id="rId712" Type="http://schemas.openxmlformats.org/officeDocument/2006/relationships/customXml" Target="../ink/ink816.xml"/><Relationship Id="rId37" Type="http://schemas.openxmlformats.org/officeDocument/2006/relationships/image" Target="../media/image476.png"/><Relationship Id="rId79" Type="http://schemas.openxmlformats.org/officeDocument/2006/relationships/image" Target="../media/image497.png"/><Relationship Id="rId102" Type="http://schemas.openxmlformats.org/officeDocument/2006/relationships/customXml" Target="../ink/ink510.xml"/><Relationship Id="rId144" Type="http://schemas.openxmlformats.org/officeDocument/2006/relationships/customXml" Target="../ink/ink531.xml"/><Relationship Id="rId547" Type="http://schemas.openxmlformats.org/officeDocument/2006/relationships/image" Target="../media/image730.png"/><Relationship Id="rId589" Type="http://schemas.openxmlformats.org/officeDocument/2006/relationships/image" Target="../media/image751.png"/><Relationship Id="rId754" Type="http://schemas.openxmlformats.org/officeDocument/2006/relationships/customXml" Target="../ink/ink837.xml"/><Relationship Id="rId90" Type="http://schemas.openxmlformats.org/officeDocument/2006/relationships/customXml" Target="../ink/ink504.xml"/><Relationship Id="rId186" Type="http://schemas.openxmlformats.org/officeDocument/2006/relationships/customXml" Target="../ink/ink552.xml"/><Relationship Id="rId351" Type="http://schemas.openxmlformats.org/officeDocument/2006/relationships/image" Target="../media/image633.png"/><Relationship Id="rId393" Type="http://schemas.openxmlformats.org/officeDocument/2006/relationships/customXml" Target="../ink/ink656.xml"/><Relationship Id="rId407" Type="http://schemas.openxmlformats.org/officeDocument/2006/relationships/customXml" Target="../ink/ink663.xml"/><Relationship Id="rId449" Type="http://schemas.openxmlformats.org/officeDocument/2006/relationships/customXml" Target="../ink/ink684.xml"/><Relationship Id="rId614" Type="http://schemas.openxmlformats.org/officeDocument/2006/relationships/customXml" Target="../ink/ink767.xml"/><Relationship Id="rId656" Type="http://schemas.openxmlformats.org/officeDocument/2006/relationships/customXml" Target="../ink/ink788.xml"/><Relationship Id="rId211" Type="http://schemas.openxmlformats.org/officeDocument/2006/relationships/image" Target="../media/image563.png"/><Relationship Id="rId253" Type="http://schemas.openxmlformats.org/officeDocument/2006/relationships/image" Target="../media/image584.png"/><Relationship Id="rId295" Type="http://schemas.openxmlformats.org/officeDocument/2006/relationships/image" Target="../media/image605.png"/><Relationship Id="rId309" Type="http://schemas.openxmlformats.org/officeDocument/2006/relationships/image" Target="../media/image612.png"/><Relationship Id="rId460" Type="http://schemas.openxmlformats.org/officeDocument/2006/relationships/image" Target="../media/image687.png"/><Relationship Id="rId516" Type="http://schemas.openxmlformats.org/officeDocument/2006/relationships/image" Target="../media/image715.png"/><Relationship Id="rId698" Type="http://schemas.openxmlformats.org/officeDocument/2006/relationships/customXml" Target="../ink/ink809.xml"/><Relationship Id="rId48" Type="http://schemas.openxmlformats.org/officeDocument/2006/relationships/customXml" Target="../ink/ink483.xml"/><Relationship Id="rId113" Type="http://schemas.openxmlformats.org/officeDocument/2006/relationships/image" Target="../media/image514.png"/><Relationship Id="rId320" Type="http://schemas.openxmlformats.org/officeDocument/2006/relationships/customXml" Target="../ink/ink619.xml"/><Relationship Id="rId558" Type="http://schemas.openxmlformats.org/officeDocument/2006/relationships/customXml" Target="../ink/ink739.xml"/><Relationship Id="rId723" Type="http://schemas.openxmlformats.org/officeDocument/2006/relationships/image" Target="../media/image818.png"/><Relationship Id="rId765" Type="http://schemas.openxmlformats.org/officeDocument/2006/relationships/image" Target="../media/image839.png"/><Relationship Id="rId155" Type="http://schemas.openxmlformats.org/officeDocument/2006/relationships/image" Target="../media/image535.png"/><Relationship Id="rId197" Type="http://schemas.openxmlformats.org/officeDocument/2006/relationships/image" Target="../media/image556.png"/><Relationship Id="rId362" Type="http://schemas.openxmlformats.org/officeDocument/2006/relationships/image" Target="../media/image638.png"/><Relationship Id="rId418" Type="http://schemas.openxmlformats.org/officeDocument/2006/relationships/image" Target="../media/image666.png"/><Relationship Id="rId625" Type="http://schemas.openxmlformats.org/officeDocument/2006/relationships/image" Target="../media/image769.png"/><Relationship Id="rId222" Type="http://schemas.openxmlformats.org/officeDocument/2006/relationships/customXml" Target="../ink/ink570.xml"/><Relationship Id="rId264" Type="http://schemas.openxmlformats.org/officeDocument/2006/relationships/customXml" Target="../ink/ink591.xml"/><Relationship Id="rId471" Type="http://schemas.openxmlformats.org/officeDocument/2006/relationships/customXml" Target="../ink/ink695.xml"/><Relationship Id="rId667" Type="http://schemas.openxmlformats.org/officeDocument/2006/relationships/image" Target="../media/image790.png"/><Relationship Id="rId17" Type="http://schemas.openxmlformats.org/officeDocument/2006/relationships/image" Target="../media/image466.png"/><Relationship Id="rId59" Type="http://schemas.openxmlformats.org/officeDocument/2006/relationships/image" Target="../media/image487.png"/><Relationship Id="rId124" Type="http://schemas.openxmlformats.org/officeDocument/2006/relationships/customXml" Target="../ink/ink521.xml"/><Relationship Id="rId527" Type="http://schemas.openxmlformats.org/officeDocument/2006/relationships/customXml" Target="../ink/ink723.xml"/><Relationship Id="rId569" Type="http://schemas.openxmlformats.org/officeDocument/2006/relationships/image" Target="../media/image741.png"/><Relationship Id="rId734" Type="http://schemas.openxmlformats.org/officeDocument/2006/relationships/customXml" Target="../ink/ink827.xml"/><Relationship Id="rId70" Type="http://schemas.openxmlformats.org/officeDocument/2006/relationships/customXml" Target="../ink/ink494.xml"/><Relationship Id="rId166" Type="http://schemas.openxmlformats.org/officeDocument/2006/relationships/customXml" Target="../ink/ink542.xml"/><Relationship Id="rId331" Type="http://schemas.openxmlformats.org/officeDocument/2006/relationships/image" Target="../media/image623.png"/><Relationship Id="rId373" Type="http://schemas.openxmlformats.org/officeDocument/2006/relationships/customXml" Target="../ink/ink646.xml"/><Relationship Id="rId429" Type="http://schemas.openxmlformats.org/officeDocument/2006/relationships/customXml" Target="../ink/ink674.xml"/><Relationship Id="rId580" Type="http://schemas.openxmlformats.org/officeDocument/2006/relationships/customXml" Target="../ink/ink750.xml"/><Relationship Id="rId636" Type="http://schemas.openxmlformats.org/officeDocument/2006/relationships/customXml" Target="../ink/ink778.xml"/><Relationship Id="rId1" Type="http://schemas.openxmlformats.org/officeDocument/2006/relationships/slideLayout" Target="../slideLayouts/slideLayout2.xml"/><Relationship Id="rId233" Type="http://schemas.openxmlformats.org/officeDocument/2006/relationships/image" Target="../media/image574.png"/><Relationship Id="rId440" Type="http://schemas.openxmlformats.org/officeDocument/2006/relationships/image" Target="../media/image677.png"/><Relationship Id="rId678" Type="http://schemas.openxmlformats.org/officeDocument/2006/relationships/customXml" Target="../ink/ink799.xml"/><Relationship Id="rId28" Type="http://schemas.openxmlformats.org/officeDocument/2006/relationships/customXml" Target="../ink/ink473.xml"/><Relationship Id="rId275" Type="http://schemas.openxmlformats.org/officeDocument/2006/relationships/image" Target="../media/image595.png"/><Relationship Id="rId300" Type="http://schemas.openxmlformats.org/officeDocument/2006/relationships/customXml" Target="../ink/ink609.xml"/><Relationship Id="rId482" Type="http://schemas.openxmlformats.org/officeDocument/2006/relationships/image" Target="../media/image698.png"/><Relationship Id="rId538" Type="http://schemas.openxmlformats.org/officeDocument/2006/relationships/image" Target="../media/image726.png"/><Relationship Id="rId703" Type="http://schemas.openxmlformats.org/officeDocument/2006/relationships/image" Target="../media/image808.png"/><Relationship Id="rId745" Type="http://schemas.openxmlformats.org/officeDocument/2006/relationships/image" Target="../media/image829.png"/><Relationship Id="rId81" Type="http://schemas.openxmlformats.org/officeDocument/2006/relationships/image" Target="../media/image498.png"/><Relationship Id="rId135" Type="http://schemas.openxmlformats.org/officeDocument/2006/relationships/image" Target="../media/image525.png"/><Relationship Id="rId177" Type="http://schemas.openxmlformats.org/officeDocument/2006/relationships/image" Target="../media/image546.png"/><Relationship Id="rId342" Type="http://schemas.openxmlformats.org/officeDocument/2006/relationships/customXml" Target="../ink/ink630.xml"/><Relationship Id="rId384" Type="http://schemas.openxmlformats.org/officeDocument/2006/relationships/image" Target="../media/image649.png"/><Relationship Id="rId591" Type="http://schemas.openxmlformats.org/officeDocument/2006/relationships/image" Target="../media/image752.png"/><Relationship Id="rId605" Type="http://schemas.openxmlformats.org/officeDocument/2006/relationships/image" Target="../media/image759.png"/><Relationship Id="rId202" Type="http://schemas.openxmlformats.org/officeDocument/2006/relationships/customXml" Target="../ink/ink560.xml"/><Relationship Id="rId244" Type="http://schemas.openxmlformats.org/officeDocument/2006/relationships/customXml" Target="../ink/ink581.xml"/><Relationship Id="rId647" Type="http://schemas.openxmlformats.org/officeDocument/2006/relationships/image" Target="../media/image780.png"/><Relationship Id="rId689" Type="http://schemas.openxmlformats.org/officeDocument/2006/relationships/image" Target="../media/image801.png"/><Relationship Id="rId39" Type="http://schemas.openxmlformats.org/officeDocument/2006/relationships/image" Target="../media/image477.png"/><Relationship Id="rId286" Type="http://schemas.openxmlformats.org/officeDocument/2006/relationships/customXml" Target="../ink/ink602.xml"/><Relationship Id="rId451" Type="http://schemas.openxmlformats.org/officeDocument/2006/relationships/customXml" Target="../ink/ink685.xml"/><Relationship Id="rId493" Type="http://schemas.openxmlformats.org/officeDocument/2006/relationships/customXml" Target="../ink/ink706.xml"/><Relationship Id="rId507" Type="http://schemas.openxmlformats.org/officeDocument/2006/relationships/customXml" Target="../ink/ink713.xml"/><Relationship Id="rId549" Type="http://schemas.openxmlformats.org/officeDocument/2006/relationships/image" Target="../media/image731.png"/><Relationship Id="rId714" Type="http://schemas.openxmlformats.org/officeDocument/2006/relationships/customXml" Target="../ink/ink817.xml"/><Relationship Id="rId756" Type="http://schemas.openxmlformats.org/officeDocument/2006/relationships/customXml" Target="../ink/ink838.xml"/><Relationship Id="rId50" Type="http://schemas.openxmlformats.org/officeDocument/2006/relationships/customXml" Target="../ink/ink484.xml"/><Relationship Id="rId104" Type="http://schemas.openxmlformats.org/officeDocument/2006/relationships/customXml" Target="../ink/ink511.xml"/><Relationship Id="rId146" Type="http://schemas.openxmlformats.org/officeDocument/2006/relationships/customXml" Target="../ink/ink532.xml"/><Relationship Id="rId188" Type="http://schemas.openxmlformats.org/officeDocument/2006/relationships/customXml" Target="../ink/ink553.xml"/><Relationship Id="rId311" Type="http://schemas.openxmlformats.org/officeDocument/2006/relationships/image" Target="../media/image613.png"/><Relationship Id="rId353" Type="http://schemas.openxmlformats.org/officeDocument/2006/relationships/image" Target="../media/image634.png"/><Relationship Id="rId395" Type="http://schemas.openxmlformats.org/officeDocument/2006/relationships/customXml" Target="../ink/ink657.xml"/><Relationship Id="rId409" Type="http://schemas.openxmlformats.org/officeDocument/2006/relationships/customXml" Target="../ink/ink664.xml"/><Relationship Id="rId560" Type="http://schemas.openxmlformats.org/officeDocument/2006/relationships/customXml" Target="../ink/ink740.xml"/><Relationship Id="rId92" Type="http://schemas.openxmlformats.org/officeDocument/2006/relationships/customXml" Target="../ink/ink505.xml"/><Relationship Id="rId213" Type="http://schemas.openxmlformats.org/officeDocument/2006/relationships/image" Target="../media/image564.png"/><Relationship Id="rId420" Type="http://schemas.openxmlformats.org/officeDocument/2006/relationships/image" Target="../media/image667.png"/><Relationship Id="rId616" Type="http://schemas.openxmlformats.org/officeDocument/2006/relationships/customXml" Target="../ink/ink768.xml"/><Relationship Id="rId658" Type="http://schemas.openxmlformats.org/officeDocument/2006/relationships/customXml" Target="../ink/ink789.xml"/><Relationship Id="rId255" Type="http://schemas.openxmlformats.org/officeDocument/2006/relationships/image" Target="../media/image585.png"/><Relationship Id="rId297" Type="http://schemas.openxmlformats.org/officeDocument/2006/relationships/image" Target="../media/image606.png"/><Relationship Id="rId462" Type="http://schemas.openxmlformats.org/officeDocument/2006/relationships/image" Target="../media/image688.png"/><Relationship Id="rId518" Type="http://schemas.openxmlformats.org/officeDocument/2006/relationships/image" Target="../media/image716.png"/><Relationship Id="rId725" Type="http://schemas.openxmlformats.org/officeDocument/2006/relationships/image" Target="../media/image819.png"/><Relationship Id="rId115" Type="http://schemas.openxmlformats.org/officeDocument/2006/relationships/image" Target="../media/image515.png"/><Relationship Id="rId157" Type="http://schemas.openxmlformats.org/officeDocument/2006/relationships/image" Target="../media/image536.png"/><Relationship Id="rId322" Type="http://schemas.openxmlformats.org/officeDocument/2006/relationships/customXml" Target="../ink/ink620.xml"/><Relationship Id="rId364" Type="http://schemas.openxmlformats.org/officeDocument/2006/relationships/image" Target="../media/image639.png"/><Relationship Id="rId767" Type="http://schemas.openxmlformats.org/officeDocument/2006/relationships/image" Target="../media/image840.png"/><Relationship Id="rId61" Type="http://schemas.openxmlformats.org/officeDocument/2006/relationships/image" Target="../media/image488.png"/><Relationship Id="rId199" Type="http://schemas.openxmlformats.org/officeDocument/2006/relationships/image" Target="../media/image557.png"/><Relationship Id="rId571" Type="http://schemas.openxmlformats.org/officeDocument/2006/relationships/image" Target="../media/image742.png"/><Relationship Id="rId627" Type="http://schemas.openxmlformats.org/officeDocument/2006/relationships/image" Target="../media/image770.png"/><Relationship Id="rId669" Type="http://schemas.openxmlformats.org/officeDocument/2006/relationships/image" Target="../media/image791.png"/><Relationship Id="rId19" Type="http://schemas.openxmlformats.org/officeDocument/2006/relationships/image" Target="../media/image467.png"/><Relationship Id="rId224" Type="http://schemas.openxmlformats.org/officeDocument/2006/relationships/customXml" Target="../ink/ink571.xml"/><Relationship Id="rId266" Type="http://schemas.openxmlformats.org/officeDocument/2006/relationships/customXml" Target="../ink/ink592.xml"/><Relationship Id="rId431" Type="http://schemas.openxmlformats.org/officeDocument/2006/relationships/customXml" Target="../ink/ink675.xml"/><Relationship Id="rId473" Type="http://schemas.openxmlformats.org/officeDocument/2006/relationships/customXml" Target="../ink/ink696.xml"/><Relationship Id="rId529" Type="http://schemas.openxmlformats.org/officeDocument/2006/relationships/customXml" Target="../ink/ink724.xml"/><Relationship Id="rId680" Type="http://schemas.openxmlformats.org/officeDocument/2006/relationships/customXml" Target="../ink/ink800.xml"/><Relationship Id="rId736" Type="http://schemas.openxmlformats.org/officeDocument/2006/relationships/customXml" Target="../ink/ink828.xml"/><Relationship Id="rId30" Type="http://schemas.openxmlformats.org/officeDocument/2006/relationships/customXml" Target="../ink/ink474.xml"/><Relationship Id="rId126" Type="http://schemas.openxmlformats.org/officeDocument/2006/relationships/customXml" Target="../ink/ink522.xml"/><Relationship Id="rId168" Type="http://schemas.openxmlformats.org/officeDocument/2006/relationships/customXml" Target="../ink/ink543.xml"/><Relationship Id="rId333" Type="http://schemas.openxmlformats.org/officeDocument/2006/relationships/image" Target="../media/image624.png"/><Relationship Id="rId540" Type="http://schemas.openxmlformats.org/officeDocument/2006/relationships/image" Target="../media/image727.png"/><Relationship Id="rId72" Type="http://schemas.openxmlformats.org/officeDocument/2006/relationships/customXml" Target="../ink/ink495.xml"/><Relationship Id="rId375" Type="http://schemas.openxmlformats.org/officeDocument/2006/relationships/customXml" Target="../ink/ink647.xml"/><Relationship Id="rId582" Type="http://schemas.openxmlformats.org/officeDocument/2006/relationships/customXml" Target="../ink/ink751.xml"/><Relationship Id="rId638" Type="http://schemas.openxmlformats.org/officeDocument/2006/relationships/customXml" Target="../ink/ink779.xml"/><Relationship Id="rId3" Type="http://schemas.openxmlformats.org/officeDocument/2006/relationships/image" Target="../media/image460.png"/><Relationship Id="rId235" Type="http://schemas.openxmlformats.org/officeDocument/2006/relationships/image" Target="../media/image575.png"/><Relationship Id="rId277" Type="http://schemas.openxmlformats.org/officeDocument/2006/relationships/image" Target="../media/image596.png"/><Relationship Id="rId400" Type="http://schemas.openxmlformats.org/officeDocument/2006/relationships/image" Target="../media/image657.png"/><Relationship Id="rId442" Type="http://schemas.openxmlformats.org/officeDocument/2006/relationships/image" Target="../media/image678.png"/><Relationship Id="rId484" Type="http://schemas.openxmlformats.org/officeDocument/2006/relationships/image" Target="../media/image699.png"/><Relationship Id="rId705" Type="http://schemas.openxmlformats.org/officeDocument/2006/relationships/image" Target="../media/image809.png"/><Relationship Id="rId137" Type="http://schemas.openxmlformats.org/officeDocument/2006/relationships/image" Target="../media/image526.png"/><Relationship Id="rId302" Type="http://schemas.openxmlformats.org/officeDocument/2006/relationships/customXml" Target="../ink/ink610.xml"/><Relationship Id="rId344" Type="http://schemas.openxmlformats.org/officeDocument/2006/relationships/customXml" Target="../ink/ink631.xml"/><Relationship Id="rId691" Type="http://schemas.openxmlformats.org/officeDocument/2006/relationships/image" Target="../media/image802.png"/><Relationship Id="rId747" Type="http://schemas.openxmlformats.org/officeDocument/2006/relationships/image" Target="../media/image830.png"/><Relationship Id="rId41" Type="http://schemas.openxmlformats.org/officeDocument/2006/relationships/image" Target="../media/image478.png"/><Relationship Id="rId83" Type="http://schemas.openxmlformats.org/officeDocument/2006/relationships/image" Target="../media/image499.png"/><Relationship Id="rId179" Type="http://schemas.openxmlformats.org/officeDocument/2006/relationships/image" Target="../media/image547.png"/><Relationship Id="rId386" Type="http://schemas.openxmlformats.org/officeDocument/2006/relationships/image" Target="../media/image650.png"/><Relationship Id="rId551" Type="http://schemas.openxmlformats.org/officeDocument/2006/relationships/image" Target="../media/image732.png"/><Relationship Id="rId593" Type="http://schemas.openxmlformats.org/officeDocument/2006/relationships/image" Target="../media/image753.png"/><Relationship Id="rId607" Type="http://schemas.openxmlformats.org/officeDocument/2006/relationships/image" Target="../media/image760.png"/><Relationship Id="rId649" Type="http://schemas.openxmlformats.org/officeDocument/2006/relationships/image" Target="../media/image781.png"/><Relationship Id="rId190" Type="http://schemas.openxmlformats.org/officeDocument/2006/relationships/customXml" Target="../ink/ink554.xml"/><Relationship Id="rId204" Type="http://schemas.openxmlformats.org/officeDocument/2006/relationships/customXml" Target="../ink/ink561.xml"/><Relationship Id="rId246" Type="http://schemas.openxmlformats.org/officeDocument/2006/relationships/customXml" Target="../ink/ink582.xml"/><Relationship Id="rId288" Type="http://schemas.openxmlformats.org/officeDocument/2006/relationships/customXml" Target="../ink/ink603.xml"/><Relationship Id="rId411" Type="http://schemas.openxmlformats.org/officeDocument/2006/relationships/customXml" Target="../ink/ink665.xml"/><Relationship Id="rId453" Type="http://schemas.openxmlformats.org/officeDocument/2006/relationships/customXml" Target="../ink/ink686.xml"/><Relationship Id="rId509" Type="http://schemas.openxmlformats.org/officeDocument/2006/relationships/customXml" Target="../ink/ink714.xml"/><Relationship Id="rId660" Type="http://schemas.openxmlformats.org/officeDocument/2006/relationships/customXml" Target="../ink/ink790.xml"/><Relationship Id="rId106" Type="http://schemas.openxmlformats.org/officeDocument/2006/relationships/customXml" Target="../ink/ink512.xml"/><Relationship Id="rId313" Type="http://schemas.openxmlformats.org/officeDocument/2006/relationships/image" Target="../media/image614.png"/><Relationship Id="rId495" Type="http://schemas.openxmlformats.org/officeDocument/2006/relationships/customXml" Target="../ink/ink707.xml"/><Relationship Id="rId716" Type="http://schemas.openxmlformats.org/officeDocument/2006/relationships/customXml" Target="../ink/ink818.xml"/><Relationship Id="rId758" Type="http://schemas.openxmlformats.org/officeDocument/2006/relationships/customXml" Target="../ink/ink839.xml"/><Relationship Id="rId10" Type="http://schemas.openxmlformats.org/officeDocument/2006/relationships/customXml" Target="../ink/ink464.xml"/><Relationship Id="rId52" Type="http://schemas.openxmlformats.org/officeDocument/2006/relationships/customXml" Target="../ink/ink485.xml"/><Relationship Id="rId94" Type="http://schemas.openxmlformats.org/officeDocument/2006/relationships/customXml" Target="../ink/ink506.xml"/><Relationship Id="rId148" Type="http://schemas.openxmlformats.org/officeDocument/2006/relationships/customXml" Target="../ink/ink533.xml"/><Relationship Id="rId355" Type="http://schemas.openxmlformats.org/officeDocument/2006/relationships/image" Target="../media/image635.png"/><Relationship Id="rId397" Type="http://schemas.openxmlformats.org/officeDocument/2006/relationships/customXml" Target="../ink/ink658.xml"/><Relationship Id="rId520" Type="http://schemas.openxmlformats.org/officeDocument/2006/relationships/image" Target="../media/image717.png"/><Relationship Id="rId562" Type="http://schemas.openxmlformats.org/officeDocument/2006/relationships/customXml" Target="../ink/ink741.xml"/><Relationship Id="rId618" Type="http://schemas.openxmlformats.org/officeDocument/2006/relationships/customXml" Target="../ink/ink769.xml"/><Relationship Id="rId215" Type="http://schemas.openxmlformats.org/officeDocument/2006/relationships/image" Target="../media/image565.png"/><Relationship Id="rId257" Type="http://schemas.openxmlformats.org/officeDocument/2006/relationships/image" Target="../media/image586.png"/><Relationship Id="rId422" Type="http://schemas.openxmlformats.org/officeDocument/2006/relationships/image" Target="../media/image668.png"/><Relationship Id="rId464" Type="http://schemas.openxmlformats.org/officeDocument/2006/relationships/image" Target="../media/image689.png"/><Relationship Id="rId299" Type="http://schemas.openxmlformats.org/officeDocument/2006/relationships/image" Target="../media/image607.png"/><Relationship Id="rId727" Type="http://schemas.openxmlformats.org/officeDocument/2006/relationships/image" Target="../media/image820.png"/><Relationship Id="rId63" Type="http://schemas.openxmlformats.org/officeDocument/2006/relationships/image" Target="../media/image489.png"/><Relationship Id="rId159" Type="http://schemas.openxmlformats.org/officeDocument/2006/relationships/image" Target="../media/image537.png"/><Relationship Id="rId366" Type="http://schemas.openxmlformats.org/officeDocument/2006/relationships/image" Target="../media/image640.png"/><Relationship Id="rId573" Type="http://schemas.openxmlformats.org/officeDocument/2006/relationships/image" Target="../media/image743.png"/><Relationship Id="rId226" Type="http://schemas.openxmlformats.org/officeDocument/2006/relationships/customXml" Target="../ink/ink572.xml"/><Relationship Id="rId433" Type="http://schemas.openxmlformats.org/officeDocument/2006/relationships/customXml" Target="../ink/ink676.xml"/><Relationship Id="rId640" Type="http://schemas.openxmlformats.org/officeDocument/2006/relationships/customXml" Target="../ink/ink780.xml"/><Relationship Id="rId738" Type="http://schemas.openxmlformats.org/officeDocument/2006/relationships/customXml" Target="../ink/ink829.xml"/><Relationship Id="rId74" Type="http://schemas.openxmlformats.org/officeDocument/2006/relationships/customXml" Target="../ink/ink496.xml"/><Relationship Id="rId377" Type="http://schemas.openxmlformats.org/officeDocument/2006/relationships/customXml" Target="../ink/ink648.xml"/><Relationship Id="rId500" Type="http://schemas.openxmlformats.org/officeDocument/2006/relationships/image" Target="../media/image707.png"/><Relationship Id="rId584" Type="http://schemas.openxmlformats.org/officeDocument/2006/relationships/customXml" Target="../ink/ink752.xml"/><Relationship Id="rId5" Type="http://schemas.openxmlformats.org/officeDocument/2006/relationships/image" Target="../media/image461.png"/><Relationship Id="rId237" Type="http://schemas.openxmlformats.org/officeDocument/2006/relationships/image" Target="../media/image576.png"/><Relationship Id="rId444" Type="http://schemas.openxmlformats.org/officeDocument/2006/relationships/image" Target="../media/image679.png"/><Relationship Id="rId651" Type="http://schemas.openxmlformats.org/officeDocument/2006/relationships/image" Target="../media/image782.png"/><Relationship Id="rId749" Type="http://schemas.openxmlformats.org/officeDocument/2006/relationships/image" Target="../media/image831.png"/><Relationship Id="rId290" Type="http://schemas.openxmlformats.org/officeDocument/2006/relationships/customXml" Target="../ink/ink604.xml"/><Relationship Id="rId304" Type="http://schemas.openxmlformats.org/officeDocument/2006/relationships/customXml" Target="../ink/ink611.xml"/><Relationship Id="rId388" Type="http://schemas.openxmlformats.org/officeDocument/2006/relationships/image" Target="../media/image651.png"/><Relationship Id="rId511" Type="http://schemas.openxmlformats.org/officeDocument/2006/relationships/customXml" Target="../ink/ink715.xml"/><Relationship Id="rId609" Type="http://schemas.openxmlformats.org/officeDocument/2006/relationships/image" Target="../media/image761.png"/><Relationship Id="rId85" Type="http://schemas.openxmlformats.org/officeDocument/2006/relationships/image" Target="../media/image500.png"/><Relationship Id="rId150" Type="http://schemas.openxmlformats.org/officeDocument/2006/relationships/customXml" Target="../ink/ink534.xml"/><Relationship Id="rId595" Type="http://schemas.openxmlformats.org/officeDocument/2006/relationships/image" Target="../media/image754.png"/><Relationship Id="rId248" Type="http://schemas.openxmlformats.org/officeDocument/2006/relationships/customXml" Target="../ink/ink583.xml"/><Relationship Id="rId455" Type="http://schemas.openxmlformats.org/officeDocument/2006/relationships/customXml" Target="../ink/ink687.xml"/><Relationship Id="rId662" Type="http://schemas.openxmlformats.org/officeDocument/2006/relationships/customXml" Target="../ink/ink791.xml"/><Relationship Id="rId12" Type="http://schemas.openxmlformats.org/officeDocument/2006/relationships/customXml" Target="../ink/ink465.xml"/><Relationship Id="rId108" Type="http://schemas.openxmlformats.org/officeDocument/2006/relationships/customXml" Target="../ink/ink513.xml"/><Relationship Id="rId315" Type="http://schemas.openxmlformats.org/officeDocument/2006/relationships/image" Target="../media/image615.png"/><Relationship Id="rId522" Type="http://schemas.openxmlformats.org/officeDocument/2006/relationships/image" Target="../media/image718.png"/><Relationship Id="rId96" Type="http://schemas.openxmlformats.org/officeDocument/2006/relationships/customXml" Target="../ink/ink507.xml"/><Relationship Id="rId161" Type="http://schemas.openxmlformats.org/officeDocument/2006/relationships/image" Target="../media/image538.png"/><Relationship Id="rId399" Type="http://schemas.openxmlformats.org/officeDocument/2006/relationships/customXml" Target="../ink/ink659.xml"/><Relationship Id="rId259" Type="http://schemas.openxmlformats.org/officeDocument/2006/relationships/image" Target="../media/image587.png"/><Relationship Id="rId466" Type="http://schemas.openxmlformats.org/officeDocument/2006/relationships/image" Target="../media/image690.png"/><Relationship Id="rId673" Type="http://schemas.openxmlformats.org/officeDocument/2006/relationships/image" Target="../media/image793.png"/><Relationship Id="rId23" Type="http://schemas.openxmlformats.org/officeDocument/2006/relationships/image" Target="../media/image469.png"/><Relationship Id="rId119" Type="http://schemas.openxmlformats.org/officeDocument/2006/relationships/image" Target="../media/image517.png"/><Relationship Id="rId326" Type="http://schemas.openxmlformats.org/officeDocument/2006/relationships/customXml" Target="../ink/ink622.xml"/><Relationship Id="rId533" Type="http://schemas.openxmlformats.org/officeDocument/2006/relationships/customXml" Target="../ink/ink726.xml"/><Relationship Id="rId740" Type="http://schemas.openxmlformats.org/officeDocument/2006/relationships/customXml" Target="../ink/ink830.xml"/><Relationship Id="rId172" Type="http://schemas.openxmlformats.org/officeDocument/2006/relationships/customXml" Target="../ink/ink545.xml"/><Relationship Id="rId477" Type="http://schemas.openxmlformats.org/officeDocument/2006/relationships/customXml" Target="../ink/ink698.xml"/><Relationship Id="rId600" Type="http://schemas.openxmlformats.org/officeDocument/2006/relationships/customXml" Target="../ink/ink760.xml"/><Relationship Id="rId684" Type="http://schemas.openxmlformats.org/officeDocument/2006/relationships/customXml" Target="../ink/ink802.xml"/><Relationship Id="rId337" Type="http://schemas.openxmlformats.org/officeDocument/2006/relationships/image" Target="../media/image626.png"/><Relationship Id="rId34" Type="http://schemas.openxmlformats.org/officeDocument/2006/relationships/customXml" Target="../ink/ink476.xml"/><Relationship Id="rId544" Type="http://schemas.openxmlformats.org/officeDocument/2006/relationships/customXml" Target="../ink/ink732.xml"/><Relationship Id="rId751" Type="http://schemas.openxmlformats.org/officeDocument/2006/relationships/image" Target="../media/image832.png"/><Relationship Id="rId183" Type="http://schemas.openxmlformats.org/officeDocument/2006/relationships/image" Target="../media/image549.png"/><Relationship Id="rId390" Type="http://schemas.openxmlformats.org/officeDocument/2006/relationships/image" Target="../media/image652.png"/><Relationship Id="rId404" Type="http://schemas.openxmlformats.org/officeDocument/2006/relationships/image" Target="../media/image659.png"/><Relationship Id="rId611" Type="http://schemas.openxmlformats.org/officeDocument/2006/relationships/image" Target="../media/image762.png"/><Relationship Id="rId250" Type="http://schemas.openxmlformats.org/officeDocument/2006/relationships/customXml" Target="../ink/ink584.xml"/><Relationship Id="rId488" Type="http://schemas.openxmlformats.org/officeDocument/2006/relationships/image" Target="../media/image701.png"/><Relationship Id="rId695" Type="http://schemas.openxmlformats.org/officeDocument/2006/relationships/image" Target="../media/image804.png"/><Relationship Id="rId709" Type="http://schemas.openxmlformats.org/officeDocument/2006/relationships/image" Target="../media/image811.png"/><Relationship Id="rId45" Type="http://schemas.openxmlformats.org/officeDocument/2006/relationships/image" Target="../media/image480.png"/><Relationship Id="rId110" Type="http://schemas.openxmlformats.org/officeDocument/2006/relationships/customXml" Target="../ink/ink514.xml"/><Relationship Id="rId348" Type="http://schemas.openxmlformats.org/officeDocument/2006/relationships/customXml" Target="../ink/ink633.xml"/><Relationship Id="rId555" Type="http://schemas.openxmlformats.org/officeDocument/2006/relationships/image" Target="../media/image734.png"/><Relationship Id="rId762" Type="http://schemas.openxmlformats.org/officeDocument/2006/relationships/customXml" Target="../ink/ink841.xml"/><Relationship Id="rId194" Type="http://schemas.openxmlformats.org/officeDocument/2006/relationships/customXml" Target="../ink/ink556.xml"/><Relationship Id="rId208" Type="http://schemas.openxmlformats.org/officeDocument/2006/relationships/customXml" Target="../ink/ink563.xml"/><Relationship Id="rId415" Type="http://schemas.openxmlformats.org/officeDocument/2006/relationships/customXml" Target="../ink/ink667.xml"/><Relationship Id="rId622" Type="http://schemas.openxmlformats.org/officeDocument/2006/relationships/customXml" Target="../ink/ink771.xml"/><Relationship Id="rId261" Type="http://schemas.openxmlformats.org/officeDocument/2006/relationships/image" Target="../media/image588.png"/><Relationship Id="rId499" Type="http://schemas.openxmlformats.org/officeDocument/2006/relationships/customXml" Target="../ink/ink709.xml"/><Relationship Id="rId56" Type="http://schemas.openxmlformats.org/officeDocument/2006/relationships/customXml" Target="../ink/ink487.xml"/><Relationship Id="rId359" Type="http://schemas.openxmlformats.org/officeDocument/2006/relationships/customXml" Target="../ink/ink639.xml"/><Relationship Id="rId566" Type="http://schemas.openxmlformats.org/officeDocument/2006/relationships/customXml" Target="../ink/ink743.xml"/><Relationship Id="rId121" Type="http://schemas.openxmlformats.org/officeDocument/2006/relationships/image" Target="../media/image518.png"/><Relationship Id="rId219" Type="http://schemas.openxmlformats.org/officeDocument/2006/relationships/image" Target="../media/image567.png"/><Relationship Id="rId426" Type="http://schemas.openxmlformats.org/officeDocument/2006/relationships/image" Target="../media/image670.png"/><Relationship Id="rId633" Type="http://schemas.openxmlformats.org/officeDocument/2006/relationships/image" Target="../media/image773.png"/><Relationship Id="rId67" Type="http://schemas.openxmlformats.org/officeDocument/2006/relationships/image" Target="../media/image491.png"/><Relationship Id="rId272" Type="http://schemas.openxmlformats.org/officeDocument/2006/relationships/customXml" Target="../ink/ink595.xml"/><Relationship Id="rId577" Type="http://schemas.openxmlformats.org/officeDocument/2006/relationships/image" Target="../media/image745.png"/><Relationship Id="rId700" Type="http://schemas.openxmlformats.org/officeDocument/2006/relationships/customXml" Target="../ink/ink810.xml"/><Relationship Id="rId132" Type="http://schemas.openxmlformats.org/officeDocument/2006/relationships/customXml" Target="../ink/ink525.xml"/><Relationship Id="rId437" Type="http://schemas.openxmlformats.org/officeDocument/2006/relationships/customXml" Target="../ink/ink678.xml"/><Relationship Id="rId644" Type="http://schemas.openxmlformats.org/officeDocument/2006/relationships/customXml" Target="../ink/ink782.xml"/><Relationship Id="rId283" Type="http://schemas.openxmlformats.org/officeDocument/2006/relationships/image" Target="../media/image599.png"/><Relationship Id="rId490" Type="http://schemas.openxmlformats.org/officeDocument/2006/relationships/image" Target="../media/image702.png"/><Relationship Id="rId504" Type="http://schemas.openxmlformats.org/officeDocument/2006/relationships/image" Target="../media/image709.png"/><Relationship Id="rId711" Type="http://schemas.openxmlformats.org/officeDocument/2006/relationships/image" Target="../media/image812.png"/><Relationship Id="rId78" Type="http://schemas.openxmlformats.org/officeDocument/2006/relationships/customXml" Target="../ink/ink498.xml"/><Relationship Id="rId143" Type="http://schemas.openxmlformats.org/officeDocument/2006/relationships/image" Target="../media/image529.png"/><Relationship Id="rId350" Type="http://schemas.openxmlformats.org/officeDocument/2006/relationships/customXml" Target="../ink/ink634.xml"/><Relationship Id="rId588" Type="http://schemas.openxmlformats.org/officeDocument/2006/relationships/customXml" Target="../ink/ink754.xml"/><Relationship Id="rId9" Type="http://schemas.openxmlformats.org/officeDocument/2006/relationships/image" Target="../media/image384.png"/><Relationship Id="rId210" Type="http://schemas.openxmlformats.org/officeDocument/2006/relationships/customXml" Target="../ink/ink564.xml"/><Relationship Id="rId448" Type="http://schemas.openxmlformats.org/officeDocument/2006/relationships/image" Target="../media/image681.png"/><Relationship Id="rId655" Type="http://schemas.openxmlformats.org/officeDocument/2006/relationships/image" Target="../media/image784.png"/><Relationship Id="rId294" Type="http://schemas.openxmlformats.org/officeDocument/2006/relationships/customXml" Target="../ink/ink606.xml"/><Relationship Id="rId308" Type="http://schemas.openxmlformats.org/officeDocument/2006/relationships/customXml" Target="../ink/ink613.xml"/><Relationship Id="rId515" Type="http://schemas.openxmlformats.org/officeDocument/2006/relationships/customXml" Target="../ink/ink717.xml"/><Relationship Id="rId722" Type="http://schemas.openxmlformats.org/officeDocument/2006/relationships/customXml" Target="../ink/ink821.xml"/><Relationship Id="rId89" Type="http://schemas.openxmlformats.org/officeDocument/2006/relationships/image" Target="../media/image502.png"/><Relationship Id="rId154" Type="http://schemas.openxmlformats.org/officeDocument/2006/relationships/customXml" Target="../ink/ink536.xml"/><Relationship Id="rId361" Type="http://schemas.openxmlformats.org/officeDocument/2006/relationships/customXml" Target="../ink/ink640.xml"/><Relationship Id="rId599" Type="http://schemas.openxmlformats.org/officeDocument/2006/relationships/image" Target="../media/image756.png"/><Relationship Id="rId459" Type="http://schemas.openxmlformats.org/officeDocument/2006/relationships/customXml" Target="../ink/ink689.xml"/><Relationship Id="rId666" Type="http://schemas.openxmlformats.org/officeDocument/2006/relationships/customXml" Target="../ink/ink793.xml"/><Relationship Id="rId16" Type="http://schemas.openxmlformats.org/officeDocument/2006/relationships/customXml" Target="../ink/ink467.xml"/><Relationship Id="rId221" Type="http://schemas.openxmlformats.org/officeDocument/2006/relationships/image" Target="../media/image568.png"/><Relationship Id="rId319" Type="http://schemas.openxmlformats.org/officeDocument/2006/relationships/image" Target="../media/image617.png"/><Relationship Id="rId526" Type="http://schemas.openxmlformats.org/officeDocument/2006/relationships/image" Target="../media/image720.png"/><Relationship Id="rId733" Type="http://schemas.openxmlformats.org/officeDocument/2006/relationships/image" Target="../media/image823.png"/><Relationship Id="rId165" Type="http://schemas.openxmlformats.org/officeDocument/2006/relationships/image" Target="../media/image540.png"/><Relationship Id="rId372" Type="http://schemas.openxmlformats.org/officeDocument/2006/relationships/image" Target="../media/image643.png"/><Relationship Id="rId677" Type="http://schemas.openxmlformats.org/officeDocument/2006/relationships/image" Target="../media/image795.png"/><Relationship Id="rId232" Type="http://schemas.openxmlformats.org/officeDocument/2006/relationships/customXml" Target="../ink/ink575.xml"/><Relationship Id="rId27" Type="http://schemas.openxmlformats.org/officeDocument/2006/relationships/image" Target="../media/image471.png"/><Relationship Id="rId537" Type="http://schemas.openxmlformats.org/officeDocument/2006/relationships/customXml" Target="../ink/ink728.xml"/><Relationship Id="rId744" Type="http://schemas.openxmlformats.org/officeDocument/2006/relationships/customXml" Target="../ink/ink832.xml"/><Relationship Id="rId80" Type="http://schemas.openxmlformats.org/officeDocument/2006/relationships/customXml" Target="../ink/ink499.xml"/><Relationship Id="rId176" Type="http://schemas.openxmlformats.org/officeDocument/2006/relationships/customXml" Target="../ink/ink547.xml"/><Relationship Id="rId383" Type="http://schemas.openxmlformats.org/officeDocument/2006/relationships/customXml" Target="../ink/ink651.xml"/><Relationship Id="rId590" Type="http://schemas.openxmlformats.org/officeDocument/2006/relationships/customXml" Target="../ink/ink755.xml"/><Relationship Id="rId604" Type="http://schemas.openxmlformats.org/officeDocument/2006/relationships/customXml" Target="../ink/ink762.xml"/><Relationship Id="rId243" Type="http://schemas.openxmlformats.org/officeDocument/2006/relationships/image" Target="../media/image579.png"/><Relationship Id="rId450" Type="http://schemas.openxmlformats.org/officeDocument/2006/relationships/image" Target="../media/image682.png"/><Relationship Id="rId688" Type="http://schemas.openxmlformats.org/officeDocument/2006/relationships/customXml" Target="../ink/ink804.xml"/><Relationship Id="rId38" Type="http://schemas.openxmlformats.org/officeDocument/2006/relationships/customXml" Target="../ink/ink478.xml"/><Relationship Id="rId103" Type="http://schemas.openxmlformats.org/officeDocument/2006/relationships/image" Target="../media/image509.png"/><Relationship Id="rId310" Type="http://schemas.openxmlformats.org/officeDocument/2006/relationships/customXml" Target="../ink/ink614.xml"/><Relationship Id="rId548" Type="http://schemas.openxmlformats.org/officeDocument/2006/relationships/customXml" Target="../ink/ink734.xml"/><Relationship Id="rId755" Type="http://schemas.openxmlformats.org/officeDocument/2006/relationships/image" Target="../media/image834.png"/><Relationship Id="rId91" Type="http://schemas.openxmlformats.org/officeDocument/2006/relationships/image" Target="../media/image503.png"/><Relationship Id="rId187" Type="http://schemas.openxmlformats.org/officeDocument/2006/relationships/image" Target="../media/image551.png"/><Relationship Id="rId394" Type="http://schemas.openxmlformats.org/officeDocument/2006/relationships/image" Target="../media/image654.png"/><Relationship Id="rId408" Type="http://schemas.openxmlformats.org/officeDocument/2006/relationships/image" Target="../media/image661.png"/><Relationship Id="rId615" Type="http://schemas.openxmlformats.org/officeDocument/2006/relationships/image" Target="../media/image764.png"/><Relationship Id="rId254" Type="http://schemas.openxmlformats.org/officeDocument/2006/relationships/customXml" Target="../ink/ink586.xml"/><Relationship Id="rId699" Type="http://schemas.openxmlformats.org/officeDocument/2006/relationships/image" Target="../media/image806.png"/><Relationship Id="rId49" Type="http://schemas.openxmlformats.org/officeDocument/2006/relationships/image" Target="../media/image482.png"/><Relationship Id="rId114" Type="http://schemas.openxmlformats.org/officeDocument/2006/relationships/customXml" Target="../ink/ink516.xml"/><Relationship Id="rId461" Type="http://schemas.openxmlformats.org/officeDocument/2006/relationships/customXml" Target="../ink/ink690.xml"/><Relationship Id="rId559" Type="http://schemas.openxmlformats.org/officeDocument/2006/relationships/image" Target="../media/image736.png"/><Relationship Id="rId766" Type="http://schemas.openxmlformats.org/officeDocument/2006/relationships/customXml" Target="../ink/ink843.xml"/><Relationship Id="rId198" Type="http://schemas.openxmlformats.org/officeDocument/2006/relationships/customXml" Target="../ink/ink558.xml"/><Relationship Id="rId321" Type="http://schemas.openxmlformats.org/officeDocument/2006/relationships/image" Target="../media/image618.png"/><Relationship Id="rId419" Type="http://schemas.openxmlformats.org/officeDocument/2006/relationships/customXml" Target="../ink/ink669.xml"/><Relationship Id="rId626" Type="http://schemas.openxmlformats.org/officeDocument/2006/relationships/customXml" Target="../ink/ink773.xml"/><Relationship Id="rId265" Type="http://schemas.openxmlformats.org/officeDocument/2006/relationships/image" Target="../media/image590.png"/><Relationship Id="rId472" Type="http://schemas.openxmlformats.org/officeDocument/2006/relationships/image" Target="../media/image693.png"/><Relationship Id="rId125" Type="http://schemas.openxmlformats.org/officeDocument/2006/relationships/image" Target="../media/image520.png"/><Relationship Id="rId332" Type="http://schemas.openxmlformats.org/officeDocument/2006/relationships/customXml" Target="../ink/ink625.xml"/><Relationship Id="rId637" Type="http://schemas.openxmlformats.org/officeDocument/2006/relationships/image" Target="../media/image775.png"/><Relationship Id="rId276" Type="http://schemas.openxmlformats.org/officeDocument/2006/relationships/customXml" Target="../ink/ink597.xml"/><Relationship Id="rId483" Type="http://schemas.openxmlformats.org/officeDocument/2006/relationships/customXml" Target="../ink/ink701.xml"/><Relationship Id="rId690" Type="http://schemas.openxmlformats.org/officeDocument/2006/relationships/customXml" Target="../ink/ink805.xml"/><Relationship Id="rId704" Type="http://schemas.openxmlformats.org/officeDocument/2006/relationships/customXml" Target="../ink/ink812.xml"/><Relationship Id="rId40" Type="http://schemas.openxmlformats.org/officeDocument/2006/relationships/customXml" Target="../ink/ink479.xml"/><Relationship Id="rId136" Type="http://schemas.openxmlformats.org/officeDocument/2006/relationships/customXml" Target="../ink/ink527.xml"/><Relationship Id="rId343" Type="http://schemas.openxmlformats.org/officeDocument/2006/relationships/image" Target="../media/image629.png"/><Relationship Id="rId550" Type="http://schemas.openxmlformats.org/officeDocument/2006/relationships/customXml" Target="../ink/ink735.xml"/><Relationship Id="rId203" Type="http://schemas.openxmlformats.org/officeDocument/2006/relationships/image" Target="../media/image559.png"/><Relationship Id="rId648" Type="http://schemas.openxmlformats.org/officeDocument/2006/relationships/customXml" Target="../ink/ink784.xml"/><Relationship Id="rId287" Type="http://schemas.openxmlformats.org/officeDocument/2006/relationships/image" Target="../media/image601.png"/><Relationship Id="rId410" Type="http://schemas.openxmlformats.org/officeDocument/2006/relationships/image" Target="../media/image662.png"/><Relationship Id="rId494" Type="http://schemas.openxmlformats.org/officeDocument/2006/relationships/image" Target="../media/image704.png"/><Relationship Id="rId508" Type="http://schemas.openxmlformats.org/officeDocument/2006/relationships/image" Target="../media/image711.png"/><Relationship Id="rId715" Type="http://schemas.openxmlformats.org/officeDocument/2006/relationships/image" Target="../media/image814.png"/><Relationship Id="rId147" Type="http://schemas.openxmlformats.org/officeDocument/2006/relationships/image" Target="../media/image531.png"/><Relationship Id="rId354" Type="http://schemas.openxmlformats.org/officeDocument/2006/relationships/customXml" Target="../ink/ink636.xml"/><Relationship Id="rId51" Type="http://schemas.openxmlformats.org/officeDocument/2006/relationships/image" Target="../media/image483.png"/><Relationship Id="rId561" Type="http://schemas.openxmlformats.org/officeDocument/2006/relationships/image" Target="../media/image737.png"/><Relationship Id="rId659" Type="http://schemas.openxmlformats.org/officeDocument/2006/relationships/image" Target="../media/image786.png"/><Relationship Id="rId214" Type="http://schemas.openxmlformats.org/officeDocument/2006/relationships/customXml" Target="../ink/ink566.xml"/><Relationship Id="rId298" Type="http://schemas.openxmlformats.org/officeDocument/2006/relationships/customXml" Target="../ink/ink608.xml"/><Relationship Id="rId421" Type="http://schemas.openxmlformats.org/officeDocument/2006/relationships/customXml" Target="../ink/ink670.xml"/><Relationship Id="rId519" Type="http://schemas.openxmlformats.org/officeDocument/2006/relationships/customXml" Target="../ink/ink719.xml"/><Relationship Id="rId158" Type="http://schemas.openxmlformats.org/officeDocument/2006/relationships/customXml" Target="../ink/ink538.xml"/><Relationship Id="rId726" Type="http://schemas.openxmlformats.org/officeDocument/2006/relationships/customXml" Target="../ink/ink823.xml"/><Relationship Id="rId62" Type="http://schemas.openxmlformats.org/officeDocument/2006/relationships/customXml" Target="../ink/ink490.xml"/><Relationship Id="rId365" Type="http://schemas.openxmlformats.org/officeDocument/2006/relationships/customXml" Target="../ink/ink642.xml"/><Relationship Id="rId572" Type="http://schemas.openxmlformats.org/officeDocument/2006/relationships/customXml" Target="../ink/ink746.xml"/><Relationship Id="rId225" Type="http://schemas.openxmlformats.org/officeDocument/2006/relationships/image" Target="../media/image570.png"/><Relationship Id="rId432" Type="http://schemas.openxmlformats.org/officeDocument/2006/relationships/image" Target="../media/image673.png"/><Relationship Id="rId737" Type="http://schemas.openxmlformats.org/officeDocument/2006/relationships/image" Target="../media/image825.png"/><Relationship Id="rId73" Type="http://schemas.openxmlformats.org/officeDocument/2006/relationships/image" Target="../media/image494.png"/><Relationship Id="rId169" Type="http://schemas.openxmlformats.org/officeDocument/2006/relationships/image" Target="../media/image542.png"/><Relationship Id="rId376" Type="http://schemas.openxmlformats.org/officeDocument/2006/relationships/image" Target="../media/image645.png"/><Relationship Id="rId583" Type="http://schemas.openxmlformats.org/officeDocument/2006/relationships/image" Target="../media/image748.png"/><Relationship Id="rId4" Type="http://schemas.openxmlformats.org/officeDocument/2006/relationships/customXml" Target="../ink/ink461.xml"/><Relationship Id="rId236" Type="http://schemas.openxmlformats.org/officeDocument/2006/relationships/customXml" Target="../ink/ink577.xml"/><Relationship Id="rId443" Type="http://schemas.openxmlformats.org/officeDocument/2006/relationships/customXml" Target="../ink/ink681.xml"/><Relationship Id="rId650" Type="http://schemas.openxmlformats.org/officeDocument/2006/relationships/customXml" Target="../ink/ink785.xml"/><Relationship Id="rId303" Type="http://schemas.openxmlformats.org/officeDocument/2006/relationships/image" Target="../media/image609.png"/><Relationship Id="rId748" Type="http://schemas.openxmlformats.org/officeDocument/2006/relationships/customXml" Target="../ink/ink834.xml"/></Relationships>
</file>

<file path=ppt/slides/_rels/slide10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799.png"/><Relationship Id="rId21" Type="http://schemas.openxmlformats.org/officeDocument/2006/relationships/image" Target="../media/image751.png"/><Relationship Id="rId324" Type="http://schemas.openxmlformats.org/officeDocument/2006/relationships/customXml" Target="../ink/ink1006.xml"/><Relationship Id="rId531" Type="http://schemas.openxmlformats.org/officeDocument/2006/relationships/image" Target="../media/image946.png"/><Relationship Id="rId170" Type="http://schemas.openxmlformats.org/officeDocument/2006/relationships/customXml" Target="../ink/ink929.xml"/><Relationship Id="rId268" Type="http://schemas.openxmlformats.org/officeDocument/2006/relationships/customXml" Target="../ink/ink978.xml"/><Relationship Id="rId475" Type="http://schemas.openxmlformats.org/officeDocument/2006/relationships/image" Target="../media/image918.png"/><Relationship Id="rId32" Type="http://schemas.openxmlformats.org/officeDocument/2006/relationships/customXml" Target="../ink/ink860.xml"/><Relationship Id="rId128" Type="http://schemas.openxmlformats.org/officeDocument/2006/relationships/customXml" Target="../ink/ink908.xml"/><Relationship Id="rId335" Type="http://schemas.openxmlformats.org/officeDocument/2006/relationships/image" Target="../media/image848.png"/><Relationship Id="rId542" Type="http://schemas.openxmlformats.org/officeDocument/2006/relationships/customXml" Target="../ink/ink1115.xml"/><Relationship Id="rId181" Type="http://schemas.openxmlformats.org/officeDocument/2006/relationships/image" Target="../media/image831.png"/><Relationship Id="rId402" Type="http://schemas.openxmlformats.org/officeDocument/2006/relationships/customXml" Target="../ink/ink1045.xml"/><Relationship Id="rId279" Type="http://schemas.openxmlformats.org/officeDocument/2006/relationships/image" Target="../media/image717.png"/><Relationship Id="rId486" Type="http://schemas.openxmlformats.org/officeDocument/2006/relationships/customXml" Target="../ink/ink1087.xml"/><Relationship Id="rId43" Type="http://schemas.openxmlformats.org/officeDocument/2006/relationships/image" Target="../media/image762.png"/><Relationship Id="rId139" Type="http://schemas.openxmlformats.org/officeDocument/2006/relationships/image" Target="../media/image810.png"/><Relationship Id="rId346" Type="http://schemas.openxmlformats.org/officeDocument/2006/relationships/customXml" Target="../ink/ink1017.xml"/><Relationship Id="rId553" Type="http://schemas.openxmlformats.org/officeDocument/2006/relationships/image" Target="../media/image957.png"/><Relationship Id="rId192" Type="http://schemas.openxmlformats.org/officeDocument/2006/relationships/customXml" Target="../ink/ink940.xml"/><Relationship Id="rId206" Type="http://schemas.openxmlformats.org/officeDocument/2006/relationships/customXml" Target="../ink/ink947.xml"/><Relationship Id="rId413" Type="http://schemas.openxmlformats.org/officeDocument/2006/relationships/image" Target="../media/image887.png"/><Relationship Id="rId497" Type="http://schemas.openxmlformats.org/officeDocument/2006/relationships/image" Target="../media/image929.png"/><Relationship Id="rId620" Type="http://schemas.openxmlformats.org/officeDocument/2006/relationships/customXml" Target="../ink/ink1154.xml"/><Relationship Id="rId357" Type="http://schemas.openxmlformats.org/officeDocument/2006/relationships/image" Target="../media/image859.png"/><Relationship Id="rId54" Type="http://schemas.openxmlformats.org/officeDocument/2006/relationships/customXml" Target="../ink/ink871.xml"/><Relationship Id="rId217" Type="http://schemas.openxmlformats.org/officeDocument/2006/relationships/image" Target="../media/image686.png"/><Relationship Id="rId564" Type="http://schemas.openxmlformats.org/officeDocument/2006/relationships/customXml" Target="../ink/ink1126.xml"/><Relationship Id="rId424" Type="http://schemas.openxmlformats.org/officeDocument/2006/relationships/customXml" Target="../ink/ink1056.xml"/><Relationship Id="rId270" Type="http://schemas.openxmlformats.org/officeDocument/2006/relationships/customXml" Target="../ink/ink979.xml"/><Relationship Id="rId65" Type="http://schemas.openxmlformats.org/officeDocument/2006/relationships/image" Target="../media/image773.png"/><Relationship Id="rId130" Type="http://schemas.openxmlformats.org/officeDocument/2006/relationships/customXml" Target="../ink/ink909.xml"/><Relationship Id="rId368" Type="http://schemas.openxmlformats.org/officeDocument/2006/relationships/customXml" Target="../ink/ink1028.xml"/><Relationship Id="rId575" Type="http://schemas.openxmlformats.org/officeDocument/2006/relationships/image" Target="../media/image968.png"/><Relationship Id="rId228" Type="http://schemas.openxmlformats.org/officeDocument/2006/relationships/customXml" Target="../ink/ink958.xml"/><Relationship Id="rId435" Type="http://schemas.openxmlformats.org/officeDocument/2006/relationships/image" Target="../media/image898.png"/><Relationship Id="rId281" Type="http://schemas.openxmlformats.org/officeDocument/2006/relationships/image" Target="../media/image718.png"/><Relationship Id="rId502" Type="http://schemas.openxmlformats.org/officeDocument/2006/relationships/customXml" Target="../ink/ink1095.xml"/><Relationship Id="rId76" Type="http://schemas.openxmlformats.org/officeDocument/2006/relationships/customXml" Target="../ink/ink882.xml"/><Relationship Id="rId141" Type="http://schemas.openxmlformats.org/officeDocument/2006/relationships/image" Target="../media/image811.png"/><Relationship Id="rId379" Type="http://schemas.openxmlformats.org/officeDocument/2006/relationships/image" Target="../media/image870.png"/><Relationship Id="rId586" Type="http://schemas.openxmlformats.org/officeDocument/2006/relationships/customXml" Target="../ink/ink1137.xml"/><Relationship Id="rId7" Type="http://schemas.openxmlformats.org/officeDocument/2006/relationships/image" Target="../media/image744.png"/><Relationship Id="rId239" Type="http://schemas.openxmlformats.org/officeDocument/2006/relationships/image" Target="../media/image697.png"/><Relationship Id="rId446" Type="http://schemas.openxmlformats.org/officeDocument/2006/relationships/customXml" Target="../ink/ink1067.xml"/><Relationship Id="rId292" Type="http://schemas.openxmlformats.org/officeDocument/2006/relationships/customXml" Target="../ink/ink990.xml"/><Relationship Id="rId306" Type="http://schemas.openxmlformats.org/officeDocument/2006/relationships/customXml" Target="../ink/ink997.xml"/><Relationship Id="rId87" Type="http://schemas.openxmlformats.org/officeDocument/2006/relationships/image" Target="../media/image784.png"/><Relationship Id="rId513" Type="http://schemas.openxmlformats.org/officeDocument/2006/relationships/image" Target="../media/image937.png"/><Relationship Id="rId597" Type="http://schemas.openxmlformats.org/officeDocument/2006/relationships/image" Target="../media/image979.png"/><Relationship Id="rId152" Type="http://schemas.openxmlformats.org/officeDocument/2006/relationships/customXml" Target="../ink/ink920.xml"/><Relationship Id="rId457" Type="http://schemas.openxmlformats.org/officeDocument/2006/relationships/image" Target="../media/image909.png"/><Relationship Id="rId14" Type="http://schemas.openxmlformats.org/officeDocument/2006/relationships/customXml" Target="../ink/ink851.xml"/><Relationship Id="rId317" Type="http://schemas.openxmlformats.org/officeDocument/2006/relationships/image" Target="../media/image735.png"/><Relationship Id="rId524" Type="http://schemas.openxmlformats.org/officeDocument/2006/relationships/customXml" Target="../ink/ink1106.xml"/><Relationship Id="rId98" Type="http://schemas.openxmlformats.org/officeDocument/2006/relationships/customXml" Target="../ink/ink893.xml"/><Relationship Id="rId163" Type="http://schemas.openxmlformats.org/officeDocument/2006/relationships/image" Target="../media/image822.png"/><Relationship Id="rId370" Type="http://schemas.openxmlformats.org/officeDocument/2006/relationships/customXml" Target="../ink/ink1029.xml"/><Relationship Id="rId230" Type="http://schemas.openxmlformats.org/officeDocument/2006/relationships/customXml" Target="../ink/ink959.xml"/><Relationship Id="rId468" Type="http://schemas.openxmlformats.org/officeDocument/2006/relationships/customXml" Target="../ink/ink1078.xml"/><Relationship Id="rId25" Type="http://schemas.openxmlformats.org/officeDocument/2006/relationships/image" Target="../media/image753.png"/><Relationship Id="rId328" Type="http://schemas.openxmlformats.org/officeDocument/2006/relationships/customXml" Target="../ink/ink1008.xml"/><Relationship Id="rId535" Type="http://schemas.openxmlformats.org/officeDocument/2006/relationships/image" Target="../media/image948.png"/><Relationship Id="rId174" Type="http://schemas.openxmlformats.org/officeDocument/2006/relationships/customXml" Target="../ink/ink931.xml"/><Relationship Id="rId381" Type="http://schemas.openxmlformats.org/officeDocument/2006/relationships/image" Target="../media/image871.png"/><Relationship Id="rId602" Type="http://schemas.openxmlformats.org/officeDocument/2006/relationships/customXml" Target="../ink/ink1145.xml"/><Relationship Id="rId241" Type="http://schemas.openxmlformats.org/officeDocument/2006/relationships/image" Target="../media/image698.png"/><Relationship Id="rId437" Type="http://schemas.openxmlformats.org/officeDocument/2006/relationships/image" Target="../media/image899.png"/><Relationship Id="rId479" Type="http://schemas.openxmlformats.org/officeDocument/2006/relationships/image" Target="../media/image920.png"/><Relationship Id="rId36" Type="http://schemas.openxmlformats.org/officeDocument/2006/relationships/customXml" Target="../ink/ink862.xml"/><Relationship Id="rId283" Type="http://schemas.openxmlformats.org/officeDocument/2006/relationships/image" Target="../media/image719.png"/><Relationship Id="rId339" Type="http://schemas.openxmlformats.org/officeDocument/2006/relationships/image" Target="../media/image850.png"/><Relationship Id="rId490" Type="http://schemas.openxmlformats.org/officeDocument/2006/relationships/customXml" Target="../ink/ink1089.xml"/><Relationship Id="rId504" Type="http://schemas.openxmlformats.org/officeDocument/2006/relationships/customXml" Target="../ink/ink1096.xml"/><Relationship Id="rId546" Type="http://schemas.openxmlformats.org/officeDocument/2006/relationships/customXml" Target="../ink/ink1117.xml"/><Relationship Id="rId78" Type="http://schemas.openxmlformats.org/officeDocument/2006/relationships/customXml" Target="../ink/ink883.xml"/><Relationship Id="rId101" Type="http://schemas.openxmlformats.org/officeDocument/2006/relationships/image" Target="../media/image791.png"/><Relationship Id="rId143" Type="http://schemas.openxmlformats.org/officeDocument/2006/relationships/image" Target="../media/image812.png"/><Relationship Id="rId185" Type="http://schemas.openxmlformats.org/officeDocument/2006/relationships/image" Target="../media/image833.png"/><Relationship Id="rId350" Type="http://schemas.openxmlformats.org/officeDocument/2006/relationships/customXml" Target="../ink/ink1019.xml"/><Relationship Id="rId406" Type="http://schemas.openxmlformats.org/officeDocument/2006/relationships/customXml" Target="../ink/ink1047.xml"/><Relationship Id="rId588" Type="http://schemas.openxmlformats.org/officeDocument/2006/relationships/customXml" Target="../ink/ink1138.xml"/><Relationship Id="rId9" Type="http://schemas.openxmlformats.org/officeDocument/2006/relationships/image" Target="../media/image745.png"/><Relationship Id="rId210" Type="http://schemas.openxmlformats.org/officeDocument/2006/relationships/customXml" Target="../ink/ink949.xml"/><Relationship Id="rId392" Type="http://schemas.openxmlformats.org/officeDocument/2006/relationships/customXml" Target="../ink/ink1040.xml"/><Relationship Id="rId448" Type="http://schemas.openxmlformats.org/officeDocument/2006/relationships/customXml" Target="../ink/ink1068.xml"/><Relationship Id="rId613" Type="http://schemas.openxmlformats.org/officeDocument/2006/relationships/image" Target="../media/image987.png"/><Relationship Id="rId252" Type="http://schemas.openxmlformats.org/officeDocument/2006/relationships/customXml" Target="../ink/ink970.xml"/><Relationship Id="rId294" Type="http://schemas.openxmlformats.org/officeDocument/2006/relationships/customXml" Target="../ink/ink991.xml"/><Relationship Id="rId308" Type="http://schemas.openxmlformats.org/officeDocument/2006/relationships/customXml" Target="../ink/ink998.xml"/><Relationship Id="rId515" Type="http://schemas.openxmlformats.org/officeDocument/2006/relationships/image" Target="../media/image938.png"/><Relationship Id="rId47" Type="http://schemas.openxmlformats.org/officeDocument/2006/relationships/image" Target="../media/image764.png"/><Relationship Id="rId89" Type="http://schemas.openxmlformats.org/officeDocument/2006/relationships/image" Target="../media/image785.png"/><Relationship Id="rId112" Type="http://schemas.openxmlformats.org/officeDocument/2006/relationships/customXml" Target="../ink/ink900.xml"/><Relationship Id="rId154" Type="http://schemas.openxmlformats.org/officeDocument/2006/relationships/customXml" Target="../ink/ink921.xml"/><Relationship Id="rId361" Type="http://schemas.openxmlformats.org/officeDocument/2006/relationships/image" Target="../media/image861.png"/><Relationship Id="rId557" Type="http://schemas.openxmlformats.org/officeDocument/2006/relationships/image" Target="../media/image959.png"/><Relationship Id="rId599" Type="http://schemas.openxmlformats.org/officeDocument/2006/relationships/image" Target="../media/image980.png"/><Relationship Id="rId196" Type="http://schemas.openxmlformats.org/officeDocument/2006/relationships/customXml" Target="../ink/ink942.xml"/><Relationship Id="rId417" Type="http://schemas.openxmlformats.org/officeDocument/2006/relationships/image" Target="../media/image889.png"/><Relationship Id="rId459" Type="http://schemas.openxmlformats.org/officeDocument/2006/relationships/image" Target="../media/image910.png"/><Relationship Id="rId16" Type="http://schemas.openxmlformats.org/officeDocument/2006/relationships/customXml" Target="../ink/ink852.xml"/><Relationship Id="rId221" Type="http://schemas.openxmlformats.org/officeDocument/2006/relationships/image" Target="../media/image688.png"/><Relationship Id="rId263" Type="http://schemas.openxmlformats.org/officeDocument/2006/relationships/image" Target="../media/image709.png"/><Relationship Id="rId319" Type="http://schemas.openxmlformats.org/officeDocument/2006/relationships/image" Target="../media/image736.png"/><Relationship Id="rId470" Type="http://schemas.openxmlformats.org/officeDocument/2006/relationships/customXml" Target="../ink/ink1079.xml"/><Relationship Id="rId526" Type="http://schemas.openxmlformats.org/officeDocument/2006/relationships/customXml" Target="../ink/ink1107.xml"/><Relationship Id="rId58" Type="http://schemas.openxmlformats.org/officeDocument/2006/relationships/customXml" Target="../ink/ink873.xml"/><Relationship Id="rId123" Type="http://schemas.openxmlformats.org/officeDocument/2006/relationships/image" Target="../media/image802.png"/><Relationship Id="rId330" Type="http://schemas.openxmlformats.org/officeDocument/2006/relationships/customXml" Target="../ink/ink1009.xml"/><Relationship Id="rId568" Type="http://schemas.openxmlformats.org/officeDocument/2006/relationships/customXml" Target="../ink/ink1128.xml"/><Relationship Id="rId165" Type="http://schemas.openxmlformats.org/officeDocument/2006/relationships/image" Target="../media/image823.png"/><Relationship Id="rId372" Type="http://schemas.openxmlformats.org/officeDocument/2006/relationships/customXml" Target="../ink/ink1030.xml"/><Relationship Id="rId428" Type="http://schemas.openxmlformats.org/officeDocument/2006/relationships/customXml" Target="../ink/ink1058.xml"/><Relationship Id="rId232" Type="http://schemas.openxmlformats.org/officeDocument/2006/relationships/customXml" Target="../ink/ink960.xml"/><Relationship Id="rId274" Type="http://schemas.openxmlformats.org/officeDocument/2006/relationships/customXml" Target="../ink/ink981.xml"/><Relationship Id="rId481" Type="http://schemas.openxmlformats.org/officeDocument/2006/relationships/image" Target="../media/image921.png"/><Relationship Id="rId27" Type="http://schemas.openxmlformats.org/officeDocument/2006/relationships/image" Target="../media/image754.png"/><Relationship Id="rId69" Type="http://schemas.openxmlformats.org/officeDocument/2006/relationships/image" Target="../media/image775.png"/><Relationship Id="rId134" Type="http://schemas.openxmlformats.org/officeDocument/2006/relationships/customXml" Target="../ink/ink911.xml"/><Relationship Id="rId537" Type="http://schemas.openxmlformats.org/officeDocument/2006/relationships/image" Target="../media/image949.png"/><Relationship Id="rId579" Type="http://schemas.openxmlformats.org/officeDocument/2006/relationships/image" Target="../media/image970.png"/><Relationship Id="rId80" Type="http://schemas.openxmlformats.org/officeDocument/2006/relationships/customXml" Target="../ink/ink884.xml"/><Relationship Id="rId176" Type="http://schemas.openxmlformats.org/officeDocument/2006/relationships/customXml" Target="../ink/ink932.xml"/><Relationship Id="rId341" Type="http://schemas.openxmlformats.org/officeDocument/2006/relationships/image" Target="../media/image851.png"/><Relationship Id="rId383" Type="http://schemas.openxmlformats.org/officeDocument/2006/relationships/image" Target="../media/image872.png"/><Relationship Id="rId439" Type="http://schemas.openxmlformats.org/officeDocument/2006/relationships/image" Target="../media/image900.png"/><Relationship Id="rId590" Type="http://schemas.openxmlformats.org/officeDocument/2006/relationships/customXml" Target="../ink/ink1139.xml"/><Relationship Id="rId604" Type="http://schemas.openxmlformats.org/officeDocument/2006/relationships/customXml" Target="../ink/ink1146.xml"/><Relationship Id="rId201" Type="http://schemas.openxmlformats.org/officeDocument/2006/relationships/image" Target="../media/image841.png"/><Relationship Id="rId243" Type="http://schemas.openxmlformats.org/officeDocument/2006/relationships/image" Target="../media/image699.png"/><Relationship Id="rId285" Type="http://schemas.openxmlformats.org/officeDocument/2006/relationships/image" Target="../media/image720.png"/><Relationship Id="rId450" Type="http://schemas.openxmlformats.org/officeDocument/2006/relationships/customXml" Target="../ink/ink1069.xml"/><Relationship Id="rId506" Type="http://schemas.openxmlformats.org/officeDocument/2006/relationships/customXml" Target="../ink/ink1097.xml"/><Relationship Id="rId38" Type="http://schemas.openxmlformats.org/officeDocument/2006/relationships/customXml" Target="../ink/ink863.xml"/><Relationship Id="rId103" Type="http://schemas.openxmlformats.org/officeDocument/2006/relationships/image" Target="../media/image792.png"/><Relationship Id="rId310" Type="http://schemas.openxmlformats.org/officeDocument/2006/relationships/customXml" Target="../ink/ink999.xml"/><Relationship Id="rId492" Type="http://schemas.openxmlformats.org/officeDocument/2006/relationships/customXml" Target="../ink/ink1090.xml"/><Relationship Id="rId548" Type="http://schemas.openxmlformats.org/officeDocument/2006/relationships/customXml" Target="../ink/ink1118.xml"/><Relationship Id="rId91" Type="http://schemas.openxmlformats.org/officeDocument/2006/relationships/image" Target="../media/image786.png"/><Relationship Id="rId145" Type="http://schemas.openxmlformats.org/officeDocument/2006/relationships/image" Target="../media/image813.png"/><Relationship Id="rId187" Type="http://schemas.openxmlformats.org/officeDocument/2006/relationships/image" Target="../media/image834.png"/><Relationship Id="rId352" Type="http://schemas.openxmlformats.org/officeDocument/2006/relationships/customXml" Target="../ink/ink1020.xml"/><Relationship Id="rId394" Type="http://schemas.openxmlformats.org/officeDocument/2006/relationships/customXml" Target="../ink/ink1041.xml"/><Relationship Id="rId408" Type="http://schemas.openxmlformats.org/officeDocument/2006/relationships/customXml" Target="../ink/ink1048.xml"/><Relationship Id="rId615" Type="http://schemas.openxmlformats.org/officeDocument/2006/relationships/image" Target="../media/image988.png"/><Relationship Id="rId212" Type="http://schemas.openxmlformats.org/officeDocument/2006/relationships/customXml" Target="../ink/ink950.xml"/><Relationship Id="rId254" Type="http://schemas.openxmlformats.org/officeDocument/2006/relationships/customXml" Target="../ink/ink971.xml"/><Relationship Id="rId49" Type="http://schemas.openxmlformats.org/officeDocument/2006/relationships/image" Target="../media/image765.png"/><Relationship Id="rId114" Type="http://schemas.openxmlformats.org/officeDocument/2006/relationships/customXml" Target="../ink/ink901.xml"/><Relationship Id="rId296" Type="http://schemas.openxmlformats.org/officeDocument/2006/relationships/customXml" Target="../ink/ink992.xml"/><Relationship Id="rId461" Type="http://schemas.openxmlformats.org/officeDocument/2006/relationships/image" Target="../media/image911.png"/><Relationship Id="rId517" Type="http://schemas.openxmlformats.org/officeDocument/2006/relationships/image" Target="../media/image939.png"/><Relationship Id="rId559" Type="http://schemas.openxmlformats.org/officeDocument/2006/relationships/image" Target="../media/image960.png"/><Relationship Id="rId60" Type="http://schemas.openxmlformats.org/officeDocument/2006/relationships/customXml" Target="../ink/ink874.xml"/><Relationship Id="rId156" Type="http://schemas.openxmlformats.org/officeDocument/2006/relationships/customXml" Target="../ink/ink922.xml"/><Relationship Id="rId198" Type="http://schemas.openxmlformats.org/officeDocument/2006/relationships/customXml" Target="../ink/ink943.xml"/><Relationship Id="rId321" Type="http://schemas.openxmlformats.org/officeDocument/2006/relationships/image" Target="../media/image737.png"/><Relationship Id="rId363" Type="http://schemas.openxmlformats.org/officeDocument/2006/relationships/image" Target="../media/image862.png"/><Relationship Id="rId419" Type="http://schemas.openxmlformats.org/officeDocument/2006/relationships/image" Target="../media/image890.png"/><Relationship Id="rId570" Type="http://schemas.openxmlformats.org/officeDocument/2006/relationships/customXml" Target="../ink/ink1129.xml"/><Relationship Id="rId223" Type="http://schemas.openxmlformats.org/officeDocument/2006/relationships/image" Target="../media/image689.png"/><Relationship Id="rId430" Type="http://schemas.openxmlformats.org/officeDocument/2006/relationships/customXml" Target="../ink/ink1059.xml"/><Relationship Id="rId18" Type="http://schemas.openxmlformats.org/officeDocument/2006/relationships/customXml" Target="../ink/ink853.xml"/><Relationship Id="rId265" Type="http://schemas.openxmlformats.org/officeDocument/2006/relationships/image" Target="../media/image710.png"/><Relationship Id="rId472" Type="http://schemas.openxmlformats.org/officeDocument/2006/relationships/customXml" Target="../ink/ink1080.xml"/><Relationship Id="rId528" Type="http://schemas.openxmlformats.org/officeDocument/2006/relationships/customXml" Target="../ink/ink1108.xml"/><Relationship Id="rId125" Type="http://schemas.openxmlformats.org/officeDocument/2006/relationships/image" Target="../media/image803.png"/><Relationship Id="rId167" Type="http://schemas.openxmlformats.org/officeDocument/2006/relationships/image" Target="../media/image824.png"/><Relationship Id="rId332" Type="http://schemas.openxmlformats.org/officeDocument/2006/relationships/customXml" Target="../ink/ink1010.xml"/><Relationship Id="rId374" Type="http://schemas.openxmlformats.org/officeDocument/2006/relationships/customXml" Target="../ink/ink1031.xml"/><Relationship Id="rId581" Type="http://schemas.openxmlformats.org/officeDocument/2006/relationships/image" Target="../media/image971.png"/><Relationship Id="rId71" Type="http://schemas.openxmlformats.org/officeDocument/2006/relationships/image" Target="../media/image776.png"/><Relationship Id="rId234" Type="http://schemas.openxmlformats.org/officeDocument/2006/relationships/customXml" Target="../ink/ink961.xml"/><Relationship Id="rId2" Type="http://schemas.openxmlformats.org/officeDocument/2006/relationships/customXml" Target="../ink/ink845.xml"/><Relationship Id="rId29" Type="http://schemas.openxmlformats.org/officeDocument/2006/relationships/image" Target="../media/image755.png"/><Relationship Id="rId276" Type="http://schemas.openxmlformats.org/officeDocument/2006/relationships/customXml" Target="../ink/ink982.xml"/><Relationship Id="rId441" Type="http://schemas.openxmlformats.org/officeDocument/2006/relationships/image" Target="../media/image901.png"/><Relationship Id="rId483" Type="http://schemas.openxmlformats.org/officeDocument/2006/relationships/image" Target="../media/image922.png"/><Relationship Id="rId539" Type="http://schemas.openxmlformats.org/officeDocument/2006/relationships/image" Target="../media/image950.png"/><Relationship Id="rId40" Type="http://schemas.openxmlformats.org/officeDocument/2006/relationships/customXml" Target="../ink/ink864.xml"/><Relationship Id="rId136" Type="http://schemas.openxmlformats.org/officeDocument/2006/relationships/customXml" Target="../ink/ink912.xml"/><Relationship Id="rId178" Type="http://schemas.openxmlformats.org/officeDocument/2006/relationships/customXml" Target="../ink/ink933.xml"/><Relationship Id="rId301" Type="http://schemas.openxmlformats.org/officeDocument/2006/relationships/image" Target="../media/image728.png"/><Relationship Id="rId343" Type="http://schemas.openxmlformats.org/officeDocument/2006/relationships/image" Target="../media/image852.png"/><Relationship Id="rId550" Type="http://schemas.openxmlformats.org/officeDocument/2006/relationships/customXml" Target="../ink/ink1119.xml"/><Relationship Id="rId82" Type="http://schemas.openxmlformats.org/officeDocument/2006/relationships/customXml" Target="../ink/ink885.xml"/><Relationship Id="rId203" Type="http://schemas.openxmlformats.org/officeDocument/2006/relationships/image" Target="../media/image679.png"/><Relationship Id="rId385" Type="http://schemas.openxmlformats.org/officeDocument/2006/relationships/image" Target="../media/image873.png"/><Relationship Id="rId592" Type="http://schemas.openxmlformats.org/officeDocument/2006/relationships/customXml" Target="../ink/ink1140.xml"/><Relationship Id="rId606" Type="http://schemas.openxmlformats.org/officeDocument/2006/relationships/customXml" Target="../ink/ink1147.xml"/><Relationship Id="rId245" Type="http://schemas.openxmlformats.org/officeDocument/2006/relationships/image" Target="../media/image700.png"/><Relationship Id="rId287" Type="http://schemas.openxmlformats.org/officeDocument/2006/relationships/image" Target="../media/image721.png"/><Relationship Id="rId410" Type="http://schemas.openxmlformats.org/officeDocument/2006/relationships/customXml" Target="../ink/ink1049.xml"/><Relationship Id="rId452" Type="http://schemas.openxmlformats.org/officeDocument/2006/relationships/customXml" Target="../ink/ink1070.xml"/><Relationship Id="rId494" Type="http://schemas.openxmlformats.org/officeDocument/2006/relationships/customXml" Target="../ink/ink1091.xml"/><Relationship Id="rId508" Type="http://schemas.openxmlformats.org/officeDocument/2006/relationships/customXml" Target="../ink/ink1098.xml"/><Relationship Id="rId105" Type="http://schemas.openxmlformats.org/officeDocument/2006/relationships/image" Target="../media/image793.png"/><Relationship Id="rId147" Type="http://schemas.openxmlformats.org/officeDocument/2006/relationships/image" Target="../media/image814.png"/><Relationship Id="rId312" Type="http://schemas.openxmlformats.org/officeDocument/2006/relationships/customXml" Target="../ink/ink1000.xml"/><Relationship Id="rId354" Type="http://schemas.openxmlformats.org/officeDocument/2006/relationships/customXml" Target="../ink/ink1021.xml"/><Relationship Id="rId51" Type="http://schemas.openxmlformats.org/officeDocument/2006/relationships/image" Target="../media/image766.png"/><Relationship Id="rId93" Type="http://schemas.openxmlformats.org/officeDocument/2006/relationships/image" Target="../media/image787.png"/><Relationship Id="rId189" Type="http://schemas.openxmlformats.org/officeDocument/2006/relationships/image" Target="../media/image835.png"/><Relationship Id="rId396" Type="http://schemas.openxmlformats.org/officeDocument/2006/relationships/customXml" Target="../ink/ink1042.xml"/><Relationship Id="rId561" Type="http://schemas.openxmlformats.org/officeDocument/2006/relationships/image" Target="../media/image961.png"/><Relationship Id="rId617" Type="http://schemas.openxmlformats.org/officeDocument/2006/relationships/image" Target="../media/image989.png"/><Relationship Id="rId214" Type="http://schemas.openxmlformats.org/officeDocument/2006/relationships/customXml" Target="../ink/ink951.xml"/><Relationship Id="rId256" Type="http://schemas.openxmlformats.org/officeDocument/2006/relationships/customXml" Target="../ink/ink972.xml"/><Relationship Id="rId298" Type="http://schemas.openxmlformats.org/officeDocument/2006/relationships/customXml" Target="../ink/ink993.xml"/><Relationship Id="rId421" Type="http://schemas.openxmlformats.org/officeDocument/2006/relationships/image" Target="../media/image891.png"/><Relationship Id="rId463" Type="http://schemas.openxmlformats.org/officeDocument/2006/relationships/image" Target="../media/image912.png"/><Relationship Id="rId519" Type="http://schemas.openxmlformats.org/officeDocument/2006/relationships/image" Target="../media/image940.png"/><Relationship Id="rId116" Type="http://schemas.openxmlformats.org/officeDocument/2006/relationships/customXml" Target="../ink/ink902.xml"/><Relationship Id="rId158" Type="http://schemas.openxmlformats.org/officeDocument/2006/relationships/customXml" Target="../ink/ink923.xml"/><Relationship Id="rId323" Type="http://schemas.openxmlformats.org/officeDocument/2006/relationships/image" Target="../media/image842.png"/><Relationship Id="rId530" Type="http://schemas.openxmlformats.org/officeDocument/2006/relationships/customXml" Target="../ink/ink1109.xml"/><Relationship Id="rId20" Type="http://schemas.openxmlformats.org/officeDocument/2006/relationships/customXml" Target="../ink/ink854.xml"/><Relationship Id="rId62" Type="http://schemas.openxmlformats.org/officeDocument/2006/relationships/customXml" Target="../ink/ink875.xml"/><Relationship Id="rId365" Type="http://schemas.openxmlformats.org/officeDocument/2006/relationships/image" Target="../media/image863.png"/><Relationship Id="rId572" Type="http://schemas.openxmlformats.org/officeDocument/2006/relationships/customXml" Target="../ink/ink1130.xml"/><Relationship Id="rId225" Type="http://schemas.openxmlformats.org/officeDocument/2006/relationships/image" Target="../media/image690.png"/><Relationship Id="rId267" Type="http://schemas.openxmlformats.org/officeDocument/2006/relationships/image" Target="../media/image711.png"/><Relationship Id="rId432" Type="http://schemas.openxmlformats.org/officeDocument/2006/relationships/customXml" Target="../ink/ink1060.xml"/><Relationship Id="rId474" Type="http://schemas.openxmlformats.org/officeDocument/2006/relationships/customXml" Target="../ink/ink1081.xml"/><Relationship Id="rId127" Type="http://schemas.openxmlformats.org/officeDocument/2006/relationships/image" Target="../media/image804.png"/><Relationship Id="rId31" Type="http://schemas.openxmlformats.org/officeDocument/2006/relationships/image" Target="../media/image756.png"/><Relationship Id="rId73" Type="http://schemas.openxmlformats.org/officeDocument/2006/relationships/image" Target="../media/image777.png"/><Relationship Id="rId169" Type="http://schemas.openxmlformats.org/officeDocument/2006/relationships/image" Target="../media/image825.png"/><Relationship Id="rId334" Type="http://schemas.openxmlformats.org/officeDocument/2006/relationships/customXml" Target="../ink/ink1011.xml"/><Relationship Id="rId376" Type="http://schemas.openxmlformats.org/officeDocument/2006/relationships/customXml" Target="../ink/ink1032.xml"/><Relationship Id="rId541" Type="http://schemas.openxmlformats.org/officeDocument/2006/relationships/image" Target="../media/image951.png"/><Relationship Id="rId583" Type="http://schemas.openxmlformats.org/officeDocument/2006/relationships/image" Target="../media/image972.png"/><Relationship Id="rId4" Type="http://schemas.openxmlformats.org/officeDocument/2006/relationships/customXml" Target="../ink/ink846.xml"/><Relationship Id="rId180" Type="http://schemas.openxmlformats.org/officeDocument/2006/relationships/customXml" Target="../ink/ink934.xml"/><Relationship Id="rId236" Type="http://schemas.openxmlformats.org/officeDocument/2006/relationships/customXml" Target="../ink/ink962.xml"/><Relationship Id="rId278" Type="http://schemas.openxmlformats.org/officeDocument/2006/relationships/customXml" Target="../ink/ink983.xml"/><Relationship Id="rId401" Type="http://schemas.openxmlformats.org/officeDocument/2006/relationships/image" Target="../media/image881.png"/><Relationship Id="rId443" Type="http://schemas.openxmlformats.org/officeDocument/2006/relationships/image" Target="../media/image902.png"/><Relationship Id="rId303" Type="http://schemas.openxmlformats.org/officeDocument/2006/relationships/image" Target="../media/image384.png"/><Relationship Id="rId485" Type="http://schemas.openxmlformats.org/officeDocument/2006/relationships/image" Target="../media/image923.png"/><Relationship Id="rId42" Type="http://schemas.openxmlformats.org/officeDocument/2006/relationships/customXml" Target="../ink/ink865.xml"/><Relationship Id="rId84" Type="http://schemas.openxmlformats.org/officeDocument/2006/relationships/customXml" Target="../ink/ink886.xml"/><Relationship Id="rId138" Type="http://schemas.openxmlformats.org/officeDocument/2006/relationships/customXml" Target="../ink/ink913.xml"/><Relationship Id="rId345" Type="http://schemas.openxmlformats.org/officeDocument/2006/relationships/image" Target="../media/image853.png"/><Relationship Id="rId387" Type="http://schemas.openxmlformats.org/officeDocument/2006/relationships/image" Target="../media/image874.png"/><Relationship Id="rId510" Type="http://schemas.openxmlformats.org/officeDocument/2006/relationships/customXml" Target="../ink/ink1099.xml"/><Relationship Id="rId552" Type="http://schemas.openxmlformats.org/officeDocument/2006/relationships/customXml" Target="../ink/ink1120.xml"/><Relationship Id="rId594" Type="http://schemas.openxmlformats.org/officeDocument/2006/relationships/customXml" Target="../ink/ink1141.xml"/><Relationship Id="rId608" Type="http://schemas.openxmlformats.org/officeDocument/2006/relationships/customXml" Target="../ink/ink1148.xml"/><Relationship Id="rId191" Type="http://schemas.openxmlformats.org/officeDocument/2006/relationships/image" Target="../media/image836.png"/><Relationship Id="rId205" Type="http://schemas.openxmlformats.org/officeDocument/2006/relationships/image" Target="../media/image680.png"/><Relationship Id="rId247" Type="http://schemas.openxmlformats.org/officeDocument/2006/relationships/image" Target="../media/image701.png"/><Relationship Id="rId412" Type="http://schemas.openxmlformats.org/officeDocument/2006/relationships/customXml" Target="../ink/ink1050.xml"/><Relationship Id="rId107" Type="http://schemas.openxmlformats.org/officeDocument/2006/relationships/image" Target="../media/image794.png"/><Relationship Id="rId289" Type="http://schemas.openxmlformats.org/officeDocument/2006/relationships/image" Target="../media/image722.png"/><Relationship Id="rId454" Type="http://schemas.openxmlformats.org/officeDocument/2006/relationships/customXml" Target="../ink/ink1071.xml"/><Relationship Id="rId496" Type="http://schemas.openxmlformats.org/officeDocument/2006/relationships/customXml" Target="../ink/ink1092.xml"/><Relationship Id="rId11" Type="http://schemas.openxmlformats.org/officeDocument/2006/relationships/image" Target="../media/image746.png"/><Relationship Id="rId53" Type="http://schemas.openxmlformats.org/officeDocument/2006/relationships/image" Target="../media/image767.png"/><Relationship Id="rId149" Type="http://schemas.openxmlformats.org/officeDocument/2006/relationships/image" Target="../media/image815.png"/><Relationship Id="rId314" Type="http://schemas.openxmlformats.org/officeDocument/2006/relationships/customXml" Target="../ink/ink1001.xml"/><Relationship Id="rId356" Type="http://schemas.openxmlformats.org/officeDocument/2006/relationships/customXml" Target="../ink/ink1022.xml"/><Relationship Id="rId398" Type="http://schemas.openxmlformats.org/officeDocument/2006/relationships/customXml" Target="../ink/ink1043.xml"/><Relationship Id="rId521" Type="http://schemas.openxmlformats.org/officeDocument/2006/relationships/image" Target="../media/image941.png"/><Relationship Id="rId563" Type="http://schemas.openxmlformats.org/officeDocument/2006/relationships/image" Target="../media/image962.png"/><Relationship Id="rId619" Type="http://schemas.openxmlformats.org/officeDocument/2006/relationships/image" Target="../media/image990.png"/><Relationship Id="rId95" Type="http://schemas.openxmlformats.org/officeDocument/2006/relationships/image" Target="../media/image788.png"/><Relationship Id="rId160" Type="http://schemas.openxmlformats.org/officeDocument/2006/relationships/customXml" Target="../ink/ink924.xml"/><Relationship Id="rId216" Type="http://schemas.openxmlformats.org/officeDocument/2006/relationships/customXml" Target="../ink/ink952.xml"/><Relationship Id="rId423" Type="http://schemas.openxmlformats.org/officeDocument/2006/relationships/image" Target="../media/image892.png"/><Relationship Id="rId258" Type="http://schemas.openxmlformats.org/officeDocument/2006/relationships/customXml" Target="../ink/ink973.xml"/><Relationship Id="rId465" Type="http://schemas.openxmlformats.org/officeDocument/2006/relationships/image" Target="../media/image913.png"/><Relationship Id="rId22" Type="http://schemas.openxmlformats.org/officeDocument/2006/relationships/customXml" Target="../ink/ink855.xml"/><Relationship Id="rId64" Type="http://schemas.openxmlformats.org/officeDocument/2006/relationships/customXml" Target="../ink/ink876.xml"/><Relationship Id="rId118" Type="http://schemas.openxmlformats.org/officeDocument/2006/relationships/customXml" Target="../ink/ink903.xml"/><Relationship Id="rId325" Type="http://schemas.openxmlformats.org/officeDocument/2006/relationships/image" Target="../media/image843.png"/><Relationship Id="rId367" Type="http://schemas.openxmlformats.org/officeDocument/2006/relationships/image" Target="../media/image864.png"/><Relationship Id="rId532" Type="http://schemas.openxmlformats.org/officeDocument/2006/relationships/customXml" Target="../ink/ink1110.xml"/><Relationship Id="rId574" Type="http://schemas.openxmlformats.org/officeDocument/2006/relationships/customXml" Target="../ink/ink1131.xml"/><Relationship Id="rId171" Type="http://schemas.openxmlformats.org/officeDocument/2006/relationships/image" Target="../media/image826.png"/><Relationship Id="rId227" Type="http://schemas.openxmlformats.org/officeDocument/2006/relationships/image" Target="../media/image691.png"/><Relationship Id="rId269" Type="http://schemas.openxmlformats.org/officeDocument/2006/relationships/image" Target="../media/image712.png"/><Relationship Id="rId434" Type="http://schemas.openxmlformats.org/officeDocument/2006/relationships/customXml" Target="../ink/ink1061.xml"/><Relationship Id="rId476" Type="http://schemas.openxmlformats.org/officeDocument/2006/relationships/customXml" Target="../ink/ink1082.xml"/><Relationship Id="rId33" Type="http://schemas.openxmlformats.org/officeDocument/2006/relationships/image" Target="../media/image757.png"/><Relationship Id="rId129" Type="http://schemas.openxmlformats.org/officeDocument/2006/relationships/image" Target="../media/image805.png"/><Relationship Id="rId280" Type="http://schemas.openxmlformats.org/officeDocument/2006/relationships/customXml" Target="../ink/ink984.xml"/><Relationship Id="rId336" Type="http://schemas.openxmlformats.org/officeDocument/2006/relationships/customXml" Target="../ink/ink1012.xml"/><Relationship Id="rId501" Type="http://schemas.openxmlformats.org/officeDocument/2006/relationships/image" Target="../media/image931.png"/><Relationship Id="rId543" Type="http://schemas.openxmlformats.org/officeDocument/2006/relationships/image" Target="../media/image952.png"/><Relationship Id="rId75" Type="http://schemas.openxmlformats.org/officeDocument/2006/relationships/image" Target="../media/image778.png"/><Relationship Id="rId140" Type="http://schemas.openxmlformats.org/officeDocument/2006/relationships/customXml" Target="../ink/ink914.xml"/><Relationship Id="rId182" Type="http://schemas.openxmlformats.org/officeDocument/2006/relationships/customXml" Target="../ink/ink935.xml"/><Relationship Id="rId378" Type="http://schemas.openxmlformats.org/officeDocument/2006/relationships/customXml" Target="../ink/ink1033.xml"/><Relationship Id="rId403" Type="http://schemas.openxmlformats.org/officeDocument/2006/relationships/image" Target="../media/image882.png"/><Relationship Id="rId585" Type="http://schemas.openxmlformats.org/officeDocument/2006/relationships/image" Target="../media/image973.png"/><Relationship Id="rId6" Type="http://schemas.openxmlformats.org/officeDocument/2006/relationships/customXml" Target="../ink/ink847.xml"/><Relationship Id="rId238" Type="http://schemas.openxmlformats.org/officeDocument/2006/relationships/customXml" Target="../ink/ink963.xml"/><Relationship Id="rId445" Type="http://schemas.openxmlformats.org/officeDocument/2006/relationships/image" Target="../media/image903.png"/><Relationship Id="rId487" Type="http://schemas.openxmlformats.org/officeDocument/2006/relationships/image" Target="../media/image924.png"/><Relationship Id="rId610" Type="http://schemas.openxmlformats.org/officeDocument/2006/relationships/customXml" Target="../ink/ink1149.xml"/><Relationship Id="rId291" Type="http://schemas.openxmlformats.org/officeDocument/2006/relationships/image" Target="../media/image723.png"/><Relationship Id="rId305" Type="http://schemas.openxmlformats.org/officeDocument/2006/relationships/image" Target="../media/image729.png"/><Relationship Id="rId347" Type="http://schemas.openxmlformats.org/officeDocument/2006/relationships/image" Target="../media/image854.png"/><Relationship Id="rId512" Type="http://schemas.openxmlformats.org/officeDocument/2006/relationships/customXml" Target="../ink/ink1100.xml"/><Relationship Id="rId44" Type="http://schemas.openxmlformats.org/officeDocument/2006/relationships/customXml" Target="../ink/ink866.xml"/><Relationship Id="rId86" Type="http://schemas.openxmlformats.org/officeDocument/2006/relationships/customXml" Target="../ink/ink887.xml"/><Relationship Id="rId151" Type="http://schemas.openxmlformats.org/officeDocument/2006/relationships/image" Target="../media/image816.png"/><Relationship Id="rId389" Type="http://schemas.openxmlformats.org/officeDocument/2006/relationships/image" Target="../media/image875.png"/><Relationship Id="rId554" Type="http://schemas.openxmlformats.org/officeDocument/2006/relationships/customXml" Target="../ink/ink1121.xml"/><Relationship Id="rId596" Type="http://schemas.openxmlformats.org/officeDocument/2006/relationships/customXml" Target="../ink/ink1142.xml"/><Relationship Id="rId193" Type="http://schemas.openxmlformats.org/officeDocument/2006/relationships/image" Target="../media/image837.png"/><Relationship Id="rId207" Type="http://schemas.openxmlformats.org/officeDocument/2006/relationships/image" Target="../media/image681.png"/><Relationship Id="rId249" Type="http://schemas.openxmlformats.org/officeDocument/2006/relationships/image" Target="../media/image702.png"/><Relationship Id="rId414" Type="http://schemas.openxmlformats.org/officeDocument/2006/relationships/customXml" Target="../ink/ink1051.xml"/><Relationship Id="rId456" Type="http://schemas.openxmlformats.org/officeDocument/2006/relationships/customXml" Target="../ink/ink1072.xml"/><Relationship Id="rId498" Type="http://schemas.openxmlformats.org/officeDocument/2006/relationships/customXml" Target="../ink/ink1093.xml"/><Relationship Id="rId621" Type="http://schemas.openxmlformats.org/officeDocument/2006/relationships/image" Target="../media/image991.png"/><Relationship Id="rId13" Type="http://schemas.openxmlformats.org/officeDocument/2006/relationships/image" Target="../media/image747.png"/><Relationship Id="rId109" Type="http://schemas.openxmlformats.org/officeDocument/2006/relationships/image" Target="../media/image795.png"/><Relationship Id="rId260" Type="http://schemas.openxmlformats.org/officeDocument/2006/relationships/customXml" Target="../ink/ink974.xml"/><Relationship Id="rId316" Type="http://schemas.openxmlformats.org/officeDocument/2006/relationships/customXml" Target="../ink/ink1002.xml"/><Relationship Id="rId523" Type="http://schemas.openxmlformats.org/officeDocument/2006/relationships/image" Target="../media/image942.png"/><Relationship Id="rId55" Type="http://schemas.openxmlformats.org/officeDocument/2006/relationships/image" Target="../media/image768.png"/><Relationship Id="rId97" Type="http://schemas.openxmlformats.org/officeDocument/2006/relationships/image" Target="../media/image789.png"/><Relationship Id="rId120" Type="http://schemas.openxmlformats.org/officeDocument/2006/relationships/customXml" Target="../ink/ink904.xml"/><Relationship Id="rId358" Type="http://schemas.openxmlformats.org/officeDocument/2006/relationships/customXml" Target="../ink/ink1023.xml"/><Relationship Id="rId565" Type="http://schemas.openxmlformats.org/officeDocument/2006/relationships/image" Target="../media/image963.png"/><Relationship Id="rId162" Type="http://schemas.openxmlformats.org/officeDocument/2006/relationships/customXml" Target="../ink/ink925.xml"/><Relationship Id="rId218" Type="http://schemas.openxmlformats.org/officeDocument/2006/relationships/customXml" Target="../ink/ink953.xml"/><Relationship Id="rId425" Type="http://schemas.openxmlformats.org/officeDocument/2006/relationships/image" Target="../media/image893.png"/><Relationship Id="rId467" Type="http://schemas.openxmlformats.org/officeDocument/2006/relationships/image" Target="../media/image914.png"/><Relationship Id="rId271" Type="http://schemas.openxmlformats.org/officeDocument/2006/relationships/image" Target="../media/image713.png"/><Relationship Id="rId24" Type="http://schemas.openxmlformats.org/officeDocument/2006/relationships/customXml" Target="../ink/ink856.xml"/><Relationship Id="rId66" Type="http://schemas.openxmlformats.org/officeDocument/2006/relationships/customXml" Target="../ink/ink877.xml"/><Relationship Id="rId131" Type="http://schemas.openxmlformats.org/officeDocument/2006/relationships/image" Target="../media/image806.png"/><Relationship Id="rId327" Type="http://schemas.openxmlformats.org/officeDocument/2006/relationships/image" Target="../media/image844.png"/><Relationship Id="rId369" Type="http://schemas.openxmlformats.org/officeDocument/2006/relationships/image" Target="../media/image865.png"/><Relationship Id="rId534" Type="http://schemas.openxmlformats.org/officeDocument/2006/relationships/customXml" Target="../ink/ink1111.xml"/><Relationship Id="rId576" Type="http://schemas.openxmlformats.org/officeDocument/2006/relationships/customXml" Target="../ink/ink1132.xml"/><Relationship Id="rId173" Type="http://schemas.openxmlformats.org/officeDocument/2006/relationships/image" Target="../media/image827.png"/><Relationship Id="rId229" Type="http://schemas.openxmlformats.org/officeDocument/2006/relationships/image" Target="../media/image692.png"/><Relationship Id="rId380" Type="http://schemas.openxmlformats.org/officeDocument/2006/relationships/customXml" Target="../ink/ink1034.xml"/><Relationship Id="rId436" Type="http://schemas.openxmlformats.org/officeDocument/2006/relationships/customXml" Target="../ink/ink1062.xml"/><Relationship Id="rId601" Type="http://schemas.openxmlformats.org/officeDocument/2006/relationships/image" Target="../media/image981.png"/><Relationship Id="rId240" Type="http://schemas.openxmlformats.org/officeDocument/2006/relationships/customXml" Target="../ink/ink964.xml"/><Relationship Id="rId478" Type="http://schemas.openxmlformats.org/officeDocument/2006/relationships/customXml" Target="../ink/ink1083.xml"/><Relationship Id="rId35" Type="http://schemas.openxmlformats.org/officeDocument/2006/relationships/image" Target="../media/image758.png"/><Relationship Id="rId77" Type="http://schemas.openxmlformats.org/officeDocument/2006/relationships/image" Target="../media/image779.png"/><Relationship Id="rId100" Type="http://schemas.openxmlformats.org/officeDocument/2006/relationships/customXml" Target="../ink/ink894.xml"/><Relationship Id="rId282" Type="http://schemas.openxmlformats.org/officeDocument/2006/relationships/customXml" Target="../ink/ink985.xml"/><Relationship Id="rId338" Type="http://schemas.openxmlformats.org/officeDocument/2006/relationships/customXml" Target="../ink/ink1013.xml"/><Relationship Id="rId503" Type="http://schemas.openxmlformats.org/officeDocument/2006/relationships/image" Target="../media/image932.png"/><Relationship Id="rId545" Type="http://schemas.openxmlformats.org/officeDocument/2006/relationships/image" Target="../media/image953.png"/><Relationship Id="rId587" Type="http://schemas.openxmlformats.org/officeDocument/2006/relationships/image" Target="../media/image974.png"/><Relationship Id="rId8" Type="http://schemas.openxmlformats.org/officeDocument/2006/relationships/customXml" Target="../ink/ink848.xml"/><Relationship Id="rId142" Type="http://schemas.openxmlformats.org/officeDocument/2006/relationships/customXml" Target="../ink/ink915.xml"/><Relationship Id="rId184" Type="http://schemas.openxmlformats.org/officeDocument/2006/relationships/customXml" Target="../ink/ink936.xml"/><Relationship Id="rId391" Type="http://schemas.openxmlformats.org/officeDocument/2006/relationships/image" Target="../media/image876.png"/><Relationship Id="rId405" Type="http://schemas.openxmlformats.org/officeDocument/2006/relationships/image" Target="../media/image883.png"/><Relationship Id="rId447" Type="http://schemas.openxmlformats.org/officeDocument/2006/relationships/image" Target="../media/image904.png"/><Relationship Id="rId612" Type="http://schemas.openxmlformats.org/officeDocument/2006/relationships/customXml" Target="../ink/ink1150.xml"/><Relationship Id="rId251" Type="http://schemas.openxmlformats.org/officeDocument/2006/relationships/image" Target="../media/image703.png"/><Relationship Id="rId489" Type="http://schemas.openxmlformats.org/officeDocument/2006/relationships/image" Target="../media/image925.png"/><Relationship Id="rId46" Type="http://schemas.openxmlformats.org/officeDocument/2006/relationships/customXml" Target="../ink/ink867.xml"/><Relationship Id="rId293" Type="http://schemas.openxmlformats.org/officeDocument/2006/relationships/image" Target="../media/image724.png"/><Relationship Id="rId307" Type="http://schemas.openxmlformats.org/officeDocument/2006/relationships/image" Target="../media/image730.png"/><Relationship Id="rId349" Type="http://schemas.openxmlformats.org/officeDocument/2006/relationships/image" Target="../media/image855.png"/><Relationship Id="rId514" Type="http://schemas.openxmlformats.org/officeDocument/2006/relationships/customXml" Target="../ink/ink1101.xml"/><Relationship Id="rId556" Type="http://schemas.openxmlformats.org/officeDocument/2006/relationships/customXml" Target="../ink/ink1122.xml"/><Relationship Id="rId88" Type="http://schemas.openxmlformats.org/officeDocument/2006/relationships/customXml" Target="../ink/ink888.xml"/><Relationship Id="rId111" Type="http://schemas.openxmlformats.org/officeDocument/2006/relationships/image" Target="../media/image796.png"/><Relationship Id="rId153" Type="http://schemas.openxmlformats.org/officeDocument/2006/relationships/image" Target="../media/image817.png"/><Relationship Id="rId195" Type="http://schemas.openxmlformats.org/officeDocument/2006/relationships/image" Target="../media/image838.png"/><Relationship Id="rId209" Type="http://schemas.openxmlformats.org/officeDocument/2006/relationships/image" Target="../media/image682.png"/><Relationship Id="rId360" Type="http://schemas.openxmlformats.org/officeDocument/2006/relationships/customXml" Target="../ink/ink1024.xml"/><Relationship Id="rId416" Type="http://schemas.openxmlformats.org/officeDocument/2006/relationships/customXml" Target="../ink/ink1052.xml"/><Relationship Id="rId598" Type="http://schemas.openxmlformats.org/officeDocument/2006/relationships/customXml" Target="../ink/ink1143.xml"/><Relationship Id="rId220" Type="http://schemas.openxmlformats.org/officeDocument/2006/relationships/customXml" Target="../ink/ink954.xml"/><Relationship Id="rId458" Type="http://schemas.openxmlformats.org/officeDocument/2006/relationships/customXml" Target="../ink/ink1073.xml"/><Relationship Id="rId623" Type="http://schemas.openxmlformats.org/officeDocument/2006/relationships/image" Target="../media/image992.png"/><Relationship Id="rId15" Type="http://schemas.openxmlformats.org/officeDocument/2006/relationships/image" Target="../media/image748.png"/><Relationship Id="rId57" Type="http://schemas.openxmlformats.org/officeDocument/2006/relationships/image" Target="../media/image769.png"/><Relationship Id="rId262" Type="http://schemas.openxmlformats.org/officeDocument/2006/relationships/customXml" Target="../ink/ink975.xml"/><Relationship Id="rId318" Type="http://schemas.openxmlformats.org/officeDocument/2006/relationships/customXml" Target="../ink/ink1003.xml"/><Relationship Id="rId525" Type="http://schemas.openxmlformats.org/officeDocument/2006/relationships/image" Target="../media/image943.png"/><Relationship Id="rId567" Type="http://schemas.openxmlformats.org/officeDocument/2006/relationships/image" Target="../media/image964.png"/><Relationship Id="rId99" Type="http://schemas.openxmlformats.org/officeDocument/2006/relationships/image" Target="../media/image790.png"/><Relationship Id="rId122" Type="http://schemas.openxmlformats.org/officeDocument/2006/relationships/customXml" Target="../ink/ink905.xml"/><Relationship Id="rId164" Type="http://schemas.openxmlformats.org/officeDocument/2006/relationships/customXml" Target="../ink/ink926.xml"/><Relationship Id="rId371" Type="http://schemas.openxmlformats.org/officeDocument/2006/relationships/image" Target="../media/image866.png"/><Relationship Id="rId427" Type="http://schemas.openxmlformats.org/officeDocument/2006/relationships/image" Target="../media/image894.png"/><Relationship Id="rId469" Type="http://schemas.openxmlformats.org/officeDocument/2006/relationships/image" Target="../media/image915.png"/><Relationship Id="rId26" Type="http://schemas.openxmlformats.org/officeDocument/2006/relationships/customXml" Target="../ink/ink857.xml"/><Relationship Id="rId231" Type="http://schemas.openxmlformats.org/officeDocument/2006/relationships/image" Target="../media/image693.png"/><Relationship Id="rId273" Type="http://schemas.openxmlformats.org/officeDocument/2006/relationships/image" Target="../media/image714.png"/><Relationship Id="rId329" Type="http://schemas.openxmlformats.org/officeDocument/2006/relationships/image" Target="../media/image845.png"/><Relationship Id="rId480" Type="http://schemas.openxmlformats.org/officeDocument/2006/relationships/customXml" Target="../ink/ink1084.xml"/><Relationship Id="rId536" Type="http://schemas.openxmlformats.org/officeDocument/2006/relationships/customXml" Target="../ink/ink1112.xml"/><Relationship Id="rId68" Type="http://schemas.openxmlformats.org/officeDocument/2006/relationships/customXml" Target="../ink/ink878.xml"/><Relationship Id="rId133" Type="http://schemas.openxmlformats.org/officeDocument/2006/relationships/image" Target="../media/image807.png"/><Relationship Id="rId175" Type="http://schemas.openxmlformats.org/officeDocument/2006/relationships/image" Target="../media/image828.png"/><Relationship Id="rId340" Type="http://schemas.openxmlformats.org/officeDocument/2006/relationships/customXml" Target="../ink/ink1014.xml"/><Relationship Id="rId578" Type="http://schemas.openxmlformats.org/officeDocument/2006/relationships/customXml" Target="../ink/ink1133.xml"/><Relationship Id="rId200" Type="http://schemas.openxmlformats.org/officeDocument/2006/relationships/customXml" Target="../ink/ink944.xml"/><Relationship Id="rId382" Type="http://schemas.openxmlformats.org/officeDocument/2006/relationships/customXml" Target="../ink/ink1035.xml"/><Relationship Id="rId438" Type="http://schemas.openxmlformats.org/officeDocument/2006/relationships/customXml" Target="../ink/ink1063.xml"/><Relationship Id="rId603" Type="http://schemas.openxmlformats.org/officeDocument/2006/relationships/image" Target="../media/image982.png"/><Relationship Id="rId242" Type="http://schemas.openxmlformats.org/officeDocument/2006/relationships/customXml" Target="../ink/ink965.xml"/><Relationship Id="rId284" Type="http://schemas.openxmlformats.org/officeDocument/2006/relationships/customXml" Target="../ink/ink986.xml"/><Relationship Id="rId491" Type="http://schemas.openxmlformats.org/officeDocument/2006/relationships/image" Target="../media/image926.png"/><Relationship Id="rId505" Type="http://schemas.openxmlformats.org/officeDocument/2006/relationships/image" Target="../media/image933.png"/><Relationship Id="rId37" Type="http://schemas.openxmlformats.org/officeDocument/2006/relationships/image" Target="../media/image759.png"/><Relationship Id="rId79" Type="http://schemas.openxmlformats.org/officeDocument/2006/relationships/image" Target="../media/image780.png"/><Relationship Id="rId102" Type="http://schemas.openxmlformats.org/officeDocument/2006/relationships/customXml" Target="../ink/ink895.xml"/><Relationship Id="rId144" Type="http://schemas.openxmlformats.org/officeDocument/2006/relationships/customXml" Target="../ink/ink916.xml"/><Relationship Id="rId547" Type="http://schemas.openxmlformats.org/officeDocument/2006/relationships/image" Target="../media/image954.png"/><Relationship Id="rId589" Type="http://schemas.openxmlformats.org/officeDocument/2006/relationships/image" Target="../media/image975.png"/><Relationship Id="rId90" Type="http://schemas.openxmlformats.org/officeDocument/2006/relationships/customXml" Target="../ink/ink889.xml"/><Relationship Id="rId186" Type="http://schemas.openxmlformats.org/officeDocument/2006/relationships/customXml" Target="../ink/ink937.xml"/><Relationship Id="rId351" Type="http://schemas.openxmlformats.org/officeDocument/2006/relationships/image" Target="../media/image856.png"/><Relationship Id="rId393" Type="http://schemas.openxmlformats.org/officeDocument/2006/relationships/image" Target="../media/image877.png"/><Relationship Id="rId407" Type="http://schemas.openxmlformats.org/officeDocument/2006/relationships/image" Target="../media/image884.png"/><Relationship Id="rId449" Type="http://schemas.openxmlformats.org/officeDocument/2006/relationships/image" Target="../media/image905.png"/><Relationship Id="rId614" Type="http://schemas.openxmlformats.org/officeDocument/2006/relationships/customXml" Target="../ink/ink1151.xml"/><Relationship Id="rId211" Type="http://schemas.openxmlformats.org/officeDocument/2006/relationships/image" Target="../media/image683.png"/><Relationship Id="rId253" Type="http://schemas.openxmlformats.org/officeDocument/2006/relationships/image" Target="../media/image704.png"/><Relationship Id="rId295" Type="http://schemas.openxmlformats.org/officeDocument/2006/relationships/image" Target="../media/image725.png"/><Relationship Id="rId309" Type="http://schemas.openxmlformats.org/officeDocument/2006/relationships/image" Target="../media/image731.png"/><Relationship Id="rId460" Type="http://schemas.openxmlformats.org/officeDocument/2006/relationships/customXml" Target="../ink/ink1074.xml"/><Relationship Id="rId516" Type="http://schemas.openxmlformats.org/officeDocument/2006/relationships/customXml" Target="../ink/ink1102.xml"/><Relationship Id="rId48" Type="http://schemas.openxmlformats.org/officeDocument/2006/relationships/customXml" Target="../ink/ink868.xml"/><Relationship Id="rId113" Type="http://schemas.openxmlformats.org/officeDocument/2006/relationships/image" Target="../media/image797.png"/><Relationship Id="rId320" Type="http://schemas.openxmlformats.org/officeDocument/2006/relationships/customXml" Target="../ink/ink1004.xml"/><Relationship Id="rId558" Type="http://schemas.openxmlformats.org/officeDocument/2006/relationships/customXml" Target="../ink/ink1123.xml"/><Relationship Id="rId155" Type="http://schemas.openxmlformats.org/officeDocument/2006/relationships/image" Target="../media/image818.png"/><Relationship Id="rId197" Type="http://schemas.openxmlformats.org/officeDocument/2006/relationships/image" Target="../media/image839.png"/><Relationship Id="rId362" Type="http://schemas.openxmlformats.org/officeDocument/2006/relationships/customXml" Target="../ink/ink1025.xml"/><Relationship Id="rId418" Type="http://schemas.openxmlformats.org/officeDocument/2006/relationships/customXml" Target="../ink/ink1053.xml"/><Relationship Id="rId222" Type="http://schemas.openxmlformats.org/officeDocument/2006/relationships/customXml" Target="../ink/ink955.xml"/><Relationship Id="rId264" Type="http://schemas.openxmlformats.org/officeDocument/2006/relationships/customXml" Target="../ink/ink976.xml"/><Relationship Id="rId471" Type="http://schemas.openxmlformats.org/officeDocument/2006/relationships/image" Target="../media/image916.png"/><Relationship Id="rId17" Type="http://schemas.openxmlformats.org/officeDocument/2006/relationships/image" Target="../media/image749.png"/><Relationship Id="rId59" Type="http://schemas.openxmlformats.org/officeDocument/2006/relationships/image" Target="../media/image770.png"/><Relationship Id="rId124" Type="http://schemas.openxmlformats.org/officeDocument/2006/relationships/customXml" Target="../ink/ink906.xml"/><Relationship Id="rId527" Type="http://schemas.openxmlformats.org/officeDocument/2006/relationships/image" Target="../media/image944.png"/><Relationship Id="rId569" Type="http://schemas.openxmlformats.org/officeDocument/2006/relationships/image" Target="../media/image965.png"/><Relationship Id="rId70" Type="http://schemas.openxmlformats.org/officeDocument/2006/relationships/customXml" Target="../ink/ink879.xml"/><Relationship Id="rId166" Type="http://schemas.openxmlformats.org/officeDocument/2006/relationships/customXml" Target="../ink/ink927.xml"/><Relationship Id="rId331" Type="http://schemas.openxmlformats.org/officeDocument/2006/relationships/image" Target="../media/image846.png"/><Relationship Id="rId373" Type="http://schemas.openxmlformats.org/officeDocument/2006/relationships/image" Target="../media/image867.png"/><Relationship Id="rId429" Type="http://schemas.openxmlformats.org/officeDocument/2006/relationships/image" Target="../media/image895.png"/><Relationship Id="rId580" Type="http://schemas.openxmlformats.org/officeDocument/2006/relationships/customXml" Target="../ink/ink1134.xml"/><Relationship Id="rId1" Type="http://schemas.openxmlformats.org/officeDocument/2006/relationships/slideLayout" Target="../slideLayouts/slideLayout2.xml"/><Relationship Id="rId233" Type="http://schemas.openxmlformats.org/officeDocument/2006/relationships/image" Target="../media/image694.png"/><Relationship Id="rId440" Type="http://schemas.openxmlformats.org/officeDocument/2006/relationships/customXml" Target="../ink/ink1064.xml"/><Relationship Id="rId28" Type="http://schemas.openxmlformats.org/officeDocument/2006/relationships/customXml" Target="../ink/ink858.xml"/><Relationship Id="rId275" Type="http://schemas.openxmlformats.org/officeDocument/2006/relationships/image" Target="../media/image715.png"/><Relationship Id="rId300" Type="http://schemas.openxmlformats.org/officeDocument/2006/relationships/customXml" Target="../ink/ink994.xml"/><Relationship Id="rId482" Type="http://schemas.openxmlformats.org/officeDocument/2006/relationships/customXml" Target="../ink/ink1085.xml"/><Relationship Id="rId538" Type="http://schemas.openxmlformats.org/officeDocument/2006/relationships/customXml" Target="../ink/ink1113.xml"/><Relationship Id="rId81" Type="http://schemas.openxmlformats.org/officeDocument/2006/relationships/image" Target="../media/image781.png"/><Relationship Id="rId135" Type="http://schemas.openxmlformats.org/officeDocument/2006/relationships/image" Target="../media/image808.png"/><Relationship Id="rId177" Type="http://schemas.openxmlformats.org/officeDocument/2006/relationships/image" Target="../media/image829.png"/><Relationship Id="rId342" Type="http://schemas.openxmlformats.org/officeDocument/2006/relationships/customXml" Target="../ink/ink1015.xml"/><Relationship Id="rId384" Type="http://schemas.openxmlformats.org/officeDocument/2006/relationships/customXml" Target="../ink/ink1036.xml"/><Relationship Id="rId591" Type="http://schemas.openxmlformats.org/officeDocument/2006/relationships/image" Target="../media/image976.png"/><Relationship Id="rId605" Type="http://schemas.openxmlformats.org/officeDocument/2006/relationships/image" Target="../media/image983.png"/><Relationship Id="rId202" Type="http://schemas.openxmlformats.org/officeDocument/2006/relationships/customXml" Target="../ink/ink945.xml"/><Relationship Id="rId244" Type="http://schemas.openxmlformats.org/officeDocument/2006/relationships/customXml" Target="../ink/ink966.xml"/><Relationship Id="rId39" Type="http://schemas.openxmlformats.org/officeDocument/2006/relationships/image" Target="../media/image760.png"/><Relationship Id="rId286" Type="http://schemas.openxmlformats.org/officeDocument/2006/relationships/customXml" Target="../ink/ink987.xml"/><Relationship Id="rId451" Type="http://schemas.openxmlformats.org/officeDocument/2006/relationships/image" Target="../media/image906.png"/><Relationship Id="rId493" Type="http://schemas.openxmlformats.org/officeDocument/2006/relationships/image" Target="../media/image927.png"/><Relationship Id="rId507" Type="http://schemas.openxmlformats.org/officeDocument/2006/relationships/image" Target="../media/image934.png"/><Relationship Id="rId549" Type="http://schemas.openxmlformats.org/officeDocument/2006/relationships/image" Target="../media/image955.png"/><Relationship Id="rId50" Type="http://schemas.openxmlformats.org/officeDocument/2006/relationships/customXml" Target="../ink/ink869.xml"/><Relationship Id="rId104" Type="http://schemas.openxmlformats.org/officeDocument/2006/relationships/customXml" Target="../ink/ink896.xml"/><Relationship Id="rId146" Type="http://schemas.openxmlformats.org/officeDocument/2006/relationships/customXml" Target="../ink/ink917.xml"/><Relationship Id="rId188" Type="http://schemas.openxmlformats.org/officeDocument/2006/relationships/customXml" Target="../ink/ink938.xml"/><Relationship Id="rId311" Type="http://schemas.openxmlformats.org/officeDocument/2006/relationships/image" Target="../media/image732.png"/><Relationship Id="rId353" Type="http://schemas.openxmlformats.org/officeDocument/2006/relationships/image" Target="../media/image857.png"/><Relationship Id="rId395" Type="http://schemas.openxmlformats.org/officeDocument/2006/relationships/image" Target="../media/image878.png"/><Relationship Id="rId409" Type="http://schemas.openxmlformats.org/officeDocument/2006/relationships/image" Target="../media/image885.png"/><Relationship Id="rId560" Type="http://schemas.openxmlformats.org/officeDocument/2006/relationships/customXml" Target="../ink/ink1124.xml"/><Relationship Id="rId92" Type="http://schemas.openxmlformats.org/officeDocument/2006/relationships/customXml" Target="../ink/ink890.xml"/><Relationship Id="rId213" Type="http://schemas.openxmlformats.org/officeDocument/2006/relationships/image" Target="../media/image684.png"/><Relationship Id="rId420" Type="http://schemas.openxmlformats.org/officeDocument/2006/relationships/customXml" Target="../ink/ink1054.xml"/><Relationship Id="rId616" Type="http://schemas.openxmlformats.org/officeDocument/2006/relationships/customXml" Target="../ink/ink1152.xml"/><Relationship Id="rId255" Type="http://schemas.openxmlformats.org/officeDocument/2006/relationships/image" Target="../media/image705.png"/><Relationship Id="rId297" Type="http://schemas.openxmlformats.org/officeDocument/2006/relationships/image" Target="../media/image726.png"/><Relationship Id="rId462" Type="http://schemas.openxmlformats.org/officeDocument/2006/relationships/customXml" Target="../ink/ink1075.xml"/><Relationship Id="rId518" Type="http://schemas.openxmlformats.org/officeDocument/2006/relationships/customXml" Target="../ink/ink1103.xml"/><Relationship Id="rId115" Type="http://schemas.openxmlformats.org/officeDocument/2006/relationships/image" Target="../media/image798.png"/><Relationship Id="rId157" Type="http://schemas.openxmlformats.org/officeDocument/2006/relationships/image" Target="../media/image819.png"/><Relationship Id="rId322" Type="http://schemas.openxmlformats.org/officeDocument/2006/relationships/customXml" Target="../ink/ink1005.xml"/><Relationship Id="rId364" Type="http://schemas.openxmlformats.org/officeDocument/2006/relationships/customXml" Target="../ink/ink1026.xml"/><Relationship Id="rId61" Type="http://schemas.openxmlformats.org/officeDocument/2006/relationships/image" Target="../media/image771.png"/><Relationship Id="rId199" Type="http://schemas.openxmlformats.org/officeDocument/2006/relationships/image" Target="../media/image840.png"/><Relationship Id="rId571" Type="http://schemas.openxmlformats.org/officeDocument/2006/relationships/image" Target="../media/image966.png"/><Relationship Id="rId19" Type="http://schemas.openxmlformats.org/officeDocument/2006/relationships/image" Target="../media/image750.png"/><Relationship Id="rId224" Type="http://schemas.openxmlformats.org/officeDocument/2006/relationships/customXml" Target="../ink/ink956.xml"/><Relationship Id="rId266" Type="http://schemas.openxmlformats.org/officeDocument/2006/relationships/customXml" Target="../ink/ink977.xml"/><Relationship Id="rId431" Type="http://schemas.openxmlformats.org/officeDocument/2006/relationships/image" Target="../media/image896.png"/><Relationship Id="rId473" Type="http://schemas.openxmlformats.org/officeDocument/2006/relationships/image" Target="../media/image917.png"/><Relationship Id="rId529" Type="http://schemas.openxmlformats.org/officeDocument/2006/relationships/image" Target="../media/image945.png"/><Relationship Id="rId30" Type="http://schemas.openxmlformats.org/officeDocument/2006/relationships/customXml" Target="../ink/ink859.xml"/><Relationship Id="rId126" Type="http://schemas.openxmlformats.org/officeDocument/2006/relationships/customXml" Target="../ink/ink907.xml"/><Relationship Id="rId168" Type="http://schemas.openxmlformats.org/officeDocument/2006/relationships/customXml" Target="../ink/ink928.xml"/><Relationship Id="rId333" Type="http://schemas.openxmlformats.org/officeDocument/2006/relationships/image" Target="../media/image847.png"/><Relationship Id="rId540" Type="http://schemas.openxmlformats.org/officeDocument/2006/relationships/customXml" Target="../ink/ink1114.xml"/><Relationship Id="rId72" Type="http://schemas.openxmlformats.org/officeDocument/2006/relationships/customXml" Target="../ink/ink880.xml"/><Relationship Id="rId375" Type="http://schemas.openxmlformats.org/officeDocument/2006/relationships/image" Target="../media/image868.png"/><Relationship Id="rId582" Type="http://schemas.openxmlformats.org/officeDocument/2006/relationships/customXml" Target="../ink/ink1135.xml"/><Relationship Id="rId3" Type="http://schemas.openxmlformats.org/officeDocument/2006/relationships/image" Target="../media/image742.png"/><Relationship Id="rId235" Type="http://schemas.openxmlformats.org/officeDocument/2006/relationships/image" Target="../media/image695.png"/><Relationship Id="rId277" Type="http://schemas.openxmlformats.org/officeDocument/2006/relationships/image" Target="../media/image716.png"/><Relationship Id="rId400" Type="http://schemas.openxmlformats.org/officeDocument/2006/relationships/customXml" Target="../ink/ink1044.xml"/><Relationship Id="rId442" Type="http://schemas.openxmlformats.org/officeDocument/2006/relationships/customXml" Target="../ink/ink1065.xml"/><Relationship Id="rId484" Type="http://schemas.openxmlformats.org/officeDocument/2006/relationships/customXml" Target="../ink/ink1086.xml"/><Relationship Id="rId137" Type="http://schemas.openxmlformats.org/officeDocument/2006/relationships/image" Target="../media/image809.png"/><Relationship Id="rId302" Type="http://schemas.openxmlformats.org/officeDocument/2006/relationships/customXml" Target="../ink/ink995.xml"/><Relationship Id="rId344" Type="http://schemas.openxmlformats.org/officeDocument/2006/relationships/customXml" Target="../ink/ink1016.xml"/><Relationship Id="rId41" Type="http://schemas.openxmlformats.org/officeDocument/2006/relationships/image" Target="../media/image761.png"/><Relationship Id="rId83" Type="http://schemas.openxmlformats.org/officeDocument/2006/relationships/image" Target="../media/image782.png"/><Relationship Id="rId179" Type="http://schemas.openxmlformats.org/officeDocument/2006/relationships/image" Target="../media/image830.png"/><Relationship Id="rId386" Type="http://schemas.openxmlformats.org/officeDocument/2006/relationships/customXml" Target="../ink/ink1037.xml"/><Relationship Id="rId551" Type="http://schemas.openxmlformats.org/officeDocument/2006/relationships/image" Target="../media/image956.png"/><Relationship Id="rId593" Type="http://schemas.openxmlformats.org/officeDocument/2006/relationships/image" Target="../media/image977.png"/><Relationship Id="rId607" Type="http://schemas.openxmlformats.org/officeDocument/2006/relationships/image" Target="../media/image984.png"/><Relationship Id="rId190" Type="http://schemas.openxmlformats.org/officeDocument/2006/relationships/customXml" Target="../ink/ink939.xml"/><Relationship Id="rId204" Type="http://schemas.openxmlformats.org/officeDocument/2006/relationships/customXml" Target="../ink/ink946.xml"/><Relationship Id="rId246" Type="http://schemas.openxmlformats.org/officeDocument/2006/relationships/customXml" Target="../ink/ink967.xml"/><Relationship Id="rId288" Type="http://schemas.openxmlformats.org/officeDocument/2006/relationships/customXml" Target="../ink/ink988.xml"/><Relationship Id="rId411" Type="http://schemas.openxmlformats.org/officeDocument/2006/relationships/image" Target="../media/image886.png"/><Relationship Id="rId453" Type="http://schemas.openxmlformats.org/officeDocument/2006/relationships/image" Target="../media/image907.png"/><Relationship Id="rId509" Type="http://schemas.openxmlformats.org/officeDocument/2006/relationships/image" Target="../media/image935.png"/><Relationship Id="rId106" Type="http://schemas.openxmlformats.org/officeDocument/2006/relationships/customXml" Target="../ink/ink897.xml"/><Relationship Id="rId313" Type="http://schemas.openxmlformats.org/officeDocument/2006/relationships/image" Target="../media/image733.png"/><Relationship Id="rId495" Type="http://schemas.openxmlformats.org/officeDocument/2006/relationships/image" Target="../media/image928.png"/><Relationship Id="rId10" Type="http://schemas.openxmlformats.org/officeDocument/2006/relationships/customXml" Target="../ink/ink849.xml"/><Relationship Id="rId52" Type="http://schemas.openxmlformats.org/officeDocument/2006/relationships/customXml" Target="../ink/ink870.xml"/><Relationship Id="rId94" Type="http://schemas.openxmlformats.org/officeDocument/2006/relationships/customXml" Target="../ink/ink891.xml"/><Relationship Id="rId148" Type="http://schemas.openxmlformats.org/officeDocument/2006/relationships/customXml" Target="../ink/ink918.xml"/><Relationship Id="rId355" Type="http://schemas.openxmlformats.org/officeDocument/2006/relationships/image" Target="../media/image858.png"/><Relationship Id="rId397" Type="http://schemas.openxmlformats.org/officeDocument/2006/relationships/image" Target="../media/image879.png"/><Relationship Id="rId520" Type="http://schemas.openxmlformats.org/officeDocument/2006/relationships/customXml" Target="../ink/ink1104.xml"/><Relationship Id="rId562" Type="http://schemas.openxmlformats.org/officeDocument/2006/relationships/customXml" Target="../ink/ink1125.xml"/><Relationship Id="rId618" Type="http://schemas.openxmlformats.org/officeDocument/2006/relationships/customXml" Target="../ink/ink1153.xml"/><Relationship Id="rId215" Type="http://schemas.openxmlformats.org/officeDocument/2006/relationships/image" Target="../media/image685.png"/><Relationship Id="rId257" Type="http://schemas.openxmlformats.org/officeDocument/2006/relationships/image" Target="../media/image706.png"/><Relationship Id="rId422" Type="http://schemas.openxmlformats.org/officeDocument/2006/relationships/customXml" Target="../ink/ink1055.xml"/><Relationship Id="rId464" Type="http://schemas.openxmlformats.org/officeDocument/2006/relationships/customXml" Target="../ink/ink1076.xml"/><Relationship Id="rId299" Type="http://schemas.openxmlformats.org/officeDocument/2006/relationships/image" Target="../media/image727.png"/><Relationship Id="rId63" Type="http://schemas.openxmlformats.org/officeDocument/2006/relationships/image" Target="../media/image772.png"/><Relationship Id="rId159" Type="http://schemas.openxmlformats.org/officeDocument/2006/relationships/image" Target="../media/image820.png"/><Relationship Id="rId366" Type="http://schemas.openxmlformats.org/officeDocument/2006/relationships/customXml" Target="../ink/ink1027.xml"/><Relationship Id="rId573" Type="http://schemas.openxmlformats.org/officeDocument/2006/relationships/image" Target="../media/image967.png"/><Relationship Id="rId226" Type="http://schemas.openxmlformats.org/officeDocument/2006/relationships/customXml" Target="../ink/ink957.xml"/><Relationship Id="rId433" Type="http://schemas.openxmlformats.org/officeDocument/2006/relationships/image" Target="../media/image897.png"/><Relationship Id="rId74" Type="http://schemas.openxmlformats.org/officeDocument/2006/relationships/customXml" Target="../ink/ink881.xml"/><Relationship Id="rId377" Type="http://schemas.openxmlformats.org/officeDocument/2006/relationships/image" Target="../media/image869.png"/><Relationship Id="rId500" Type="http://schemas.openxmlformats.org/officeDocument/2006/relationships/customXml" Target="../ink/ink1094.xml"/><Relationship Id="rId584" Type="http://schemas.openxmlformats.org/officeDocument/2006/relationships/customXml" Target="../ink/ink1136.xml"/><Relationship Id="rId5" Type="http://schemas.openxmlformats.org/officeDocument/2006/relationships/image" Target="../media/image743.png"/><Relationship Id="rId237" Type="http://schemas.openxmlformats.org/officeDocument/2006/relationships/image" Target="../media/image696.png"/><Relationship Id="rId444" Type="http://schemas.openxmlformats.org/officeDocument/2006/relationships/customXml" Target="../ink/ink1066.xml"/><Relationship Id="rId290" Type="http://schemas.openxmlformats.org/officeDocument/2006/relationships/customXml" Target="../ink/ink989.xml"/><Relationship Id="rId304" Type="http://schemas.openxmlformats.org/officeDocument/2006/relationships/customXml" Target="../ink/ink996.xml"/><Relationship Id="rId388" Type="http://schemas.openxmlformats.org/officeDocument/2006/relationships/customXml" Target="../ink/ink1038.xml"/><Relationship Id="rId511" Type="http://schemas.openxmlformats.org/officeDocument/2006/relationships/image" Target="../media/image936.png"/><Relationship Id="rId609" Type="http://schemas.openxmlformats.org/officeDocument/2006/relationships/image" Target="../media/image985.png"/><Relationship Id="rId85" Type="http://schemas.openxmlformats.org/officeDocument/2006/relationships/image" Target="../media/image783.png"/><Relationship Id="rId150" Type="http://schemas.openxmlformats.org/officeDocument/2006/relationships/customXml" Target="../ink/ink919.xml"/><Relationship Id="rId595" Type="http://schemas.openxmlformats.org/officeDocument/2006/relationships/image" Target="../media/image978.png"/><Relationship Id="rId248" Type="http://schemas.openxmlformats.org/officeDocument/2006/relationships/customXml" Target="../ink/ink968.xml"/><Relationship Id="rId455" Type="http://schemas.openxmlformats.org/officeDocument/2006/relationships/image" Target="../media/image908.png"/><Relationship Id="rId12" Type="http://schemas.openxmlformats.org/officeDocument/2006/relationships/customXml" Target="../ink/ink850.xml"/><Relationship Id="rId108" Type="http://schemas.openxmlformats.org/officeDocument/2006/relationships/customXml" Target="../ink/ink898.xml"/><Relationship Id="rId315" Type="http://schemas.openxmlformats.org/officeDocument/2006/relationships/image" Target="../media/image734.png"/><Relationship Id="rId522" Type="http://schemas.openxmlformats.org/officeDocument/2006/relationships/customXml" Target="../ink/ink1105.xml"/><Relationship Id="rId96" Type="http://schemas.openxmlformats.org/officeDocument/2006/relationships/customXml" Target="../ink/ink892.xml"/><Relationship Id="rId161" Type="http://schemas.openxmlformats.org/officeDocument/2006/relationships/image" Target="../media/image821.png"/><Relationship Id="rId399" Type="http://schemas.openxmlformats.org/officeDocument/2006/relationships/image" Target="../media/image880.png"/><Relationship Id="rId259" Type="http://schemas.openxmlformats.org/officeDocument/2006/relationships/image" Target="../media/image707.png"/><Relationship Id="rId466" Type="http://schemas.openxmlformats.org/officeDocument/2006/relationships/customXml" Target="../ink/ink1077.xml"/><Relationship Id="rId23" Type="http://schemas.openxmlformats.org/officeDocument/2006/relationships/image" Target="../media/image752.png"/><Relationship Id="rId119" Type="http://schemas.openxmlformats.org/officeDocument/2006/relationships/image" Target="../media/image800.png"/><Relationship Id="rId326" Type="http://schemas.openxmlformats.org/officeDocument/2006/relationships/customXml" Target="../ink/ink1007.xml"/><Relationship Id="rId533" Type="http://schemas.openxmlformats.org/officeDocument/2006/relationships/image" Target="../media/image947.png"/><Relationship Id="rId172" Type="http://schemas.openxmlformats.org/officeDocument/2006/relationships/customXml" Target="../ink/ink930.xml"/><Relationship Id="rId477" Type="http://schemas.openxmlformats.org/officeDocument/2006/relationships/image" Target="../media/image919.png"/><Relationship Id="rId600" Type="http://schemas.openxmlformats.org/officeDocument/2006/relationships/customXml" Target="../ink/ink1144.xml"/><Relationship Id="rId337" Type="http://schemas.openxmlformats.org/officeDocument/2006/relationships/image" Target="../media/image849.png"/><Relationship Id="rId34" Type="http://schemas.openxmlformats.org/officeDocument/2006/relationships/customXml" Target="../ink/ink861.xml"/><Relationship Id="rId544" Type="http://schemas.openxmlformats.org/officeDocument/2006/relationships/customXml" Target="../ink/ink1116.xml"/><Relationship Id="rId183" Type="http://schemas.openxmlformats.org/officeDocument/2006/relationships/image" Target="../media/image832.png"/><Relationship Id="rId390" Type="http://schemas.openxmlformats.org/officeDocument/2006/relationships/customXml" Target="../ink/ink1039.xml"/><Relationship Id="rId404" Type="http://schemas.openxmlformats.org/officeDocument/2006/relationships/customXml" Target="../ink/ink1046.xml"/><Relationship Id="rId611" Type="http://schemas.openxmlformats.org/officeDocument/2006/relationships/image" Target="../media/image986.png"/><Relationship Id="rId250" Type="http://schemas.openxmlformats.org/officeDocument/2006/relationships/customXml" Target="../ink/ink969.xml"/><Relationship Id="rId488" Type="http://schemas.openxmlformats.org/officeDocument/2006/relationships/customXml" Target="../ink/ink1088.xml"/><Relationship Id="rId45" Type="http://schemas.openxmlformats.org/officeDocument/2006/relationships/image" Target="../media/image763.png"/><Relationship Id="rId110" Type="http://schemas.openxmlformats.org/officeDocument/2006/relationships/customXml" Target="../ink/ink899.xml"/><Relationship Id="rId348" Type="http://schemas.openxmlformats.org/officeDocument/2006/relationships/customXml" Target="../ink/ink1018.xml"/><Relationship Id="rId555" Type="http://schemas.openxmlformats.org/officeDocument/2006/relationships/image" Target="../media/image958.png"/><Relationship Id="rId194" Type="http://schemas.openxmlformats.org/officeDocument/2006/relationships/customXml" Target="../ink/ink941.xml"/><Relationship Id="rId208" Type="http://schemas.openxmlformats.org/officeDocument/2006/relationships/customXml" Target="../ink/ink948.xml"/><Relationship Id="rId415" Type="http://schemas.openxmlformats.org/officeDocument/2006/relationships/image" Target="../media/image888.png"/><Relationship Id="rId622" Type="http://schemas.openxmlformats.org/officeDocument/2006/relationships/customXml" Target="../ink/ink1155.xml"/><Relationship Id="rId261" Type="http://schemas.openxmlformats.org/officeDocument/2006/relationships/image" Target="../media/image708.png"/><Relationship Id="rId499" Type="http://schemas.openxmlformats.org/officeDocument/2006/relationships/image" Target="../media/image930.png"/><Relationship Id="rId56" Type="http://schemas.openxmlformats.org/officeDocument/2006/relationships/customXml" Target="../ink/ink872.xml"/><Relationship Id="rId359" Type="http://schemas.openxmlformats.org/officeDocument/2006/relationships/image" Target="../media/image860.png"/><Relationship Id="rId566" Type="http://schemas.openxmlformats.org/officeDocument/2006/relationships/customXml" Target="../ink/ink1127.xml"/><Relationship Id="rId121" Type="http://schemas.openxmlformats.org/officeDocument/2006/relationships/image" Target="../media/image801.png"/><Relationship Id="rId219" Type="http://schemas.openxmlformats.org/officeDocument/2006/relationships/image" Target="../media/image687.png"/><Relationship Id="rId426" Type="http://schemas.openxmlformats.org/officeDocument/2006/relationships/customXml" Target="../ink/ink1057.xml"/><Relationship Id="rId67" Type="http://schemas.openxmlformats.org/officeDocument/2006/relationships/image" Target="../media/image774.png"/><Relationship Id="rId272" Type="http://schemas.openxmlformats.org/officeDocument/2006/relationships/customXml" Target="../ink/ink980.xml"/><Relationship Id="rId577" Type="http://schemas.openxmlformats.org/officeDocument/2006/relationships/image" Target="../media/image969.png"/><Relationship Id="rId132" Type="http://schemas.openxmlformats.org/officeDocument/2006/relationships/customXml" Target="../ink/ink910.xml"/></Relationships>
</file>

<file path=ppt/slides/_rels/slide11.xml.rels><?xml version="1.0" encoding="UTF-8" standalone="yes"?>
<Relationships xmlns="http://schemas.openxmlformats.org/package/2006/relationships"><Relationship Id="rId21" Type="http://schemas.openxmlformats.org/officeDocument/2006/relationships/image" Target="../media/image923.png"/><Relationship Id="rId170" Type="http://schemas.openxmlformats.org/officeDocument/2006/relationships/customXml" Target="../ink/ink1240.xml"/><Relationship Id="rId268" Type="http://schemas.openxmlformats.org/officeDocument/2006/relationships/customXml" Target="../ink/ink1289.xml"/><Relationship Id="rId475" Type="http://schemas.openxmlformats.org/officeDocument/2006/relationships/image" Target="../media/image1147.png"/><Relationship Id="rId682" Type="http://schemas.openxmlformats.org/officeDocument/2006/relationships/customXml" Target="../ink/ink1497.xml"/><Relationship Id="rId128" Type="http://schemas.openxmlformats.org/officeDocument/2006/relationships/customXml" Target="../ink/ink1219.xml"/><Relationship Id="rId335" Type="http://schemas.openxmlformats.org/officeDocument/2006/relationships/image" Target="../media/image1079.png"/><Relationship Id="rId542" Type="http://schemas.openxmlformats.org/officeDocument/2006/relationships/customXml" Target="../ink/ink1427.xml"/><Relationship Id="rId987" Type="http://schemas.openxmlformats.org/officeDocument/2006/relationships/image" Target="../media/image1398.png"/><Relationship Id="rId1172" Type="http://schemas.openxmlformats.org/officeDocument/2006/relationships/customXml" Target="../ink/ink1746.xml"/><Relationship Id="rId402" Type="http://schemas.openxmlformats.org/officeDocument/2006/relationships/customXml" Target="../ink/ink1356.xml"/><Relationship Id="rId847" Type="http://schemas.openxmlformats.org/officeDocument/2006/relationships/image" Target="../media/image1329.png"/><Relationship Id="rId1032" Type="http://schemas.openxmlformats.org/officeDocument/2006/relationships/customXml" Target="../ink/ink1676.xml"/><Relationship Id="rId707" Type="http://schemas.openxmlformats.org/officeDocument/2006/relationships/image" Target="../media/image1262.png"/><Relationship Id="rId914" Type="http://schemas.openxmlformats.org/officeDocument/2006/relationships/image" Target="../media/image1362.png"/><Relationship Id="rId43" Type="http://schemas.openxmlformats.org/officeDocument/2006/relationships/image" Target="../media/image934.png"/><Relationship Id="rId192" Type="http://schemas.openxmlformats.org/officeDocument/2006/relationships/customXml" Target="../ink/ink1251.xml"/><Relationship Id="rId497" Type="http://schemas.openxmlformats.org/officeDocument/2006/relationships/customXml" Target="../ink/ink1404.xml"/><Relationship Id="rId357" Type="http://schemas.openxmlformats.org/officeDocument/2006/relationships/image" Target="../media/image1090.png"/><Relationship Id="rId1194" Type="http://schemas.openxmlformats.org/officeDocument/2006/relationships/customXml" Target="../ink/ink1757.xml"/><Relationship Id="rId217" Type="http://schemas.openxmlformats.org/officeDocument/2006/relationships/image" Target="../media/image1021.png"/><Relationship Id="rId564" Type="http://schemas.openxmlformats.org/officeDocument/2006/relationships/customXml" Target="../ink/ink1438.xml"/><Relationship Id="rId771" Type="http://schemas.openxmlformats.org/officeDocument/2006/relationships/customXml" Target="../ink/ink1543.xml"/><Relationship Id="rId869" Type="http://schemas.openxmlformats.org/officeDocument/2006/relationships/image" Target="../media/image1340.png"/><Relationship Id="rId424" Type="http://schemas.openxmlformats.org/officeDocument/2006/relationships/customXml" Target="../ink/ink1367.xml"/><Relationship Id="rId631" Type="http://schemas.openxmlformats.org/officeDocument/2006/relationships/image" Target="../media/image1224.png"/><Relationship Id="rId729" Type="http://schemas.openxmlformats.org/officeDocument/2006/relationships/image" Target="../media/image1273.png"/><Relationship Id="rId1054" Type="http://schemas.openxmlformats.org/officeDocument/2006/relationships/customXml" Target="../ink/ink1687.xml"/><Relationship Id="rId936" Type="http://schemas.openxmlformats.org/officeDocument/2006/relationships/customXml" Target="../ink/ink1628.xml"/><Relationship Id="rId1121" Type="http://schemas.openxmlformats.org/officeDocument/2006/relationships/image" Target="../media/image1465.png"/><Relationship Id="rId1219" Type="http://schemas.openxmlformats.org/officeDocument/2006/relationships/image" Target="../media/image1514.png"/><Relationship Id="rId65" Type="http://schemas.openxmlformats.org/officeDocument/2006/relationships/image" Target="../media/image945.png"/><Relationship Id="rId281" Type="http://schemas.openxmlformats.org/officeDocument/2006/relationships/image" Target="../media/image1052.png"/><Relationship Id="rId141" Type="http://schemas.openxmlformats.org/officeDocument/2006/relationships/image" Target="../media/image983.png"/><Relationship Id="rId379" Type="http://schemas.openxmlformats.org/officeDocument/2006/relationships/image" Target="../media/image1101.png"/><Relationship Id="rId586" Type="http://schemas.openxmlformats.org/officeDocument/2006/relationships/customXml" Target="../ink/ink1449.xml"/><Relationship Id="rId793" Type="http://schemas.openxmlformats.org/officeDocument/2006/relationships/image" Target="../media/image1303.png"/><Relationship Id="rId7" Type="http://schemas.openxmlformats.org/officeDocument/2006/relationships/image" Target="../media/image916.png"/><Relationship Id="rId239" Type="http://schemas.openxmlformats.org/officeDocument/2006/relationships/image" Target="../media/image1032.png"/><Relationship Id="rId446" Type="http://schemas.openxmlformats.org/officeDocument/2006/relationships/customXml" Target="../ink/ink1378.xml"/><Relationship Id="rId653" Type="http://schemas.openxmlformats.org/officeDocument/2006/relationships/image" Target="../media/image1235.png"/><Relationship Id="rId1076" Type="http://schemas.openxmlformats.org/officeDocument/2006/relationships/customXml" Target="../ink/ink1698.xml"/><Relationship Id="rId306" Type="http://schemas.openxmlformats.org/officeDocument/2006/relationships/customXml" Target="../ink/ink1308.xml"/><Relationship Id="rId860" Type="http://schemas.openxmlformats.org/officeDocument/2006/relationships/customXml" Target="../ink/ink1589.xml"/><Relationship Id="rId958" Type="http://schemas.openxmlformats.org/officeDocument/2006/relationships/customXml" Target="../ink/ink1639.xml"/><Relationship Id="rId1143" Type="http://schemas.openxmlformats.org/officeDocument/2006/relationships/image" Target="../media/image1476.png"/><Relationship Id="rId87" Type="http://schemas.openxmlformats.org/officeDocument/2006/relationships/image" Target="../media/image956.png"/><Relationship Id="rId513" Type="http://schemas.openxmlformats.org/officeDocument/2006/relationships/customXml" Target="../ink/ink1412.xml"/><Relationship Id="rId720" Type="http://schemas.openxmlformats.org/officeDocument/2006/relationships/customXml" Target="../ink/ink1516.xml"/><Relationship Id="rId818" Type="http://schemas.openxmlformats.org/officeDocument/2006/relationships/image" Target="../media/image1315.png"/><Relationship Id="rId1003" Type="http://schemas.openxmlformats.org/officeDocument/2006/relationships/image" Target="../media/image1406.png"/><Relationship Id="rId1210" Type="http://schemas.openxmlformats.org/officeDocument/2006/relationships/customXml" Target="../ink/ink1765.xml"/><Relationship Id="rId14" Type="http://schemas.openxmlformats.org/officeDocument/2006/relationships/customXml" Target="../ink/ink1162.xml"/><Relationship Id="rId163" Type="http://schemas.openxmlformats.org/officeDocument/2006/relationships/image" Target="../media/image994.png"/><Relationship Id="rId370" Type="http://schemas.openxmlformats.org/officeDocument/2006/relationships/customXml" Target="../ink/ink1340.xml"/><Relationship Id="rId230" Type="http://schemas.openxmlformats.org/officeDocument/2006/relationships/customXml" Target="../ink/ink1270.xml"/><Relationship Id="rId468" Type="http://schemas.openxmlformats.org/officeDocument/2006/relationships/customXml" Target="../ink/ink1389.xml"/><Relationship Id="rId675" Type="http://schemas.openxmlformats.org/officeDocument/2006/relationships/image" Target="../media/image1246.png"/><Relationship Id="rId882" Type="http://schemas.openxmlformats.org/officeDocument/2006/relationships/customXml" Target="../ink/ink1600.xml"/><Relationship Id="rId1098" Type="http://schemas.openxmlformats.org/officeDocument/2006/relationships/customXml" Target="../ink/ink1709.xml"/><Relationship Id="rId328" Type="http://schemas.openxmlformats.org/officeDocument/2006/relationships/customXml" Target="../ink/ink1319.xml"/><Relationship Id="rId535" Type="http://schemas.openxmlformats.org/officeDocument/2006/relationships/image" Target="../media/image1176.png"/><Relationship Id="rId742" Type="http://schemas.openxmlformats.org/officeDocument/2006/relationships/customXml" Target="../ink/ink1527.xml"/><Relationship Id="rId1165" Type="http://schemas.openxmlformats.org/officeDocument/2006/relationships/image" Target="../media/image1487.png"/><Relationship Id="rId602" Type="http://schemas.openxmlformats.org/officeDocument/2006/relationships/customXml" Target="../ink/ink1457.xml"/><Relationship Id="rId1025" Type="http://schemas.openxmlformats.org/officeDocument/2006/relationships/image" Target="../media/image1417.png"/><Relationship Id="rId907" Type="http://schemas.openxmlformats.org/officeDocument/2006/relationships/customXml" Target="../ink/ink1613.xml"/><Relationship Id="rId36" Type="http://schemas.openxmlformats.org/officeDocument/2006/relationships/customXml" Target="../ink/ink1173.xml"/><Relationship Id="rId185" Type="http://schemas.openxmlformats.org/officeDocument/2006/relationships/image" Target="../media/image1005.png"/><Relationship Id="rId392" Type="http://schemas.openxmlformats.org/officeDocument/2006/relationships/customXml" Target="../ink/ink1351.xml"/><Relationship Id="rId697" Type="http://schemas.openxmlformats.org/officeDocument/2006/relationships/image" Target="../media/image1257.png"/><Relationship Id="rId252" Type="http://schemas.openxmlformats.org/officeDocument/2006/relationships/customXml" Target="../ink/ink1281.xml"/><Relationship Id="rId1187" Type="http://schemas.openxmlformats.org/officeDocument/2006/relationships/image" Target="../media/image1498.png"/><Relationship Id="rId112" Type="http://schemas.openxmlformats.org/officeDocument/2006/relationships/customXml" Target="../ink/ink1211.xml"/><Relationship Id="rId557" Type="http://schemas.openxmlformats.org/officeDocument/2006/relationships/image" Target="../media/image1187.png"/><Relationship Id="rId764" Type="http://schemas.openxmlformats.org/officeDocument/2006/relationships/image" Target="../media/image1289.png"/><Relationship Id="rId971" Type="http://schemas.openxmlformats.org/officeDocument/2006/relationships/image" Target="../media/image1390.png"/><Relationship Id="rId417" Type="http://schemas.openxmlformats.org/officeDocument/2006/relationships/image" Target="../media/image384.png"/><Relationship Id="rId624" Type="http://schemas.openxmlformats.org/officeDocument/2006/relationships/customXml" Target="../ink/ink1468.xml"/><Relationship Id="rId831" Type="http://schemas.openxmlformats.org/officeDocument/2006/relationships/customXml" Target="../ink/ink1574.xml"/><Relationship Id="rId1047" Type="http://schemas.openxmlformats.org/officeDocument/2006/relationships/image" Target="../media/image1428.png"/><Relationship Id="rId929" Type="http://schemas.openxmlformats.org/officeDocument/2006/relationships/image" Target="../media/image1369.png"/><Relationship Id="rId1114" Type="http://schemas.openxmlformats.org/officeDocument/2006/relationships/customXml" Target="../ink/ink1717.xml"/><Relationship Id="rId58" Type="http://schemas.openxmlformats.org/officeDocument/2006/relationships/customXml" Target="../ink/ink1184.xml"/><Relationship Id="rId274" Type="http://schemas.openxmlformats.org/officeDocument/2006/relationships/customXml" Target="../ink/ink1292.xml"/><Relationship Id="rId481" Type="http://schemas.openxmlformats.org/officeDocument/2006/relationships/customXml" Target="../ink/ink1396.xml"/><Relationship Id="rId134" Type="http://schemas.openxmlformats.org/officeDocument/2006/relationships/customXml" Target="../ink/ink1222.xml"/><Relationship Id="rId579" Type="http://schemas.openxmlformats.org/officeDocument/2006/relationships/image" Target="../media/image1198.png"/><Relationship Id="rId786" Type="http://schemas.openxmlformats.org/officeDocument/2006/relationships/image" Target="../media/image1300.png"/><Relationship Id="rId993" Type="http://schemas.openxmlformats.org/officeDocument/2006/relationships/image" Target="../media/image1401.png"/><Relationship Id="rId341" Type="http://schemas.openxmlformats.org/officeDocument/2006/relationships/image" Target="../media/image1082.png"/><Relationship Id="rId439" Type="http://schemas.openxmlformats.org/officeDocument/2006/relationships/image" Target="../media/image1130.png"/><Relationship Id="rId646" Type="http://schemas.openxmlformats.org/officeDocument/2006/relationships/customXml" Target="../ink/ink1479.xml"/><Relationship Id="rId1069" Type="http://schemas.openxmlformats.org/officeDocument/2006/relationships/image" Target="../media/image1439.png"/><Relationship Id="rId201" Type="http://schemas.openxmlformats.org/officeDocument/2006/relationships/image" Target="../media/image1013.png"/><Relationship Id="rId506" Type="http://schemas.openxmlformats.org/officeDocument/2006/relationships/image" Target="../media/image1162.png"/><Relationship Id="rId853" Type="http://schemas.openxmlformats.org/officeDocument/2006/relationships/image" Target="../media/image1332.png"/><Relationship Id="rId1136" Type="http://schemas.openxmlformats.org/officeDocument/2006/relationships/customXml" Target="../ink/ink1728.xml"/><Relationship Id="rId713" Type="http://schemas.openxmlformats.org/officeDocument/2006/relationships/image" Target="../media/image1265.png"/><Relationship Id="rId920" Type="http://schemas.openxmlformats.org/officeDocument/2006/relationships/image" Target="../media/image1365.png"/><Relationship Id="rId1203" Type="http://schemas.openxmlformats.org/officeDocument/2006/relationships/image" Target="../media/image1506.png"/><Relationship Id="rId296" Type="http://schemas.openxmlformats.org/officeDocument/2006/relationships/customXml" Target="../ink/ink1303.xml"/><Relationship Id="rId156" Type="http://schemas.openxmlformats.org/officeDocument/2006/relationships/customXml" Target="../ink/ink1233.xml"/><Relationship Id="rId363" Type="http://schemas.openxmlformats.org/officeDocument/2006/relationships/image" Target="../media/image1093.png"/><Relationship Id="rId570" Type="http://schemas.openxmlformats.org/officeDocument/2006/relationships/customXml" Target="../ink/ink1441.xml"/><Relationship Id="rId223" Type="http://schemas.openxmlformats.org/officeDocument/2006/relationships/image" Target="../media/image1024.png"/><Relationship Id="rId430" Type="http://schemas.openxmlformats.org/officeDocument/2006/relationships/customXml" Target="../ink/ink1370.xml"/><Relationship Id="rId668" Type="http://schemas.openxmlformats.org/officeDocument/2006/relationships/customXml" Target="../ink/ink1490.xml"/><Relationship Id="rId875" Type="http://schemas.openxmlformats.org/officeDocument/2006/relationships/image" Target="../media/image1343.png"/><Relationship Id="rId1060" Type="http://schemas.openxmlformats.org/officeDocument/2006/relationships/customXml" Target="../ink/ink1690.xml"/><Relationship Id="rId528" Type="http://schemas.openxmlformats.org/officeDocument/2006/relationships/customXml" Target="../ink/ink1420.xml"/><Relationship Id="rId735" Type="http://schemas.openxmlformats.org/officeDocument/2006/relationships/image" Target="../media/image1276.png"/><Relationship Id="rId942" Type="http://schemas.openxmlformats.org/officeDocument/2006/relationships/customXml" Target="../ink/ink1631.xml"/><Relationship Id="rId1158" Type="http://schemas.openxmlformats.org/officeDocument/2006/relationships/customXml" Target="../ink/ink1739.xml"/><Relationship Id="rId1018" Type="http://schemas.openxmlformats.org/officeDocument/2006/relationships/customXml" Target="../ink/ink1669.xml"/><Relationship Id="rId71" Type="http://schemas.openxmlformats.org/officeDocument/2006/relationships/image" Target="../media/image948.png"/><Relationship Id="rId234" Type="http://schemas.openxmlformats.org/officeDocument/2006/relationships/customXml" Target="../ink/ink1272.xml"/><Relationship Id="rId679" Type="http://schemas.openxmlformats.org/officeDocument/2006/relationships/image" Target="../media/image1248.png"/><Relationship Id="rId802" Type="http://schemas.openxmlformats.org/officeDocument/2006/relationships/image" Target="../media/image1307.png"/><Relationship Id="rId886" Type="http://schemas.openxmlformats.org/officeDocument/2006/relationships/customXml" Target="../ink/ink1602.xml"/><Relationship Id="rId2" Type="http://schemas.openxmlformats.org/officeDocument/2006/relationships/customXml" Target="../ink/ink1156.xml"/><Relationship Id="rId29" Type="http://schemas.openxmlformats.org/officeDocument/2006/relationships/image" Target="../media/image927.png"/><Relationship Id="rId441" Type="http://schemas.openxmlformats.org/officeDocument/2006/relationships/image" Target="../media/image1131.png"/><Relationship Id="rId539" Type="http://schemas.openxmlformats.org/officeDocument/2006/relationships/image" Target="../media/image1178.png"/><Relationship Id="rId746" Type="http://schemas.openxmlformats.org/officeDocument/2006/relationships/customXml" Target="../ink/ink1529.xml"/><Relationship Id="rId1071" Type="http://schemas.openxmlformats.org/officeDocument/2006/relationships/image" Target="../media/image1440.png"/><Relationship Id="rId1169" Type="http://schemas.openxmlformats.org/officeDocument/2006/relationships/image" Target="../media/image1489.png"/><Relationship Id="rId178" Type="http://schemas.openxmlformats.org/officeDocument/2006/relationships/customXml" Target="../ink/ink1244.xml"/><Relationship Id="rId301" Type="http://schemas.openxmlformats.org/officeDocument/2006/relationships/image" Target="../media/image1062.png"/><Relationship Id="rId953" Type="http://schemas.openxmlformats.org/officeDocument/2006/relationships/image" Target="../media/image1381.png"/><Relationship Id="rId1029" Type="http://schemas.openxmlformats.org/officeDocument/2006/relationships/image" Target="../media/image1419.png"/><Relationship Id="rId82" Type="http://schemas.openxmlformats.org/officeDocument/2006/relationships/customXml" Target="../ink/ink1196.xml"/><Relationship Id="rId385" Type="http://schemas.openxmlformats.org/officeDocument/2006/relationships/image" Target="../media/image1104.png"/><Relationship Id="rId592" Type="http://schemas.openxmlformats.org/officeDocument/2006/relationships/customXml" Target="../ink/ink1452.xml"/><Relationship Id="rId606" Type="http://schemas.openxmlformats.org/officeDocument/2006/relationships/customXml" Target="../ink/ink1459.xml"/><Relationship Id="rId813" Type="http://schemas.openxmlformats.org/officeDocument/2006/relationships/customXml" Target="../ink/ink1565.xml"/><Relationship Id="rId245" Type="http://schemas.openxmlformats.org/officeDocument/2006/relationships/image" Target="../media/image42.png"/><Relationship Id="rId452" Type="http://schemas.openxmlformats.org/officeDocument/2006/relationships/customXml" Target="../ink/ink1381.xml"/><Relationship Id="rId897" Type="http://schemas.openxmlformats.org/officeDocument/2006/relationships/customXml" Target="../ink/ink1608.xml"/><Relationship Id="rId1082" Type="http://schemas.openxmlformats.org/officeDocument/2006/relationships/customXml" Target="../ink/ink1701.xml"/><Relationship Id="rId105" Type="http://schemas.openxmlformats.org/officeDocument/2006/relationships/image" Target="../media/image965.png"/><Relationship Id="rId312" Type="http://schemas.openxmlformats.org/officeDocument/2006/relationships/customXml" Target="../ink/ink1311.xml"/><Relationship Id="rId757" Type="http://schemas.openxmlformats.org/officeDocument/2006/relationships/customXml" Target="../ink/ink1536.xml"/><Relationship Id="rId964" Type="http://schemas.openxmlformats.org/officeDocument/2006/relationships/customXml" Target="../ink/ink1642.xml"/><Relationship Id="rId93" Type="http://schemas.openxmlformats.org/officeDocument/2006/relationships/image" Target="../media/image959.png"/><Relationship Id="rId189" Type="http://schemas.openxmlformats.org/officeDocument/2006/relationships/image" Target="../media/image1007.png"/><Relationship Id="rId396" Type="http://schemas.openxmlformats.org/officeDocument/2006/relationships/customXml" Target="../ink/ink1353.xml"/><Relationship Id="rId617" Type="http://schemas.openxmlformats.org/officeDocument/2006/relationships/image" Target="../media/image1217.png"/><Relationship Id="rId824" Type="http://schemas.openxmlformats.org/officeDocument/2006/relationships/image" Target="../media/image1318.png"/><Relationship Id="rId256" Type="http://schemas.openxmlformats.org/officeDocument/2006/relationships/customXml" Target="../ink/ink1283.xml"/><Relationship Id="rId463" Type="http://schemas.openxmlformats.org/officeDocument/2006/relationships/image" Target="../media/image1141.png"/><Relationship Id="rId670" Type="http://schemas.openxmlformats.org/officeDocument/2006/relationships/customXml" Target="../ink/ink1491.xml"/><Relationship Id="rId1093" Type="http://schemas.openxmlformats.org/officeDocument/2006/relationships/image" Target="../media/image1451.png"/><Relationship Id="rId1107" Type="http://schemas.openxmlformats.org/officeDocument/2006/relationships/image" Target="../media/image1458.png"/><Relationship Id="rId116" Type="http://schemas.openxmlformats.org/officeDocument/2006/relationships/customXml" Target="../ink/ink1213.xml"/><Relationship Id="rId323" Type="http://schemas.openxmlformats.org/officeDocument/2006/relationships/image" Target="../media/image1073.png"/><Relationship Id="rId530" Type="http://schemas.openxmlformats.org/officeDocument/2006/relationships/customXml" Target="../ink/ink1421.xml"/><Relationship Id="rId768" Type="http://schemas.openxmlformats.org/officeDocument/2006/relationships/image" Target="../media/image1291.png"/><Relationship Id="rId975" Type="http://schemas.openxmlformats.org/officeDocument/2006/relationships/image" Target="../media/image1392.png"/><Relationship Id="rId1160" Type="http://schemas.openxmlformats.org/officeDocument/2006/relationships/customXml" Target="../ink/ink1740.xml"/><Relationship Id="rId20" Type="http://schemas.openxmlformats.org/officeDocument/2006/relationships/customXml" Target="../ink/ink1165.xml"/><Relationship Id="rId628" Type="http://schemas.openxmlformats.org/officeDocument/2006/relationships/customXml" Target="../ink/ink1470.xml"/><Relationship Id="rId835" Type="http://schemas.openxmlformats.org/officeDocument/2006/relationships/customXml" Target="../ink/ink1576.xml"/><Relationship Id="rId267" Type="http://schemas.openxmlformats.org/officeDocument/2006/relationships/image" Target="../media/image1045.png"/><Relationship Id="rId474" Type="http://schemas.openxmlformats.org/officeDocument/2006/relationships/customXml" Target="../ink/ink1392.xml"/><Relationship Id="rId1020" Type="http://schemas.openxmlformats.org/officeDocument/2006/relationships/customXml" Target="../ink/ink1670.xml"/><Relationship Id="rId1118" Type="http://schemas.openxmlformats.org/officeDocument/2006/relationships/customXml" Target="../ink/ink1719.xml"/><Relationship Id="rId127" Type="http://schemas.openxmlformats.org/officeDocument/2006/relationships/image" Target="../media/image976.png"/><Relationship Id="rId681" Type="http://schemas.openxmlformats.org/officeDocument/2006/relationships/image" Target="../media/image1249.png"/><Relationship Id="rId779" Type="http://schemas.openxmlformats.org/officeDocument/2006/relationships/customXml" Target="../ink/ink1547.xml"/><Relationship Id="rId902" Type="http://schemas.openxmlformats.org/officeDocument/2006/relationships/image" Target="../media/image1356.png"/><Relationship Id="rId986" Type="http://schemas.openxmlformats.org/officeDocument/2006/relationships/customXml" Target="../ink/ink1653.xml"/><Relationship Id="rId31" Type="http://schemas.openxmlformats.org/officeDocument/2006/relationships/image" Target="../media/image928.png"/><Relationship Id="rId334" Type="http://schemas.openxmlformats.org/officeDocument/2006/relationships/customXml" Target="../ink/ink1322.xml"/><Relationship Id="rId541" Type="http://schemas.openxmlformats.org/officeDocument/2006/relationships/image" Target="../media/image1179.png"/><Relationship Id="rId639" Type="http://schemas.openxmlformats.org/officeDocument/2006/relationships/image" Target="../media/image1228.png"/><Relationship Id="rId1171" Type="http://schemas.openxmlformats.org/officeDocument/2006/relationships/image" Target="../media/image1490.png"/><Relationship Id="rId180" Type="http://schemas.openxmlformats.org/officeDocument/2006/relationships/customXml" Target="../ink/ink1245.xml"/><Relationship Id="rId278" Type="http://schemas.openxmlformats.org/officeDocument/2006/relationships/customXml" Target="../ink/ink1294.xml"/><Relationship Id="rId401" Type="http://schemas.openxmlformats.org/officeDocument/2006/relationships/image" Target="../media/image1112.png"/><Relationship Id="rId846" Type="http://schemas.openxmlformats.org/officeDocument/2006/relationships/customXml" Target="../ink/ink1582.xml"/><Relationship Id="rId1031" Type="http://schemas.openxmlformats.org/officeDocument/2006/relationships/image" Target="../media/image1420.png"/><Relationship Id="rId1129" Type="http://schemas.openxmlformats.org/officeDocument/2006/relationships/image" Target="../media/image1469.png"/><Relationship Id="rId485" Type="http://schemas.openxmlformats.org/officeDocument/2006/relationships/customXml" Target="../ink/ink1398.xml"/><Relationship Id="rId692" Type="http://schemas.openxmlformats.org/officeDocument/2006/relationships/customXml" Target="../ink/ink1502.xml"/><Relationship Id="rId706" Type="http://schemas.openxmlformats.org/officeDocument/2006/relationships/customXml" Target="../ink/ink1509.xml"/><Relationship Id="rId913" Type="http://schemas.openxmlformats.org/officeDocument/2006/relationships/customXml" Target="../ink/ink1616.xml"/><Relationship Id="rId42" Type="http://schemas.openxmlformats.org/officeDocument/2006/relationships/customXml" Target="../ink/ink1176.xml"/><Relationship Id="rId138" Type="http://schemas.openxmlformats.org/officeDocument/2006/relationships/customXml" Target="../ink/ink1224.xml"/><Relationship Id="rId345" Type="http://schemas.openxmlformats.org/officeDocument/2006/relationships/image" Target="../media/image1084.png"/><Relationship Id="rId552" Type="http://schemas.openxmlformats.org/officeDocument/2006/relationships/customXml" Target="../ink/ink1432.xml"/><Relationship Id="rId997" Type="http://schemas.openxmlformats.org/officeDocument/2006/relationships/image" Target="../media/image1403.png"/><Relationship Id="rId1182" Type="http://schemas.openxmlformats.org/officeDocument/2006/relationships/customXml" Target="../ink/ink1751.xml"/><Relationship Id="rId191" Type="http://schemas.openxmlformats.org/officeDocument/2006/relationships/image" Target="../media/image1008.png"/><Relationship Id="rId205" Type="http://schemas.openxmlformats.org/officeDocument/2006/relationships/image" Target="../media/image1015.png"/><Relationship Id="rId412" Type="http://schemas.openxmlformats.org/officeDocument/2006/relationships/customXml" Target="../ink/ink1361.xml"/><Relationship Id="rId857" Type="http://schemas.openxmlformats.org/officeDocument/2006/relationships/image" Target="../media/image1334.png"/><Relationship Id="rId1042" Type="http://schemas.openxmlformats.org/officeDocument/2006/relationships/customXml" Target="../ink/ink1681.xml"/><Relationship Id="rId289" Type="http://schemas.openxmlformats.org/officeDocument/2006/relationships/image" Target="../media/image1056.png"/><Relationship Id="rId496" Type="http://schemas.openxmlformats.org/officeDocument/2006/relationships/image" Target="../media/image1157.png"/><Relationship Id="rId717" Type="http://schemas.openxmlformats.org/officeDocument/2006/relationships/image" Target="../media/image1267.png"/><Relationship Id="rId924" Type="http://schemas.openxmlformats.org/officeDocument/2006/relationships/image" Target="../media/image1367.png"/><Relationship Id="rId53" Type="http://schemas.openxmlformats.org/officeDocument/2006/relationships/image" Target="../media/image939.png"/><Relationship Id="rId149" Type="http://schemas.openxmlformats.org/officeDocument/2006/relationships/image" Target="../media/image987.png"/><Relationship Id="rId356" Type="http://schemas.openxmlformats.org/officeDocument/2006/relationships/customXml" Target="../ink/ink1333.xml"/><Relationship Id="rId563" Type="http://schemas.openxmlformats.org/officeDocument/2006/relationships/image" Target="../media/image1190.png"/><Relationship Id="rId770" Type="http://schemas.openxmlformats.org/officeDocument/2006/relationships/image" Target="../media/image1292.png"/><Relationship Id="rId1193" Type="http://schemas.openxmlformats.org/officeDocument/2006/relationships/image" Target="../media/image1501.png"/><Relationship Id="rId1207" Type="http://schemas.openxmlformats.org/officeDocument/2006/relationships/image" Target="../media/image1508.png"/><Relationship Id="rId216" Type="http://schemas.openxmlformats.org/officeDocument/2006/relationships/customXml" Target="../ink/ink1263.xml"/><Relationship Id="rId423" Type="http://schemas.openxmlformats.org/officeDocument/2006/relationships/image" Target="../media/image1122.png"/><Relationship Id="rId868" Type="http://schemas.openxmlformats.org/officeDocument/2006/relationships/customXml" Target="../ink/ink1593.xml"/><Relationship Id="rId1053" Type="http://schemas.openxmlformats.org/officeDocument/2006/relationships/image" Target="../media/image1431.png"/><Relationship Id="rId630" Type="http://schemas.openxmlformats.org/officeDocument/2006/relationships/customXml" Target="../ink/ink1471.xml"/><Relationship Id="rId728" Type="http://schemas.openxmlformats.org/officeDocument/2006/relationships/customXml" Target="../ink/ink1520.xml"/><Relationship Id="rId935" Type="http://schemas.openxmlformats.org/officeDocument/2006/relationships/image" Target="../media/image1372.png"/><Relationship Id="rId64" Type="http://schemas.openxmlformats.org/officeDocument/2006/relationships/customXml" Target="../ink/ink1187.xml"/><Relationship Id="rId367" Type="http://schemas.openxmlformats.org/officeDocument/2006/relationships/image" Target="../media/image1095.png"/><Relationship Id="rId574" Type="http://schemas.openxmlformats.org/officeDocument/2006/relationships/customXml" Target="../ink/ink1443.xml"/><Relationship Id="rId1120" Type="http://schemas.openxmlformats.org/officeDocument/2006/relationships/customXml" Target="../ink/ink1720.xml"/><Relationship Id="rId1218" Type="http://schemas.openxmlformats.org/officeDocument/2006/relationships/customXml" Target="../ink/ink1769.xml"/><Relationship Id="rId227" Type="http://schemas.openxmlformats.org/officeDocument/2006/relationships/image" Target="../media/image1026.png"/><Relationship Id="rId781" Type="http://schemas.openxmlformats.org/officeDocument/2006/relationships/customXml" Target="../ink/ink1548.xml"/><Relationship Id="rId879" Type="http://schemas.openxmlformats.org/officeDocument/2006/relationships/image" Target="../media/image1345.png"/><Relationship Id="rId434" Type="http://schemas.openxmlformats.org/officeDocument/2006/relationships/customXml" Target="../ink/ink1372.xml"/><Relationship Id="rId641" Type="http://schemas.openxmlformats.org/officeDocument/2006/relationships/image" Target="../media/image1229.png"/><Relationship Id="rId739" Type="http://schemas.openxmlformats.org/officeDocument/2006/relationships/image" Target="../media/image1278.png"/><Relationship Id="rId1064" Type="http://schemas.openxmlformats.org/officeDocument/2006/relationships/customXml" Target="../ink/ink1692.xml"/><Relationship Id="rId280" Type="http://schemas.openxmlformats.org/officeDocument/2006/relationships/customXml" Target="../ink/ink1295.xml"/><Relationship Id="rId501" Type="http://schemas.openxmlformats.org/officeDocument/2006/relationships/customXml" Target="../ink/ink1406.xml"/><Relationship Id="rId946" Type="http://schemas.openxmlformats.org/officeDocument/2006/relationships/customXml" Target="../ink/ink1633.xml"/><Relationship Id="rId1131" Type="http://schemas.openxmlformats.org/officeDocument/2006/relationships/image" Target="../media/image1470.png"/><Relationship Id="rId75" Type="http://schemas.openxmlformats.org/officeDocument/2006/relationships/image" Target="../media/image950.png"/><Relationship Id="rId140" Type="http://schemas.openxmlformats.org/officeDocument/2006/relationships/customXml" Target="../ink/ink1225.xml"/><Relationship Id="rId378" Type="http://schemas.openxmlformats.org/officeDocument/2006/relationships/customXml" Target="../ink/ink1344.xml"/><Relationship Id="rId585" Type="http://schemas.openxmlformats.org/officeDocument/2006/relationships/image" Target="../media/image1201.png"/><Relationship Id="rId792" Type="http://schemas.openxmlformats.org/officeDocument/2006/relationships/customXml" Target="../ink/ink1554.xml"/><Relationship Id="rId806" Type="http://schemas.openxmlformats.org/officeDocument/2006/relationships/image" Target="../media/image1309.png"/><Relationship Id="rId6" Type="http://schemas.openxmlformats.org/officeDocument/2006/relationships/customXml" Target="../ink/ink1158.xml"/><Relationship Id="rId238" Type="http://schemas.openxmlformats.org/officeDocument/2006/relationships/customXml" Target="../ink/ink1274.xml"/><Relationship Id="rId445" Type="http://schemas.openxmlformats.org/officeDocument/2006/relationships/image" Target="../media/image1133.png"/><Relationship Id="rId652" Type="http://schemas.openxmlformats.org/officeDocument/2006/relationships/customXml" Target="../ink/ink1482.xml"/><Relationship Id="rId1075" Type="http://schemas.openxmlformats.org/officeDocument/2006/relationships/image" Target="../media/image1442.png"/><Relationship Id="rId291" Type="http://schemas.openxmlformats.org/officeDocument/2006/relationships/image" Target="../media/image1057.png"/><Relationship Id="rId305" Type="http://schemas.openxmlformats.org/officeDocument/2006/relationships/image" Target="../media/image1064.png"/><Relationship Id="rId512" Type="http://schemas.openxmlformats.org/officeDocument/2006/relationships/image" Target="../media/image1165.png"/><Relationship Id="rId957" Type="http://schemas.openxmlformats.org/officeDocument/2006/relationships/image" Target="../media/image1383.png"/><Relationship Id="rId1142" Type="http://schemas.openxmlformats.org/officeDocument/2006/relationships/customXml" Target="../ink/ink1731.xml"/><Relationship Id="rId86" Type="http://schemas.openxmlformats.org/officeDocument/2006/relationships/customXml" Target="../ink/ink1198.xml"/><Relationship Id="rId151" Type="http://schemas.openxmlformats.org/officeDocument/2006/relationships/image" Target="../media/image988.png"/><Relationship Id="rId389" Type="http://schemas.openxmlformats.org/officeDocument/2006/relationships/image" Target="../media/image1106.png"/><Relationship Id="rId596" Type="http://schemas.openxmlformats.org/officeDocument/2006/relationships/customXml" Target="../ink/ink1454.xml"/><Relationship Id="rId817" Type="http://schemas.openxmlformats.org/officeDocument/2006/relationships/customXml" Target="../ink/ink1567.xml"/><Relationship Id="rId1002" Type="http://schemas.openxmlformats.org/officeDocument/2006/relationships/customXml" Target="../ink/ink1661.xml"/><Relationship Id="rId249" Type="http://schemas.openxmlformats.org/officeDocument/2006/relationships/image" Target="../media/image1036.png"/><Relationship Id="rId456" Type="http://schemas.openxmlformats.org/officeDocument/2006/relationships/customXml" Target="../ink/ink1383.xml"/><Relationship Id="rId663" Type="http://schemas.openxmlformats.org/officeDocument/2006/relationships/image" Target="../media/image1240.png"/><Relationship Id="rId870" Type="http://schemas.openxmlformats.org/officeDocument/2006/relationships/customXml" Target="../ink/ink1594.xml"/><Relationship Id="rId1086" Type="http://schemas.openxmlformats.org/officeDocument/2006/relationships/customXml" Target="../ink/ink1703.xml"/><Relationship Id="rId13" Type="http://schemas.openxmlformats.org/officeDocument/2006/relationships/image" Target="../media/image919.png"/><Relationship Id="rId109" Type="http://schemas.openxmlformats.org/officeDocument/2006/relationships/image" Target="../media/image967.png"/><Relationship Id="rId316" Type="http://schemas.openxmlformats.org/officeDocument/2006/relationships/customXml" Target="../ink/ink1313.xml"/><Relationship Id="rId523" Type="http://schemas.openxmlformats.org/officeDocument/2006/relationships/image" Target="../media/image1170.png"/><Relationship Id="rId968" Type="http://schemas.openxmlformats.org/officeDocument/2006/relationships/customXml" Target="../ink/ink1644.xml"/><Relationship Id="rId1153" Type="http://schemas.openxmlformats.org/officeDocument/2006/relationships/image" Target="../media/image1481.png"/><Relationship Id="rId97" Type="http://schemas.openxmlformats.org/officeDocument/2006/relationships/image" Target="../media/image961.png"/><Relationship Id="rId730" Type="http://schemas.openxmlformats.org/officeDocument/2006/relationships/customXml" Target="../ink/ink1521.xml"/><Relationship Id="rId828" Type="http://schemas.openxmlformats.org/officeDocument/2006/relationships/image" Target="../media/image1320.png"/><Relationship Id="rId1013" Type="http://schemas.openxmlformats.org/officeDocument/2006/relationships/image" Target="../media/image1411.png"/><Relationship Id="rId162" Type="http://schemas.openxmlformats.org/officeDocument/2006/relationships/customXml" Target="../ink/ink1236.xml"/><Relationship Id="rId467" Type="http://schemas.openxmlformats.org/officeDocument/2006/relationships/image" Target="../media/image1143.png"/><Relationship Id="rId1097" Type="http://schemas.openxmlformats.org/officeDocument/2006/relationships/image" Target="../media/image1453.png"/><Relationship Id="rId1220" Type="http://schemas.openxmlformats.org/officeDocument/2006/relationships/customXml" Target="../ink/ink1770.xml"/><Relationship Id="rId674" Type="http://schemas.openxmlformats.org/officeDocument/2006/relationships/customXml" Target="../ink/ink1493.xml"/><Relationship Id="rId881" Type="http://schemas.openxmlformats.org/officeDocument/2006/relationships/image" Target="../media/image1346.png"/><Relationship Id="rId979" Type="http://schemas.openxmlformats.org/officeDocument/2006/relationships/image" Target="../media/image1394.png"/><Relationship Id="rId24" Type="http://schemas.openxmlformats.org/officeDocument/2006/relationships/customXml" Target="../ink/ink1167.xml"/><Relationship Id="rId327" Type="http://schemas.openxmlformats.org/officeDocument/2006/relationships/image" Target="../media/image1075.png"/><Relationship Id="rId534" Type="http://schemas.openxmlformats.org/officeDocument/2006/relationships/customXml" Target="../ink/ink1423.xml"/><Relationship Id="rId741" Type="http://schemas.openxmlformats.org/officeDocument/2006/relationships/image" Target="../media/image1279.png"/><Relationship Id="rId839" Type="http://schemas.openxmlformats.org/officeDocument/2006/relationships/customXml" Target="../ink/ink1578.xml"/><Relationship Id="rId1164" Type="http://schemas.openxmlformats.org/officeDocument/2006/relationships/customXml" Target="../ink/ink1742.xml"/><Relationship Id="rId173" Type="http://schemas.openxmlformats.org/officeDocument/2006/relationships/image" Target="../media/image999.png"/><Relationship Id="rId380" Type="http://schemas.openxmlformats.org/officeDocument/2006/relationships/customXml" Target="../ink/ink1345.xml"/><Relationship Id="rId601" Type="http://schemas.openxmlformats.org/officeDocument/2006/relationships/image" Target="../media/image1209.png"/><Relationship Id="rId1024" Type="http://schemas.openxmlformats.org/officeDocument/2006/relationships/customXml" Target="../ink/ink1672.xml"/><Relationship Id="rId240" Type="http://schemas.openxmlformats.org/officeDocument/2006/relationships/customXml" Target="../ink/ink1275.xml"/><Relationship Id="rId478" Type="http://schemas.openxmlformats.org/officeDocument/2006/relationships/customXml" Target="../ink/ink1394.xml"/><Relationship Id="rId685" Type="http://schemas.openxmlformats.org/officeDocument/2006/relationships/image" Target="../media/image1251.png"/><Relationship Id="rId892" Type="http://schemas.openxmlformats.org/officeDocument/2006/relationships/image" Target="../media/image1351.png"/><Relationship Id="rId906" Type="http://schemas.openxmlformats.org/officeDocument/2006/relationships/image" Target="../media/image1358.png"/><Relationship Id="rId35" Type="http://schemas.openxmlformats.org/officeDocument/2006/relationships/image" Target="../media/image930.png"/><Relationship Id="rId100" Type="http://schemas.openxmlformats.org/officeDocument/2006/relationships/customXml" Target="../ink/ink1205.xml"/><Relationship Id="rId338" Type="http://schemas.openxmlformats.org/officeDocument/2006/relationships/customXml" Target="../ink/ink1324.xml"/><Relationship Id="rId545" Type="http://schemas.openxmlformats.org/officeDocument/2006/relationships/image" Target="../media/image1181.png"/><Relationship Id="rId752" Type="http://schemas.openxmlformats.org/officeDocument/2006/relationships/image" Target="../media/image1284.png"/><Relationship Id="rId1175" Type="http://schemas.openxmlformats.org/officeDocument/2006/relationships/image" Target="../media/image1492.png"/><Relationship Id="rId184" Type="http://schemas.openxmlformats.org/officeDocument/2006/relationships/customXml" Target="../ink/ink1247.xml"/><Relationship Id="rId391" Type="http://schemas.openxmlformats.org/officeDocument/2006/relationships/image" Target="../media/image1107.png"/><Relationship Id="rId405" Type="http://schemas.openxmlformats.org/officeDocument/2006/relationships/image" Target="../media/image1114.png"/><Relationship Id="rId612" Type="http://schemas.openxmlformats.org/officeDocument/2006/relationships/customXml" Target="../ink/ink1462.xml"/><Relationship Id="rId1035" Type="http://schemas.openxmlformats.org/officeDocument/2006/relationships/image" Target="../media/image1422.png"/><Relationship Id="rId251" Type="http://schemas.openxmlformats.org/officeDocument/2006/relationships/image" Target="../media/image1037.png"/><Relationship Id="rId489" Type="http://schemas.openxmlformats.org/officeDocument/2006/relationships/customXml" Target="../ink/ink1400.xml"/><Relationship Id="rId696" Type="http://schemas.openxmlformats.org/officeDocument/2006/relationships/customXml" Target="../ink/ink1504.xml"/><Relationship Id="rId917" Type="http://schemas.openxmlformats.org/officeDocument/2006/relationships/customXml" Target="../ink/ink1618.xml"/><Relationship Id="rId1102" Type="http://schemas.openxmlformats.org/officeDocument/2006/relationships/customXml" Target="../ink/ink1711.xml"/><Relationship Id="rId46" Type="http://schemas.openxmlformats.org/officeDocument/2006/relationships/customXml" Target="../ink/ink1178.xml"/><Relationship Id="rId349" Type="http://schemas.openxmlformats.org/officeDocument/2006/relationships/image" Target="../media/image1086.png"/><Relationship Id="rId556" Type="http://schemas.openxmlformats.org/officeDocument/2006/relationships/customXml" Target="../ink/ink1434.xml"/><Relationship Id="rId763" Type="http://schemas.openxmlformats.org/officeDocument/2006/relationships/customXml" Target="../ink/ink1539.xml"/><Relationship Id="rId1186" Type="http://schemas.openxmlformats.org/officeDocument/2006/relationships/customXml" Target="../ink/ink1753.xml"/><Relationship Id="rId111" Type="http://schemas.openxmlformats.org/officeDocument/2006/relationships/image" Target="../media/image968.png"/><Relationship Id="rId195" Type="http://schemas.openxmlformats.org/officeDocument/2006/relationships/image" Target="../media/image1010.png"/><Relationship Id="rId209" Type="http://schemas.openxmlformats.org/officeDocument/2006/relationships/image" Target="../media/image1017.png"/><Relationship Id="rId416" Type="http://schemas.openxmlformats.org/officeDocument/2006/relationships/customXml" Target="../ink/ink1363.xml"/><Relationship Id="rId970" Type="http://schemas.openxmlformats.org/officeDocument/2006/relationships/customXml" Target="../ink/ink1645.xml"/><Relationship Id="rId1046" Type="http://schemas.openxmlformats.org/officeDocument/2006/relationships/customXml" Target="../ink/ink1683.xml"/><Relationship Id="rId623" Type="http://schemas.openxmlformats.org/officeDocument/2006/relationships/image" Target="../media/image1220.png"/><Relationship Id="rId830" Type="http://schemas.openxmlformats.org/officeDocument/2006/relationships/image" Target="../media/image1321.png"/><Relationship Id="rId928" Type="http://schemas.openxmlformats.org/officeDocument/2006/relationships/customXml" Target="../ink/ink1624.xml"/><Relationship Id="rId57" Type="http://schemas.openxmlformats.org/officeDocument/2006/relationships/image" Target="../media/image941.png"/><Relationship Id="rId262" Type="http://schemas.openxmlformats.org/officeDocument/2006/relationships/customXml" Target="../ink/ink1286.xml"/><Relationship Id="rId567" Type="http://schemas.openxmlformats.org/officeDocument/2006/relationships/image" Target="../media/image1192.png"/><Relationship Id="rId1113" Type="http://schemas.openxmlformats.org/officeDocument/2006/relationships/image" Target="../media/image1461.png"/><Relationship Id="rId1197" Type="http://schemas.openxmlformats.org/officeDocument/2006/relationships/image" Target="../media/image1503.png"/><Relationship Id="rId122" Type="http://schemas.openxmlformats.org/officeDocument/2006/relationships/customXml" Target="../ink/ink1216.xml"/><Relationship Id="rId774" Type="http://schemas.openxmlformats.org/officeDocument/2006/relationships/image" Target="../media/image1294.png"/><Relationship Id="rId981" Type="http://schemas.openxmlformats.org/officeDocument/2006/relationships/image" Target="../media/image1395.png"/><Relationship Id="rId1057" Type="http://schemas.openxmlformats.org/officeDocument/2006/relationships/image" Target="../media/image1433.png"/><Relationship Id="rId427" Type="http://schemas.openxmlformats.org/officeDocument/2006/relationships/image" Target="../media/image1124.png"/><Relationship Id="rId634" Type="http://schemas.openxmlformats.org/officeDocument/2006/relationships/customXml" Target="../ink/ink1473.xml"/><Relationship Id="rId841" Type="http://schemas.openxmlformats.org/officeDocument/2006/relationships/image" Target="../media/image1326.png"/><Relationship Id="rId273" Type="http://schemas.openxmlformats.org/officeDocument/2006/relationships/image" Target="../media/image1048.png"/><Relationship Id="rId480" Type="http://schemas.openxmlformats.org/officeDocument/2006/relationships/customXml" Target="../ink/ink1395.xml"/><Relationship Id="rId701" Type="http://schemas.openxmlformats.org/officeDocument/2006/relationships/image" Target="../media/image1259.png"/><Relationship Id="rId939" Type="http://schemas.openxmlformats.org/officeDocument/2006/relationships/image" Target="../media/image1374.png"/><Relationship Id="rId1124" Type="http://schemas.openxmlformats.org/officeDocument/2006/relationships/customXml" Target="../ink/ink1722.xml"/><Relationship Id="rId68" Type="http://schemas.openxmlformats.org/officeDocument/2006/relationships/customXml" Target="../ink/ink1189.xml"/><Relationship Id="rId133" Type="http://schemas.openxmlformats.org/officeDocument/2006/relationships/image" Target="../media/image979.png"/><Relationship Id="rId340" Type="http://schemas.openxmlformats.org/officeDocument/2006/relationships/customXml" Target="../ink/ink1325.xml"/><Relationship Id="rId578" Type="http://schemas.openxmlformats.org/officeDocument/2006/relationships/customXml" Target="../ink/ink1445.xml"/><Relationship Id="rId785" Type="http://schemas.openxmlformats.org/officeDocument/2006/relationships/customXml" Target="../ink/ink1550.xml"/><Relationship Id="rId992" Type="http://schemas.openxmlformats.org/officeDocument/2006/relationships/customXml" Target="../ink/ink1656.xml"/><Relationship Id="rId200" Type="http://schemas.openxmlformats.org/officeDocument/2006/relationships/customXml" Target="../ink/ink1255.xml"/><Relationship Id="rId438" Type="http://schemas.openxmlformats.org/officeDocument/2006/relationships/customXml" Target="../ink/ink1374.xml"/><Relationship Id="rId645" Type="http://schemas.openxmlformats.org/officeDocument/2006/relationships/image" Target="../media/image1231.png"/><Relationship Id="rId852" Type="http://schemas.openxmlformats.org/officeDocument/2006/relationships/customXml" Target="../ink/ink1585.xml"/><Relationship Id="rId1068" Type="http://schemas.openxmlformats.org/officeDocument/2006/relationships/customXml" Target="../ink/ink1694.xml"/><Relationship Id="rId284" Type="http://schemas.openxmlformats.org/officeDocument/2006/relationships/customXml" Target="../ink/ink1297.xml"/><Relationship Id="rId491" Type="http://schemas.openxmlformats.org/officeDocument/2006/relationships/customXml" Target="../ink/ink1401.xml"/><Relationship Id="rId505" Type="http://schemas.openxmlformats.org/officeDocument/2006/relationships/customXml" Target="../ink/ink1408.xml"/><Relationship Id="rId712" Type="http://schemas.openxmlformats.org/officeDocument/2006/relationships/customXml" Target="../ink/ink1512.xml"/><Relationship Id="rId1135" Type="http://schemas.openxmlformats.org/officeDocument/2006/relationships/image" Target="../media/image1472.png"/><Relationship Id="rId79" Type="http://schemas.openxmlformats.org/officeDocument/2006/relationships/image" Target="../media/image952.png"/><Relationship Id="rId144" Type="http://schemas.openxmlformats.org/officeDocument/2006/relationships/customXml" Target="../ink/ink1227.xml"/><Relationship Id="rId589" Type="http://schemas.openxmlformats.org/officeDocument/2006/relationships/image" Target="../media/image1203.png"/><Relationship Id="rId796" Type="http://schemas.openxmlformats.org/officeDocument/2006/relationships/customXml" Target="../ink/ink1556.xml"/><Relationship Id="rId1202" Type="http://schemas.openxmlformats.org/officeDocument/2006/relationships/customXml" Target="../ink/ink1761.xml"/><Relationship Id="rId351" Type="http://schemas.openxmlformats.org/officeDocument/2006/relationships/image" Target="../media/image1087.png"/><Relationship Id="rId449" Type="http://schemas.openxmlformats.org/officeDocument/2006/relationships/image" Target="../media/image1135.png"/><Relationship Id="rId656" Type="http://schemas.openxmlformats.org/officeDocument/2006/relationships/customXml" Target="../ink/ink1484.xml"/><Relationship Id="rId863" Type="http://schemas.openxmlformats.org/officeDocument/2006/relationships/image" Target="../media/image1337.png"/><Relationship Id="rId1079" Type="http://schemas.openxmlformats.org/officeDocument/2006/relationships/image" Target="../media/image1444.png"/><Relationship Id="rId211" Type="http://schemas.openxmlformats.org/officeDocument/2006/relationships/image" Target="../media/image1018.png"/><Relationship Id="rId295" Type="http://schemas.openxmlformats.org/officeDocument/2006/relationships/image" Target="../media/image1059.png"/><Relationship Id="rId309" Type="http://schemas.openxmlformats.org/officeDocument/2006/relationships/image" Target="../media/image1066.png"/><Relationship Id="rId516" Type="http://schemas.openxmlformats.org/officeDocument/2006/relationships/image" Target="../media/image1167.png"/><Relationship Id="rId1146" Type="http://schemas.openxmlformats.org/officeDocument/2006/relationships/customXml" Target="../ink/ink1733.xml"/><Relationship Id="rId723" Type="http://schemas.openxmlformats.org/officeDocument/2006/relationships/image" Target="../media/image1270.png"/><Relationship Id="rId930" Type="http://schemas.openxmlformats.org/officeDocument/2006/relationships/customXml" Target="../ink/ink1625.xml"/><Relationship Id="rId1006" Type="http://schemas.openxmlformats.org/officeDocument/2006/relationships/customXml" Target="../ink/ink1663.xml"/><Relationship Id="rId155" Type="http://schemas.openxmlformats.org/officeDocument/2006/relationships/image" Target="../media/image990.png"/><Relationship Id="rId362" Type="http://schemas.openxmlformats.org/officeDocument/2006/relationships/customXml" Target="../ink/ink1336.xml"/><Relationship Id="rId1213" Type="http://schemas.openxmlformats.org/officeDocument/2006/relationships/image" Target="../media/image1511.png"/><Relationship Id="rId222" Type="http://schemas.openxmlformats.org/officeDocument/2006/relationships/customXml" Target="../ink/ink1266.xml"/><Relationship Id="rId667" Type="http://schemas.openxmlformats.org/officeDocument/2006/relationships/image" Target="../media/image1242.png"/><Relationship Id="rId874" Type="http://schemas.openxmlformats.org/officeDocument/2006/relationships/customXml" Target="../ink/ink1596.xml"/><Relationship Id="rId17" Type="http://schemas.openxmlformats.org/officeDocument/2006/relationships/image" Target="../media/image921.png"/><Relationship Id="rId527" Type="http://schemas.openxmlformats.org/officeDocument/2006/relationships/image" Target="../media/image1172.png"/><Relationship Id="rId734" Type="http://schemas.openxmlformats.org/officeDocument/2006/relationships/customXml" Target="../ink/ink1523.xml"/><Relationship Id="rId941" Type="http://schemas.openxmlformats.org/officeDocument/2006/relationships/image" Target="../media/image1375.png"/><Relationship Id="rId1157" Type="http://schemas.openxmlformats.org/officeDocument/2006/relationships/image" Target="../media/image1483.png"/><Relationship Id="rId70" Type="http://schemas.openxmlformats.org/officeDocument/2006/relationships/customXml" Target="../ink/ink1190.xml"/><Relationship Id="rId166" Type="http://schemas.openxmlformats.org/officeDocument/2006/relationships/customXml" Target="../ink/ink1238.xml"/><Relationship Id="rId373" Type="http://schemas.openxmlformats.org/officeDocument/2006/relationships/image" Target="../media/image1098.png"/><Relationship Id="rId580" Type="http://schemas.openxmlformats.org/officeDocument/2006/relationships/customXml" Target="../ink/ink1446.xml"/><Relationship Id="rId801" Type="http://schemas.openxmlformats.org/officeDocument/2006/relationships/customXml" Target="../ink/ink1559.xml"/><Relationship Id="rId1017" Type="http://schemas.openxmlformats.org/officeDocument/2006/relationships/image" Target="../media/image1413.png"/><Relationship Id="rId1" Type="http://schemas.openxmlformats.org/officeDocument/2006/relationships/slideLayout" Target="../slideLayouts/slideLayout2.xml"/><Relationship Id="rId233" Type="http://schemas.openxmlformats.org/officeDocument/2006/relationships/image" Target="../media/image1029.png"/><Relationship Id="rId440" Type="http://schemas.openxmlformats.org/officeDocument/2006/relationships/customXml" Target="../ink/ink1375.xml"/><Relationship Id="rId678" Type="http://schemas.openxmlformats.org/officeDocument/2006/relationships/customXml" Target="../ink/ink1495.xml"/><Relationship Id="rId885" Type="http://schemas.openxmlformats.org/officeDocument/2006/relationships/image" Target="../media/image1348.png"/><Relationship Id="rId1070" Type="http://schemas.openxmlformats.org/officeDocument/2006/relationships/customXml" Target="../ink/ink1695.xml"/><Relationship Id="rId28" Type="http://schemas.openxmlformats.org/officeDocument/2006/relationships/customXml" Target="../ink/ink1169.xml"/><Relationship Id="rId300" Type="http://schemas.openxmlformats.org/officeDocument/2006/relationships/customXml" Target="../ink/ink1305.xml"/><Relationship Id="rId538" Type="http://schemas.openxmlformats.org/officeDocument/2006/relationships/customXml" Target="../ink/ink1425.xml"/><Relationship Id="rId745" Type="http://schemas.openxmlformats.org/officeDocument/2006/relationships/image" Target="../media/image1281.png"/><Relationship Id="rId952" Type="http://schemas.openxmlformats.org/officeDocument/2006/relationships/customXml" Target="../ink/ink1636.xml"/><Relationship Id="rId1168" Type="http://schemas.openxmlformats.org/officeDocument/2006/relationships/customXml" Target="../ink/ink1744.xml"/><Relationship Id="rId81" Type="http://schemas.openxmlformats.org/officeDocument/2006/relationships/image" Target="../media/image953.png"/><Relationship Id="rId177" Type="http://schemas.openxmlformats.org/officeDocument/2006/relationships/image" Target="../media/image1001.png"/><Relationship Id="rId384" Type="http://schemas.openxmlformats.org/officeDocument/2006/relationships/customXml" Target="../ink/ink1347.xml"/><Relationship Id="rId591" Type="http://schemas.openxmlformats.org/officeDocument/2006/relationships/image" Target="../media/image1204.png"/><Relationship Id="rId605" Type="http://schemas.openxmlformats.org/officeDocument/2006/relationships/image" Target="../media/image1211.png"/><Relationship Id="rId812" Type="http://schemas.openxmlformats.org/officeDocument/2006/relationships/image" Target="../media/image1312.png"/><Relationship Id="rId1028" Type="http://schemas.openxmlformats.org/officeDocument/2006/relationships/customXml" Target="../ink/ink1674.xml"/><Relationship Id="rId244" Type="http://schemas.openxmlformats.org/officeDocument/2006/relationships/customXml" Target="../ink/ink1277.xml"/><Relationship Id="rId689" Type="http://schemas.openxmlformats.org/officeDocument/2006/relationships/image" Target="../media/image1253.png"/><Relationship Id="rId896" Type="http://schemas.openxmlformats.org/officeDocument/2006/relationships/image" Target="../media/image1353.png"/><Relationship Id="rId1081" Type="http://schemas.openxmlformats.org/officeDocument/2006/relationships/image" Target="../media/image1445.png"/><Relationship Id="rId39" Type="http://schemas.openxmlformats.org/officeDocument/2006/relationships/image" Target="../media/image932.png"/><Relationship Id="rId451" Type="http://schemas.openxmlformats.org/officeDocument/2006/relationships/image" Target="../media/image1136.png"/><Relationship Id="rId549" Type="http://schemas.openxmlformats.org/officeDocument/2006/relationships/image" Target="../media/image1183.png"/><Relationship Id="rId756" Type="http://schemas.openxmlformats.org/officeDocument/2006/relationships/customXml" Target="../ink/ink1535.xml"/><Relationship Id="rId1179" Type="http://schemas.openxmlformats.org/officeDocument/2006/relationships/image" Target="../media/image1494.png"/><Relationship Id="rId104" Type="http://schemas.openxmlformats.org/officeDocument/2006/relationships/customXml" Target="../ink/ink1207.xml"/><Relationship Id="rId188" Type="http://schemas.openxmlformats.org/officeDocument/2006/relationships/customXml" Target="../ink/ink1249.xml"/><Relationship Id="rId311" Type="http://schemas.openxmlformats.org/officeDocument/2006/relationships/image" Target="../media/image1067.png"/><Relationship Id="rId395" Type="http://schemas.openxmlformats.org/officeDocument/2006/relationships/image" Target="../media/image1109.png"/><Relationship Id="rId409" Type="http://schemas.openxmlformats.org/officeDocument/2006/relationships/image" Target="../media/image1116.png"/><Relationship Id="rId963" Type="http://schemas.openxmlformats.org/officeDocument/2006/relationships/image" Target="../media/image1386.png"/><Relationship Id="rId1039" Type="http://schemas.openxmlformats.org/officeDocument/2006/relationships/image" Target="../media/image1424.png"/><Relationship Id="rId92" Type="http://schemas.openxmlformats.org/officeDocument/2006/relationships/customXml" Target="../ink/ink1201.xml"/><Relationship Id="rId616" Type="http://schemas.openxmlformats.org/officeDocument/2006/relationships/customXml" Target="../ink/ink1464.xml"/><Relationship Id="rId823" Type="http://schemas.openxmlformats.org/officeDocument/2006/relationships/customXml" Target="../ink/ink1570.xml"/><Relationship Id="rId255" Type="http://schemas.openxmlformats.org/officeDocument/2006/relationships/image" Target="../media/image1039.png"/><Relationship Id="rId462" Type="http://schemas.openxmlformats.org/officeDocument/2006/relationships/customXml" Target="../ink/ink1386.xml"/><Relationship Id="rId1092" Type="http://schemas.openxmlformats.org/officeDocument/2006/relationships/customXml" Target="../ink/ink1706.xml"/><Relationship Id="rId1106" Type="http://schemas.openxmlformats.org/officeDocument/2006/relationships/customXml" Target="../ink/ink1713.xml"/><Relationship Id="rId115" Type="http://schemas.openxmlformats.org/officeDocument/2006/relationships/image" Target="../media/image970.png"/><Relationship Id="rId322" Type="http://schemas.openxmlformats.org/officeDocument/2006/relationships/customXml" Target="../ink/ink1316.xml"/><Relationship Id="rId767" Type="http://schemas.openxmlformats.org/officeDocument/2006/relationships/customXml" Target="../ink/ink1541.xml"/><Relationship Id="rId974" Type="http://schemas.openxmlformats.org/officeDocument/2006/relationships/customXml" Target="../ink/ink1647.xml"/><Relationship Id="rId199" Type="http://schemas.openxmlformats.org/officeDocument/2006/relationships/image" Target="../media/image1012.png"/><Relationship Id="rId627" Type="http://schemas.openxmlformats.org/officeDocument/2006/relationships/image" Target="../media/image1222.png"/><Relationship Id="rId834" Type="http://schemas.openxmlformats.org/officeDocument/2006/relationships/image" Target="../media/image1323.png"/><Relationship Id="rId266" Type="http://schemas.openxmlformats.org/officeDocument/2006/relationships/customXml" Target="../ink/ink1288.xml"/><Relationship Id="rId473" Type="http://schemas.openxmlformats.org/officeDocument/2006/relationships/image" Target="../media/image1146.png"/><Relationship Id="rId680" Type="http://schemas.openxmlformats.org/officeDocument/2006/relationships/customXml" Target="../ink/ink1496.xml"/><Relationship Id="rId901" Type="http://schemas.openxmlformats.org/officeDocument/2006/relationships/customXml" Target="../ink/ink1610.xml"/><Relationship Id="rId1117" Type="http://schemas.openxmlformats.org/officeDocument/2006/relationships/image" Target="../media/image1463.png"/><Relationship Id="rId30" Type="http://schemas.openxmlformats.org/officeDocument/2006/relationships/customXml" Target="../ink/ink1170.xml"/><Relationship Id="rId126" Type="http://schemas.openxmlformats.org/officeDocument/2006/relationships/customXml" Target="../ink/ink1218.xml"/><Relationship Id="rId333" Type="http://schemas.openxmlformats.org/officeDocument/2006/relationships/image" Target="../media/image1078.png"/><Relationship Id="rId540" Type="http://schemas.openxmlformats.org/officeDocument/2006/relationships/customXml" Target="../ink/ink1426.xml"/><Relationship Id="rId778" Type="http://schemas.openxmlformats.org/officeDocument/2006/relationships/image" Target="../media/image1296.png"/><Relationship Id="rId985" Type="http://schemas.openxmlformats.org/officeDocument/2006/relationships/image" Target="../media/image1397.png"/><Relationship Id="rId1170" Type="http://schemas.openxmlformats.org/officeDocument/2006/relationships/customXml" Target="../ink/ink1745.xml"/><Relationship Id="rId638" Type="http://schemas.openxmlformats.org/officeDocument/2006/relationships/customXml" Target="../ink/ink1475.xml"/><Relationship Id="rId845" Type="http://schemas.openxmlformats.org/officeDocument/2006/relationships/image" Target="../media/image1328.png"/><Relationship Id="rId1030" Type="http://schemas.openxmlformats.org/officeDocument/2006/relationships/customXml" Target="../ink/ink1675.xml"/><Relationship Id="rId277" Type="http://schemas.openxmlformats.org/officeDocument/2006/relationships/image" Target="../media/image1050.png"/><Relationship Id="rId400" Type="http://schemas.openxmlformats.org/officeDocument/2006/relationships/customXml" Target="../ink/ink1355.xml"/><Relationship Id="rId484" Type="http://schemas.openxmlformats.org/officeDocument/2006/relationships/image" Target="../media/image1151.png"/><Relationship Id="rId705" Type="http://schemas.openxmlformats.org/officeDocument/2006/relationships/image" Target="../media/image1261.png"/><Relationship Id="rId1128" Type="http://schemas.openxmlformats.org/officeDocument/2006/relationships/customXml" Target="../ink/ink1724.xml"/><Relationship Id="rId137" Type="http://schemas.openxmlformats.org/officeDocument/2006/relationships/image" Target="../media/image981.png"/><Relationship Id="rId344" Type="http://schemas.openxmlformats.org/officeDocument/2006/relationships/customXml" Target="../ink/ink1327.xml"/><Relationship Id="rId691" Type="http://schemas.openxmlformats.org/officeDocument/2006/relationships/image" Target="../media/image1254.png"/><Relationship Id="rId789" Type="http://schemas.openxmlformats.org/officeDocument/2006/relationships/customXml" Target="../ink/ink1552.xml"/><Relationship Id="rId912" Type="http://schemas.openxmlformats.org/officeDocument/2006/relationships/image" Target="../media/image1361.png"/><Relationship Id="rId996" Type="http://schemas.openxmlformats.org/officeDocument/2006/relationships/customXml" Target="../ink/ink1658.xml"/><Relationship Id="rId41" Type="http://schemas.openxmlformats.org/officeDocument/2006/relationships/image" Target="../media/image933.png"/><Relationship Id="rId551" Type="http://schemas.openxmlformats.org/officeDocument/2006/relationships/image" Target="../media/image1184.png"/><Relationship Id="rId649" Type="http://schemas.openxmlformats.org/officeDocument/2006/relationships/image" Target="../media/image1233.png"/><Relationship Id="rId856" Type="http://schemas.openxmlformats.org/officeDocument/2006/relationships/customXml" Target="../ink/ink1587.xml"/><Relationship Id="rId1181" Type="http://schemas.openxmlformats.org/officeDocument/2006/relationships/image" Target="../media/image1495.png"/><Relationship Id="rId190" Type="http://schemas.openxmlformats.org/officeDocument/2006/relationships/customXml" Target="../ink/ink1250.xml"/><Relationship Id="rId204" Type="http://schemas.openxmlformats.org/officeDocument/2006/relationships/customXml" Target="../ink/ink1257.xml"/><Relationship Id="rId288" Type="http://schemas.openxmlformats.org/officeDocument/2006/relationships/customXml" Target="../ink/ink1299.xml"/><Relationship Id="rId411" Type="http://schemas.openxmlformats.org/officeDocument/2006/relationships/image" Target="../media/image1117.png"/><Relationship Id="rId509" Type="http://schemas.openxmlformats.org/officeDocument/2006/relationships/customXml" Target="../ink/ink1410.xml"/><Relationship Id="rId1041" Type="http://schemas.openxmlformats.org/officeDocument/2006/relationships/image" Target="../media/image1425.png"/><Relationship Id="rId1139" Type="http://schemas.openxmlformats.org/officeDocument/2006/relationships/image" Target="../media/image1474.png"/><Relationship Id="rId495" Type="http://schemas.openxmlformats.org/officeDocument/2006/relationships/customXml" Target="../ink/ink1403.xml"/><Relationship Id="rId716" Type="http://schemas.openxmlformats.org/officeDocument/2006/relationships/customXml" Target="../ink/ink1514.xml"/><Relationship Id="rId923" Type="http://schemas.openxmlformats.org/officeDocument/2006/relationships/customXml" Target="../ink/ink1621.xml"/><Relationship Id="rId52" Type="http://schemas.openxmlformats.org/officeDocument/2006/relationships/customXml" Target="../ink/ink1181.xml"/><Relationship Id="rId148" Type="http://schemas.openxmlformats.org/officeDocument/2006/relationships/customXml" Target="../ink/ink1229.xml"/><Relationship Id="rId355" Type="http://schemas.openxmlformats.org/officeDocument/2006/relationships/image" Target="../media/image1089.png"/><Relationship Id="rId562" Type="http://schemas.openxmlformats.org/officeDocument/2006/relationships/customXml" Target="../ink/ink1437.xml"/><Relationship Id="rId1192" Type="http://schemas.openxmlformats.org/officeDocument/2006/relationships/customXml" Target="../ink/ink1756.xml"/><Relationship Id="rId1206" Type="http://schemas.openxmlformats.org/officeDocument/2006/relationships/customXml" Target="../ink/ink1763.xml"/><Relationship Id="rId215" Type="http://schemas.openxmlformats.org/officeDocument/2006/relationships/image" Target="../media/image1020.png"/><Relationship Id="rId422" Type="http://schemas.openxmlformats.org/officeDocument/2006/relationships/customXml" Target="../ink/ink1366.xml"/><Relationship Id="rId867" Type="http://schemas.openxmlformats.org/officeDocument/2006/relationships/image" Target="../media/image1339.png"/><Relationship Id="rId1052" Type="http://schemas.openxmlformats.org/officeDocument/2006/relationships/customXml" Target="../ink/ink1686.xml"/><Relationship Id="rId299" Type="http://schemas.openxmlformats.org/officeDocument/2006/relationships/image" Target="../media/image1061.png"/><Relationship Id="rId727" Type="http://schemas.openxmlformats.org/officeDocument/2006/relationships/image" Target="../media/image1272.png"/><Relationship Id="rId934" Type="http://schemas.openxmlformats.org/officeDocument/2006/relationships/customXml" Target="../ink/ink1627.xml"/><Relationship Id="rId63" Type="http://schemas.openxmlformats.org/officeDocument/2006/relationships/image" Target="../media/image944.png"/><Relationship Id="rId159" Type="http://schemas.openxmlformats.org/officeDocument/2006/relationships/image" Target="../media/image992.png"/><Relationship Id="rId366" Type="http://schemas.openxmlformats.org/officeDocument/2006/relationships/customXml" Target="../ink/ink1338.xml"/><Relationship Id="rId573" Type="http://schemas.openxmlformats.org/officeDocument/2006/relationships/image" Target="../media/image1195.png"/><Relationship Id="rId780" Type="http://schemas.openxmlformats.org/officeDocument/2006/relationships/image" Target="../media/image1297.png"/><Relationship Id="rId1217" Type="http://schemas.openxmlformats.org/officeDocument/2006/relationships/image" Target="../media/image1513.png"/><Relationship Id="rId226" Type="http://schemas.openxmlformats.org/officeDocument/2006/relationships/customXml" Target="../ink/ink1268.xml"/><Relationship Id="rId433" Type="http://schemas.openxmlformats.org/officeDocument/2006/relationships/image" Target="../media/image1127.png"/><Relationship Id="rId878" Type="http://schemas.openxmlformats.org/officeDocument/2006/relationships/customXml" Target="../ink/ink1598.xml"/><Relationship Id="rId1063" Type="http://schemas.openxmlformats.org/officeDocument/2006/relationships/image" Target="../media/image1436.png"/><Relationship Id="rId640" Type="http://schemas.openxmlformats.org/officeDocument/2006/relationships/customXml" Target="../ink/ink1476.xml"/><Relationship Id="rId738" Type="http://schemas.openxmlformats.org/officeDocument/2006/relationships/customXml" Target="../ink/ink1525.xml"/><Relationship Id="rId945" Type="http://schemas.openxmlformats.org/officeDocument/2006/relationships/image" Target="../media/image1377.png"/><Relationship Id="rId74" Type="http://schemas.openxmlformats.org/officeDocument/2006/relationships/customXml" Target="../ink/ink1192.xml"/><Relationship Id="rId377" Type="http://schemas.openxmlformats.org/officeDocument/2006/relationships/image" Target="../media/image1100.png"/><Relationship Id="rId500" Type="http://schemas.openxmlformats.org/officeDocument/2006/relationships/image" Target="../media/image1159.png"/><Relationship Id="rId584" Type="http://schemas.openxmlformats.org/officeDocument/2006/relationships/customXml" Target="../ink/ink1448.xml"/><Relationship Id="rId805" Type="http://schemas.openxmlformats.org/officeDocument/2006/relationships/customXml" Target="../ink/ink1561.xml"/><Relationship Id="rId1130" Type="http://schemas.openxmlformats.org/officeDocument/2006/relationships/customXml" Target="../ink/ink1725.xml"/><Relationship Id="rId5" Type="http://schemas.openxmlformats.org/officeDocument/2006/relationships/image" Target="../media/image915.png"/><Relationship Id="rId237" Type="http://schemas.openxmlformats.org/officeDocument/2006/relationships/image" Target="../media/image1031.png"/><Relationship Id="rId791" Type="http://schemas.openxmlformats.org/officeDocument/2006/relationships/image" Target="../media/image1302.png"/><Relationship Id="rId889" Type="http://schemas.openxmlformats.org/officeDocument/2006/relationships/customXml" Target="../ink/ink1604.xml"/><Relationship Id="rId1074" Type="http://schemas.openxmlformats.org/officeDocument/2006/relationships/customXml" Target="../ink/ink1697.xml"/><Relationship Id="rId444" Type="http://schemas.openxmlformats.org/officeDocument/2006/relationships/customXml" Target="../ink/ink1377.xml"/><Relationship Id="rId651" Type="http://schemas.openxmlformats.org/officeDocument/2006/relationships/image" Target="../media/image1234.png"/><Relationship Id="rId749" Type="http://schemas.openxmlformats.org/officeDocument/2006/relationships/image" Target="../media/image1283.png"/><Relationship Id="rId290" Type="http://schemas.openxmlformats.org/officeDocument/2006/relationships/customXml" Target="../ink/ink1300.xml"/><Relationship Id="rId304" Type="http://schemas.openxmlformats.org/officeDocument/2006/relationships/customXml" Target="../ink/ink1307.xml"/><Relationship Id="rId388" Type="http://schemas.openxmlformats.org/officeDocument/2006/relationships/customXml" Target="../ink/ink1349.xml"/><Relationship Id="rId511" Type="http://schemas.openxmlformats.org/officeDocument/2006/relationships/customXml" Target="../ink/ink1411.xml"/><Relationship Id="rId609" Type="http://schemas.openxmlformats.org/officeDocument/2006/relationships/image" Target="../media/image1213.png"/><Relationship Id="rId956" Type="http://schemas.openxmlformats.org/officeDocument/2006/relationships/customXml" Target="../ink/ink1638.xml"/><Relationship Id="rId1141" Type="http://schemas.openxmlformats.org/officeDocument/2006/relationships/image" Target="../media/image1475.png"/><Relationship Id="rId85" Type="http://schemas.openxmlformats.org/officeDocument/2006/relationships/image" Target="../media/image955.png"/><Relationship Id="rId150" Type="http://schemas.openxmlformats.org/officeDocument/2006/relationships/customXml" Target="../ink/ink1230.xml"/><Relationship Id="rId595" Type="http://schemas.openxmlformats.org/officeDocument/2006/relationships/image" Target="../media/image1206.png"/><Relationship Id="rId816" Type="http://schemas.openxmlformats.org/officeDocument/2006/relationships/image" Target="../media/image1314.png"/><Relationship Id="rId1001" Type="http://schemas.openxmlformats.org/officeDocument/2006/relationships/image" Target="../media/image1405.png"/><Relationship Id="rId248" Type="http://schemas.openxmlformats.org/officeDocument/2006/relationships/customXml" Target="../ink/ink1279.xml"/><Relationship Id="rId455" Type="http://schemas.openxmlformats.org/officeDocument/2006/relationships/image" Target="../media/image1138.png"/><Relationship Id="rId662" Type="http://schemas.openxmlformats.org/officeDocument/2006/relationships/customXml" Target="../ink/ink1487.xml"/><Relationship Id="rId1085" Type="http://schemas.openxmlformats.org/officeDocument/2006/relationships/image" Target="../media/image1447.png"/><Relationship Id="rId12" Type="http://schemas.openxmlformats.org/officeDocument/2006/relationships/customXml" Target="../ink/ink1161.xml"/><Relationship Id="rId108" Type="http://schemas.openxmlformats.org/officeDocument/2006/relationships/customXml" Target="../ink/ink1209.xml"/><Relationship Id="rId315" Type="http://schemas.openxmlformats.org/officeDocument/2006/relationships/image" Target="../media/image1069.png"/><Relationship Id="rId522" Type="http://schemas.openxmlformats.org/officeDocument/2006/relationships/customXml" Target="../ink/ink1417.xml"/><Relationship Id="rId967" Type="http://schemas.openxmlformats.org/officeDocument/2006/relationships/image" Target="../media/image1388.png"/><Relationship Id="rId1152" Type="http://schemas.openxmlformats.org/officeDocument/2006/relationships/customXml" Target="../ink/ink1736.xml"/><Relationship Id="rId96" Type="http://schemas.openxmlformats.org/officeDocument/2006/relationships/customXml" Target="../ink/ink1203.xml"/><Relationship Id="rId161" Type="http://schemas.openxmlformats.org/officeDocument/2006/relationships/image" Target="../media/image993.png"/><Relationship Id="rId399" Type="http://schemas.openxmlformats.org/officeDocument/2006/relationships/image" Target="../media/image1111.png"/><Relationship Id="rId827" Type="http://schemas.openxmlformats.org/officeDocument/2006/relationships/customXml" Target="../ink/ink1572.xml"/><Relationship Id="rId1012" Type="http://schemas.openxmlformats.org/officeDocument/2006/relationships/customXml" Target="../ink/ink1666.xml"/><Relationship Id="rId259" Type="http://schemas.openxmlformats.org/officeDocument/2006/relationships/image" Target="../media/image1041.png"/><Relationship Id="rId466" Type="http://schemas.openxmlformats.org/officeDocument/2006/relationships/customXml" Target="../ink/ink1388.xml"/><Relationship Id="rId673" Type="http://schemas.openxmlformats.org/officeDocument/2006/relationships/image" Target="../media/image1245.png"/><Relationship Id="rId880" Type="http://schemas.openxmlformats.org/officeDocument/2006/relationships/customXml" Target="../ink/ink1599.xml"/><Relationship Id="rId1096" Type="http://schemas.openxmlformats.org/officeDocument/2006/relationships/customXml" Target="../ink/ink1708.xml"/><Relationship Id="rId23" Type="http://schemas.openxmlformats.org/officeDocument/2006/relationships/image" Target="../media/image924.png"/><Relationship Id="rId119" Type="http://schemas.openxmlformats.org/officeDocument/2006/relationships/image" Target="../media/image972.png"/><Relationship Id="rId326" Type="http://schemas.openxmlformats.org/officeDocument/2006/relationships/customXml" Target="../ink/ink1318.xml"/><Relationship Id="rId533" Type="http://schemas.openxmlformats.org/officeDocument/2006/relationships/image" Target="../media/image1175.png"/><Relationship Id="rId978" Type="http://schemas.openxmlformats.org/officeDocument/2006/relationships/customXml" Target="../ink/ink1649.xml"/><Relationship Id="rId1163" Type="http://schemas.openxmlformats.org/officeDocument/2006/relationships/image" Target="../media/image1486.png"/><Relationship Id="rId740" Type="http://schemas.openxmlformats.org/officeDocument/2006/relationships/customXml" Target="../ink/ink1526.xml"/><Relationship Id="rId838" Type="http://schemas.openxmlformats.org/officeDocument/2006/relationships/image" Target="../media/image1325.png"/><Relationship Id="rId1023" Type="http://schemas.openxmlformats.org/officeDocument/2006/relationships/image" Target="../media/image1416.png"/><Relationship Id="rId172" Type="http://schemas.openxmlformats.org/officeDocument/2006/relationships/customXml" Target="../ink/ink1241.xml"/><Relationship Id="rId477" Type="http://schemas.openxmlformats.org/officeDocument/2006/relationships/image" Target="../media/image1148.png"/><Relationship Id="rId600" Type="http://schemas.openxmlformats.org/officeDocument/2006/relationships/customXml" Target="../ink/ink1456.xml"/><Relationship Id="rId684" Type="http://schemas.openxmlformats.org/officeDocument/2006/relationships/customXml" Target="../ink/ink1498.xml"/><Relationship Id="rId337" Type="http://schemas.openxmlformats.org/officeDocument/2006/relationships/image" Target="../media/image1080.png"/><Relationship Id="rId891" Type="http://schemas.openxmlformats.org/officeDocument/2006/relationships/customXml" Target="../ink/ink1605.xml"/><Relationship Id="rId905" Type="http://schemas.openxmlformats.org/officeDocument/2006/relationships/customXml" Target="../ink/ink1612.xml"/><Relationship Id="rId989" Type="http://schemas.openxmlformats.org/officeDocument/2006/relationships/image" Target="../media/image1399.png"/><Relationship Id="rId34" Type="http://schemas.openxmlformats.org/officeDocument/2006/relationships/customXml" Target="../ink/ink1172.xml"/><Relationship Id="rId544" Type="http://schemas.openxmlformats.org/officeDocument/2006/relationships/customXml" Target="../ink/ink1428.xml"/><Relationship Id="rId751" Type="http://schemas.openxmlformats.org/officeDocument/2006/relationships/customXml" Target="../ink/ink1532.xml"/><Relationship Id="rId849" Type="http://schemas.openxmlformats.org/officeDocument/2006/relationships/image" Target="../media/image1330.png"/><Relationship Id="rId1174" Type="http://schemas.openxmlformats.org/officeDocument/2006/relationships/customXml" Target="../ink/ink1747.xml"/><Relationship Id="rId183" Type="http://schemas.openxmlformats.org/officeDocument/2006/relationships/image" Target="../media/image1004.png"/><Relationship Id="rId390" Type="http://schemas.openxmlformats.org/officeDocument/2006/relationships/customXml" Target="../ink/ink1350.xml"/><Relationship Id="rId404" Type="http://schemas.openxmlformats.org/officeDocument/2006/relationships/customXml" Target="../ink/ink1357.xml"/><Relationship Id="rId611" Type="http://schemas.openxmlformats.org/officeDocument/2006/relationships/image" Target="../media/image1214.png"/><Relationship Id="rId1034" Type="http://schemas.openxmlformats.org/officeDocument/2006/relationships/customXml" Target="../ink/ink1677.xml"/><Relationship Id="rId250" Type="http://schemas.openxmlformats.org/officeDocument/2006/relationships/customXml" Target="../ink/ink1280.xml"/><Relationship Id="rId488" Type="http://schemas.openxmlformats.org/officeDocument/2006/relationships/image" Target="../media/image1153.png"/><Relationship Id="rId695" Type="http://schemas.openxmlformats.org/officeDocument/2006/relationships/image" Target="../media/image1256.png"/><Relationship Id="rId709" Type="http://schemas.openxmlformats.org/officeDocument/2006/relationships/image" Target="../media/image1263.png"/><Relationship Id="rId916" Type="http://schemas.openxmlformats.org/officeDocument/2006/relationships/image" Target="../media/image1363.png"/><Relationship Id="rId1101" Type="http://schemas.openxmlformats.org/officeDocument/2006/relationships/image" Target="../media/image1455.png"/><Relationship Id="rId45" Type="http://schemas.openxmlformats.org/officeDocument/2006/relationships/image" Target="../media/image935.png"/><Relationship Id="rId110" Type="http://schemas.openxmlformats.org/officeDocument/2006/relationships/customXml" Target="../ink/ink1210.xml"/><Relationship Id="rId348" Type="http://schemas.openxmlformats.org/officeDocument/2006/relationships/customXml" Target="../ink/ink1329.xml"/><Relationship Id="rId555" Type="http://schemas.openxmlformats.org/officeDocument/2006/relationships/image" Target="../media/image1186.png"/><Relationship Id="rId762" Type="http://schemas.openxmlformats.org/officeDocument/2006/relationships/image" Target="../media/image1288.png"/><Relationship Id="rId1185" Type="http://schemas.openxmlformats.org/officeDocument/2006/relationships/image" Target="../media/image1497.png"/><Relationship Id="rId194" Type="http://schemas.openxmlformats.org/officeDocument/2006/relationships/customXml" Target="../ink/ink1252.xml"/><Relationship Id="rId208" Type="http://schemas.openxmlformats.org/officeDocument/2006/relationships/customXml" Target="../ink/ink1259.xml"/><Relationship Id="rId415" Type="http://schemas.openxmlformats.org/officeDocument/2006/relationships/image" Target="../media/image1119.png"/><Relationship Id="rId622" Type="http://schemas.openxmlformats.org/officeDocument/2006/relationships/customXml" Target="../ink/ink1467.xml"/><Relationship Id="rId1045" Type="http://schemas.openxmlformats.org/officeDocument/2006/relationships/image" Target="../media/image1427.png"/><Relationship Id="rId261" Type="http://schemas.openxmlformats.org/officeDocument/2006/relationships/image" Target="../media/image1042.png"/><Relationship Id="rId499" Type="http://schemas.openxmlformats.org/officeDocument/2006/relationships/customXml" Target="../ink/ink1405.xml"/><Relationship Id="rId927" Type="http://schemas.openxmlformats.org/officeDocument/2006/relationships/customXml" Target="../ink/ink1623.xml"/><Relationship Id="rId1112" Type="http://schemas.openxmlformats.org/officeDocument/2006/relationships/customXml" Target="../ink/ink1716.xml"/><Relationship Id="rId56" Type="http://schemas.openxmlformats.org/officeDocument/2006/relationships/customXml" Target="../ink/ink1183.xml"/><Relationship Id="rId359" Type="http://schemas.openxmlformats.org/officeDocument/2006/relationships/image" Target="../media/image1091.png"/><Relationship Id="rId566" Type="http://schemas.openxmlformats.org/officeDocument/2006/relationships/customXml" Target="../ink/ink1439.xml"/><Relationship Id="rId773" Type="http://schemas.openxmlformats.org/officeDocument/2006/relationships/customXml" Target="../ink/ink1544.xml"/><Relationship Id="rId1196" Type="http://schemas.openxmlformats.org/officeDocument/2006/relationships/customXml" Target="../ink/ink1758.xml"/><Relationship Id="rId121" Type="http://schemas.openxmlformats.org/officeDocument/2006/relationships/image" Target="../media/image973.png"/><Relationship Id="rId219" Type="http://schemas.openxmlformats.org/officeDocument/2006/relationships/image" Target="../media/image1022.png"/><Relationship Id="rId426" Type="http://schemas.openxmlformats.org/officeDocument/2006/relationships/customXml" Target="../ink/ink1368.xml"/><Relationship Id="rId633" Type="http://schemas.openxmlformats.org/officeDocument/2006/relationships/image" Target="../media/image1225.png"/><Relationship Id="rId980" Type="http://schemas.openxmlformats.org/officeDocument/2006/relationships/customXml" Target="../ink/ink1650.xml"/><Relationship Id="rId1056" Type="http://schemas.openxmlformats.org/officeDocument/2006/relationships/customXml" Target="../ink/ink1688.xml"/><Relationship Id="rId840" Type="http://schemas.openxmlformats.org/officeDocument/2006/relationships/customXml" Target="../ink/ink1579.xml"/><Relationship Id="rId938" Type="http://schemas.openxmlformats.org/officeDocument/2006/relationships/customXml" Target="../ink/ink1629.xml"/><Relationship Id="rId67" Type="http://schemas.openxmlformats.org/officeDocument/2006/relationships/image" Target="../media/image946.png"/><Relationship Id="rId272" Type="http://schemas.openxmlformats.org/officeDocument/2006/relationships/customXml" Target="../ink/ink1291.xml"/><Relationship Id="rId577" Type="http://schemas.openxmlformats.org/officeDocument/2006/relationships/image" Target="../media/image1197.png"/><Relationship Id="rId700" Type="http://schemas.openxmlformats.org/officeDocument/2006/relationships/customXml" Target="../ink/ink1506.xml"/><Relationship Id="rId1123" Type="http://schemas.openxmlformats.org/officeDocument/2006/relationships/image" Target="../media/image1466.png"/><Relationship Id="rId132" Type="http://schemas.openxmlformats.org/officeDocument/2006/relationships/customXml" Target="../ink/ink1221.xml"/><Relationship Id="rId784" Type="http://schemas.openxmlformats.org/officeDocument/2006/relationships/image" Target="../media/image1299.png"/><Relationship Id="rId991" Type="http://schemas.openxmlformats.org/officeDocument/2006/relationships/image" Target="../media/image1400.png"/><Relationship Id="rId1067" Type="http://schemas.openxmlformats.org/officeDocument/2006/relationships/image" Target="../media/image1438.png"/><Relationship Id="rId437" Type="http://schemas.openxmlformats.org/officeDocument/2006/relationships/image" Target="../media/image1129.png"/><Relationship Id="rId644" Type="http://schemas.openxmlformats.org/officeDocument/2006/relationships/customXml" Target="../ink/ink1478.xml"/><Relationship Id="rId851" Type="http://schemas.openxmlformats.org/officeDocument/2006/relationships/image" Target="../media/image1331.png"/><Relationship Id="rId283" Type="http://schemas.openxmlformats.org/officeDocument/2006/relationships/image" Target="../media/image1053.png"/><Relationship Id="rId490" Type="http://schemas.openxmlformats.org/officeDocument/2006/relationships/image" Target="../media/image1154.png"/><Relationship Id="rId504" Type="http://schemas.openxmlformats.org/officeDocument/2006/relationships/image" Target="../media/image1161.png"/><Relationship Id="rId711" Type="http://schemas.openxmlformats.org/officeDocument/2006/relationships/image" Target="../media/image1264.png"/><Relationship Id="rId949" Type="http://schemas.openxmlformats.org/officeDocument/2006/relationships/image" Target="../media/image1379.png"/><Relationship Id="rId1134" Type="http://schemas.openxmlformats.org/officeDocument/2006/relationships/customXml" Target="../ink/ink1727.xml"/><Relationship Id="rId78" Type="http://schemas.openxmlformats.org/officeDocument/2006/relationships/customXml" Target="../ink/ink1194.xml"/><Relationship Id="rId143" Type="http://schemas.openxmlformats.org/officeDocument/2006/relationships/image" Target="../media/image984.png"/><Relationship Id="rId350" Type="http://schemas.openxmlformats.org/officeDocument/2006/relationships/customXml" Target="../ink/ink1330.xml"/><Relationship Id="rId588" Type="http://schemas.openxmlformats.org/officeDocument/2006/relationships/customXml" Target="../ink/ink1450.xml"/><Relationship Id="rId795" Type="http://schemas.openxmlformats.org/officeDocument/2006/relationships/image" Target="../media/image1304.png"/><Relationship Id="rId809" Type="http://schemas.openxmlformats.org/officeDocument/2006/relationships/customXml" Target="../ink/ink1563.xml"/><Relationship Id="rId1201" Type="http://schemas.openxmlformats.org/officeDocument/2006/relationships/image" Target="../media/image1505.png"/><Relationship Id="rId9" Type="http://schemas.openxmlformats.org/officeDocument/2006/relationships/image" Target="../media/image917.png"/><Relationship Id="rId210" Type="http://schemas.openxmlformats.org/officeDocument/2006/relationships/customXml" Target="../ink/ink1260.xml"/><Relationship Id="rId448" Type="http://schemas.openxmlformats.org/officeDocument/2006/relationships/customXml" Target="../ink/ink1379.xml"/><Relationship Id="rId655" Type="http://schemas.openxmlformats.org/officeDocument/2006/relationships/image" Target="../media/image1236.png"/><Relationship Id="rId862" Type="http://schemas.openxmlformats.org/officeDocument/2006/relationships/customXml" Target="../ink/ink1590.xml"/><Relationship Id="rId1078" Type="http://schemas.openxmlformats.org/officeDocument/2006/relationships/customXml" Target="../ink/ink1699.xml"/><Relationship Id="rId294" Type="http://schemas.openxmlformats.org/officeDocument/2006/relationships/customXml" Target="../ink/ink1302.xml"/><Relationship Id="rId308" Type="http://schemas.openxmlformats.org/officeDocument/2006/relationships/customXml" Target="../ink/ink1309.xml"/><Relationship Id="rId515" Type="http://schemas.openxmlformats.org/officeDocument/2006/relationships/customXml" Target="../ink/ink1413.xml"/><Relationship Id="rId722" Type="http://schemas.openxmlformats.org/officeDocument/2006/relationships/customXml" Target="../ink/ink1517.xml"/><Relationship Id="rId1145" Type="http://schemas.openxmlformats.org/officeDocument/2006/relationships/image" Target="../media/image1477.png"/><Relationship Id="rId89" Type="http://schemas.openxmlformats.org/officeDocument/2006/relationships/image" Target="../media/image957.png"/><Relationship Id="rId154" Type="http://schemas.openxmlformats.org/officeDocument/2006/relationships/customXml" Target="../ink/ink1232.xml"/><Relationship Id="rId361" Type="http://schemas.openxmlformats.org/officeDocument/2006/relationships/image" Target="../media/image1092.png"/><Relationship Id="rId599" Type="http://schemas.openxmlformats.org/officeDocument/2006/relationships/image" Target="../media/image1208.png"/><Relationship Id="rId1005" Type="http://schemas.openxmlformats.org/officeDocument/2006/relationships/image" Target="../media/image1407.png"/><Relationship Id="rId1212" Type="http://schemas.openxmlformats.org/officeDocument/2006/relationships/customXml" Target="../ink/ink1766.xml"/><Relationship Id="rId459" Type="http://schemas.openxmlformats.org/officeDocument/2006/relationships/image" Target="../media/image700.png"/><Relationship Id="rId666" Type="http://schemas.openxmlformats.org/officeDocument/2006/relationships/customXml" Target="../ink/ink1489.xml"/><Relationship Id="rId873" Type="http://schemas.openxmlformats.org/officeDocument/2006/relationships/image" Target="../media/image1342.png"/><Relationship Id="rId1089" Type="http://schemas.openxmlformats.org/officeDocument/2006/relationships/image" Target="../media/image1449.png"/><Relationship Id="rId16" Type="http://schemas.openxmlformats.org/officeDocument/2006/relationships/customXml" Target="../ink/ink1163.xml"/><Relationship Id="rId221" Type="http://schemas.openxmlformats.org/officeDocument/2006/relationships/image" Target="../media/image1023.png"/><Relationship Id="rId319" Type="http://schemas.openxmlformats.org/officeDocument/2006/relationships/image" Target="../media/image1071.png"/><Relationship Id="rId526" Type="http://schemas.openxmlformats.org/officeDocument/2006/relationships/customXml" Target="../ink/ink1419.xml"/><Relationship Id="rId1156" Type="http://schemas.openxmlformats.org/officeDocument/2006/relationships/customXml" Target="../ink/ink1738.xml"/><Relationship Id="rId733" Type="http://schemas.openxmlformats.org/officeDocument/2006/relationships/image" Target="../media/image1275.png"/><Relationship Id="rId940" Type="http://schemas.openxmlformats.org/officeDocument/2006/relationships/customXml" Target="../ink/ink1630.xml"/><Relationship Id="rId1016" Type="http://schemas.openxmlformats.org/officeDocument/2006/relationships/customXml" Target="../ink/ink1668.xml"/><Relationship Id="rId165" Type="http://schemas.openxmlformats.org/officeDocument/2006/relationships/image" Target="../media/image995.png"/><Relationship Id="rId372" Type="http://schemas.openxmlformats.org/officeDocument/2006/relationships/customXml" Target="../ink/ink1341.xml"/><Relationship Id="rId677" Type="http://schemas.openxmlformats.org/officeDocument/2006/relationships/image" Target="../media/image1247.png"/><Relationship Id="rId800" Type="http://schemas.openxmlformats.org/officeDocument/2006/relationships/customXml" Target="../ink/ink1558.xml"/><Relationship Id="rId232" Type="http://schemas.openxmlformats.org/officeDocument/2006/relationships/customXml" Target="../ink/ink1271.xml"/><Relationship Id="rId884" Type="http://schemas.openxmlformats.org/officeDocument/2006/relationships/customXml" Target="../ink/ink1601.xml"/><Relationship Id="rId27" Type="http://schemas.openxmlformats.org/officeDocument/2006/relationships/image" Target="../media/image926.png"/><Relationship Id="rId537" Type="http://schemas.openxmlformats.org/officeDocument/2006/relationships/image" Target="../media/image1177.png"/><Relationship Id="rId744" Type="http://schemas.openxmlformats.org/officeDocument/2006/relationships/customXml" Target="../ink/ink1528.xml"/><Relationship Id="rId951" Type="http://schemas.openxmlformats.org/officeDocument/2006/relationships/image" Target="../media/image1380.png"/><Relationship Id="rId1167" Type="http://schemas.openxmlformats.org/officeDocument/2006/relationships/image" Target="../media/image1488.png"/><Relationship Id="rId80" Type="http://schemas.openxmlformats.org/officeDocument/2006/relationships/customXml" Target="../ink/ink1195.xml"/><Relationship Id="rId176" Type="http://schemas.openxmlformats.org/officeDocument/2006/relationships/customXml" Target="../ink/ink1243.xml"/><Relationship Id="rId383" Type="http://schemas.openxmlformats.org/officeDocument/2006/relationships/image" Target="../media/image1103.png"/><Relationship Id="rId590" Type="http://schemas.openxmlformats.org/officeDocument/2006/relationships/customXml" Target="../ink/ink1451.xml"/><Relationship Id="rId604" Type="http://schemas.openxmlformats.org/officeDocument/2006/relationships/customXml" Target="../ink/ink1458.xml"/><Relationship Id="rId811" Type="http://schemas.openxmlformats.org/officeDocument/2006/relationships/customXml" Target="../ink/ink1564.xml"/><Relationship Id="rId1027" Type="http://schemas.openxmlformats.org/officeDocument/2006/relationships/image" Target="../media/image1418.png"/><Relationship Id="rId243" Type="http://schemas.openxmlformats.org/officeDocument/2006/relationships/image" Target="../media/image1034.png"/><Relationship Id="rId450" Type="http://schemas.openxmlformats.org/officeDocument/2006/relationships/customXml" Target="../ink/ink1380.xml"/><Relationship Id="rId688" Type="http://schemas.openxmlformats.org/officeDocument/2006/relationships/customXml" Target="../ink/ink1500.xml"/><Relationship Id="rId895" Type="http://schemas.openxmlformats.org/officeDocument/2006/relationships/customXml" Target="../ink/ink1607.xml"/><Relationship Id="rId909" Type="http://schemas.openxmlformats.org/officeDocument/2006/relationships/customXml" Target="../ink/ink1614.xml"/><Relationship Id="rId1080" Type="http://schemas.openxmlformats.org/officeDocument/2006/relationships/customXml" Target="../ink/ink1700.xml"/><Relationship Id="rId38" Type="http://schemas.openxmlformats.org/officeDocument/2006/relationships/customXml" Target="../ink/ink1174.xml"/><Relationship Id="rId103" Type="http://schemas.openxmlformats.org/officeDocument/2006/relationships/image" Target="../media/image964.png"/><Relationship Id="rId310" Type="http://schemas.openxmlformats.org/officeDocument/2006/relationships/customXml" Target="../ink/ink1310.xml"/><Relationship Id="rId548" Type="http://schemas.openxmlformats.org/officeDocument/2006/relationships/customXml" Target="../ink/ink1430.xml"/><Relationship Id="rId755" Type="http://schemas.openxmlformats.org/officeDocument/2006/relationships/image" Target="../media/image1285.png"/><Relationship Id="rId962" Type="http://schemas.openxmlformats.org/officeDocument/2006/relationships/customXml" Target="../ink/ink1641.xml"/><Relationship Id="rId1178" Type="http://schemas.openxmlformats.org/officeDocument/2006/relationships/customXml" Target="../ink/ink1749.xml"/><Relationship Id="rId91" Type="http://schemas.openxmlformats.org/officeDocument/2006/relationships/image" Target="../media/image958.png"/><Relationship Id="rId187" Type="http://schemas.openxmlformats.org/officeDocument/2006/relationships/image" Target="../media/image1006.png"/><Relationship Id="rId394" Type="http://schemas.openxmlformats.org/officeDocument/2006/relationships/customXml" Target="../ink/ink1352.xml"/><Relationship Id="rId408" Type="http://schemas.openxmlformats.org/officeDocument/2006/relationships/customXml" Target="../ink/ink1359.xml"/><Relationship Id="rId615" Type="http://schemas.openxmlformats.org/officeDocument/2006/relationships/image" Target="../media/image1216.png"/><Relationship Id="rId822" Type="http://schemas.openxmlformats.org/officeDocument/2006/relationships/image" Target="../media/image1317.png"/><Relationship Id="rId1038" Type="http://schemas.openxmlformats.org/officeDocument/2006/relationships/customXml" Target="../ink/ink1679.xml"/><Relationship Id="rId254" Type="http://schemas.openxmlformats.org/officeDocument/2006/relationships/customXml" Target="../ink/ink1282.xml"/><Relationship Id="rId699" Type="http://schemas.openxmlformats.org/officeDocument/2006/relationships/image" Target="../media/image1258.png"/><Relationship Id="rId1091" Type="http://schemas.openxmlformats.org/officeDocument/2006/relationships/image" Target="../media/image1450.png"/><Relationship Id="rId1105" Type="http://schemas.openxmlformats.org/officeDocument/2006/relationships/image" Target="../media/image1457.png"/><Relationship Id="rId49" Type="http://schemas.openxmlformats.org/officeDocument/2006/relationships/image" Target="../media/image937.png"/><Relationship Id="rId114" Type="http://schemas.openxmlformats.org/officeDocument/2006/relationships/customXml" Target="../ink/ink1212.xml"/><Relationship Id="rId461" Type="http://schemas.openxmlformats.org/officeDocument/2006/relationships/image" Target="../media/image1140.png"/><Relationship Id="rId559" Type="http://schemas.openxmlformats.org/officeDocument/2006/relationships/image" Target="../media/image1188.png"/><Relationship Id="rId766" Type="http://schemas.openxmlformats.org/officeDocument/2006/relationships/image" Target="../media/image1290.png"/><Relationship Id="rId1189" Type="http://schemas.openxmlformats.org/officeDocument/2006/relationships/image" Target="../media/image1499.png"/><Relationship Id="rId198" Type="http://schemas.openxmlformats.org/officeDocument/2006/relationships/customXml" Target="../ink/ink1254.xml"/><Relationship Id="rId321" Type="http://schemas.openxmlformats.org/officeDocument/2006/relationships/image" Target="../media/image1072.png"/><Relationship Id="rId419" Type="http://schemas.openxmlformats.org/officeDocument/2006/relationships/image" Target="../media/image1120.png"/><Relationship Id="rId626" Type="http://schemas.openxmlformats.org/officeDocument/2006/relationships/customXml" Target="../ink/ink1469.xml"/><Relationship Id="rId973" Type="http://schemas.openxmlformats.org/officeDocument/2006/relationships/image" Target="../media/image1391.png"/><Relationship Id="rId1049" Type="http://schemas.openxmlformats.org/officeDocument/2006/relationships/image" Target="../media/image1429.png"/><Relationship Id="rId833" Type="http://schemas.openxmlformats.org/officeDocument/2006/relationships/customXml" Target="../ink/ink1575.xml"/><Relationship Id="rId1116" Type="http://schemas.openxmlformats.org/officeDocument/2006/relationships/customXml" Target="../ink/ink1718.xml"/><Relationship Id="rId265" Type="http://schemas.openxmlformats.org/officeDocument/2006/relationships/image" Target="../media/image1044.png"/><Relationship Id="rId472" Type="http://schemas.openxmlformats.org/officeDocument/2006/relationships/customXml" Target="../ink/ink1391.xml"/><Relationship Id="rId900" Type="http://schemas.openxmlformats.org/officeDocument/2006/relationships/image" Target="../media/image1355.png"/><Relationship Id="rId125" Type="http://schemas.openxmlformats.org/officeDocument/2006/relationships/image" Target="../media/image975.png"/><Relationship Id="rId332" Type="http://schemas.openxmlformats.org/officeDocument/2006/relationships/customXml" Target="../ink/ink1321.xml"/><Relationship Id="rId777" Type="http://schemas.openxmlformats.org/officeDocument/2006/relationships/customXml" Target="../ink/ink1546.xml"/><Relationship Id="rId984" Type="http://schemas.openxmlformats.org/officeDocument/2006/relationships/customXml" Target="../ink/ink1652.xml"/><Relationship Id="rId637" Type="http://schemas.openxmlformats.org/officeDocument/2006/relationships/image" Target="../media/image1227.png"/><Relationship Id="rId844" Type="http://schemas.openxmlformats.org/officeDocument/2006/relationships/customXml" Target="../ink/ink1581.xml"/><Relationship Id="rId276" Type="http://schemas.openxmlformats.org/officeDocument/2006/relationships/customXml" Target="../ink/ink1293.xml"/><Relationship Id="rId483" Type="http://schemas.openxmlformats.org/officeDocument/2006/relationships/customXml" Target="../ink/ink1397.xml"/><Relationship Id="rId690" Type="http://schemas.openxmlformats.org/officeDocument/2006/relationships/customXml" Target="../ink/ink1501.xml"/><Relationship Id="rId704" Type="http://schemas.openxmlformats.org/officeDocument/2006/relationships/customXml" Target="../ink/ink1508.xml"/><Relationship Id="rId911" Type="http://schemas.openxmlformats.org/officeDocument/2006/relationships/customXml" Target="../ink/ink1615.xml"/><Relationship Id="rId1127" Type="http://schemas.openxmlformats.org/officeDocument/2006/relationships/image" Target="../media/image1468.png"/><Relationship Id="rId40" Type="http://schemas.openxmlformats.org/officeDocument/2006/relationships/customXml" Target="../ink/ink1175.xml"/><Relationship Id="rId136" Type="http://schemas.openxmlformats.org/officeDocument/2006/relationships/customXml" Target="../ink/ink1223.xml"/><Relationship Id="rId343" Type="http://schemas.openxmlformats.org/officeDocument/2006/relationships/image" Target="../media/image1083.png"/><Relationship Id="rId550" Type="http://schemas.openxmlformats.org/officeDocument/2006/relationships/customXml" Target="../ink/ink1431.xml"/><Relationship Id="rId788" Type="http://schemas.openxmlformats.org/officeDocument/2006/relationships/image" Target="../media/image1301.png"/><Relationship Id="rId995" Type="http://schemas.openxmlformats.org/officeDocument/2006/relationships/image" Target="../media/image1402.png"/><Relationship Id="rId1180" Type="http://schemas.openxmlformats.org/officeDocument/2006/relationships/customXml" Target="../ink/ink1750.xml"/><Relationship Id="rId203" Type="http://schemas.openxmlformats.org/officeDocument/2006/relationships/image" Target="../media/image1014.png"/><Relationship Id="rId648" Type="http://schemas.openxmlformats.org/officeDocument/2006/relationships/customXml" Target="../ink/ink1480.xml"/><Relationship Id="rId855" Type="http://schemas.openxmlformats.org/officeDocument/2006/relationships/image" Target="../media/image1333.png"/><Relationship Id="rId1040" Type="http://schemas.openxmlformats.org/officeDocument/2006/relationships/customXml" Target="../ink/ink1680.xml"/><Relationship Id="rId287" Type="http://schemas.openxmlformats.org/officeDocument/2006/relationships/image" Target="../media/image1055.png"/><Relationship Id="rId410" Type="http://schemas.openxmlformats.org/officeDocument/2006/relationships/customXml" Target="../ink/ink1360.xml"/><Relationship Id="rId494" Type="http://schemas.openxmlformats.org/officeDocument/2006/relationships/image" Target="../media/image1156.png"/><Relationship Id="rId508" Type="http://schemas.openxmlformats.org/officeDocument/2006/relationships/image" Target="../media/image1163.png"/><Relationship Id="rId715" Type="http://schemas.openxmlformats.org/officeDocument/2006/relationships/image" Target="../media/image1266.png"/><Relationship Id="rId922" Type="http://schemas.openxmlformats.org/officeDocument/2006/relationships/image" Target="../media/image1366.png"/><Relationship Id="rId1138" Type="http://schemas.openxmlformats.org/officeDocument/2006/relationships/customXml" Target="../ink/ink1729.xml"/><Relationship Id="rId147" Type="http://schemas.openxmlformats.org/officeDocument/2006/relationships/image" Target="../media/image986.png"/><Relationship Id="rId354" Type="http://schemas.openxmlformats.org/officeDocument/2006/relationships/customXml" Target="../ink/ink1332.xml"/><Relationship Id="rId799" Type="http://schemas.openxmlformats.org/officeDocument/2006/relationships/image" Target="../media/image1306.png"/><Relationship Id="rId1191" Type="http://schemas.openxmlformats.org/officeDocument/2006/relationships/image" Target="../media/image1500.png"/><Relationship Id="rId1205" Type="http://schemas.openxmlformats.org/officeDocument/2006/relationships/image" Target="../media/image1507.png"/><Relationship Id="rId51" Type="http://schemas.openxmlformats.org/officeDocument/2006/relationships/image" Target="../media/image938.png"/><Relationship Id="rId561" Type="http://schemas.openxmlformats.org/officeDocument/2006/relationships/image" Target="../media/image1189.png"/><Relationship Id="rId659" Type="http://schemas.openxmlformats.org/officeDocument/2006/relationships/image" Target="../media/image1238.png"/><Relationship Id="rId866" Type="http://schemas.openxmlformats.org/officeDocument/2006/relationships/customXml" Target="../ink/ink1592.xml"/><Relationship Id="rId214" Type="http://schemas.openxmlformats.org/officeDocument/2006/relationships/customXml" Target="../ink/ink1262.xml"/><Relationship Id="rId298" Type="http://schemas.openxmlformats.org/officeDocument/2006/relationships/customXml" Target="../ink/ink1304.xml"/><Relationship Id="rId421" Type="http://schemas.openxmlformats.org/officeDocument/2006/relationships/image" Target="../media/image1121.png"/><Relationship Id="rId519" Type="http://schemas.openxmlformats.org/officeDocument/2006/relationships/image" Target="../media/image1168.png"/><Relationship Id="rId1051" Type="http://schemas.openxmlformats.org/officeDocument/2006/relationships/image" Target="../media/image1430.png"/><Relationship Id="rId1149" Type="http://schemas.openxmlformats.org/officeDocument/2006/relationships/image" Target="../media/image1479.png"/><Relationship Id="rId158" Type="http://schemas.openxmlformats.org/officeDocument/2006/relationships/customXml" Target="../ink/ink1234.xml"/><Relationship Id="rId726" Type="http://schemas.openxmlformats.org/officeDocument/2006/relationships/customXml" Target="../ink/ink1519.xml"/><Relationship Id="rId933" Type="http://schemas.openxmlformats.org/officeDocument/2006/relationships/image" Target="../media/image1371.png"/><Relationship Id="rId1009" Type="http://schemas.openxmlformats.org/officeDocument/2006/relationships/image" Target="../media/image1409.png"/><Relationship Id="rId62" Type="http://schemas.openxmlformats.org/officeDocument/2006/relationships/customXml" Target="../ink/ink1186.xml"/><Relationship Id="rId365" Type="http://schemas.openxmlformats.org/officeDocument/2006/relationships/image" Target="../media/image1094.png"/><Relationship Id="rId572" Type="http://schemas.openxmlformats.org/officeDocument/2006/relationships/customXml" Target="../ink/ink1442.xml"/><Relationship Id="rId1216" Type="http://schemas.openxmlformats.org/officeDocument/2006/relationships/customXml" Target="../ink/ink1768.xml"/><Relationship Id="rId225" Type="http://schemas.openxmlformats.org/officeDocument/2006/relationships/image" Target="../media/image1025.png"/><Relationship Id="rId432" Type="http://schemas.openxmlformats.org/officeDocument/2006/relationships/customXml" Target="../ink/ink1371.xml"/><Relationship Id="rId877" Type="http://schemas.openxmlformats.org/officeDocument/2006/relationships/image" Target="../media/image1344.png"/><Relationship Id="rId1062" Type="http://schemas.openxmlformats.org/officeDocument/2006/relationships/customXml" Target="../ink/ink1691.xml"/><Relationship Id="rId737" Type="http://schemas.openxmlformats.org/officeDocument/2006/relationships/image" Target="../media/image1277.png"/><Relationship Id="rId944" Type="http://schemas.openxmlformats.org/officeDocument/2006/relationships/customXml" Target="../ink/ink1632.xml"/><Relationship Id="rId73" Type="http://schemas.openxmlformats.org/officeDocument/2006/relationships/image" Target="../media/image949.png"/><Relationship Id="rId169" Type="http://schemas.openxmlformats.org/officeDocument/2006/relationships/image" Target="../media/image997.png"/><Relationship Id="rId376" Type="http://schemas.openxmlformats.org/officeDocument/2006/relationships/customXml" Target="../ink/ink1343.xml"/><Relationship Id="rId583" Type="http://schemas.openxmlformats.org/officeDocument/2006/relationships/image" Target="../media/image1200.png"/><Relationship Id="rId790" Type="http://schemas.openxmlformats.org/officeDocument/2006/relationships/customXml" Target="../ink/ink1553.xml"/><Relationship Id="rId804" Type="http://schemas.openxmlformats.org/officeDocument/2006/relationships/image" Target="../media/image1308.png"/><Relationship Id="rId4" Type="http://schemas.openxmlformats.org/officeDocument/2006/relationships/customXml" Target="../ink/ink1157.xml"/><Relationship Id="rId236" Type="http://schemas.openxmlformats.org/officeDocument/2006/relationships/customXml" Target="../ink/ink1273.xml"/><Relationship Id="rId443" Type="http://schemas.openxmlformats.org/officeDocument/2006/relationships/image" Target="../media/image1132.png"/><Relationship Id="rId650" Type="http://schemas.openxmlformats.org/officeDocument/2006/relationships/customXml" Target="../ink/ink1481.xml"/><Relationship Id="rId888" Type="http://schemas.openxmlformats.org/officeDocument/2006/relationships/customXml" Target="../ink/ink1603.xml"/><Relationship Id="rId1073" Type="http://schemas.openxmlformats.org/officeDocument/2006/relationships/image" Target="../media/image1441.png"/><Relationship Id="rId303" Type="http://schemas.openxmlformats.org/officeDocument/2006/relationships/image" Target="../media/image1063.png"/><Relationship Id="rId748" Type="http://schemas.openxmlformats.org/officeDocument/2006/relationships/customXml" Target="../ink/ink1530.xml"/><Relationship Id="rId955" Type="http://schemas.openxmlformats.org/officeDocument/2006/relationships/image" Target="../media/image1382.png"/><Relationship Id="rId1140" Type="http://schemas.openxmlformats.org/officeDocument/2006/relationships/customXml" Target="../ink/ink1730.xml"/><Relationship Id="rId84" Type="http://schemas.openxmlformats.org/officeDocument/2006/relationships/customXml" Target="../ink/ink1197.xml"/><Relationship Id="rId387" Type="http://schemas.openxmlformats.org/officeDocument/2006/relationships/image" Target="../media/image1105.png"/><Relationship Id="rId510" Type="http://schemas.openxmlformats.org/officeDocument/2006/relationships/image" Target="../media/image1164.png"/><Relationship Id="rId594" Type="http://schemas.openxmlformats.org/officeDocument/2006/relationships/customXml" Target="../ink/ink1453.xml"/><Relationship Id="rId608" Type="http://schemas.openxmlformats.org/officeDocument/2006/relationships/customXml" Target="../ink/ink1460.xml"/><Relationship Id="rId815" Type="http://schemas.openxmlformats.org/officeDocument/2006/relationships/customXml" Target="../ink/ink1566.xml"/><Relationship Id="rId247" Type="http://schemas.openxmlformats.org/officeDocument/2006/relationships/image" Target="../media/image1035.png"/><Relationship Id="rId899" Type="http://schemas.openxmlformats.org/officeDocument/2006/relationships/customXml" Target="../ink/ink1609.xml"/><Relationship Id="rId1000" Type="http://schemas.openxmlformats.org/officeDocument/2006/relationships/customXml" Target="../ink/ink1660.xml"/><Relationship Id="rId1084" Type="http://schemas.openxmlformats.org/officeDocument/2006/relationships/customXml" Target="../ink/ink1702.xml"/><Relationship Id="rId107" Type="http://schemas.openxmlformats.org/officeDocument/2006/relationships/image" Target="../media/image966.png"/><Relationship Id="rId454" Type="http://schemas.openxmlformats.org/officeDocument/2006/relationships/customXml" Target="../ink/ink1382.xml"/><Relationship Id="rId661" Type="http://schemas.openxmlformats.org/officeDocument/2006/relationships/image" Target="../media/image1239.png"/><Relationship Id="rId759" Type="http://schemas.openxmlformats.org/officeDocument/2006/relationships/customXml" Target="../ink/ink1537.xml"/><Relationship Id="rId966" Type="http://schemas.openxmlformats.org/officeDocument/2006/relationships/customXml" Target="../ink/ink1643.xml"/><Relationship Id="rId11" Type="http://schemas.openxmlformats.org/officeDocument/2006/relationships/image" Target="../media/image918.png"/><Relationship Id="rId314" Type="http://schemas.openxmlformats.org/officeDocument/2006/relationships/customXml" Target="../ink/ink1312.xml"/><Relationship Id="rId398" Type="http://schemas.openxmlformats.org/officeDocument/2006/relationships/customXml" Target="../ink/ink1354.xml"/><Relationship Id="rId521" Type="http://schemas.openxmlformats.org/officeDocument/2006/relationships/image" Target="../media/image1169.png"/><Relationship Id="rId619" Type="http://schemas.openxmlformats.org/officeDocument/2006/relationships/image" Target="../media/image1218.png"/><Relationship Id="rId1151" Type="http://schemas.openxmlformats.org/officeDocument/2006/relationships/image" Target="../media/image1480.png"/><Relationship Id="rId95" Type="http://schemas.openxmlformats.org/officeDocument/2006/relationships/image" Target="../media/image960.png"/><Relationship Id="rId160" Type="http://schemas.openxmlformats.org/officeDocument/2006/relationships/customXml" Target="../ink/ink1235.xml"/><Relationship Id="rId826" Type="http://schemas.openxmlformats.org/officeDocument/2006/relationships/image" Target="../media/image1319.png"/><Relationship Id="rId1011" Type="http://schemas.openxmlformats.org/officeDocument/2006/relationships/image" Target="../media/image1410.png"/><Relationship Id="rId1109" Type="http://schemas.openxmlformats.org/officeDocument/2006/relationships/image" Target="../media/image1459.png"/><Relationship Id="rId258" Type="http://schemas.openxmlformats.org/officeDocument/2006/relationships/customXml" Target="../ink/ink1284.xml"/><Relationship Id="rId465" Type="http://schemas.openxmlformats.org/officeDocument/2006/relationships/image" Target="../media/image1142.png"/><Relationship Id="rId672" Type="http://schemas.openxmlformats.org/officeDocument/2006/relationships/customXml" Target="../ink/ink1492.xml"/><Relationship Id="rId1095" Type="http://schemas.openxmlformats.org/officeDocument/2006/relationships/image" Target="../media/image1452.png"/><Relationship Id="rId22" Type="http://schemas.openxmlformats.org/officeDocument/2006/relationships/customXml" Target="../ink/ink1166.xml"/><Relationship Id="rId118" Type="http://schemas.openxmlformats.org/officeDocument/2006/relationships/customXml" Target="../ink/ink1214.xml"/><Relationship Id="rId325" Type="http://schemas.openxmlformats.org/officeDocument/2006/relationships/image" Target="../media/image1074.png"/><Relationship Id="rId532" Type="http://schemas.openxmlformats.org/officeDocument/2006/relationships/customXml" Target="../ink/ink1422.xml"/><Relationship Id="rId977" Type="http://schemas.openxmlformats.org/officeDocument/2006/relationships/image" Target="../media/image1393.png"/><Relationship Id="rId1162" Type="http://schemas.openxmlformats.org/officeDocument/2006/relationships/customXml" Target="../ink/ink1741.xml"/><Relationship Id="rId171" Type="http://schemas.openxmlformats.org/officeDocument/2006/relationships/image" Target="../media/image998.png"/><Relationship Id="rId837" Type="http://schemas.openxmlformats.org/officeDocument/2006/relationships/customXml" Target="../ink/ink1577.xml"/><Relationship Id="rId1022" Type="http://schemas.openxmlformats.org/officeDocument/2006/relationships/customXml" Target="../ink/ink1671.xml"/><Relationship Id="rId269" Type="http://schemas.openxmlformats.org/officeDocument/2006/relationships/image" Target="../media/image1046.png"/><Relationship Id="rId476" Type="http://schemas.openxmlformats.org/officeDocument/2006/relationships/customXml" Target="../ink/ink1393.xml"/><Relationship Id="rId683" Type="http://schemas.openxmlformats.org/officeDocument/2006/relationships/image" Target="../media/image1250.png"/><Relationship Id="rId890" Type="http://schemas.openxmlformats.org/officeDocument/2006/relationships/image" Target="../media/image1350.png"/><Relationship Id="rId904" Type="http://schemas.openxmlformats.org/officeDocument/2006/relationships/image" Target="../media/image1357.png"/><Relationship Id="rId33" Type="http://schemas.openxmlformats.org/officeDocument/2006/relationships/image" Target="../media/image929.png"/><Relationship Id="rId129" Type="http://schemas.openxmlformats.org/officeDocument/2006/relationships/image" Target="../media/image977.png"/><Relationship Id="rId336" Type="http://schemas.openxmlformats.org/officeDocument/2006/relationships/customXml" Target="../ink/ink1323.xml"/><Relationship Id="rId543" Type="http://schemas.openxmlformats.org/officeDocument/2006/relationships/image" Target="../media/image1180.png"/><Relationship Id="rId988" Type="http://schemas.openxmlformats.org/officeDocument/2006/relationships/customXml" Target="../ink/ink1654.xml"/><Relationship Id="rId1173" Type="http://schemas.openxmlformats.org/officeDocument/2006/relationships/image" Target="../media/image1491.png"/><Relationship Id="rId182" Type="http://schemas.openxmlformats.org/officeDocument/2006/relationships/customXml" Target="../ink/ink1246.xml"/><Relationship Id="rId403" Type="http://schemas.openxmlformats.org/officeDocument/2006/relationships/image" Target="../media/image1113.png"/><Relationship Id="rId750" Type="http://schemas.openxmlformats.org/officeDocument/2006/relationships/customXml" Target="../ink/ink1531.xml"/><Relationship Id="rId848" Type="http://schemas.openxmlformats.org/officeDocument/2006/relationships/customXml" Target="../ink/ink1583.xml"/><Relationship Id="rId1033" Type="http://schemas.openxmlformats.org/officeDocument/2006/relationships/image" Target="../media/image1421.png"/><Relationship Id="rId487" Type="http://schemas.openxmlformats.org/officeDocument/2006/relationships/customXml" Target="../ink/ink1399.xml"/><Relationship Id="rId610" Type="http://schemas.openxmlformats.org/officeDocument/2006/relationships/customXml" Target="../ink/ink1461.xml"/><Relationship Id="rId694" Type="http://schemas.openxmlformats.org/officeDocument/2006/relationships/customXml" Target="../ink/ink1503.xml"/><Relationship Id="rId708" Type="http://schemas.openxmlformats.org/officeDocument/2006/relationships/customXml" Target="../ink/ink1510.xml"/><Relationship Id="rId915" Type="http://schemas.openxmlformats.org/officeDocument/2006/relationships/customXml" Target="../ink/ink1617.xml"/><Relationship Id="rId347" Type="http://schemas.openxmlformats.org/officeDocument/2006/relationships/image" Target="../media/image1085.png"/><Relationship Id="rId999" Type="http://schemas.openxmlformats.org/officeDocument/2006/relationships/image" Target="../media/image1404.png"/><Relationship Id="rId1100" Type="http://schemas.openxmlformats.org/officeDocument/2006/relationships/customXml" Target="../ink/ink1710.xml"/><Relationship Id="rId1184" Type="http://schemas.openxmlformats.org/officeDocument/2006/relationships/customXml" Target="../ink/ink1752.xml"/><Relationship Id="rId44" Type="http://schemas.openxmlformats.org/officeDocument/2006/relationships/customXml" Target="../ink/ink1177.xml"/><Relationship Id="rId554" Type="http://schemas.openxmlformats.org/officeDocument/2006/relationships/customXml" Target="../ink/ink1433.xml"/><Relationship Id="rId761" Type="http://schemas.openxmlformats.org/officeDocument/2006/relationships/customXml" Target="../ink/ink1538.xml"/><Relationship Id="rId859" Type="http://schemas.openxmlformats.org/officeDocument/2006/relationships/image" Target="../media/image1335.png"/><Relationship Id="rId193" Type="http://schemas.openxmlformats.org/officeDocument/2006/relationships/image" Target="../media/image1009.png"/><Relationship Id="rId207" Type="http://schemas.openxmlformats.org/officeDocument/2006/relationships/image" Target="../media/image1016.png"/><Relationship Id="rId414" Type="http://schemas.openxmlformats.org/officeDocument/2006/relationships/customXml" Target="../ink/ink1362.xml"/><Relationship Id="rId498" Type="http://schemas.openxmlformats.org/officeDocument/2006/relationships/image" Target="../media/image1158.png"/><Relationship Id="rId621" Type="http://schemas.openxmlformats.org/officeDocument/2006/relationships/image" Target="../media/image1219.png"/><Relationship Id="rId1044" Type="http://schemas.openxmlformats.org/officeDocument/2006/relationships/customXml" Target="../ink/ink1682.xml"/><Relationship Id="rId260" Type="http://schemas.openxmlformats.org/officeDocument/2006/relationships/customXml" Target="../ink/ink1285.xml"/><Relationship Id="rId719" Type="http://schemas.openxmlformats.org/officeDocument/2006/relationships/image" Target="../media/image1268.png"/><Relationship Id="rId926" Type="http://schemas.openxmlformats.org/officeDocument/2006/relationships/image" Target="../media/image1368.png"/><Relationship Id="rId1111" Type="http://schemas.openxmlformats.org/officeDocument/2006/relationships/image" Target="../media/image1460.png"/><Relationship Id="rId55" Type="http://schemas.openxmlformats.org/officeDocument/2006/relationships/image" Target="../media/image940.png"/><Relationship Id="rId120" Type="http://schemas.openxmlformats.org/officeDocument/2006/relationships/customXml" Target="../ink/ink1215.xml"/><Relationship Id="rId358" Type="http://schemas.openxmlformats.org/officeDocument/2006/relationships/customXml" Target="../ink/ink1334.xml"/><Relationship Id="rId565" Type="http://schemas.openxmlformats.org/officeDocument/2006/relationships/image" Target="../media/image1191.png"/><Relationship Id="rId772" Type="http://schemas.openxmlformats.org/officeDocument/2006/relationships/image" Target="../media/image1293.png"/><Relationship Id="rId1195" Type="http://schemas.openxmlformats.org/officeDocument/2006/relationships/image" Target="../media/image1502.png"/><Relationship Id="rId1209" Type="http://schemas.openxmlformats.org/officeDocument/2006/relationships/image" Target="../media/image1509.png"/><Relationship Id="rId218" Type="http://schemas.openxmlformats.org/officeDocument/2006/relationships/customXml" Target="../ink/ink1264.xml"/><Relationship Id="rId425" Type="http://schemas.openxmlformats.org/officeDocument/2006/relationships/image" Target="../media/image1123.png"/><Relationship Id="rId632" Type="http://schemas.openxmlformats.org/officeDocument/2006/relationships/customXml" Target="../ink/ink1472.xml"/><Relationship Id="rId1055" Type="http://schemas.openxmlformats.org/officeDocument/2006/relationships/image" Target="../media/image1432.png"/><Relationship Id="rId271" Type="http://schemas.openxmlformats.org/officeDocument/2006/relationships/image" Target="../media/image1047.png"/><Relationship Id="rId937" Type="http://schemas.openxmlformats.org/officeDocument/2006/relationships/image" Target="../media/image1373.png"/><Relationship Id="rId1122" Type="http://schemas.openxmlformats.org/officeDocument/2006/relationships/customXml" Target="../ink/ink1721.xml"/><Relationship Id="rId66" Type="http://schemas.openxmlformats.org/officeDocument/2006/relationships/customXml" Target="../ink/ink1188.xml"/><Relationship Id="rId131" Type="http://schemas.openxmlformats.org/officeDocument/2006/relationships/image" Target="../media/image978.png"/><Relationship Id="rId369" Type="http://schemas.openxmlformats.org/officeDocument/2006/relationships/image" Target="../media/image1096.png"/><Relationship Id="rId576" Type="http://schemas.openxmlformats.org/officeDocument/2006/relationships/customXml" Target="../ink/ink1444.xml"/><Relationship Id="rId783" Type="http://schemas.openxmlformats.org/officeDocument/2006/relationships/customXml" Target="../ink/ink1549.xml"/><Relationship Id="rId990" Type="http://schemas.openxmlformats.org/officeDocument/2006/relationships/customXml" Target="../ink/ink1655.xml"/><Relationship Id="rId229" Type="http://schemas.openxmlformats.org/officeDocument/2006/relationships/image" Target="../media/image1027.png"/><Relationship Id="rId436" Type="http://schemas.openxmlformats.org/officeDocument/2006/relationships/customXml" Target="../ink/ink1373.xml"/><Relationship Id="rId643" Type="http://schemas.openxmlformats.org/officeDocument/2006/relationships/image" Target="../media/image1230.png"/><Relationship Id="rId1066" Type="http://schemas.openxmlformats.org/officeDocument/2006/relationships/customXml" Target="../ink/ink1693.xml"/><Relationship Id="rId850" Type="http://schemas.openxmlformats.org/officeDocument/2006/relationships/customXml" Target="../ink/ink1584.xml"/><Relationship Id="rId948" Type="http://schemas.openxmlformats.org/officeDocument/2006/relationships/customXml" Target="../ink/ink1634.xml"/><Relationship Id="rId1133" Type="http://schemas.openxmlformats.org/officeDocument/2006/relationships/image" Target="../media/image1471.png"/><Relationship Id="rId77" Type="http://schemas.openxmlformats.org/officeDocument/2006/relationships/image" Target="../media/image951.png"/><Relationship Id="rId282" Type="http://schemas.openxmlformats.org/officeDocument/2006/relationships/customXml" Target="../ink/ink1296.xml"/><Relationship Id="rId503" Type="http://schemas.openxmlformats.org/officeDocument/2006/relationships/customXml" Target="../ink/ink1407.xml"/><Relationship Id="rId587" Type="http://schemas.openxmlformats.org/officeDocument/2006/relationships/image" Target="../media/image1202.png"/><Relationship Id="rId710" Type="http://schemas.openxmlformats.org/officeDocument/2006/relationships/customXml" Target="../ink/ink1511.xml"/><Relationship Id="rId808" Type="http://schemas.openxmlformats.org/officeDocument/2006/relationships/image" Target="../media/image1310.png"/><Relationship Id="rId8" Type="http://schemas.openxmlformats.org/officeDocument/2006/relationships/customXml" Target="../ink/ink1159.xml"/><Relationship Id="rId142" Type="http://schemas.openxmlformats.org/officeDocument/2006/relationships/customXml" Target="../ink/ink1226.xml"/><Relationship Id="rId447" Type="http://schemas.openxmlformats.org/officeDocument/2006/relationships/image" Target="../media/image1134.png"/><Relationship Id="rId794" Type="http://schemas.openxmlformats.org/officeDocument/2006/relationships/customXml" Target="../ink/ink1555.xml"/><Relationship Id="rId1077" Type="http://schemas.openxmlformats.org/officeDocument/2006/relationships/image" Target="../media/image1443.png"/><Relationship Id="rId1200" Type="http://schemas.openxmlformats.org/officeDocument/2006/relationships/customXml" Target="../ink/ink1760.xml"/><Relationship Id="rId654" Type="http://schemas.openxmlformats.org/officeDocument/2006/relationships/customXml" Target="../ink/ink1483.xml"/><Relationship Id="rId861" Type="http://schemas.openxmlformats.org/officeDocument/2006/relationships/image" Target="../media/image1336.png"/><Relationship Id="rId959" Type="http://schemas.openxmlformats.org/officeDocument/2006/relationships/image" Target="../media/image1384.png"/><Relationship Id="rId293" Type="http://schemas.openxmlformats.org/officeDocument/2006/relationships/image" Target="../media/image1058.png"/><Relationship Id="rId307" Type="http://schemas.openxmlformats.org/officeDocument/2006/relationships/image" Target="../media/image1065.png"/><Relationship Id="rId514" Type="http://schemas.openxmlformats.org/officeDocument/2006/relationships/image" Target="../media/image1166.png"/><Relationship Id="rId721" Type="http://schemas.openxmlformats.org/officeDocument/2006/relationships/image" Target="../media/image1269.png"/><Relationship Id="rId1144" Type="http://schemas.openxmlformats.org/officeDocument/2006/relationships/customXml" Target="../ink/ink1732.xml"/><Relationship Id="rId88" Type="http://schemas.openxmlformats.org/officeDocument/2006/relationships/customXml" Target="../ink/ink1199.xml"/><Relationship Id="rId153" Type="http://schemas.openxmlformats.org/officeDocument/2006/relationships/image" Target="../media/image989.png"/><Relationship Id="rId360" Type="http://schemas.openxmlformats.org/officeDocument/2006/relationships/customXml" Target="../ink/ink1335.xml"/><Relationship Id="rId598" Type="http://schemas.openxmlformats.org/officeDocument/2006/relationships/customXml" Target="../ink/ink1455.xml"/><Relationship Id="rId819" Type="http://schemas.openxmlformats.org/officeDocument/2006/relationships/customXml" Target="../ink/ink1568.xml"/><Relationship Id="rId1004" Type="http://schemas.openxmlformats.org/officeDocument/2006/relationships/customXml" Target="../ink/ink1662.xml"/><Relationship Id="rId1211" Type="http://schemas.openxmlformats.org/officeDocument/2006/relationships/image" Target="../media/image1510.png"/><Relationship Id="rId220" Type="http://schemas.openxmlformats.org/officeDocument/2006/relationships/customXml" Target="../ink/ink1265.xml"/><Relationship Id="rId458" Type="http://schemas.openxmlformats.org/officeDocument/2006/relationships/customXml" Target="../ink/ink1384.xml"/><Relationship Id="rId665" Type="http://schemas.openxmlformats.org/officeDocument/2006/relationships/image" Target="../media/image1241.png"/><Relationship Id="rId872" Type="http://schemas.openxmlformats.org/officeDocument/2006/relationships/customXml" Target="../ink/ink1595.xml"/><Relationship Id="rId1088" Type="http://schemas.openxmlformats.org/officeDocument/2006/relationships/customXml" Target="../ink/ink1704.xml"/><Relationship Id="rId15" Type="http://schemas.openxmlformats.org/officeDocument/2006/relationships/image" Target="../media/image920.png"/><Relationship Id="rId318" Type="http://schemas.openxmlformats.org/officeDocument/2006/relationships/customXml" Target="../ink/ink1314.xml"/><Relationship Id="rId525" Type="http://schemas.openxmlformats.org/officeDocument/2006/relationships/image" Target="../media/image1171.png"/><Relationship Id="rId732" Type="http://schemas.openxmlformats.org/officeDocument/2006/relationships/customXml" Target="../ink/ink1522.xml"/><Relationship Id="rId1155" Type="http://schemas.openxmlformats.org/officeDocument/2006/relationships/image" Target="../media/image1482.png"/><Relationship Id="rId99" Type="http://schemas.openxmlformats.org/officeDocument/2006/relationships/image" Target="../media/image962.png"/><Relationship Id="rId164" Type="http://schemas.openxmlformats.org/officeDocument/2006/relationships/customXml" Target="../ink/ink1237.xml"/><Relationship Id="rId371" Type="http://schemas.openxmlformats.org/officeDocument/2006/relationships/image" Target="../media/image1097.png"/><Relationship Id="rId1015" Type="http://schemas.openxmlformats.org/officeDocument/2006/relationships/image" Target="../media/image1412.png"/><Relationship Id="rId469" Type="http://schemas.openxmlformats.org/officeDocument/2006/relationships/image" Target="../media/image1144.png"/><Relationship Id="rId676" Type="http://schemas.openxmlformats.org/officeDocument/2006/relationships/customXml" Target="../ink/ink1494.xml"/><Relationship Id="rId883" Type="http://schemas.openxmlformats.org/officeDocument/2006/relationships/image" Target="../media/image1347.png"/><Relationship Id="rId1099" Type="http://schemas.openxmlformats.org/officeDocument/2006/relationships/image" Target="../media/image1454.png"/><Relationship Id="rId26" Type="http://schemas.openxmlformats.org/officeDocument/2006/relationships/customXml" Target="../ink/ink1168.xml"/><Relationship Id="rId231" Type="http://schemas.openxmlformats.org/officeDocument/2006/relationships/image" Target="../media/image1028.png"/><Relationship Id="rId329" Type="http://schemas.openxmlformats.org/officeDocument/2006/relationships/image" Target="../media/image1076.png"/><Relationship Id="rId536" Type="http://schemas.openxmlformats.org/officeDocument/2006/relationships/customXml" Target="../ink/ink1424.xml"/><Relationship Id="rId1166" Type="http://schemas.openxmlformats.org/officeDocument/2006/relationships/customXml" Target="../ink/ink1743.xml"/><Relationship Id="rId175" Type="http://schemas.openxmlformats.org/officeDocument/2006/relationships/image" Target="../media/image1000.png"/><Relationship Id="rId743" Type="http://schemas.openxmlformats.org/officeDocument/2006/relationships/image" Target="../media/image1280.png"/><Relationship Id="rId950" Type="http://schemas.openxmlformats.org/officeDocument/2006/relationships/customXml" Target="../ink/ink1635.xml"/><Relationship Id="rId1026" Type="http://schemas.openxmlformats.org/officeDocument/2006/relationships/customXml" Target="../ink/ink1673.xml"/><Relationship Id="rId382" Type="http://schemas.openxmlformats.org/officeDocument/2006/relationships/customXml" Target="../ink/ink1346.xml"/><Relationship Id="rId603" Type="http://schemas.openxmlformats.org/officeDocument/2006/relationships/image" Target="../media/image1210.png"/><Relationship Id="rId687" Type="http://schemas.openxmlformats.org/officeDocument/2006/relationships/image" Target="../media/image1252.png"/><Relationship Id="rId810" Type="http://schemas.openxmlformats.org/officeDocument/2006/relationships/image" Target="../media/image1311.png"/><Relationship Id="rId908" Type="http://schemas.openxmlformats.org/officeDocument/2006/relationships/image" Target="../media/image1359.png"/><Relationship Id="rId242" Type="http://schemas.openxmlformats.org/officeDocument/2006/relationships/customXml" Target="../ink/ink1276.xml"/><Relationship Id="rId894" Type="http://schemas.openxmlformats.org/officeDocument/2006/relationships/image" Target="../media/image1352.png"/><Relationship Id="rId1177" Type="http://schemas.openxmlformats.org/officeDocument/2006/relationships/image" Target="../media/image1493.png"/><Relationship Id="rId37" Type="http://schemas.openxmlformats.org/officeDocument/2006/relationships/image" Target="../media/image931.png"/><Relationship Id="rId102" Type="http://schemas.openxmlformats.org/officeDocument/2006/relationships/customXml" Target="../ink/ink1206.xml"/><Relationship Id="rId547" Type="http://schemas.openxmlformats.org/officeDocument/2006/relationships/image" Target="../media/image1182.png"/><Relationship Id="rId754" Type="http://schemas.openxmlformats.org/officeDocument/2006/relationships/customXml" Target="../ink/ink1534.xml"/><Relationship Id="rId961" Type="http://schemas.openxmlformats.org/officeDocument/2006/relationships/image" Target="../media/image1385.png"/><Relationship Id="rId90" Type="http://schemas.openxmlformats.org/officeDocument/2006/relationships/customXml" Target="../ink/ink1200.xml"/><Relationship Id="rId186" Type="http://schemas.openxmlformats.org/officeDocument/2006/relationships/customXml" Target="../ink/ink1248.xml"/><Relationship Id="rId393" Type="http://schemas.openxmlformats.org/officeDocument/2006/relationships/image" Target="../media/image1108.png"/><Relationship Id="rId407" Type="http://schemas.openxmlformats.org/officeDocument/2006/relationships/image" Target="../media/image1115.png"/><Relationship Id="rId614" Type="http://schemas.openxmlformats.org/officeDocument/2006/relationships/customXml" Target="../ink/ink1463.xml"/><Relationship Id="rId821" Type="http://schemas.openxmlformats.org/officeDocument/2006/relationships/customXml" Target="../ink/ink1569.xml"/><Relationship Id="rId1037" Type="http://schemas.openxmlformats.org/officeDocument/2006/relationships/image" Target="../media/image1423.png"/><Relationship Id="rId253" Type="http://schemas.openxmlformats.org/officeDocument/2006/relationships/image" Target="../media/image1038.png"/><Relationship Id="rId460" Type="http://schemas.openxmlformats.org/officeDocument/2006/relationships/customXml" Target="../ink/ink1385.xml"/><Relationship Id="rId698" Type="http://schemas.openxmlformats.org/officeDocument/2006/relationships/customXml" Target="../ink/ink1505.xml"/><Relationship Id="rId919" Type="http://schemas.openxmlformats.org/officeDocument/2006/relationships/customXml" Target="../ink/ink1619.xml"/><Relationship Id="rId1090" Type="http://schemas.openxmlformats.org/officeDocument/2006/relationships/customXml" Target="../ink/ink1705.xml"/><Relationship Id="rId1104" Type="http://schemas.openxmlformats.org/officeDocument/2006/relationships/customXml" Target="../ink/ink1712.xml"/><Relationship Id="rId48" Type="http://schemas.openxmlformats.org/officeDocument/2006/relationships/customXml" Target="../ink/ink1179.xml"/><Relationship Id="rId113" Type="http://schemas.openxmlformats.org/officeDocument/2006/relationships/image" Target="../media/image969.png"/><Relationship Id="rId320" Type="http://schemas.openxmlformats.org/officeDocument/2006/relationships/customXml" Target="../ink/ink1315.xml"/><Relationship Id="rId558" Type="http://schemas.openxmlformats.org/officeDocument/2006/relationships/customXml" Target="../ink/ink1435.xml"/><Relationship Id="rId765" Type="http://schemas.openxmlformats.org/officeDocument/2006/relationships/customXml" Target="../ink/ink1540.xml"/><Relationship Id="rId972" Type="http://schemas.openxmlformats.org/officeDocument/2006/relationships/customXml" Target="../ink/ink1646.xml"/><Relationship Id="rId1188" Type="http://schemas.openxmlformats.org/officeDocument/2006/relationships/customXml" Target="../ink/ink1754.xml"/><Relationship Id="rId197" Type="http://schemas.openxmlformats.org/officeDocument/2006/relationships/image" Target="../media/image1011.png"/><Relationship Id="rId418" Type="http://schemas.openxmlformats.org/officeDocument/2006/relationships/customXml" Target="../ink/ink1364.xml"/><Relationship Id="rId625" Type="http://schemas.openxmlformats.org/officeDocument/2006/relationships/image" Target="../media/image1221.png"/><Relationship Id="rId832" Type="http://schemas.openxmlformats.org/officeDocument/2006/relationships/image" Target="../media/image1322.png"/><Relationship Id="rId1048" Type="http://schemas.openxmlformats.org/officeDocument/2006/relationships/customXml" Target="../ink/ink1684.xml"/><Relationship Id="rId264" Type="http://schemas.openxmlformats.org/officeDocument/2006/relationships/customXml" Target="../ink/ink1287.xml"/><Relationship Id="rId471" Type="http://schemas.openxmlformats.org/officeDocument/2006/relationships/image" Target="../media/image1145.png"/><Relationship Id="rId1115" Type="http://schemas.openxmlformats.org/officeDocument/2006/relationships/image" Target="../media/image1462.png"/><Relationship Id="rId59" Type="http://schemas.openxmlformats.org/officeDocument/2006/relationships/image" Target="../media/image942.png"/><Relationship Id="rId124" Type="http://schemas.openxmlformats.org/officeDocument/2006/relationships/customXml" Target="../ink/ink1217.xml"/><Relationship Id="rId569" Type="http://schemas.openxmlformats.org/officeDocument/2006/relationships/image" Target="../media/image1193.png"/><Relationship Id="rId776" Type="http://schemas.openxmlformats.org/officeDocument/2006/relationships/image" Target="../media/image1295.png"/><Relationship Id="rId983" Type="http://schemas.openxmlformats.org/officeDocument/2006/relationships/image" Target="../media/image1396.png"/><Relationship Id="rId1199" Type="http://schemas.openxmlformats.org/officeDocument/2006/relationships/image" Target="../media/image1504.png"/><Relationship Id="rId331" Type="http://schemas.openxmlformats.org/officeDocument/2006/relationships/image" Target="../media/image1077.png"/><Relationship Id="rId429" Type="http://schemas.openxmlformats.org/officeDocument/2006/relationships/image" Target="../media/image1125.png"/><Relationship Id="rId636" Type="http://schemas.openxmlformats.org/officeDocument/2006/relationships/customXml" Target="../ink/ink1474.xml"/><Relationship Id="rId1059" Type="http://schemas.openxmlformats.org/officeDocument/2006/relationships/image" Target="../media/image1434.png"/><Relationship Id="rId843" Type="http://schemas.openxmlformats.org/officeDocument/2006/relationships/image" Target="../media/image1327.png"/><Relationship Id="rId1126" Type="http://schemas.openxmlformats.org/officeDocument/2006/relationships/customXml" Target="../ink/ink1723.xml"/><Relationship Id="rId275" Type="http://schemas.openxmlformats.org/officeDocument/2006/relationships/image" Target="../media/image1049.png"/><Relationship Id="rId482" Type="http://schemas.openxmlformats.org/officeDocument/2006/relationships/image" Target="../media/image1150.png"/><Relationship Id="rId703" Type="http://schemas.openxmlformats.org/officeDocument/2006/relationships/image" Target="../media/image1260.png"/><Relationship Id="rId910" Type="http://schemas.openxmlformats.org/officeDocument/2006/relationships/image" Target="../media/image1360.png"/><Relationship Id="rId135" Type="http://schemas.openxmlformats.org/officeDocument/2006/relationships/image" Target="../media/image980.png"/><Relationship Id="rId342" Type="http://schemas.openxmlformats.org/officeDocument/2006/relationships/customXml" Target="../ink/ink1326.xml"/><Relationship Id="rId787" Type="http://schemas.openxmlformats.org/officeDocument/2006/relationships/customXml" Target="../ink/ink1551.xml"/><Relationship Id="rId994" Type="http://schemas.openxmlformats.org/officeDocument/2006/relationships/customXml" Target="../ink/ink1657.xml"/><Relationship Id="rId202" Type="http://schemas.openxmlformats.org/officeDocument/2006/relationships/customXml" Target="../ink/ink1256.xml"/><Relationship Id="rId647" Type="http://schemas.openxmlformats.org/officeDocument/2006/relationships/image" Target="../media/image1232.png"/><Relationship Id="rId854" Type="http://schemas.openxmlformats.org/officeDocument/2006/relationships/customXml" Target="../ink/ink1586.xml"/><Relationship Id="rId286" Type="http://schemas.openxmlformats.org/officeDocument/2006/relationships/customXml" Target="../ink/ink1298.xml"/><Relationship Id="rId493" Type="http://schemas.openxmlformats.org/officeDocument/2006/relationships/customXml" Target="../ink/ink1402.xml"/><Relationship Id="rId507" Type="http://schemas.openxmlformats.org/officeDocument/2006/relationships/customXml" Target="../ink/ink1409.xml"/><Relationship Id="rId714" Type="http://schemas.openxmlformats.org/officeDocument/2006/relationships/customXml" Target="../ink/ink1513.xml"/><Relationship Id="rId921" Type="http://schemas.openxmlformats.org/officeDocument/2006/relationships/customXml" Target="../ink/ink1620.xml"/><Relationship Id="rId1137" Type="http://schemas.openxmlformats.org/officeDocument/2006/relationships/image" Target="../media/image1473.png"/><Relationship Id="rId50" Type="http://schemas.openxmlformats.org/officeDocument/2006/relationships/customXml" Target="../ink/ink1180.xml"/><Relationship Id="rId146" Type="http://schemas.openxmlformats.org/officeDocument/2006/relationships/customXml" Target="../ink/ink1228.xml"/><Relationship Id="rId353" Type="http://schemas.openxmlformats.org/officeDocument/2006/relationships/image" Target="../media/image1088.png"/><Relationship Id="rId560" Type="http://schemas.openxmlformats.org/officeDocument/2006/relationships/customXml" Target="../ink/ink1436.xml"/><Relationship Id="rId798" Type="http://schemas.openxmlformats.org/officeDocument/2006/relationships/customXml" Target="../ink/ink1557.xml"/><Relationship Id="rId1190" Type="http://schemas.openxmlformats.org/officeDocument/2006/relationships/customXml" Target="../ink/ink1755.xml"/><Relationship Id="rId1204" Type="http://schemas.openxmlformats.org/officeDocument/2006/relationships/customXml" Target="../ink/ink1762.xml"/><Relationship Id="rId213" Type="http://schemas.openxmlformats.org/officeDocument/2006/relationships/image" Target="../media/image1019.png"/><Relationship Id="rId420" Type="http://schemas.openxmlformats.org/officeDocument/2006/relationships/customXml" Target="../ink/ink1365.xml"/><Relationship Id="rId658" Type="http://schemas.openxmlformats.org/officeDocument/2006/relationships/customXml" Target="../ink/ink1485.xml"/><Relationship Id="rId865" Type="http://schemas.openxmlformats.org/officeDocument/2006/relationships/image" Target="../media/image1338.png"/><Relationship Id="rId1050" Type="http://schemas.openxmlformats.org/officeDocument/2006/relationships/customXml" Target="../ink/ink1685.xml"/><Relationship Id="rId297" Type="http://schemas.openxmlformats.org/officeDocument/2006/relationships/image" Target="../media/image1060.png"/><Relationship Id="rId518" Type="http://schemas.openxmlformats.org/officeDocument/2006/relationships/customXml" Target="../ink/ink1415.xml"/><Relationship Id="rId725" Type="http://schemas.openxmlformats.org/officeDocument/2006/relationships/image" Target="../media/image1271.png"/><Relationship Id="rId932" Type="http://schemas.openxmlformats.org/officeDocument/2006/relationships/customXml" Target="../ink/ink1626.xml"/><Relationship Id="rId1148" Type="http://schemas.openxmlformats.org/officeDocument/2006/relationships/customXml" Target="../ink/ink1734.xml"/><Relationship Id="rId157" Type="http://schemas.openxmlformats.org/officeDocument/2006/relationships/image" Target="../media/image991.png"/><Relationship Id="rId364" Type="http://schemas.openxmlformats.org/officeDocument/2006/relationships/customXml" Target="../ink/ink1337.xml"/><Relationship Id="rId1008" Type="http://schemas.openxmlformats.org/officeDocument/2006/relationships/customXml" Target="../ink/ink1664.xml"/><Relationship Id="rId1215" Type="http://schemas.openxmlformats.org/officeDocument/2006/relationships/image" Target="../media/image1512.png"/><Relationship Id="rId61" Type="http://schemas.openxmlformats.org/officeDocument/2006/relationships/image" Target="../media/image943.png"/><Relationship Id="rId571" Type="http://schemas.openxmlformats.org/officeDocument/2006/relationships/image" Target="../media/image1194.png"/><Relationship Id="rId669" Type="http://schemas.openxmlformats.org/officeDocument/2006/relationships/image" Target="../media/image1243.png"/><Relationship Id="rId876" Type="http://schemas.openxmlformats.org/officeDocument/2006/relationships/customXml" Target="../ink/ink1597.xml"/><Relationship Id="rId19" Type="http://schemas.openxmlformats.org/officeDocument/2006/relationships/image" Target="../media/image922.png"/><Relationship Id="rId224" Type="http://schemas.openxmlformats.org/officeDocument/2006/relationships/customXml" Target="../ink/ink1267.xml"/><Relationship Id="rId431" Type="http://schemas.openxmlformats.org/officeDocument/2006/relationships/image" Target="../media/image1126.png"/><Relationship Id="rId529" Type="http://schemas.openxmlformats.org/officeDocument/2006/relationships/image" Target="../media/image1173.png"/><Relationship Id="rId736" Type="http://schemas.openxmlformats.org/officeDocument/2006/relationships/customXml" Target="../ink/ink1524.xml"/><Relationship Id="rId1061" Type="http://schemas.openxmlformats.org/officeDocument/2006/relationships/image" Target="../media/image1435.png"/><Relationship Id="rId1159" Type="http://schemas.openxmlformats.org/officeDocument/2006/relationships/image" Target="../media/image1484.png"/><Relationship Id="rId168" Type="http://schemas.openxmlformats.org/officeDocument/2006/relationships/customXml" Target="../ink/ink1239.xml"/><Relationship Id="rId943" Type="http://schemas.openxmlformats.org/officeDocument/2006/relationships/image" Target="../media/image1376.png"/><Relationship Id="rId1019" Type="http://schemas.openxmlformats.org/officeDocument/2006/relationships/image" Target="../media/image1414.png"/><Relationship Id="rId72" Type="http://schemas.openxmlformats.org/officeDocument/2006/relationships/customXml" Target="../ink/ink1191.xml"/><Relationship Id="rId375" Type="http://schemas.openxmlformats.org/officeDocument/2006/relationships/image" Target="../media/image1099.png"/><Relationship Id="rId582" Type="http://schemas.openxmlformats.org/officeDocument/2006/relationships/customXml" Target="../ink/ink1447.xml"/><Relationship Id="rId803" Type="http://schemas.openxmlformats.org/officeDocument/2006/relationships/customXml" Target="../ink/ink1560.xml"/><Relationship Id="rId3" Type="http://schemas.openxmlformats.org/officeDocument/2006/relationships/image" Target="../media/image914.png"/><Relationship Id="rId235" Type="http://schemas.openxmlformats.org/officeDocument/2006/relationships/image" Target="../media/image1030.png"/><Relationship Id="rId442" Type="http://schemas.openxmlformats.org/officeDocument/2006/relationships/customXml" Target="../ink/ink1376.xml"/><Relationship Id="rId887" Type="http://schemas.openxmlformats.org/officeDocument/2006/relationships/image" Target="../media/image1349.png"/><Relationship Id="rId1072" Type="http://schemas.openxmlformats.org/officeDocument/2006/relationships/customXml" Target="../ink/ink1696.xml"/><Relationship Id="rId302" Type="http://schemas.openxmlformats.org/officeDocument/2006/relationships/customXml" Target="../ink/ink1306.xml"/><Relationship Id="rId747" Type="http://schemas.openxmlformats.org/officeDocument/2006/relationships/image" Target="../media/image1282.png"/><Relationship Id="rId954" Type="http://schemas.openxmlformats.org/officeDocument/2006/relationships/customXml" Target="../ink/ink1637.xml"/><Relationship Id="rId83" Type="http://schemas.openxmlformats.org/officeDocument/2006/relationships/image" Target="../media/image954.png"/><Relationship Id="rId179" Type="http://schemas.openxmlformats.org/officeDocument/2006/relationships/image" Target="../media/image1002.png"/><Relationship Id="rId386" Type="http://schemas.openxmlformats.org/officeDocument/2006/relationships/customXml" Target="../ink/ink1348.xml"/><Relationship Id="rId593" Type="http://schemas.openxmlformats.org/officeDocument/2006/relationships/image" Target="../media/image1205.png"/><Relationship Id="rId607" Type="http://schemas.openxmlformats.org/officeDocument/2006/relationships/image" Target="../media/image1212.png"/><Relationship Id="rId814" Type="http://schemas.openxmlformats.org/officeDocument/2006/relationships/image" Target="../media/image1313.png"/><Relationship Id="rId246" Type="http://schemas.openxmlformats.org/officeDocument/2006/relationships/customXml" Target="../ink/ink1278.xml"/><Relationship Id="rId453" Type="http://schemas.openxmlformats.org/officeDocument/2006/relationships/image" Target="../media/image1137.png"/><Relationship Id="rId660" Type="http://schemas.openxmlformats.org/officeDocument/2006/relationships/customXml" Target="../ink/ink1486.xml"/><Relationship Id="rId898" Type="http://schemas.openxmlformats.org/officeDocument/2006/relationships/image" Target="../media/image1354.png"/><Relationship Id="rId1083" Type="http://schemas.openxmlformats.org/officeDocument/2006/relationships/image" Target="../media/image1446.png"/><Relationship Id="rId106" Type="http://schemas.openxmlformats.org/officeDocument/2006/relationships/customXml" Target="../ink/ink1208.xml"/><Relationship Id="rId313" Type="http://schemas.openxmlformats.org/officeDocument/2006/relationships/image" Target="../media/image1068.png"/><Relationship Id="rId758" Type="http://schemas.openxmlformats.org/officeDocument/2006/relationships/image" Target="../media/image1286.png"/><Relationship Id="rId965" Type="http://schemas.openxmlformats.org/officeDocument/2006/relationships/image" Target="../media/image1387.png"/><Relationship Id="rId1150" Type="http://schemas.openxmlformats.org/officeDocument/2006/relationships/customXml" Target="../ink/ink1735.xml"/><Relationship Id="rId10" Type="http://schemas.openxmlformats.org/officeDocument/2006/relationships/customXml" Target="../ink/ink1160.xml"/><Relationship Id="rId94" Type="http://schemas.openxmlformats.org/officeDocument/2006/relationships/customXml" Target="../ink/ink1202.xml"/><Relationship Id="rId397" Type="http://schemas.openxmlformats.org/officeDocument/2006/relationships/image" Target="../media/image1110.png"/><Relationship Id="rId520" Type="http://schemas.openxmlformats.org/officeDocument/2006/relationships/customXml" Target="../ink/ink1416.xml"/><Relationship Id="rId618" Type="http://schemas.openxmlformats.org/officeDocument/2006/relationships/customXml" Target="../ink/ink1465.xml"/><Relationship Id="rId825" Type="http://schemas.openxmlformats.org/officeDocument/2006/relationships/customXml" Target="../ink/ink1571.xml"/><Relationship Id="rId257" Type="http://schemas.openxmlformats.org/officeDocument/2006/relationships/image" Target="../media/image1040.png"/><Relationship Id="rId464" Type="http://schemas.openxmlformats.org/officeDocument/2006/relationships/customXml" Target="../ink/ink1387.xml"/><Relationship Id="rId1010" Type="http://schemas.openxmlformats.org/officeDocument/2006/relationships/customXml" Target="../ink/ink1665.xml"/><Relationship Id="rId1094" Type="http://schemas.openxmlformats.org/officeDocument/2006/relationships/customXml" Target="../ink/ink1707.xml"/><Relationship Id="rId1108" Type="http://schemas.openxmlformats.org/officeDocument/2006/relationships/customXml" Target="../ink/ink1714.xml"/><Relationship Id="rId117" Type="http://schemas.openxmlformats.org/officeDocument/2006/relationships/image" Target="../media/image971.png"/><Relationship Id="rId671" Type="http://schemas.openxmlformats.org/officeDocument/2006/relationships/image" Target="../media/image1244.png"/><Relationship Id="rId769" Type="http://schemas.openxmlformats.org/officeDocument/2006/relationships/customXml" Target="../ink/ink1542.xml"/><Relationship Id="rId976" Type="http://schemas.openxmlformats.org/officeDocument/2006/relationships/customXml" Target="../ink/ink1648.xml"/><Relationship Id="rId324" Type="http://schemas.openxmlformats.org/officeDocument/2006/relationships/customXml" Target="../ink/ink1317.xml"/><Relationship Id="rId531" Type="http://schemas.openxmlformats.org/officeDocument/2006/relationships/image" Target="../media/image1174.png"/><Relationship Id="rId629" Type="http://schemas.openxmlformats.org/officeDocument/2006/relationships/image" Target="../media/image1223.png"/><Relationship Id="rId1161" Type="http://schemas.openxmlformats.org/officeDocument/2006/relationships/image" Target="../media/image1485.png"/><Relationship Id="rId836" Type="http://schemas.openxmlformats.org/officeDocument/2006/relationships/image" Target="../media/image1324.png"/><Relationship Id="rId1021" Type="http://schemas.openxmlformats.org/officeDocument/2006/relationships/image" Target="../media/image1415.png"/><Relationship Id="rId1119" Type="http://schemas.openxmlformats.org/officeDocument/2006/relationships/image" Target="../media/image1464.png"/><Relationship Id="rId903" Type="http://schemas.openxmlformats.org/officeDocument/2006/relationships/customXml" Target="../ink/ink1611.xml"/><Relationship Id="rId32" Type="http://schemas.openxmlformats.org/officeDocument/2006/relationships/customXml" Target="../ink/ink1171.xml"/><Relationship Id="rId181" Type="http://schemas.openxmlformats.org/officeDocument/2006/relationships/image" Target="../media/image1003.png"/><Relationship Id="rId279" Type="http://schemas.openxmlformats.org/officeDocument/2006/relationships/image" Target="../media/image1051.png"/><Relationship Id="rId486" Type="http://schemas.openxmlformats.org/officeDocument/2006/relationships/image" Target="../media/image1152.png"/><Relationship Id="rId693" Type="http://schemas.openxmlformats.org/officeDocument/2006/relationships/image" Target="../media/image1255.png"/><Relationship Id="rId139" Type="http://schemas.openxmlformats.org/officeDocument/2006/relationships/image" Target="../media/image982.png"/><Relationship Id="rId346" Type="http://schemas.openxmlformats.org/officeDocument/2006/relationships/customXml" Target="../ink/ink1328.xml"/><Relationship Id="rId553" Type="http://schemas.openxmlformats.org/officeDocument/2006/relationships/image" Target="../media/image1185.png"/><Relationship Id="rId760" Type="http://schemas.openxmlformats.org/officeDocument/2006/relationships/image" Target="../media/image1287.png"/><Relationship Id="rId998" Type="http://schemas.openxmlformats.org/officeDocument/2006/relationships/customXml" Target="../ink/ink1659.xml"/><Relationship Id="rId1183" Type="http://schemas.openxmlformats.org/officeDocument/2006/relationships/image" Target="../media/image1496.png"/><Relationship Id="rId206" Type="http://schemas.openxmlformats.org/officeDocument/2006/relationships/customXml" Target="../ink/ink1258.xml"/><Relationship Id="rId413" Type="http://schemas.openxmlformats.org/officeDocument/2006/relationships/image" Target="../media/image1118.png"/><Relationship Id="rId858" Type="http://schemas.openxmlformats.org/officeDocument/2006/relationships/customXml" Target="../ink/ink1588.xml"/><Relationship Id="rId1043" Type="http://schemas.openxmlformats.org/officeDocument/2006/relationships/image" Target="../media/image1426.png"/><Relationship Id="rId620" Type="http://schemas.openxmlformats.org/officeDocument/2006/relationships/customXml" Target="../ink/ink1466.xml"/><Relationship Id="rId718" Type="http://schemas.openxmlformats.org/officeDocument/2006/relationships/customXml" Target="../ink/ink1515.xml"/><Relationship Id="rId925" Type="http://schemas.openxmlformats.org/officeDocument/2006/relationships/customXml" Target="../ink/ink1622.xml"/><Relationship Id="rId1110" Type="http://schemas.openxmlformats.org/officeDocument/2006/relationships/customXml" Target="../ink/ink1715.xml"/><Relationship Id="rId1208" Type="http://schemas.openxmlformats.org/officeDocument/2006/relationships/customXml" Target="../ink/ink1764.xml"/><Relationship Id="rId54" Type="http://schemas.openxmlformats.org/officeDocument/2006/relationships/customXml" Target="../ink/ink1182.xml"/><Relationship Id="rId270" Type="http://schemas.openxmlformats.org/officeDocument/2006/relationships/customXml" Target="../ink/ink1290.xml"/><Relationship Id="rId130" Type="http://schemas.openxmlformats.org/officeDocument/2006/relationships/customXml" Target="../ink/ink1220.xml"/><Relationship Id="rId368" Type="http://schemas.openxmlformats.org/officeDocument/2006/relationships/customXml" Target="../ink/ink1339.xml"/><Relationship Id="rId575" Type="http://schemas.openxmlformats.org/officeDocument/2006/relationships/image" Target="../media/image1196.png"/><Relationship Id="rId782" Type="http://schemas.openxmlformats.org/officeDocument/2006/relationships/image" Target="../media/image1298.png"/><Relationship Id="rId228" Type="http://schemas.openxmlformats.org/officeDocument/2006/relationships/customXml" Target="../ink/ink1269.xml"/><Relationship Id="rId435" Type="http://schemas.openxmlformats.org/officeDocument/2006/relationships/image" Target="../media/image1128.png"/><Relationship Id="rId642" Type="http://schemas.openxmlformats.org/officeDocument/2006/relationships/customXml" Target="../ink/ink1477.xml"/><Relationship Id="rId1065" Type="http://schemas.openxmlformats.org/officeDocument/2006/relationships/image" Target="../media/image1437.png"/><Relationship Id="rId502" Type="http://schemas.openxmlformats.org/officeDocument/2006/relationships/image" Target="../media/image1160.png"/><Relationship Id="rId947" Type="http://schemas.openxmlformats.org/officeDocument/2006/relationships/image" Target="../media/image1378.png"/><Relationship Id="rId1132" Type="http://schemas.openxmlformats.org/officeDocument/2006/relationships/customXml" Target="../ink/ink1726.xml"/><Relationship Id="rId76" Type="http://schemas.openxmlformats.org/officeDocument/2006/relationships/customXml" Target="../ink/ink1193.xml"/><Relationship Id="rId807" Type="http://schemas.openxmlformats.org/officeDocument/2006/relationships/customXml" Target="../ink/ink1562.xml"/><Relationship Id="rId292" Type="http://schemas.openxmlformats.org/officeDocument/2006/relationships/customXml" Target="../ink/ink1301.xml"/><Relationship Id="rId597" Type="http://schemas.openxmlformats.org/officeDocument/2006/relationships/image" Target="../media/image1207.png"/><Relationship Id="rId152" Type="http://schemas.openxmlformats.org/officeDocument/2006/relationships/customXml" Target="../ink/ink1231.xml"/><Relationship Id="rId457" Type="http://schemas.openxmlformats.org/officeDocument/2006/relationships/image" Target="../media/image1139.png"/><Relationship Id="rId1087" Type="http://schemas.openxmlformats.org/officeDocument/2006/relationships/image" Target="../media/image1448.png"/><Relationship Id="rId664" Type="http://schemas.openxmlformats.org/officeDocument/2006/relationships/customXml" Target="../ink/ink1488.xml"/><Relationship Id="rId871" Type="http://schemas.openxmlformats.org/officeDocument/2006/relationships/image" Target="../media/image1341.png"/><Relationship Id="rId969" Type="http://schemas.openxmlformats.org/officeDocument/2006/relationships/image" Target="../media/image1389.png"/><Relationship Id="rId317" Type="http://schemas.openxmlformats.org/officeDocument/2006/relationships/image" Target="../media/image1070.png"/><Relationship Id="rId524" Type="http://schemas.openxmlformats.org/officeDocument/2006/relationships/customXml" Target="../ink/ink1418.xml"/><Relationship Id="rId731" Type="http://schemas.openxmlformats.org/officeDocument/2006/relationships/image" Target="../media/image1274.png"/><Relationship Id="rId1154" Type="http://schemas.openxmlformats.org/officeDocument/2006/relationships/customXml" Target="../ink/ink1737.xml"/><Relationship Id="rId98" Type="http://schemas.openxmlformats.org/officeDocument/2006/relationships/customXml" Target="../ink/ink1204.xml"/><Relationship Id="rId829" Type="http://schemas.openxmlformats.org/officeDocument/2006/relationships/customXml" Target="../ink/ink1573.xml"/><Relationship Id="rId1014" Type="http://schemas.openxmlformats.org/officeDocument/2006/relationships/customXml" Target="../ink/ink1667.xml"/><Relationship Id="rId1221" Type="http://schemas.openxmlformats.org/officeDocument/2006/relationships/image" Target="../media/image1515.png"/><Relationship Id="rId25" Type="http://schemas.openxmlformats.org/officeDocument/2006/relationships/image" Target="../media/image925.png"/><Relationship Id="rId174" Type="http://schemas.openxmlformats.org/officeDocument/2006/relationships/customXml" Target="../ink/ink1242.xml"/><Relationship Id="rId381" Type="http://schemas.openxmlformats.org/officeDocument/2006/relationships/image" Target="../media/image1102.png"/><Relationship Id="rId241" Type="http://schemas.openxmlformats.org/officeDocument/2006/relationships/image" Target="../media/image1033.png"/><Relationship Id="rId479" Type="http://schemas.openxmlformats.org/officeDocument/2006/relationships/image" Target="../media/image1149.png"/><Relationship Id="rId686" Type="http://schemas.openxmlformats.org/officeDocument/2006/relationships/customXml" Target="../ink/ink1499.xml"/><Relationship Id="rId893" Type="http://schemas.openxmlformats.org/officeDocument/2006/relationships/customXml" Target="../ink/ink1606.xml"/><Relationship Id="rId339" Type="http://schemas.openxmlformats.org/officeDocument/2006/relationships/image" Target="../media/image1081.png"/><Relationship Id="rId546" Type="http://schemas.openxmlformats.org/officeDocument/2006/relationships/customXml" Target="../ink/ink1429.xml"/><Relationship Id="rId753" Type="http://schemas.openxmlformats.org/officeDocument/2006/relationships/customXml" Target="../ink/ink1533.xml"/><Relationship Id="rId1176" Type="http://schemas.openxmlformats.org/officeDocument/2006/relationships/customXml" Target="../ink/ink1748.xml"/><Relationship Id="rId101" Type="http://schemas.openxmlformats.org/officeDocument/2006/relationships/image" Target="../media/image963.png"/><Relationship Id="rId406" Type="http://schemas.openxmlformats.org/officeDocument/2006/relationships/customXml" Target="../ink/ink1358.xml"/><Relationship Id="rId960" Type="http://schemas.openxmlformats.org/officeDocument/2006/relationships/customXml" Target="../ink/ink1640.xml"/><Relationship Id="rId1036" Type="http://schemas.openxmlformats.org/officeDocument/2006/relationships/customXml" Target="../ink/ink1678.xml"/><Relationship Id="rId613" Type="http://schemas.openxmlformats.org/officeDocument/2006/relationships/image" Target="../media/image1215.png"/><Relationship Id="rId820" Type="http://schemas.openxmlformats.org/officeDocument/2006/relationships/image" Target="../media/image1316.png"/><Relationship Id="rId918" Type="http://schemas.openxmlformats.org/officeDocument/2006/relationships/image" Target="../media/image1364.png"/><Relationship Id="rId1103" Type="http://schemas.openxmlformats.org/officeDocument/2006/relationships/image" Target="../media/image1456.png"/><Relationship Id="rId47" Type="http://schemas.openxmlformats.org/officeDocument/2006/relationships/image" Target="../media/image936.png"/><Relationship Id="rId196" Type="http://schemas.openxmlformats.org/officeDocument/2006/relationships/customXml" Target="../ink/ink1253.xml"/><Relationship Id="rId263" Type="http://schemas.openxmlformats.org/officeDocument/2006/relationships/image" Target="../media/image1043.png"/><Relationship Id="rId470" Type="http://schemas.openxmlformats.org/officeDocument/2006/relationships/customXml" Target="../ink/ink1390.xml"/><Relationship Id="rId123" Type="http://schemas.openxmlformats.org/officeDocument/2006/relationships/image" Target="../media/image974.png"/><Relationship Id="rId330" Type="http://schemas.openxmlformats.org/officeDocument/2006/relationships/customXml" Target="../ink/ink1320.xml"/><Relationship Id="rId568" Type="http://schemas.openxmlformats.org/officeDocument/2006/relationships/customXml" Target="../ink/ink1440.xml"/><Relationship Id="rId775" Type="http://schemas.openxmlformats.org/officeDocument/2006/relationships/customXml" Target="../ink/ink1545.xml"/><Relationship Id="rId982" Type="http://schemas.openxmlformats.org/officeDocument/2006/relationships/customXml" Target="../ink/ink1651.xml"/><Relationship Id="rId1198" Type="http://schemas.openxmlformats.org/officeDocument/2006/relationships/customXml" Target="../ink/ink1759.xml"/><Relationship Id="rId428" Type="http://schemas.openxmlformats.org/officeDocument/2006/relationships/customXml" Target="../ink/ink1369.xml"/><Relationship Id="rId635" Type="http://schemas.openxmlformats.org/officeDocument/2006/relationships/image" Target="../media/image1226.png"/><Relationship Id="rId842" Type="http://schemas.openxmlformats.org/officeDocument/2006/relationships/customXml" Target="../ink/ink1580.xml"/><Relationship Id="rId1058" Type="http://schemas.openxmlformats.org/officeDocument/2006/relationships/customXml" Target="../ink/ink1689.xml"/><Relationship Id="rId702" Type="http://schemas.openxmlformats.org/officeDocument/2006/relationships/customXml" Target="../ink/ink1507.xml"/><Relationship Id="rId1125" Type="http://schemas.openxmlformats.org/officeDocument/2006/relationships/image" Target="../media/image1467.png"/><Relationship Id="rId69" Type="http://schemas.openxmlformats.org/officeDocument/2006/relationships/image" Target="../media/image947.png"/><Relationship Id="rId285" Type="http://schemas.openxmlformats.org/officeDocument/2006/relationships/image" Target="../media/image1054.png"/><Relationship Id="rId492" Type="http://schemas.openxmlformats.org/officeDocument/2006/relationships/image" Target="../media/image1155.png"/><Relationship Id="rId797" Type="http://schemas.openxmlformats.org/officeDocument/2006/relationships/image" Target="../media/image1305.png"/><Relationship Id="rId145" Type="http://schemas.openxmlformats.org/officeDocument/2006/relationships/image" Target="../media/image985.png"/><Relationship Id="rId352" Type="http://schemas.openxmlformats.org/officeDocument/2006/relationships/customXml" Target="../ink/ink1331.xml"/><Relationship Id="rId212" Type="http://schemas.openxmlformats.org/officeDocument/2006/relationships/customXml" Target="../ink/ink1261.xml"/><Relationship Id="rId657" Type="http://schemas.openxmlformats.org/officeDocument/2006/relationships/image" Target="../media/image1237.png"/><Relationship Id="rId864" Type="http://schemas.openxmlformats.org/officeDocument/2006/relationships/customXml" Target="../ink/ink1591.xml"/><Relationship Id="rId517" Type="http://schemas.openxmlformats.org/officeDocument/2006/relationships/customXml" Target="../ink/ink1414.xml"/><Relationship Id="rId724" Type="http://schemas.openxmlformats.org/officeDocument/2006/relationships/customXml" Target="../ink/ink1518.xml"/><Relationship Id="rId931" Type="http://schemas.openxmlformats.org/officeDocument/2006/relationships/image" Target="../media/image1370.png"/><Relationship Id="rId1147" Type="http://schemas.openxmlformats.org/officeDocument/2006/relationships/image" Target="../media/image1478.png"/><Relationship Id="rId60" Type="http://schemas.openxmlformats.org/officeDocument/2006/relationships/customXml" Target="../ink/ink1185.xml"/><Relationship Id="rId1007" Type="http://schemas.openxmlformats.org/officeDocument/2006/relationships/image" Target="../media/image1408.png"/><Relationship Id="rId1214" Type="http://schemas.openxmlformats.org/officeDocument/2006/relationships/customXml" Target="../ink/ink1767.xml"/><Relationship Id="rId18" Type="http://schemas.openxmlformats.org/officeDocument/2006/relationships/customXml" Target="../ink/ink1164.xml"/><Relationship Id="rId167" Type="http://schemas.openxmlformats.org/officeDocument/2006/relationships/image" Target="../media/image996.png"/><Relationship Id="rId374" Type="http://schemas.openxmlformats.org/officeDocument/2006/relationships/customXml" Target="../ink/ink1342.xml"/><Relationship Id="rId581" Type="http://schemas.openxmlformats.org/officeDocument/2006/relationships/image" Target="../media/image1199.png"/></Relationships>
</file>

<file path=ppt/slides/_rels/slide12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829.xml"/><Relationship Id="rId21" Type="http://schemas.openxmlformats.org/officeDocument/2006/relationships/image" Target="../media/image1152.png"/><Relationship Id="rId324" Type="http://schemas.openxmlformats.org/officeDocument/2006/relationships/customXml" Target="../ink/ink1933.xml"/><Relationship Id="rId531" Type="http://schemas.openxmlformats.org/officeDocument/2006/relationships/customXml" Target="../ink/ink2037.xml"/><Relationship Id="rId629" Type="http://schemas.openxmlformats.org/officeDocument/2006/relationships/customXml" Target="../ink/ink2086.xml"/><Relationship Id="rId170" Type="http://schemas.openxmlformats.org/officeDocument/2006/relationships/customXml" Target="../ink/ink1856.xml"/><Relationship Id="rId268" Type="http://schemas.openxmlformats.org/officeDocument/2006/relationships/customXml" Target="../ink/ink1905.xml"/><Relationship Id="rId475" Type="http://schemas.openxmlformats.org/officeDocument/2006/relationships/image" Target="../media/image1528.png"/><Relationship Id="rId32" Type="http://schemas.openxmlformats.org/officeDocument/2006/relationships/customXml" Target="../ink/ink1786.xml"/><Relationship Id="rId128" Type="http://schemas.openxmlformats.org/officeDocument/2006/relationships/image" Target="../media/image1259.png"/><Relationship Id="rId335" Type="http://schemas.openxmlformats.org/officeDocument/2006/relationships/image" Target="../media/image1458.png"/><Relationship Id="rId542" Type="http://schemas.openxmlformats.org/officeDocument/2006/relationships/image" Target="../media/image1561.png"/><Relationship Id="rId181" Type="http://schemas.openxmlformats.org/officeDocument/2006/relationships/image" Target="../media/image1381.png"/><Relationship Id="rId402" Type="http://schemas.openxmlformats.org/officeDocument/2006/relationships/customXml" Target="../ink/ink1972.xml"/><Relationship Id="rId279" Type="http://schemas.openxmlformats.org/officeDocument/2006/relationships/image" Target="../media/image1430.png"/><Relationship Id="rId486" Type="http://schemas.openxmlformats.org/officeDocument/2006/relationships/customXml" Target="../ink/ink2014.xml"/><Relationship Id="rId43" Type="http://schemas.openxmlformats.org/officeDocument/2006/relationships/image" Target="../media/image1163.png"/><Relationship Id="rId139" Type="http://schemas.openxmlformats.org/officeDocument/2006/relationships/customXml" Target="../ink/ink1840.xml"/><Relationship Id="rId346" Type="http://schemas.openxmlformats.org/officeDocument/2006/relationships/customXml" Target="../ink/ink1944.xml"/><Relationship Id="rId553" Type="http://schemas.openxmlformats.org/officeDocument/2006/relationships/customXml" Target="../ink/ink2048.xml"/><Relationship Id="rId192" Type="http://schemas.openxmlformats.org/officeDocument/2006/relationships/customXml" Target="../ink/ink1867.xml"/><Relationship Id="rId206" Type="http://schemas.openxmlformats.org/officeDocument/2006/relationships/customXml" Target="../ink/ink1874.xml"/><Relationship Id="rId413" Type="http://schemas.openxmlformats.org/officeDocument/2006/relationships/image" Target="../media/image1497.png"/><Relationship Id="rId497" Type="http://schemas.openxmlformats.org/officeDocument/2006/relationships/customXml" Target="../ink/ink2020.xml"/><Relationship Id="rId620" Type="http://schemas.openxmlformats.org/officeDocument/2006/relationships/image" Target="../media/image1600.png"/><Relationship Id="rId357" Type="http://schemas.openxmlformats.org/officeDocument/2006/relationships/image" Target="../media/image1469.png"/><Relationship Id="rId54" Type="http://schemas.openxmlformats.org/officeDocument/2006/relationships/image" Target="../media/image1168.png"/><Relationship Id="rId217" Type="http://schemas.openxmlformats.org/officeDocument/2006/relationships/image" Target="../media/image1399.png"/><Relationship Id="rId564" Type="http://schemas.openxmlformats.org/officeDocument/2006/relationships/image" Target="../media/image1572.png"/><Relationship Id="rId424" Type="http://schemas.openxmlformats.org/officeDocument/2006/relationships/customXml" Target="../ink/ink1983.xml"/><Relationship Id="rId631" Type="http://schemas.openxmlformats.org/officeDocument/2006/relationships/customXml" Target="../ink/ink2087.xml"/><Relationship Id="rId270" Type="http://schemas.openxmlformats.org/officeDocument/2006/relationships/customXml" Target="../ink/ink1906.xml"/><Relationship Id="rId65" Type="http://schemas.openxmlformats.org/officeDocument/2006/relationships/customXml" Target="../ink/ink1803.xml"/><Relationship Id="rId130" Type="http://schemas.openxmlformats.org/officeDocument/2006/relationships/image" Target="../media/image1260.png"/><Relationship Id="rId368" Type="http://schemas.openxmlformats.org/officeDocument/2006/relationships/customXml" Target="../ink/ink1955.xml"/><Relationship Id="rId575" Type="http://schemas.openxmlformats.org/officeDocument/2006/relationships/customXml" Target="../ink/ink2059.xml"/><Relationship Id="rId228" Type="http://schemas.openxmlformats.org/officeDocument/2006/relationships/customXml" Target="../ink/ink1885.xml"/><Relationship Id="rId435" Type="http://schemas.openxmlformats.org/officeDocument/2006/relationships/image" Target="../media/image1508.png"/><Relationship Id="rId642" Type="http://schemas.openxmlformats.org/officeDocument/2006/relationships/image" Target="../media/image1611.png"/><Relationship Id="rId281" Type="http://schemas.openxmlformats.org/officeDocument/2006/relationships/image" Target="../media/image1431.png"/><Relationship Id="rId502" Type="http://schemas.openxmlformats.org/officeDocument/2006/relationships/image" Target="../media/image1541.png"/><Relationship Id="rId76" Type="http://schemas.openxmlformats.org/officeDocument/2006/relationships/image" Target="../media/image1179.png"/><Relationship Id="rId141" Type="http://schemas.openxmlformats.org/officeDocument/2006/relationships/customXml" Target="../ink/ink1841.xml"/><Relationship Id="rId379" Type="http://schemas.openxmlformats.org/officeDocument/2006/relationships/image" Target="../media/image1480.png"/><Relationship Id="rId586" Type="http://schemas.openxmlformats.org/officeDocument/2006/relationships/image" Target="../media/image1583.png"/><Relationship Id="rId7" Type="http://schemas.openxmlformats.org/officeDocument/2006/relationships/image" Target="../media/image1146.png"/><Relationship Id="rId239" Type="http://schemas.openxmlformats.org/officeDocument/2006/relationships/image" Target="../media/image1410.png"/><Relationship Id="rId446" Type="http://schemas.openxmlformats.org/officeDocument/2006/relationships/customXml" Target="../ink/ink1994.xml"/><Relationship Id="rId653" Type="http://schemas.openxmlformats.org/officeDocument/2006/relationships/customXml" Target="../ink/ink2098.xml"/><Relationship Id="rId292" Type="http://schemas.openxmlformats.org/officeDocument/2006/relationships/customXml" Target="../ink/ink1917.xml"/><Relationship Id="rId306" Type="http://schemas.openxmlformats.org/officeDocument/2006/relationships/customXml" Target="../ink/ink1924.xml"/><Relationship Id="rId87" Type="http://schemas.openxmlformats.org/officeDocument/2006/relationships/customXml" Target="../ink/ink1814.xml"/><Relationship Id="rId513" Type="http://schemas.openxmlformats.org/officeDocument/2006/relationships/customXml" Target="../ink/ink2028.xml"/><Relationship Id="rId597" Type="http://schemas.openxmlformats.org/officeDocument/2006/relationships/customXml" Target="../ink/ink2070.xml"/><Relationship Id="rId152" Type="http://schemas.openxmlformats.org/officeDocument/2006/relationships/image" Target="../media/image1367.png"/><Relationship Id="rId457" Type="http://schemas.openxmlformats.org/officeDocument/2006/relationships/image" Target="../media/image1519.png"/><Relationship Id="rId664" Type="http://schemas.openxmlformats.org/officeDocument/2006/relationships/image" Target="../media/image1622.png"/><Relationship Id="rId14" Type="http://schemas.openxmlformats.org/officeDocument/2006/relationships/customXml" Target="../ink/ink1777.xml"/><Relationship Id="rId317" Type="http://schemas.openxmlformats.org/officeDocument/2006/relationships/image" Target="../media/image1449.png"/><Relationship Id="rId524" Type="http://schemas.openxmlformats.org/officeDocument/2006/relationships/image" Target="../media/image1552.png"/><Relationship Id="rId98" Type="http://schemas.openxmlformats.org/officeDocument/2006/relationships/image" Target="../media/image1236.png"/><Relationship Id="rId163" Type="http://schemas.openxmlformats.org/officeDocument/2006/relationships/image" Target="../media/image1372.png"/><Relationship Id="rId370" Type="http://schemas.openxmlformats.org/officeDocument/2006/relationships/customXml" Target="../ink/ink1956.xml"/><Relationship Id="rId230" Type="http://schemas.openxmlformats.org/officeDocument/2006/relationships/customXml" Target="../ink/ink1886.xml"/><Relationship Id="rId468" Type="http://schemas.openxmlformats.org/officeDocument/2006/relationships/customXml" Target="../ink/ink2005.xml"/><Relationship Id="rId25" Type="http://schemas.openxmlformats.org/officeDocument/2006/relationships/image" Target="../media/image1154.png"/><Relationship Id="rId328" Type="http://schemas.openxmlformats.org/officeDocument/2006/relationships/customXml" Target="../ink/ink1935.xml"/><Relationship Id="rId535" Type="http://schemas.openxmlformats.org/officeDocument/2006/relationships/customXml" Target="../ink/ink2039.xml"/><Relationship Id="rId174" Type="http://schemas.openxmlformats.org/officeDocument/2006/relationships/customXml" Target="../ink/ink1858.xml"/><Relationship Id="rId381" Type="http://schemas.openxmlformats.org/officeDocument/2006/relationships/image" Target="../media/image1481.png"/><Relationship Id="rId602" Type="http://schemas.openxmlformats.org/officeDocument/2006/relationships/image" Target="../media/image1591.png"/><Relationship Id="rId241" Type="http://schemas.openxmlformats.org/officeDocument/2006/relationships/image" Target="../media/image1411.png"/><Relationship Id="rId479" Type="http://schemas.openxmlformats.org/officeDocument/2006/relationships/image" Target="../media/image1530.png"/><Relationship Id="rId36" Type="http://schemas.openxmlformats.org/officeDocument/2006/relationships/customXml" Target="../ink/ink1788.xml"/><Relationship Id="rId339" Type="http://schemas.openxmlformats.org/officeDocument/2006/relationships/image" Target="../media/image1460.png"/><Relationship Id="rId546" Type="http://schemas.openxmlformats.org/officeDocument/2006/relationships/image" Target="../media/image1563.png"/><Relationship Id="rId101" Type="http://schemas.openxmlformats.org/officeDocument/2006/relationships/customXml" Target="../ink/ink1821.xml"/><Relationship Id="rId185" Type="http://schemas.openxmlformats.org/officeDocument/2006/relationships/image" Target="../media/image1383.png"/><Relationship Id="rId406" Type="http://schemas.openxmlformats.org/officeDocument/2006/relationships/customXml" Target="../ink/ink1974.xml"/><Relationship Id="rId392" Type="http://schemas.openxmlformats.org/officeDocument/2006/relationships/customXml" Target="../ink/ink1967.xml"/><Relationship Id="rId613" Type="http://schemas.openxmlformats.org/officeDocument/2006/relationships/customXml" Target="../ink/ink2078.xml"/><Relationship Id="rId252" Type="http://schemas.openxmlformats.org/officeDocument/2006/relationships/customXml" Target="../ink/ink1897.xml"/><Relationship Id="rId47" Type="http://schemas.openxmlformats.org/officeDocument/2006/relationships/image" Target="../media/image1165.png"/><Relationship Id="rId112" Type="http://schemas.openxmlformats.org/officeDocument/2006/relationships/image" Target="../media/image1251.png"/><Relationship Id="rId557" Type="http://schemas.openxmlformats.org/officeDocument/2006/relationships/customXml" Target="../ink/ink2050.xml"/><Relationship Id="rId196" Type="http://schemas.openxmlformats.org/officeDocument/2006/relationships/customXml" Target="../ink/ink1869.xml"/><Relationship Id="rId417" Type="http://schemas.openxmlformats.org/officeDocument/2006/relationships/image" Target="../media/image1499.png"/><Relationship Id="rId624" Type="http://schemas.openxmlformats.org/officeDocument/2006/relationships/image" Target="../media/image1602.png"/><Relationship Id="rId263" Type="http://schemas.openxmlformats.org/officeDocument/2006/relationships/image" Target="../media/image1422.png"/><Relationship Id="rId470" Type="http://schemas.openxmlformats.org/officeDocument/2006/relationships/customXml" Target="../ink/ink2006.xml"/><Relationship Id="rId58" Type="http://schemas.openxmlformats.org/officeDocument/2006/relationships/image" Target="../media/image1170.png"/><Relationship Id="rId123" Type="http://schemas.openxmlformats.org/officeDocument/2006/relationships/customXml" Target="../ink/ink1832.xml"/><Relationship Id="rId330" Type="http://schemas.openxmlformats.org/officeDocument/2006/relationships/customXml" Target="../ink/ink1936.xml"/><Relationship Id="rId568" Type="http://schemas.openxmlformats.org/officeDocument/2006/relationships/image" Target="../media/image1574.png"/><Relationship Id="rId428" Type="http://schemas.openxmlformats.org/officeDocument/2006/relationships/customXml" Target="../ink/ink1985.xml"/><Relationship Id="rId635" Type="http://schemas.openxmlformats.org/officeDocument/2006/relationships/customXml" Target="../ink/ink2089.xml"/><Relationship Id="rId274" Type="http://schemas.openxmlformats.org/officeDocument/2006/relationships/customXml" Target="../ink/ink1908.xml"/><Relationship Id="rId481" Type="http://schemas.openxmlformats.org/officeDocument/2006/relationships/image" Target="../media/image1531.png"/><Relationship Id="rId27" Type="http://schemas.openxmlformats.org/officeDocument/2006/relationships/image" Target="../media/image1155.png"/><Relationship Id="rId69" Type="http://schemas.openxmlformats.org/officeDocument/2006/relationships/customXml" Target="../ink/ink1805.xml"/><Relationship Id="rId134" Type="http://schemas.openxmlformats.org/officeDocument/2006/relationships/image" Target="../media/image1262.png"/><Relationship Id="rId537" Type="http://schemas.openxmlformats.org/officeDocument/2006/relationships/customXml" Target="../ink/ink2040.xml"/><Relationship Id="rId579" Type="http://schemas.openxmlformats.org/officeDocument/2006/relationships/customXml" Target="../ink/ink2061.xml"/><Relationship Id="rId80" Type="http://schemas.openxmlformats.org/officeDocument/2006/relationships/image" Target="../media/image1181.png"/><Relationship Id="rId176" Type="http://schemas.openxmlformats.org/officeDocument/2006/relationships/customXml" Target="../ink/ink1859.xml"/><Relationship Id="rId341" Type="http://schemas.openxmlformats.org/officeDocument/2006/relationships/image" Target="../media/image1461.png"/><Relationship Id="rId383" Type="http://schemas.openxmlformats.org/officeDocument/2006/relationships/image" Target="../media/image1482.png"/><Relationship Id="rId439" Type="http://schemas.openxmlformats.org/officeDocument/2006/relationships/image" Target="../media/image1510.png"/><Relationship Id="rId590" Type="http://schemas.openxmlformats.org/officeDocument/2006/relationships/image" Target="../media/image1585.png"/><Relationship Id="rId604" Type="http://schemas.openxmlformats.org/officeDocument/2006/relationships/image" Target="../media/image1592.png"/><Relationship Id="rId646" Type="http://schemas.openxmlformats.org/officeDocument/2006/relationships/image" Target="../media/image1613.png"/><Relationship Id="rId201" Type="http://schemas.openxmlformats.org/officeDocument/2006/relationships/image" Target="../media/image1391.png"/><Relationship Id="rId243" Type="http://schemas.openxmlformats.org/officeDocument/2006/relationships/image" Target="../media/image1412.png"/><Relationship Id="rId285" Type="http://schemas.openxmlformats.org/officeDocument/2006/relationships/image" Target="../media/image1433.png"/><Relationship Id="rId450" Type="http://schemas.openxmlformats.org/officeDocument/2006/relationships/customXml" Target="../ink/ink1996.xml"/><Relationship Id="rId506" Type="http://schemas.openxmlformats.org/officeDocument/2006/relationships/image" Target="../media/image1543.png"/><Relationship Id="rId38" Type="http://schemas.openxmlformats.org/officeDocument/2006/relationships/customXml" Target="../ink/ink1789.xml"/><Relationship Id="rId103" Type="http://schemas.openxmlformats.org/officeDocument/2006/relationships/customXml" Target="../ink/ink1822.xml"/><Relationship Id="rId310" Type="http://schemas.openxmlformats.org/officeDocument/2006/relationships/customXml" Target="../ink/ink1926.xml"/><Relationship Id="rId492" Type="http://schemas.openxmlformats.org/officeDocument/2006/relationships/image" Target="../media/image1536.png"/><Relationship Id="rId548" Type="http://schemas.openxmlformats.org/officeDocument/2006/relationships/image" Target="../media/image1564.png"/><Relationship Id="rId91" Type="http://schemas.openxmlformats.org/officeDocument/2006/relationships/customXml" Target="../ink/ink1816.xml"/><Relationship Id="rId145" Type="http://schemas.openxmlformats.org/officeDocument/2006/relationships/customXml" Target="../ink/ink1843.xml"/><Relationship Id="rId187" Type="http://schemas.openxmlformats.org/officeDocument/2006/relationships/image" Target="../media/image1384.png"/><Relationship Id="rId352" Type="http://schemas.openxmlformats.org/officeDocument/2006/relationships/customXml" Target="../ink/ink1947.xml"/><Relationship Id="rId394" Type="http://schemas.openxmlformats.org/officeDocument/2006/relationships/customXml" Target="../ink/ink1968.xml"/><Relationship Id="rId408" Type="http://schemas.openxmlformats.org/officeDocument/2006/relationships/customXml" Target="../ink/ink1975.xml"/><Relationship Id="rId615" Type="http://schemas.openxmlformats.org/officeDocument/2006/relationships/customXml" Target="../ink/ink2079.xml"/><Relationship Id="rId212" Type="http://schemas.openxmlformats.org/officeDocument/2006/relationships/customXml" Target="../ink/ink1877.xml"/><Relationship Id="rId254" Type="http://schemas.openxmlformats.org/officeDocument/2006/relationships/customXml" Target="../ink/ink1898.xml"/><Relationship Id="rId657" Type="http://schemas.openxmlformats.org/officeDocument/2006/relationships/customXml" Target="../ink/ink2100.xml"/><Relationship Id="rId49" Type="http://schemas.openxmlformats.org/officeDocument/2006/relationships/image" Target="../media/image1166.png"/><Relationship Id="rId114" Type="http://schemas.openxmlformats.org/officeDocument/2006/relationships/image" Target="../media/image1252.png"/><Relationship Id="rId296" Type="http://schemas.openxmlformats.org/officeDocument/2006/relationships/customXml" Target="../ink/ink1919.xml"/><Relationship Id="rId461" Type="http://schemas.openxmlformats.org/officeDocument/2006/relationships/image" Target="../media/image1521.png"/><Relationship Id="rId517" Type="http://schemas.openxmlformats.org/officeDocument/2006/relationships/customXml" Target="../ink/ink2030.xml"/><Relationship Id="rId559" Type="http://schemas.openxmlformats.org/officeDocument/2006/relationships/customXml" Target="../ink/ink2051.xml"/><Relationship Id="rId60" Type="http://schemas.openxmlformats.org/officeDocument/2006/relationships/image" Target="../media/image1171.png"/><Relationship Id="rId156" Type="http://schemas.openxmlformats.org/officeDocument/2006/relationships/customXml" Target="../ink/ink1849.xml"/><Relationship Id="rId198" Type="http://schemas.openxmlformats.org/officeDocument/2006/relationships/customXml" Target="../ink/ink1870.xml"/><Relationship Id="rId321" Type="http://schemas.openxmlformats.org/officeDocument/2006/relationships/image" Target="../media/image1451.png"/><Relationship Id="rId363" Type="http://schemas.openxmlformats.org/officeDocument/2006/relationships/image" Target="../media/image1472.png"/><Relationship Id="rId419" Type="http://schemas.openxmlformats.org/officeDocument/2006/relationships/image" Target="../media/image1500.png"/><Relationship Id="rId570" Type="http://schemas.openxmlformats.org/officeDocument/2006/relationships/image" Target="../media/image1575.png"/><Relationship Id="rId626" Type="http://schemas.openxmlformats.org/officeDocument/2006/relationships/image" Target="../media/image1603.png"/><Relationship Id="rId223" Type="http://schemas.openxmlformats.org/officeDocument/2006/relationships/image" Target="../media/image1402.png"/><Relationship Id="rId430" Type="http://schemas.openxmlformats.org/officeDocument/2006/relationships/customXml" Target="../ink/ink1986.xml"/><Relationship Id="rId18" Type="http://schemas.openxmlformats.org/officeDocument/2006/relationships/customXml" Target="../ink/ink1779.xml"/><Relationship Id="rId265" Type="http://schemas.openxmlformats.org/officeDocument/2006/relationships/image" Target="../media/image1423.png"/><Relationship Id="rId472" Type="http://schemas.openxmlformats.org/officeDocument/2006/relationships/customXml" Target="../ink/ink2007.xml"/><Relationship Id="rId528" Type="http://schemas.openxmlformats.org/officeDocument/2006/relationships/image" Target="../media/image1554.png"/><Relationship Id="rId125" Type="http://schemas.openxmlformats.org/officeDocument/2006/relationships/customXml" Target="../ink/ink1833.xml"/><Relationship Id="rId167" Type="http://schemas.openxmlformats.org/officeDocument/2006/relationships/image" Target="../media/image1374.png"/><Relationship Id="rId332" Type="http://schemas.openxmlformats.org/officeDocument/2006/relationships/customXml" Target="../ink/ink1937.xml"/><Relationship Id="rId374" Type="http://schemas.openxmlformats.org/officeDocument/2006/relationships/customXml" Target="../ink/ink1958.xml"/><Relationship Id="rId581" Type="http://schemas.openxmlformats.org/officeDocument/2006/relationships/customXml" Target="../ink/ink2062.xml"/><Relationship Id="rId71" Type="http://schemas.openxmlformats.org/officeDocument/2006/relationships/customXml" Target="../ink/ink1806.xml"/><Relationship Id="rId234" Type="http://schemas.openxmlformats.org/officeDocument/2006/relationships/customXml" Target="../ink/ink1888.xml"/><Relationship Id="rId637" Type="http://schemas.openxmlformats.org/officeDocument/2006/relationships/customXml" Target="../ink/ink2090.xml"/><Relationship Id="rId2" Type="http://schemas.openxmlformats.org/officeDocument/2006/relationships/customXml" Target="../ink/ink1771.xml"/><Relationship Id="rId29" Type="http://schemas.openxmlformats.org/officeDocument/2006/relationships/image" Target="../media/image1156.png"/><Relationship Id="rId276" Type="http://schemas.openxmlformats.org/officeDocument/2006/relationships/customXml" Target="../ink/ink1909.xml"/><Relationship Id="rId441" Type="http://schemas.openxmlformats.org/officeDocument/2006/relationships/image" Target="../media/image1511.png"/><Relationship Id="rId483" Type="http://schemas.openxmlformats.org/officeDocument/2006/relationships/image" Target="../media/image1532.png"/><Relationship Id="rId539" Type="http://schemas.openxmlformats.org/officeDocument/2006/relationships/customXml" Target="../ink/ink2041.xml"/><Relationship Id="rId40" Type="http://schemas.openxmlformats.org/officeDocument/2006/relationships/customXml" Target="../ink/ink1790.xml"/><Relationship Id="rId136" Type="http://schemas.openxmlformats.org/officeDocument/2006/relationships/image" Target="../media/image1263.png"/><Relationship Id="rId178" Type="http://schemas.openxmlformats.org/officeDocument/2006/relationships/customXml" Target="../ink/ink1860.xml"/><Relationship Id="rId301" Type="http://schemas.openxmlformats.org/officeDocument/2006/relationships/image" Target="../media/image1441.png"/><Relationship Id="rId343" Type="http://schemas.openxmlformats.org/officeDocument/2006/relationships/image" Target="../media/image1462.png"/><Relationship Id="rId550" Type="http://schemas.openxmlformats.org/officeDocument/2006/relationships/image" Target="../media/image1565.png"/><Relationship Id="rId82" Type="http://schemas.openxmlformats.org/officeDocument/2006/relationships/image" Target="../media/image1182.png"/><Relationship Id="rId203" Type="http://schemas.openxmlformats.org/officeDocument/2006/relationships/image" Target="../media/image1392.png"/><Relationship Id="rId385" Type="http://schemas.openxmlformats.org/officeDocument/2006/relationships/image" Target="../media/image1483.png"/><Relationship Id="rId592" Type="http://schemas.openxmlformats.org/officeDocument/2006/relationships/image" Target="../media/image1586.png"/><Relationship Id="rId606" Type="http://schemas.openxmlformats.org/officeDocument/2006/relationships/image" Target="../media/image1593.png"/><Relationship Id="rId648" Type="http://schemas.openxmlformats.org/officeDocument/2006/relationships/image" Target="../media/image1614.png"/><Relationship Id="rId245" Type="http://schemas.openxmlformats.org/officeDocument/2006/relationships/image" Target="../media/image1413.png"/><Relationship Id="rId287" Type="http://schemas.openxmlformats.org/officeDocument/2006/relationships/image" Target="../media/image1434.png"/><Relationship Id="rId410" Type="http://schemas.openxmlformats.org/officeDocument/2006/relationships/customXml" Target="../ink/ink1976.xml"/><Relationship Id="rId452" Type="http://schemas.openxmlformats.org/officeDocument/2006/relationships/customXml" Target="../ink/ink1997.xml"/><Relationship Id="rId494" Type="http://schemas.openxmlformats.org/officeDocument/2006/relationships/image" Target="../media/image1537.png"/><Relationship Id="rId508" Type="http://schemas.openxmlformats.org/officeDocument/2006/relationships/image" Target="../media/image1544.png"/><Relationship Id="rId105" Type="http://schemas.openxmlformats.org/officeDocument/2006/relationships/customXml" Target="../ink/ink1823.xml"/><Relationship Id="rId147" Type="http://schemas.openxmlformats.org/officeDocument/2006/relationships/customXml" Target="../ink/ink1844.xml"/><Relationship Id="rId312" Type="http://schemas.openxmlformats.org/officeDocument/2006/relationships/customXml" Target="../ink/ink1927.xml"/><Relationship Id="rId354" Type="http://schemas.openxmlformats.org/officeDocument/2006/relationships/customXml" Target="../ink/ink1948.xml"/><Relationship Id="rId51" Type="http://schemas.openxmlformats.org/officeDocument/2006/relationships/image" Target="../media/image1167.png"/><Relationship Id="rId93" Type="http://schemas.openxmlformats.org/officeDocument/2006/relationships/customXml" Target="../ink/ink1817.xml"/><Relationship Id="rId189" Type="http://schemas.openxmlformats.org/officeDocument/2006/relationships/image" Target="../media/image1385.png"/><Relationship Id="rId396" Type="http://schemas.openxmlformats.org/officeDocument/2006/relationships/customXml" Target="../ink/ink1969.xml"/><Relationship Id="rId561" Type="http://schemas.openxmlformats.org/officeDocument/2006/relationships/customXml" Target="../ink/ink2052.xml"/><Relationship Id="rId617" Type="http://schemas.openxmlformats.org/officeDocument/2006/relationships/customXml" Target="../ink/ink2080.xml"/><Relationship Id="rId659" Type="http://schemas.openxmlformats.org/officeDocument/2006/relationships/customXml" Target="../ink/ink2101.xml"/><Relationship Id="rId214" Type="http://schemas.openxmlformats.org/officeDocument/2006/relationships/customXml" Target="../ink/ink1878.xml"/><Relationship Id="rId256" Type="http://schemas.openxmlformats.org/officeDocument/2006/relationships/customXml" Target="../ink/ink1899.xml"/><Relationship Id="rId298" Type="http://schemas.openxmlformats.org/officeDocument/2006/relationships/customXml" Target="../ink/ink1920.xml"/><Relationship Id="rId421" Type="http://schemas.openxmlformats.org/officeDocument/2006/relationships/image" Target="../media/image1501.png"/><Relationship Id="rId463" Type="http://schemas.openxmlformats.org/officeDocument/2006/relationships/image" Target="../media/image1522.png"/><Relationship Id="rId519" Type="http://schemas.openxmlformats.org/officeDocument/2006/relationships/customXml" Target="../ink/ink2031.xml"/><Relationship Id="rId116" Type="http://schemas.openxmlformats.org/officeDocument/2006/relationships/image" Target="../media/image1253.png"/><Relationship Id="rId158" Type="http://schemas.openxmlformats.org/officeDocument/2006/relationships/customXml" Target="../ink/ink1850.xml"/><Relationship Id="rId323" Type="http://schemas.openxmlformats.org/officeDocument/2006/relationships/image" Target="../media/image1452.png"/><Relationship Id="rId530" Type="http://schemas.openxmlformats.org/officeDocument/2006/relationships/image" Target="../media/image1555.png"/><Relationship Id="rId20" Type="http://schemas.openxmlformats.org/officeDocument/2006/relationships/customXml" Target="../ink/ink1780.xml"/><Relationship Id="rId62" Type="http://schemas.openxmlformats.org/officeDocument/2006/relationships/image" Target="../media/image1172.png"/><Relationship Id="rId365" Type="http://schemas.openxmlformats.org/officeDocument/2006/relationships/image" Target="../media/image1473.png"/><Relationship Id="rId572" Type="http://schemas.openxmlformats.org/officeDocument/2006/relationships/image" Target="../media/image1576.png"/><Relationship Id="rId628" Type="http://schemas.openxmlformats.org/officeDocument/2006/relationships/image" Target="../media/image1604.png"/><Relationship Id="rId225" Type="http://schemas.openxmlformats.org/officeDocument/2006/relationships/image" Target="../media/image1403.png"/><Relationship Id="rId267" Type="http://schemas.openxmlformats.org/officeDocument/2006/relationships/image" Target="../media/image1424.png"/><Relationship Id="rId432" Type="http://schemas.openxmlformats.org/officeDocument/2006/relationships/customXml" Target="../ink/ink1987.xml"/><Relationship Id="rId474" Type="http://schemas.openxmlformats.org/officeDocument/2006/relationships/customXml" Target="../ink/ink2008.xml"/><Relationship Id="rId127" Type="http://schemas.openxmlformats.org/officeDocument/2006/relationships/customXml" Target="../ink/ink1834.xml"/><Relationship Id="rId31" Type="http://schemas.openxmlformats.org/officeDocument/2006/relationships/image" Target="../media/image1157.png"/><Relationship Id="rId73" Type="http://schemas.openxmlformats.org/officeDocument/2006/relationships/customXml" Target="../ink/ink1807.xml"/><Relationship Id="rId169" Type="http://schemas.openxmlformats.org/officeDocument/2006/relationships/image" Target="../media/image1375.png"/><Relationship Id="rId334" Type="http://schemas.openxmlformats.org/officeDocument/2006/relationships/customXml" Target="../ink/ink1938.xml"/><Relationship Id="rId376" Type="http://schemas.openxmlformats.org/officeDocument/2006/relationships/customXml" Target="../ink/ink1959.xml"/><Relationship Id="rId541" Type="http://schemas.openxmlformats.org/officeDocument/2006/relationships/customXml" Target="../ink/ink2042.xml"/><Relationship Id="rId583" Type="http://schemas.openxmlformats.org/officeDocument/2006/relationships/customXml" Target="../ink/ink2063.xml"/><Relationship Id="rId639" Type="http://schemas.openxmlformats.org/officeDocument/2006/relationships/customXml" Target="../ink/ink2091.xml"/><Relationship Id="rId4" Type="http://schemas.openxmlformats.org/officeDocument/2006/relationships/customXml" Target="../ink/ink1772.xml"/><Relationship Id="rId180" Type="http://schemas.openxmlformats.org/officeDocument/2006/relationships/customXml" Target="../ink/ink1861.xml"/><Relationship Id="rId236" Type="http://schemas.openxmlformats.org/officeDocument/2006/relationships/customXml" Target="../ink/ink1889.xml"/><Relationship Id="rId278" Type="http://schemas.openxmlformats.org/officeDocument/2006/relationships/customXml" Target="../ink/ink1910.xml"/><Relationship Id="rId401" Type="http://schemas.openxmlformats.org/officeDocument/2006/relationships/image" Target="../media/image1491.png"/><Relationship Id="rId443" Type="http://schemas.openxmlformats.org/officeDocument/2006/relationships/image" Target="../media/image1512.png"/><Relationship Id="rId650" Type="http://schemas.openxmlformats.org/officeDocument/2006/relationships/image" Target="../media/image1615.png"/><Relationship Id="rId303" Type="http://schemas.openxmlformats.org/officeDocument/2006/relationships/image" Target="../media/image1442.png"/><Relationship Id="rId485" Type="http://schemas.openxmlformats.org/officeDocument/2006/relationships/image" Target="../media/image1533.png"/><Relationship Id="rId42" Type="http://schemas.openxmlformats.org/officeDocument/2006/relationships/customXml" Target="../ink/ink1791.xml"/><Relationship Id="rId84" Type="http://schemas.openxmlformats.org/officeDocument/2006/relationships/image" Target="../media/image1183.png"/><Relationship Id="rId138" Type="http://schemas.openxmlformats.org/officeDocument/2006/relationships/image" Target="../media/image1264.png"/><Relationship Id="rId345" Type="http://schemas.openxmlformats.org/officeDocument/2006/relationships/image" Target="../media/image1463.png"/><Relationship Id="rId387" Type="http://schemas.openxmlformats.org/officeDocument/2006/relationships/image" Target="../media/image1484.png"/><Relationship Id="rId510" Type="http://schemas.openxmlformats.org/officeDocument/2006/relationships/image" Target="../media/image1545.png"/><Relationship Id="rId552" Type="http://schemas.openxmlformats.org/officeDocument/2006/relationships/image" Target="../media/image1566.png"/><Relationship Id="rId594" Type="http://schemas.openxmlformats.org/officeDocument/2006/relationships/image" Target="../media/image1587.png"/><Relationship Id="rId608" Type="http://schemas.openxmlformats.org/officeDocument/2006/relationships/image" Target="../media/image1594.png"/><Relationship Id="rId191" Type="http://schemas.openxmlformats.org/officeDocument/2006/relationships/image" Target="../media/image1386.png"/><Relationship Id="rId205" Type="http://schemas.openxmlformats.org/officeDocument/2006/relationships/image" Target="../media/image1393.png"/><Relationship Id="rId247" Type="http://schemas.openxmlformats.org/officeDocument/2006/relationships/image" Target="../media/image1414.png"/><Relationship Id="rId412" Type="http://schemas.openxmlformats.org/officeDocument/2006/relationships/customXml" Target="../ink/ink1977.xml"/><Relationship Id="rId107" Type="http://schemas.openxmlformats.org/officeDocument/2006/relationships/customXml" Target="../ink/ink1824.xml"/><Relationship Id="rId289" Type="http://schemas.openxmlformats.org/officeDocument/2006/relationships/image" Target="../media/image1435.png"/><Relationship Id="rId454" Type="http://schemas.openxmlformats.org/officeDocument/2006/relationships/customXml" Target="../ink/ink1998.xml"/><Relationship Id="rId496" Type="http://schemas.openxmlformats.org/officeDocument/2006/relationships/image" Target="../media/image1538.png"/><Relationship Id="rId661" Type="http://schemas.openxmlformats.org/officeDocument/2006/relationships/customXml" Target="../ink/ink2102.xml"/><Relationship Id="rId11" Type="http://schemas.openxmlformats.org/officeDocument/2006/relationships/image" Target="../media/image1148.png"/><Relationship Id="rId53" Type="http://schemas.openxmlformats.org/officeDocument/2006/relationships/customXml" Target="../ink/ink1797.xml"/><Relationship Id="rId149" Type="http://schemas.openxmlformats.org/officeDocument/2006/relationships/customXml" Target="../ink/ink1845.xml"/><Relationship Id="rId314" Type="http://schemas.openxmlformats.org/officeDocument/2006/relationships/customXml" Target="../ink/ink1928.xml"/><Relationship Id="rId356" Type="http://schemas.openxmlformats.org/officeDocument/2006/relationships/customXml" Target="../ink/ink1949.xml"/><Relationship Id="rId398" Type="http://schemas.openxmlformats.org/officeDocument/2006/relationships/customXml" Target="../ink/ink1970.xml"/><Relationship Id="rId521" Type="http://schemas.openxmlformats.org/officeDocument/2006/relationships/customXml" Target="../ink/ink2032.xml"/><Relationship Id="rId563" Type="http://schemas.openxmlformats.org/officeDocument/2006/relationships/customXml" Target="../ink/ink2053.xml"/><Relationship Id="rId619" Type="http://schemas.openxmlformats.org/officeDocument/2006/relationships/customXml" Target="../ink/ink2081.xml"/><Relationship Id="rId95" Type="http://schemas.openxmlformats.org/officeDocument/2006/relationships/customXml" Target="../ink/ink1818.xml"/><Relationship Id="rId160" Type="http://schemas.openxmlformats.org/officeDocument/2006/relationships/customXml" Target="../ink/ink1851.xml"/><Relationship Id="rId216" Type="http://schemas.openxmlformats.org/officeDocument/2006/relationships/customXml" Target="../ink/ink1879.xml"/><Relationship Id="rId423" Type="http://schemas.openxmlformats.org/officeDocument/2006/relationships/image" Target="../media/image1502.png"/><Relationship Id="rId258" Type="http://schemas.openxmlformats.org/officeDocument/2006/relationships/customXml" Target="../ink/ink1900.xml"/><Relationship Id="rId465" Type="http://schemas.openxmlformats.org/officeDocument/2006/relationships/image" Target="../media/image1523.png"/><Relationship Id="rId630" Type="http://schemas.openxmlformats.org/officeDocument/2006/relationships/image" Target="../media/image1605.png"/><Relationship Id="rId22" Type="http://schemas.openxmlformats.org/officeDocument/2006/relationships/customXml" Target="../ink/ink1781.xml"/><Relationship Id="rId64" Type="http://schemas.openxmlformats.org/officeDocument/2006/relationships/image" Target="../media/image1173.png"/><Relationship Id="rId118" Type="http://schemas.openxmlformats.org/officeDocument/2006/relationships/image" Target="../media/image1254.png"/><Relationship Id="rId325" Type="http://schemas.openxmlformats.org/officeDocument/2006/relationships/image" Target="../media/image1453.png"/><Relationship Id="rId367" Type="http://schemas.openxmlformats.org/officeDocument/2006/relationships/image" Target="../media/image1474.png"/><Relationship Id="rId532" Type="http://schemas.openxmlformats.org/officeDocument/2006/relationships/image" Target="../media/image1556.png"/><Relationship Id="rId574" Type="http://schemas.openxmlformats.org/officeDocument/2006/relationships/image" Target="../media/image1577.png"/><Relationship Id="rId171" Type="http://schemas.openxmlformats.org/officeDocument/2006/relationships/image" Target="../media/image1376.png"/><Relationship Id="rId227" Type="http://schemas.openxmlformats.org/officeDocument/2006/relationships/image" Target="../media/image1404.png"/><Relationship Id="rId269" Type="http://schemas.openxmlformats.org/officeDocument/2006/relationships/image" Target="../media/image1425.png"/><Relationship Id="rId434" Type="http://schemas.openxmlformats.org/officeDocument/2006/relationships/customXml" Target="../ink/ink1988.xml"/><Relationship Id="rId476" Type="http://schemas.openxmlformats.org/officeDocument/2006/relationships/customXml" Target="../ink/ink2009.xml"/><Relationship Id="rId641" Type="http://schemas.openxmlformats.org/officeDocument/2006/relationships/customXml" Target="../ink/ink2092.xml"/><Relationship Id="rId33" Type="http://schemas.openxmlformats.org/officeDocument/2006/relationships/image" Target="../media/image1158.png"/><Relationship Id="rId129" Type="http://schemas.openxmlformats.org/officeDocument/2006/relationships/customXml" Target="../ink/ink1835.xml"/><Relationship Id="rId280" Type="http://schemas.openxmlformats.org/officeDocument/2006/relationships/customXml" Target="../ink/ink1911.xml"/><Relationship Id="rId336" Type="http://schemas.openxmlformats.org/officeDocument/2006/relationships/customXml" Target="../ink/ink1939.xml"/><Relationship Id="rId501" Type="http://schemas.openxmlformats.org/officeDocument/2006/relationships/customXml" Target="../ink/ink2022.xml"/><Relationship Id="rId543" Type="http://schemas.openxmlformats.org/officeDocument/2006/relationships/customXml" Target="../ink/ink2043.xml"/><Relationship Id="rId75" Type="http://schemas.openxmlformats.org/officeDocument/2006/relationships/customXml" Target="../ink/ink1808.xml"/><Relationship Id="rId140" Type="http://schemas.openxmlformats.org/officeDocument/2006/relationships/image" Target="../media/image1265.png"/><Relationship Id="rId182" Type="http://schemas.openxmlformats.org/officeDocument/2006/relationships/customXml" Target="../ink/ink1862.xml"/><Relationship Id="rId378" Type="http://schemas.openxmlformats.org/officeDocument/2006/relationships/customXml" Target="../ink/ink1960.xml"/><Relationship Id="rId403" Type="http://schemas.openxmlformats.org/officeDocument/2006/relationships/image" Target="../media/image1492.png"/><Relationship Id="rId585" Type="http://schemas.openxmlformats.org/officeDocument/2006/relationships/customXml" Target="../ink/ink2064.xml"/><Relationship Id="rId6" Type="http://schemas.openxmlformats.org/officeDocument/2006/relationships/customXml" Target="../ink/ink1773.xml"/><Relationship Id="rId238" Type="http://schemas.openxmlformats.org/officeDocument/2006/relationships/customXml" Target="../ink/ink1890.xml"/><Relationship Id="rId445" Type="http://schemas.openxmlformats.org/officeDocument/2006/relationships/image" Target="../media/image1513.png"/><Relationship Id="rId487" Type="http://schemas.openxmlformats.org/officeDocument/2006/relationships/image" Target="../media/image1534.png"/><Relationship Id="rId610" Type="http://schemas.openxmlformats.org/officeDocument/2006/relationships/image" Target="../media/image1595.png"/><Relationship Id="rId652" Type="http://schemas.openxmlformats.org/officeDocument/2006/relationships/image" Target="../media/image1616.png"/><Relationship Id="rId291" Type="http://schemas.openxmlformats.org/officeDocument/2006/relationships/image" Target="../media/image1436.png"/><Relationship Id="rId305" Type="http://schemas.openxmlformats.org/officeDocument/2006/relationships/image" Target="../media/image1443.png"/><Relationship Id="rId347" Type="http://schemas.openxmlformats.org/officeDocument/2006/relationships/image" Target="../media/image1464.png"/><Relationship Id="rId512" Type="http://schemas.openxmlformats.org/officeDocument/2006/relationships/image" Target="../media/image1546.png"/><Relationship Id="rId44" Type="http://schemas.openxmlformats.org/officeDocument/2006/relationships/customXml" Target="../ink/ink1792.xml"/><Relationship Id="rId86" Type="http://schemas.openxmlformats.org/officeDocument/2006/relationships/image" Target="../media/image1184.png"/><Relationship Id="rId151" Type="http://schemas.openxmlformats.org/officeDocument/2006/relationships/customXml" Target="../ink/ink1846.xml"/><Relationship Id="rId389" Type="http://schemas.openxmlformats.org/officeDocument/2006/relationships/image" Target="../media/image1485.png"/><Relationship Id="rId554" Type="http://schemas.openxmlformats.org/officeDocument/2006/relationships/image" Target="../media/image1567.png"/><Relationship Id="rId596" Type="http://schemas.openxmlformats.org/officeDocument/2006/relationships/image" Target="../media/image1588.png"/><Relationship Id="rId193" Type="http://schemas.openxmlformats.org/officeDocument/2006/relationships/image" Target="../media/image1387.png"/><Relationship Id="rId207" Type="http://schemas.openxmlformats.org/officeDocument/2006/relationships/image" Target="../media/image1394.png"/><Relationship Id="rId249" Type="http://schemas.openxmlformats.org/officeDocument/2006/relationships/image" Target="../media/image1415.png"/><Relationship Id="rId414" Type="http://schemas.openxmlformats.org/officeDocument/2006/relationships/customXml" Target="../ink/ink1978.xml"/><Relationship Id="rId456" Type="http://schemas.openxmlformats.org/officeDocument/2006/relationships/customXml" Target="../ink/ink1999.xml"/><Relationship Id="rId498" Type="http://schemas.openxmlformats.org/officeDocument/2006/relationships/image" Target="../media/image1539.png"/><Relationship Id="rId621" Type="http://schemas.openxmlformats.org/officeDocument/2006/relationships/customXml" Target="../ink/ink2082.xml"/><Relationship Id="rId663" Type="http://schemas.openxmlformats.org/officeDocument/2006/relationships/customXml" Target="../ink/ink2103.xml"/><Relationship Id="rId13" Type="http://schemas.openxmlformats.org/officeDocument/2006/relationships/image" Target="../media/image1149.png"/><Relationship Id="rId109" Type="http://schemas.openxmlformats.org/officeDocument/2006/relationships/customXml" Target="../ink/ink1825.xml"/><Relationship Id="rId260" Type="http://schemas.openxmlformats.org/officeDocument/2006/relationships/customXml" Target="../ink/ink1901.xml"/><Relationship Id="rId316" Type="http://schemas.openxmlformats.org/officeDocument/2006/relationships/customXml" Target="../ink/ink1929.xml"/><Relationship Id="rId523" Type="http://schemas.openxmlformats.org/officeDocument/2006/relationships/customXml" Target="../ink/ink2033.xml"/><Relationship Id="rId55" Type="http://schemas.openxmlformats.org/officeDocument/2006/relationships/customXml" Target="../ink/ink1798.xml"/><Relationship Id="rId97" Type="http://schemas.openxmlformats.org/officeDocument/2006/relationships/customXml" Target="../ink/ink1819.xml"/><Relationship Id="rId120" Type="http://schemas.openxmlformats.org/officeDocument/2006/relationships/image" Target="../media/image1255.png"/><Relationship Id="rId358" Type="http://schemas.openxmlformats.org/officeDocument/2006/relationships/customXml" Target="../ink/ink1950.xml"/><Relationship Id="rId565" Type="http://schemas.openxmlformats.org/officeDocument/2006/relationships/customXml" Target="../ink/ink2054.xml"/><Relationship Id="rId162" Type="http://schemas.openxmlformats.org/officeDocument/2006/relationships/customXml" Target="../ink/ink1852.xml"/><Relationship Id="rId218" Type="http://schemas.openxmlformats.org/officeDocument/2006/relationships/customXml" Target="../ink/ink1880.xml"/><Relationship Id="rId425" Type="http://schemas.openxmlformats.org/officeDocument/2006/relationships/image" Target="../media/image1503.png"/><Relationship Id="rId467" Type="http://schemas.openxmlformats.org/officeDocument/2006/relationships/image" Target="../media/image1524.png"/><Relationship Id="rId632" Type="http://schemas.openxmlformats.org/officeDocument/2006/relationships/image" Target="../media/image1606.png"/><Relationship Id="rId271" Type="http://schemas.openxmlformats.org/officeDocument/2006/relationships/image" Target="../media/image1426.png"/><Relationship Id="rId24" Type="http://schemas.openxmlformats.org/officeDocument/2006/relationships/customXml" Target="../ink/ink1782.xml"/><Relationship Id="rId66" Type="http://schemas.openxmlformats.org/officeDocument/2006/relationships/image" Target="../media/image1174.png"/><Relationship Id="rId131" Type="http://schemas.openxmlformats.org/officeDocument/2006/relationships/customXml" Target="../ink/ink1836.xml"/><Relationship Id="rId327" Type="http://schemas.openxmlformats.org/officeDocument/2006/relationships/image" Target="../media/image1454.png"/><Relationship Id="rId369" Type="http://schemas.openxmlformats.org/officeDocument/2006/relationships/image" Target="../media/image1475.png"/><Relationship Id="rId534" Type="http://schemas.openxmlformats.org/officeDocument/2006/relationships/image" Target="../media/image1557.png"/><Relationship Id="rId576" Type="http://schemas.openxmlformats.org/officeDocument/2006/relationships/image" Target="../media/image1578.png"/><Relationship Id="rId173" Type="http://schemas.openxmlformats.org/officeDocument/2006/relationships/image" Target="../media/image1377.png"/><Relationship Id="rId229" Type="http://schemas.openxmlformats.org/officeDocument/2006/relationships/image" Target="../media/image1405.png"/><Relationship Id="rId380" Type="http://schemas.openxmlformats.org/officeDocument/2006/relationships/customXml" Target="../ink/ink1961.xml"/><Relationship Id="rId436" Type="http://schemas.openxmlformats.org/officeDocument/2006/relationships/customXml" Target="../ink/ink1989.xml"/><Relationship Id="rId601" Type="http://schemas.openxmlformats.org/officeDocument/2006/relationships/customXml" Target="../ink/ink2072.xml"/><Relationship Id="rId643" Type="http://schemas.openxmlformats.org/officeDocument/2006/relationships/customXml" Target="../ink/ink2093.xml"/><Relationship Id="rId240" Type="http://schemas.openxmlformats.org/officeDocument/2006/relationships/customXml" Target="../ink/ink1891.xml"/><Relationship Id="rId478" Type="http://schemas.openxmlformats.org/officeDocument/2006/relationships/customXml" Target="../ink/ink2010.xml"/><Relationship Id="rId35" Type="http://schemas.openxmlformats.org/officeDocument/2006/relationships/image" Target="../media/image1159.png"/><Relationship Id="rId77" Type="http://schemas.openxmlformats.org/officeDocument/2006/relationships/customXml" Target="../ink/ink1809.xml"/><Relationship Id="rId100" Type="http://schemas.openxmlformats.org/officeDocument/2006/relationships/image" Target="../media/image1237.png"/><Relationship Id="rId282" Type="http://schemas.openxmlformats.org/officeDocument/2006/relationships/customXml" Target="../ink/ink1912.xml"/><Relationship Id="rId338" Type="http://schemas.openxmlformats.org/officeDocument/2006/relationships/customXml" Target="../ink/ink1940.xml"/><Relationship Id="rId503" Type="http://schemas.openxmlformats.org/officeDocument/2006/relationships/customXml" Target="../ink/ink2023.xml"/><Relationship Id="rId545" Type="http://schemas.openxmlformats.org/officeDocument/2006/relationships/customXml" Target="../ink/ink2044.xml"/><Relationship Id="rId587" Type="http://schemas.openxmlformats.org/officeDocument/2006/relationships/customXml" Target="../ink/ink2065.xml"/><Relationship Id="rId8" Type="http://schemas.openxmlformats.org/officeDocument/2006/relationships/customXml" Target="../ink/ink1774.xml"/><Relationship Id="rId142" Type="http://schemas.openxmlformats.org/officeDocument/2006/relationships/image" Target="../media/image1266.png"/><Relationship Id="rId184" Type="http://schemas.openxmlformats.org/officeDocument/2006/relationships/customXml" Target="../ink/ink1863.xml"/><Relationship Id="rId391" Type="http://schemas.openxmlformats.org/officeDocument/2006/relationships/image" Target="../media/image1486.png"/><Relationship Id="rId405" Type="http://schemas.openxmlformats.org/officeDocument/2006/relationships/image" Target="../media/image1493.png"/><Relationship Id="rId447" Type="http://schemas.openxmlformats.org/officeDocument/2006/relationships/image" Target="../media/image1514.png"/><Relationship Id="rId612" Type="http://schemas.openxmlformats.org/officeDocument/2006/relationships/image" Target="../media/image1596.png"/><Relationship Id="rId251" Type="http://schemas.openxmlformats.org/officeDocument/2006/relationships/image" Target="../media/image1416.png"/><Relationship Id="rId489" Type="http://schemas.openxmlformats.org/officeDocument/2006/relationships/image" Target="../media/image1535.png"/><Relationship Id="rId654" Type="http://schemas.openxmlformats.org/officeDocument/2006/relationships/image" Target="../media/image1617.png"/><Relationship Id="rId46" Type="http://schemas.openxmlformats.org/officeDocument/2006/relationships/customXml" Target="../ink/ink1793.xml"/><Relationship Id="rId293" Type="http://schemas.openxmlformats.org/officeDocument/2006/relationships/image" Target="../media/image1437.png"/><Relationship Id="rId307" Type="http://schemas.openxmlformats.org/officeDocument/2006/relationships/image" Target="../media/image1444.png"/><Relationship Id="rId349" Type="http://schemas.openxmlformats.org/officeDocument/2006/relationships/image" Target="../media/image1465.png"/><Relationship Id="rId514" Type="http://schemas.openxmlformats.org/officeDocument/2006/relationships/image" Target="../media/image1547.png"/><Relationship Id="rId556" Type="http://schemas.openxmlformats.org/officeDocument/2006/relationships/image" Target="../media/image1568.png"/><Relationship Id="rId88" Type="http://schemas.openxmlformats.org/officeDocument/2006/relationships/image" Target="../media/image1185.png"/><Relationship Id="rId111" Type="http://schemas.openxmlformats.org/officeDocument/2006/relationships/customXml" Target="../ink/ink1826.xml"/><Relationship Id="rId153" Type="http://schemas.openxmlformats.org/officeDocument/2006/relationships/customXml" Target="../ink/ink1847.xml"/><Relationship Id="rId195" Type="http://schemas.openxmlformats.org/officeDocument/2006/relationships/image" Target="../media/image1388.png"/><Relationship Id="rId209" Type="http://schemas.openxmlformats.org/officeDocument/2006/relationships/image" Target="../media/image1395.png"/><Relationship Id="rId360" Type="http://schemas.openxmlformats.org/officeDocument/2006/relationships/customXml" Target="../ink/ink1951.xml"/><Relationship Id="rId416" Type="http://schemas.openxmlformats.org/officeDocument/2006/relationships/customXml" Target="../ink/ink1979.xml"/><Relationship Id="rId598" Type="http://schemas.openxmlformats.org/officeDocument/2006/relationships/image" Target="../media/image1589.png"/><Relationship Id="rId220" Type="http://schemas.openxmlformats.org/officeDocument/2006/relationships/customXml" Target="../ink/ink1881.xml"/><Relationship Id="rId458" Type="http://schemas.openxmlformats.org/officeDocument/2006/relationships/customXml" Target="../ink/ink2000.xml"/><Relationship Id="rId623" Type="http://schemas.openxmlformats.org/officeDocument/2006/relationships/customXml" Target="../ink/ink2083.xml"/><Relationship Id="rId665" Type="http://schemas.openxmlformats.org/officeDocument/2006/relationships/customXml" Target="../ink/ink2104.xml"/><Relationship Id="rId15" Type="http://schemas.openxmlformats.org/officeDocument/2006/relationships/image" Target="../media/image384.png"/><Relationship Id="rId57" Type="http://schemas.openxmlformats.org/officeDocument/2006/relationships/customXml" Target="../ink/ink1799.xml"/><Relationship Id="rId262" Type="http://schemas.openxmlformats.org/officeDocument/2006/relationships/customXml" Target="../ink/ink1902.xml"/><Relationship Id="rId318" Type="http://schemas.openxmlformats.org/officeDocument/2006/relationships/customXml" Target="../ink/ink1930.xml"/><Relationship Id="rId525" Type="http://schemas.openxmlformats.org/officeDocument/2006/relationships/customXml" Target="../ink/ink2034.xml"/><Relationship Id="rId567" Type="http://schemas.openxmlformats.org/officeDocument/2006/relationships/customXml" Target="../ink/ink2055.xml"/><Relationship Id="rId99" Type="http://schemas.openxmlformats.org/officeDocument/2006/relationships/customXml" Target="../ink/ink1820.xml"/><Relationship Id="rId122" Type="http://schemas.openxmlformats.org/officeDocument/2006/relationships/image" Target="../media/image1256.png"/><Relationship Id="rId164" Type="http://schemas.openxmlformats.org/officeDocument/2006/relationships/customXml" Target="../ink/ink1853.xml"/><Relationship Id="rId371" Type="http://schemas.openxmlformats.org/officeDocument/2006/relationships/image" Target="../media/image1476.png"/><Relationship Id="rId427" Type="http://schemas.openxmlformats.org/officeDocument/2006/relationships/image" Target="../media/image1504.png"/><Relationship Id="rId469" Type="http://schemas.openxmlformats.org/officeDocument/2006/relationships/image" Target="../media/image1525.png"/><Relationship Id="rId634" Type="http://schemas.openxmlformats.org/officeDocument/2006/relationships/image" Target="../media/image1607.png"/><Relationship Id="rId26" Type="http://schemas.openxmlformats.org/officeDocument/2006/relationships/customXml" Target="../ink/ink1783.xml"/><Relationship Id="rId231" Type="http://schemas.openxmlformats.org/officeDocument/2006/relationships/image" Target="../media/image1406.png"/><Relationship Id="rId273" Type="http://schemas.openxmlformats.org/officeDocument/2006/relationships/image" Target="../media/image1427.png"/><Relationship Id="rId329" Type="http://schemas.openxmlformats.org/officeDocument/2006/relationships/image" Target="../media/image1455.png"/><Relationship Id="rId480" Type="http://schemas.openxmlformats.org/officeDocument/2006/relationships/customXml" Target="../ink/ink2011.xml"/><Relationship Id="rId536" Type="http://schemas.openxmlformats.org/officeDocument/2006/relationships/image" Target="../media/image1558.png"/><Relationship Id="rId68" Type="http://schemas.openxmlformats.org/officeDocument/2006/relationships/image" Target="../media/image1175.png"/><Relationship Id="rId133" Type="http://schemas.openxmlformats.org/officeDocument/2006/relationships/customXml" Target="../ink/ink1837.xml"/><Relationship Id="rId175" Type="http://schemas.openxmlformats.org/officeDocument/2006/relationships/image" Target="../media/image1378.png"/><Relationship Id="rId340" Type="http://schemas.openxmlformats.org/officeDocument/2006/relationships/customXml" Target="../ink/ink1941.xml"/><Relationship Id="rId578" Type="http://schemas.openxmlformats.org/officeDocument/2006/relationships/image" Target="../media/image1579.png"/><Relationship Id="rId200" Type="http://schemas.openxmlformats.org/officeDocument/2006/relationships/customXml" Target="../ink/ink1871.xml"/><Relationship Id="rId382" Type="http://schemas.openxmlformats.org/officeDocument/2006/relationships/customXml" Target="../ink/ink1962.xml"/><Relationship Id="rId438" Type="http://schemas.openxmlformats.org/officeDocument/2006/relationships/customXml" Target="../ink/ink1990.xml"/><Relationship Id="rId603" Type="http://schemas.openxmlformats.org/officeDocument/2006/relationships/customXml" Target="../ink/ink2073.xml"/><Relationship Id="rId645" Type="http://schemas.openxmlformats.org/officeDocument/2006/relationships/customXml" Target="../ink/ink2094.xml"/><Relationship Id="rId242" Type="http://schemas.openxmlformats.org/officeDocument/2006/relationships/customXml" Target="../ink/ink1892.xml"/><Relationship Id="rId284" Type="http://schemas.openxmlformats.org/officeDocument/2006/relationships/customXml" Target="../ink/ink1913.xml"/><Relationship Id="rId491" Type="http://schemas.openxmlformats.org/officeDocument/2006/relationships/customXml" Target="../ink/ink2017.xml"/><Relationship Id="rId505" Type="http://schemas.openxmlformats.org/officeDocument/2006/relationships/customXml" Target="../ink/ink2024.xml"/><Relationship Id="rId37" Type="http://schemas.openxmlformats.org/officeDocument/2006/relationships/image" Target="../media/image1160.png"/><Relationship Id="rId79" Type="http://schemas.openxmlformats.org/officeDocument/2006/relationships/customXml" Target="../ink/ink1810.xml"/><Relationship Id="rId102" Type="http://schemas.openxmlformats.org/officeDocument/2006/relationships/image" Target="../media/image1238.png"/><Relationship Id="rId144" Type="http://schemas.openxmlformats.org/officeDocument/2006/relationships/image" Target="../media/image1363.png"/><Relationship Id="rId547" Type="http://schemas.openxmlformats.org/officeDocument/2006/relationships/customXml" Target="../ink/ink2045.xml"/><Relationship Id="rId589" Type="http://schemas.openxmlformats.org/officeDocument/2006/relationships/customXml" Target="../ink/ink2066.xml"/><Relationship Id="rId90" Type="http://schemas.openxmlformats.org/officeDocument/2006/relationships/image" Target="../media/image1186.png"/><Relationship Id="rId186" Type="http://schemas.openxmlformats.org/officeDocument/2006/relationships/customXml" Target="../ink/ink1864.xml"/><Relationship Id="rId351" Type="http://schemas.openxmlformats.org/officeDocument/2006/relationships/image" Target="../media/image1466.png"/><Relationship Id="rId393" Type="http://schemas.openxmlformats.org/officeDocument/2006/relationships/image" Target="../media/image1487.png"/><Relationship Id="rId407" Type="http://schemas.openxmlformats.org/officeDocument/2006/relationships/image" Target="../media/image1494.png"/><Relationship Id="rId449" Type="http://schemas.openxmlformats.org/officeDocument/2006/relationships/image" Target="../media/image1515.png"/><Relationship Id="rId614" Type="http://schemas.openxmlformats.org/officeDocument/2006/relationships/image" Target="../media/image1597.png"/><Relationship Id="rId656" Type="http://schemas.openxmlformats.org/officeDocument/2006/relationships/image" Target="../media/image1618.png"/><Relationship Id="rId211" Type="http://schemas.openxmlformats.org/officeDocument/2006/relationships/image" Target="../media/image1396.png"/><Relationship Id="rId253" Type="http://schemas.openxmlformats.org/officeDocument/2006/relationships/image" Target="../media/image1417.png"/><Relationship Id="rId295" Type="http://schemas.openxmlformats.org/officeDocument/2006/relationships/image" Target="../media/image1438.png"/><Relationship Id="rId309" Type="http://schemas.openxmlformats.org/officeDocument/2006/relationships/image" Target="../media/image1445.png"/><Relationship Id="rId460" Type="http://schemas.openxmlformats.org/officeDocument/2006/relationships/customXml" Target="../ink/ink2001.xml"/><Relationship Id="rId516" Type="http://schemas.openxmlformats.org/officeDocument/2006/relationships/image" Target="../media/image1548.png"/><Relationship Id="rId48" Type="http://schemas.openxmlformats.org/officeDocument/2006/relationships/customXml" Target="../ink/ink1794.xml"/><Relationship Id="rId113" Type="http://schemas.openxmlformats.org/officeDocument/2006/relationships/customXml" Target="../ink/ink1827.xml"/><Relationship Id="rId320" Type="http://schemas.openxmlformats.org/officeDocument/2006/relationships/customXml" Target="../ink/ink1931.xml"/><Relationship Id="rId558" Type="http://schemas.openxmlformats.org/officeDocument/2006/relationships/image" Target="../media/image1569.png"/><Relationship Id="rId155" Type="http://schemas.openxmlformats.org/officeDocument/2006/relationships/customXml" Target="../ink/ink1848.xml"/><Relationship Id="rId197" Type="http://schemas.openxmlformats.org/officeDocument/2006/relationships/image" Target="../media/image1389.png"/><Relationship Id="rId362" Type="http://schemas.openxmlformats.org/officeDocument/2006/relationships/customXml" Target="../ink/ink1952.xml"/><Relationship Id="rId418" Type="http://schemas.openxmlformats.org/officeDocument/2006/relationships/customXml" Target="../ink/ink1980.xml"/><Relationship Id="rId625" Type="http://schemas.openxmlformats.org/officeDocument/2006/relationships/customXml" Target="../ink/ink2084.xml"/><Relationship Id="rId222" Type="http://schemas.openxmlformats.org/officeDocument/2006/relationships/customXml" Target="../ink/ink1882.xml"/><Relationship Id="rId264" Type="http://schemas.openxmlformats.org/officeDocument/2006/relationships/customXml" Target="../ink/ink1903.xml"/><Relationship Id="rId471" Type="http://schemas.openxmlformats.org/officeDocument/2006/relationships/image" Target="../media/image1526.png"/><Relationship Id="rId17" Type="http://schemas.openxmlformats.org/officeDocument/2006/relationships/image" Target="../media/image1150.png"/><Relationship Id="rId59" Type="http://schemas.openxmlformats.org/officeDocument/2006/relationships/customXml" Target="../ink/ink1800.xml"/><Relationship Id="rId124" Type="http://schemas.openxmlformats.org/officeDocument/2006/relationships/image" Target="../media/image1257.png"/><Relationship Id="rId527" Type="http://schemas.openxmlformats.org/officeDocument/2006/relationships/customXml" Target="../ink/ink2035.xml"/><Relationship Id="rId569" Type="http://schemas.openxmlformats.org/officeDocument/2006/relationships/customXml" Target="../ink/ink2056.xml"/><Relationship Id="rId70" Type="http://schemas.openxmlformats.org/officeDocument/2006/relationships/image" Target="../media/image1176.png"/><Relationship Id="rId166" Type="http://schemas.openxmlformats.org/officeDocument/2006/relationships/customXml" Target="../ink/ink1854.xml"/><Relationship Id="rId331" Type="http://schemas.openxmlformats.org/officeDocument/2006/relationships/image" Target="../media/image1456.png"/><Relationship Id="rId373" Type="http://schemas.openxmlformats.org/officeDocument/2006/relationships/image" Target="../media/image1477.png"/><Relationship Id="rId429" Type="http://schemas.openxmlformats.org/officeDocument/2006/relationships/image" Target="../media/image1505.png"/><Relationship Id="rId580" Type="http://schemas.openxmlformats.org/officeDocument/2006/relationships/image" Target="../media/image1580.png"/><Relationship Id="rId636" Type="http://schemas.openxmlformats.org/officeDocument/2006/relationships/image" Target="../media/image1608.png"/><Relationship Id="rId1" Type="http://schemas.openxmlformats.org/officeDocument/2006/relationships/slideLayout" Target="../slideLayouts/slideLayout2.xml"/><Relationship Id="rId233" Type="http://schemas.openxmlformats.org/officeDocument/2006/relationships/image" Target="../media/image1407.png"/><Relationship Id="rId440" Type="http://schemas.openxmlformats.org/officeDocument/2006/relationships/customXml" Target="../ink/ink1991.xml"/><Relationship Id="rId28" Type="http://schemas.openxmlformats.org/officeDocument/2006/relationships/customXml" Target="../ink/ink1784.xml"/><Relationship Id="rId275" Type="http://schemas.openxmlformats.org/officeDocument/2006/relationships/image" Target="../media/image1428.png"/><Relationship Id="rId300" Type="http://schemas.openxmlformats.org/officeDocument/2006/relationships/customXml" Target="../ink/ink1921.xml"/><Relationship Id="rId482" Type="http://schemas.openxmlformats.org/officeDocument/2006/relationships/customXml" Target="../ink/ink2012.xml"/><Relationship Id="rId538" Type="http://schemas.openxmlformats.org/officeDocument/2006/relationships/image" Target="../media/image1559.png"/><Relationship Id="rId81" Type="http://schemas.openxmlformats.org/officeDocument/2006/relationships/customXml" Target="../ink/ink1811.xml"/><Relationship Id="rId135" Type="http://schemas.openxmlformats.org/officeDocument/2006/relationships/customXml" Target="../ink/ink1838.xml"/><Relationship Id="rId177" Type="http://schemas.openxmlformats.org/officeDocument/2006/relationships/image" Target="../media/image1379.png"/><Relationship Id="rId342" Type="http://schemas.openxmlformats.org/officeDocument/2006/relationships/customXml" Target="../ink/ink1942.xml"/><Relationship Id="rId384" Type="http://schemas.openxmlformats.org/officeDocument/2006/relationships/customXml" Target="../ink/ink1963.xml"/><Relationship Id="rId591" Type="http://schemas.openxmlformats.org/officeDocument/2006/relationships/customXml" Target="../ink/ink2067.xml"/><Relationship Id="rId605" Type="http://schemas.openxmlformats.org/officeDocument/2006/relationships/customXml" Target="../ink/ink2074.xml"/><Relationship Id="rId202" Type="http://schemas.openxmlformats.org/officeDocument/2006/relationships/customXml" Target="../ink/ink1872.xml"/><Relationship Id="rId244" Type="http://schemas.openxmlformats.org/officeDocument/2006/relationships/customXml" Target="../ink/ink1893.xml"/><Relationship Id="rId647" Type="http://schemas.openxmlformats.org/officeDocument/2006/relationships/customXml" Target="../ink/ink2095.xml"/><Relationship Id="rId39" Type="http://schemas.openxmlformats.org/officeDocument/2006/relationships/image" Target="../media/image1161.png"/><Relationship Id="rId286" Type="http://schemas.openxmlformats.org/officeDocument/2006/relationships/customXml" Target="../ink/ink1914.xml"/><Relationship Id="rId451" Type="http://schemas.openxmlformats.org/officeDocument/2006/relationships/image" Target="../media/image1516.png"/><Relationship Id="rId493" Type="http://schemas.openxmlformats.org/officeDocument/2006/relationships/customXml" Target="../ink/ink2018.xml"/><Relationship Id="rId507" Type="http://schemas.openxmlformats.org/officeDocument/2006/relationships/customXml" Target="../ink/ink2025.xml"/><Relationship Id="rId549" Type="http://schemas.openxmlformats.org/officeDocument/2006/relationships/customXml" Target="../ink/ink2046.xml"/><Relationship Id="rId50" Type="http://schemas.openxmlformats.org/officeDocument/2006/relationships/customXml" Target="../ink/ink1795.xml"/><Relationship Id="rId104" Type="http://schemas.openxmlformats.org/officeDocument/2006/relationships/image" Target="../media/image1239.png"/><Relationship Id="rId146" Type="http://schemas.openxmlformats.org/officeDocument/2006/relationships/image" Target="../media/image1364.png"/><Relationship Id="rId188" Type="http://schemas.openxmlformats.org/officeDocument/2006/relationships/customXml" Target="../ink/ink1865.xml"/><Relationship Id="rId311" Type="http://schemas.openxmlformats.org/officeDocument/2006/relationships/image" Target="../media/image1446.png"/><Relationship Id="rId353" Type="http://schemas.openxmlformats.org/officeDocument/2006/relationships/image" Target="../media/image1467.png"/><Relationship Id="rId395" Type="http://schemas.openxmlformats.org/officeDocument/2006/relationships/image" Target="../media/image1488.png"/><Relationship Id="rId409" Type="http://schemas.openxmlformats.org/officeDocument/2006/relationships/image" Target="../media/image1495.png"/><Relationship Id="rId560" Type="http://schemas.openxmlformats.org/officeDocument/2006/relationships/image" Target="../media/image1570.png"/><Relationship Id="rId92" Type="http://schemas.openxmlformats.org/officeDocument/2006/relationships/image" Target="../media/image1187.png"/><Relationship Id="rId213" Type="http://schemas.openxmlformats.org/officeDocument/2006/relationships/image" Target="../media/image1397.png"/><Relationship Id="rId420" Type="http://schemas.openxmlformats.org/officeDocument/2006/relationships/customXml" Target="../ink/ink1981.xml"/><Relationship Id="rId616" Type="http://schemas.openxmlformats.org/officeDocument/2006/relationships/image" Target="../media/image1598.png"/><Relationship Id="rId658" Type="http://schemas.openxmlformats.org/officeDocument/2006/relationships/image" Target="../media/image1619.png"/><Relationship Id="rId255" Type="http://schemas.openxmlformats.org/officeDocument/2006/relationships/image" Target="../media/image1418.png"/><Relationship Id="rId297" Type="http://schemas.openxmlformats.org/officeDocument/2006/relationships/image" Target="../media/image1439.png"/><Relationship Id="rId462" Type="http://schemas.openxmlformats.org/officeDocument/2006/relationships/customXml" Target="../ink/ink2002.xml"/><Relationship Id="rId518" Type="http://schemas.openxmlformats.org/officeDocument/2006/relationships/image" Target="../media/image1549.png"/><Relationship Id="rId115" Type="http://schemas.openxmlformats.org/officeDocument/2006/relationships/customXml" Target="../ink/ink1828.xml"/><Relationship Id="rId157" Type="http://schemas.openxmlformats.org/officeDocument/2006/relationships/image" Target="../media/image1369.png"/><Relationship Id="rId322" Type="http://schemas.openxmlformats.org/officeDocument/2006/relationships/customXml" Target="../ink/ink1932.xml"/><Relationship Id="rId364" Type="http://schemas.openxmlformats.org/officeDocument/2006/relationships/customXml" Target="../ink/ink1953.xml"/><Relationship Id="rId61" Type="http://schemas.openxmlformats.org/officeDocument/2006/relationships/customXml" Target="../ink/ink1801.xml"/><Relationship Id="rId199" Type="http://schemas.openxmlformats.org/officeDocument/2006/relationships/image" Target="../media/image1390.png"/><Relationship Id="rId571" Type="http://schemas.openxmlformats.org/officeDocument/2006/relationships/customXml" Target="../ink/ink2057.xml"/><Relationship Id="rId627" Type="http://schemas.openxmlformats.org/officeDocument/2006/relationships/customXml" Target="../ink/ink2085.xml"/><Relationship Id="rId19" Type="http://schemas.openxmlformats.org/officeDocument/2006/relationships/image" Target="../media/image1151.png"/><Relationship Id="rId224" Type="http://schemas.openxmlformats.org/officeDocument/2006/relationships/customXml" Target="../ink/ink1883.xml"/><Relationship Id="rId266" Type="http://schemas.openxmlformats.org/officeDocument/2006/relationships/customXml" Target="../ink/ink1904.xml"/><Relationship Id="rId431" Type="http://schemas.openxmlformats.org/officeDocument/2006/relationships/image" Target="../media/image1506.png"/><Relationship Id="rId473" Type="http://schemas.openxmlformats.org/officeDocument/2006/relationships/image" Target="../media/image1527.png"/><Relationship Id="rId529" Type="http://schemas.openxmlformats.org/officeDocument/2006/relationships/customXml" Target="../ink/ink2036.xml"/><Relationship Id="rId30" Type="http://schemas.openxmlformats.org/officeDocument/2006/relationships/customXml" Target="../ink/ink1785.xml"/><Relationship Id="rId126" Type="http://schemas.openxmlformats.org/officeDocument/2006/relationships/image" Target="../media/image1258.png"/><Relationship Id="rId168" Type="http://schemas.openxmlformats.org/officeDocument/2006/relationships/customXml" Target="../ink/ink1855.xml"/><Relationship Id="rId333" Type="http://schemas.openxmlformats.org/officeDocument/2006/relationships/image" Target="../media/image1457.png"/><Relationship Id="rId540" Type="http://schemas.openxmlformats.org/officeDocument/2006/relationships/image" Target="../media/image1560.png"/><Relationship Id="rId72" Type="http://schemas.openxmlformats.org/officeDocument/2006/relationships/image" Target="../media/image1177.png"/><Relationship Id="rId375" Type="http://schemas.openxmlformats.org/officeDocument/2006/relationships/image" Target="../media/image1478.png"/><Relationship Id="rId582" Type="http://schemas.openxmlformats.org/officeDocument/2006/relationships/image" Target="../media/image1581.png"/><Relationship Id="rId638" Type="http://schemas.openxmlformats.org/officeDocument/2006/relationships/image" Target="../media/image1609.png"/><Relationship Id="rId3" Type="http://schemas.openxmlformats.org/officeDocument/2006/relationships/image" Target="../media/image1144.png"/><Relationship Id="rId235" Type="http://schemas.openxmlformats.org/officeDocument/2006/relationships/image" Target="../media/image1408.png"/><Relationship Id="rId277" Type="http://schemas.openxmlformats.org/officeDocument/2006/relationships/image" Target="../media/image1429.png"/><Relationship Id="rId400" Type="http://schemas.openxmlformats.org/officeDocument/2006/relationships/customXml" Target="../ink/ink1971.xml"/><Relationship Id="rId442" Type="http://schemas.openxmlformats.org/officeDocument/2006/relationships/customXml" Target="../ink/ink1992.xml"/><Relationship Id="rId484" Type="http://schemas.openxmlformats.org/officeDocument/2006/relationships/customXml" Target="../ink/ink2013.xml"/><Relationship Id="rId137" Type="http://schemas.openxmlformats.org/officeDocument/2006/relationships/customXml" Target="../ink/ink1839.xml"/><Relationship Id="rId302" Type="http://schemas.openxmlformats.org/officeDocument/2006/relationships/customXml" Target="../ink/ink1922.xml"/><Relationship Id="rId344" Type="http://schemas.openxmlformats.org/officeDocument/2006/relationships/customXml" Target="../ink/ink1943.xml"/><Relationship Id="rId41" Type="http://schemas.openxmlformats.org/officeDocument/2006/relationships/image" Target="../media/image1162.png"/><Relationship Id="rId83" Type="http://schemas.openxmlformats.org/officeDocument/2006/relationships/customXml" Target="../ink/ink1812.xml"/><Relationship Id="rId179" Type="http://schemas.openxmlformats.org/officeDocument/2006/relationships/image" Target="../media/image1380.png"/><Relationship Id="rId386" Type="http://schemas.openxmlformats.org/officeDocument/2006/relationships/customXml" Target="../ink/ink1964.xml"/><Relationship Id="rId551" Type="http://schemas.openxmlformats.org/officeDocument/2006/relationships/customXml" Target="../ink/ink2047.xml"/><Relationship Id="rId593" Type="http://schemas.openxmlformats.org/officeDocument/2006/relationships/customXml" Target="../ink/ink2068.xml"/><Relationship Id="rId607" Type="http://schemas.openxmlformats.org/officeDocument/2006/relationships/customXml" Target="../ink/ink2075.xml"/><Relationship Id="rId649" Type="http://schemas.openxmlformats.org/officeDocument/2006/relationships/customXml" Target="../ink/ink2096.xml"/><Relationship Id="rId190" Type="http://schemas.openxmlformats.org/officeDocument/2006/relationships/customXml" Target="../ink/ink1866.xml"/><Relationship Id="rId204" Type="http://schemas.openxmlformats.org/officeDocument/2006/relationships/customXml" Target="../ink/ink1873.xml"/><Relationship Id="rId246" Type="http://schemas.openxmlformats.org/officeDocument/2006/relationships/customXml" Target="../ink/ink1894.xml"/><Relationship Id="rId288" Type="http://schemas.openxmlformats.org/officeDocument/2006/relationships/customXml" Target="../ink/ink1915.xml"/><Relationship Id="rId411" Type="http://schemas.openxmlformats.org/officeDocument/2006/relationships/image" Target="../media/image1496.png"/><Relationship Id="rId453" Type="http://schemas.openxmlformats.org/officeDocument/2006/relationships/image" Target="../media/image1517.png"/><Relationship Id="rId509" Type="http://schemas.openxmlformats.org/officeDocument/2006/relationships/customXml" Target="../ink/ink2026.xml"/><Relationship Id="rId660" Type="http://schemas.openxmlformats.org/officeDocument/2006/relationships/image" Target="../media/image1620.png"/><Relationship Id="rId106" Type="http://schemas.openxmlformats.org/officeDocument/2006/relationships/image" Target="../media/image1240.png"/><Relationship Id="rId313" Type="http://schemas.openxmlformats.org/officeDocument/2006/relationships/image" Target="../media/image1447.png"/><Relationship Id="rId495" Type="http://schemas.openxmlformats.org/officeDocument/2006/relationships/customXml" Target="../ink/ink2019.xml"/><Relationship Id="rId10" Type="http://schemas.openxmlformats.org/officeDocument/2006/relationships/customXml" Target="../ink/ink1775.xml"/><Relationship Id="rId52" Type="http://schemas.openxmlformats.org/officeDocument/2006/relationships/customXml" Target="../ink/ink1796.xml"/><Relationship Id="rId94" Type="http://schemas.openxmlformats.org/officeDocument/2006/relationships/image" Target="../media/image1188.png"/><Relationship Id="rId148" Type="http://schemas.openxmlformats.org/officeDocument/2006/relationships/image" Target="../media/image1365.png"/><Relationship Id="rId355" Type="http://schemas.openxmlformats.org/officeDocument/2006/relationships/image" Target="../media/image1468.png"/><Relationship Id="rId397" Type="http://schemas.openxmlformats.org/officeDocument/2006/relationships/image" Target="../media/image1489.png"/><Relationship Id="rId520" Type="http://schemas.openxmlformats.org/officeDocument/2006/relationships/image" Target="../media/image1550.png"/><Relationship Id="rId562" Type="http://schemas.openxmlformats.org/officeDocument/2006/relationships/image" Target="../media/image1571.png"/><Relationship Id="rId618" Type="http://schemas.openxmlformats.org/officeDocument/2006/relationships/image" Target="../media/image1599.png"/><Relationship Id="rId215" Type="http://schemas.openxmlformats.org/officeDocument/2006/relationships/image" Target="../media/image1398.png"/><Relationship Id="rId257" Type="http://schemas.openxmlformats.org/officeDocument/2006/relationships/image" Target="../media/image1419.png"/><Relationship Id="rId422" Type="http://schemas.openxmlformats.org/officeDocument/2006/relationships/customXml" Target="../ink/ink1982.xml"/><Relationship Id="rId464" Type="http://schemas.openxmlformats.org/officeDocument/2006/relationships/customXml" Target="../ink/ink2003.xml"/><Relationship Id="rId299" Type="http://schemas.openxmlformats.org/officeDocument/2006/relationships/image" Target="../media/image1440.png"/><Relationship Id="rId63" Type="http://schemas.openxmlformats.org/officeDocument/2006/relationships/customXml" Target="../ink/ink1802.xml"/><Relationship Id="rId159" Type="http://schemas.openxmlformats.org/officeDocument/2006/relationships/image" Target="../media/image1370.png"/><Relationship Id="rId366" Type="http://schemas.openxmlformats.org/officeDocument/2006/relationships/customXml" Target="../ink/ink1954.xml"/><Relationship Id="rId573" Type="http://schemas.openxmlformats.org/officeDocument/2006/relationships/customXml" Target="../ink/ink2058.xml"/><Relationship Id="rId226" Type="http://schemas.openxmlformats.org/officeDocument/2006/relationships/customXml" Target="../ink/ink1884.xml"/><Relationship Id="rId433" Type="http://schemas.openxmlformats.org/officeDocument/2006/relationships/image" Target="../media/image1507.png"/><Relationship Id="rId640" Type="http://schemas.openxmlformats.org/officeDocument/2006/relationships/image" Target="../media/image1610.png"/><Relationship Id="rId74" Type="http://schemas.openxmlformats.org/officeDocument/2006/relationships/image" Target="../media/image1178.png"/><Relationship Id="rId377" Type="http://schemas.openxmlformats.org/officeDocument/2006/relationships/image" Target="../media/image1479.png"/><Relationship Id="rId500" Type="http://schemas.openxmlformats.org/officeDocument/2006/relationships/image" Target="../media/image1540.png"/><Relationship Id="rId584" Type="http://schemas.openxmlformats.org/officeDocument/2006/relationships/image" Target="../media/image1582.png"/><Relationship Id="rId5" Type="http://schemas.openxmlformats.org/officeDocument/2006/relationships/image" Target="../media/image1145.png"/><Relationship Id="rId237" Type="http://schemas.openxmlformats.org/officeDocument/2006/relationships/image" Target="../media/image1409.png"/><Relationship Id="rId444" Type="http://schemas.openxmlformats.org/officeDocument/2006/relationships/customXml" Target="../ink/ink1993.xml"/><Relationship Id="rId651" Type="http://schemas.openxmlformats.org/officeDocument/2006/relationships/customXml" Target="../ink/ink2097.xml"/><Relationship Id="rId290" Type="http://schemas.openxmlformats.org/officeDocument/2006/relationships/customXml" Target="../ink/ink1916.xml"/><Relationship Id="rId304" Type="http://schemas.openxmlformats.org/officeDocument/2006/relationships/customXml" Target="../ink/ink1923.xml"/><Relationship Id="rId388" Type="http://schemas.openxmlformats.org/officeDocument/2006/relationships/customXml" Target="../ink/ink1965.xml"/><Relationship Id="rId511" Type="http://schemas.openxmlformats.org/officeDocument/2006/relationships/customXml" Target="../ink/ink2027.xml"/><Relationship Id="rId609" Type="http://schemas.openxmlformats.org/officeDocument/2006/relationships/customXml" Target="../ink/ink2076.xml"/><Relationship Id="rId85" Type="http://schemas.openxmlformats.org/officeDocument/2006/relationships/customXml" Target="../ink/ink1813.xml"/><Relationship Id="rId150" Type="http://schemas.openxmlformats.org/officeDocument/2006/relationships/image" Target="../media/image1366.png"/><Relationship Id="rId595" Type="http://schemas.openxmlformats.org/officeDocument/2006/relationships/customXml" Target="../ink/ink2069.xml"/><Relationship Id="rId248" Type="http://schemas.openxmlformats.org/officeDocument/2006/relationships/customXml" Target="../ink/ink1895.xml"/><Relationship Id="rId455" Type="http://schemas.openxmlformats.org/officeDocument/2006/relationships/image" Target="../media/image1518.png"/><Relationship Id="rId662" Type="http://schemas.openxmlformats.org/officeDocument/2006/relationships/image" Target="../media/image1621.png"/><Relationship Id="rId12" Type="http://schemas.openxmlformats.org/officeDocument/2006/relationships/customXml" Target="../ink/ink1776.xml"/><Relationship Id="rId108" Type="http://schemas.openxmlformats.org/officeDocument/2006/relationships/image" Target="../media/image1241.png"/><Relationship Id="rId315" Type="http://schemas.openxmlformats.org/officeDocument/2006/relationships/image" Target="../media/image1448.png"/><Relationship Id="rId522" Type="http://schemas.openxmlformats.org/officeDocument/2006/relationships/image" Target="../media/image1551.png"/><Relationship Id="rId96" Type="http://schemas.openxmlformats.org/officeDocument/2006/relationships/image" Target="../media/image1235.png"/><Relationship Id="rId161" Type="http://schemas.openxmlformats.org/officeDocument/2006/relationships/image" Target="../media/image1371.png"/><Relationship Id="rId399" Type="http://schemas.openxmlformats.org/officeDocument/2006/relationships/image" Target="../media/image1490.png"/><Relationship Id="rId259" Type="http://schemas.openxmlformats.org/officeDocument/2006/relationships/image" Target="../media/image1420.png"/><Relationship Id="rId466" Type="http://schemas.openxmlformats.org/officeDocument/2006/relationships/customXml" Target="../ink/ink2004.xml"/><Relationship Id="rId23" Type="http://schemas.openxmlformats.org/officeDocument/2006/relationships/image" Target="../media/image1153.png"/><Relationship Id="rId119" Type="http://schemas.openxmlformats.org/officeDocument/2006/relationships/customXml" Target="../ink/ink1830.xml"/><Relationship Id="rId326" Type="http://schemas.openxmlformats.org/officeDocument/2006/relationships/customXml" Target="../ink/ink1934.xml"/><Relationship Id="rId533" Type="http://schemas.openxmlformats.org/officeDocument/2006/relationships/customXml" Target="../ink/ink2038.xml"/><Relationship Id="rId172" Type="http://schemas.openxmlformats.org/officeDocument/2006/relationships/customXml" Target="../ink/ink1857.xml"/><Relationship Id="rId477" Type="http://schemas.openxmlformats.org/officeDocument/2006/relationships/image" Target="../media/image1529.png"/><Relationship Id="rId600" Type="http://schemas.openxmlformats.org/officeDocument/2006/relationships/image" Target="../media/image1590.png"/><Relationship Id="rId337" Type="http://schemas.openxmlformats.org/officeDocument/2006/relationships/image" Target="../media/image1459.png"/><Relationship Id="rId34" Type="http://schemas.openxmlformats.org/officeDocument/2006/relationships/customXml" Target="../ink/ink1787.xml"/><Relationship Id="rId544" Type="http://schemas.openxmlformats.org/officeDocument/2006/relationships/image" Target="../media/image1562.png"/><Relationship Id="rId183" Type="http://schemas.openxmlformats.org/officeDocument/2006/relationships/image" Target="../media/image1382.png"/><Relationship Id="rId390" Type="http://schemas.openxmlformats.org/officeDocument/2006/relationships/customXml" Target="../ink/ink1966.xml"/><Relationship Id="rId404" Type="http://schemas.openxmlformats.org/officeDocument/2006/relationships/customXml" Target="../ink/ink1973.xml"/><Relationship Id="rId611" Type="http://schemas.openxmlformats.org/officeDocument/2006/relationships/customXml" Target="../ink/ink2077.xml"/><Relationship Id="rId250" Type="http://schemas.openxmlformats.org/officeDocument/2006/relationships/customXml" Target="../ink/ink1896.xml"/><Relationship Id="rId488" Type="http://schemas.openxmlformats.org/officeDocument/2006/relationships/customXml" Target="../ink/ink2015.xml"/><Relationship Id="rId45" Type="http://schemas.openxmlformats.org/officeDocument/2006/relationships/image" Target="../media/image1164.png"/><Relationship Id="rId110" Type="http://schemas.openxmlformats.org/officeDocument/2006/relationships/image" Target="../media/image1242.png"/><Relationship Id="rId348" Type="http://schemas.openxmlformats.org/officeDocument/2006/relationships/customXml" Target="../ink/ink1945.xml"/><Relationship Id="rId555" Type="http://schemas.openxmlformats.org/officeDocument/2006/relationships/customXml" Target="../ink/ink2049.xml"/><Relationship Id="rId194" Type="http://schemas.openxmlformats.org/officeDocument/2006/relationships/customXml" Target="../ink/ink1868.xml"/><Relationship Id="rId208" Type="http://schemas.openxmlformats.org/officeDocument/2006/relationships/customXml" Target="../ink/ink1875.xml"/><Relationship Id="rId415" Type="http://schemas.openxmlformats.org/officeDocument/2006/relationships/image" Target="../media/image1498.png"/><Relationship Id="rId622" Type="http://schemas.openxmlformats.org/officeDocument/2006/relationships/image" Target="../media/image1601.png"/><Relationship Id="rId261" Type="http://schemas.openxmlformats.org/officeDocument/2006/relationships/image" Target="../media/image1421.png"/><Relationship Id="rId499" Type="http://schemas.openxmlformats.org/officeDocument/2006/relationships/customXml" Target="../ink/ink2021.xml"/><Relationship Id="rId56" Type="http://schemas.openxmlformats.org/officeDocument/2006/relationships/image" Target="../media/image1169.png"/><Relationship Id="rId359" Type="http://schemas.openxmlformats.org/officeDocument/2006/relationships/image" Target="../media/image1470.png"/><Relationship Id="rId566" Type="http://schemas.openxmlformats.org/officeDocument/2006/relationships/image" Target="../media/image1573.png"/><Relationship Id="rId121" Type="http://schemas.openxmlformats.org/officeDocument/2006/relationships/customXml" Target="../ink/ink1831.xml"/><Relationship Id="rId219" Type="http://schemas.openxmlformats.org/officeDocument/2006/relationships/image" Target="../media/image1400.png"/><Relationship Id="rId426" Type="http://schemas.openxmlformats.org/officeDocument/2006/relationships/customXml" Target="../ink/ink1984.xml"/><Relationship Id="rId633" Type="http://schemas.openxmlformats.org/officeDocument/2006/relationships/customXml" Target="../ink/ink2088.xml"/><Relationship Id="rId67" Type="http://schemas.openxmlformats.org/officeDocument/2006/relationships/customXml" Target="../ink/ink1804.xml"/><Relationship Id="rId272" Type="http://schemas.openxmlformats.org/officeDocument/2006/relationships/customXml" Target="../ink/ink1907.xml"/><Relationship Id="rId577" Type="http://schemas.openxmlformats.org/officeDocument/2006/relationships/customXml" Target="../ink/ink2060.xml"/><Relationship Id="rId132" Type="http://schemas.openxmlformats.org/officeDocument/2006/relationships/image" Target="../media/image1261.png"/><Relationship Id="rId437" Type="http://schemas.openxmlformats.org/officeDocument/2006/relationships/image" Target="../media/image1509.png"/><Relationship Id="rId644" Type="http://schemas.openxmlformats.org/officeDocument/2006/relationships/image" Target="../media/image1612.png"/><Relationship Id="rId283" Type="http://schemas.openxmlformats.org/officeDocument/2006/relationships/image" Target="../media/image1432.png"/><Relationship Id="rId490" Type="http://schemas.openxmlformats.org/officeDocument/2006/relationships/customXml" Target="../ink/ink2016.xml"/><Relationship Id="rId504" Type="http://schemas.openxmlformats.org/officeDocument/2006/relationships/image" Target="../media/image1542.png"/><Relationship Id="rId78" Type="http://schemas.openxmlformats.org/officeDocument/2006/relationships/image" Target="../media/image1180.png"/><Relationship Id="rId143" Type="http://schemas.openxmlformats.org/officeDocument/2006/relationships/customXml" Target="../ink/ink1842.xml"/><Relationship Id="rId350" Type="http://schemas.openxmlformats.org/officeDocument/2006/relationships/customXml" Target="../ink/ink1946.xml"/><Relationship Id="rId588" Type="http://schemas.openxmlformats.org/officeDocument/2006/relationships/image" Target="../media/image1584.png"/><Relationship Id="rId9" Type="http://schemas.openxmlformats.org/officeDocument/2006/relationships/image" Target="../media/image1147.png"/><Relationship Id="rId210" Type="http://schemas.openxmlformats.org/officeDocument/2006/relationships/customXml" Target="../ink/ink1876.xml"/><Relationship Id="rId448" Type="http://schemas.openxmlformats.org/officeDocument/2006/relationships/customXml" Target="../ink/ink1995.xml"/><Relationship Id="rId655" Type="http://schemas.openxmlformats.org/officeDocument/2006/relationships/customXml" Target="../ink/ink2099.xml"/><Relationship Id="rId294" Type="http://schemas.openxmlformats.org/officeDocument/2006/relationships/customXml" Target="../ink/ink1918.xml"/><Relationship Id="rId308" Type="http://schemas.openxmlformats.org/officeDocument/2006/relationships/customXml" Target="../ink/ink1925.xml"/><Relationship Id="rId515" Type="http://schemas.openxmlformats.org/officeDocument/2006/relationships/customXml" Target="../ink/ink2029.xml"/><Relationship Id="rId89" Type="http://schemas.openxmlformats.org/officeDocument/2006/relationships/customXml" Target="../ink/ink1815.xml"/><Relationship Id="rId154" Type="http://schemas.openxmlformats.org/officeDocument/2006/relationships/image" Target="../media/image1368.png"/><Relationship Id="rId361" Type="http://schemas.openxmlformats.org/officeDocument/2006/relationships/image" Target="../media/image1471.png"/><Relationship Id="rId599" Type="http://schemas.openxmlformats.org/officeDocument/2006/relationships/customXml" Target="../ink/ink2071.xml"/><Relationship Id="rId459" Type="http://schemas.openxmlformats.org/officeDocument/2006/relationships/image" Target="../media/image1520.png"/><Relationship Id="rId666" Type="http://schemas.openxmlformats.org/officeDocument/2006/relationships/image" Target="../media/image1623.png"/><Relationship Id="rId16" Type="http://schemas.openxmlformats.org/officeDocument/2006/relationships/customXml" Target="../ink/ink1778.xml"/><Relationship Id="rId221" Type="http://schemas.openxmlformats.org/officeDocument/2006/relationships/image" Target="../media/image1401.png"/><Relationship Id="rId319" Type="http://schemas.openxmlformats.org/officeDocument/2006/relationships/image" Target="../media/image1450.png"/><Relationship Id="rId526" Type="http://schemas.openxmlformats.org/officeDocument/2006/relationships/image" Target="../media/image1553.png"/><Relationship Id="rId165" Type="http://schemas.openxmlformats.org/officeDocument/2006/relationships/image" Target="../media/image1373.png"/><Relationship Id="rId372" Type="http://schemas.openxmlformats.org/officeDocument/2006/relationships/customXml" Target="../ink/ink1957.xml"/><Relationship Id="rId232" Type="http://schemas.openxmlformats.org/officeDocument/2006/relationships/customXml" Target="../ink/ink1887.xml"/></Relationships>
</file>

<file path=ppt/slides/_rels/slide13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680.png"/><Relationship Id="rId671" Type="http://schemas.openxmlformats.org/officeDocument/2006/relationships/image" Target="../media/image1951.png"/><Relationship Id="rId769" Type="http://schemas.openxmlformats.org/officeDocument/2006/relationships/image" Target="../media/image1999.png"/><Relationship Id="rId21" Type="http://schemas.openxmlformats.org/officeDocument/2006/relationships/image" Target="../media/image1633.png"/><Relationship Id="rId324" Type="http://schemas.openxmlformats.org/officeDocument/2006/relationships/customXml" Target="../ink/ink2266.xml"/><Relationship Id="rId531" Type="http://schemas.openxmlformats.org/officeDocument/2006/relationships/image" Target="../media/image1881.png"/><Relationship Id="rId629" Type="http://schemas.openxmlformats.org/officeDocument/2006/relationships/image" Target="../media/image1930.png"/><Relationship Id="rId170" Type="http://schemas.openxmlformats.org/officeDocument/2006/relationships/customXml" Target="../ink/ink2189.xml"/><Relationship Id="rId836" Type="http://schemas.openxmlformats.org/officeDocument/2006/relationships/customXml" Target="../ink/ink2522.xml"/><Relationship Id="rId268" Type="http://schemas.openxmlformats.org/officeDocument/2006/relationships/customXml" Target="../ink/ink2238.xml"/><Relationship Id="rId475" Type="http://schemas.openxmlformats.org/officeDocument/2006/relationships/image" Target="../media/image1617.png"/><Relationship Id="rId682" Type="http://schemas.openxmlformats.org/officeDocument/2006/relationships/customXml" Target="../ink/ink2445.xml"/><Relationship Id="rId32" Type="http://schemas.openxmlformats.org/officeDocument/2006/relationships/customXml" Target="../ink/ink2120.xml"/><Relationship Id="rId128" Type="http://schemas.openxmlformats.org/officeDocument/2006/relationships/customXml" Target="../ink/ink2168.xml"/><Relationship Id="rId335" Type="http://schemas.openxmlformats.org/officeDocument/2006/relationships/image" Target="../media/image1785.png"/><Relationship Id="rId542" Type="http://schemas.openxmlformats.org/officeDocument/2006/relationships/customXml" Target="../ink/ink2375.xml"/><Relationship Id="rId181" Type="http://schemas.openxmlformats.org/officeDocument/2006/relationships/image" Target="../media/image1710.png"/><Relationship Id="rId402" Type="http://schemas.openxmlformats.org/officeDocument/2006/relationships/customXml" Target="../ink/ink2305.xml"/><Relationship Id="rId847" Type="http://schemas.openxmlformats.org/officeDocument/2006/relationships/image" Target="../media/image2038.png"/><Relationship Id="rId279" Type="http://schemas.openxmlformats.org/officeDocument/2006/relationships/image" Target="../media/image1759.png"/><Relationship Id="rId486" Type="http://schemas.openxmlformats.org/officeDocument/2006/relationships/customXml" Target="../ink/ink2347.xml"/><Relationship Id="rId693" Type="http://schemas.openxmlformats.org/officeDocument/2006/relationships/image" Target="../media/image1961.png"/><Relationship Id="rId707" Type="http://schemas.openxmlformats.org/officeDocument/2006/relationships/image" Target="../media/image1968.png"/><Relationship Id="rId43" Type="http://schemas.openxmlformats.org/officeDocument/2006/relationships/image" Target="../media/image700.png"/><Relationship Id="rId139" Type="http://schemas.openxmlformats.org/officeDocument/2006/relationships/image" Target="../media/image1691.png"/><Relationship Id="rId346" Type="http://schemas.openxmlformats.org/officeDocument/2006/relationships/customXml" Target="../ink/ink2277.xml"/><Relationship Id="rId553" Type="http://schemas.openxmlformats.org/officeDocument/2006/relationships/image" Target="../media/image1892.png"/><Relationship Id="rId760" Type="http://schemas.openxmlformats.org/officeDocument/2006/relationships/customXml" Target="../ink/ink2484.xml"/><Relationship Id="rId192" Type="http://schemas.openxmlformats.org/officeDocument/2006/relationships/customXml" Target="../ink/ink2200.xml"/><Relationship Id="rId206" Type="http://schemas.openxmlformats.org/officeDocument/2006/relationships/customXml" Target="../ink/ink2207.xml"/><Relationship Id="rId413" Type="http://schemas.openxmlformats.org/officeDocument/2006/relationships/image" Target="../media/image1823.png"/><Relationship Id="rId858" Type="http://schemas.openxmlformats.org/officeDocument/2006/relationships/customXml" Target="../ink/ink2533.xml"/><Relationship Id="rId497" Type="http://schemas.openxmlformats.org/officeDocument/2006/relationships/image" Target="../media/image1864.png"/><Relationship Id="rId620" Type="http://schemas.openxmlformats.org/officeDocument/2006/relationships/customXml" Target="../ink/ink2414.xml"/><Relationship Id="rId718" Type="http://schemas.openxmlformats.org/officeDocument/2006/relationships/customXml" Target="../ink/ink2463.xml"/><Relationship Id="rId357" Type="http://schemas.openxmlformats.org/officeDocument/2006/relationships/image" Target="../media/image1796.png"/><Relationship Id="rId54" Type="http://schemas.openxmlformats.org/officeDocument/2006/relationships/customXml" Target="../ink/ink2131.xml"/><Relationship Id="rId217" Type="http://schemas.openxmlformats.org/officeDocument/2006/relationships/image" Target="../media/image1728.png"/><Relationship Id="rId564" Type="http://schemas.openxmlformats.org/officeDocument/2006/relationships/customXml" Target="../ink/ink2386.xml"/><Relationship Id="rId771" Type="http://schemas.openxmlformats.org/officeDocument/2006/relationships/image" Target="../media/image2000.png"/><Relationship Id="rId869" Type="http://schemas.openxmlformats.org/officeDocument/2006/relationships/customXml" Target="../ink/ink2539.xml"/><Relationship Id="rId424" Type="http://schemas.openxmlformats.org/officeDocument/2006/relationships/customXml" Target="../ink/ink2316.xml"/><Relationship Id="rId631" Type="http://schemas.openxmlformats.org/officeDocument/2006/relationships/image" Target="../media/image1931.png"/><Relationship Id="rId729" Type="http://schemas.openxmlformats.org/officeDocument/2006/relationships/image" Target="../media/image1979.png"/><Relationship Id="rId270" Type="http://schemas.openxmlformats.org/officeDocument/2006/relationships/customXml" Target="../ink/ink2239.xml"/><Relationship Id="rId65" Type="http://schemas.openxmlformats.org/officeDocument/2006/relationships/image" Target="../media/image1654.png"/><Relationship Id="rId130" Type="http://schemas.openxmlformats.org/officeDocument/2006/relationships/customXml" Target="../ink/ink2169.xml"/><Relationship Id="rId368" Type="http://schemas.openxmlformats.org/officeDocument/2006/relationships/customXml" Target="../ink/ink2288.xml"/><Relationship Id="rId575" Type="http://schemas.openxmlformats.org/officeDocument/2006/relationships/image" Target="../media/image1903.png"/><Relationship Id="rId782" Type="http://schemas.openxmlformats.org/officeDocument/2006/relationships/customXml" Target="../ink/ink2495.xml"/><Relationship Id="rId228" Type="http://schemas.openxmlformats.org/officeDocument/2006/relationships/customXml" Target="../ink/ink2218.xml"/><Relationship Id="rId435" Type="http://schemas.openxmlformats.org/officeDocument/2006/relationships/image" Target="../media/image1834.png"/><Relationship Id="rId642" Type="http://schemas.openxmlformats.org/officeDocument/2006/relationships/customXml" Target="../ink/ink2425.xml"/><Relationship Id="rId281" Type="http://schemas.openxmlformats.org/officeDocument/2006/relationships/image" Target="../media/image1760.png"/><Relationship Id="rId502" Type="http://schemas.openxmlformats.org/officeDocument/2006/relationships/customXml" Target="../ink/ink2355.xml"/><Relationship Id="rId76" Type="http://schemas.openxmlformats.org/officeDocument/2006/relationships/customXml" Target="../ink/ink2142.xml"/><Relationship Id="rId141" Type="http://schemas.openxmlformats.org/officeDocument/2006/relationships/image" Target="../media/image1692.png"/><Relationship Id="rId379" Type="http://schemas.openxmlformats.org/officeDocument/2006/relationships/image" Target="../media/image1807.png"/><Relationship Id="rId586" Type="http://schemas.openxmlformats.org/officeDocument/2006/relationships/customXml" Target="../ink/ink2397.xml"/><Relationship Id="rId793" Type="http://schemas.openxmlformats.org/officeDocument/2006/relationships/image" Target="../media/image2011.png"/><Relationship Id="rId807" Type="http://schemas.openxmlformats.org/officeDocument/2006/relationships/image" Target="../media/image2018.png"/><Relationship Id="rId7" Type="http://schemas.openxmlformats.org/officeDocument/2006/relationships/image" Target="../media/image1626.png"/><Relationship Id="rId239" Type="http://schemas.openxmlformats.org/officeDocument/2006/relationships/image" Target="../media/image1739.png"/><Relationship Id="rId446" Type="http://schemas.openxmlformats.org/officeDocument/2006/relationships/customXml" Target="../ink/ink2327.xml"/><Relationship Id="rId653" Type="http://schemas.openxmlformats.org/officeDocument/2006/relationships/image" Target="../media/image1942.png"/><Relationship Id="rId292" Type="http://schemas.openxmlformats.org/officeDocument/2006/relationships/customXml" Target="../ink/ink2250.xml"/><Relationship Id="rId306" Type="http://schemas.openxmlformats.org/officeDocument/2006/relationships/customXml" Target="../ink/ink2257.xml"/><Relationship Id="rId860" Type="http://schemas.openxmlformats.org/officeDocument/2006/relationships/customXml" Target="../ink/ink2534.xml"/><Relationship Id="rId87" Type="http://schemas.openxmlformats.org/officeDocument/2006/relationships/image" Target="../media/image1665.png"/><Relationship Id="rId513" Type="http://schemas.openxmlformats.org/officeDocument/2006/relationships/image" Target="../media/image1872.png"/><Relationship Id="rId597" Type="http://schemas.openxmlformats.org/officeDocument/2006/relationships/image" Target="../media/image1914.png"/><Relationship Id="rId720" Type="http://schemas.openxmlformats.org/officeDocument/2006/relationships/customXml" Target="../ink/ink2464.xml"/><Relationship Id="rId818" Type="http://schemas.openxmlformats.org/officeDocument/2006/relationships/customXml" Target="../ink/ink2513.xml"/><Relationship Id="rId152" Type="http://schemas.openxmlformats.org/officeDocument/2006/relationships/customXml" Target="../ink/ink2180.xml"/><Relationship Id="rId457" Type="http://schemas.openxmlformats.org/officeDocument/2006/relationships/image" Target="../media/image1845.png"/><Relationship Id="rId664" Type="http://schemas.openxmlformats.org/officeDocument/2006/relationships/customXml" Target="../ink/ink2436.xml"/><Relationship Id="rId871" Type="http://schemas.openxmlformats.org/officeDocument/2006/relationships/customXml" Target="../ink/ink2540.xml"/><Relationship Id="rId14" Type="http://schemas.openxmlformats.org/officeDocument/2006/relationships/customXml" Target="../ink/ink2111.xml"/><Relationship Id="rId317" Type="http://schemas.openxmlformats.org/officeDocument/2006/relationships/image" Target="../media/image1777.png"/><Relationship Id="rId524" Type="http://schemas.openxmlformats.org/officeDocument/2006/relationships/customXml" Target="../ink/ink2366.xml"/><Relationship Id="rId731" Type="http://schemas.openxmlformats.org/officeDocument/2006/relationships/image" Target="../media/image1980.png"/><Relationship Id="rId98" Type="http://schemas.openxmlformats.org/officeDocument/2006/relationships/customXml" Target="../ink/ink2153.xml"/><Relationship Id="rId163" Type="http://schemas.openxmlformats.org/officeDocument/2006/relationships/image" Target="../media/image384.png"/><Relationship Id="rId370" Type="http://schemas.openxmlformats.org/officeDocument/2006/relationships/customXml" Target="../ink/ink2289.xml"/><Relationship Id="rId829" Type="http://schemas.openxmlformats.org/officeDocument/2006/relationships/image" Target="../media/image2029.png"/><Relationship Id="rId230" Type="http://schemas.openxmlformats.org/officeDocument/2006/relationships/customXml" Target="../ink/ink2219.xml"/><Relationship Id="rId468" Type="http://schemas.openxmlformats.org/officeDocument/2006/relationships/customXml" Target="../ink/ink2338.xml"/><Relationship Id="rId675" Type="http://schemas.openxmlformats.org/officeDocument/2006/relationships/image" Target="../media/image1953.png"/><Relationship Id="rId882" Type="http://schemas.openxmlformats.org/officeDocument/2006/relationships/image" Target="../media/image2055.png"/><Relationship Id="rId25" Type="http://schemas.openxmlformats.org/officeDocument/2006/relationships/image" Target="../media/image1635.png"/><Relationship Id="rId328" Type="http://schemas.openxmlformats.org/officeDocument/2006/relationships/customXml" Target="../ink/ink2268.xml"/><Relationship Id="rId535" Type="http://schemas.openxmlformats.org/officeDocument/2006/relationships/image" Target="../media/image1883.png"/><Relationship Id="rId742" Type="http://schemas.openxmlformats.org/officeDocument/2006/relationships/customXml" Target="../ink/ink2475.xml"/><Relationship Id="rId174" Type="http://schemas.openxmlformats.org/officeDocument/2006/relationships/customXml" Target="../ink/ink2191.xml"/><Relationship Id="rId381" Type="http://schemas.openxmlformats.org/officeDocument/2006/relationships/image" Target="../media/image1808.png"/><Relationship Id="rId602" Type="http://schemas.openxmlformats.org/officeDocument/2006/relationships/customXml" Target="../ink/ink2405.xml"/><Relationship Id="rId241" Type="http://schemas.openxmlformats.org/officeDocument/2006/relationships/image" Target="../media/image1740.png"/><Relationship Id="rId479" Type="http://schemas.openxmlformats.org/officeDocument/2006/relationships/image" Target="../media/image1855.png"/><Relationship Id="rId686" Type="http://schemas.openxmlformats.org/officeDocument/2006/relationships/customXml" Target="../ink/ink2447.xml"/><Relationship Id="rId36" Type="http://schemas.openxmlformats.org/officeDocument/2006/relationships/customXml" Target="../ink/ink2122.xml"/><Relationship Id="rId339" Type="http://schemas.openxmlformats.org/officeDocument/2006/relationships/image" Target="../media/image1787.png"/><Relationship Id="rId546" Type="http://schemas.openxmlformats.org/officeDocument/2006/relationships/customXml" Target="../ink/ink2377.xml"/><Relationship Id="rId753" Type="http://schemas.openxmlformats.org/officeDocument/2006/relationships/image" Target="../media/image1991.png"/><Relationship Id="rId101" Type="http://schemas.openxmlformats.org/officeDocument/2006/relationships/image" Target="../media/image1672.png"/><Relationship Id="rId185" Type="http://schemas.openxmlformats.org/officeDocument/2006/relationships/image" Target="../media/image1712.png"/><Relationship Id="rId406" Type="http://schemas.openxmlformats.org/officeDocument/2006/relationships/customXml" Target="../ink/ink2307.xml"/><Relationship Id="rId392" Type="http://schemas.openxmlformats.org/officeDocument/2006/relationships/customXml" Target="../ink/ink2300.xml"/><Relationship Id="rId613" Type="http://schemas.openxmlformats.org/officeDocument/2006/relationships/image" Target="../media/image1922.png"/><Relationship Id="rId697" Type="http://schemas.openxmlformats.org/officeDocument/2006/relationships/image" Target="../media/image1963.png"/><Relationship Id="rId820" Type="http://schemas.openxmlformats.org/officeDocument/2006/relationships/customXml" Target="../ink/ink2514.xml"/><Relationship Id="rId252" Type="http://schemas.openxmlformats.org/officeDocument/2006/relationships/customXml" Target="../ink/ink2230.xml"/><Relationship Id="rId47" Type="http://schemas.openxmlformats.org/officeDocument/2006/relationships/image" Target="../media/image1645.png"/><Relationship Id="rId112" Type="http://schemas.openxmlformats.org/officeDocument/2006/relationships/customXml" Target="../ink/ink2160.xml"/><Relationship Id="rId557" Type="http://schemas.openxmlformats.org/officeDocument/2006/relationships/image" Target="../media/image1894.png"/><Relationship Id="rId764" Type="http://schemas.openxmlformats.org/officeDocument/2006/relationships/customXml" Target="../ink/ink2486.xml"/><Relationship Id="rId196" Type="http://schemas.openxmlformats.org/officeDocument/2006/relationships/customXml" Target="../ink/ink2202.xml"/><Relationship Id="rId417" Type="http://schemas.openxmlformats.org/officeDocument/2006/relationships/image" Target="../media/image1825.png"/><Relationship Id="rId624" Type="http://schemas.openxmlformats.org/officeDocument/2006/relationships/customXml" Target="../ink/ink2416.xml"/><Relationship Id="rId831" Type="http://schemas.openxmlformats.org/officeDocument/2006/relationships/image" Target="../media/image2030.png"/><Relationship Id="rId263" Type="http://schemas.openxmlformats.org/officeDocument/2006/relationships/image" Target="../media/image1751.png"/><Relationship Id="rId470" Type="http://schemas.openxmlformats.org/officeDocument/2006/relationships/customXml" Target="../ink/ink2339.xml"/><Relationship Id="rId58" Type="http://schemas.openxmlformats.org/officeDocument/2006/relationships/customXml" Target="../ink/ink2133.xml"/><Relationship Id="rId123" Type="http://schemas.openxmlformats.org/officeDocument/2006/relationships/image" Target="../media/image1683.png"/><Relationship Id="rId330" Type="http://schemas.openxmlformats.org/officeDocument/2006/relationships/customXml" Target="../ink/ink2269.xml"/><Relationship Id="rId568" Type="http://schemas.openxmlformats.org/officeDocument/2006/relationships/customXml" Target="../ink/ink2388.xml"/><Relationship Id="rId775" Type="http://schemas.openxmlformats.org/officeDocument/2006/relationships/image" Target="../media/image2002.png"/><Relationship Id="rId428" Type="http://schemas.openxmlformats.org/officeDocument/2006/relationships/customXml" Target="../ink/ink2318.xml"/><Relationship Id="rId635" Type="http://schemas.openxmlformats.org/officeDocument/2006/relationships/image" Target="../media/image1933.png"/><Relationship Id="rId842" Type="http://schemas.openxmlformats.org/officeDocument/2006/relationships/customXml" Target="../ink/ink2525.xml"/><Relationship Id="rId274" Type="http://schemas.openxmlformats.org/officeDocument/2006/relationships/customXml" Target="../ink/ink2241.xml"/><Relationship Id="rId481" Type="http://schemas.openxmlformats.org/officeDocument/2006/relationships/image" Target="../media/image1856.png"/><Relationship Id="rId702" Type="http://schemas.openxmlformats.org/officeDocument/2006/relationships/customXml" Target="../ink/ink2455.xml"/><Relationship Id="rId69" Type="http://schemas.openxmlformats.org/officeDocument/2006/relationships/image" Target="../media/image1656.png"/><Relationship Id="rId134" Type="http://schemas.openxmlformats.org/officeDocument/2006/relationships/customXml" Target="../ink/ink2171.xml"/><Relationship Id="rId579" Type="http://schemas.openxmlformats.org/officeDocument/2006/relationships/image" Target="../media/image1905.png"/><Relationship Id="rId786" Type="http://schemas.openxmlformats.org/officeDocument/2006/relationships/customXml" Target="../ink/ink2497.xml"/><Relationship Id="rId341" Type="http://schemas.openxmlformats.org/officeDocument/2006/relationships/image" Target="../media/image1788.png"/><Relationship Id="rId439" Type="http://schemas.openxmlformats.org/officeDocument/2006/relationships/image" Target="../media/image1836.png"/><Relationship Id="rId646" Type="http://schemas.openxmlformats.org/officeDocument/2006/relationships/customXml" Target="../ink/ink2427.xml"/><Relationship Id="rId201" Type="http://schemas.openxmlformats.org/officeDocument/2006/relationships/image" Target="../media/image1720.png"/><Relationship Id="rId285" Type="http://schemas.openxmlformats.org/officeDocument/2006/relationships/image" Target="../media/image1762.png"/><Relationship Id="rId506" Type="http://schemas.openxmlformats.org/officeDocument/2006/relationships/customXml" Target="../ink/ink2357.xml"/><Relationship Id="rId853" Type="http://schemas.openxmlformats.org/officeDocument/2006/relationships/image" Target="../media/image2041.png"/><Relationship Id="rId492" Type="http://schemas.openxmlformats.org/officeDocument/2006/relationships/customXml" Target="../ink/ink2350.xml"/><Relationship Id="rId713" Type="http://schemas.openxmlformats.org/officeDocument/2006/relationships/image" Target="../media/image1971.png"/><Relationship Id="rId797" Type="http://schemas.openxmlformats.org/officeDocument/2006/relationships/image" Target="../media/image2013.png"/><Relationship Id="rId145" Type="http://schemas.openxmlformats.org/officeDocument/2006/relationships/image" Target="../media/image712.png"/><Relationship Id="rId352" Type="http://schemas.openxmlformats.org/officeDocument/2006/relationships/customXml" Target="../ink/ink2280.xml"/><Relationship Id="rId212" Type="http://schemas.openxmlformats.org/officeDocument/2006/relationships/customXml" Target="../ink/ink2210.xml"/><Relationship Id="rId657" Type="http://schemas.openxmlformats.org/officeDocument/2006/relationships/image" Target="../media/image1944.png"/><Relationship Id="rId864" Type="http://schemas.openxmlformats.org/officeDocument/2006/relationships/customXml" Target="../ink/ink2536.xml"/><Relationship Id="rId296" Type="http://schemas.openxmlformats.org/officeDocument/2006/relationships/customXml" Target="../ink/ink2252.xml"/><Relationship Id="rId517" Type="http://schemas.openxmlformats.org/officeDocument/2006/relationships/image" Target="../media/image1874.png"/><Relationship Id="rId724" Type="http://schemas.openxmlformats.org/officeDocument/2006/relationships/customXml" Target="../ink/ink2466.xml"/><Relationship Id="rId60" Type="http://schemas.openxmlformats.org/officeDocument/2006/relationships/customXml" Target="../ink/ink2134.xml"/><Relationship Id="rId156" Type="http://schemas.openxmlformats.org/officeDocument/2006/relationships/customXml" Target="../ink/ink2182.xml"/><Relationship Id="rId363" Type="http://schemas.openxmlformats.org/officeDocument/2006/relationships/image" Target="../media/image1799.png"/><Relationship Id="rId570" Type="http://schemas.openxmlformats.org/officeDocument/2006/relationships/customXml" Target="../ink/ink2389.xml"/><Relationship Id="rId223" Type="http://schemas.openxmlformats.org/officeDocument/2006/relationships/image" Target="../media/image1731.png"/><Relationship Id="rId430" Type="http://schemas.openxmlformats.org/officeDocument/2006/relationships/customXml" Target="../ink/ink2319.xml"/><Relationship Id="rId668" Type="http://schemas.openxmlformats.org/officeDocument/2006/relationships/customXml" Target="../ink/ink2438.xml"/><Relationship Id="rId875" Type="http://schemas.openxmlformats.org/officeDocument/2006/relationships/customXml" Target="../ink/ink2542.xml"/><Relationship Id="rId18" Type="http://schemas.openxmlformats.org/officeDocument/2006/relationships/customXml" Target="../ink/ink2113.xml"/><Relationship Id="rId528" Type="http://schemas.openxmlformats.org/officeDocument/2006/relationships/customXml" Target="../ink/ink2368.xml"/><Relationship Id="rId735" Type="http://schemas.openxmlformats.org/officeDocument/2006/relationships/image" Target="../media/image1982.png"/><Relationship Id="rId167" Type="http://schemas.openxmlformats.org/officeDocument/2006/relationships/image" Target="../media/image1703.png"/><Relationship Id="rId374" Type="http://schemas.openxmlformats.org/officeDocument/2006/relationships/customXml" Target="../ink/ink2291.xml"/><Relationship Id="rId581" Type="http://schemas.openxmlformats.org/officeDocument/2006/relationships/image" Target="../media/image1906.png"/><Relationship Id="rId71" Type="http://schemas.openxmlformats.org/officeDocument/2006/relationships/image" Target="../media/image1657.png"/><Relationship Id="rId234" Type="http://schemas.openxmlformats.org/officeDocument/2006/relationships/customXml" Target="../ink/ink2221.xml"/><Relationship Id="rId679" Type="http://schemas.openxmlformats.org/officeDocument/2006/relationships/image" Target="../media/image1955.png"/><Relationship Id="rId802" Type="http://schemas.openxmlformats.org/officeDocument/2006/relationships/customXml" Target="../ink/ink2505.xml"/><Relationship Id="rId2" Type="http://schemas.openxmlformats.org/officeDocument/2006/relationships/customXml" Target="../ink/ink2105.xml"/><Relationship Id="rId29" Type="http://schemas.openxmlformats.org/officeDocument/2006/relationships/image" Target="../media/image1637.png"/><Relationship Id="rId441" Type="http://schemas.openxmlformats.org/officeDocument/2006/relationships/image" Target="../media/image1837.png"/><Relationship Id="rId539" Type="http://schemas.openxmlformats.org/officeDocument/2006/relationships/image" Target="../media/image1885.png"/><Relationship Id="rId746" Type="http://schemas.openxmlformats.org/officeDocument/2006/relationships/customXml" Target="../ink/ink2477.xml"/><Relationship Id="rId178" Type="http://schemas.openxmlformats.org/officeDocument/2006/relationships/customXml" Target="../ink/ink2193.xml"/><Relationship Id="rId301" Type="http://schemas.openxmlformats.org/officeDocument/2006/relationships/image" Target="../media/image1769.png"/><Relationship Id="rId82" Type="http://schemas.openxmlformats.org/officeDocument/2006/relationships/customXml" Target="../ink/ink2145.xml"/><Relationship Id="rId385" Type="http://schemas.openxmlformats.org/officeDocument/2006/relationships/image" Target="../media/image1810.png"/><Relationship Id="rId592" Type="http://schemas.openxmlformats.org/officeDocument/2006/relationships/customXml" Target="../ink/ink2400.xml"/><Relationship Id="rId606" Type="http://schemas.openxmlformats.org/officeDocument/2006/relationships/customXml" Target="../ink/ink2407.xml"/><Relationship Id="rId813" Type="http://schemas.openxmlformats.org/officeDocument/2006/relationships/image" Target="../media/image2021.png"/><Relationship Id="rId245" Type="http://schemas.openxmlformats.org/officeDocument/2006/relationships/image" Target="../media/image1742.png"/><Relationship Id="rId452" Type="http://schemas.openxmlformats.org/officeDocument/2006/relationships/customXml" Target="../ink/ink2330.xml"/><Relationship Id="rId105" Type="http://schemas.openxmlformats.org/officeDocument/2006/relationships/image" Target="../media/image1674.png"/><Relationship Id="rId312" Type="http://schemas.openxmlformats.org/officeDocument/2006/relationships/customXml" Target="../ink/ink2260.xml"/><Relationship Id="rId757" Type="http://schemas.openxmlformats.org/officeDocument/2006/relationships/image" Target="../media/image1993.png"/><Relationship Id="rId93" Type="http://schemas.openxmlformats.org/officeDocument/2006/relationships/image" Target="../media/image1668.png"/><Relationship Id="rId189" Type="http://schemas.openxmlformats.org/officeDocument/2006/relationships/image" Target="../media/image1714.png"/><Relationship Id="rId396" Type="http://schemas.openxmlformats.org/officeDocument/2006/relationships/customXml" Target="../ink/ink2302.xml"/><Relationship Id="rId617" Type="http://schemas.openxmlformats.org/officeDocument/2006/relationships/image" Target="../media/image1924.png"/><Relationship Id="rId824" Type="http://schemas.openxmlformats.org/officeDocument/2006/relationships/customXml" Target="../ink/ink2516.xml"/><Relationship Id="rId256" Type="http://schemas.openxmlformats.org/officeDocument/2006/relationships/customXml" Target="../ink/ink2232.xml"/><Relationship Id="rId463" Type="http://schemas.openxmlformats.org/officeDocument/2006/relationships/image" Target="../media/image1848.png"/><Relationship Id="rId670" Type="http://schemas.openxmlformats.org/officeDocument/2006/relationships/customXml" Target="../ink/ink2439.xml"/><Relationship Id="rId116" Type="http://schemas.openxmlformats.org/officeDocument/2006/relationships/customXml" Target="../ink/ink2162.xml"/><Relationship Id="rId323" Type="http://schemas.openxmlformats.org/officeDocument/2006/relationships/image" Target="../media/image42.png"/><Relationship Id="rId530" Type="http://schemas.openxmlformats.org/officeDocument/2006/relationships/customXml" Target="../ink/ink2369.xml"/><Relationship Id="rId768" Type="http://schemas.openxmlformats.org/officeDocument/2006/relationships/customXml" Target="../ink/ink2488.xml"/><Relationship Id="rId20" Type="http://schemas.openxmlformats.org/officeDocument/2006/relationships/customXml" Target="../ink/ink2114.xml"/><Relationship Id="rId628" Type="http://schemas.openxmlformats.org/officeDocument/2006/relationships/customXml" Target="../ink/ink2418.xml"/><Relationship Id="rId835" Type="http://schemas.openxmlformats.org/officeDocument/2006/relationships/image" Target="../media/image2032.png"/><Relationship Id="rId267" Type="http://schemas.openxmlformats.org/officeDocument/2006/relationships/image" Target="../media/image1753.png"/><Relationship Id="rId474" Type="http://schemas.openxmlformats.org/officeDocument/2006/relationships/customXml" Target="../ink/ink2341.xml"/><Relationship Id="rId127" Type="http://schemas.openxmlformats.org/officeDocument/2006/relationships/image" Target="../media/image1685.png"/><Relationship Id="rId681" Type="http://schemas.openxmlformats.org/officeDocument/2006/relationships/image" Target="../media/image292.png"/><Relationship Id="rId779" Type="http://schemas.openxmlformats.org/officeDocument/2006/relationships/image" Target="../media/image2004.png"/><Relationship Id="rId31" Type="http://schemas.openxmlformats.org/officeDocument/2006/relationships/image" Target="../media/image1638.png"/><Relationship Id="rId334" Type="http://schemas.openxmlformats.org/officeDocument/2006/relationships/customXml" Target="../ink/ink2271.xml"/><Relationship Id="rId541" Type="http://schemas.openxmlformats.org/officeDocument/2006/relationships/image" Target="../media/image1886.png"/><Relationship Id="rId639" Type="http://schemas.openxmlformats.org/officeDocument/2006/relationships/image" Target="../media/image1935.png"/><Relationship Id="rId180" Type="http://schemas.openxmlformats.org/officeDocument/2006/relationships/customXml" Target="../ink/ink2194.xml"/><Relationship Id="rId278" Type="http://schemas.openxmlformats.org/officeDocument/2006/relationships/customXml" Target="../ink/ink2243.xml"/><Relationship Id="rId401" Type="http://schemas.openxmlformats.org/officeDocument/2006/relationships/image" Target="../media/image1817.png"/><Relationship Id="rId846" Type="http://schemas.openxmlformats.org/officeDocument/2006/relationships/customXml" Target="../ink/ink2527.xml"/><Relationship Id="rId485" Type="http://schemas.openxmlformats.org/officeDocument/2006/relationships/image" Target="../media/image1858.png"/><Relationship Id="rId692" Type="http://schemas.openxmlformats.org/officeDocument/2006/relationships/customXml" Target="../ink/ink2450.xml"/><Relationship Id="rId706" Type="http://schemas.openxmlformats.org/officeDocument/2006/relationships/customXml" Target="../ink/ink2457.xml"/><Relationship Id="rId42" Type="http://schemas.openxmlformats.org/officeDocument/2006/relationships/customXml" Target="../ink/ink2125.xml"/><Relationship Id="rId138" Type="http://schemas.openxmlformats.org/officeDocument/2006/relationships/customXml" Target="../ink/ink2173.xml"/><Relationship Id="rId345" Type="http://schemas.openxmlformats.org/officeDocument/2006/relationships/image" Target="../media/image1790.png"/><Relationship Id="rId552" Type="http://schemas.openxmlformats.org/officeDocument/2006/relationships/customXml" Target="../ink/ink2380.xml"/><Relationship Id="rId191" Type="http://schemas.openxmlformats.org/officeDocument/2006/relationships/image" Target="../media/image1715.png"/><Relationship Id="rId205" Type="http://schemas.openxmlformats.org/officeDocument/2006/relationships/image" Target="../media/image1722.png"/><Relationship Id="rId412" Type="http://schemas.openxmlformats.org/officeDocument/2006/relationships/customXml" Target="../ink/ink2310.xml"/><Relationship Id="rId857" Type="http://schemas.openxmlformats.org/officeDocument/2006/relationships/image" Target="../media/image2043.png"/><Relationship Id="rId289" Type="http://schemas.openxmlformats.org/officeDocument/2006/relationships/image" Target="../media/image1764.png"/><Relationship Id="rId496" Type="http://schemas.openxmlformats.org/officeDocument/2006/relationships/customXml" Target="../ink/ink2352.xml"/><Relationship Id="rId717" Type="http://schemas.openxmlformats.org/officeDocument/2006/relationships/image" Target="../media/image1973.png"/><Relationship Id="rId53" Type="http://schemas.openxmlformats.org/officeDocument/2006/relationships/image" Target="../media/image1648.png"/><Relationship Id="rId149" Type="http://schemas.openxmlformats.org/officeDocument/2006/relationships/image" Target="../media/image1695.png"/><Relationship Id="rId356" Type="http://schemas.openxmlformats.org/officeDocument/2006/relationships/customXml" Target="../ink/ink2282.xml"/><Relationship Id="rId563" Type="http://schemas.openxmlformats.org/officeDocument/2006/relationships/image" Target="../media/image1897.png"/><Relationship Id="rId770" Type="http://schemas.openxmlformats.org/officeDocument/2006/relationships/customXml" Target="../ink/ink2489.xml"/><Relationship Id="rId216" Type="http://schemas.openxmlformats.org/officeDocument/2006/relationships/customXml" Target="../ink/ink2212.xml"/><Relationship Id="rId423" Type="http://schemas.openxmlformats.org/officeDocument/2006/relationships/image" Target="../media/image1828.png"/><Relationship Id="rId868" Type="http://schemas.openxmlformats.org/officeDocument/2006/relationships/image" Target="../media/image2048.png"/><Relationship Id="rId630" Type="http://schemas.openxmlformats.org/officeDocument/2006/relationships/customXml" Target="../ink/ink2419.xml"/><Relationship Id="rId728" Type="http://schemas.openxmlformats.org/officeDocument/2006/relationships/customXml" Target="../ink/ink2468.xml"/><Relationship Id="rId64" Type="http://schemas.openxmlformats.org/officeDocument/2006/relationships/customXml" Target="../ink/ink2136.xml"/><Relationship Id="rId367" Type="http://schemas.openxmlformats.org/officeDocument/2006/relationships/image" Target="../media/image1801.png"/><Relationship Id="rId574" Type="http://schemas.openxmlformats.org/officeDocument/2006/relationships/customXml" Target="../ink/ink2391.xml"/><Relationship Id="rId227" Type="http://schemas.openxmlformats.org/officeDocument/2006/relationships/image" Target="../media/image1733.png"/><Relationship Id="rId781" Type="http://schemas.openxmlformats.org/officeDocument/2006/relationships/image" Target="../media/image2005.png"/><Relationship Id="rId879" Type="http://schemas.openxmlformats.org/officeDocument/2006/relationships/customXml" Target="../ink/ink2544.xml"/><Relationship Id="rId434" Type="http://schemas.openxmlformats.org/officeDocument/2006/relationships/customXml" Target="../ink/ink2321.xml"/><Relationship Id="rId641" Type="http://schemas.openxmlformats.org/officeDocument/2006/relationships/image" Target="../media/image1936.png"/><Relationship Id="rId739" Type="http://schemas.openxmlformats.org/officeDocument/2006/relationships/image" Target="../media/image1984.png"/><Relationship Id="rId280" Type="http://schemas.openxmlformats.org/officeDocument/2006/relationships/customXml" Target="../ink/ink2244.xml"/><Relationship Id="rId501" Type="http://schemas.openxmlformats.org/officeDocument/2006/relationships/image" Target="../media/image1866.png"/><Relationship Id="rId75" Type="http://schemas.openxmlformats.org/officeDocument/2006/relationships/image" Target="../media/image1659.png"/><Relationship Id="rId140" Type="http://schemas.openxmlformats.org/officeDocument/2006/relationships/customXml" Target="../ink/ink2174.xml"/><Relationship Id="rId378" Type="http://schemas.openxmlformats.org/officeDocument/2006/relationships/customXml" Target="../ink/ink2293.xml"/><Relationship Id="rId585" Type="http://schemas.openxmlformats.org/officeDocument/2006/relationships/image" Target="../media/image1908.png"/><Relationship Id="rId792" Type="http://schemas.openxmlformats.org/officeDocument/2006/relationships/customXml" Target="../ink/ink2500.xml"/><Relationship Id="rId806" Type="http://schemas.openxmlformats.org/officeDocument/2006/relationships/customXml" Target="../ink/ink2507.xml"/><Relationship Id="rId6" Type="http://schemas.openxmlformats.org/officeDocument/2006/relationships/customXml" Target="../ink/ink2107.xml"/><Relationship Id="rId238" Type="http://schemas.openxmlformats.org/officeDocument/2006/relationships/customXml" Target="../ink/ink2223.xml"/><Relationship Id="rId445" Type="http://schemas.openxmlformats.org/officeDocument/2006/relationships/image" Target="../media/image1839.png"/><Relationship Id="rId652" Type="http://schemas.openxmlformats.org/officeDocument/2006/relationships/customXml" Target="../ink/ink2430.xml"/><Relationship Id="rId291" Type="http://schemas.openxmlformats.org/officeDocument/2006/relationships/image" Target="../media/image1765.png"/><Relationship Id="rId305" Type="http://schemas.openxmlformats.org/officeDocument/2006/relationships/image" Target="../media/image1771.png"/><Relationship Id="rId512" Type="http://schemas.openxmlformats.org/officeDocument/2006/relationships/customXml" Target="../ink/ink2360.xml"/><Relationship Id="rId86" Type="http://schemas.openxmlformats.org/officeDocument/2006/relationships/customXml" Target="../ink/ink2147.xml"/><Relationship Id="rId151" Type="http://schemas.openxmlformats.org/officeDocument/2006/relationships/image" Target="../media/image1696.png"/><Relationship Id="rId389" Type="http://schemas.openxmlformats.org/officeDocument/2006/relationships/image" Target="../media/image1812.png"/><Relationship Id="rId596" Type="http://schemas.openxmlformats.org/officeDocument/2006/relationships/customXml" Target="../ink/ink2402.xml"/><Relationship Id="rId817" Type="http://schemas.openxmlformats.org/officeDocument/2006/relationships/image" Target="../media/image2023.png"/><Relationship Id="rId249" Type="http://schemas.openxmlformats.org/officeDocument/2006/relationships/image" Target="../media/image1744.png"/><Relationship Id="rId456" Type="http://schemas.openxmlformats.org/officeDocument/2006/relationships/customXml" Target="../ink/ink2332.xml"/><Relationship Id="rId663" Type="http://schemas.openxmlformats.org/officeDocument/2006/relationships/image" Target="../media/image1947.png"/><Relationship Id="rId870" Type="http://schemas.openxmlformats.org/officeDocument/2006/relationships/image" Target="../media/image2049.png"/><Relationship Id="rId13" Type="http://schemas.openxmlformats.org/officeDocument/2006/relationships/image" Target="../media/image1629.png"/><Relationship Id="rId109" Type="http://schemas.openxmlformats.org/officeDocument/2006/relationships/image" Target="../media/image1676.png"/><Relationship Id="rId316" Type="http://schemas.openxmlformats.org/officeDocument/2006/relationships/customXml" Target="../ink/ink2262.xml"/><Relationship Id="rId523" Type="http://schemas.openxmlformats.org/officeDocument/2006/relationships/image" Target="../media/image1877.png"/><Relationship Id="rId97" Type="http://schemas.openxmlformats.org/officeDocument/2006/relationships/image" Target="../media/image1670.png"/><Relationship Id="rId730" Type="http://schemas.openxmlformats.org/officeDocument/2006/relationships/customXml" Target="../ink/ink2469.xml"/><Relationship Id="rId828" Type="http://schemas.openxmlformats.org/officeDocument/2006/relationships/customXml" Target="../ink/ink2518.xml"/><Relationship Id="rId162" Type="http://schemas.openxmlformats.org/officeDocument/2006/relationships/customXml" Target="../ink/ink2185.xml"/><Relationship Id="rId467" Type="http://schemas.openxmlformats.org/officeDocument/2006/relationships/image" Target="../media/image1850.png"/><Relationship Id="rId674" Type="http://schemas.openxmlformats.org/officeDocument/2006/relationships/customXml" Target="../ink/ink2441.xml"/><Relationship Id="rId881" Type="http://schemas.openxmlformats.org/officeDocument/2006/relationships/customXml" Target="../ink/ink2545.xml"/><Relationship Id="rId24" Type="http://schemas.openxmlformats.org/officeDocument/2006/relationships/customXml" Target="../ink/ink2116.xml"/><Relationship Id="rId327" Type="http://schemas.openxmlformats.org/officeDocument/2006/relationships/image" Target="../media/image1781.png"/><Relationship Id="rId534" Type="http://schemas.openxmlformats.org/officeDocument/2006/relationships/customXml" Target="../ink/ink2371.xml"/><Relationship Id="rId741" Type="http://schemas.openxmlformats.org/officeDocument/2006/relationships/image" Target="../media/image1985.png"/><Relationship Id="rId839" Type="http://schemas.openxmlformats.org/officeDocument/2006/relationships/image" Target="../media/image2034.png"/><Relationship Id="rId173" Type="http://schemas.openxmlformats.org/officeDocument/2006/relationships/image" Target="../media/image1706.png"/><Relationship Id="rId380" Type="http://schemas.openxmlformats.org/officeDocument/2006/relationships/customXml" Target="../ink/ink2294.xml"/><Relationship Id="rId601" Type="http://schemas.openxmlformats.org/officeDocument/2006/relationships/image" Target="../media/image1916.png"/><Relationship Id="rId240" Type="http://schemas.openxmlformats.org/officeDocument/2006/relationships/customXml" Target="../ink/ink2224.xml"/><Relationship Id="rId478" Type="http://schemas.openxmlformats.org/officeDocument/2006/relationships/customXml" Target="../ink/ink2343.xml"/><Relationship Id="rId685" Type="http://schemas.openxmlformats.org/officeDocument/2006/relationships/image" Target="../media/image1957.png"/><Relationship Id="rId35" Type="http://schemas.openxmlformats.org/officeDocument/2006/relationships/image" Target="../media/image1640.png"/><Relationship Id="rId100" Type="http://schemas.openxmlformats.org/officeDocument/2006/relationships/customXml" Target="../ink/ink2154.xml"/><Relationship Id="rId338" Type="http://schemas.openxmlformats.org/officeDocument/2006/relationships/customXml" Target="../ink/ink2273.xml"/><Relationship Id="rId545" Type="http://schemas.openxmlformats.org/officeDocument/2006/relationships/image" Target="../media/image1888.png"/><Relationship Id="rId752" Type="http://schemas.openxmlformats.org/officeDocument/2006/relationships/customXml" Target="../ink/ink2480.xml"/><Relationship Id="rId184" Type="http://schemas.openxmlformats.org/officeDocument/2006/relationships/customXml" Target="../ink/ink2196.xml"/><Relationship Id="rId391" Type="http://schemas.openxmlformats.org/officeDocument/2006/relationships/image" Target="../media/image1813.png"/><Relationship Id="rId405" Type="http://schemas.openxmlformats.org/officeDocument/2006/relationships/image" Target="../media/image1819.png"/><Relationship Id="rId612" Type="http://schemas.openxmlformats.org/officeDocument/2006/relationships/customXml" Target="../ink/ink2410.xml"/><Relationship Id="rId251" Type="http://schemas.openxmlformats.org/officeDocument/2006/relationships/image" Target="../media/image1745.png"/><Relationship Id="rId489" Type="http://schemas.openxmlformats.org/officeDocument/2006/relationships/image" Target="../media/image1860.png"/><Relationship Id="rId696" Type="http://schemas.openxmlformats.org/officeDocument/2006/relationships/customXml" Target="../ink/ink2452.xml"/><Relationship Id="rId46" Type="http://schemas.openxmlformats.org/officeDocument/2006/relationships/customXml" Target="../ink/ink2127.xml"/><Relationship Id="rId349" Type="http://schemas.openxmlformats.org/officeDocument/2006/relationships/image" Target="../media/image1792.png"/><Relationship Id="rId556" Type="http://schemas.openxmlformats.org/officeDocument/2006/relationships/customXml" Target="../ink/ink2382.xml"/><Relationship Id="rId763" Type="http://schemas.openxmlformats.org/officeDocument/2006/relationships/image" Target="../media/image1996.png"/><Relationship Id="rId111" Type="http://schemas.openxmlformats.org/officeDocument/2006/relationships/image" Target="../media/image1677.png"/><Relationship Id="rId195" Type="http://schemas.openxmlformats.org/officeDocument/2006/relationships/image" Target="../media/image1717.png"/><Relationship Id="rId209" Type="http://schemas.openxmlformats.org/officeDocument/2006/relationships/image" Target="../media/image1724.png"/><Relationship Id="rId416" Type="http://schemas.openxmlformats.org/officeDocument/2006/relationships/customXml" Target="../ink/ink2312.xml"/><Relationship Id="rId623" Type="http://schemas.openxmlformats.org/officeDocument/2006/relationships/image" Target="../media/image1927.png"/><Relationship Id="rId830" Type="http://schemas.openxmlformats.org/officeDocument/2006/relationships/customXml" Target="../ink/ink2519.xml"/><Relationship Id="rId15" Type="http://schemas.openxmlformats.org/officeDocument/2006/relationships/image" Target="../media/image1630.png"/><Relationship Id="rId57" Type="http://schemas.openxmlformats.org/officeDocument/2006/relationships/image" Target="../media/image1650.png"/><Relationship Id="rId262" Type="http://schemas.openxmlformats.org/officeDocument/2006/relationships/customXml" Target="../ink/ink2235.xml"/><Relationship Id="rId318" Type="http://schemas.openxmlformats.org/officeDocument/2006/relationships/customXml" Target="../ink/ink2263.xml"/><Relationship Id="rId525" Type="http://schemas.openxmlformats.org/officeDocument/2006/relationships/image" Target="../media/image1878.png"/><Relationship Id="rId567" Type="http://schemas.openxmlformats.org/officeDocument/2006/relationships/image" Target="../media/image1899.png"/><Relationship Id="rId732" Type="http://schemas.openxmlformats.org/officeDocument/2006/relationships/customXml" Target="../ink/ink2470.xml"/><Relationship Id="rId99" Type="http://schemas.openxmlformats.org/officeDocument/2006/relationships/image" Target="../media/image1671.png"/><Relationship Id="rId122" Type="http://schemas.openxmlformats.org/officeDocument/2006/relationships/customXml" Target="../ink/ink2165.xml"/><Relationship Id="rId164" Type="http://schemas.openxmlformats.org/officeDocument/2006/relationships/customXml" Target="../ink/ink2186.xml"/><Relationship Id="rId371" Type="http://schemas.openxmlformats.org/officeDocument/2006/relationships/image" Target="../media/image1803.png"/><Relationship Id="rId774" Type="http://schemas.openxmlformats.org/officeDocument/2006/relationships/customXml" Target="../ink/ink2491.xml"/><Relationship Id="rId427" Type="http://schemas.openxmlformats.org/officeDocument/2006/relationships/image" Target="../media/image1830.png"/><Relationship Id="rId469" Type="http://schemas.openxmlformats.org/officeDocument/2006/relationships/image" Target="../media/image1851.png"/><Relationship Id="rId634" Type="http://schemas.openxmlformats.org/officeDocument/2006/relationships/customXml" Target="../ink/ink2421.xml"/><Relationship Id="rId676" Type="http://schemas.openxmlformats.org/officeDocument/2006/relationships/customXml" Target="../ink/ink2442.xml"/><Relationship Id="rId841" Type="http://schemas.openxmlformats.org/officeDocument/2006/relationships/image" Target="../media/image2035.png"/><Relationship Id="rId883" Type="http://schemas.openxmlformats.org/officeDocument/2006/relationships/customXml" Target="../ink/ink2546.xml"/><Relationship Id="rId26" Type="http://schemas.openxmlformats.org/officeDocument/2006/relationships/customXml" Target="../ink/ink2117.xml"/><Relationship Id="rId231" Type="http://schemas.openxmlformats.org/officeDocument/2006/relationships/image" Target="../media/image1735.png"/><Relationship Id="rId273" Type="http://schemas.openxmlformats.org/officeDocument/2006/relationships/image" Target="../media/image1756.png"/><Relationship Id="rId329" Type="http://schemas.openxmlformats.org/officeDocument/2006/relationships/image" Target="../media/image1782.png"/><Relationship Id="rId480" Type="http://schemas.openxmlformats.org/officeDocument/2006/relationships/customXml" Target="../ink/ink2344.xml"/><Relationship Id="rId536" Type="http://schemas.openxmlformats.org/officeDocument/2006/relationships/customXml" Target="../ink/ink2372.xml"/><Relationship Id="rId701" Type="http://schemas.openxmlformats.org/officeDocument/2006/relationships/image" Target="../media/image1965.png"/><Relationship Id="rId68" Type="http://schemas.openxmlformats.org/officeDocument/2006/relationships/customXml" Target="../ink/ink2138.xml"/><Relationship Id="rId133" Type="http://schemas.openxmlformats.org/officeDocument/2006/relationships/image" Target="../media/image1688.png"/><Relationship Id="rId175" Type="http://schemas.openxmlformats.org/officeDocument/2006/relationships/image" Target="../media/image1707.png"/><Relationship Id="rId340" Type="http://schemas.openxmlformats.org/officeDocument/2006/relationships/customXml" Target="../ink/ink2274.xml"/><Relationship Id="rId578" Type="http://schemas.openxmlformats.org/officeDocument/2006/relationships/customXml" Target="../ink/ink2393.xml"/><Relationship Id="rId743" Type="http://schemas.openxmlformats.org/officeDocument/2006/relationships/image" Target="../media/image1986.png"/><Relationship Id="rId785" Type="http://schemas.openxmlformats.org/officeDocument/2006/relationships/image" Target="../media/image2007.png"/><Relationship Id="rId200" Type="http://schemas.openxmlformats.org/officeDocument/2006/relationships/customXml" Target="../ink/ink2204.xml"/><Relationship Id="rId382" Type="http://schemas.openxmlformats.org/officeDocument/2006/relationships/customXml" Target="../ink/ink2295.xml"/><Relationship Id="rId438" Type="http://schemas.openxmlformats.org/officeDocument/2006/relationships/customXml" Target="../ink/ink2323.xml"/><Relationship Id="rId603" Type="http://schemas.openxmlformats.org/officeDocument/2006/relationships/image" Target="../media/image1917.png"/><Relationship Id="rId645" Type="http://schemas.openxmlformats.org/officeDocument/2006/relationships/image" Target="../media/image1938.png"/><Relationship Id="rId687" Type="http://schemas.openxmlformats.org/officeDocument/2006/relationships/image" Target="../media/image1958.png"/><Relationship Id="rId810" Type="http://schemas.openxmlformats.org/officeDocument/2006/relationships/customXml" Target="../ink/ink2509.xml"/><Relationship Id="rId852" Type="http://schemas.openxmlformats.org/officeDocument/2006/relationships/customXml" Target="../ink/ink2530.xml"/><Relationship Id="rId242" Type="http://schemas.openxmlformats.org/officeDocument/2006/relationships/customXml" Target="../ink/ink2225.xml"/><Relationship Id="rId284" Type="http://schemas.openxmlformats.org/officeDocument/2006/relationships/customXml" Target="../ink/ink2246.xml"/><Relationship Id="rId491" Type="http://schemas.openxmlformats.org/officeDocument/2006/relationships/image" Target="../media/image1861.png"/><Relationship Id="rId505" Type="http://schemas.openxmlformats.org/officeDocument/2006/relationships/image" Target="../media/image1868.png"/><Relationship Id="rId712" Type="http://schemas.openxmlformats.org/officeDocument/2006/relationships/customXml" Target="../ink/ink2460.xml"/><Relationship Id="rId37" Type="http://schemas.openxmlformats.org/officeDocument/2006/relationships/image" Target="../media/image1641.png"/><Relationship Id="rId79" Type="http://schemas.openxmlformats.org/officeDocument/2006/relationships/image" Target="../media/image1661.png"/><Relationship Id="rId102" Type="http://schemas.openxmlformats.org/officeDocument/2006/relationships/customXml" Target="../ink/ink2155.xml"/><Relationship Id="rId144" Type="http://schemas.openxmlformats.org/officeDocument/2006/relationships/customXml" Target="../ink/ink2176.xml"/><Relationship Id="rId547" Type="http://schemas.openxmlformats.org/officeDocument/2006/relationships/image" Target="../media/image1889.png"/><Relationship Id="rId589" Type="http://schemas.openxmlformats.org/officeDocument/2006/relationships/image" Target="../media/image1910.png"/><Relationship Id="rId754" Type="http://schemas.openxmlformats.org/officeDocument/2006/relationships/customXml" Target="../ink/ink2481.xml"/><Relationship Id="rId796" Type="http://schemas.openxmlformats.org/officeDocument/2006/relationships/customXml" Target="../ink/ink2502.xml"/><Relationship Id="rId90" Type="http://schemas.openxmlformats.org/officeDocument/2006/relationships/customXml" Target="../ink/ink2149.xml"/><Relationship Id="rId186" Type="http://schemas.openxmlformats.org/officeDocument/2006/relationships/customXml" Target="../ink/ink2197.xml"/><Relationship Id="rId351" Type="http://schemas.openxmlformats.org/officeDocument/2006/relationships/image" Target="../media/image1793.png"/><Relationship Id="rId393" Type="http://schemas.openxmlformats.org/officeDocument/2006/relationships/image" Target="../media/image1171.png"/><Relationship Id="rId407" Type="http://schemas.openxmlformats.org/officeDocument/2006/relationships/image" Target="../media/image1820.png"/><Relationship Id="rId449" Type="http://schemas.openxmlformats.org/officeDocument/2006/relationships/image" Target="../media/image1841.png"/><Relationship Id="rId614" Type="http://schemas.openxmlformats.org/officeDocument/2006/relationships/customXml" Target="../ink/ink2411.xml"/><Relationship Id="rId656" Type="http://schemas.openxmlformats.org/officeDocument/2006/relationships/customXml" Target="../ink/ink2432.xml"/><Relationship Id="rId821" Type="http://schemas.openxmlformats.org/officeDocument/2006/relationships/image" Target="../media/image2025.png"/><Relationship Id="rId863" Type="http://schemas.openxmlformats.org/officeDocument/2006/relationships/image" Target="../media/image2046.png"/><Relationship Id="rId211" Type="http://schemas.openxmlformats.org/officeDocument/2006/relationships/image" Target="../media/image1725.png"/><Relationship Id="rId253" Type="http://schemas.openxmlformats.org/officeDocument/2006/relationships/image" Target="../media/image1746.png"/><Relationship Id="rId295" Type="http://schemas.openxmlformats.org/officeDocument/2006/relationships/image" Target="../media/image1767.png"/><Relationship Id="rId309" Type="http://schemas.openxmlformats.org/officeDocument/2006/relationships/image" Target="../media/image1773.png"/><Relationship Id="rId460" Type="http://schemas.openxmlformats.org/officeDocument/2006/relationships/customXml" Target="../ink/ink2334.xml"/><Relationship Id="rId516" Type="http://schemas.openxmlformats.org/officeDocument/2006/relationships/customXml" Target="../ink/ink2362.xml"/><Relationship Id="rId698" Type="http://schemas.openxmlformats.org/officeDocument/2006/relationships/customXml" Target="../ink/ink2453.xml"/><Relationship Id="rId48" Type="http://schemas.openxmlformats.org/officeDocument/2006/relationships/customXml" Target="../ink/ink2128.xml"/><Relationship Id="rId113" Type="http://schemas.openxmlformats.org/officeDocument/2006/relationships/image" Target="../media/image1678.png"/><Relationship Id="rId320" Type="http://schemas.openxmlformats.org/officeDocument/2006/relationships/customXml" Target="../ink/ink2264.xml"/><Relationship Id="rId558" Type="http://schemas.openxmlformats.org/officeDocument/2006/relationships/customXml" Target="../ink/ink2383.xml"/><Relationship Id="rId723" Type="http://schemas.openxmlformats.org/officeDocument/2006/relationships/image" Target="../media/image1976.png"/><Relationship Id="rId765" Type="http://schemas.openxmlformats.org/officeDocument/2006/relationships/image" Target="../media/image1997.png"/><Relationship Id="rId155" Type="http://schemas.openxmlformats.org/officeDocument/2006/relationships/image" Target="../media/image1698.png"/><Relationship Id="rId197" Type="http://schemas.openxmlformats.org/officeDocument/2006/relationships/image" Target="../media/image1718.png"/><Relationship Id="rId362" Type="http://schemas.openxmlformats.org/officeDocument/2006/relationships/customXml" Target="../ink/ink2285.xml"/><Relationship Id="rId418" Type="http://schemas.openxmlformats.org/officeDocument/2006/relationships/customXml" Target="../ink/ink2313.xml"/><Relationship Id="rId625" Type="http://schemas.openxmlformats.org/officeDocument/2006/relationships/image" Target="../media/image1928.png"/><Relationship Id="rId832" Type="http://schemas.openxmlformats.org/officeDocument/2006/relationships/customXml" Target="../ink/ink2520.xml"/><Relationship Id="rId222" Type="http://schemas.openxmlformats.org/officeDocument/2006/relationships/customXml" Target="../ink/ink2215.xml"/><Relationship Id="rId264" Type="http://schemas.openxmlformats.org/officeDocument/2006/relationships/customXml" Target="../ink/ink2236.xml"/><Relationship Id="rId471" Type="http://schemas.openxmlformats.org/officeDocument/2006/relationships/image" Target="../media/image1852.png"/><Relationship Id="rId667" Type="http://schemas.openxmlformats.org/officeDocument/2006/relationships/image" Target="../media/image1949.png"/><Relationship Id="rId874" Type="http://schemas.openxmlformats.org/officeDocument/2006/relationships/image" Target="../media/image2051.png"/><Relationship Id="rId17" Type="http://schemas.openxmlformats.org/officeDocument/2006/relationships/image" Target="../media/image1631.png"/><Relationship Id="rId59" Type="http://schemas.openxmlformats.org/officeDocument/2006/relationships/image" Target="../media/image1651.png"/><Relationship Id="rId124" Type="http://schemas.openxmlformats.org/officeDocument/2006/relationships/customXml" Target="../ink/ink2166.xml"/><Relationship Id="rId527" Type="http://schemas.openxmlformats.org/officeDocument/2006/relationships/image" Target="../media/image1879.png"/><Relationship Id="rId569" Type="http://schemas.openxmlformats.org/officeDocument/2006/relationships/image" Target="../media/image1900.png"/><Relationship Id="rId734" Type="http://schemas.openxmlformats.org/officeDocument/2006/relationships/customXml" Target="../ink/ink2471.xml"/><Relationship Id="rId776" Type="http://schemas.openxmlformats.org/officeDocument/2006/relationships/customXml" Target="../ink/ink2492.xml"/><Relationship Id="rId70" Type="http://schemas.openxmlformats.org/officeDocument/2006/relationships/customXml" Target="../ink/ink2139.xml"/><Relationship Id="rId166" Type="http://schemas.openxmlformats.org/officeDocument/2006/relationships/customXml" Target="../ink/ink2187.xml"/><Relationship Id="rId331" Type="http://schemas.openxmlformats.org/officeDocument/2006/relationships/image" Target="../media/image1783.png"/><Relationship Id="rId373" Type="http://schemas.openxmlformats.org/officeDocument/2006/relationships/image" Target="../media/image1804.png"/><Relationship Id="rId429" Type="http://schemas.openxmlformats.org/officeDocument/2006/relationships/image" Target="../media/image1831.png"/><Relationship Id="rId580" Type="http://schemas.openxmlformats.org/officeDocument/2006/relationships/customXml" Target="../ink/ink2394.xml"/><Relationship Id="rId636" Type="http://schemas.openxmlformats.org/officeDocument/2006/relationships/customXml" Target="../ink/ink2422.xml"/><Relationship Id="rId801" Type="http://schemas.openxmlformats.org/officeDocument/2006/relationships/image" Target="../media/image2015.png"/><Relationship Id="rId1" Type="http://schemas.openxmlformats.org/officeDocument/2006/relationships/slideLayout" Target="../slideLayouts/slideLayout2.xml"/><Relationship Id="rId233" Type="http://schemas.openxmlformats.org/officeDocument/2006/relationships/image" Target="../media/image1736.png"/><Relationship Id="rId440" Type="http://schemas.openxmlformats.org/officeDocument/2006/relationships/customXml" Target="../ink/ink2324.xml"/><Relationship Id="rId678" Type="http://schemas.openxmlformats.org/officeDocument/2006/relationships/customXml" Target="../ink/ink2443.xml"/><Relationship Id="rId843" Type="http://schemas.openxmlformats.org/officeDocument/2006/relationships/image" Target="../media/image2036.png"/><Relationship Id="rId28" Type="http://schemas.openxmlformats.org/officeDocument/2006/relationships/customXml" Target="../ink/ink2118.xml"/><Relationship Id="rId275" Type="http://schemas.openxmlformats.org/officeDocument/2006/relationships/image" Target="../media/image1757.png"/><Relationship Id="rId300" Type="http://schemas.openxmlformats.org/officeDocument/2006/relationships/customXml" Target="../ink/ink2254.xml"/><Relationship Id="rId482" Type="http://schemas.openxmlformats.org/officeDocument/2006/relationships/customXml" Target="../ink/ink2345.xml"/><Relationship Id="rId538" Type="http://schemas.openxmlformats.org/officeDocument/2006/relationships/customXml" Target="../ink/ink2373.xml"/><Relationship Id="rId703" Type="http://schemas.openxmlformats.org/officeDocument/2006/relationships/image" Target="../media/image1966.png"/><Relationship Id="rId745" Type="http://schemas.openxmlformats.org/officeDocument/2006/relationships/image" Target="../media/image1987.png"/><Relationship Id="rId81" Type="http://schemas.openxmlformats.org/officeDocument/2006/relationships/image" Target="../media/image1662.png"/><Relationship Id="rId135" Type="http://schemas.openxmlformats.org/officeDocument/2006/relationships/image" Target="../media/image1689.png"/><Relationship Id="rId177" Type="http://schemas.openxmlformats.org/officeDocument/2006/relationships/image" Target="../media/image1708.png"/><Relationship Id="rId342" Type="http://schemas.openxmlformats.org/officeDocument/2006/relationships/customXml" Target="../ink/ink2275.xml"/><Relationship Id="rId384" Type="http://schemas.openxmlformats.org/officeDocument/2006/relationships/customXml" Target="../ink/ink2296.xml"/><Relationship Id="rId591" Type="http://schemas.openxmlformats.org/officeDocument/2006/relationships/image" Target="../media/image1911.png"/><Relationship Id="rId605" Type="http://schemas.openxmlformats.org/officeDocument/2006/relationships/image" Target="../media/image1918.png"/><Relationship Id="rId787" Type="http://schemas.openxmlformats.org/officeDocument/2006/relationships/image" Target="../media/image2008.png"/><Relationship Id="rId812" Type="http://schemas.openxmlformats.org/officeDocument/2006/relationships/customXml" Target="../ink/ink2510.xml"/><Relationship Id="rId202" Type="http://schemas.openxmlformats.org/officeDocument/2006/relationships/customXml" Target="../ink/ink2205.xml"/><Relationship Id="rId244" Type="http://schemas.openxmlformats.org/officeDocument/2006/relationships/customXml" Target="../ink/ink2226.xml"/><Relationship Id="rId647" Type="http://schemas.openxmlformats.org/officeDocument/2006/relationships/image" Target="../media/image1939.png"/><Relationship Id="rId689" Type="http://schemas.openxmlformats.org/officeDocument/2006/relationships/image" Target="../media/image1959.png"/><Relationship Id="rId854" Type="http://schemas.openxmlformats.org/officeDocument/2006/relationships/customXml" Target="../ink/ink2531.xml"/><Relationship Id="rId39" Type="http://schemas.openxmlformats.org/officeDocument/2006/relationships/image" Target="../media/image1642.png"/><Relationship Id="rId286" Type="http://schemas.openxmlformats.org/officeDocument/2006/relationships/customXml" Target="../ink/ink2247.xml"/><Relationship Id="rId451" Type="http://schemas.openxmlformats.org/officeDocument/2006/relationships/image" Target="../media/image1842.png"/><Relationship Id="rId493" Type="http://schemas.openxmlformats.org/officeDocument/2006/relationships/image" Target="../media/image1862.png"/><Relationship Id="rId507" Type="http://schemas.openxmlformats.org/officeDocument/2006/relationships/image" Target="../media/image1869.png"/><Relationship Id="rId549" Type="http://schemas.openxmlformats.org/officeDocument/2006/relationships/image" Target="../media/image1890.png"/><Relationship Id="rId714" Type="http://schemas.openxmlformats.org/officeDocument/2006/relationships/customXml" Target="../ink/ink2461.xml"/><Relationship Id="rId756" Type="http://schemas.openxmlformats.org/officeDocument/2006/relationships/customXml" Target="../ink/ink2482.xml"/><Relationship Id="rId50" Type="http://schemas.openxmlformats.org/officeDocument/2006/relationships/customXml" Target="../ink/ink2129.xml"/><Relationship Id="rId104" Type="http://schemas.openxmlformats.org/officeDocument/2006/relationships/customXml" Target="../ink/ink2156.xml"/><Relationship Id="rId146" Type="http://schemas.openxmlformats.org/officeDocument/2006/relationships/customXml" Target="../ink/ink2177.xml"/><Relationship Id="rId188" Type="http://schemas.openxmlformats.org/officeDocument/2006/relationships/customXml" Target="../ink/ink2198.xml"/><Relationship Id="rId311" Type="http://schemas.openxmlformats.org/officeDocument/2006/relationships/image" Target="../media/image1774.png"/><Relationship Id="rId353" Type="http://schemas.openxmlformats.org/officeDocument/2006/relationships/image" Target="../media/image1794.png"/><Relationship Id="rId395" Type="http://schemas.openxmlformats.org/officeDocument/2006/relationships/image" Target="../media/image1814.png"/><Relationship Id="rId409" Type="http://schemas.openxmlformats.org/officeDocument/2006/relationships/image" Target="../media/image1821.png"/><Relationship Id="rId560" Type="http://schemas.openxmlformats.org/officeDocument/2006/relationships/customXml" Target="../ink/ink2384.xml"/><Relationship Id="rId798" Type="http://schemas.openxmlformats.org/officeDocument/2006/relationships/customXml" Target="../ink/ink2503.xml"/><Relationship Id="rId92" Type="http://schemas.openxmlformats.org/officeDocument/2006/relationships/customXml" Target="../ink/ink2150.xml"/><Relationship Id="rId213" Type="http://schemas.openxmlformats.org/officeDocument/2006/relationships/image" Target="../media/image1726.png"/><Relationship Id="rId420" Type="http://schemas.openxmlformats.org/officeDocument/2006/relationships/customXml" Target="../ink/ink2314.xml"/><Relationship Id="rId616" Type="http://schemas.openxmlformats.org/officeDocument/2006/relationships/customXml" Target="../ink/ink2412.xml"/><Relationship Id="rId658" Type="http://schemas.openxmlformats.org/officeDocument/2006/relationships/customXml" Target="../ink/ink2433.xml"/><Relationship Id="rId823" Type="http://schemas.openxmlformats.org/officeDocument/2006/relationships/image" Target="../media/image2026.png"/><Relationship Id="rId865" Type="http://schemas.openxmlformats.org/officeDocument/2006/relationships/image" Target="../media/image2047.png"/><Relationship Id="rId255" Type="http://schemas.openxmlformats.org/officeDocument/2006/relationships/image" Target="../media/image1747.png"/><Relationship Id="rId297" Type="http://schemas.openxmlformats.org/officeDocument/2006/relationships/image" Target="../media/image1478.png"/><Relationship Id="rId462" Type="http://schemas.openxmlformats.org/officeDocument/2006/relationships/customXml" Target="../ink/ink2335.xml"/><Relationship Id="rId518" Type="http://schemas.openxmlformats.org/officeDocument/2006/relationships/customXml" Target="../ink/ink2363.xml"/><Relationship Id="rId725" Type="http://schemas.openxmlformats.org/officeDocument/2006/relationships/image" Target="../media/image1977.png"/><Relationship Id="rId115" Type="http://schemas.openxmlformats.org/officeDocument/2006/relationships/image" Target="../media/image1679.png"/><Relationship Id="rId157" Type="http://schemas.openxmlformats.org/officeDocument/2006/relationships/image" Target="../media/image1699.png"/><Relationship Id="rId322" Type="http://schemas.openxmlformats.org/officeDocument/2006/relationships/customXml" Target="../ink/ink2265.xml"/><Relationship Id="rId364" Type="http://schemas.openxmlformats.org/officeDocument/2006/relationships/customXml" Target="../ink/ink2286.xml"/><Relationship Id="rId767" Type="http://schemas.openxmlformats.org/officeDocument/2006/relationships/image" Target="../media/image1998.png"/><Relationship Id="rId61" Type="http://schemas.openxmlformats.org/officeDocument/2006/relationships/image" Target="../media/image1652.png"/><Relationship Id="rId199" Type="http://schemas.openxmlformats.org/officeDocument/2006/relationships/image" Target="../media/image1719.png"/><Relationship Id="rId571" Type="http://schemas.openxmlformats.org/officeDocument/2006/relationships/image" Target="../media/image1901.png"/><Relationship Id="rId627" Type="http://schemas.openxmlformats.org/officeDocument/2006/relationships/image" Target="../media/image1929.png"/><Relationship Id="rId669" Type="http://schemas.openxmlformats.org/officeDocument/2006/relationships/image" Target="../media/image1950.png"/><Relationship Id="rId834" Type="http://schemas.openxmlformats.org/officeDocument/2006/relationships/customXml" Target="../ink/ink2521.xml"/><Relationship Id="rId876" Type="http://schemas.openxmlformats.org/officeDocument/2006/relationships/image" Target="../media/image2052.png"/><Relationship Id="rId19" Type="http://schemas.openxmlformats.org/officeDocument/2006/relationships/image" Target="../media/image1632.png"/><Relationship Id="rId224" Type="http://schemas.openxmlformats.org/officeDocument/2006/relationships/customXml" Target="../ink/ink2216.xml"/><Relationship Id="rId266" Type="http://schemas.openxmlformats.org/officeDocument/2006/relationships/customXml" Target="../ink/ink2237.xml"/><Relationship Id="rId431" Type="http://schemas.openxmlformats.org/officeDocument/2006/relationships/image" Target="../media/image1832.png"/><Relationship Id="rId473" Type="http://schemas.openxmlformats.org/officeDocument/2006/relationships/image" Target="../media/image1853.png"/><Relationship Id="rId529" Type="http://schemas.openxmlformats.org/officeDocument/2006/relationships/image" Target="../media/image1880.png"/><Relationship Id="rId680" Type="http://schemas.openxmlformats.org/officeDocument/2006/relationships/customXml" Target="../ink/ink2444.xml"/><Relationship Id="rId736" Type="http://schemas.openxmlformats.org/officeDocument/2006/relationships/customXml" Target="../ink/ink2472.xml"/><Relationship Id="rId30" Type="http://schemas.openxmlformats.org/officeDocument/2006/relationships/customXml" Target="../ink/ink2119.xml"/><Relationship Id="rId126" Type="http://schemas.openxmlformats.org/officeDocument/2006/relationships/customXml" Target="../ink/ink2167.xml"/><Relationship Id="rId168" Type="http://schemas.openxmlformats.org/officeDocument/2006/relationships/customXml" Target="../ink/ink2188.xml"/><Relationship Id="rId333" Type="http://schemas.openxmlformats.org/officeDocument/2006/relationships/image" Target="../media/image1784.png"/><Relationship Id="rId540" Type="http://schemas.openxmlformats.org/officeDocument/2006/relationships/customXml" Target="../ink/ink2374.xml"/><Relationship Id="rId778" Type="http://schemas.openxmlformats.org/officeDocument/2006/relationships/customXml" Target="../ink/ink2493.xml"/><Relationship Id="rId72" Type="http://schemas.openxmlformats.org/officeDocument/2006/relationships/customXml" Target="../ink/ink2140.xml"/><Relationship Id="rId375" Type="http://schemas.openxmlformats.org/officeDocument/2006/relationships/image" Target="../media/image1805.png"/><Relationship Id="rId582" Type="http://schemas.openxmlformats.org/officeDocument/2006/relationships/customXml" Target="../ink/ink2395.xml"/><Relationship Id="rId638" Type="http://schemas.openxmlformats.org/officeDocument/2006/relationships/customXml" Target="../ink/ink2423.xml"/><Relationship Id="rId803" Type="http://schemas.openxmlformats.org/officeDocument/2006/relationships/image" Target="../media/image2016.png"/><Relationship Id="rId845" Type="http://schemas.openxmlformats.org/officeDocument/2006/relationships/image" Target="../media/image2037.png"/><Relationship Id="rId3" Type="http://schemas.openxmlformats.org/officeDocument/2006/relationships/image" Target="../media/image1624.png"/><Relationship Id="rId235" Type="http://schemas.openxmlformats.org/officeDocument/2006/relationships/image" Target="../media/image1737.png"/><Relationship Id="rId277" Type="http://schemas.openxmlformats.org/officeDocument/2006/relationships/image" Target="../media/image1758.png"/><Relationship Id="rId400" Type="http://schemas.openxmlformats.org/officeDocument/2006/relationships/customXml" Target="../ink/ink2304.xml"/><Relationship Id="rId442" Type="http://schemas.openxmlformats.org/officeDocument/2006/relationships/customXml" Target="../ink/ink2325.xml"/><Relationship Id="rId484" Type="http://schemas.openxmlformats.org/officeDocument/2006/relationships/customXml" Target="../ink/ink2346.xml"/><Relationship Id="rId705" Type="http://schemas.openxmlformats.org/officeDocument/2006/relationships/image" Target="../media/image1967.png"/><Relationship Id="rId137" Type="http://schemas.openxmlformats.org/officeDocument/2006/relationships/image" Target="../media/image1690.png"/><Relationship Id="rId302" Type="http://schemas.openxmlformats.org/officeDocument/2006/relationships/customXml" Target="../ink/ink2255.xml"/><Relationship Id="rId344" Type="http://schemas.openxmlformats.org/officeDocument/2006/relationships/customXml" Target="../ink/ink2276.xml"/><Relationship Id="rId691" Type="http://schemas.openxmlformats.org/officeDocument/2006/relationships/image" Target="../media/image1960.png"/><Relationship Id="rId747" Type="http://schemas.openxmlformats.org/officeDocument/2006/relationships/image" Target="../media/image1988.png"/><Relationship Id="rId789" Type="http://schemas.openxmlformats.org/officeDocument/2006/relationships/image" Target="../media/image2009.png"/><Relationship Id="rId41" Type="http://schemas.openxmlformats.org/officeDocument/2006/relationships/image" Target="../media/image1643.png"/><Relationship Id="rId83" Type="http://schemas.openxmlformats.org/officeDocument/2006/relationships/image" Target="../media/image1663.png"/><Relationship Id="rId179" Type="http://schemas.openxmlformats.org/officeDocument/2006/relationships/image" Target="../media/image1709.png"/><Relationship Id="rId386" Type="http://schemas.openxmlformats.org/officeDocument/2006/relationships/customXml" Target="../ink/ink2297.xml"/><Relationship Id="rId551" Type="http://schemas.openxmlformats.org/officeDocument/2006/relationships/image" Target="../media/image1891.png"/><Relationship Id="rId593" Type="http://schemas.openxmlformats.org/officeDocument/2006/relationships/image" Target="../media/image1912.png"/><Relationship Id="rId607" Type="http://schemas.openxmlformats.org/officeDocument/2006/relationships/image" Target="../media/image1919.png"/><Relationship Id="rId649" Type="http://schemas.openxmlformats.org/officeDocument/2006/relationships/image" Target="../media/image1940.png"/><Relationship Id="rId814" Type="http://schemas.openxmlformats.org/officeDocument/2006/relationships/customXml" Target="../ink/ink2511.xml"/><Relationship Id="rId856" Type="http://schemas.openxmlformats.org/officeDocument/2006/relationships/customXml" Target="../ink/ink2532.xml"/><Relationship Id="rId190" Type="http://schemas.openxmlformats.org/officeDocument/2006/relationships/customXml" Target="../ink/ink2199.xml"/><Relationship Id="rId204" Type="http://schemas.openxmlformats.org/officeDocument/2006/relationships/customXml" Target="../ink/ink2206.xml"/><Relationship Id="rId246" Type="http://schemas.openxmlformats.org/officeDocument/2006/relationships/customXml" Target="../ink/ink2227.xml"/><Relationship Id="rId288" Type="http://schemas.openxmlformats.org/officeDocument/2006/relationships/customXml" Target="../ink/ink2248.xml"/><Relationship Id="rId411" Type="http://schemas.openxmlformats.org/officeDocument/2006/relationships/image" Target="../media/image1822.png"/><Relationship Id="rId453" Type="http://schemas.openxmlformats.org/officeDocument/2006/relationships/image" Target="../media/image1843.png"/><Relationship Id="rId509" Type="http://schemas.openxmlformats.org/officeDocument/2006/relationships/image" Target="../media/image1870.png"/><Relationship Id="rId660" Type="http://schemas.openxmlformats.org/officeDocument/2006/relationships/customXml" Target="../ink/ink2434.xml"/><Relationship Id="rId106" Type="http://schemas.openxmlformats.org/officeDocument/2006/relationships/customXml" Target="../ink/ink2157.xml"/><Relationship Id="rId313" Type="http://schemas.openxmlformats.org/officeDocument/2006/relationships/image" Target="../media/image1775.png"/><Relationship Id="rId495" Type="http://schemas.openxmlformats.org/officeDocument/2006/relationships/image" Target="../media/image1863.png"/><Relationship Id="rId716" Type="http://schemas.openxmlformats.org/officeDocument/2006/relationships/customXml" Target="../ink/ink2462.xml"/><Relationship Id="rId758" Type="http://schemas.openxmlformats.org/officeDocument/2006/relationships/customXml" Target="../ink/ink2483.xml"/><Relationship Id="rId10" Type="http://schemas.openxmlformats.org/officeDocument/2006/relationships/customXml" Target="../ink/ink2109.xml"/><Relationship Id="rId52" Type="http://schemas.openxmlformats.org/officeDocument/2006/relationships/customXml" Target="../ink/ink2130.xml"/><Relationship Id="rId94" Type="http://schemas.openxmlformats.org/officeDocument/2006/relationships/customXml" Target="../ink/ink2151.xml"/><Relationship Id="rId148" Type="http://schemas.openxmlformats.org/officeDocument/2006/relationships/customXml" Target="../ink/ink2178.xml"/><Relationship Id="rId355" Type="http://schemas.openxmlformats.org/officeDocument/2006/relationships/image" Target="../media/image1795.png"/><Relationship Id="rId397" Type="http://schemas.openxmlformats.org/officeDocument/2006/relationships/image" Target="../media/image1815.png"/><Relationship Id="rId520" Type="http://schemas.openxmlformats.org/officeDocument/2006/relationships/customXml" Target="../ink/ink2364.xml"/><Relationship Id="rId562" Type="http://schemas.openxmlformats.org/officeDocument/2006/relationships/customXml" Target="../ink/ink2385.xml"/><Relationship Id="rId618" Type="http://schemas.openxmlformats.org/officeDocument/2006/relationships/customXml" Target="../ink/ink2413.xml"/><Relationship Id="rId825" Type="http://schemas.openxmlformats.org/officeDocument/2006/relationships/image" Target="../media/image2027.png"/><Relationship Id="rId215" Type="http://schemas.openxmlformats.org/officeDocument/2006/relationships/image" Target="../media/image1727.png"/><Relationship Id="rId257" Type="http://schemas.openxmlformats.org/officeDocument/2006/relationships/image" Target="../media/image1748.png"/><Relationship Id="rId422" Type="http://schemas.openxmlformats.org/officeDocument/2006/relationships/customXml" Target="../ink/ink2315.xml"/><Relationship Id="rId464" Type="http://schemas.openxmlformats.org/officeDocument/2006/relationships/customXml" Target="../ink/ink2336.xml"/><Relationship Id="rId867" Type="http://schemas.openxmlformats.org/officeDocument/2006/relationships/customXml" Target="../ink/ink2538.xml"/><Relationship Id="rId299" Type="http://schemas.openxmlformats.org/officeDocument/2006/relationships/image" Target="../media/image1768.png"/><Relationship Id="rId727" Type="http://schemas.openxmlformats.org/officeDocument/2006/relationships/image" Target="../media/image1978.png"/><Relationship Id="rId63" Type="http://schemas.openxmlformats.org/officeDocument/2006/relationships/image" Target="../media/image1653.png"/><Relationship Id="rId159" Type="http://schemas.openxmlformats.org/officeDocument/2006/relationships/image" Target="../media/image1700.png"/><Relationship Id="rId366" Type="http://schemas.openxmlformats.org/officeDocument/2006/relationships/customXml" Target="../ink/ink2287.xml"/><Relationship Id="rId573" Type="http://schemas.openxmlformats.org/officeDocument/2006/relationships/image" Target="../media/image1902.png"/><Relationship Id="rId780" Type="http://schemas.openxmlformats.org/officeDocument/2006/relationships/customXml" Target="../ink/ink2494.xml"/><Relationship Id="rId226" Type="http://schemas.openxmlformats.org/officeDocument/2006/relationships/customXml" Target="../ink/ink2217.xml"/><Relationship Id="rId433" Type="http://schemas.openxmlformats.org/officeDocument/2006/relationships/image" Target="../media/image1833.png"/><Relationship Id="rId878" Type="http://schemas.openxmlformats.org/officeDocument/2006/relationships/image" Target="../media/image2053.png"/><Relationship Id="rId640" Type="http://schemas.openxmlformats.org/officeDocument/2006/relationships/customXml" Target="../ink/ink2424.xml"/><Relationship Id="rId738" Type="http://schemas.openxmlformats.org/officeDocument/2006/relationships/customXml" Target="../ink/ink2473.xml"/><Relationship Id="rId74" Type="http://schemas.openxmlformats.org/officeDocument/2006/relationships/customXml" Target="../ink/ink2141.xml"/><Relationship Id="rId377" Type="http://schemas.openxmlformats.org/officeDocument/2006/relationships/image" Target="../media/image1806.png"/><Relationship Id="rId500" Type="http://schemas.openxmlformats.org/officeDocument/2006/relationships/customXml" Target="../ink/ink2354.xml"/><Relationship Id="rId584" Type="http://schemas.openxmlformats.org/officeDocument/2006/relationships/customXml" Target="../ink/ink2396.xml"/><Relationship Id="rId805" Type="http://schemas.openxmlformats.org/officeDocument/2006/relationships/image" Target="../media/image2017.png"/><Relationship Id="rId5" Type="http://schemas.openxmlformats.org/officeDocument/2006/relationships/image" Target="../media/image1625.png"/><Relationship Id="rId237" Type="http://schemas.openxmlformats.org/officeDocument/2006/relationships/image" Target="../media/image1738.png"/><Relationship Id="rId791" Type="http://schemas.openxmlformats.org/officeDocument/2006/relationships/image" Target="../media/image2010.png"/><Relationship Id="rId444" Type="http://schemas.openxmlformats.org/officeDocument/2006/relationships/customXml" Target="../ink/ink2326.xml"/><Relationship Id="rId651" Type="http://schemas.openxmlformats.org/officeDocument/2006/relationships/image" Target="../media/image1941.png"/><Relationship Id="rId749" Type="http://schemas.openxmlformats.org/officeDocument/2006/relationships/image" Target="../media/image1989.png"/><Relationship Id="rId290" Type="http://schemas.openxmlformats.org/officeDocument/2006/relationships/customXml" Target="../ink/ink2249.xml"/><Relationship Id="rId304" Type="http://schemas.openxmlformats.org/officeDocument/2006/relationships/customXml" Target="../ink/ink2256.xml"/><Relationship Id="rId388" Type="http://schemas.openxmlformats.org/officeDocument/2006/relationships/customXml" Target="../ink/ink2298.xml"/><Relationship Id="rId511" Type="http://schemas.openxmlformats.org/officeDocument/2006/relationships/image" Target="../media/image1871.png"/><Relationship Id="rId609" Type="http://schemas.openxmlformats.org/officeDocument/2006/relationships/image" Target="../media/image1920.png"/><Relationship Id="rId85" Type="http://schemas.openxmlformats.org/officeDocument/2006/relationships/image" Target="../media/image1664.png"/><Relationship Id="rId150" Type="http://schemas.openxmlformats.org/officeDocument/2006/relationships/customXml" Target="../ink/ink2179.xml"/><Relationship Id="rId595" Type="http://schemas.openxmlformats.org/officeDocument/2006/relationships/image" Target="../media/image1913.png"/><Relationship Id="rId816" Type="http://schemas.openxmlformats.org/officeDocument/2006/relationships/customXml" Target="../ink/ink2512.xml"/><Relationship Id="rId248" Type="http://schemas.openxmlformats.org/officeDocument/2006/relationships/customXml" Target="../ink/ink2228.xml"/><Relationship Id="rId455" Type="http://schemas.openxmlformats.org/officeDocument/2006/relationships/image" Target="../media/image1844.png"/><Relationship Id="rId662" Type="http://schemas.openxmlformats.org/officeDocument/2006/relationships/customXml" Target="../ink/ink2435.xml"/><Relationship Id="rId12" Type="http://schemas.openxmlformats.org/officeDocument/2006/relationships/customXml" Target="../ink/ink2110.xml"/><Relationship Id="rId108" Type="http://schemas.openxmlformats.org/officeDocument/2006/relationships/customXml" Target="../ink/ink2158.xml"/><Relationship Id="rId315" Type="http://schemas.openxmlformats.org/officeDocument/2006/relationships/image" Target="../media/image1776.png"/><Relationship Id="rId522" Type="http://schemas.openxmlformats.org/officeDocument/2006/relationships/customXml" Target="../ink/ink2365.xml"/><Relationship Id="rId96" Type="http://schemas.openxmlformats.org/officeDocument/2006/relationships/customXml" Target="../ink/ink2152.xml"/><Relationship Id="rId161" Type="http://schemas.openxmlformats.org/officeDocument/2006/relationships/image" Target="../media/image1701.png"/><Relationship Id="rId399" Type="http://schemas.openxmlformats.org/officeDocument/2006/relationships/image" Target="../media/image1816.png"/><Relationship Id="rId827" Type="http://schemas.openxmlformats.org/officeDocument/2006/relationships/image" Target="../media/image2028.png"/><Relationship Id="rId259" Type="http://schemas.openxmlformats.org/officeDocument/2006/relationships/image" Target="../media/image1749.png"/><Relationship Id="rId466" Type="http://schemas.openxmlformats.org/officeDocument/2006/relationships/customXml" Target="../ink/ink2337.xml"/><Relationship Id="rId673" Type="http://schemas.openxmlformats.org/officeDocument/2006/relationships/image" Target="../media/image1952.png"/><Relationship Id="rId880" Type="http://schemas.openxmlformats.org/officeDocument/2006/relationships/image" Target="../media/image2054.png"/><Relationship Id="rId23" Type="http://schemas.openxmlformats.org/officeDocument/2006/relationships/image" Target="../media/image1634.png"/><Relationship Id="rId119" Type="http://schemas.openxmlformats.org/officeDocument/2006/relationships/image" Target="../media/image1681.png"/><Relationship Id="rId326" Type="http://schemas.openxmlformats.org/officeDocument/2006/relationships/customXml" Target="../ink/ink2267.xml"/><Relationship Id="rId533" Type="http://schemas.openxmlformats.org/officeDocument/2006/relationships/image" Target="../media/image1882.png"/><Relationship Id="rId740" Type="http://schemas.openxmlformats.org/officeDocument/2006/relationships/customXml" Target="../ink/ink2474.xml"/><Relationship Id="rId838" Type="http://schemas.openxmlformats.org/officeDocument/2006/relationships/customXml" Target="../ink/ink2523.xml"/><Relationship Id="rId172" Type="http://schemas.openxmlformats.org/officeDocument/2006/relationships/customXml" Target="../ink/ink2190.xml"/><Relationship Id="rId477" Type="http://schemas.openxmlformats.org/officeDocument/2006/relationships/image" Target="../media/image1854.png"/><Relationship Id="rId600" Type="http://schemas.openxmlformats.org/officeDocument/2006/relationships/customXml" Target="../ink/ink2404.xml"/><Relationship Id="rId684" Type="http://schemas.openxmlformats.org/officeDocument/2006/relationships/customXml" Target="../ink/ink2446.xml"/><Relationship Id="rId337" Type="http://schemas.openxmlformats.org/officeDocument/2006/relationships/image" Target="../media/image1786.png"/><Relationship Id="rId34" Type="http://schemas.openxmlformats.org/officeDocument/2006/relationships/customXml" Target="../ink/ink2121.xml"/><Relationship Id="rId544" Type="http://schemas.openxmlformats.org/officeDocument/2006/relationships/customXml" Target="../ink/ink2376.xml"/><Relationship Id="rId751" Type="http://schemas.openxmlformats.org/officeDocument/2006/relationships/image" Target="../media/image1990.png"/><Relationship Id="rId849" Type="http://schemas.openxmlformats.org/officeDocument/2006/relationships/image" Target="../media/image2039.png"/><Relationship Id="rId183" Type="http://schemas.openxmlformats.org/officeDocument/2006/relationships/image" Target="../media/image1711.png"/><Relationship Id="rId390" Type="http://schemas.openxmlformats.org/officeDocument/2006/relationships/customXml" Target="../ink/ink2299.xml"/><Relationship Id="rId404" Type="http://schemas.openxmlformats.org/officeDocument/2006/relationships/customXml" Target="../ink/ink2306.xml"/><Relationship Id="rId611" Type="http://schemas.openxmlformats.org/officeDocument/2006/relationships/image" Target="../media/image1921.png"/><Relationship Id="rId250" Type="http://schemas.openxmlformats.org/officeDocument/2006/relationships/customXml" Target="../ink/ink2229.xml"/><Relationship Id="rId488" Type="http://schemas.openxmlformats.org/officeDocument/2006/relationships/customXml" Target="../ink/ink2348.xml"/><Relationship Id="rId695" Type="http://schemas.openxmlformats.org/officeDocument/2006/relationships/image" Target="../media/image1962.png"/><Relationship Id="rId709" Type="http://schemas.openxmlformats.org/officeDocument/2006/relationships/image" Target="../media/image1969.png"/><Relationship Id="rId45" Type="http://schemas.openxmlformats.org/officeDocument/2006/relationships/image" Target="../media/image1644.png"/><Relationship Id="rId110" Type="http://schemas.openxmlformats.org/officeDocument/2006/relationships/customXml" Target="../ink/ink2159.xml"/><Relationship Id="rId348" Type="http://schemas.openxmlformats.org/officeDocument/2006/relationships/customXml" Target="../ink/ink2278.xml"/><Relationship Id="rId555" Type="http://schemas.openxmlformats.org/officeDocument/2006/relationships/image" Target="../media/image1893.png"/><Relationship Id="rId762" Type="http://schemas.openxmlformats.org/officeDocument/2006/relationships/customXml" Target="../ink/ink2485.xml"/><Relationship Id="rId194" Type="http://schemas.openxmlformats.org/officeDocument/2006/relationships/customXml" Target="../ink/ink2201.xml"/><Relationship Id="rId208" Type="http://schemas.openxmlformats.org/officeDocument/2006/relationships/customXml" Target="../ink/ink2208.xml"/><Relationship Id="rId415" Type="http://schemas.openxmlformats.org/officeDocument/2006/relationships/image" Target="../media/image1824.png"/><Relationship Id="rId622" Type="http://schemas.openxmlformats.org/officeDocument/2006/relationships/customXml" Target="../ink/ink2415.xml"/><Relationship Id="rId261" Type="http://schemas.openxmlformats.org/officeDocument/2006/relationships/image" Target="../media/image1750.png"/><Relationship Id="rId499" Type="http://schemas.openxmlformats.org/officeDocument/2006/relationships/image" Target="../media/image1865.png"/><Relationship Id="rId56" Type="http://schemas.openxmlformats.org/officeDocument/2006/relationships/customXml" Target="../ink/ink2132.xml"/><Relationship Id="rId359" Type="http://schemas.openxmlformats.org/officeDocument/2006/relationships/image" Target="../media/image1797.png"/><Relationship Id="rId566" Type="http://schemas.openxmlformats.org/officeDocument/2006/relationships/customXml" Target="../ink/ink2387.xml"/><Relationship Id="rId773" Type="http://schemas.openxmlformats.org/officeDocument/2006/relationships/image" Target="../media/image2001.png"/><Relationship Id="rId121" Type="http://schemas.openxmlformats.org/officeDocument/2006/relationships/image" Target="../media/image1682.png"/><Relationship Id="rId219" Type="http://schemas.openxmlformats.org/officeDocument/2006/relationships/image" Target="../media/image1729.png"/><Relationship Id="rId426" Type="http://schemas.openxmlformats.org/officeDocument/2006/relationships/customXml" Target="../ink/ink2317.xml"/><Relationship Id="rId633" Type="http://schemas.openxmlformats.org/officeDocument/2006/relationships/image" Target="../media/image1932.png"/><Relationship Id="rId840" Type="http://schemas.openxmlformats.org/officeDocument/2006/relationships/customXml" Target="../ink/ink2524.xml"/><Relationship Id="rId67" Type="http://schemas.openxmlformats.org/officeDocument/2006/relationships/image" Target="../media/image1655.png"/><Relationship Id="rId272" Type="http://schemas.openxmlformats.org/officeDocument/2006/relationships/customXml" Target="../ink/ink2240.xml"/><Relationship Id="rId577" Type="http://schemas.openxmlformats.org/officeDocument/2006/relationships/image" Target="../media/image1904.png"/><Relationship Id="rId700" Type="http://schemas.openxmlformats.org/officeDocument/2006/relationships/customXml" Target="../ink/ink2454.xml"/><Relationship Id="rId132" Type="http://schemas.openxmlformats.org/officeDocument/2006/relationships/customXml" Target="../ink/ink2170.xml"/><Relationship Id="rId784" Type="http://schemas.openxmlformats.org/officeDocument/2006/relationships/customXml" Target="../ink/ink2496.xml"/><Relationship Id="rId437" Type="http://schemas.openxmlformats.org/officeDocument/2006/relationships/image" Target="../media/image1835.png"/><Relationship Id="rId644" Type="http://schemas.openxmlformats.org/officeDocument/2006/relationships/customXml" Target="../ink/ink2426.xml"/><Relationship Id="rId851" Type="http://schemas.openxmlformats.org/officeDocument/2006/relationships/image" Target="../media/image2040.png"/><Relationship Id="rId283" Type="http://schemas.openxmlformats.org/officeDocument/2006/relationships/image" Target="../media/image1761.png"/><Relationship Id="rId490" Type="http://schemas.openxmlformats.org/officeDocument/2006/relationships/customXml" Target="../ink/ink2349.xml"/><Relationship Id="rId504" Type="http://schemas.openxmlformats.org/officeDocument/2006/relationships/customXml" Target="../ink/ink2356.xml"/><Relationship Id="rId711" Type="http://schemas.openxmlformats.org/officeDocument/2006/relationships/image" Target="../media/image1970.png"/><Relationship Id="rId78" Type="http://schemas.openxmlformats.org/officeDocument/2006/relationships/customXml" Target="../ink/ink2143.xml"/><Relationship Id="rId143" Type="http://schemas.openxmlformats.org/officeDocument/2006/relationships/image" Target="../media/image1693.png"/><Relationship Id="rId350" Type="http://schemas.openxmlformats.org/officeDocument/2006/relationships/customXml" Target="../ink/ink2279.xml"/><Relationship Id="rId588" Type="http://schemas.openxmlformats.org/officeDocument/2006/relationships/customXml" Target="../ink/ink2398.xml"/><Relationship Id="rId795" Type="http://schemas.openxmlformats.org/officeDocument/2006/relationships/image" Target="../media/image2012.png"/><Relationship Id="rId809" Type="http://schemas.openxmlformats.org/officeDocument/2006/relationships/image" Target="../media/image2019.png"/><Relationship Id="rId9" Type="http://schemas.openxmlformats.org/officeDocument/2006/relationships/image" Target="../media/image1627.png"/><Relationship Id="rId210" Type="http://schemas.openxmlformats.org/officeDocument/2006/relationships/customXml" Target="../ink/ink2209.xml"/><Relationship Id="rId448" Type="http://schemas.openxmlformats.org/officeDocument/2006/relationships/customXml" Target="../ink/ink2328.xml"/><Relationship Id="rId655" Type="http://schemas.openxmlformats.org/officeDocument/2006/relationships/image" Target="../media/image1943.png"/><Relationship Id="rId862" Type="http://schemas.openxmlformats.org/officeDocument/2006/relationships/customXml" Target="../ink/ink2535.xml"/><Relationship Id="rId294" Type="http://schemas.openxmlformats.org/officeDocument/2006/relationships/customXml" Target="../ink/ink2251.xml"/><Relationship Id="rId308" Type="http://schemas.openxmlformats.org/officeDocument/2006/relationships/customXml" Target="../ink/ink2258.xml"/><Relationship Id="rId515" Type="http://schemas.openxmlformats.org/officeDocument/2006/relationships/image" Target="../media/image1873.png"/><Relationship Id="rId722" Type="http://schemas.openxmlformats.org/officeDocument/2006/relationships/customXml" Target="../ink/ink2465.xml"/><Relationship Id="rId89" Type="http://schemas.openxmlformats.org/officeDocument/2006/relationships/image" Target="../media/image1666.png"/><Relationship Id="rId154" Type="http://schemas.openxmlformats.org/officeDocument/2006/relationships/customXml" Target="../ink/ink2181.xml"/><Relationship Id="rId361" Type="http://schemas.openxmlformats.org/officeDocument/2006/relationships/image" Target="../media/image1798.png"/><Relationship Id="rId599" Type="http://schemas.openxmlformats.org/officeDocument/2006/relationships/image" Target="../media/image1915.png"/><Relationship Id="rId459" Type="http://schemas.openxmlformats.org/officeDocument/2006/relationships/image" Target="../media/image1846.png"/><Relationship Id="rId666" Type="http://schemas.openxmlformats.org/officeDocument/2006/relationships/customXml" Target="../ink/ink2437.xml"/><Relationship Id="rId873" Type="http://schemas.openxmlformats.org/officeDocument/2006/relationships/customXml" Target="../ink/ink2541.xml"/><Relationship Id="rId16" Type="http://schemas.openxmlformats.org/officeDocument/2006/relationships/customXml" Target="../ink/ink2112.xml"/><Relationship Id="rId221" Type="http://schemas.openxmlformats.org/officeDocument/2006/relationships/image" Target="../media/image1730.png"/><Relationship Id="rId319" Type="http://schemas.openxmlformats.org/officeDocument/2006/relationships/image" Target="../media/image1778.png"/><Relationship Id="rId526" Type="http://schemas.openxmlformats.org/officeDocument/2006/relationships/customXml" Target="../ink/ink2367.xml"/><Relationship Id="rId733" Type="http://schemas.openxmlformats.org/officeDocument/2006/relationships/image" Target="../media/image1981.png"/><Relationship Id="rId165" Type="http://schemas.openxmlformats.org/officeDocument/2006/relationships/image" Target="../media/image1702.png"/><Relationship Id="rId372" Type="http://schemas.openxmlformats.org/officeDocument/2006/relationships/customXml" Target="../ink/ink2290.xml"/><Relationship Id="rId677" Type="http://schemas.openxmlformats.org/officeDocument/2006/relationships/image" Target="../media/image1954.png"/><Relationship Id="rId800" Type="http://schemas.openxmlformats.org/officeDocument/2006/relationships/customXml" Target="../ink/ink2504.xml"/><Relationship Id="rId232" Type="http://schemas.openxmlformats.org/officeDocument/2006/relationships/customXml" Target="../ink/ink2220.xml"/><Relationship Id="rId884" Type="http://schemas.openxmlformats.org/officeDocument/2006/relationships/image" Target="../media/image2056.png"/><Relationship Id="rId27" Type="http://schemas.openxmlformats.org/officeDocument/2006/relationships/image" Target="../media/image1636.png"/><Relationship Id="rId537" Type="http://schemas.openxmlformats.org/officeDocument/2006/relationships/image" Target="../media/image1884.png"/><Relationship Id="rId744" Type="http://schemas.openxmlformats.org/officeDocument/2006/relationships/customXml" Target="../ink/ink2476.xml"/><Relationship Id="rId80" Type="http://schemas.openxmlformats.org/officeDocument/2006/relationships/customXml" Target="../ink/ink2144.xml"/><Relationship Id="rId176" Type="http://schemas.openxmlformats.org/officeDocument/2006/relationships/customXml" Target="../ink/ink2192.xml"/><Relationship Id="rId383" Type="http://schemas.openxmlformats.org/officeDocument/2006/relationships/image" Target="../media/image1809.png"/><Relationship Id="rId590" Type="http://schemas.openxmlformats.org/officeDocument/2006/relationships/customXml" Target="../ink/ink2399.xml"/><Relationship Id="rId604" Type="http://schemas.openxmlformats.org/officeDocument/2006/relationships/customXml" Target="../ink/ink2406.xml"/><Relationship Id="rId811" Type="http://schemas.openxmlformats.org/officeDocument/2006/relationships/image" Target="../media/image2020.png"/><Relationship Id="rId243" Type="http://schemas.openxmlformats.org/officeDocument/2006/relationships/image" Target="../media/image1741.png"/><Relationship Id="rId450" Type="http://schemas.openxmlformats.org/officeDocument/2006/relationships/customXml" Target="../ink/ink2329.xml"/><Relationship Id="rId688" Type="http://schemas.openxmlformats.org/officeDocument/2006/relationships/customXml" Target="../ink/ink2448.xml"/><Relationship Id="rId38" Type="http://schemas.openxmlformats.org/officeDocument/2006/relationships/customXml" Target="../ink/ink2123.xml"/><Relationship Id="rId103" Type="http://schemas.openxmlformats.org/officeDocument/2006/relationships/image" Target="../media/image1673.png"/><Relationship Id="rId310" Type="http://schemas.openxmlformats.org/officeDocument/2006/relationships/customXml" Target="../ink/ink2259.xml"/><Relationship Id="rId548" Type="http://schemas.openxmlformats.org/officeDocument/2006/relationships/customXml" Target="../ink/ink2378.xml"/><Relationship Id="rId755" Type="http://schemas.openxmlformats.org/officeDocument/2006/relationships/image" Target="../media/image1992.png"/><Relationship Id="rId91" Type="http://schemas.openxmlformats.org/officeDocument/2006/relationships/image" Target="../media/image1667.png"/><Relationship Id="rId187" Type="http://schemas.openxmlformats.org/officeDocument/2006/relationships/image" Target="../media/image1713.png"/><Relationship Id="rId394" Type="http://schemas.openxmlformats.org/officeDocument/2006/relationships/customXml" Target="../ink/ink2301.xml"/><Relationship Id="rId408" Type="http://schemas.openxmlformats.org/officeDocument/2006/relationships/customXml" Target="../ink/ink2308.xml"/><Relationship Id="rId615" Type="http://schemas.openxmlformats.org/officeDocument/2006/relationships/image" Target="../media/image1923.png"/><Relationship Id="rId822" Type="http://schemas.openxmlformats.org/officeDocument/2006/relationships/customXml" Target="../ink/ink2515.xml"/><Relationship Id="rId254" Type="http://schemas.openxmlformats.org/officeDocument/2006/relationships/customXml" Target="../ink/ink2231.xml"/><Relationship Id="rId699" Type="http://schemas.openxmlformats.org/officeDocument/2006/relationships/image" Target="../media/image1964.png"/><Relationship Id="rId49" Type="http://schemas.openxmlformats.org/officeDocument/2006/relationships/image" Target="../media/image1646.png"/><Relationship Id="rId114" Type="http://schemas.openxmlformats.org/officeDocument/2006/relationships/customXml" Target="../ink/ink2161.xml"/><Relationship Id="rId461" Type="http://schemas.openxmlformats.org/officeDocument/2006/relationships/image" Target="../media/image1847.png"/><Relationship Id="rId559" Type="http://schemas.openxmlformats.org/officeDocument/2006/relationships/image" Target="../media/image1895.png"/><Relationship Id="rId766" Type="http://schemas.openxmlformats.org/officeDocument/2006/relationships/customXml" Target="../ink/ink2487.xml"/><Relationship Id="rId198" Type="http://schemas.openxmlformats.org/officeDocument/2006/relationships/customXml" Target="../ink/ink2203.xml"/><Relationship Id="rId321" Type="http://schemas.openxmlformats.org/officeDocument/2006/relationships/image" Target="../media/image1779.png"/><Relationship Id="rId419" Type="http://schemas.openxmlformats.org/officeDocument/2006/relationships/image" Target="../media/image1826.png"/><Relationship Id="rId626" Type="http://schemas.openxmlformats.org/officeDocument/2006/relationships/customXml" Target="../ink/ink2417.xml"/><Relationship Id="rId833" Type="http://schemas.openxmlformats.org/officeDocument/2006/relationships/image" Target="../media/image2031.png"/><Relationship Id="rId265" Type="http://schemas.openxmlformats.org/officeDocument/2006/relationships/image" Target="../media/image1752.png"/><Relationship Id="rId472" Type="http://schemas.openxmlformats.org/officeDocument/2006/relationships/customXml" Target="../ink/ink2340.xml"/><Relationship Id="rId125" Type="http://schemas.openxmlformats.org/officeDocument/2006/relationships/image" Target="../media/image1684.png"/><Relationship Id="rId332" Type="http://schemas.openxmlformats.org/officeDocument/2006/relationships/customXml" Target="../ink/ink2270.xml"/><Relationship Id="rId777" Type="http://schemas.openxmlformats.org/officeDocument/2006/relationships/image" Target="../media/image2003.png"/><Relationship Id="rId637" Type="http://schemas.openxmlformats.org/officeDocument/2006/relationships/image" Target="../media/image1934.png"/><Relationship Id="rId844" Type="http://schemas.openxmlformats.org/officeDocument/2006/relationships/customXml" Target="../ink/ink2526.xml"/><Relationship Id="rId276" Type="http://schemas.openxmlformats.org/officeDocument/2006/relationships/customXml" Target="../ink/ink2242.xml"/><Relationship Id="rId483" Type="http://schemas.openxmlformats.org/officeDocument/2006/relationships/image" Target="../media/image1857.png"/><Relationship Id="rId690" Type="http://schemas.openxmlformats.org/officeDocument/2006/relationships/customXml" Target="../ink/ink2449.xml"/><Relationship Id="rId704" Type="http://schemas.openxmlformats.org/officeDocument/2006/relationships/customXml" Target="../ink/ink2456.xml"/><Relationship Id="rId40" Type="http://schemas.openxmlformats.org/officeDocument/2006/relationships/customXml" Target="../ink/ink2124.xml"/><Relationship Id="rId136" Type="http://schemas.openxmlformats.org/officeDocument/2006/relationships/customXml" Target="../ink/ink2172.xml"/><Relationship Id="rId343" Type="http://schemas.openxmlformats.org/officeDocument/2006/relationships/image" Target="../media/image1789.png"/><Relationship Id="rId550" Type="http://schemas.openxmlformats.org/officeDocument/2006/relationships/customXml" Target="../ink/ink2379.xml"/><Relationship Id="rId788" Type="http://schemas.openxmlformats.org/officeDocument/2006/relationships/customXml" Target="../ink/ink2498.xml"/><Relationship Id="rId203" Type="http://schemas.openxmlformats.org/officeDocument/2006/relationships/image" Target="../media/image1721.png"/><Relationship Id="rId648" Type="http://schemas.openxmlformats.org/officeDocument/2006/relationships/customXml" Target="../ink/ink2428.xml"/><Relationship Id="rId855" Type="http://schemas.openxmlformats.org/officeDocument/2006/relationships/image" Target="../media/image2042.png"/><Relationship Id="rId287" Type="http://schemas.openxmlformats.org/officeDocument/2006/relationships/image" Target="../media/image1763.png"/><Relationship Id="rId410" Type="http://schemas.openxmlformats.org/officeDocument/2006/relationships/customXml" Target="../ink/ink2309.xml"/><Relationship Id="rId494" Type="http://schemas.openxmlformats.org/officeDocument/2006/relationships/customXml" Target="../ink/ink2351.xml"/><Relationship Id="rId508" Type="http://schemas.openxmlformats.org/officeDocument/2006/relationships/customXml" Target="../ink/ink2358.xml"/><Relationship Id="rId715" Type="http://schemas.openxmlformats.org/officeDocument/2006/relationships/image" Target="../media/image1972.png"/><Relationship Id="rId147" Type="http://schemas.openxmlformats.org/officeDocument/2006/relationships/image" Target="../media/image1694.png"/><Relationship Id="rId354" Type="http://schemas.openxmlformats.org/officeDocument/2006/relationships/customXml" Target="../ink/ink2281.xml"/><Relationship Id="rId799" Type="http://schemas.openxmlformats.org/officeDocument/2006/relationships/image" Target="../media/image2014.png"/><Relationship Id="rId51" Type="http://schemas.openxmlformats.org/officeDocument/2006/relationships/image" Target="../media/image1647.png"/><Relationship Id="rId561" Type="http://schemas.openxmlformats.org/officeDocument/2006/relationships/image" Target="../media/image1896.png"/><Relationship Id="rId659" Type="http://schemas.openxmlformats.org/officeDocument/2006/relationships/image" Target="../media/image1945.png"/><Relationship Id="rId866" Type="http://schemas.openxmlformats.org/officeDocument/2006/relationships/customXml" Target="../ink/ink2537.xml"/><Relationship Id="rId214" Type="http://schemas.openxmlformats.org/officeDocument/2006/relationships/customXml" Target="../ink/ink2211.xml"/><Relationship Id="rId298" Type="http://schemas.openxmlformats.org/officeDocument/2006/relationships/customXml" Target="../ink/ink2253.xml"/><Relationship Id="rId421" Type="http://schemas.openxmlformats.org/officeDocument/2006/relationships/image" Target="../media/image1827.png"/><Relationship Id="rId519" Type="http://schemas.openxmlformats.org/officeDocument/2006/relationships/image" Target="../media/image1875.png"/><Relationship Id="rId158" Type="http://schemas.openxmlformats.org/officeDocument/2006/relationships/customXml" Target="../ink/ink2183.xml"/><Relationship Id="rId726" Type="http://schemas.openxmlformats.org/officeDocument/2006/relationships/customXml" Target="../ink/ink2467.xml"/><Relationship Id="rId62" Type="http://schemas.openxmlformats.org/officeDocument/2006/relationships/customXml" Target="../ink/ink2135.xml"/><Relationship Id="rId365" Type="http://schemas.openxmlformats.org/officeDocument/2006/relationships/image" Target="../media/image1800.png"/><Relationship Id="rId572" Type="http://schemas.openxmlformats.org/officeDocument/2006/relationships/customXml" Target="../ink/ink2390.xml"/><Relationship Id="rId225" Type="http://schemas.openxmlformats.org/officeDocument/2006/relationships/image" Target="../media/image1732.png"/><Relationship Id="rId432" Type="http://schemas.openxmlformats.org/officeDocument/2006/relationships/customXml" Target="../ink/ink2320.xml"/><Relationship Id="rId877" Type="http://schemas.openxmlformats.org/officeDocument/2006/relationships/customXml" Target="../ink/ink2543.xml"/><Relationship Id="rId737" Type="http://schemas.openxmlformats.org/officeDocument/2006/relationships/image" Target="../media/image1983.png"/><Relationship Id="rId73" Type="http://schemas.openxmlformats.org/officeDocument/2006/relationships/image" Target="../media/image1658.png"/><Relationship Id="rId169" Type="http://schemas.openxmlformats.org/officeDocument/2006/relationships/image" Target="../media/image1704.png"/><Relationship Id="rId376" Type="http://schemas.openxmlformats.org/officeDocument/2006/relationships/customXml" Target="../ink/ink2292.xml"/><Relationship Id="rId583" Type="http://schemas.openxmlformats.org/officeDocument/2006/relationships/image" Target="../media/image1907.png"/><Relationship Id="rId790" Type="http://schemas.openxmlformats.org/officeDocument/2006/relationships/customXml" Target="../ink/ink2499.xml"/><Relationship Id="rId804" Type="http://schemas.openxmlformats.org/officeDocument/2006/relationships/customXml" Target="../ink/ink2506.xml"/><Relationship Id="rId4" Type="http://schemas.openxmlformats.org/officeDocument/2006/relationships/customXml" Target="../ink/ink2106.xml"/><Relationship Id="rId236" Type="http://schemas.openxmlformats.org/officeDocument/2006/relationships/customXml" Target="../ink/ink2222.xml"/><Relationship Id="rId443" Type="http://schemas.openxmlformats.org/officeDocument/2006/relationships/image" Target="../media/image1838.png"/><Relationship Id="rId650" Type="http://schemas.openxmlformats.org/officeDocument/2006/relationships/customXml" Target="../ink/ink2429.xml"/><Relationship Id="rId303" Type="http://schemas.openxmlformats.org/officeDocument/2006/relationships/image" Target="../media/image1770.png"/><Relationship Id="rId748" Type="http://schemas.openxmlformats.org/officeDocument/2006/relationships/customXml" Target="../ink/ink2478.xml"/><Relationship Id="rId84" Type="http://schemas.openxmlformats.org/officeDocument/2006/relationships/customXml" Target="../ink/ink2146.xml"/><Relationship Id="rId387" Type="http://schemas.openxmlformats.org/officeDocument/2006/relationships/image" Target="../media/image1811.png"/><Relationship Id="rId510" Type="http://schemas.openxmlformats.org/officeDocument/2006/relationships/customXml" Target="../ink/ink2359.xml"/><Relationship Id="rId594" Type="http://schemas.openxmlformats.org/officeDocument/2006/relationships/customXml" Target="../ink/ink2401.xml"/><Relationship Id="rId608" Type="http://schemas.openxmlformats.org/officeDocument/2006/relationships/customXml" Target="../ink/ink2408.xml"/><Relationship Id="rId815" Type="http://schemas.openxmlformats.org/officeDocument/2006/relationships/image" Target="../media/image2022.png"/><Relationship Id="rId247" Type="http://schemas.openxmlformats.org/officeDocument/2006/relationships/image" Target="../media/image1743.png"/><Relationship Id="rId107" Type="http://schemas.openxmlformats.org/officeDocument/2006/relationships/image" Target="../media/image1675.png"/><Relationship Id="rId454" Type="http://schemas.openxmlformats.org/officeDocument/2006/relationships/customXml" Target="../ink/ink2331.xml"/><Relationship Id="rId661" Type="http://schemas.openxmlformats.org/officeDocument/2006/relationships/image" Target="../media/image1946.png"/><Relationship Id="rId759" Type="http://schemas.openxmlformats.org/officeDocument/2006/relationships/image" Target="../media/image1994.png"/><Relationship Id="rId11" Type="http://schemas.openxmlformats.org/officeDocument/2006/relationships/image" Target="../media/image1628.png"/><Relationship Id="rId314" Type="http://schemas.openxmlformats.org/officeDocument/2006/relationships/customXml" Target="../ink/ink2261.xml"/><Relationship Id="rId398" Type="http://schemas.openxmlformats.org/officeDocument/2006/relationships/customXml" Target="../ink/ink2303.xml"/><Relationship Id="rId521" Type="http://schemas.openxmlformats.org/officeDocument/2006/relationships/image" Target="../media/image1876.png"/><Relationship Id="rId619" Type="http://schemas.openxmlformats.org/officeDocument/2006/relationships/image" Target="../media/image1925.png"/><Relationship Id="rId95" Type="http://schemas.openxmlformats.org/officeDocument/2006/relationships/image" Target="../media/image1669.png"/><Relationship Id="rId160" Type="http://schemas.openxmlformats.org/officeDocument/2006/relationships/customXml" Target="../ink/ink2184.xml"/><Relationship Id="rId826" Type="http://schemas.openxmlformats.org/officeDocument/2006/relationships/customXml" Target="../ink/ink2517.xml"/><Relationship Id="rId258" Type="http://schemas.openxmlformats.org/officeDocument/2006/relationships/customXml" Target="../ink/ink2233.xml"/><Relationship Id="rId465" Type="http://schemas.openxmlformats.org/officeDocument/2006/relationships/image" Target="../media/image1849.png"/><Relationship Id="rId672" Type="http://schemas.openxmlformats.org/officeDocument/2006/relationships/customXml" Target="../ink/ink2440.xml"/><Relationship Id="rId22" Type="http://schemas.openxmlformats.org/officeDocument/2006/relationships/customXml" Target="../ink/ink2115.xml"/><Relationship Id="rId118" Type="http://schemas.openxmlformats.org/officeDocument/2006/relationships/customXml" Target="../ink/ink2163.xml"/><Relationship Id="rId325" Type="http://schemas.openxmlformats.org/officeDocument/2006/relationships/image" Target="../media/image1780.png"/><Relationship Id="rId532" Type="http://schemas.openxmlformats.org/officeDocument/2006/relationships/customXml" Target="../ink/ink2370.xml"/><Relationship Id="rId171" Type="http://schemas.openxmlformats.org/officeDocument/2006/relationships/image" Target="../media/image1705.png"/><Relationship Id="rId837" Type="http://schemas.openxmlformats.org/officeDocument/2006/relationships/image" Target="../media/image2033.png"/><Relationship Id="rId269" Type="http://schemas.openxmlformats.org/officeDocument/2006/relationships/image" Target="../media/image1754.png"/><Relationship Id="rId476" Type="http://schemas.openxmlformats.org/officeDocument/2006/relationships/customXml" Target="../ink/ink2342.xml"/><Relationship Id="rId683" Type="http://schemas.openxmlformats.org/officeDocument/2006/relationships/image" Target="../media/image1956.png"/><Relationship Id="rId33" Type="http://schemas.openxmlformats.org/officeDocument/2006/relationships/image" Target="../media/image1639.png"/><Relationship Id="rId129" Type="http://schemas.openxmlformats.org/officeDocument/2006/relationships/image" Target="../media/image1686.png"/><Relationship Id="rId336" Type="http://schemas.openxmlformats.org/officeDocument/2006/relationships/customXml" Target="../ink/ink2272.xml"/><Relationship Id="rId543" Type="http://schemas.openxmlformats.org/officeDocument/2006/relationships/image" Target="../media/image1887.png"/><Relationship Id="rId182" Type="http://schemas.openxmlformats.org/officeDocument/2006/relationships/customXml" Target="../ink/ink2195.xml"/><Relationship Id="rId403" Type="http://schemas.openxmlformats.org/officeDocument/2006/relationships/image" Target="../media/image1818.png"/><Relationship Id="rId750" Type="http://schemas.openxmlformats.org/officeDocument/2006/relationships/customXml" Target="../ink/ink2479.xml"/><Relationship Id="rId848" Type="http://schemas.openxmlformats.org/officeDocument/2006/relationships/customXml" Target="../ink/ink2528.xml"/><Relationship Id="rId487" Type="http://schemas.openxmlformats.org/officeDocument/2006/relationships/image" Target="../media/image1859.png"/><Relationship Id="rId610" Type="http://schemas.openxmlformats.org/officeDocument/2006/relationships/customXml" Target="../ink/ink2409.xml"/><Relationship Id="rId694" Type="http://schemas.openxmlformats.org/officeDocument/2006/relationships/customXml" Target="../ink/ink2451.xml"/><Relationship Id="rId708" Type="http://schemas.openxmlformats.org/officeDocument/2006/relationships/customXml" Target="../ink/ink2458.xml"/><Relationship Id="rId347" Type="http://schemas.openxmlformats.org/officeDocument/2006/relationships/image" Target="../media/image1791.png"/><Relationship Id="rId44" Type="http://schemas.openxmlformats.org/officeDocument/2006/relationships/customXml" Target="../ink/ink2126.xml"/><Relationship Id="rId554" Type="http://schemas.openxmlformats.org/officeDocument/2006/relationships/customXml" Target="../ink/ink2381.xml"/><Relationship Id="rId761" Type="http://schemas.openxmlformats.org/officeDocument/2006/relationships/image" Target="../media/image1995.png"/><Relationship Id="rId859" Type="http://schemas.openxmlformats.org/officeDocument/2006/relationships/image" Target="../media/image2044.png"/><Relationship Id="rId193" Type="http://schemas.openxmlformats.org/officeDocument/2006/relationships/image" Target="../media/image1716.png"/><Relationship Id="rId207" Type="http://schemas.openxmlformats.org/officeDocument/2006/relationships/image" Target="../media/image1723.png"/><Relationship Id="rId414" Type="http://schemas.openxmlformats.org/officeDocument/2006/relationships/customXml" Target="../ink/ink2311.xml"/><Relationship Id="rId498" Type="http://schemas.openxmlformats.org/officeDocument/2006/relationships/customXml" Target="../ink/ink2353.xml"/><Relationship Id="rId621" Type="http://schemas.openxmlformats.org/officeDocument/2006/relationships/image" Target="../media/image1926.png"/><Relationship Id="rId260" Type="http://schemas.openxmlformats.org/officeDocument/2006/relationships/customXml" Target="../ink/ink2234.xml"/><Relationship Id="rId719" Type="http://schemas.openxmlformats.org/officeDocument/2006/relationships/image" Target="../media/image1974.png"/><Relationship Id="rId55" Type="http://schemas.openxmlformats.org/officeDocument/2006/relationships/image" Target="../media/image1649.png"/><Relationship Id="rId120" Type="http://schemas.openxmlformats.org/officeDocument/2006/relationships/customXml" Target="../ink/ink2164.xml"/><Relationship Id="rId358" Type="http://schemas.openxmlformats.org/officeDocument/2006/relationships/customXml" Target="../ink/ink2283.xml"/><Relationship Id="rId565" Type="http://schemas.openxmlformats.org/officeDocument/2006/relationships/image" Target="../media/image1898.png"/><Relationship Id="rId772" Type="http://schemas.openxmlformats.org/officeDocument/2006/relationships/customXml" Target="../ink/ink2490.xml"/><Relationship Id="rId218" Type="http://schemas.openxmlformats.org/officeDocument/2006/relationships/customXml" Target="../ink/ink2213.xml"/><Relationship Id="rId425" Type="http://schemas.openxmlformats.org/officeDocument/2006/relationships/image" Target="../media/image1829.png"/><Relationship Id="rId632" Type="http://schemas.openxmlformats.org/officeDocument/2006/relationships/customXml" Target="../ink/ink2420.xml"/><Relationship Id="rId271" Type="http://schemas.openxmlformats.org/officeDocument/2006/relationships/image" Target="../media/image1755.png"/><Relationship Id="rId66" Type="http://schemas.openxmlformats.org/officeDocument/2006/relationships/customXml" Target="../ink/ink2137.xml"/><Relationship Id="rId131" Type="http://schemas.openxmlformats.org/officeDocument/2006/relationships/image" Target="../media/image1687.png"/><Relationship Id="rId369" Type="http://schemas.openxmlformats.org/officeDocument/2006/relationships/image" Target="../media/image1802.png"/><Relationship Id="rId576" Type="http://schemas.openxmlformats.org/officeDocument/2006/relationships/customXml" Target="../ink/ink2392.xml"/><Relationship Id="rId783" Type="http://schemas.openxmlformats.org/officeDocument/2006/relationships/image" Target="../media/image2006.png"/><Relationship Id="rId229" Type="http://schemas.openxmlformats.org/officeDocument/2006/relationships/image" Target="../media/image1734.png"/><Relationship Id="rId436" Type="http://schemas.openxmlformats.org/officeDocument/2006/relationships/customXml" Target="../ink/ink2322.xml"/><Relationship Id="rId643" Type="http://schemas.openxmlformats.org/officeDocument/2006/relationships/image" Target="../media/image1937.png"/><Relationship Id="rId850" Type="http://schemas.openxmlformats.org/officeDocument/2006/relationships/customXml" Target="../ink/ink2529.xml"/><Relationship Id="rId77" Type="http://schemas.openxmlformats.org/officeDocument/2006/relationships/image" Target="../media/image1660.png"/><Relationship Id="rId282" Type="http://schemas.openxmlformats.org/officeDocument/2006/relationships/customXml" Target="../ink/ink2245.xml"/><Relationship Id="rId503" Type="http://schemas.openxmlformats.org/officeDocument/2006/relationships/image" Target="../media/image1867.png"/><Relationship Id="rId587" Type="http://schemas.openxmlformats.org/officeDocument/2006/relationships/image" Target="../media/image1909.png"/><Relationship Id="rId710" Type="http://schemas.openxmlformats.org/officeDocument/2006/relationships/customXml" Target="../ink/ink2459.xml"/><Relationship Id="rId808" Type="http://schemas.openxmlformats.org/officeDocument/2006/relationships/customXml" Target="../ink/ink2508.xml"/><Relationship Id="rId8" Type="http://schemas.openxmlformats.org/officeDocument/2006/relationships/customXml" Target="../ink/ink2108.xml"/><Relationship Id="rId142" Type="http://schemas.openxmlformats.org/officeDocument/2006/relationships/customXml" Target="../ink/ink2175.xml"/><Relationship Id="rId447" Type="http://schemas.openxmlformats.org/officeDocument/2006/relationships/image" Target="../media/image1840.png"/><Relationship Id="rId794" Type="http://schemas.openxmlformats.org/officeDocument/2006/relationships/customXml" Target="../ink/ink2501.xml"/><Relationship Id="rId654" Type="http://schemas.openxmlformats.org/officeDocument/2006/relationships/customXml" Target="../ink/ink2431.xml"/><Relationship Id="rId861" Type="http://schemas.openxmlformats.org/officeDocument/2006/relationships/image" Target="../media/image2045.png"/><Relationship Id="rId293" Type="http://schemas.openxmlformats.org/officeDocument/2006/relationships/image" Target="../media/image1766.png"/><Relationship Id="rId307" Type="http://schemas.openxmlformats.org/officeDocument/2006/relationships/image" Target="../media/image1772.png"/><Relationship Id="rId514" Type="http://schemas.openxmlformats.org/officeDocument/2006/relationships/customXml" Target="../ink/ink2361.xml"/><Relationship Id="rId721" Type="http://schemas.openxmlformats.org/officeDocument/2006/relationships/image" Target="../media/image1975.png"/><Relationship Id="rId88" Type="http://schemas.openxmlformats.org/officeDocument/2006/relationships/customXml" Target="../ink/ink2148.xml"/><Relationship Id="rId153" Type="http://schemas.openxmlformats.org/officeDocument/2006/relationships/image" Target="../media/image1697.png"/><Relationship Id="rId360" Type="http://schemas.openxmlformats.org/officeDocument/2006/relationships/customXml" Target="../ink/ink2284.xml"/><Relationship Id="rId598" Type="http://schemas.openxmlformats.org/officeDocument/2006/relationships/customXml" Target="../ink/ink2403.xml"/><Relationship Id="rId819" Type="http://schemas.openxmlformats.org/officeDocument/2006/relationships/image" Target="../media/image2024.png"/><Relationship Id="rId220" Type="http://schemas.openxmlformats.org/officeDocument/2006/relationships/customXml" Target="../ink/ink2214.xml"/><Relationship Id="rId458" Type="http://schemas.openxmlformats.org/officeDocument/2006/relationships/customXml" Target="../ink/ink2333.xml"/><Relationship Id="rId665" Type="http://schemas.openxmlformats.org/officeDocument/2006/relationships/image" Target="../media/image1948.png"/><Relationship Id="rId872" Type="http://schemas.openxmlformats.org/officeDocument/2006/relationships/image" Target="../media/image2050.png"/></Relationships>
</file>

<file path=ppt/slides/_rels/slide14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068.png"/><Relationship Id="rId21" Type="http://schemas.openxmlformats.org/officeDocument/2006/relationships/customXml" Target="../ink/ink2555.xml"/><Relationship Id="rId42" Type="http://schemas.openxmlformats.org/officeDocument/2006/relationships/image" Target="../media/image2076.png"/><Relationship Id="rId47" Type="http://schemas.openxmlformats.org/officeDocument/2006/relationships/customXml" Target="../ink/ink2568.xml"/><Relationship Id="rId63" Type="http://schemas.openxmlformats.org/officeDocument/2006/relationships/customXml" Target="../ink/ink2576.xml"/><Relationship Id="rId68" Type="http://schemas.openxmlformats.org/officeDocument/2006/relationships/image" Target="../media/image2089.png"/><Relationship Id="rId84" Type="http://schemas.openxmlformats.org/officeDocument/2006/relationships/image" Target="../media/image2097.png"/><Relationship Id="rId16" Type="http://schemas.openxmlformats.org/officeDocument/2006/relationships/image" Target="../media/image2063.png"/><Relationship Id="rId11" Type="http://schemas.openxmlformats.org/officeDocument/2006/relationships/customXml" Target="../ink/ink2550.xml"/><Relationship Id="rId32" Type="http://schemas.openxmlformats.org/officeDocument/2006/relationships/image" Target="../media/image2071.png"/><Relationship Id="rId37" Type="http://schemas.openxmlformats.org/officeDocument/2006/relationships/customXml" Target="../ink/ink2563.xml"/><Relationship Id="rId53" Type="http://schemas.openxmlformats.org/officeDocument/2006/relationships/customXml" Target="../ink/ink2571.xml"/><Relationship Id="rId58" Type="http://schemas.openxmlformats.org/officeDocument/2006/relationships/image" Target="../media/image2084.png"/><Relationship Id="rId74" Type="http://schemas.openxmlformats.org/officeDocument/2006/relationships/image" Target="../media/image2092.png"/><Relationship Id="rId79" Type="http://schemas.openxmlformats.org/officeDocument/2006/relationships/customXml" Target="../ink/ink2584.xml"/><Relationship Id="rId5" Type="http://schemas.openxmlformats.org/officeDocument/2006/relationships/customXml" Target="../ink/ink2547.xml"/><Relationship Id="rId61" Type="http://schemas.openxmlformats.org/officeDocument/2006/relationships/customXml" Target="../ink/ink2575.xml"/><Relationship Id="rId82" Type="http://schemas.openxmlformats.org/officeDocument/2006/relationships/image" Target="../media/image2096.png"/><Relationship Id="rId19" Type="http://schemas.openxmlformats.org/officeDocument/2006/relationships/customXml" Target="../ink/ink2554.xml"/><Relationship Id="rId14" Type="http://schemas.openxmlformats.org/officeDocument/2006/relationships/image" Target="../media/image2062.png"/><Relationship Id="rId22" Type="http://schemas.openxmlformats.org/officeDocument/2006/relationships/image" Target="../media/image2066.png"/><Relationship Id="rId27" Type="http://schemas.openxmlformats.org/officeDocument/2006/relationships/customXml" Target="../ink/ink2558.xml"/><Relationship Id="rId30" Type="http://schemas.openxmlformats.org/officeDocument/2006/relationships/image" Target="../media/image2070.png"/><Relationship Id="rId35" Type="http://schemas.openxmlformats.org/officeDocument/2006/relationships/customXml" Target="../ink/ink2562.xml"/><Relationship Id="rId43" Type="http://schemas.openxmlformats.org/officeDocument/2006/relationships/customXml" Target="../ink/ink2566.xml"/><Relationship Id="rId48" Type="http://schemas.openxmlformats.org/officeDocument/2006/relationships/image" Target="../media/image2079.png"/><Relationship Id="rId56" Type="http://schemas.openxmlformats.org/officeDocument/2006/relationships/image" Target="../media/image2083.png"/><Relationship Id="rId64" Type="http://schemas.openxmlformats.org/officeDocument/2006/relationships/image" Target="../media/image2087.png"/><Relationship Id="rId69" Type="http://schemas.openxmlformats.org/officeDocument/2006/relationships/customXml" Target="../ink/ink2579.xml"/><Relationship Id="rId77" Type="http://schemas.openxmlformats.org/officeDocument/2006/relationships/customXml" Target="../ink/ink2583.xml"/><Relationship Id="rId8" Type="http://schemas.openxmlformats.org/officeDocument/2006/relationships/image" Target="../media/image2059.png"/><Relationship Id="rId51" Type="http://schemas.openxmlformats.org/officeDocument/2006/relationships/customXml" Target="../ink/ink2570.xml"/><Relationship Id="rId72" Type="http://schemas.openxmlformats.org/officeDocument/2006/relationships/image" Target="../media/image2091.png"/><Relationship Id="rId80" Type="http://schemas.openxmlformats.org/officeDocument/2006/relationships/image" Target="../media/image2095.png"/><Relationship Id="rId3" Type="http://schemas.openxmlformats.org/officeDocument/2006/relationships/image" Target="../media/image215.png"/><Relationship Id="rId12" Type="http://schemas.openxmlformats.org/officeDocument/2006/relationships/image" Target="../media/image2061.png"/><Relationship Id="rId17" Type="http://schemas.openxmlformats.org/officeDocument/2006/relationships/customXml" Target="../ink/ink2553.xml"/><Relationship Id="rId25" Type="http://schemas.openxmlformats.org/officeDocument/2006/relationships/customXml" Target="../ink/ink2557.xml"/><Relationship Id="rId33" Type="http://schemas.openxmlformats.org/officeDocument/2006/relationships/customXml" Target="../ink/ink2561.xml"/><Relationship Id="rId38" Type="http://schemas.openxmlformats.org/officeDocument/2006/relationships/image" Target="../media/image2074.png"/><Relationship Id="rId46" Type="http://schemas.openxmlformats.org/officeDocument/2006/relationships/image" Target="../media/image2078.png"/><Relationship Id="rId59" Type="http://schemas.openxmlformats.org/officeDocument/2006/relationships/customXml" Target="../ink/ink2574.xml"/><Relationship Id="rId67" Type="http://schemas.openxmlformats.org/officeDocument/2006/relationships/customXml" Target="../ink/ink2578.xml"/><Relationship Id="rId20" Type="http://schemas.openxmlformats.org/officeDocument/2006/relationships/image" Target="../media/image2065.png"/><Relationship Id="rId41" Type="http://schemas.openxmlformats.org/officeDocument/2006/relationships/customXml" Target="../ink/ink2565.xml"/><Relationship Id="rId54" Type="http://schemas.openxmlformats.org/officeDocument/2006/relationships/image" Target="../media/image2082.png"/><Relationship Id="rId62" Type="http://schemas.openxmlformats.org/officeDocument/2006/relationships/image" Target="../media/image2086.png"/><Relationship Id="rId70" Type="http://schemas.openxmlformats.org/officeDocument/2006/relationships/image" Target="../media/image2090.png"/><Relationship Id="rId75" Type="http://schemas.openxmlformats.org/officeDocument/2006/relationships/customXml" Target="../ink/ink2582.xml"/><Relationship Id="rId83" Type="http://schemas.openxmlformats.org/officeDocument/2006/relationships/customXml" Target="../ink/ink258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58.png"/><Relationship Id="rId15" Type="http://schemas.openxmlformats.org/officeDocument/2006/relationships/customXml" Target="../ink/ink2552.xml"/><Relationship Id="rId23" Type="http://schemas.openxmlformats.org/officeDocument/2006/relationships/customXml" Target="../ink/ink2556.xml"/><Relationship Id="rId28" Type="http://schemas.openxmlformats.org/officeDocument/2006/relationships/image" Target="../media/image2069.png"/><Relationship Id="rId36" Type="http://schemas.openxmlformats.org/officeDocument/2006/relationships/image" Target="../media/image2073.png"/><Relationship Id="rId49" Type="http://schemas.openxmlformats.org/officeDocument/2006/relationships/customXml" Target="../ink/ink2569.xml"/><Relationship Id="rId57" Type="http://schemas.openxmlformats.org/officeDocument/2006/relationships/customXml" Target="../ink/ink2573.xml"/><Relationship Id="rId10" Type="http://schemas.openxmlformats.org/officeDocument/2006/relationships/image" Target="../media/image2060.png"/><Relationship Id="rId31" Type="http://schemas.openxmlformats.org/officeDocument/2006/relationships/customXml" Target="../ink/ink2560.xml"/><Relationship Id="rId44" Type="http://schemas.openxmlformats.org/officeDocument/2006/relationships/image" Target="../media/image2077.png"/><Relationship Id="rId52" Type="http://schemas.openxmlformats.org/officeDocument/2006/relationships/image" Target="../media/image2081.png"/><Relationship Id="rId60" Type="http://schemas.openxmlformats.org/officeDocument/2006/relationships/image" Target="../media/image2085.png"/><Relationship Id="rId65" Type="http://schemas.openxmlformats.org/officeDocument/2006/relationships/customXml" Target="../ink/ink2577.xml"/><Relationship Id="rId73" Type="http://schemas.openxmlformats.org/officeDocument/2006/relationships/customXml" Target="../ink/ink2581.xml"/><Relationship Id="rId78" Type="http://schemas.openxmlformats.org/officeDocument/2006/relationships/image" Target="../media/image2094.png"/><Relationship Id="rId81" Type="http://schemas.openxmlformats.org/officeDocument/2006/relationships/customXml" Target="../ink/ink2585.xml"/><Relationship Id="rId4" Type="http://schemas.openxmlformats.org/officeDocument/2006/relationships/image" Target="../media/image2057.png"/><Relationship Id="rId9" Type="http://schemas.openxmlformats.org/officeDocument/2006/relationships/customXml" Target="../ink/ink2549.xml"/><Relationship Id="rId13" Type="http://schemas.openxmlformats.org/officeDocument/2006/relationships/customXml" Target="../ink/ink2551.xml"/><Relationship Id="rId18" Type="http://schemas.openxmlformats.org/officeDocument/2006/relationships/image" Target="../media/image2064.png"/><Relationship Id="rId39" Type="http://schemas.openxmlformats.org/officeDocument/2006/relationships/customXml" Target="../ink/ink2564.xml"/><Relationship Id="rId34" Type="http://schemas.openxmlformats.org/officeDocument/2006/relationships/image" Target="../media/image2072.png"/><Relationship Id="rId50" Type="http://schemas.openxmlformats.org/officeDocument/2006/relationships/image" Target="../media/image2080.png"/><Relationship Id="rId55" Type="http://schemas.openxmlformats.org/officeDocument/2006/relationships/customXml" Target="../ink/ink2572.xml"/><Relationship Id="rId76" Type="http://schemas.openxmlformats.org/officeDocument/2006/relationships/image" Target="../media/image2093.png"/><Relationship Id="rId7" Type="http://schemas.openxmlformats.org/officeDocument/2006/relationships/customXml" Target="../ink/ink2548.xml"/><Relationship Id="rId71" Type="http://schemas.openxmlformats.org/officeDocument/2006/relationships/customXml" Target="../ink/ink2580.xml"/><Relationship Id="rId2" Type="http://schemas.openxmlformats.org/officeDocument/2006/relationships/notesSlide" Target="../notesSlides/notesSlide7.xml"/><Relationship Id="rId29" Type="http://schemas.openxmlformats.org/officeDocument/2006/relationships/customXml" Target="../ink/ink2559.xml"/><Relationship Id="rId24" Type="http://schemas.openxmlformats.org/officeDocument/2006/relationships/image" Target="../media/image2067.png"/><Relationship Id="rId40" Type="http://schemas.openxmlformats.org/officeDocument/2006/relationships/image" Target="../media/image2075.png"/><Relationship Id="rId45" Type="http://schemas.openxmlformats.org/officeDocument/2006/relationships/customXml" Target="../ink/ink2567.xml"/><Relationship Id="rId66" Type="http://schemas.openxmlformats.org/officeDocument/2006/relationships/image" Target="../media/image208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3" Type="http://schemas.openxmlformats.org/officeDocument/2006/relationships/customXml" Target="../ink/ink2592.xml"/><Relationship Id="rId18" Type="http://schemas.openxmlformats.org/officeDocument/2006/relationships/image" Target="../media/image2105.png"/><Relationship Id="rId26" Type="http://schemas.openxmlformats.org/officeDocument/2006/relationships/image" Target="../media/image2109.png"/><Relationship Id="rId39" Type="http://schemas.openxmlformats.org/officeDocument/2006/relationships/customXml" Target="../ink/ink2605.xml"/><Relationship Id="rId21" Type="http://schemas.openxmlformats.org/officeDocument/2006/relationships/customXml" Target="../ink/ink2596.xml"/><Relationship Id="rId34" Type="http://schemas.openxmlformats.org/officeDocument/2006/relationships/image" Target="../media/image2092.png"/><Relationship Id="rId42" Type="http://schemas.openxmlformats.org/officeDocument/2006/relationships/image" Target="../media/image2116.png"/><Relationship Id="rId47" Type="http://schemas.openxmlformats.org/officeDocument/2006/relationships/customXml" Target="../ink/ink2609.xml"/><Relationship Id="rId50" Type="http://schemas.openxmlformats.org/officeDocument/2006/relationships/image" Target="../media/image2120.png"/><Relationship Id="rId55" Type="http://schemas.openxmlformats.org/officeDocument/2006/relationships/customXml" Target="../ink/ink2613.xml"/><Relationship Id="rId7" Type="http://schemas.openxmlformats.org/officeDocument/2006/relationships/customXml" Target="../ink/ink2589.xml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2104.png"/><Relationship Id="rId29" Type="http://schemas.openxmlformats.org/officeDocument/2006/relationships/customXml" Target="../ink/ink2600.xml"/><Relationship Id="rId11" Type="http://schemas.openxmlformats.org/officeDocument/2006/relationships/customXml" Target="../ink/ink2591.xml"/><Relationship Id="rId24" Type="http://schemas.openxmlformats.org/officeDocument/2006/relationships/image" Target="../media/image2108.png"/><Relationship Id="rId32" Type="http://schemas.openxmlformats.org/officeDocument/2006/relationships/image" Target="../media/image2112.png"/><Relationship Id="rId37" Type="http://schemas.openxmlformats.org/officeDocument/2006/relationships/customXml" Target="../ink/ink2604.xml"/><Relationship Id="rId40" Type="http://schemas.openxmlformats.org/officeDocument/2006/relationships/image" Target="../media/image2115.png"/><Relationship Id="rId45" Type="http://schemas.openxmlformats.org/officeDocument/2006/relationships/customXml" Target="../ink/ink2608.xml"/><Relationship Id="rId53" Type="http://schemas.openxmlformats.org/officeDocument/2006/relationships/customXml" Target="../ink/ink2612.xml"/><Relationship Id="rId58" Type="http://schemas.openxmlformats.org/officeDocument/2006/relationships/image" Target="../media/image2124.png"/><Relationship Id="rId5" Type="http://schemas.openxmlformats.org/officeDocument/2006/relationships/customXml" Target="../ink/ink2588.xml"/><Relationship Id="rId19" Type="http://schemas.openxmlformats.org/officeDocument/2006/relationships/customXml" Target="../ink/ink2595.xml"/><Relationship Id="rId4" Type="http://schemas.openxmlformats.org/officeDocument/2006/relationships/image" Target="../media/image2098.png"/><Relationship Id="rId9" Type="http://schemas.openxmlformats.org/officeDocument/2006/relationships/customXml" Target="../ink/ink2590.xml"/><Relationship Id="rId14" Type="http://schemas.openxmlformats.org/officeDocument/2006/relationships/image" Target="../media/image2103.png"/><Relationship Id="rId22" Type="http://schemas.openxmlformats.org/officeDocument/2006/relationships/image" Target="../media/image2107.png"/><Relationship Id="rId27" Type="http://schemas.openxmlformats.org/officeDocument/2006/relationships/customXml" Target="../ink/ink2599.xml"/><Relationship Id="rId30" Type="http://schemas.openxmlformats.org/officeDocument/2006/relationships/image" Target="../media/image2111.png"/><Relationship Id="rId35" Type="http://schemas.openxmlformats.org/officeDocument/2006/relationships/customXml" Target="../ink/ink2603.xml"/><Relationship Id="rId43" Type="http://schemas.openxmlformats.org/officeDocument/2006/relationships/customXml" Target="../ink/ink2607.xml"/><Relationship Id="rId48" Type="http://schemas.openxmlformats.org/officeDocument/2006/relationships/image" Target="../media/image2119.png"/><Relationship Id="rId56" Type="http://schemas.openxmlformats.org/officeDocument/2006/relationships/image" Target="../media/image2123.png"/><Relationship Id="rId8" Type="http://schemas.openxmlformats.org/officeDocument/2006/relationships/image" Target="../media/image2100.png"/><Relationship Id="rId51" Type="http://schemas.openxmlformats.org/officeDocument/2006/relationships/customXml" Target="../ink/ink2611.xml"/><Relationship Id="rId3" Type="http://schemas.openxmlformats.org/officeDocument/2006/relationships/customXml" Target="../ink/ink2587.xml"/><Relationship Id="rId12" Type="http://schemas.openxmlformats.org/officeDocument/2006/relationships/image" Target="../media/image2102.png"/><Relationship Id="rId17" Type="http://schemas.openxmlformats.org/officeDocument/2006/relationships/customXml" Target="../ink/ink2594.xml"/><Relationship Id="rId25" Type="http://schemas.openxmlformats.org/officeDocument/2006/relationships/customXml" Target="../ink/ink2598.xml"/><Relationship Id="rId33" Type="http://schemas.openxmlformats.org/officeDocument/2006/relationships/customXml" Target="../ink/ink2602.xml"/><Relationship Id="rId38" Type="http://schemas.openxmlformats.org/officeDocument/2006/relationships/image" Target="../media/image2114.png"/><Relationship Id="rId46" Type="http://schemas.openxmlformats.org/officeDocument/2006/relationships/image" Target="../media/image2118.png"/><Relationship Id="rId20" Type="http://schemas.openxmlformats.org/officeDocument/2006/relationships/image" Target="../media/image2106.png"/><Relationship Id="rId41" Type="http://schemas.openxmlformats.org/officeDocument/2006/relationships/customXml" Target="../ink/ink2606.xml"/><Relationship Id="rId54" Type="http://schemas.openxmlformats.org/officeDocument/2006/relationships/image" Target="../media/image21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99.png"/><Relationship Id="rId15" Type="http://schemas.openxmlformats.org/officeDocument/2006/relationships/customXml" Target="../ink/ink2593.xml"/><Relationship Id="rId23" Type="http://schemas.openxmlformats.org/officeDocument/2006/relationships/customXml" Target="../ink/ink2597.xml"/><Relationship Id="rId28" Type="http://schemas.openxmlformats.org/officeDocument/2006/relationships/image" Target="../media/image2110.png"/><Relationship Id="rId36" Type="http://schemas.openxmlformats.org/officeDocument/2006/relationships/image" Target="../media/image2113.png"/><Relationship Id="rId49" Type="http://schemas.openxmlformats.org/officeDocument/2006/relationships/customXml" Target="../ink/ink2610.xml"/><Relationship Id="rId57" Type="http://schemas.openxmlformats.org/officeDocument/2006/relationships/customXml" Target="../ink/ink2614.xml"/><Relationship Id="rId10" Type="http://schemas.openxmlformats.org/officeDocument/2006/relationships/image" Target="../media/image2101.png"/><Relationship Id="rId31" Type="http://schemas.openxmlformats.org/officeDocument/2006/relationships/customXml" Target="../ink/ink2601.xml"/><Relationship Id="rId44" Type="http://schemas.openxmlformats.org/officeDocument/2006/relationships/image" Target="../media/image2117.png"/><Relationship Id="rId52" Type="http://schemas.openxmlformats.org/officeDocument/2006/relationships/image" Target="../media/image2121.png"/></Relationships>
</file>

<file path=ppt/slides/_rels/slide17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2672.xml"/><Relationship Id="rId21" Type="http://schemas.openxmlformats.org/officeDocument/2006/relationships/image" Target="../media/image2134.png"/><Relationship Id="rId42" Type="http://schemas.openxmlformats.org/officeDocument/2006/relationships/customXml" Target="../ink/ink2634.xml"/><Relationship Id="rId63" Type="http://schemas.openxmlformats.org/officeDocument/2006/relationships/image" Target="../media/image2155.png"/><Relationship Id="rId84" Type="http://schemas.openxmlformats.org/officeDocument/2006/relationships/image" Target="../media/image2165.png"/><Relationship Id="rId138" Type="http://schemas.openxmlformats.org/officeDocument/2006/relationships/image" Target="../media/image2192.png"/><Relationship Id="rId159" Type="http://schemas.openxmlformats.org/officeDocument/2006/relationships/customXml" Target="../ink/ink2693.xml"/><Relationship Id="rId170" Type="http://schemas.openxmlformats.org/officeDocument/2006/relationships/image" Target="../media/image2208.png"/><Relationship Id="rId191" Type="http://schemas.openxmlformats.org/officeDocument/2006/relationships/customXml" Target="../ink/ink2709.xml"/><Relationship Id="rId205" Type="http://schemas.openxmlformats.org/officeDocument/2006/relationships/customXml" Target="../ink/ink2716.xml"/><Relationship Id="rId226" Type="http://schemas.openxmlformats.org/officeDocument/2006/relationships/image" Target="../media/image2236.png"/><Relationship Id="rId107" Type="http://schemas.openxmlformats.org/officeDocument/2006/relationships/customXml" Target="../ink/ink2667.xml"/><Relationship Id="rId11" Type="http://schemas.openxmlformats.org/officeDocument/2006/relationships/image" Target="../media/image2129.png"/><Relationship Id="rId32" Type="http://schemas.openxmlformats.org/officeDocument/2006/relationships/customXml" Target="../ink/ink2629.xml"/><Relationship Id="rId53" Type="http://schemas.openxmlformats.org/officeDocument/2006/relationships/image" Target="../media/image2150.png"/><Relationship Id="rId74" Type="http://schemas.openxmlformats.org/officeDocument/2006/relationships/customXml" Target="../ink/ink2650.xml"/><Relationship Id="rId128" Type="http://schemas.openxmlformats.org/officeDocument/2006/relationships/image" Target="../media/image2187.png"/><Relationship Id="rId149" Type="http://schemas.openxmlformats.org/officeDocument/2006/relationships/customXml" Target="../ink/ink2688.xml"/><Relationship Id="rId5" Type="http://schemas.openxmlformats.org/officeDocument/2006/relationships/image" Target="../media/image2126.png"/><Relationship Id="rId95" Type="http://schemas.openxmlformats.org/officeDocument/2006/relationships/customXml" Target="../ink/ink2661.xml"/><Relationship Id="rId160" Type="http://schemas.openxmlformats.org/officeDocument/2006/relationships/image" Target="../media/image2203.png"/><Relationship Id="rId181" Type="http://schemas.openxmlformats.org/officeDocument/2006/relationships/customXml" Target="../ink/ink2704.xml"/><Relationship Id="rId216" Type="http://schemas.openxmlformats.org/officeDocument/2006/relationships/image" Target="../media/image2231.png"/><Relationship Id="rId22" Type="http://schemas.openxmlformats.org/officeDocument/2006/relationships/customXml" Target="../ink/ink2624.xml"/><Relationship Id="rId43" Type="http://schemas.openxmlformats.org/officeDocument/2006/relationships/image" Target="../media/image2145.png"/><Relationship Id="rId64" Type="http://schemas.openxmlformats.org/officeDocument/2006/relationships/customXml" Target="../ink/ink2645.xml"/><Relationship Id="rId118" Type="http://schemas.openxmlformats.org/officeDocument/2006/relationships/image" Target="../media/image2182.png"/><Relationship Id="rId139" Type="http://schemas.openxmlformats.org/officeDocument/2006/relationships/customXml" Target="../ink/ink2683.xml"/><Relationship Id="rId85" Type="http://schemas.openxmlformats.org/officeDocument/2006/relationships/customXml" Target="../ink/ink2656.xml"/><Relationship Id="rId150" Type="http://schemas.openxmlformats.org/officeDocument/2006/relationships/image" Target="../media/image2198.png"/><Relationship Id="rId171" Type="http://schemas.openxmlformats.org/officeDocument/2006/relationships/customXml" Target="../ink/ink2699.xml"/><Relationship Id="rId192" Type="http://schemas.openxmlformats.org/officeDocument/2006/relationships/image" Target="../media/image2219.png"/><Relationship Id="rId206" Type="http://schemas.openxmlformats.org/officeDocument/2006/relationships/image" Target="../media/image2226.png"/><Relationship Id="rId227" Type="http://schemas.openxmlformats.org/officeDocument/2006/relationships/customXml" Target="../ink/ink2727.xml"/><Relationship Id="rId12" Type="http://schemas.openxmlformats.org/officeDocument/2006/relationships/customXml" Target="../ink/ink2619.xml"/><Relationship Id="rId33" Type="http://schemas.openxmlformats.org/officeDocument/2006/relationships/image" Target="../media/image2140.png"/><Relationship Id="rId108" Type="http://schemas.openxmlformats.org/officeDocument/2006/relationships/image" Target="../media/image2177.png"/><Relationship Id="rId129" Type="http://schemas.openxmlformats.org/officeDocument/2006/relationships/customXml" Target="../ink/ink2678.xml"/><Relationship Id="rId54" Type="http://schemas.openxmlformats.org/officeDocument/2006/relationships/customXml" Target="../ink/ink2640.xml"/><Relationship Id="rId75" Type="http://schemas.openxmlformats.org/officeDocument/2006/relationships/image" Target="../media/image2161.png"/><Relationship Id="rId96" Type="http://schemas.openxmlformats.org/officeDocument/2006/relationships/image" Target="../media/image2171.png"/><Relationship Id="rId140" Type="http://schemas.openxmlformats.org/officeDocument/2006/relationships/image" Target="../media/image2193.png"/><Relationship Id="rId161" Type="http://schemas.openxmlformats.org/officeDocument/2006/relationships/customXml" Target="../ink/ink2694.xml"/><Relationship Id="rId182" Type="http://schemas.openxmlformats.org/officeDocument/2006/relationships/image" Target="../media/image2214.png"/><Relationship Id="rId217" Type="http://schemas.openxmlformats.org/officeDocument/2006/relationships/customXml" Target="../ink/ink2722.xml"/><Relationship Id="rId6" Type="http://schemas.openxmlformats.org/officeDocument/2006/relationships/customXml" Target="../ink/ink2616.xml"/><Relationship Id="rId23" Type="http://schemas.openxmlformats.org/officeDocument/2006/relationships/image" Target="../media/image2135.png"/><Relationship Id="rId119" Type="http://schemas.openxmlformats.org/officeDocument/2006/relationships/customXml" Target="../ink/ink2673.xml"/><Relationship Id="rId44" Type="http://schemas.openxmlformats.org/officeDocument/2006/relationships/customXml" Target="../ink/ink2635.xml"/><Relationship Id="rId65" Type="http://schemas.openxmlformats.org/officeDocument/2006/relationships/image" Target="../media/image2156.png"/><Relationship Id="rId86" Type="http://schemas.openxmlformats.org/officeDocument/2006/relationships/image" Target="../media/image2166.png"/><Relationship Id="rId130" Type="http://schemas.openxmlformats.org/officeDocument/2006/relationships/image" Target="../media/image2188.png"/><Relationship Id="rId151" Type="http://schemas.openxmlformats.org/officeDocument/2006/relationships/customXml" Target="../ink/ink2689.xml"/><Relationship Id="rId172" Type="http://schemas.openxmlformats.org/officeDocument/2006/relationships/image" Target="../media/image2209.png"/><Relationship Id="rId193" Type="http://schemas.openxmlformats.org/officeDocument/2006/relationships/customXml" Target="../ink/ink2710.xml"/><Relationship Id="rId207" Type="http://schemas.openxmlformats.org/officeDocument/2006/relationships/customXml" Target="../ink/ink2717.xml"/><Relationship Id="rId228" Type="http://schemas.openxmlformats.org/officeDocument/2006/relationships/image" Target="../media/image2237.png"/><Relationship Id="rId13" Type="http://schemas.openxmlformats.org/officeDocument/2006/relationships/image" Target="../media/image2130.png"/><Relationship Id="rId109" Type="http://schemas.openxmlformats.org/officeDocument/2006/relationships/customXml" Target="../ink/ink2668.xml"/><Relationship Id="rId34" Type="http://schemas.openxmlformats.org/officeDocument/2006/relationships/customXml" Target="../ink/ink2630.xml"/><Relationship Id="rId55" Type="http://schemas.openxmlformats.org/officeDocument/2006/relationships/image" Target="../media/image2151.png"/><Relationship Id="rId76" Type="http://schemas.openxmlformats.org/officeDocument/2006/relationships/customXml" Target="../ink/ink2651.xml"/><Relationship Id="rId97" Type="http://schemas.openxmlformats.org/officeDocument/2006/relationships/customXml" Target="../ink/ink2662.xml"/><Relationship Id="rId120" Type="http://schemas.openxmlformats.org/officeDocument/2006/relationships/image" Target="../media/image2183.png"/><Relationship Id="rId141" Type="http://schemas.openxmlformats.org/officeDocument/2006/relationships/customXml" Target="../ink/ink2684.xml"/><Relationship Id="rId7" Type="http://schemas.openxmlformats.org/officeDocument/2006/relationships/image" Target="../media/image2127.png"/><Relationship Id="rId162" Type="http://schemas.openxmlformats.org/officeDocument/2006/relationships/image" Target="../media/image2204.png"/><Relationship Id="rId183" Type="http://schemas.openxmlformats.org/officeDocument/2006/relationships/customXml" Target="../ink/ink2705.xml"/><Relationship Id="rId218" Type="http://schemas.openxmlformats.org/officeDocument/2006/relationships/image" Target="../media/image2232.png"/><Relationship Id="rId24" Type="http://schemas.openxmlformats.org/officeDocument/2006/relationships/customXml" Target="../ink/ink2625.xml"/><Relationship Id="rId45" Type="http://schemas.openxmlformats.org/officeDocument/2006/relationships/image" Target="../media/image2146.png"/><Relationship Id="rId66" Type="http://schemas.openxmlformats.org/officeDocument/2006/relationships/customXml" Target="../ink/ink2646.xml"/><Relationship Id="rId87" Type="http://schemas.openxmlformats.org/officeDocument/2006/relationships/customXml" Target="../ink/ink2657.xml"/><Relationship Id="rId110" Type="http://schemas.openxmlformats.org/officeDocument/2006/relationships/image" Target="../media/image2178.png"/><Relationship Id="rId131" Type="http://schemas.openxmlformats.org/officeDocument/2006/relationships/customXml" Target="../ink/ink2679.xml"/><Relationship Id="rId152" Type="http://schemas.openxmlformats.org/officeDocument/2006/relationships/image" Target="../media/image2199.png"/><Relationship Id="rId173" Type="http://schemas.openxmlformats.org/officeDocument/2006/relationships/customXml" Target="../ink/ink2700.xml"/><Relationship Id="rId194" Type="http://schemas.openxmlformats.org/officeDocument/2006/relationships/image" Target="../media/image2220.png"/><Relationship Id="rId208" Type="http://schemas.openxmlformats.org/officeDocument/2006/relationships/image" Target="../media/image2227.png"/><Relationship Id="rId229" Type="http://schemas.openxmlformats.org/officeDocument/2006/relationships/customXml" Target="../ink/ink2728.xml"/><Relationship Id="rId14" Type="http://schemas.openxmlformats.org/officeDocument/2006/relationships/customXml" Target="../ink/ink2620.xml"/><Relationship Id="rId35" Type="http://schemas.openxmlformats.org/officeDocument/2006/relationships/image" Target="../media/image2141.png"/><Relationship Id="rId56" Type="http://schemas.openxmlformats.org/officeDocument/2006/relationships/customXml" Target="../ink/ink2641.xml"/><Relationship Id="rId77" Type="http://schemas.openxmlformats.org/officeDocument/2006/relationships/image" Target="../media/image2162.png"/><Relationship Id="rId100" Type="http://schemas.openxmlformats.org/officeDocument/2006/relationships/image" Target="../media/image2173.png"/><Relationship Id="rId8" Type="http://schemas.openxmlformats.org/officeDocument/2006/relationships/customXml" Target="../ink/ink2617.xml"/><Relationship Id="rId98" Type="http://schemas.openxmlformats.org/officeDocument/2006/relationships/image" Target="../media/image2172.png"/><Relationship Id="rId121" Type="http://schemas.openxmlformats.org/officeDocument/2006/relationships/customXml" Target="../ink/ink2674.xml"/><Relationship Id="rId142" Type="http://schemas.openxmlformats.org/officeDocument/2006/relationships/image" Target="../media/image2194.png"/><Relationship Id="rId163" Type="http://schemas.openxmlformats.org/officeDocument/2006/relationships/customXml" Target="../ink/ink2695.xml"/><Relationship Id="rId184" Type="http://schemas.openxmlformats.org/officeDocument/2006/relationships/image" Target="../media/image2215.png"/><Relationship Id="rId219" Type="http://schemas.openxmlformats.org/officeDocument/2006/relationships/customXml" Target="../ink/ink2723.xml"/><Relationship Id="rId230" Type="http://schemas.openxmlformats.org/officeDocument/2006/relationships/image" Target="../media/image2238.png"/><Relationship Id="rId25" Type="http://schemas.openxmlformats.org/officeDocument/2006/relationships/image" Target="../media/image2136.png"/><Relationship Id="rId46" Type="http://schemas.openxmlformats.org/officeDocument/2006/relationships/customXml" Target="../ink/ink2636.xml"/><Relationship Id="rId67" Type="http://schemas.openxmlformats.org/officeDocument/2006/relationships/image" Target="../media/image2157.png"/><Relationship Id="rId20" Type="http://schemas.openxmlformats.org/officeDocument/2006/relationships/customXml" Target="../ink/ink2623.xml"/><Relationship Id="rId41" Type="http://schemas.openxmlformats.org/officeDocument/2006/relationships/image" Target="../media/image2144.png"/><Relationship Id="rId62" Type="http://schemas.openxmlformats.org/officeDocument/2006/relationships/customXml" Target="../ink/ink2644.xml"/><Relationship Id="rId83" Type="http://schemas.openxmlformats.org/officeDocument/2006/relationships/customXml" Target="../ink/ink2655.xml"/><Relationship Id="rId88" Type="http://schemas.openxmlformats.org/officeDocument/2006/relationships/image" Target="../media/image2167.png"/><Relationship Id="rId111" Type="http://schemas.openxmlformats.org/officeDocument/2006/relationships/customXml" Target="../ink/ink2669.xml"/><Relationship Id="rId132" Type="http://schemas.openxmlformats.org/officeDocument/2006/relationships/image" Target="../media/image2189.png"/><Relationship Id="rId153" Type="http://schemas.openxmlformats.org/officeDocument/2006/relationships/customXml" Target="../ink/ink2690.xml"/><Relationship Id="rId174" Type="http://schemas.openxmlformats.org/officeDocument/2006/relationships/image" Target="../media/image2210.png"/><Relationship Id="rId179" Type="http://schemas.openxmlformats.org/officeDocument/2006/relationships/customXml" Target="../ink/ink2703.xml"/><Relationship Id="rId195" Type="http://schemas.openxmlformats.org/officeDocument/2006/relationships/customXml" Target="../ink/ink2711.xml"/><Relationship Id="rId209" Type="http://schemas.openxmlformats.org/officeDocument/2006/relationships/customXml" Target="../ink/ink2718.xml"/><Relationship Id="rId190" Type="http://schemas.openxmlformats.org/officeDocument/2006/relationships/image" Target="../media/image2218.png"/><Relationship Id="rId204" Type="http://schemas.openxmlformats.org/officeDocument/2006/relationships/image" Target="../media/image2225.png"/><Relationship Id="rId220" Type="http://schemas.openxmlformats.org/officeDocument/2006/relationships/image" Target="../media/image2233.png"/><Relationship Id="rId225" Type="http://schemas.openxmlformats.org/officeDocument/2006/relationships/customXml" Target="../ink/ink2726.xml"/><Relationship Id="rId15" Type="http://schemas.openxmlformats.org/officeDocument/2006/relationships/image" Target="../media/image2131.png"/><Relationship Id="rId36" Type="http://schemas.openxmlformats.org/officeDocument/2006/relationships/customXml" Target="../ink/ink2631.xml"/><Relationship Id="rId57" Type="http://schemas.openxmlformats.org/officeDocument/2006/relationships/image" Target="../media/image2152.png"/><Relationship Id="rId106" Type="http://schemas.openxmlformats.org/officeDocument/2006/relationships/image" Target="../media/image2176.png"/><Relationship Id="rId127" Type="http://schemas.openxmlformats.org/officeDocument/2006/relationships/customXml" Target="../ink/ink2677.xml"/><Relationship Id="rId10" Type="http://schemas.openxmlformats.org/officeDocument/2006/relationships/customXml" Target="../ink/ink2618.xml"/><Relationship Id="rId31" Type="http://schemas.openxmlformats.org/officeDocument/2006/relationships/image" Target="../media/image2139.png"/><Relationship Id="rId52" Type="http://schemas.openxmlformats.org/officeDocument/2006/relationships/customXml" Target="../ink/ink2639.xml"/><Relationship Id="rId73" Type="http://schemas.openxmlformats.org/officeDocument/2006/relationships/image" Target="../media/image2160.png"/><Relationship Id="rId78" Type="http://schemas.openxmlformats.org/officeDocument/2006/relationships/customXml" Target="../ink/ink2652.xml"/><Relationship Id="rId94" Type="http://schemas.openxmlformats.org/officeDocument/2006/relationships/image" Target="../media/image2170.png"/><Relationship Id="rId99" Type="http://schemas.openxmlformats.org/officeDocument/2006/relationships/customXml" Target="../ink/ink2663.xml"/><Relationship Id="rId101" Type="http://schemas.openxmlformats.org/officeDocument/2006/relationships/customXml" Target="../ink/ink2664.xml"/><Relationship Id="rId122" Type="http://schemas.openxmlformats.org/officeDocument/2006/relationships/image" Target="../media/image2184.png"/><Relationship Id="rId143" Type="http://schemas.openxmlformats.org/officeDocument/2006/relationships/customXml" Target="../ink/ink2685.xml"/><Relationship Id="rId148" Type="http://schemas.openxmlformats.org/officeDocument/2006/relationships/image" Target="../media/image2197.png"/><Relationship Id="rId164" Type="http://schemas.openxmlformats.org/officeDocument/2006/relationships/image" Target="../media/image2205.png"/><Relationship Id="rId169" Type="http://schemas.openxmlformats.org/officeDocument/2006/relationships/customXml" Target="../ink/ink2698.xml"/><Relationship Id="rId185" Type="http://schemas.openxmlformats.org/officeDocument/2006/relationships/customXml" Target="../ink/ink2706.xml"/><Relationship Id="rId4" Type="http://schemas.openxmlformats.org/officeDocument/2006/relationships/customXml" Target="../ink/ink2615.xml"/><Relationship Id="rId9" Type="http://schemas.openxmlformats.org/officeDocument/2006/relationships/image" Target="../media/image2128.png"/><Relationship Id="rId180" Type="http://schemas.openxmlformats.org/officeDocument/2006/relationships/image" Target="../media/image2213.png"/><Relationship Id="rId210" Type="http://schemas.openxmlformats.org/officeDocument/2006/relationships/image" Target="../media/image2228.png"/><Relationship Id="rId215" Type="http://schemas.openxmlformats.org/officeDocument/2006/relationships/customXml" Target="../ink/ink2721.xml"/><Relationship Id="rId236" Type="http://schemas.openxmlformats.org/officeDocument/2006/relationships/image" Target="../media/image2241.png"/><Relationship Id="rId26" Type="http://schemas.openxmlformats.org/officeDocument/2006/relationships/customXml" Target="../ink/ink2626.xml"/><Relationship Id="rId231" Type="http://schemas.openxmlformats.org/officeDocument/2006/relationships/customXml" Target="../ink/ink2729.xml"/><Relationship Id="rId47" Type="http://schemas.openxmlformats.org/officeDocument/2006/relationships/image" Target="../media/image2147.png"/><Relationship Id="rId68" Type="http://schemas.openxmlformats.org/officeDocument/2006/relationships/customXml" Target="../ink/ink2647.xml"/><Relationship Id="rId89" Type="http://schemas.openxmlformats.org/officeDocument/2006/relationships/customXml" Target="../ink/ink2658.xml"/><Relationship Id="rId112" Type="http://schemas.openxmlformats.org/officeDocument/2006/relationships/image" Target="../media/image2179.png"/><Relationship Id="rId133" Type="http://schemas.openxmlformats.org/officeDocument/2006/relationships/customXml" Target="../ink/ink2680.xml"/><Relationship Id="rId154" Type="http://schemas.openxmlformats.org/officeDocument/2006/relationships/image" Target="../media/image2200.png"/><Relationship Id="rId175" Type="http://schemas.openxmlformats.org/officeDocument/2006/relationships/customXml" Target="../ink/ink2701.xml"/><Relationship Id="rId196" Type="http://schemas.openxmlformats.org/officeDocument/2006/relationships/image" Target="../media/image2221.png"/><Relationship Id="rId200" Type="http://schemas.openxmlformats.org/officeDocument/2006/relationships/image" Target="../media/image2223.png"/><Relationship Id="rId16" Type="http://schemas.openxmlformats.org/officeDocument/2006/relationships/customXml" Target="../ink/ink2621.xml"/><Relationship Id="rId221" Type="http://schemas.openxmlformats.org/officeDocument/2006/relationships/customXml" Target="../ink/ink2724.xml"/><Relationship Id="rId37" Type="http://schemas.openxmlformats.org/officeDocument/2006/relationships/image" Target="../media/image2142.png"/><Relationship Id="rId58" Type="http://schemas.openxmlformats.org/officeDocument/2006/relationships/customXml" Target="../ink/ink2642.xml"/><Relationship Id="rId79" Type="http://schemas.openxmlformats.org/officeDocument/2006/relationships/image" Target="../media/image2163.png"/><Relationship Id="rId102" Type="http://schemas.openxmlformats.org/officeDocument/2006/relationships/image" Target="../media/image2174.png"/><Relationship Id="rId123" Type="http://schemas.openxmlformats.org/officeDocument/2006/relationships/customXml" Target="../ink/ink2675.xml"/><Relationship Id="rId144" Type="http://schemas.openxmlformats.org/officeDocument/2006/relationships/image" Target="../media/image2195.png"/><Relationship Id="rId90" Type="http://schemas.openxmlformats.org/officeDocument/2006/relationships/image" Target="../media/image2168.png"/><Relationship Id="rId165" Type="http://schemas.openxmlformats.org/officeDocument/2006/relationships/customXml" Target="../ink/ink2696.xml"/><Relationship Id="rId186" Type="http://schemas.openxmlformats.org/officeDocument/2006/relationships/image" Target="../media/image2216.png"/><Relationship Id="rId211" Type="http://schemas.openxmlformats.org/officeDocument/2006/relationships/customXml" Target="../ink/ink2719.xml"/><Relationship Id="rId232" Type="http://schemas.openxmlformats.org/officeDocument/2006/relationships/image" Target="../media/image2239.png"/><Relationship Id="rId27" Type="http://schemas.openxmlformats.org/officeDocument/2006/relationships/image" Target="../media/image2137.png"/><Relationship Id="rId48" Type="http://schemas.openxmlformats.org/officeDocument/2006/relationships/customXml" Target="../ink/ink2637.xml"/><Relationship Id="rId69" Type="http://schemas.openxmlformats.org/officeDocument/2006/relationships/image" Target="../media/image2158.png"/><Relationship Id="rId113" Type="http://schemas.openxmlformats.org/officeDocument/2006/relationships/customXml" Target="../ink/ink2670.xml"/><Relationship Id="rId134" Type="http://schemas.openxmlformats.org/officeDocument/2006/relationships/image" Target="../media/image2190.png"/><Relationship Id="rId80" Type="http://schemas.openxmlformats.org/officeDocument/2006/relationships/customXml" Target="../ink/ink2653.xml"/><Relationship Id="rId155" Type="http://schemas.openxmlformats.org/officeDocument/2006/relationships/customXml" Target="../ink/ink2691.xml"/><Relationship Id="rId176" Type="http://schemas.openxmlformats.org/officeDocument/2006/relationships/image" Target="../media/image2211.png"/><Relationship Id="rId197" Type="http://schemas.openxmlformats.org/officeDocument/2006/relationships/customXml" Target="../ink/ink2712.xml"/><Relationship Id="rId201" Type="http://schemas.openxmlformats.org/officeDocument/2006/relationships/customXml" Target="../ink/ink2714.xml"/><Relationship Id="rId222" Type="http://schemas.openxmlformats.org/officeDocument/2006/relationships/image" Target="../media/image2234.png"/><Relationship Id="rId17" Type="http://schemas.openxmlformats.org/officeDocument/2006/relationships/image" Target="../media/image2132.png"/><Relationship Id="rId38" Type="http://schemas.openxmlformats.org/officeDocument/2006/relationships/customXml" Target="../ink/ink2632.xml"/><Relationship Id="rId59" Type="http://schemas.openxmlformats.org/officeDocument/2006/relationships/image" Target="../media/image2153.png"/><Relationship Id="rId103" Type="http://schemas.openxmlformats.org/officeDocument/2006/relationships/customXml" Target="../ink/ink2665.xml"/><Relationship Id="rId124" Type="http://schemas.openxmlformats.org/officeDocument/2006/relationships/image" Target="../media/image2185.png"/><Relationship Id="rId70" Type="http://schemas.openxmlformats.org/officeDocument/2006/relationships/customXml" Target="../ink/ink2648.xml"/><Relationship Id="rId91" Type="http://schemas.openxmlformats.org/officeDocument/2006/relationships/customXml" Target="../ink/ink2659.xml"/><Relationship Id="rId145" Type="http://schemas.openxmlformats.org/officeDocument/2006/relationships/customXml" Target="../ink/ink2686.xml"/><Relationship Id="rId166" Type="http://schemas.openxmlformats.org/officeDocument/2006/relationships/image" Target="../media/image2206.png"/><Relationship Id="rId187" Type="http://schemas.openxmlformats.org/officeDocument/2006/relationships/customXml" Target="../ink/ink2707.xml"/><Relationship Id="rId1" Type="http://schemas.openxmlformats.org/officeDocument/2006/relationships/slideLayout" Target="../slideLayouts/slideLayout2.xml"/><Relationship Id="rId212" Type="http://schemas.openxmlformats.org/officeDocument/2006/relationships/image" Target="../media/image2229.png"/><Relationship Id="rId233" Type="http://schemas.openxmlformats.org/officeDocument/2006/relationships/customXml" Target="../ink/ink2730.xml"/><Relationship Id="rId28" Type="http://schemas.openxmlformats.org/officeDocument/2006/relationships/customXml" Target="../ink/ink2627.xml"/><Relationship Id="rId49" Type="http://schemas.openxmlformats.org/officeDocument/2006/relationships/image" Target="../media/image2148.png"/><Relationship Id="rId114" Type="http://schemas.openxmlformats.org/officeDocument/2006/relationships/image" Target="../media/image2180.png"/><Relationship Id="rId60" Type="http://schemas.openxmlformats.org/officeDocument/2006/relationships/customXml" Target="../ink/ink2643.xml"/><Relationship Id="rId81" Type="http://schemas.openxmlformats.org/officeDocument/2006/relationships/customXml" Target="../ink/ink2654.xml"/><Relationship Id="rId135" Type="http://schemas.openxmlformats.org/officeDocument/2006/relationships/customXml" Target="../ink/ink2681.xml"/><Relationship Id="rId156" Type="http://schemas.openxmlformats.org/officeDocument/2006/relationships/image" Target="../media/image2201.png"/><Relationship Id="rId177" Type="http://schemas.openxmlformats.org/officeDocument/2006/relationships/customXml" Target="../ink/ink2702.xml"/><Relationship Id="rId198" Type="http://schemas.openxmlformats.org/officeDocument/2006/relationships/image" Target="../media/image2222.png"/><Relationship Id="rId202" Type="http://schemas.openxmlformats.org/officeDocument/2006/relationships/image" Target="../media/image2224.png"/><Relationship Id="rId223" Type="http://schemas.openxmlformats.org/officeDocument/2006/relationships/customXml" Target="../ink/ink2725.xml"/><Relationship Id="rId18" Type="http://schemas.openxmlformats.org/officeDocument/2006/relationships/customXml" Target="../ink/ink2622.xml"/><Relationship Id="rId39" Type="http://schemas.openxmlformats.org/officeDocument/2006/relationships/image" Target="../media/image2143.png"/><Relationship Id="rId50" Type="http://schemas.openxmlformats.org/officeDocument/2006/relationships/customXml" Target="../ink/ink2638.xml"/><Relationship Id="rId104" Type="http://schemas.openxmlformats.org/officeDocument/2006/relationships/image" Target="../media/image2175.png"/><Relationship Id="rId125" Type="http://schemas.openxmlformats.org/officeDocument/2006/relationships/customXml" Target="../ink/ink2676.xml"/><Relationship Id="rId146" Type="http://schemas.openxmlformats.org/officeDocument/2006/relationships/image" Target="../media/image2196.png"/><Relationship Id="rId167" Type="http://schemas.openxmlformats.org/officeDocument/2006/relationships/customXml" Target="../ink/ink2697.xml"/><Relationship Id="rId188" Type="http://schemas.openxmlformats.org/officeDocument/2006/relationships/image" Target="../media/image2217.png"/><Relationship Id="rId71" Type="http://schemas.openxmlformats.org/officeDocument/2006/relationships/image" Target="../media/image2159.png"/><Relationship Id="rId92" Type="http://schemas.openxmlformats.org/officeDocument/2006/relationships/image" Target="../media/image2169.png"/><Relationship Id="rId213" Type="http://schemas.openxmlformats.org/officeDocument/2006/relationships/customXml" Target="../ink/ink2720.xml"/><Relationship Id="rId234" Type="http://schemas.openxmlformats.org/officeDocument/2006/relationships/image" Target="../media/image2240.png"/><Relationship Id="rId2" Type="http://schemas.openxmlformats.org/officeDocument/2006/relationships/notesSlide" Target="../notesSlides/notesSlide10.xml"/><Relationship Id="rId29" Type="http://schemas.openxmlformats.org/officeDocument/2006/relationships/image" Target="../media/image2138.png"/><Relationship Id="rId40" Type="http://schemas.openxmlformats.org/officeDocument/2006/relationships/customXml" Target="../ink/ink2633.xml"/><Relationship Id="rId115" Type="http://schemas.openxmlformats.org/officeDocument/2006/relationships/customXml" Target="../ink/ink2671.xml"/><Relationship Id="rId136" Type="http://schemas.openxmlformats.org/officeDocument/2006/relationships/image" Target="../media/image2191.png"/><Relationship Id="rId157" Type="http://schemas.openxmlformats.org/officeDocument/2006/relationships/customXml" Target="../ink/ink2692.xml"/><Relationship Id="rId178" Type="http://schemas.openxmlformats.org/officeDocument/2006/relationships/image" Target="../media/image2212.png"/><Relationship Id="rId61" Type="http://schemas.openxmlformats.org/officeDocument/2006/relationships/image" Target="../media/image2154.png"/><Relationship Id="rId82" Type="http://schemas.openxmlformats.org/officeDocument/2006/relationships/image" Target="../media/image2164.png"/><Relationship Id="rId199" Type="http://schemas.openxmlformats.org/officeDocument/2006/relationships/customXml" Target="../ink/ink2713.xml"/><Relationship Id="rId203" Type="http://schemas.openxmlformats.org/officeDocument/2006/relationships/customXml" Target="../ink/ink2715.xml"/><Relationship Id="rId19" Type="http://schemas.openxmlformats.org/officeDocument/2006/relationships/image" Target="../media/image2133.png"/><Relationship Id="rId224" Type="http://schemas.openxmlformats.org/officeDocument/2006/relationships/image" Target="../media/image2235.png"/><Relationship Id="rId30" Type="http://schemas.openxmlformats.org/officeDocument/2006/relationships/customXml" Target="../ink/ink2628.xml"/><Relationship Id="rId105" Type="http://schemas.openxmlformats.org/officeDocument/2006/relationships/customXml" Target="../ink/ink2666.xml"/><Relationship Id="rId126" Type="http://schemas.openxmlformats.org/officeDocument/2006/relationships/image" Target="../media/image2186.png"/><Relationship Id="rId147" Type="http://schemas.openxmlformats.org/officeDocument/2006/relationships/customXml" Target="../ink/ink2687.xml"/><Relationship Id="rId168" Type="http://schemas.openxmlformats.org/officeDocument/2006/relationships/image" Target="../media/image2207.png"/><Relationship Id="rId51" Type="http://schemas.openxmlformats.org/officeDocument/2006/relationships/image" Target="../media/image2149.png"/><Relationship Id="rId72" Type="http://schemas.openxmlformats.org/officeDocument/2006/relationships/customXml" Target="../ink/ink2649.xml"/><Relationship Id="rId93" Type="http://schemas.openxmlformats.org/officeDocument/2006/relationships/customXml" Target="../ink/ink2660.xml"/><Relationship Id="rId189" Type="http://schemas.openxmlformats.org/officeDocument/2006/relationships/customXml" Target="../ink/ink2708.xml"/><Relationship Id="rId3" Type="http://schemas.openxmlformats.org/officeDocument/2006/relationships/image" Target="../media/image2125.png"/><Relationship Id="rId214" Type="http://schemas.openxmlformats.org/officeDocument/2006/relationships/image" Target="../media/image2230.png"/><Relationship Id="rId235" Type="http://schemas.openxmlformats.org/officeDocument/2006/relationships/customXml" Target="../ink/ink2731.xml"/><Relationship Id="rId116" Type="http://schemas.openxmlformats.org/officeDocument/2006/relationships/image" Target="../media/image2181.png"/><Relationship Id="rId137" Type="http://schemas.openxmlformats.org/officeDocument/2006/relationships/customXml" Target="../ink/ink2682.xml"/><Relationship Id="rId158" Type="http://schemas.openxmlformats.org/officeDocument/2006/relationships/image" Target="../media/image2202.png"/></Relationships>
</file>

<file path=ppt/slides/_rels/slide18.xml.rels><?xml version="1.0" encoding="UTF-8" standalone="yes"?>
<Relationships xmlns="http://schemas.openxmlformats.org/package/2006/relationships"><Relationship Id="rId13" Type="http://schemas.openxmlformats.org/officeDocument/2006/relationships/customXml" Target="../ink/ink2737.xml"/><Relationship Id="rId18" Type="http://schemas.openxmlformats.org/officeDocument/2006/relationships/image" Target="../media/image2249.png"/><Relationship Id="rId26" Type="http://schemas.openxmlformats.org/officeDocument/2006/relationships/image" Target="../media/image2253.png"/><Relationship Id="rId39" Type="http://schemas.openxmlformats.org/officeDocument/2006/relationships/customXml" Target="../ink/ink2750.xml"/><Relationship Id="rId21" Type="http://schemas.openxmlformats.org/officeDocument/2006/relationships/customXml" Target="../ink/ink2741.xml"/><Relationship Id="rId34" Type="http://schemas.openxmlformats.org/officeDocument/2006/relationships/image" Target="../media/image2257.png"/><Relationship Id="rId42" Type="http://schemas.openxmlformats.org/officeDocument/2006/relationships/image" Target="../media/image2261.png"/><Relationship Id="rId47" Type="http://schemas.openxmlformats.org/officeDocument/2006/relationships/customXml" Target="../ink/ink2754.xml"/><Relationship Id="rId50" Type="http://schemas.openxmlformats.org/officeDocument/2006/relationships/image" Target="../media/image2265.png"/><Relationship Id="rId55" Type="http://schemas.openxmlformats.org/officeDocument/2006/relationships/customXml" Target="../ink/ink2758.xml"/><Relationship Id="rId7" Type="http://schemas.openxmlformats.org/officeDocument/2006/relationships/customXml" Target="../ink/ink2734.xml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2248.png"/><Relationship Id="rId29" Type="http://schemas.openxmlformats.org/officeDocument/2006/relationships/customXml" Target="../ink/ink2745.xml"/><Relationship Id="rId11" Type="http://schemas.openxmlformats.org/officeDocument/2006/relationships/customXml" Target="../ink/ink2736.xml"/><Relationship Id="rId24" Type="http://schemas.openxmlformats.org/officeDocument/2006/relationships/image" Target="../media/image2252.png"/><Relationship Id="rId32" Type="http://schemas.openxmlformats.org/officeDocument/2006/relationships/image" Target="../media/image2256.png"/><Relationship Id="rId37" Type="http://schemas.openxmlformats.org/officeDocument/2006/relationships/customXml" Target="../ink/ink2749.xml"/><Relationship Id="rId40" Type="http://schemas.openxmlformats.org/officeDocument/2006/relationships/image" Target="../media/image2260.png"/><Relationship Id="rId45" Type="http://schemas.openxmlformats.org/officeDocument/2006/relationships/customXml" Target="../ink/ink2753.xml"/><Relationship Id="rId53" Type="http://schemas.openxmlformats.org/officeDocument/2006/relationships/customXml" Target="../ink/ink2757.xml"/><Relationship Id="rId58" Type="http://schemas.openxmlformats.org/officeDocument/2006/relationships/image" Target="../media/image2269.png"/><Relationship Id="rId5" Type="http://schemas.openxmlformats.org/officeDocument/2006/relationships/customXml" Target="../ink/ink2733.xml"/><Relationship Id="rId61" Type="http://schemas.openxmlformats.org/officeDocument/2006/relationships/customXml" Target="../ink/ink2761.xml"/><Relationship Id="rId19" Type="http://schemas.openxmlformats.org/officeDocument/2006/relationships/customXml" Target="../ink/ink2740.xml"/><Relationship Id="rId14" Type="http://schemas.openxmlformats.org/officeDocument/2006/relationships/image" Target="../media/image2247.png"/><Relationship Id="rId22" Type="http://schemas.openxmlformats.org/officeDocument/2006/relationships/image" Target="../media/image2251.png"/><Relationship Id="rId27" Type="http://schemas.openxmlformats.org/officeDocument/2006/relationships/customXml" Target="../ink/ink2744.xml"/><Relationship Id="rId30" Type="http://schemas.openxmlformats.org/officeDocument/2006/relationships/image" Target="../media/image2255.png"/><Relationship Id="rId35" Type="http://schemas.openxmlformats.org/officeDocument/2006/relationships/customXml" Target="../ink/ink2748.xml"/><Relationship Id="rId43" Type="http://schemas.openxmlformats.org/officeDocument/2006/relationships/customXml" Target="../ink/ink2752.xml"/><Relationship Id="rId48" Type="http://schemas.openxmlformats.org/officeDocument/2006/relationships/image" Target="../media/image2264.png"/><Relationship Id="rId56" Type="http://schemas.openxmlformats.org/officeDocument/2006/relationships/image" Target="../media/image2268.png"/><Relationship Id="rId8" Type="http://schemas.openxmlformats.org/officeDocument/2006/relationships/image" Target="../media/image2244.png"/><Relationship Id="rId51" Type="http://schemas.openxmlformats.org/officeDocument/2006/relationships/customXml" Target="../ink/ink2756.xml"/><Relationship Id="rId3" Type="http://schemas.openxmlformats.org/officeDocument/2006/relationships/customXml" Target="../ink/ink2732.xml"/><Relationship Id="rId12" Type="http://schemas.openxmlformats.org/officeDocument/2006/relationships/image" Target="../media/image2246.png"/><Relationship Id="rId17" Type="http://schemas.openxmlformats.org/officeDocument/2006/relationships/customXml" Target="../ink/ink2739.xml"/><Relationship Id="rId25" Type="http://schemas.openxmlformats.org/officeDocument/2006/relationships/customXml" Target="../ink/ink2743.xml"/><Relationship Id="rId33" Type="http://schemas.openxmlformats.org/officeDocument/2006/relationships/customXml" Target="../ink/ink2747.xml"/><Relationship Id="rId38" Type="http://schemas.openxmlformats.org/officeDocument/2006/relationships/image" Target="../media/image2259.png"/><Relationship Id="rId46" Type="http://schemas.openxmlformats.org/officeDocument/2006/relationships/image" Target="../media/image2263.png"/><Relationship Id="rId59" Type="http://schemas.openxmlformats.org/officeDocument/2006/relationships/customXml" Target="../ink/ink2760.xml"/><Relationship Id="rId20" Type="http://schemas.openxmlformats.org/officeDocument/2006/relationships/image" Target="../media/image2250.png"/><Relationship Id="rId41" Type="http://schemas.openxmlformats.org/officeDocument/2006/relationships/customXml" Target="../ink/ink2751.xml"/><Relationship Id="rId54" Type="http://schemas.openxmlformats.org/officeDocument/2006/relationships/image" Target="../media/image2267.png"/><Relationship Id="rId62" Type="http://schemas.openxmlformats.org/officeDocument/2006/relationships/image" Target="../media/image227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43.png"/><Relationship Id="rId15" Type="http://schemas.openxmlformats.org/officeDocument/2006/relationships/customXml" Target="../ink/ink2738.xml"/><Relationship Id="rId23" Type="http://schemas.openxmlformats.org/officeDocument/2006/relationships/customXml" Target="../ink/ink2742.xml"/><Relationship Id="rId28" Type="http://schemas.openxmlformats.org/officeDocument/2006/relationships/image" Target="../media/image2254.png"/><Relationship Id="rId36" Type="http://schemas.openxmlformats.org/officeDocument/2006/relationships/image" Target="../media/image2258.png"/><Relationship Id="rId49" Type="http://schemas.openxmlformats.org/officeDocument/2006/relationships/customXml" Target="../ink/ink2755.xml"/><Relationship Id="rId57" Type="http://schemas.openxmlformats.org/officeDocument/2006/relationships/customXml" Target="../ink/ink2759.xml"/><Relationship Id="rId10" Type="http://schemas.openxmlformats.org/officeDocument/2006/relationships/image" Target="../media/image2245.png"/><Relationship Id="rId31" Type="http://schemas.openxmlformats.org/officeDocument/2006/relationships/customXml" Target="../ink/ink2746.xml"/><Relationship Id="rId44" Type="http://schemas.openxmlformats.org/officeDocument/2006/relationships/image" Target="../media/image2262.png"/><Relationship Id="rId52" Type="http://schemas.openxmlformats.org/officeDocument/2006/relationships/image" Target="../media/image2266.png"/><Relationship Id="rId60" Type="http://schemas.openxmlformats.org/officeDocument/2006/relationships/image" Target="../media/image2270.png"/><Relationship Id="rId4" Type="http://schemas.openxmlformats.org/officeDocument/2006/relationships/image" Target="../media/image2242.png"/><Relationship Id="rId9" Type="http://schemas.openxmlformats.org/officeDocument/2006/relationships/customXml" Target="../ink/ink2735.xml"/></Relationships>
</file>

<file path=ppt/slides/_rels/slide19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283.png"/><Relationship Id="rId21" Type="http://schemas.openxmlformats.org/officeDocument/2006/relationships/customXml" Target="../ink/ink2771.xml"/><Relationship Id="rId42" Type="http://schemas.openxmlformats.org/officeDocument/2006/relationships/image" Target="../media/image2291.png"/><Relationship Id="rId47" Type="http://schemas.openxmlformats.org/officeDocument/2006/relationships/customXml" Target="../ink/ink2784.xml"/><Relationship Id="rId63" Type="http://schemas.openxmlformats.org/officeDocument/2006/relationships/customXml" Target="../ink/ink2792.xml"/><Relationship Id="rId68" Type="http://schemas.openxmlformats.org/officeDocument/2006/relationships/image" Target="../media/image2304.png"/><Relationship Id="rId84" Type="http://schemas.openxmlformats.org/officeDocument/2006/relationships/image" Target="../media/image2312.png"/><Relationship Id="rId89" Type="http://schemas.openxmlformats.org/officeDocument/2006/relationships/customXml" Target="../ink/ink2805.xml"/><Relationship Id="rId16" Type="http://schemas.openxmlformats.org/officeDocument/2006/relationships/image" Target="../media/image2278.png"/><Relationship Id="rId11" Type="http://schemas.openxmlformats.org/officeDocument/2006/relationships/customXml" Target="../ink/ink2766.xml"/><Relationship Id="rId32" Type="http://schemas.openxmlformats.org/officeDocument/2006/relationships/image" Target="../media/image2286.png"/><Relationship Id="rId37" Type="http://schemas.openxmlformats.org/officeDocument/2006/relationships/customXml" Target="../ink/ink2779.xml"/><Relationship Id="rId53" Type="http://schemas.openxmlformats.org/officeDocument/2006/relationships/customXml" Target="../ink/ink2787.xml"/><Relationship Id="rId58" Type="http://schemas.openxmlformats.org/officeDocument/2006/relationships/image" Target="../media/image2299.png"/><Relationship Id="rId74" Type="http://schemas.openxmlformats.org/officeDocument/2006/relationships/image" Target="../media/image2307.png"/><Relationship Id="rId79" Type="http://schemas.openxmlformats.org/officeDocument/2006/relationships/customXml" Target="../ink/ink2800.xml"/><Relationship Id="rId102" Type="http://schemas.openxmlformats.org/officeDocument/2006/relationships/image" Target="../media/image2321.png"/><Relationship Id="rId5" Type="http://schemas.openxmlformats.org/officeDocument/2006/relationships/customXml" Target="../ink/ink2763.xml"/><Relationship Id="rId90" Type="http://schemas.openxmlformats.org/officeDocument/2006/relationships/image" Target="../media/image2315.png"/><Relationship Id="rId95" Type="http://schemas.openxmlformats.org/officeDocument/2006/relationships/customXml" Target="../ink/ink2808.xml"/><Relationship Id="rId22" Type="http://schemas.openxmlformats.org/officeDocument/2006/relationships/image" Target="../media/image2281.png"/><Relationship Id="rId27" Type="http://schemas.openxmlformats.org/officeDocument/2006/relationships/customXml" Target="../ink/ink2774.xml"/><Relationship Id="rId43" Type="http://schemas.openxmlformats.org/officeDocument/2006/relationships/customXml" Target="../ink/ink2782.xml"/><Relationship Id="rId48" Type="http://schemas.openxmlformats.org/officeDocument/2006/relationships/image" Target="../media/image2294.png"/><Relationship Id="rId64" Type="http://schemas.openxmlformats.org/officeDocument/2006/relationships/image" Target="../media/image2302.png"/><Relationship Id="rId69" Type="http://schemas.openxmlformats.org/officeDocument/2006/relationships/customXml" Target="../ink/ink2795.xml"/><Relationship Id="rId80" Type="http://schemas.openxmlformats.org/officeDocument/2006/relationships/image" Target="../media/image2310.png"/><Relationship Id="rId85" Type="http://schemas.openxmlformats.org/officeDocument/2006/relationships/customXml" Target="../ink/ink2803.xml"/><Relationship Id="rId12" Type="http://schemas.openxmlformats.org/officeDocument/2006/relationships/image" Target="../media/image2276.png"/><Relationship Id="rId17" Type="http://schemas.openxmlformats.org/officeDocument/2006/relationships/customXml" Target="../ink/ink2769.xml"/><Relationship Id="rId33" Type="http://schemas.openxmlformats.org/officeDocument/2006/relationships/customXml" Target="../ink/ink2777.xml"/><Relationship Id="rId38" Type="http://schemas.openxmlformats.org/officeDocument/2006/relationships/image" Target="../media/image2289.png"/><Relationship Id="rId59" Type="http://schemas.openxmlformats.org/officeDocument/2006/relationships/customXml" Target="../ink/ink2790.xml"/><Relationship Id="rId103" Type="http://schemas.openxmlformats.org/officeDocument/2006/relationships/customXml" Target="../ink/ink2812.xml"/><Relationship Id="rId20" Type="http://schemas.openxmlformats.org/officeDocument/2006/relationships/image" Target="../media/image2280.png"/><Relationship Id="rId41" Type="http://schemas.openxmlformats.org/officeDocument/2006/relationships/customXml" Target="../ink/ink2781.xml"/><Relationship Id="rId54" Type="http://schemas.openxmlformats.org/officeDocument/2006/relationships/image" Target="../media/image2297.png"/><Relationship Id="rId62" Type="http://schemas.openxmlformats.org/officeDocument/2006/relationships/image" Target="../media/image2301.png"/><Relationship Id="rId70" Type="http://schemas.openxmlformats.org/officeDocument/2006/relationships/image" Target="../media/image2305.png"/><Relationship Id="rId75" Type="http://schemas.openxmlformats.org/officeDocument/2006/relationships/customXml" Target="../ink/ink2798.xml"/><Relationship Id="rId83" Type="http://schemas.openxmlformats.org/officeDocument/2006/relationships/customXml" Target="../ink/ink2802.xml"/><Relationship Id="rId88" Type="http://schemas.openxmlformats.org/officeDocument/2006/relationships/image" Target="../media/image2314.png"/><Relationship Id="rId91" Type="http://schemas.openxmlformats.org/officeDocument/2006/relationships/customXml" Target="../ink/ink2806.xml"/><Relationship Id="rId96" Type="http://schemas.openxmlformats.org/officeDocument/2006/relationships/image" Target="../media/image23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73.png"/><Relationship Id="rId15" Type="http://schemas.openxmlformats.org/officeDocument/2006/relationships/customXml" Target="../ink/ink2768.xml"/><Relationship Id="rId23" Type="http://schemas.openxmlformats.org/officeDocument/2006/relationships/customXml" Target="../ink/ink2772.xml"/><Relationship Id="rId28" Type="http://schemas.openxmlformats.org/officeDocument/2006/relationships/image" Target="../media/image2284.png"/><Relationship Id="rId36" Type="http://schemas.openxmlformats.org/officeDocument/2006/relationships/image" Target="../media/image2288.png"/><Relationship Id="rId49" Type="http://schemas.openxmlformats.org/officeDocument/2006/relationships/customXml" Target="../ink/ink2785.xml"/><Relationship Id="rId57" Type="http://schemas.openxmlformats.org/officeDocument/2006/relationships/customXml" Target="../ink/ink2789.xml"/><Relationship Id="rId106" Type="http://schemas.openxmlformats.org/officeDocument/2006/relationships/image" Target="../media/image2323.png"/><Relationship Id="rId10" Type="http://schemas.openxmlformats.org/officeDocument/2006/relationships/image" Target="../media/image2275.png"/><Relationship Id="rId31" Type="http://schemas.openxmlformats.org/officeDocument/2006/relationships/customXml" Target="../ink/ink2776.xml"/><Relationship Id="rId44" Type="http://schemas.openxmlformats.org/officeDocument/2006/relationships/image" Target="../media/image2292.png"/><Relationship Id="rId52" Type="http://schemas.openxmlformats.org/officeDocument/2006/relationships/image" Target="../media/image2296.png"/><Relationship Id="rId60" Type="http://schemas.openxmlformats.org/officeDocument/2006/relationships/image" Target="../media/image2300.png"/><Relationship Id="rId65" Type="http://schemas.openxmlformats.org/officeDocument/2006/relationships/customXml" Target="../ink/ink2793.xml"/><Relationship Id="rId73" Type="http://schemas.openxmlformats.org/officeDocument/2006/relationships/customXml" Target="../ink/ink2797.xml"/><Relationship Id="rId78" Type="http://schemas.openxmlformats.org/officeDocument/2006/relationships/image" Target="../media/image2309.png"/><Relationship Id="rId81" Type="http://schemas.openxmlformats.org/officeDocument/2006/relationships/customXml" Target="../ink/ink2801.xml"/><Relationship Id="rId86" Type="http://schemas.openxmlformats.org/officeDocument/2006/relationships/image" Target="../media/image2313.png"/><Relationship Id="rId94" Type="http://schemas.openxmlformats.org/officeDocument/2006/relationships/image" Target="../media/image2317.png"/><Relationship Id="rId99" Type="http://schemas.openxmlformats.org/officeDocument/2006/relationships/customXml" Target="../ink/ink2810.xml"/><Relationship Id="rId101" Type="http://schemas.openxmlformats.org/officeDocument/2006/relationships/customXml" Target="../ink/ink2811.xml"/><Relationship Id="rId4" Type="http://schemas.openxmlformats.org/officeDocument/2006/relationships/image" Target="../media/image2272.png"/><Relationship Id="rId9" Type="http://schemas.openxmlformats.org/officeDocument/2006/relationships/customXml" Target="../ink/ink2765.xml"/><Relationship Id="rId13" Type="http://schemas.openxmlformats.org/officeDocument/2006/relationships/customXml" Target="../ink/ink2767.xml"/><Relationship Id="rId18" Type="http://schemas.openxmlformats.org/officeDocument/2006/relationships/image" Target="../media/image2279.png"/><Relationship Id="rId39" Type="http://schemas.openxmlformats.org/officeDocument/2006/relationships/customXml" Target="../ink/ink2780.xml"/><Relationship Id="rId34" Type="http://schemas.openxmlformats.org/officeDocument/2006/relationships/image" Target="../media/image2287.png"/><Relationship Id="rId50" Type="http://schemas.openxmlformats.org/officeDocument/2006/relationships/image" Target="../media/image2295.png"/><Relationship Id="rId55" Type="http://schemas.openxmlformats.org/officeDocument/2006/relationships/customXml" Target="../ink/ink2788.xml"/><Relationship Id="rId76" Type="http://schemas.openxmlformats.org/officeDocument/2006/relationships/image" Target="../media/image2308.png"/><Relationship Id="rId97" Type="http://schemas.openxmlformats.org/officeDocument/2006/relationships/customXml" Target="../ink/ink2809.xml"/><Relationship Id="rId104" Type="http://schemas.openxmlformats.org/officeDocument/2006/relationships/image" Target="../media/image2322.png"/><Relationship Id="rId7" Type="http://schemas.openxmlformats.org/officeDocument/2006/relationships/customXml" Target="../ink/ink2764.xml"/><Relationship Id="rId71" Type="http://schemas.openxmlformats.org/officeDocument/2006/relationships/customXml" Target="../ink/ink2796.xml"/><Relationship Id="rId92" Type="http://schemas.openxmlformats.org/officeDocument/2006/relationships/image" Target="../media/image2316.png"/><Relationship Id="rId2" Type="http://schemas.openxmlformats.org/officeDocument/2006/relationships/notesSlide" Target="../notesSlides/notesSlide12.xml"/><Relationship Id="rId29" Type="http://schemas.openxmlformats.org/officeDocument/2006/relationships/customXml" Target="../ink/ink2775.xml"/><Relationship Id="rId24" Type="http://schemas.openxmlformats.org/officeDocument/2006/relationships/image" Target="../media/image2282.png"/><Relationship Id="rId40" Type="http://schemas.openxmlformats.org/officeDocument/2006/relationships/image" Target="../media/image2290.png"/><Relationship Id="rId45" Type="http://schemas.openxmlformats.org/officeDocument/2006/relationships/customXml" Target="../ink/ink2783.xml"/><Relationship Id="rId66" Type="http://schemas.openxmlformats.org/officeDocument/2006/relationships/image" Target="../media/image2303.png"/><Relationship Id="rId87" Type="http://schemas.openxmlformats.org/officeDocument/2006/relationships/customXml" Target="../ink/ink2804.xml"/><Relationship Id="rId61" Type="http://schemas.openxmlformats.org/officeDocument/2006/relationships/customXml" Target="../ink/ink2791.xml"/><Relationship Id="rId82" Type="http://schemas.openxmlformats.org/officeDocument/2006/relationships/image" Target="../media/image2311.png"/><Relationship Id="rId19" Type="http://schemas.openxmlformats.org/officeDocument/2006/relationships/customXml" Target="../ink/ink2770.xml"/><Relationship Id="rId14" Type="http://schemas.openxmlformats.org/officeDocument/2006/relationships/image" Target="../media/image2277.png"/><Relationship Id="rId30" Type="http://schemas.openxmlformats.org/officeDocument/2006/relationships/image" Target="../media/image2285.png"/><Relationship Id="rId35" Type="http://schemas.openxmlformats.org/officeDocument/2006/relationships/customXml" Target="../ink/ink2778.xml"/><Relationship Id="rId56" Type="http://schemas.openxmlformats.org/officeDocument/2006/relationships/image" Target="../media/image2298.png"/><Relationship Id="rId77" Type="http://schemas.openxmlformats.org/officeDocument/2006/relationships/customXml" Target="../ink/ink2799.xml"/><Relationship Id="rId100" Type="http://schemas.openxmlformats.org/officeDocument/2006/relationships/image" Target="../media/image2320.png"/><Relationship Id="rId105" Type="http://schemas.openxmlformats.org/officeDocument/2006/relationships/customXml" Target="../ink/ink2813.xml"/><Relationship Id="rId8" Type="http://schemas.openxmlformats.org/officeDocument/2006/relationships/image" Target="../media/image2274.png"/><Relationship Id="rId51" Type="http://schemas.openxmlformats.org/officeDocument/2006/relationships/customXml" Target="../ink/ink2786.xml"/><Relationship Id="rId72" Type="http://schemas.openxmlformats.org/officeDocument/2006/relationships/image" Target="../media/image2306.png"/><Relationship Id="rId93" Type="http://schemas.openxmlformats.org/officeDocument/2006/relationships/customXml" Target="../ink/ink2807.xml"/><Relationship Id="rId98" Type="http://schemas.openxmlformats.org/officeDocument/2006/relationships/image" Target="../media/image2319.png"/><Relationship Id="rId3" Type="http://schemas.openxmlformats.org/officeDocument/2006/relationships/customXml" Target="../ink/ink2762.xml"/><Relationship Id="rId25" Type="http://schemas.openxmlformats.org/officeDocument/2006/relationships/customXml" Target="../ink/ink2773.xml"/><Relationship Id="rId46" Type="http://schemas.openxmlformats.org/officeDocument/2006/relationships/image" Target="../media/image2293.png"/><Relationship Id="rId67" Type="http://schemas.openxmlformats.org/officeDocument/2006/relationships/customXml" Target="../ink/ink279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26.svg"/><Relationship Id="rId7" Type="http://schemas.openxmlformats.org/officeDocument/2006/relationships/image" Target="../media/image232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815.xml"/><Relationship Id="rId5" Type="http://schemas.openxmlformats.org/officeDocument/2006/relationships/image" Target="../media/image2325.png"/><Relationship Id="rId4" Type="http://schemas.openxmlformats.org/officeDocument/2006/relationships/customXml" Target="../ink/ink2814.xml"/></Relationships>
</file>

<file path=ppt/slides/_rels/slide2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383.png"/><Relationship Id="rId671" Type="http://schemas.openxmlformats.org/officeDocument/2006/relationships/image" Target="../media/image2658.png"/><Relationship Id="rId769" Type="http://schemas.openxmlformats.org/officeDocument/2006/relationships/image" Target="../media/image2707.png"/><Relationship Id="rId21" Type="http://schemas.openxmlformats.org/officeDocument/2006/relationships/image" Target="../media/image2336.png"/><Relationship Id="rId324" Type="http://schemas.openxmlformats.org/officeDocument/2006/relationships/image" Target="../media/image2485.png"/><Relationship Id="rId531" Type="http://schemas.openxmlformats.org/officeDocument/2006/relationships/image" Target="../media/image2588.png"/><Relationship Id="rId629" Type="http://schemas.openxmlformats.org/officeDocument/2006/relationships/image" Target="../media/image2637.png"/><Relationship Id="rId170" Type="http://schemas.openxmlformats.org/officeDocument/2006/relationships/image" Target="../media/image2409.png"/><Relationship Id="rId836" Type="http://schemas.openxmlformats.org/officeDocument/2006/relationships/customXml" Target="../ink/ink3235.xml"/><Relationship Id="rId268" Type="http://schemas.openxmlformats.org/officeDocument/2006/relationships/customXml" Target="../ink/ink2950.xml"/><Relationship Id="rId475" Type="http://schemas.openxmlformats.org/officeDocument/2006/relationships/image" Target="../media/image2560.png"/><Relationship Id="rId682" Type="http://schemas.openxmlformats.org/officeDocument/2006/relationships/customXml" Target="../ink/ink3158.xml"/><Relationship Id="rId32" Type="http://schemas.openxmlformats.org/officeDocument/2006/relationships/customXml" Target="../ink/ink2831.xml"/><Relationship Id="rId128" Type="http://schemas.openxmlformats.org/officeDocument/2006/relationships/customXml" Target="../ink/ink2879.xml"/><Relationship Id="rId335" Type="http://schemas.openxmlformats.org/officeDocument/2006/relationships/customXml" Target="../ink/ink2984.xml"/><Relationship Id="rId542" Type="http://schemas.openxmlformats.org/officeDocument/2006/relationships/customXml" Target="../ink/ink3088.xml"/><Relationship Id="rId181" Type="http://schemas.openxmlformats.org/officeDocument/2006/relationships/customXml" Target="../ink/ink2906.xml"/><Relationship Id="rId402" Type="http://schemas.openxmlformats.org/officeDocument/2006/relationships/image" Target="../media/image2524.png"/><Relationship Id="rId279" Type="http://schemas.openxmlformats.org/officeDocument/2006/relationships/image" Target="../media/image2463.png"/><Relationship Id="rId486" Type="http://schemas.openxmlformats.org/officeDocument/2006/relationships/customXml" Target="../ink/ink3060.xml"/><Relationship Id="rId693" Type="http://schemas.openxmlformats.org/officeDocument/2006/relationships/image" Target="../media/image2669.png"/><Relationship Id="rId707" Type="http://schemas.openxmlformats.org/officeDocument/2006/relationships/image" Target="../media/image2676.png"/><Relationship Id="rId43" Type="http://schemas.openxmlformats.org/officeDocument/2006/relationships/image" Target="../media/image2347.png"/><Relationship Id="rId139" Type="http://schemas.openxmlformats.org/officeDocument/2006/relationships/customXml" Target="../ink/ink2885.xml"/><Relationship Id="rId346" Type="http://schemas.openxmlformats.org/officeDocument/2006/relationships/image" Target="../media/image2496.png"/><Relationship Id="rId553" Type="http://schemas.openxmlformats.org/officeDocument/2006/relationships/image" Target="../media/image2599.png"/><Relationship Id="rId760" Type="http://schemas.openxmlformats.org/officeDocument/2006/relationships/customXml" Target="../ink/ink3197.xml"/><Relationship Id="rId192" Type="http://schemas.openxmlformats.org/officeDocument/2006/relationships/image" Target="../media/image2420.png"/><Relationship Id="rId206" Type="http://schemas.openxmlformats.org/officeDocument/2006/relationships/customXml" Target="../ink/ink2919.xml"/><Relationship Id="rId413" Type="http://schemas.openxmlformats.org/officeDocument/2006/relationships/customXml" Target="../ink/ink3023.xml"/><Relationship Id="rId497" Type="http://schemas.openxmlformats.org/officeDocument/2006/relationships/image" Target="../media/image2571.png"/><Relationship Id="rId620" Type="http://schemas.openxmlformats.org/officeDocument/2006/relationships/customXml" Target="../ink/ink3127.xml"/><Relationship Id="rId718" Type="http://schemas.openxmlformats.org/officeDocument/2006/relationships/customXml" Target="../ink/ink3176.xml"/><Relationship Id="rId357" Type="http://schemas.openxmlformats.org/officeDocument/2006/relationships/customXml" Target="../ink/ink2995.xml"/><Relationship Id="rId54" Type="http://schemas.openxmlformats.org/officeDocument/2006/relationships/customXml" Target="../ink/ink2842.xml"/><Relationship Id="rId217" Type="http://schemas.openxmlformats.org/officeDocument/2006/relationships/image" Target="../media/image2432.png"/><Relationship Id="rId564" Type="http://schemas.openxmlformats.org/officeDocument/2006/relationships/customXml" Target="../ink/ink3099.xml"/><Relationship Id="rId771" Type="http://schemas.openxmlformats.org/officeDocument/2006/relationships/image" Target="../media/image2708.png"/><Relationship Id="rId424" Type="http://schemas.openxmlformats.org/officeDocument/2006/relationships/image" Target="../media/image2535.png"/><Relationship Id="rId631" Type="http://schemas.openxmlformats.org/officeDocument/2006/relationships/image" Target="../media/image2638.png"/><Relationship Id="rId729" Type="http://schemas.openxmlformats.org/officeDocument/2006/relationships/image" Target="../media/image2687.png"/><Relationship Id="rId270" Type="http://schemas.openxmlformats.org/officeDocument/2006/relationships/customXml" Target="../ink/ink2951.xml"/><Relationship Id="rId65" Type="http://schemas.openxmlformats.org/officeDocument/2006/relationships/image" Target="../media/image2357.png"/><Relationship Id="rId130" Type="http://schemas.openxmlformats.org/officeDocument/2006/relationships/customXml" Target="../ink/ink2880.xml"/><Relationship Id="rId368" Type="http://schemas.openxmlformats.org/officeDocument/2006/relationships/image" Target="../media/image2507.png"/><Relationship Id="rId575" Type="http://schemas.openxmlformats.org/officeDocument/2006/relationships/image" Target="../media/image2610.png"/><Relationship Id="rId782" Type="http://schemas.openxmlformats.org/officeDocument/2006/relationships/customXml" Target="../ink/ink3208.xml"/><Relationship Id="rId228" Type="http://schemas.openxmlformats.org/officeDocument/2006/relationships/customXml" Target="../ink/ink2930.xml"/><Relationship Id="rId435" Type="http://schemas.openxmlformats.org/officeDocument/2006/relationships/customXml" Target="../ink/ink3034.xml"/><Relationship Id="rId642" Type="http://schemas.openxmlformats.org/officeDocument/2006/relationships/customXml" Target="../ink/ink3138.xml"/><Relationship Id="rId281" Type="http://schemas.openxmlformats.org/officeDocument/2006/relationships/image" Target="../media/image2464.png"/><Relationship Id="rId502" Type="http://schemas.openxmlformats.org/officeDocument/2006/relationships/customXml" Target="../ink/ink3068.xml"/><Relationship Id="rId76" Type="http://schemas.openxmlformats.org/officeDocument/2006/relationships/customXml" Target="../ink/ink2853.xml"/><Relationship Id="rId141" Type="http://schemas.openxmlformats.org/officeDocument/2006/relationships/customXml" Target="../ink/ink2886.xml"/><Relationship Id="rId379" Type="http://schemas.openxmlformats.org/officeDocument/2006/relationships/customXml" Target="../ink/ink3006.xml"/><Relationship Id="rId586" Type="http://schemas.openxmlformats.org/officeDocument/2006/relationships/customXml" Target="../ink/ink3110.xml"/><Relationship Id="rId793" Type="http://schemas.openxmlformats.org/officeDocument/2006/relationships/image" Target="../media/image2719.png"/><Relationship Id="rId807" Type="http://schemas.openxmlformats.org/officeDocument/2006/relationships/image" Target="../media/image2726.png"/><Relationship Id="rId7" Type="http://schemas.openxmlformats.org/officeDocument/2006/relationships/image" Target="../media/image2329.png"/><Relationship Id="rId239" Type="http://schemas.openxmlformats.org/officeDocument/2006/relationships/image" Target="../media/image2443.png"/><Relationship Id="rId446" Type="http://schemas.openxmlformats.org/officeDocument/2006/relationships/image" Target="../media/image2546.png"/><Relationship Id="rId653" Type="http://schemas.openxmlformats.org/officeDocument/2006/relationships/image" Target="../media/image2649.png"/><Relationship Id="rId292" Type="http://schemas.openxmlformats.org/officeDocument/2006/relationships/image" Target="../media/image2469.png"/><Relationship Id="rId306" Type="http://schemas.openxmlformats.org/officeDocument/2006/relationships/image" Target="../media/image2476.png"/><Relationship Id="rId87" Type="http://schemas.openxmlformats.org/officeDocument/2006/relationships/image" Target="../media/image2368.png"/><Relationship Id="rId513" Type="http://schemas.openxmlformats.org/officeDocument/2006/relationships/image" Target="../media/image2579.png"/><Relationship Id="rId597" Type="http://schemas.openxmlformats.org/officeDocument/2006/relationships/image" Target="../media/image2621.png"/><Relationship Id="rId720" Type="http://schemas.openxmlformats.org/officeDocument/2006/relationships/customXml" Target="../ink/ink3177.xml"/><Relationship Id="rId818" Type="http://schemas.openxmlformats.org/officeDocument/2006/relationships/customXml" Target="../ink/ink3226.xml"/><Relationship Id="rId152" Type="http://schemas.openxmlformats.org/officeDocument/2006/relationships/image" Target="../media/image2400.png"/><Relationship Id="rId457" Type="http://schemas.openxmlformats.org/officeDocument/2006/relationships/image" Target="../media/image2551.png"/><Relationship Id="rId664" Type="http://schemas.openxmlformats.org/officeDocument/2006/relationships/customXml" Target="../ink/ink3149.xml"/><Relationship Id="rId14" Type="http://schemas.openxmlformats.org/officeDocument/2006/relationships/customXml" Target="../ink/ink2822.xml"/><Relationship Id="rId317" Type="http://schemas.openxmlformats.org/officeDocument/2006/relationships/customXml" Target="../ink/ink2975.xml"/><Relationship Id="rId524" Type="http://schemas.openxmlformats.org/officeDocument/2006/relationships/customXml" Target="../ink/ink3079.xml"/><Relationship Id="rId731" Type="http://schemas.openxmlformats.org/officeDocument/2006/relationships/image" Target="../media/image2688.png"/><Relationship Id="rId98" Type="http://schemas.openxmlformats.org/officeDocument/2006/relationships/customXml" Target="../ink/ink2864.xml"/><Relationship Id="rId163" Type="http://schemas.openxmlformats.org/officeDocument/2006/relationships/customXml" Target="../ink/ink2897.xml"/><Relationship Id="rId370" Type="http://schemas.openxmlformats.org/officeDocument/2006/relationships/image" Target="../media/image2508.png"/><Relationship Id="rId829" Type="http://schemas.openxmlformats.org/officeDocument/2006/relationships/image" Target="../media/image2737.png"/><Relationship Id="rId230" Type="http://schemas.openxmlformats.org/officeDocument/2006/relationships/customXml" Target="../ink/ink2931.xml"/><Relationship Id="rId468" Type="http://schemas.openxmlformats.org/officeDocument/2006/relationships/customXml" Target="../ink/ink3051.xml"/><Relationship Id="rId675" Type="http://schemas.openxmlformats.org/officeDocument/2006/relationships/image" Target="../media/image2660.png"/><Relationship Id="rId25" Type="http://schemas.openxmlformats.org/officeDocument/2006/relationships/image" Target="../media/image2338.png"/><Relationship Id="rId328" Type="http://schemas.openxmlformats.org/officeDocument/2006/relationships/image" Target="../media/image2487.png"/><Relationship Id="rId535" Type="http://schemas.openxmlformats.org/officeDocument/2006/relationships/image" Target="../media/image2590.png"/><Relationship Id="rId742" Type="http://schemas.openxmlformats.org/officeDocument/2006/relationships/customXml" Target="../ink/ink3188.xml"/><Relationship Id="rId174" Type="http://schemas.openxmlformats.org/officeDocument/2006/relationships/image" Target="../media/image2411.png"/><Relationship Id="rId381" Type="http://schemas.openxmlformats.org/officeDocument/2006/relationships/customXml" Target="../ink/ink3007.xml"/><Relationship Id="rId602" Type="http://schemas.openxmlformats.org/officeDocument/2006/relationships/customXml" Target="../ink/ink3118.xml"/><Relationship Id="rId241" Type="http://schemas.openxmlformats.org/officeDocument/2006/relationships/image" Target="../media/image2444.png"/><Relationship Id="rId479" Type="http://schemas.openxmlformats.org/officeDocument/2006/relationships/image" Target="../media/image2562.png"/><Relationship Id="rId686" Type="http://schemas.openxmlformats.org/officeDocument/2006/relationships/customXml" Target="../ink/ink3160.xml"/><Relationship Id="rId36" Type="http://schemas.openxmlformats.org/officeDocument/2006/relationships/customXml" Target="../ink/ink2833.xml"/><Relationship Id="rId339" Type="http://schemas.openxmlformats.org/officeDocument/2006/relationships/customXml" Target="../ink/ink2986.xml"/><Relationship Id="rId546" Type="http://schemas.openxmlformats.org/officeDocument/2006/relationships/customXml" Target="../ink/ink3090.xml"/><Relationship Id="rId753" Type="http://schemas.openxmlformats.org/officeDocument/2006/relationships/image" Target="../media/image2699.png"/><Relationship Id="rId101" Type="http://schemas.openxmlformats.org/officeDocument/2006/relationships/image" Target="../media/image2375.png"/><Relationship Id="rId185" Type="http://schemas.openxmlformats.org/officeDocument/2006/relationships/customXml" Target="../ink/ink2908.xml"/><Relationship Id="rId406" Type="http://schemas.openxmlformats.org/officeDocument/2006/relationships/image" Target="../media/image2526.png"/><Relationship Id="rId392" Type="http://schemas.openxmlformats.org/officeDocument/2006/relationships/image" Target="../media/image2519.png"/><Relationship Id="rId613" Type="http://schemas.openxmlformats.org/officeDocument/2006/relationships/image" Target="../media/image2629.png"/><Relationship Id="rId697" Type="http://schemas.openxmlformats.org/officeDocument/2006/relationships/image" Target="../media/image2671.png"/><Relationship Id="rId820" Type="http://schemas.openxmlformats.org/officeDocument/2006/relationships/customXml" Target="../ink/ink3227.xml"/><Relationship Id="rId252" Type="http://schemas.openxmlformats.org/officeDocument/2006/relationships/customXml" Target="../ink/ink2942.xml"/><Relationship Id="rId47" Type="http://schemas.openxmlformats.org/officeDocument/2006/relationships/image" Target="../media/image2349.png"/><Relationship Id="rId112" Type="http://schemas.openxmlformats.org/officeDocument/2006/relationships/customXml" Target="../ink/ink2871.xml"/><Relationship Id="rId557" Type="http://schemas.openxmlformats.org/officeDocument/2006/relationships/image" Target="../media/image2601.png"/><Relationship Id="rId764" Type="http://schemas.openxmlformats.org/officeDocument/2006/relationships/customXml" Target="../ink/ink3199.xml"/><Relationship Id="rId196" Type="http://schemas.openxmlformats.org/officeDocument/2006/relationships/image" Target="../media/image2422.png"/><Relationship Id="rId417" Type="http://schemas.openxmlformats.org/officeDocument/2006/relationships/customXml" Target="../ink/ink3025.xml"/><Relationship Id="rId624" Type="http://schemas.openxmlformats.org/officeDocument/2006/relationships/customXml" Target="../ink/ink3129.xml"/><Relationship Id="rId831" Type="http://schemas.openxmlformats.org/officeDocument/2006/relationships/image" Target="../media/image2738.png"/><Relationship Id="rId263" Type="http://schemas.openxmlformats.org/officeDocument/2006/relationships/image" Target="../media/image2455.png"/><Relationship Id="rId470" Type="http://schemas.openxmlformats.org/officeDocument/2006/relationships/customXml" Target="../ink/ink3052.xml"/><Relationship Id="rId58" Type="http://schemas.openxmlformats.org/officeDocument/2006/relationships/customXml" Target="../ink/ink2844.xml"/><Relationship Id="rId123" Type="http://schemas.openxmlformats.org/officeDocument/2006/relationships/image" Target="../media/image2386.png"/><Relationship Id="rId330" Type="http://schemas.openxmlformats.org/officeDocument/2006/relationships/image" Target="../media/image2488.png"/><Relationship Id="rId568" Type="http://schemas.openxmlformats.org/officeDocument/2006/relationships/customXml" Target="../ink/ink3101.xml"/><Relationship Id="rId775" Type="http://schemas.openxmlformats.org/officeDocument/2006/relationships/image" Target="../media/image2710.png"/><Relationship Id="rId428" Type="http://schemas.openxmlformats.org/officeDocument/2006/relationships/image" Target="../media/image2537.png"/><Relationship Id="rId635" Type="http://schemas.openxmlformats.org/officeDocument/2006/relationships/image" Target="../media/image2640.png"/><Relationship Id="rId274" Type="http://schemas.openxmlformats.org/officeDocument/2006/relationships/customXml" Target="../ink/ink2953.xml"/><Relationship Id="rId481" Type="http://schemas.openxmlformats.org/officeDocument/2006/relationships/image" Target="../media/image2563.png"/><Relationship Id="rId702" Type="http://schemas.openxmlformats.org/officeDocument/2006/relationships/customXml" Target="../ink/ink3168.xml"/><Relationship Id="rId69" Type="http://schemas.openxmlformats.org/officeDocument/2006/relationships/image" Target="../media/image2359.png"/><Relationship Id="rId134" Type="http://schemas.openxmlformats.org/officeDocument/2006/relationships/image" Target="../media/image2391.png"/><Relationship Id="rId579" Type="http://schemas.openxmlformats.org/officeDocument/2006/relationships/image" Target="../media/image2612.png"/><Relationship Id="rId786" Type="http://schemas.openxmlformats.org/officeDocument/2006/relationships/customXml" Target="../ink/ink3210.xml"/><Relationship Id="rId341" Type="http://schemas.openxmlformats.org/officeDocument/2006/relationships/customXml" Target="../ink/ink2987.xml"/><Relationship Id="rId439" Type="http://schemas.openxmlformats.org/officeDocument/2006/relationships/customXml" Target="../ink/ink3036.xml"/><Relationship Id="rId646" Type="http://schemas.openxmlformats.org/officeDocument/2006/relationships/customXml" Target="../ink/ink3140.xml"/><Relationship Id="rId201" Type="http://schemas.openxmlformats.org/officeDocument/2006/relationships/image" Target="../media/image2424.png"/><Relationship Id="rId285" Type="http://schemas.openxmlformats.org/officeDocument/2006/relationships/image" Target="../media/image2466.png"/><Relationship Id="rId506" Type="http://schemas.openxmlformats.org/officeDocument/2006/relationships/customXml" Target="../ink/ink3070.xml"/><Relationship Id="rId492" Type="http://schemas.openxmlformats.org/officeDocument/2006/relationships/customXml" Target="../ink/ink3063.xml"/><Relationship Id="rId713" Type="http://schemas.openxmlformats.org/officeDocument/2006/relationships/image" Target="../media/image2679.png"/><Relationship Id="rId797" Type="http://schemas.openxmlformats.org/officeDocument/2006/relationships/image" Target="../media/image2721.png"/><Relationship Id="rId145" Type="http://schemas.openxmlformats.org/officeDocument/2006/relationships/customXml" Target="../ink/ink2888.xml"/><Relationship Id="rId352" Type="http://schemas.openxmlformats.org/officeDocument/2006/relationships/image" Target="../media/image2499.png"/><Relationship Id="rId212" Type="http://schemas.openxmlformats.org/officeDocument/2006/relationships/customXml" Target="../ink/ink2922.xml"/><Relationship Id="rId657" Type="http://schemas.openxmlformats.org/officeDocument/2006/relationships/image" Target="../media/image2651.png"/><Relationship Id="rId296" Type="http://schemas.openxmlformats.org/officeDocument/2006/relationships/image" Target="../media/image2471.png"/><Relationship Id="rId517" Type="http://schemas.openxmlformats.org/officeDocument/2006/relationships/image" Target="../media/image2581.png"/><Relationship Id="rId724" Type="http://schemas.openxmlformats.org/officeDocument/2006/relationships/customXml" Target="../ink/ink3179.xml"/><Relationship Id="rId60" Type="http://schemas.openxmlformats.org/officeDocument/2006/relationships/customXml" Target="../ink/ink2845.xml"/><Relationship Id="rId156" Type="http://schemas.openxmlformats.org/officeDocument/2006/relationships/image" Target="../media/image2402.png"/><Relationship Id="rId363" Type="http://schemas.openxmlformats.org/officeDocument/2006/relationships/customXml" Target="../ink/ink2998.xml"/><Relationship Id="rId570" Type="http://schemas.openxmlformats.org/officeDocument/2006/relationships/customXml" Target="../ink/ink3102.xml"/><Relationship Id="rId223" Type="http://schemas.openxmlformats.org/officeDocument/2006/relationships/image" Target="../media/image2435.png"/><Relationship Id="rId430" Type="http://schemas.openxmlformats.org/officeDocument/2006/relationships/image" Target="../media/image2538.png"/><Relationship Id="rId668" Type="http://schemas.openxmlformats.org/officeDocument/2006/relationships/customXml" Target="../ink/ink3151.xml"/><Relationship Id="rId18" Type="http://schemas.openxmlformats.org/officeDocument/2006/relationships/customXml" Target="../ink/ink2824.xml"/><Relationship Id="rId528" Type="http://schemas.openxmlformats.org/officeDocument/2006/relationships/customXml" Target="../ink/ink3081.xml"/><Relationship Id="rId735" Type="http://schemas.openxmlformats.org/officeDocument/2006/relationships/image" Target="../media/image2690.png"/><Relationship Id="rId167" Type="http://schemas.openxmlformats.org/officeDocument/2006/relationships/customXml" Target="../ink/ink2899.xml"/><Relationship Id="rId374" Type="http://schemas.openxmlformats.org/officeDocument/2006/relationships/image" Target="../media/image2510.png"/><Relationship Id="rId581" Type="http://schemas.openxmlformats.org/officeDocument/2006/relationships/image" Target="../media/image2613.png"/><Relationship Id="rId71" Type="http://schemas.openxmlformats.org/officeDocument/2006/relationships/image" Target="../media/image2360.png"/><Relationship Id="rId234" Type="http://schemas.openxmlformats.org/officeDocument/2006/relationships/customXml" Target="../ink/ink2933.xml"/><Relationship Id="rId679" Type="http://schemas.openxmlformats.org/officeDocument/2006/relationships/image" Target="../media/image2662.png"/><Relationship Id="rId802" Type="http://schemas.openxmlformats.org/officeDocument/2006/relationships/customXml" Target="../ink/ink3218.xml"/><Relationship Id="rId2" Type="http://schemas.openxmlformats.org/officeDocument/2006/relationships/customXml" Target="../ink/ink2816.xml"/><Relationship Id="rId29" Type="http://schemas.openxmlformats.org/officeDocument/2006/relationships/image" Target="../media/image2340.png"/><Relationship Id="rId441" Type="http://schemas.openxmlformats.org/officeDocument/2006/relationships/customXml" Target="../ink/ink3037.xml"/><Relationship Id="rId539" Type="http://schemas.openxmlformats.org/officeDocument/2006/relationships/image" Target="../media/image2592.png"/><Relationship Id="rId746" Type="http://schemas.openxmlformats.org/officeDocument/2006/relationships/customXml" Target="../ink/ink3190.xml"/><Relationship Id="rId178" Type="http://schemas.openxmlformats.org/officeDocument/2006/relationships/image" Target="../media/image2413.png"/><Relationship Id="rId301" Type="http://schemas.openxmlformats.org/officeDocument/2006/relationships/customXml" Target="../ink/ink2967.xml"/><Relationship Id="rId82" Type="http://schemas.openxmlformats.org/officeDocument/2006/relationships/customXml" Target="../ink/ink2856.xml"/><Relationship Id="rId385" Type="http://schemas.openxmlformats.org/officeDocument/2006/relationships/customXml" Target="../ink/ink3009.xml"/><Relationship Id="rId592" Type="http://schemas.openxmlformats.org/officeDocument/2006/relationships/customXml" Target="../ink/ink3113.xml"/><Relationship Id="rId606" Type="http://schemas.openxmlformats.org/officeDocument/2006/relationships/customXml" Target="../ink/ink3120.xml"/><Relationship Id="rId813" Type="http://schemas.openxmlformats.org/officeDocument/2006/relationships/image" Target="../media/image2729.png"/><Relationship Id="rId245" Type="http://schemas.openxmlformats.org/officeDocument/2006/relationships/image" Target="../media/image2446.png"/><Relationship Id="rId452" Type="http://schemas.openxmlformats.org/officeDocument/2006/relationships/image" Target="../media/image2549.png"/><Relationship Id="rId105" Type="http://schemas.openxmlformats.org/officeDocument/2006/relationships/image" Target="../media/image2377.png"/><Relationship Id="rId312" Type="http://schemas.openxmlformats.org/officeDocument/2006/relationships/image" Target="../media/image2479.png"/><Relationship Id="rId757" Type="http://schemas.openxmlformats.org/officeDocument/2006/relationships/image" Target="../media/image2701.png"/><Relationship Id="rId93" Type="http://schemas.openxmlformats.org/officeDocument/2006/relationships/image" Target="../media/image2371.png"/><Relationship Id="rId189" Type="http://schemas.openxmlformats.org/officeDocument/2006/relationships/customXml" Target="../ink/ink2910.xml"/><Relationship Id="rId396" Type="http://schemas.openxmlformats.org/officeDocument/2006/relationships/image" Target="../media/image2521.png"/><Relationship Id="rId617" Type="http://schemas.openxmlformats.org/officeDocument/2006/relationships/image" Target="../media/image2631.png"/><Relationship Id="rId824" Type="http://schemas.openxmlformats.org/officeDocument/2006/relationships/customXml" Target="../ink/ink3229.xml"/><Relationship Id="rId256" Type="http://schemas.openxmlformats.org/officeDocument/2006/relationships/customXml" Target="../ink/ink2944.xml"/><Relationship Id="rId463" Type="http://schemas.openxmlformats.org/officeDocument/2006/relationships/image" Target="../media/image2554.png"/><Relationship Id="rId670" Type="http://schemas.openxmlformats.org/officeDocument/2006/relationships/customXml" Target="../ink/ink3152.xml"/><Relationship Id="rId116" Type="http://schemas.openxmlformats.org/officeDocument/2006/relationships/customXml" Target="../ink/ink2873.xml"/><Relationship Id="rId323" Type="http://schemas.openxmlformats.org/officeDocument/2006/relationships/customXml" Target="../ink/ink2978.xml"/><Relationship Id="rId530" Type="http://schemas.openxmlformats.org/officeDocument/2006/relationships/customXml" Target="../ink/ink3082.xml"/><Relationship Id="rId768" Type="http://schemas.openxmlformats.org/officeDocument/2006/relationships/customXml" Target="../ink/ink3201.xml"/><Relationship Id="rId20" Type="http://schemas.openxmlformats.org/officeDocument/2006/relationships/customXml" Target="../ink/ink2825.xml"/><Relationship Id="rId628" Type="http://schemas.openxmlformats.org/officeDocument/2006/relationships/customXml" Target="../ink/ink3131.xml"/><Relationship Id="rId835" Type="http://schemas.openxmlformats.org/officeDocument/2006/relationships/image" Target="../media/image2740.png"/><Relationship Id="rId267" Type="http://schemas.openxmlformats.org/officeDocument/2006/relationships/image" Target="../media/image2457.png"/><Relationship Id="rId474" Type="http://schemas.openxmlformats.org/officeDocument/2006/relationships/customXml" Target="../ink/ink3054.xml"/><Relationship Id="rId127" Type="http://schemas.openxmlformats.org/officeDocument/2006/relationships/image" Target="../media/image2388.png"/><Relationship Id="rId681" Type="http://schemas.openxmlformats.org/officeDocument/2006/relationships/image" Target="../media/image2663.png"/><Relationship Id="rId779" Type="http://schemas.openxmlformats.org/officeDocument/2006/relationships/image" Target="../media/image2712.png"/><Relationship Id="rId31" Type="http://schemas.openxmlformats.org/officeDocument/2006/relationships/image" Target="../media/image2341.png"/><Relationship Id="rId334" Type="http://schemas.openxmlformats.org/officeDocument/2006/relationships/image" Target="../media/image2490.png"/><Relationship Id="rId541" Type="http://schemas.openxmlformats.org/officeDocument/2006/relationships/image" Target="../media/image2593.png"/><Relationship Id="rId639" Type="http://schemas.openxmlformats.org/officeDocument/2006/relationships/image" Target="../media/image2642.png"/><Relationship Id="rId180" Type="http://schemas.openxmlformats.org/officeDocument/2006/relationships/image" Target="../media/image2414.png"/><Relationship Id="rId278" Type="http://schemas.openxmlformats.org/officeDocument/2006/relationships/customXml" Target="../ink/ink2955.xml"/><Relationship Id="rId401" Type="http://schemas.openxmlformats.org/officeDocument/2006/relationships/customXml" Target="../ink/ink3017.xml"/><Relationship Id="rId485" Type="http://schemas.openxmlformats.org/officeDocument/2006/relationships/image" Target="../media/image2565.png"/><Relationship Id="rId692" Type="http://schemas.openxmlformats.org/officeDocument/2006/relationships/customXml" Target="../ink/ink3163.xml"/><Relationship Id="rId706" Type="http://schemas.openxmlformats.org/officeDocument/2006/relationships/customXml" Target="../ink/ink3170.xml"/><Relationship Id="rId42" Type="http://schemas.openxmlformats.org/officeDocument/2006/relationships/customXml" Target="../ink/ink2836.xml"/><Relationship Id="rId138" Type="http://schemas.openxmlformats.org/officeDocument/2006/relationships/image" Target="../media/image2393.png"/><Relationship Id="rId345" Type="http://schemas.openxmlformats.org/officeDocument/2006/relationships/customXml" Target="../ink/ink2989.xml"/><Relationship Id="rId552" Type="http://schemas.openxmlformats.org/officeDocument/2006/relationships/customXml" Target="../ink/ink3093.xml"/><Relationship Id="rId191" Type="http://schemas.openxmlformats.org/officeDocument/2006/relationships/customXml" Target="../ink/ink2911.xml"/><Relationship Id="rId205" Type="http://schemas.openxmlformats.org/officeDocument/2006/relationships/image" Target="../media/image2426.png"/><Relationship Id="rId412" Type="http://schemas.openxmlformats.org/officeDocument/2006/relationships/image" Target="../media/image2529.png"/><Relationship Id="rId289" Type="http://schemas.openxmlformats.org/officeDocument/2006/relationships/image" Target="../media/image2468.png"/><Relationship Id="rId496" Type="http://schemas.openxmlformats.org/officeDocument/2006/relationships/customXml" Target="../ink/ink3065.xml"/><Relationship Id="rId717" Type="http://schemas.openxmlformats.org/officeDocument/2006/relationships/image" Target="../media/image2681.png"/><Relationship Id="rId53" Type="http://schemas.openxmlformats.org/officeDocument/2006/relationships/image" Target="../media/image2351.png"/><Relationship Id="rId149" Type="http://schemas.openxmlformats.org/officeDocument/2006/relationships/customXml" Target="../ink/ink2890.xml"/><Relationship Id="rId356" Type="http://schemas.openxmlformats.org/officeDocument/2006/relationships/image" Target="../media/image2501.png"/><Relationship Id="rId563" Type="http://schemas.openxmlformats.org/officeDocument/2006/relationships/image" Target="../media/image2604.png"/><Relationship Id="rId770" Type="http://schemas.openxmlformats.org/officeDocument/2006/relationships/customXml" Target="../ink/ink3202.xml"/><Relationship Id="rId216" Type="http://schemas.openxmlformats.org/officeDocument/2006/relationships/customXml" Target="../ink/ink2924.xml"/><Relationship Id="rId423" Type="http://schemas.openxmlformats.org/officeDocument/2006/relationships/customXml" Target="../ink/ink3028.xml"/><Relationship Id="rId630" Type="http://schemas.openxmlformats.org/officeDocument/2006/relationships/customXml" Target="../ink/ink3132.xml"/><Relationship Id="rId728" Type="http://schemas.openxmlformats.org/officeDocument/2006/relationships/customXml" Target="../ink/ink3181.xml"/><Relationship Id="rId64" Type="http://schemas.openxmlformats.org/officeDocument/2006/relationships/customXml" Target="../ink/ink2847.xml"/><Relationship Id="rId367" Type="http://schemas.openxmlformats.org/officeDocument/2006/relationships/customXml" Target="../ink/ink3000.xml"/><Relationship Id="rId574" Type="http://schemas.openxmlformats.org/officeDocument/2006/relationships/customXml" Target="../ink/ink3104.xml"/><Relationship Id="rId227" Type="http://schemas.openxmlformats.org/officeDocument/2006/relationships/image" Target="../media/image2437.png"/><Relationship Id="rId781" Type="http://schemas.openxmlformats.org/officeDocument/2006/relationships/image" Target="../media/image2713.png"/><Relationship Id="rId434" Type="http://schemas.openxmlformats.org/officeDocument/2006/relationships/image" Target="../media/image2540.png"/><Relationship Id="rId641" Type="http://schemas.openxmlformats.org/officeDocument/2006/relationships/image" Target="../media/image2643.png"/><Relationship Id="rId739" Type="http://schemas.openxmlformats.org/officeDocument/2006/relationships/image" Target="../media/image2692.png"/><Relationship Id="rId280" Type="http://schemas.openxmlformats.org/officeDocument/2006/relationships/customXml" Target="../ink/ink2956.xml"/><Relationship Id="rId501" Type="http://schemas.openxmlformats.org/officeDocument/2006/relationships/image" Target="../media/image2573.png"/><Relationship Id="rId75" Type="http://schemas.openxmlformats.org/officeDocument/2006/relationships/image" Target="../media/image2362.png"/><Relationship Id="rId140" Type="http://schemas.openxmlformats.org/officeDocument/2006/relationships/image" Target="../media/image2394.png"/><Relationship Id="rId378" Type="http://schemas.openxmlformats.org/officeDocument/2006/relationships/image" Target="../media/image2512.png"/><Relationship Id="rId585" Type="http://schemas.openxmlformats.org/officeDocument/2006/relationships/image" Target="../media/image2615.png"/><Relationship Id="rId792" Type="http://schemas.openxmlformats.org/officeDocument/2006/relationships/customXml" Target="../ink/ink3213.xml"/><Relationship Id="rId806" Type="http://schemas.openxmlformats.org/officeDocument/2006/relationships/customXml" Target="../ink/ink3220.xml"/><Relationship Id="rId6" Type="http://schemas.openxmlformats.org/officeDocument/2006/relationships/customXml" Target="../ink/ink2818.xml"/><Relationship Id="rId238" Type="http://schemas.openxmlformats.org/officeDocument/2006/relationships/customXml" Target="../ink/ink2935.xml"/><Relationship Id="rId445" Type="http://schemas.openxmlformats.org/officeDocument/2006/relationships/customXml" Target="../ink/ink3039.xml"/><Relationship Id="rId652" Type="http://schemas.openxmlformats.org/officeDocument/2006/relationships/customXml" Target="../ink/ink3143.xml"/><Relationship Id="rId291" Type="http://schemas.openxmlformats.org/officeDocument/2006/relationships/customXml" Target="../ink/ink2962.xml"/><Relationship Id="rId305" Type="http://schemas.openxmlformats.org/officeDocument/2006/relationships/customXml" Target="../ink/ink2969.xml"/><Relationship Id="rId512" Type="http://schemas.openxmlformats.org/officeDocument/2006/relationships/customXml" Target="../ink/ink3073.xml"/><Relationship Id="rId86" Type="http://schemas.openxmlformats.org/officeDocument/2006/relationships/customXml" Target="../ink/ink2858.xml"/><Relationship Id="rId151" Type="http://schemas.openxmlformats.org/officeDocument/2006/relationships/customXml" Target="../ink/ink2891.xml"/><Relationship Id="rId389" Type="http://schemas.openxmlformats.org/officeDocument/2006/relationships/customXml" Target="../ink/ink3011.xml"/><Relationship Id="rId596" Type="http://schemas.openxmlformats.org/officeDocument/2006/relationships/customXml" Target="../ink/ink3115.xml"/><Relationship Id="rId817" Type="http://schemas.openxmlformats.org/officeDocument/2006/relationships/image" Target="../media/image2731.png"/><Relationship Id="rId249" Type="http://schemas.openxmlformats.org/officeDocument/2006/relationships/image" Target="../media/image2448.png"/><Relationship Id="rId456" Type="http://schemas.openxmlformats.org/officeDocument/2006/relationships/customXml" Target="../ink/ink3045.xml"/><Relationship Id="rId663" Type="http://schemas.openxmlformats.org/officeDocument/2006/relationships/image" Target="../media/image2654.png"/><Relationship Id="rId13" Type="http://schemas.openxmlformats.org/officeDocument/2006/relationships/image" Target="../media/image2332.png"/><Relationship Id="rId109" Type="http://schemas.openxmlformats.org/officeDocument/2006/relationships/image" Target="../media/image2379.png"/><Relationship Id="rId316" Type="http://schemas.openxmlformats.org/officeDocument/2006/relationships/image" Target="../media/image2481.png"/><Relationship Id="rId523" Type="http://schemas.openxmlformats.org/officeDocument/2006/relationships/image" Target="../media/image2584.png"/><Relationship Id="rId97" Type="http://schemas.openxmlformats.org/officeDocument/2006/relationships/image" Target="../media/image2373.png"/><Relationship Id="rId730" Type="http://schemas.openxmlformats.org/officeDocument/2006/relationships/customXml" Target="../ink/ink3182.xml"/><Relationship Id="rId828" Type="http://schemas.openxmlformats.org/officeDocument/2006/relationships/customXml" Target="../ink/ink3231.xml"/><Relationship Id="rId162" Type="http://schemas.openxmlformats.org/officeDocument/2006/relationships/image" Target="../media/image2405.png"/><Relationship Id="rId218" Type="http://schemas.openxmlformats.org/officeDocument/2006/relationships/customXml" Target="../ink/ink2925.xml"/><Relationship Id="rId425" Type="http://schemas.openxmlformats.org/officeDocument/2006/relationships/customXml" Target="../ink/ink3029.xml"/><Relationship Id="rId467" Type="http://schemas.openxmlformats.org/officeDocument/2006/relationships/image" Target="../media/image2556.png"/><Relationship Id="rId632" Type="http://schemas.openxmlformats.org/officeDocument/2006/relationships/customXml" Target="../ink/ink3133.xml"/><Relationship Id="rId271" Type="http://schemas.openxmlformats.org/officeDocument/2006/relationships/image" Target="../media/image2459.png"/><Relationship Id="rId674" Type="http://schemas.openxmlformats.org/officeDocument/2006/relationships/customXml" Target="../ink/ink3154.xml"/><Relationship Id="rId24" Type="http://schemas.openxmlformats.org/officeDocument/2006/relationships/customXml" Target="../ink/ink2827.xml"/><Relationship Id="rId66" Type="http://schemas.openxmlformats.org/officeDocument/2006/relationships/customXml" Target="../ink/ink2848.xml"/><Relationship Id="rId131" Type="http://schemas.openxmlformats.org/officeDocument/2006/relationships/customXml" Target="../ink/ink2881.xml"/><Relationship Id="rId327" Type="http://schemas.openxmlformats.org/officeDocument/2006/relationships/customXml" Target="../ink/ink2980.xml"/><Relationship Id="rId369" Type="http://schemas.openxmlformats.org/officeDocument/2006/relationships/customXml" Target="../ink/ink3001.xml"/><Relationship Id="rId534" Type="http://schemas.openxmlformats.org/officeDocument/2006/relationships/customXml" Target="../ink/ink3084.xml"/><Relationship Id="rId576" Type="http://schemas.openxmlformats.org/officeDocument/2006/relationships/customXml" Target="../ink/ink3105.xml"/><Relationship Id="rId741" Type="http://schemas.openxmlformats.org/officeDocument/2006/relationships/image" Target="../media/image2693.png"/><Relationship Id="rId783" Type="http://schemas.openxmlformats.org/officeDocument/2006/relationships/image" Target="../media/image2714.png"/><Relationship Id="rId839" Type="http://schemas.openxmlformats.org/officeDocument/2006/relationships/image" Target="../media/image2742.png"/><Relationship Id="rId173" Type="http://schemas.openxmlformats.org/officeDocument/2006/relationships/customXml" Target="../ink/ink2902.xml"/><Relationship Id="rId229" Type="http://schemas.openxmlformats.org/officeDocument/2006/relationships/image" Target="../media/image2438.png"/><Relationship Id="rId380" Type="http://schemas.openxmlformats.org/officeDocument/2006/relationships/image" Target="../media/image2513.png"/><Relationship Id="rId436" Type="http://schemas.openxmlformats.org/officeDocument/2006/relationships/image" Target="../media/image2541.png"/><Relationship Id="rId601" Type="http://schemas.openxmlformats.org/officeDocument/2006/relationships/image" Target="../media/image2623.png"/><Relationship Id="rId643" Type="http://schemas.openxmlformats.org/officeDocument/2006/relationships/image" Target="../media/image2644.png"/><Relationship Id="rId240" Type="http://schemas.openxmlformats.org/officeDocument/2006/relationships/customXml" Target="../ink/ink2936.xml"/><Relationship Id="rId478" Type="http://schemas.openxmlformats.org/officeDocument/2006/relationships/customXml" Target="../ink/ink3056.xml"/><Relationship Id="rId685" Type="http://schemas.openxmlformats.org/officeDocument/2006/relationships/image" Target="../media/image2665.png"/><Relationship Id="rId35" Type="http://schemas.openxmlformats.org/officeDocument/2006/relationships/image" Target="../media/image2343.png"/><Relationship Id="rId77" Type="http://schemas.openxmlformats.org/officeDocument/2006/relationships/image" Target="../media/image2363.png"/><Relationship Id="rId100" Type="http://schemas.openxmlformats.org/officeDocument/2006/relationships/customXml" Target="../ink/ink2865.xml"/><Relationship Id="rId282" Type="http://schemas.openxmlformats.org/officeDocument/2006/relationships/customXml" Target="../ink/ink2957.xml"/><Relationship Id="rId338" Type="http://schemas.openxmlformats.org/officeDocument/2006/relationships/image" Target="../media/image2492.png"/><Relationship Id="rId503" Type="http://schemas.openxmlformats.org/officeDocument/2006/relationships/image" Target="../media/image2574.png"/><Relationship Id="rId545" Type="http://schemas.openxmlformats.org/officeDocument/2006/relationships/image" Target="../media/image2595.png"/><Relationship Id="rId587" Type="http://schemas.openxmlformats.org/officeDocument/2006/relationships/image" Target="../media/image2616.png"/><Relationship Id="rId710" Type="http://schemas.openxmlformats.org/officeDocument/2006/relationships/customXml" Target="../ink/ink3172.xml"/><Relationship Id="rId752" Type="http://schemas.openxmlformats.org/officeDocument/2006/relationships/customXml" Target="../ink/ink3193.xml"/><Relationship Id="rId808" Type="http://schemas.openxmlformats.org/officeDocument/2006/relationships/customXml" Target="../ink/ink3221.xml"/><Relationship Id="rId8" Type="http://schemas.openxmlformats.org/officeDocument/2006/relationships/customXml" Target="../ink/ink2819.xml"/><Relationship Id="rId142" Type="http://schemas.openxmlformats.org/officeDocument/2006/relationships/image" Target="../media/image2395.png"/><Relationship Id="rId184" Type="http://schemas.openxmlformats.org/officeDocument/2006/relationships/image" Target="../media/image2416.png"/><Relationship Id="rId391" Type="http://schemas.openxmlformats.org/officeDocument/2006/relationships/customXml" Target="../ink/ink3012.xml"/><Relationship Id="rId405" Type="http://schemas.openxmlformats.org/officeDocument/2006/relationships/customXml" Target="../ink/ink3019.xml"/><Relationship Id="rId447" Type="http://schemas.openxmlformats.org/officeDocument/2006/relationships/customXml" Target="../ink/ink3040.xml"/><Relationship Id="rId612" Type="http://schemas.openxmlformats.org/officeDocument/2006/relationships/customXml" Target="../ink/ink3123.xml"/><Relationship Id="rId794" Type="http://schemas.openxmlformats.org/officeDocument/2006/relationships/customXml" Target="../ink/ink3214.xml"/><Relationship Id="rId251" Type="http://schemas.openxmlformats.org/officeDocument/2006/relationships/image" Target="../media/image2449.png"/><Relationship Id="rId489" Type="http://schemas.openxmlformats.org/officeDocument/2006/relationships/image" Target="../media/image2567.png"/><Relationship Id="rId654" Type="http://schemas.openxmlformats.org/officeDocument/2006/relationships/customXml" Target="../ink/ink3144.xml"/><Relationship Id="rId696" Type="http://schemas.openxmlformats.org/officeDocument/2006/relationships/customXml" Target="../ink/ink3165.xml"/><Relationship Id="rId46" Type="http://schemas.openxmlformats.org/officeDocument/2006/relationships/customXml" Target="../ink/ink2838.xml"/><Relationship Id="rId293" Type="http://schemas.openxmlformats.org/officeDocument/2006/relationships/customXml" Target="../ink/ink2963.xml"/><Relationship Id="rId307" Type="http://schemas.openxmlformats.org/officeDocument/2006/relationships/customXml" Target="../ink/ink2970.xml"/><Relationship Id="rId349" Type="http://schemas.openxmlformats.org/officeDocument/2006/relationships/customXml" Target="../ink/ink2991.xml"/><Relationship Id="rId514" Type="http://schemas.openxmlformats.org/officeDocument/2006/relationships/customXml" Target="../ink/ink3074.xml"/><Relationship Id="rId556" Type="http://schemas.openxmlformats.org/officeDocument/2006/relationships/customXml" Target="../ink/ink3095.xml"/><Relationship Id="rId721" Type="http://schemas.openxmlformats.org/officeDocument/2006/relationships/image" Target="../media/image2683.png"/><Relationship Id="rId763" Type="http://schemas.openxmlformats.org/officeDocument/2006/relationships/image" Target="../media/image2704.png"/><Relationship Id="rId88" Type="http://schemas.openxmlformats.org/officeDocument/2006/relationships/customXml" Target="../ink/ink2859.xml"/><Relationship Id="rId111" Type="http://schemas.openxmlformats.org/officeDocument/2006/relationships/image" Target="../media/image2380.png"/><Relationship Id="rId153" Type="http://schemas.openxmlformats.org/officeDocument/2006/relationships/customXml" Target="../ink/ink2892.xml"/><Relationship Id="rId195" Type="http://schemas.openxmlformats.org/officeDocument/2006/relationships/customXml" Target="../ink/ink2913.xml"/><Relationship Id="rId209" Type="http://schemas.openxmlformats.org/officeDocument/2006/relationships/image" Target="../media/image2428.png"/><Relationship Id="rId360" Type="http://schemas.openxmlformats.org/officeDocument/2006/relationships/image" Target="../media/image2503.png"/><Relationship Id="rId416" Type="http://schemas.openxmlformats.org/officeDocument/2006/relationships/image" Target="../media/image2531.png"/><Relationship Id="rId598" Type="http://schemas.openxmlformats.org/officeDocument/2006/relationships/customXml" Target="../ink/ink3116.xml"/><Relationship Id="rId819" Type="http://schemas.openxmlformats.org/officeDocument/2006/relationships/image" Target="../media/image2732.png"/><Relationship Id="rId220" Type="http://schemas.openxmlformats.org/officeDocument/2006/relationships/customXml" Target="../ink/ink2926.xml"/><Relationship Id="rId458" Type="http://schemas.openxmlformats.org/officeDocument/2006/relationships/customXml" Target="../ink/ink3046.xml"/><Relationship Id="rId623" Type="http://schemas.openxmlformats.org/officeDocument/2006/relationships/image" Target="../media/image2634.png"/><Relationship Id="rId665" Type="http://schemas.openxmlformats.org/officeDocument/2006/relationships/image" Target="../media/image2655.png"/><Relationship Id="rId830" Type="http://schemas.openxmlformats.org/officeDocument/2006/relationships/customXml" Target="../ink/ink3232.xml"/><Relationship Id="rId15" Type="http://schemas.openxmlformats.org/officeDocument/2006/relationships/image" Target="../media/image2333.png"/><Relationship Id="rId57" Type="http://schemas.openxmlformats.org/officeDocument/2006/relationships/image" Target="../media/image2353.png"/><Relationship Id="rId262" Type="http://schemas.openxmlformats.org/officeDocument/2006/relationships/customXml" Target="../ink/ink2947.xml"/><Relationship Id="rId318" Type="http://schemas.openxmlformats.org/officeDocument/2006/relationships/image" Target="../media/image2482.png"/><Relationship Id="rId525" Type="http://schemas.openxmlformats.org/officeDocument/2006/relationships/image" Target="../media/image2585.png"/><Relationship Id="rId567" Type="http://schemas.openxmlformats.org/officeDocument/2006/relationships/image" Target="../media/image2606.png"/><Relationship Id="rId732" Type="http://schemas.openxmlformats.org/officeDocument/2006/relationships/customXml" Target="../ink/ink3183.xml"/><Relationship Id="rId99" Type="http://schemas.openxmlformats.org/officeDocument/2006/relationships/image" Target="../media/image2374.png"/><Relationship Id="rId122" Type="http://schemas.openxmlformats.org/officeDocument/2006/relationships/customXml" Target="../ink/ink2876.xml"/><Relationship Id="rId164" Type="http://schemas.openxmlformats.org/officeDocument/2006/relationships/image" Target="../media/image2406.png"/><Relationship Id="rId371" Type="http://schemas.openxmlformats.org/officeDocument/2006/relationships/customXml" Target="../ink/ink3002.xml"/><Relationship Id="rId774" Type="http://schemas.openxmlformats.org/officeDocument/2006/relationships/customXml" Target="../ink/ink3204.xml"/><Relationship Id="rId427" Type="http://schemas.openxmlformats.org/officeDocument/2006/relationships/customXml" Target="../ink/ink3030.xml"/><Relationship Id="rId469" Type="http://schemas.openxmlformats.org/officeDocument/2006/relationships/image" Target="../media/image2557.png"/><Relationship Id="rId634" Type="http://schemas.openxmlformats.org/officeDocument/2006/relationships/customXml" Target="../ink/ink3134.xml"/><Relationship Id="rId676" Type="http://schemas.openxmlformats.org/officeDocument/2006/relationships/customXml" Target="../ink/ink3155.xml"/><Relationship Id="rId26" Type="http://schemas.openxmlformats.org/officeDocument/2006/relationships/customXml" Target="../ink/ink2828.xml"/><Relationship Id="rId231" Type="http://schemas.openxmlformats.org/officeDocument/2006/relationships/image" Target="../media/image2439.png"/><Relationship Id="rId273" Type="http://schemas.openxmlformats.org/officeDocument/2006/relationships/image" Target="../media/image2460.png"/><Relationship Id="rId329" Type="http://schemas.openxmlformats.org/officeDocument/2006/relationships/customXml" Target="../ink/ink2981.xml"/><Relationship Id="rId480" Type="http://schemas.openxmlformats.org/officeDocument/2006/relationships/customXml" Target="../ink/ink3057.xml"/><Relationship Id="rId536" Type="http://schemas.openxmlformats.org/officeDocument/2006/relationships/customXml" Target="../ink/ink3085.xml"/><Relationship Id="rId701" Type="http://schemas.openxmlformats.org/officeDocument/2006/relationships/image" Target="../media/image2673.png"/><Relationship Id="rId68" Type="http://schemas.openxmlformats.org/officeDocument/2006/relationships/customXml" Target="../ink/ink2849.xml"/><Relationship Id="rId133" Type="http://schemas.openxmlformats.org/officeDocument/2006/relationships/customXml" Target="../ink/ink2882.xml"/><Relationship Id="rId175" Type="http://schemas.openxmlformats.org/officeDocument/2006/relationships/customXml" Target="../ink/ink2903.xml"/><Relationship Id="rId340" Type="http://schemas.openxmlformats.org/officeDocument/2006/relationships/image" Target="../media/image2493.png"/><Relationship Id="rId578" Type="http://schemas.openxmlformats.org/officeDocument/2006/relationships/customXml" Target="../ink/ink3106.xml"/><Relationship Id="rId743" Type="http://schemas.openxmlformats.org/officeDocument/2006/relationships/image" Target="../media/image2694.png"/><Relationship Id="rId785" Type="http://schemas.openxmlformats.org/officeDocument/2006/relationships/image" Target="../media/image2715.png"/><Relationship Id="rId200" Type="http://schemas.openxmlformats.org/officeDocument/2006/relationships/customXml" Target="../ink/ink2916.xml"/><Relationship Id="rId382" Type="http://schemas.openxmlformats.org/officeDocument/2006/relationships/image" Target="../media/image2514.png"/><Relationship Id="rId438" Type="http://schemas.openxmlformats.org/officeDocument/2006/relationships/image" Target="../media/image2542.png"/><Relationship Id="rId603" Type="http://schemas.openxmlformats.org/officeDocument/2006/relationships/image" Target="../media/image2624.png"/><Relationship Id="rId645" Type="http://schemas.openxmlformats.org/officeDocument/2006/relationships/image" Target="../media/image2645.png"/><Relationship Id="rId687" Type="http://schemas.openxmlformats.org/officeDocument/2006/relationships/image" Target="../media/image2666.png"/><Relationship Id="rId810" Type="http://schemas.openxmlformats.org/officeDocument/2006/relationships/customXml" Target="../ink/ink3222.xml"/><Relationship Id="rId242" Type="http://schemas.openxmlformats.org/officeDocument/2006/relationships/customXml" Target="../ink/ink2937.xml"/><Relationship Id="rId284" Type="http://schemas.openxmlformats.org/officeDocument/2006/relationships/customXml" Target="../ink/ink2958.xml"/><Relationship Id="rId491" Type="http://schemas.openxmlformats.org/officeDocument/2006/relationships/image" Target="../media/image2568.png"/><Relationship Id="rId505" Type="http://schemas.openxmlformats.org/officeDocument/2006/relationships/image" Target="../media/image2575.png"/><Relationship Id="rId712" Type="http://schemas.openxmlformats.org/officeDocument/2006/relationships/customXml" Target="../ink/ink3173.xml"/><Relationship Id="rId37" Type="http://schemas.openxmlformats.org/officeDocument/2006/relationships/image" Target="../media/image2344.png"/><Relationship Id="rId79" Type="http://schemas.openxmlformats.org/officeDocument/2006/relationships/image" Target="../media/image2364.png"/><Relationship Id="rId102" Type="http://schemas.openxmlformats.org/officeDocument/2006/relationships/customXml" Target="../ink/ink2866.xml"/><Relationship Id="rId144" Type="http://schemas.openxmlformats.org/officeDocument/2006/relationships/image" Target="../media/image2396.png"/><Relationship Id="rId547" Type="http://schemas.openxmlformats.org/officeDocument/2006/relationships/image" Target="../media/image2596.png"/><Relationship Id="rId589" Type="http://schemas.openxmlformats.org/officeDocument/2006/relationships/image" Target="../media/image2617.png"/><Relationship Id="rId754" Type="http://schemas.openxmlformats.org/officeDocument/2006/relationships/customXml" Target="../ink/ink3194.xml"/><Relationship Id="rId796" Type="http://schemas.openxmlformats.org/officeDocument/2006/relationships/customXml" Target="../ink/ink3215.xml"/><Relationship Id="rId90" Type="http://schemas.openxmlformats.org/officeDocument/2006/relationships/customXml" Target="../ink/ink2860.xml"/><Relationship Id="rId186" Type="http://schemas.openxmlformats.org/officeDocument/2006/relationships/image" Target="../media/image2417.png"/><Relationship Id="rId351" Type="http://schemas.openxmlformats.org/officeDocument/2006/relationships/customXml" Target="../ink/ink2992.xml"/><Relationship Id="rId393" Type="http://schemas.openxmlformats.org/officeDocument/2006/relationships/customXml" Target="../ink/ink3013.xml"/><Relationship Id="rId407" Type="http://schemas.openxmlformats.org/officeDocument/2006/relationships/customXml" Target="../ink/ink3020.xml"/><Relationship Id="rId449" Type="http://schemas.openxmlformats.org/officeDocument/2006/relationships/customXml" Target="../ink/ink3041.xml"/><Relationship Id="rId614" Type="http://schemas.openxmlformats.org/officeDocument/2006/relationships/customXml" Target="../ink/ink3124.xml"/><Relationship Id="rId656" Type="http://schemas.openxmlformats.org/officeDocument/2006/relationships/customXml" Target="../ink/ink3145.xml"/><Relationship Id="rId821" Type="http://schemas.openxmlformats.org/officeDocument/2006/relationships/image" Target="../media/image2733.png"/><Relationship Id="rId211" Type="http://schemas.openxmlformats.org/officeDocument/2006/relationships/image" Target="../media/image2429.png"/><Relationship Id="rId253" Type="http://schemas.openxmlformats.org/officeDocument/2006/relationships/image" Target="../media/image2450.png"/><Relationship Id="rId295" Type="http://schemas.openxmlformats.org/officeDocument/2006/relationships/customXml" Target="../ink/ink2964.xml"/><Relationship Id="rId309" Type="http://schemas.openxmlformats.org/officeDocument/2006/relationships/customXml" Target="../ink/ink2971.xml"/><Relationship Id="rId460" Type="http://schemas.openxmlformats.org/officeDocument/2006/relationships/customXml" Target="../ink/ink3047.xml"/><Relationship Id="rId516" Type="http://schemas.openxmlformats.org/officeDocument/2006/relationships/customXml" Target="../ink/ink3075.xml"/><Relationship Id="rId698" Type="http://schemas.openxmlformats.org/officeDocument/2006/relationships/customXml" Target="../ink/ink3166.xml"/><Relationship Id="rId48" Type="http://schemas.openxmlformats.org/officeDocument/2006/relationships/customXml" Target="../ink/ink2839.xml"/><Relationship Id="rId113" Type="http://schemas.openxmlformats.org/officeDocument/2006/relationships/image" Target="../media/image2381.png"/><Relationship Id="rId320" Type="http://schemas.openxmlformats.org/officeDocument/2006/relationships/image" Target="../media/image2483.png"/><Relationship Id="rId558" Type="http://schemas.openxmlformats.org/officeDocument/2006/relationships/customXml" Target="../ink/ink3096.xml"/><Relationship Id="rId723" Type="http://schemas.openxmlformats.org/officeDocument/2006/relationships/image" Target="../media/image2684.png"/><Relationship Id="rId765" Type="http://schemas.openxmlformats.org/officeDocument/2006/relationships/image" Target="../media/image2705.png"/><Relationship Id="rId155" Type="http://schemas.openxmlformats.org/officeDocument/2006/relationships/customXml" Target="../ink/ink2893.xml"/><Relationship Id="rId197" Type="http://schemas.openxmlformats.org/officeDocument/2006/relationships/customXml" Target="../ink/ink2914.xml"/><Relationship Id="rId362" Type="http://schemas.openxmlformats.org/officeDocument/2006/relationships/image" Target="../media/image2504.png"/><Relationship Id="rId418" Type="http://schemas.openxmlformats.org/officeDocument/2006/relationships/image" Target="../media/image2532.png"/><Relationship Id="rId625" Type="http://schemas.openxmlformats.org/officeDocument/2006/relationships/image" Target="../media/image2635.png"/><Relationship Id="rId832" Type="http://schemas.openxmlformats.org/officeDocument/2006/relationships/customXml" Target="../ink/ink3233.xml"/><Relationship Id="rId222" Type="http://schemas.openxmlformats.org/officeDocument/2006/relationships/customXml" Target="../ink/ink2927.xml"/><Relationship Id="rId264" Type="http://schemas.openxmlformats.org/officeDocument/2006/relationships/customXml" Target="../ink/ink2948.xml"/><Relationship Id="rId471" Type="http://schemas.openxmlformats.org/officeDocument/2006/relationships/image" Target="../media/image2558.png"/><Relationship Id="rId667" Type="http://schemas.openxmlformats.org/officeDocument/2006/relationships/image" Target="../media/image2656.png"/><Relationship Id="rId17" Type="http://schemas.openxmlformats.org/officeDocument/2006/relationships/image" Target="../media/image2334.png"/><Relationship Id="rId59" Type="http://schemas.openxmlformats.org/officeDocument/2006/relationships/image" Target="../media/image2354.png"/><Relationship Id="rId124" Type="http://schemas.openxmlformats.org/officeDocument/2006/relationships/customXml" Target="../ink/ink2877.xml"/><Relationship Id="rId527" Type="http://schemas.openxmlformats.org/officeDocument/2006/relationships/image" Target="../media/image2586.png"/><Relationship Id="rId569" Type="http://schemas.openxmlformats.org/officeDocument/2006/relationships/image" Target="../media/image2607.png"/><Relationship Id="rId734" Type="http://schemas.openxmlformats.org/officeDocument/2006/relationships/customXml" Target="../ink/ink3184.xml"/><Relationship Id="rId776" Type="http://schemas.openxmlformats.org/officeDocument/2006/relationships/customXml" Target="../ink/ink3205.xml"/><Relationship Id="rId70" Type="http://schemas.openxmlformats.org/officeDocument/2006/relationships/customXml" Target="../ink/ink2850.xml"/><Relationship Id="rId166" Type="http://schemas.openxmlformats.org/officeDocument/2006/relationships/image" Target="../media/image2407.png"/><Relationship Id="rId331" Type="http://schemas.openxmlformats.org/officeDocument/2006/relationships/customXml" Target="../ink/ink2982.xml"/><Relationship Id="rId373" Type="http://schemas.openxmlformats.org/officeDocument/2006/relationships/customXml" Target="../ink/ink3003.xml"/><Relationship Id="rId429" Type="http://schemas.openxmlformats.org/officeDocument/2006/relationships/customXml" Target="../ink/ink3031.xml"/><Relationship Id="rId580" Type="http://schemas.openxmlformats.org/officeDocument/2006/relationships/customXml" Target="../ink/ink3107.xml"/><Relationship Id="rId636" Type="http://schemas.openxmlformats.org/officeDocument/2006/relationships/customXml" Target="../ink/ink3135.xml"/><Relationship Id="rId801" Type="http://schemas.openxmlformats.org/officeDocument/2006/relationships/image" Target="../media/image2723.png"/><Relationship Id="rId1" Type="http://schemas.openxmlformats.org/officeDocument/2006/relationships/slideLayout" Target="../slideLayouts/slideLayout2.xml"/><Relationship Id="rId233" Type="http://schemas.openxmlformats.org/officeDocument/2006/relationships/image" Target="../media/image2440.png"/><Relationship Id="rId440" Type="http://schemas.openxmlformats.org/officeDocument/2006/relationships/image" Target="../media/image2543.png"/><Relationship Id="rId678" Type="http://schemas.openxmlformats.org/officeDocument/2006/relationships/customXml" Target="../ink/ink3156.xml"/><Relationship Id="rId28" Type="http://schemas.openxmlformats.org/officeDocument/2006/relationships/customXml" Target="../ink/ink2829.xml"/><Relationship Id="rId275" Type="http://schemas.openxmlformats.org/officeDocument/2006/relationships/image" Target="../media/image2461.png"/><Relationship Id="rId300" Type="http://schemas.openxmlformats.org/officeDocument/2006/relationships/image" Target="../media/image2473.png"/><Relationship Id="rId482" Type="http://schemas.openxmlformats.org/officeDocument/2006/relationships/customXml" Target="../ink/ink3058.xml"/><Relationship Id="rId538" Type="http://schemas.openxmlformats.org/officeDocument/2006/relationships/customXml" Target="../ink/ink3086.xml"/><Relationship Id="rId703" Type="http://schemas.openxmlformats.org/officeDocument/2006/relationships/image" Target="../media/image2674.png"/><Relationship Id="rId745" Type="http://schemas.openxmlformats.org/officeDocument/2006/relationships/image" Target="../media/image2695.png"/><Relationship Id="rId81" Type="http://schemas.openxmlformats.org/officeDocument/2006/relationships/image" Target="../media/image2365.png"/><Relationship Id="rId135" Type="http://schemas.openxmlformats.org/officeDocument/2006/relationships/customXml" Target="../ink/ink2883.xml"/><Relationship Id="rId177" Type="http://schemas.openxmlformats.org/officeDocument/2006/relationships/customXml" Target="../ink/ink2904.xml"/><Relationship Id="rId342" Type="http://schemas.openxmlformats.org/officeDocument/2006/relationships/image" Target="../media/image2494.png"/><Relationship Id="rId384" Type="http://schemas.openxmlformats.org/officeDocument/2006/relationships/image" Target="../media/image2515.png"/><Relationship Id="rId591" Type="http://schemas.openxmlformats.org/officeDocument/2006/relationships/image" Target="../media/image2618.png"/><Relationship Id="rId605" Type="http://schemas.openxmlformats.org/officeDocument/2006/relationships/image" Target="../media/image2625.png"/><Relationship Id="rId787" Type="http://schemas.openxmlformats.org/officeDocument/2006/relationships/image" Target="../media/image2716.png"/><Relationship Id="rId812" Type="http://schemas.openxmlformats.org/officeDocument/2006/relationships/customXml" Target="../ink/ink3223.xml"/><Relationship Id="rId202" Type="http://schemas.openxmlformats.org/officeDocument/2006/relationships/customXml" Target="../ink/ink2917.xml"/><Relationship Id="rId244" Type="http://schemas.openxmlformats.org/officeDocument/2006/relationships/customXml" Target="../ink/ink2938.xml"/><Relationship Id="rId647" Type="http://schemas.openxmlformats.org/officeDocument/2006/relationships/image" Target="../media/image2646.png"/><Relationship Id="rId689" Type="http://schemas.openxmlformats.org/officeDocument/2006/relationships/image" Target="../media/image2667.png"/><Relationship Id="rId39" Type="http://schemas.openxmlformats.org/officeDocument/2006/relationships/image" Target="../media/image2345.png"/><Relationship Id="rId286" Type="http://schemas.openxmlformats.org/officeDocument/2006/relationships/customXml" Target="../ink/ink2959.xml"/><Relationship Id="rId451" Type="http://schemas.openxmlformats.org/officeDocument/2006/relationships/customXml" Target="../ink/ink3042.xml"/><Relationship Id="rId493" Type="http://schemas.openxmlformats.org/officeDocument/2006/relationships/image" Target="../media/image2569.png"/><Relationship Id="rId507" Type="http://schemas.openxmlformats.org/officeDocument/2006/relationships/image" Target="../media/image2576.png"/><Relationship Id="rId549" Type="http://schemas.openxmlformats.org/officeDocument/2006/relationships/image" Target="../media/image2597.png"/><Relationship Id="rId714" Type="http://schemas.openxmlformats.org/officeDocument/2006/relationships/customXml" Target="../ink/ink3174.xml"/><Relationship Id="rId756" Type="http://schemas.openxmlformats.org/officeDocument/2006/relationships/customXml" Target="../ink/ink3195.xml"/><Relationship Id="rId50" Type="http://schemas.openxmlformats.org/officeDocument/2006/relationships/customXml" Target="../ink/ink2840.xml"/><Relationship Id="rId104" Type="http://schemas.openxmlformats.org/officeDocument/2006/relationships/customXml" Target="../ink/ink2867.xml"/><Relationship Id="rId146" Type="http://schemas.openxmlformats.org/officeDocument/2006/relationships/image" Target="../media/image2397.png"/><Relationship Id="rId188" Type="http://schemas.openxmlformats.org/officeDocument/2006/relationships/image" Target="../media/image2418.png"/><Relationship Id="rId311" Type="http://schemas.openxmlformats.org/officeDocument/2006/relationships/customXml" Target="../ink/ink2972.xml"/><Relationship Id="rId353" Type="http://schemas.openxmlformats.org/officeDocument/2006/relationships/customXml" Target="../ink/ink2993.xml"/><Relationship Id="rId395" Type="http://schemas.openxmlformats.org/officeDocument/2006/relationships/customXml" Target="../ink/ink3014.xml"/><Relationship Id="rId409" Type="http://schemas.openxmlformats.org/officeDocument/2006/relationships/customXml" Target="../ink/ink3021.xml"/><Relationship Id="rId560" Type="http://schemas.openxmlformats.org/officeDocument/2006/relationships/customXml" Target="../ink/ink3097.xml"/><Relationship Id="rId798" Type="http://schemas.openxmlformats.org/officeDocument/2006/relationships/customXml" Target="../ink/ink3216.xml"/><Relationship Id="rId92" Type="http://schemas.openxmlformats.org/officeDocument/2006/relationships/customXml" Target="../ink/ink2861.xml"/><Relationship Id="rId213" Type="http://schemas.openxmlformats.org/officeDocument/2006/relationships/image" Target="../media/image2430.png"/><Relationship Id="rId420" Type="http://schemas.openxmlformats.org/officeDocument/2006/relationships/image" Target="../media/image2533.png"/><Relationship Id="rId616" Type="http://schemas.openxmlformats.org/officeDocument/2006/relationships/customXml" Target="../ink/ink3125.xml"/><Relationship Id="rId658" Type="http://schemas.openxmlformats.org/officeDocument/2006/relationships/customXml" Target="../ink/ink3146.xml"/><Relationship Id="rId823" Type="http://schemas.openxmlformats.org/officeDocument/2006/relationships/image" Target="../media/image2734.png"/><Relationship Id="rId255" Type="http://schemas.openxmlformats.org/officeDocument/2006/relationships/image" Target="../media/image2451.png"/><Relationship Id="rId297" Type="http://schemas.openxmlformats.org/officeDocument/2006/relationships/customXml" Target="../ink/ink2965.xml"/><Relationship Id="rId462" Type="http://schemas.openxmlformats.org/officeDocument/2006/relationships/customXml" Target="../ink/ink3048.xml"/><Relationship Id="rId518" Type="http://schemas.openxmlformats.org/officeDocument/2006/relationships/customXml" Target="../ink/ink3076.xml"/><Relationship Id="rId725" Type="http://schemas.openxmlformats.org/officeDocument/2006/relationships/image" Target="../media/image2685.png"/><Relationship Id="rId115" Type="http://schemas.openxmlformats.org/officeDocument/2006/relationships/image" Target="../media/image2382.png"/><Relationship Id="rId157" Type="http://schemas.openxmlformats.org/officeDocument/2006/relationships/customXml" Target="../ink/ink2894.xml"/><Relationship Id="rId322" Type="http://schemas.openxmlformats.org/officeDocument/2006/relationships/image" Target="../media/image2484.png"/><Relationship Id="rId364" Type="http://schemas.openxmlformats.org/officeDocument/2006/relationships/image" Target="../media/image2505.png"/><Relationship Id="rId767" Type="http://schemas.openxmlformats.org/officeDocument/2006/relationships/image" Target="../media/image2706.png"/><Relationship Id="rId61" Type="http://schemas.openxmlformats.org/officeDocument/2006/relationships/image" Target="../media/image2355.png"/><Relationship Id="rId199" Type="http://schemas.openxmlformats.org/officeDocument/2006/relationships/image" Target="../media/image2423.png"/><Relationship Id="rId571" Type="http://schemas.openxmlformats.org/officeDocument/2006/relationships/image" Target="../media/image2608.png"/><Relationship Id="rId627" Type="http://schemas.openxmlformats.org/officeDocument/2006/relationships/image" Target="../media/image2636.png"/><Relationship Id="rId669" Type="http://schemas.openxmlformats.org/officeDocument/2006/relationships/image" Target="../media/image2657.png"/><Relationship Id="rId834" Type="http://schemas.openxmlformats.org/officeDocument/2006/relationships/customXml" Target="../ink/ink3234.xml"/><Relationship Id="rId19" Type="http://schemas.openxmlformats.org/officeDocument/2006/relationships/image" Target="../media/image2335.png"/><Relationship Id="rId224" Type="http://schemas.openxmlformats.org/officeDocument/2006/relationships/customXml" Target="../ink/ink2928.xml"/><Relationship Id="rId266" Type="http://schemas.openxmlformats.org/officeDocument/2006/relationships/customXml" Target="../ink/ink2949.xml"/><Relationship Id="rId431" Type="http://schemas.openxmlformats.org/officeDocument/2006/relationships/customXml" Target="../ink/ink3032.xml"/><Relationship Id="rId473" Type="http://schemas.openxmlformats.org/officeDocument/2006/relationships/image" Target="../media/image2559.png"/><Relationship Id="rId529" Type="http://schemas.openxmlformats.org/officeDocument/2006/relationships/image" Target="../media/image2587.png"/><Relationship Id="rId680" Type="http://schemas.openxmlformats.org/officeDocument/2006/relationships/customXml" Target="../ink/ink3157.xml"/><Relationship Id="rId736" Type="http://schemas.openxmlformats.org/officeDocument/2006/relationships/customXml" Target="../ink/ink3185.xml"/><Relationship Id="rId30" Type="http://schemas.openxmlformats.org/officeDocument/2006/relationships/customXml" Target="../ink/ink2830.xml"/><Relationship Id="rId126" Type="http://schemas.openxmlformats.org/officeDocument/2006/relationships/customXml" Target="../ink/ink2878.xml"/><Relationship Id="rId168" Type="http://schemas.openxmlformats.org/officeDocument/2006/relationships/image" Target="../media/image2408.png"/><Relationship Id="rId333" Type="http://schemas.openxmlformats.org/officeDocument/2006/relationships/customXml" Target="../ink/ink2983.xml"/><Relationship Id="rId540" Type="http://schemas.openxmlformats.org/officeDocument/2006/relationships/customXml" Target="../ink/ink3087.xml"/><Relationship Id="rId778" Type="http://schemas.openxmlformats.org/officeDocument/2006/relationships/customXml" Target="../ink/ink3206.xml"/><Relationship Id="rId72" Type="http://schemas.openxmlformats.org/officeDocument/2006/relationships/customXml" Target="../ink/ink2851.xml"/><Relationship Id="rId375" Type="http://schemas.openxmlformats.org/officeDocument/2006/relationships/customXml" Target="../ink/ink3004.xml"/><Relationship Id="rId582" Type="http://schemas.openxmlformats.org/officeDocument/2006/relationships/customXml" Target="../ink/ink3108.xml"/><Relationship Id="rId638" Type="http://schemas.openxmlformats.org/officeDocument/2006/relationships/customXml" Target="../ink/ink3136.xml"/><Relationship Id="rId803" Type="http://schemas.openxmlformats.org/officeDocument/2006/relationships/image" Target="../media/image2724.png"/><Relationship Id="rId3" Type="http://schemas.openxmlformats.org/officeDocument/2006/relationships/image" Target="../media/image2327.png"/><Relationship Id="rId235" Type="http://schemas.openxmlformats.org/officeDocument/2006/relationships/image" Target="../media/image2441.png"/><Relationship Id="rId277" Type="http://schemas.openxmlformats.org/officeDocument/2006/relationships/image" Target="../media/image2462.png"/><Relationship Id="rId400" Type="http://schemas.openxmlformats.org/officeDocument/2006/relationships/image" Target="../media/image2523.png"/><Relationship Id="rId442" Type="http://schemas.openxmlformats.org/officeDocument/2006/relationships/image" Target="../media/image2544.png"/><Relationship Id="rId484" Type="http://schemas.openxmlformats.org/officeDocument/2006/relationships/customXml" Target="../ink/ink3059.xml"/><Relationship Id="rId705" Type="http://schemas.openxmlformats.org/officeDocument/2006/relationships/image" Target="../media/image2675.png"/><Relationship Id="rId137" Type="http://schemas.openxmlformats.org/officeDocument/2006/relationships/customXml" Target="../ink/ink2884.xml"/><Relationship Id="rId302" Type="http://schemas.openxmlformats.org/officeDocument/2006/relationships/image" Target="../media/image2474.png"/><Relationship Id="rId344" Type="http://schemas.openxmlformats.org/officeDocument/2006/relationships/image" Target="../media/image2495.png"/><Relationship Id="rId691" Type="http://schemas.openxmlformats.org/officeDocument/2006/relationships/image" Target="../media/image2668.png"/><Relationship Id="rId747" Type="http://schemas.openxmlformats.org/officeDocument/2006/relationships/image" Target="../media/image2696.png"/><Relationship Id="rId789" Type="http://schemas.openxmlformats.org/officeDocument/2006/relationships/image" Target="../media/image2717.png"/><Relationship Id="rId41" Type="http://schemas.openxmlformats.org/officeDocument/2006/relationships/image" Target="../media/image2346.png"/><Relationship Id="rId83" Type="http://schemas.openxmlformats.org/officeDocument/2006/relationships/image" Target="../media/image2366.png"/><Relationship Id="rId179" Type="http://schemas.openxmlformats.org/officeDocument/2006/relationships/customXml" Target="../ink/ink2905.xml"/><Relationship Id="rId386" Type="http://schemas.openxmlformats.org/officeDocument/2006/relationships/image" Target="../media/image2516.png"/><Relationship Id="rId551" Type="http://schemas.openxmlformats.org/officeDocument/2006/relationships/image" Target="../media/image2598.png"/><Relationship Id="rId593" Type="http://schemas.openxmlformats.org/officeDocument/2006/relationships/image" Target="../media/image2619.png"/><Relationship Id="rId607" Type="http://schemas.openxmlformats.org/officeDocument/2006/relationships/image" Target="../media/image2626.png"/><Relationship Id="rId649" Type="http://schemas.openxmlformats.org/officeDocument/2006/relationships/image" Target="../media/image2647.png"/><Relationship Id="rId814" Type="http://schemas.openxmlformats.org/officeDocument/2006/relationships/customXml" Target="../ink/ink3224.xml"/><Relationship Id="rId190" Type="http://schemas.openxmlformats.org/officeDocument/2006/relationships/image" Target="../media/image2419.png"/><Relationship Id="rId204" Type="http://schemas.openxmlformats.org/officeDocument/2006/relationships/customXml" Target="../ink/ink2918.xml"/><Relationship Id="rId246" Type="http://schemas.openxmlformats.org/officeDocument/2006/relationships/customXml" Target="../ink/ink2939.xml"/><Relationship Id="rId288" Type="http://schemas.openxmlformats.org/officeDocument/2006/relationships/customXml" Target="../ink/ink2960.xml"/><Relationship Id="rId411" Type="http://schemas.openxmlformats.org/officeDocument/2006/relationships/customXml" Target="../ink/ink3022.xml"/><Relationship Id="rId453" Type="http://schemas.openxmlformats.org/officeDocument/2006/relationships/customXml" Target="../ink/ink3043.xml"/><Relationship Id="rId509" Type="http://schemas.openxmlformats.org/officeDocument/2006/relationships/image" Target="../media/image2577.png"/><Relationship Id="rId660" Type="http://schemas.openxmlformats.org/officeDocument/2006/relationships/customXml" Target="../ink/ink3147.xml"/><Relationship Id="rId106" Type="http://schemas.openxmlformats.org/officeDocument/2006/relationships/customXml" Target="../ink/ink2868.xml"/><Relationship Id="rId313" Type="http://schemas.openxmlformats.org/officeDocument/2006/relationships/customXml" Target="../ink/ink2973.xml"/><Relationship Id="rId495" Type="http://schemas.openxmlformats.org/officeDocument/2006/relationships/image" Target="../media/image2570.png"/><Relationship Id="rId716" Type="http://schemas.openxmlformats.org/officeDocument/2006/relationships/customXml" Target="../ink/ink3175.xml"/><Relationship Id="rId758" Type="http://schemas.openxmlformats.org/officeDocument/2006/relationships/customXml" Target="../ink/ink3196.xml"/><Relationship Id="rId10" Type="http://schemas.openxmlformats.org/officeDocument/2006/relationships/customXml" Target="../ink/ink2820.xml"/><Relationship Id="rId52" Type="http://schemas.openxmlformats.org/officeDocument/2006/relationships/customXml" Target="../ink/ink2841.xml"/><Relationship Id="rId94" Type="http://schemas.openxmlformats.org/officeDocument/2006/relationships/customXml" Target="../ink/ink2862.xml"/><Relationship Id="rId148" Type="http://schemas.openxmlformats.org/officeDocument/2006/relationships/image" Target="../media/image2398.png"/><Relationship Id="rId355" Type="http://schemas.openxmlformats.org/officeDocument/2006/relationships/customXml" Target="../ink/ink2994.xml"/><Relationship Id="rId397" Type="http://schemas.openxmlformats.org/officeDocument/2006/relationships/customXml" Target="../ink/ink3015.xml"/><Relationship Id="rId520" Type="http://schemas.openxmlformats.org/officeDocument/2006/relationships/customXml" Target="../ink/ink3077.xml"/><Relationship Id="rId562" Type="http://schemas.openxmlformats.org/officeDocument/2006/relationships/customXml" Target="../ink/ink3098.xml"/><Relationship Id="rId618" Type="http://schemas.openxmlformats.org/officeDocument/2006/relationships/customXml" Target="../ink/ink3126.xml"/><Relationship Id="rId825" Type="http://schemas.openxmlformats.org/officeDocument/2006/relationships/image" Target="../media/image2735.png"/><Relationship Id="rId215" Type="http://schemas.openxmlformats.org/officeDocument/2006/relationships/image" Target="../media/image2431.png"/><Relationship Id="rId257" Type="http://schemas.openxmlformats.org/officeDocument/2006/relationships/image" Target="../media/image2452.png"/><Relationship Id="rId422" Type="http://schemas.openxmlformats.org/officeDocument/2006/relationships/image" Target="../media/image2534.png"/><Relationship Id="rId464" Type="http://schemas.openxmlformats.org/officeDocument/2006/relationships/customXml" Target="../ink/ink3049.xml"/><Relationship Id="rId299" Type="http://schemas.openxmlformats.org/officeDocument/2006/relationships/customXml" Target="../ink/ink2966.xml"/><Relationship Id="rId727" Type="http://schemas.openxmlformats.org/officeDocument/2006/relationships/image" Target="../media/image2686.png"/><Relationship Id="rId63" Type="http://schemas.openxmlformats.org/officeDocument/2006/relationships/image" Target="../media/image2356.png"/><Relationship Id="rId159" Type="http://schemas.openxmlformats.org/officeDocument/2006/relationships/customXml" Target="../ink/ink2895.xml"/><Relationship Id="rId366" Type="http://schemas.openxmlformats.org/officeDocument/2006/relationships/image" Target="../media/image2506.png"/><Relationship Id="rId573" Type="http://schemas.openxmlformats.org/officeDocument/2006/relationships/image" Target="../media/image2609.png"/><Relationship Id="rId780" Type="http://schemas.openxmlformats.org/officeDocument/2006/relationships/customXml" Target="../ink/ink3207.xml"/><Relationship Id="rId226" Type="http://schemas.openxmlformats.org/officeDocument/2006/relationships/customXml" Target="../ink/ink2929.xml"/><Relationship Id="rId433" Type="http://schemas.openxmlformats.org/officeDocument/2006/relationships/customXml" Target="../ink/ink3033.xml"/><Relationship Id="rId640" Type="http://schemas.openxmlformats.org/officeDocument/2006/relationships/customXml" Target="../ink/ink3137.xml"/><Relationship Id="rId738" Type="http://schemas.openxmlformats.org/officeDocument/2006/relationships/customXml" Target="../ink/ink3186.xml"/><Relationship Id="rId74" Type="http://schemas.openxmlformats.org/officeDocument/2006/relationships/customXml" Target="../ink/ink2852.xml"/><Relationship Id="rId377" Type="http://schemas.openxmlformats.org/officeDocument/2006/relationships/customXml" Target="../ink/ink3005.xml"/><Relationship Id="rId500" Type="http://schemas.openxmlformats.org/officeDocument/2006/relationships/customXml" Target="../ink/ink3067.xml"/><Relationship Id="rId584" Type="http://schemas.openxmlformats.org/officeDocument/2006/relationships/customXml" Target="../ink/ink3109.xml"/><Relationship Id="rId805" Type="http://schemas.openxmlformats.org/officeDocument/2006/relationships/image" Target="../media/image2725.png"/><Relationship Id="rId5" Type="http://schemas.openxmlformats.org/officeDocument/2006/relationships/image" Target="../media/image2328.png"/><Relationship Id="rId237" Type="http://schemas.openxmlformats.org/officeDocument/2006/relationships/image" Target="../media/image2442.png"/><Relationship Id="rId791" Type="http://schemas.openxmlformats.org/officeDocument/2006/relationships/image" Target="../media/image2718.png"/><Relationship Id="rId444" Type="http://schemas.openxmlformats.org/officeDocument/2006/relationships/image" Target="../media/image2545.png"/><Relationship Id="rId651" Type="http://schemas.openxmlformats.org/officeDocument/2006/relationships/image" Target="../media/image2648.png"/><Relationship Id="rId749" Type="http://schemas.openxmlformats.org/officeDocument/2006/relationships/image" Target="../media/image2697.png"/><Relationship Id="rId290" Type="http://schemas.openxmlformats.org/officeDocument/2006/relationships/customXml" Target="../ink/ink2961.xml"/><Relationship Id="rId304" Type="http://schemas.openxmlformats.org/officeDocument/2006/relationships/image" Target="../media/image2475.png"/><Relationship Id="rId388" Type="http://schemas.openxmlformats.org/officeDocument/2006/relationships/image" Target="../media/image2517.png"/><Relationship Id="rId511" Type="http://schemas.openxmlformats.org/officeDocument/2006/relationships/image" Target="../media/image2578.png"/><Relationship Id="rId609" Type="http://schemas.openxmlformats.org/officeDocument/2006/relationships/image" Target="../media/image2627.png"/><Relationship Id="rId85" Type="http://schemas.openxmlformats.org/officeDocument/2006/relationships/image" Target="../media/image2367.png"/><Relationship Id="rId150" Type="http://schemas.openxmlformats.org/officeDocument/2006/relationships/image" Target="../media/image2399.png"/><Relationship Id="rId595" Type="http://schemas.openxmlformats.org/officeDocument/2006/relationships/image" Target="../media/image2620.png"/><Relationship Id="rId816" Type="http://schemas.openxmlformats.org/officeDocument/2006/relationships/customXml" Target="../ink/ink3225.xml"/><Relationship Id="rId248" Type="http://schemas.openxmlformats.org/officeDocument/2006/relationships/customXml" Target="../ink/ink2940.xml"/><Relationship Id="rId455" Type="http://schemas.openxmlformats.org/officeDocument/2006/relationships/image" Target="../media/image2550.png"/><Relationship Id="rId662" Type="http://schemas.openxmlformats.org/officeDocument/2006/relationships/customXml" Target="../ink/ink3148.xml"/><Relationship Id="rId12" Type="http://schemas.openxmlformats.org/officeDocument/2006/relationships/customXml" Target="../ink/ink2821.xml"/><Relationship Id="rId108" Type="http://schemas.openxmlformats.org/officeDocument/2006/relationships/customXml" Target="../ink/ink2869.xml"/><Relationship Id="rId315" Type="http://schemas.openxmlformats.org/officeDocument/2006/relationships/customXml" Target="../ink/ink2974.xml"/><Relationship Id="rId522" Type="http://schemas.openxmlformats.org/officeDocument/2006/relationships/customXml" Target="../ink/ink3078.xml"/><Relationship Id="rId96" Type="http://schemas.openxmlformats.org/officeDocument/2006/relationships/customXml" Target="../ink/ink2863.xml"/><Relationship Id="rId161" Type="http://schemas.openxmlformats.org/officeDocument/2006/relationships/customXml" Target="../ink/ink2896.xml"/><Relationship Id="rId399" Type="http://schemas.openxmlformats.org/officeDocument/2006/relationships/customXml" Target="../ink/ink3016.xml"/><Relationship Id="rId827" Type="http://schemas.openxmlformats.org/officeDocument/2006/relationships/image" Target="../media/image2736.png"/><Relationship Id="rId259" Type="http://schemas.openxmlformats.org/officeDocument/2006/relationships/image" Target="../media/image2453.png"/><Relationship Id="rId466" Type="http://schemas.openxmlformats.org/officeDocument/2006/relationships/customXml" Target="../ink/ink3050.xml"/><Relationship Id="rId673" Type="http://schemas.openxmlformats.org/officeDocument/2006/relationships/image" Target="../media/image2659.png"/><Relationship Id="rId23" Type="http://schemas.openxmlformats.org/officeDocument/2006/relationships/image" Target="../media/image2337.png"/><Relationship Id="rId119" Type="http://schemas.openxmlformats.org/officeDocument/2006/relationships/image" Target="../media/image2384.png"/><Relationship Id="rId326" Type="http://schemas.openxmlformats.org/officeDocument/2006/relationships/image" Target="../media/image2486.png"/><Relationship Id="rId533" Type="http://schemas.openxmlformats.org/officeDocument/2006/relationships/image" Target="../media/image2589.png"/><Relationship Id="rId740" Type="http://schemas.openxmlformats.org/officeDocument/2006/relationships/customXml" Target="../ink/ink3187.xml"/><Relationship Id="rId838" Type="http://schemas.openxmlformats.org/officeDocument/2006/relationships/customXml" Target="../ink/ink3236.xml"/><Relationship Id="rId172" Type="http://schemas.openxmlformats.org/officeDocument/2006/relationships/image" Target="../media/image2410.png"/><Relationship Id="rId477" Type="http://schemas.openxmlformats.org/officeDocument/2006/relationships/image" Target="../media/image2561.png"/><Relationship Id="rId600" Type="http://schemas.openxmlformats.org/officeDocument/2006/relationships/customXml" Target="../ink/ink3117.xml"/><Relationship Id="rId684" Type="http://schemas.openxmlformats.org/officeDocument/2006/relationships/customXml" Target="../ink/ink3159.xml"/><Relationship Id="rId337" Type="http://schemas.openxmlformats.org/officeDocument/2006/relationships/customXml" Target="../ink/ink2985.xml"/><Relationship Id="rId34" Type="http://schemas.openxmlformats.org/officeDocument/2006/relationships/customXml" Target="../ink/ink2832.xml"/><Relationship Id="rId544" Type="http://schemas.openxmlformats.org/officeDocument/2006/relationships/customXml" Target="../ink/ink3089.xml"/><Relationship Id="rId751" Type="http://schemas.openxmlformats.org/officeDocument/2006/relationships/image" Target="../media/image2698.png"/><Relationship Id="rId183" Type="http://schemas.openxmlformats.org/officeDocument/2006/relationships/customXml" Target="../ink/ink2907.xml"/><Relationship Id="rId390" Type="http://schemas.openxmlformats.org/officeDocument/2006/relationships/image" Target="../media/image2518.png"/><Relationship Id="rId404" Type="http://schemas.openxmlformats.org/officeDocument/2006/relationships/image" Target="../media/image2525.png"/><Relationship Id="rId611" Type="http://schemas.openxmlformats.org/officeDocument/2006/relationships/image" Target="../media/image2628.png"/><Relationship Id="rId250" Type="http://schemas.openxmlformats.org/officeDocument/2006/relationships/customXml" Target="../ink/ink2941.xml"/><Relationship Id="rId488" Type="http://schemas.openxmlformats.org/officeDocument/2006/relationships/customXml" Target="../ink/ink3061.xml"/><Relationship Id="rId695" Type="http://schemas.openxmlformats.org/officeDocument/2006/relationships/image" Target="../media/image2670.png"/><Relationship Id="rId709" Type="http://schemas.openxmlformats.org/officeDocument/2006/relationships/image" Target="../media/image2677.png"/><Relationship Id="rId45" Type="http://schemas.openxmlformats.org/officeDocument/2006/relationships/image" Target="../media/image2348.png"/><Relationship Id="rId110" Type="http://schemas.openxmlformats.org/officeDocument/2006/relationships/customXml" Target="../ink/ink2870.xml"/><Relationship Id="rId348" Type="http://schemas.openxmlformats.org/officeDocument/2006/relationships/image" Target="../media/image2497.png"/><Relationship Id="rId555" Type="http://schemas.openxmlformats.org/officeDocument/2006/relationships/image" Target="../media/image2600.png"/><Relationship Id="rId762" Type="http://schemas.openxmlformats.org/officeDocument/2006/relationships/customXml" Target="../ink/ink3198.xml"/><Relationship Id="rId194" Type="http://schemas.openxmlformats.org/officeDocument/2006/relationships/image" Target="../media/image2421.png"/><Relationship Id="rId208" Type="http://schemas.openxmlformats.org/officeDocument/2006/relationships/customXml" Target="../ink/ink2920.xml"/><Relationship Id="rId415" Type="http://schemas.openxmlformats.org/officeDocument/2006/relationships/customXml" Target="../ink/ink3024.xml"/><Relationship Id="rId622" Type="http://schemas.openxmlformats.org/officeDocument/2006/relationships/customXml" Target="../ink/ink3128.xml"/><Relationship Id="rId261" Type="http://schemas.openxmlformats.org/officeDocument/2006/relationships/image" Target="../media/image2454.png"/><Relationship Id="rId499" Type="http://schemas.openxmlformats.org/officeDocument/2006/relationships/image" Target="../media/image2572.png"/><Relationship Id="rId56" Type="http://schemas.openxmlformats.org/officeDocument/2006/relationships/customXml" Target="../ink/ink2843.xml"/><Relationship Id="rId359" Type="http://schemas.openxmlformats.org/officeDocument/2006/relationships/customXml" Target="../ink/ink2996.xml"/><Relationship Id="rId566" Type="http://schemas.openxmlformats.org/officeDocument/2006/relationships/customXml" Target="../ink/ink3100.xml"/><Relationship Id="rId773" Type="http://schemas.openxmlformats.org/officeDocument/2006/relationships/image" Target="../media/image2709.png"/><Relationship Id="rId121" Type="http://schemas.openxmlformats.org/officeDocument/2006/relationships/image" Target="../media/image2385.png"/><Relationship Id="rId219" Type="http://schemas.openxmlformats.org/officeDocument/2006/relationships/image" Target="../media/image2433.png"/><Relationship Id="rId426" Type="http://schemas.openxmlformats.org/officeDocument/2006/relationships/image" Target="../media/image2536.png"/><Relationship Id="rId633" Type="http://schemas.openxmlformats.org/officeDocument/2006/relationships/image" Target="../media/image2639.png"/><Relationship Id="rId67" Type="http://schemas.openxmlformats.org/officeDocument/2006/relationships/image" Target="../media/image2358.png"/><Relationship Id="rId272" Type="http://schemas.openxmlformats.org/officeDocument/2006/relationships/customXml" Target="../ink/ink2952.xml"/><Relationship Id="rId577" Type="http://schemas.openxmlformats.org/officeDocument/2006/relationships/image" Target="../media/image2611.png"/><Relationship Id="rId700" Type="http://schemas.openxmlformats.org/officeDocument/2006/relationships/customXml" Target="../ink/ink3167.xml"/><Relationship Id="rId132" Type="http://schemas.openxmlformats.org/officeDocument/2006/relationships/image" Target="../media/image2390.png"/><Relationship Id="rId784" Type="http://schemas.openxmlformats.org/officeDocument/2006/relationships/customXml" Target="../ink/ink3209.xml"/><Relationship Id="rId437" Type="http://schemas.openxmlformats.org/officeDocument/2006/relationships/customXml" Target="../ink/ink3035.xml"/><Relationship Id="rId644" Type="http://schemas.openxmlformats.org/officeDocument/2006/relationships/customXml" Target="../ink/ink3139.xml"/><Relationship Id="rId283" Type="http://schemas.openxmlformats.org/officeDocument/2006/relationships/image" Target="../media/image2465.png"/><Relationship Id="rId490" Type="http://schemas.openxmlformats.org/officeDocument/2006/relationships/customXml" Target="../ink/ink3062.xml"/><Relationship Id="rId504" Type="http://schemas.openxmlformats.org/officeDocument/2006/relationships/customXml" Target="../ink/ink3069.xml"/><Relationship Id="rId711" Type="http://schemas.openxmlformats.org/officeDocument/2006/relationships/image" Target="../media/image2678.png"/><Relationship Id="rId78" Type="http://schemas.openxmlformats.org/officeDocument/2006/relationships/customXml" Target="../ink/ink2854.xml"/><Relationship Id="rId143" Type="http://schemas.openxmlformats.org/officeDocument/2006/relationships/customXml" Target="../ink/ink2887.xml"/><Relationship Id="rId350" Type="http://schemas.openxmlformats.org/officeDocument/2006/relationships/image" Target="../media/image2498.png"/><Relationship Id="rId588" Type="http://schemas.openxmlformats.org/officeDocument/2006/relationships/customXml" Target="../ink/ink3111.xml"/><Relationship Id="rId795" Type="http://schemas.openxmlformats.org/officeDocument/2006/relationships/image" Target="../media/image2720.png"/><Relationship Id="rId809" Type="http://schemas.openxmlformats.org/officeDocument/2006/relationships/image" Target="../media/image2727.png"/><Relationship Id="rId9" Type="http://schemas.openxmlformats.org/officeDocument/2006/relationships/image" Target="../media/image2330.png"/><Relationship Id="rId210" Type="http://schemas.openxmlformats.org/officeDocument/2006/relationships/customXml" Target="../ink/ink2921.xml"/><Relationship Id="rId448" Type="http://schemas.openxmlformats.org/officeDocument/2006/relationships/image" Target="../media/image2547.png"/><Relationship Id="rId655" Type="http://schemas.openxmlformats.org/officeDocument/2006/relationships/image" Target="../media/image2650.png"/><Relationship Id="rId294" Type="http://schemas.openxmlformats.org/officeDocument/2006/relationships/image" Target="../media/image2470.png"/><Relationship Id="rId308" Type="http://schemas.openxmlformats.org/officeDocument/2006/relationships/image" Target="../media/image2477.png"/><Relationship Id="rId515" Type="http://schemas.openxmlformats.org/officeDocument/2006/relationships/image" Target="../media/image2580.png"/><Relationship Id="rId722" Type="http://schemas.openxmlformats.org/officeDocument/2006/relationships/customXml" Target="../ink/ink3178.xml"/><Relationship Id="rId89" Type="http://schemas.openxmlformats.org/officeDocument/2006/relationships/image" Target="../media/image2369.png"/><Relationship Id="rId154" Type="http://schemas.openxmlformats.org/officeDocument/2006/relationships/image" Target="../media/image2401.png"/><Relationship Id="rId361" Type="http://schemas.openxmlformats.org/officeDocument/2006/relationships/customXml" Target="../ink/ink2997.xml"/><Relationship Id="rId599" Type="http://schemas.openxmlformats.org/officeDocument/2006/relationships/image" Target="../media/image2622.png"/><Relationship Id="rId459" Type="http://schemas.openxmlformats.org/officeDocument/2006/relationships/image" Target="../media/image2552.png"/><Relationship Id="rId666" Type="http://schemas.openxmlformats.org/officeDocument/2006/relationships/customXml" Target="../ink/ink3150.xml"/><Relationship Id="rId16" Type="http://schemas.openxmlformats.org/officeDocument/2006/relationships/customXml" Target="../ink/ink2823.xml"/><Relationship Id="rId221" Type="http://schemas.openxmlformats.org/officeDocument/2006/relationships/image" Target="../media/image2434.png"/><Relationship Id="rId319" Type="http://schemas.openxmlformats.org/officeDocument/2006/relationships/customXml" Target="../ink/ink2976.xml"/><Relationship Id="rId526" Type="http://schemas.openxmlformats.org/officeDocument/2006/relationships/customXml" Target="../ink/ink3080.xml"/><Relationship Id="rId733" Type="http://schemas.openxmlformats.org/officeDocument/2006/relationships/image" Target="../media/image2689.png"/><Relationship Id="rId165" Type="http://schemas.openxmlformats.org/officeDocument/2006/relationships/customXml" Target="../ink/ink2898.xml"/><Relationship Id="rId372" Type="http://schemas.openxmlformats.org/officeDocument/2006/relationships/image" Target="../media/image2509.png"/><Relationship Id="rId677" Type="http://schemas.openxmlformats.org/officeDocument/2006/relationships/image" Target="../media/image2661.png"/><Relationship Id="rId800" Type="http://schemas.openxmlformats.org/officeDocument/2006/relationships/customXml" Target="../ink/ink3217.xml"/><Relationship Id="rId232" Type="http://schemas.openxmlformats.org/officeDocument/2006/relationships/customXml" Target="../ink/ink2932.xml"/><Relationship Id="rId27" Type="http://schemas.openxmlformats.org/officeDocument/2006/relationships/image" Target="../media/image2339.png"/><Relationship Id="rId537" Type="http://schemas.openxmlformats.org/officeDocument/2006/relationships/image" Target="../media/image2591.png"/><Relationship Id="rId744" Type="http://schemas.openxmlformats.org/officeDocument/2006/relationships/customXml" Target="../ink/ink3189.xml"/><Relationship Id="rId80" Type="http://schemas.openxmlformats.org/officeDocument/2006/relationships/customXml" Target="../ink/ink2855.xml"/><Relationship Id="rId176" Type="http://schemas.openxmlformats.org/officeDocument/2006/relationships/image" Target="../media/image2412.png"/><Relationship Id="rId383" Type="http://schemas.openxmlformats.org/officeDocument/2006/relationships/customXml" Target="../ink/ink3008.xml"/><Relationship Id="rId590" Type="http://schemas.openxmlformats.org/officeDocument/2006/relationships/customXml" Target="../ink/ink3112.xml"/><Relationship Id="rId604" Type="http://schemas.openxmlformats.org/officeDocument/2006/relationships/customXml" Target="../ink/ink3119.xml"/><Relationship Id="rId811" Type="http://schemas.openxmlformats.org/officeDocument/2006/relationships/image" Target="../media/image2728.png"/><Relationship Id="rId243" Type="http://schemas.openxmlformats.org/officeDocument/2006/relationships/image" Target="../media/image2445.png"/><Relationship Id="rId450" Type="http://schemas.openxmlformats.org/officeDocument/2006/relationships/image" Target="../media/image2548.png"/><Relationship Id="rId688" Type="http://schemas.openxmlformats.org/officeDocument/2006/relationships/customXml" Target="../ink/ink3161.xml"/><Relationship Id="rId38" Type="http://schemas.openxmlformats.org/officeDocument/2006/relationships/customXml" Target="../ink/ink2834.xml"/><Relationship Id="rId103" Type="http://schemas.openxmlformats.org/officeDocument/2006/relationships/image" Target="../media/image2376.png"/><Relationship Id="rId310" Type="http://schemas.openxmlformats.org/officeDocument/2006/relationships/image" Target="../media/image2478.png"/><Relationship Id="rId548" Type="http://schemas.openxmlformats.org/officeDocument/2006/relationships/customXml" Target="../ink/ink3091.xml"/><Relationship Id="rId755" Type="http://schemas.openxmlformats.org/officeDocument/2006/relationships/image" Target="../media/image2700.png"/><Relationship Id="rId91" Type="http://schemas.openxmlformats.org/officeDocument/2006/relationships/image" Target="../media/image2370.png"/><Relationship Id="rId187" Type="http://schemas.openxmlformats.org/officeDocument/2006/relationships/customXml" Target="../ink/ink2909.xml"/><Relationship Id="rId394" Type="http://schemas.openxmlformats.org/officeDocument/2006/relationships/image" Target="../media/image2520.png"/><Relationship Id="rId408" Type="http://schemas.openxmlformats.org/officeDocument/2006/relationships/image" Target="../media/image2527.png"/><Relationship Id="rId615" Type="http://schemas.openxmlformats.org/officeDocument/2006/relationships/image" Target="../media/image2630.png"/><Relationship Id="rId822" Type="http://schemas.openxmlformats.org/officeDocument/2006/relationships/customXml" Target="../ink/ink3228.xml"/><Relationship Id="rId254" Type="http://schemas.openxmlformats.org/officeDocument/2006/relationships/customXml" Target="../ink/ink2943.xml"/><Relationship Id="rId699" Type="http://schemas.openxmlformats.org/officeDocument/2006/relationships/image" Target="../media/image2672.png"/><Relationship Id="rId49" Type="http://schemas.openxmlformats.org/officeDocument/2006/relationships/image" Target="../media/image2151.png"/><Relationship Id="rId114" Type="http://schemas.openxmlformats.org/officeDocument/2006/relationships/customXml" Target="../ink/ink2872.xml"/><Relationship Id="rId461" Type="http://schemas.openxmlformats.org/officeDocument/2006/relationships/image" Target="../media/image2553.png"/><Relationship Id="rId559" Type="http://schemas.openxmlformats.org/officeDocument/2006/relationships/image" Target="../media/image2602.png"/><Relationship Id="rId766" Type="http://schemas.openxmlformats.org/officeDocument/2006/relationships/customXml" Target="../ink/ink3200.xml"/><Relationship Id="rId198" Type="http://schemas.openxmlformats.org/officeDocument/2006/relationships/customXml" Target="../ink/ink2915.xml"/><Relationship Id="rId321" Type="http://schemas.openxmlformats.org/officeDocument/2006/relationships/customXml" Target="../ink/ink2977.xml"/><Relationship Id="rId419" Type="http://schemas.openxmlformats.org/officeDocument/2006/relationships/customXml" Target="../ink/ink3026.xml"/><Relationship Id="rId626" Type="http://schemas.openxmlformats.org/officeDocument/2006/relationships/customXml" Target="../ink/ink3130.xml"/><Relationship Id="rId833" Type="http://schemas.openxmlformats.org/officeDocument/2006/relationships/image" Target="../media/image2739.png"/><Relationship Id="rId265" Type="http://schemas.openxmlformats.org/officeDocument/2006/relationships/image" Target="../media/image2456.png"/><Relationship Id="rId472" Type="http://schemas.openxmlformats.org/officeDocument/2006/relationships/customXml" Target="../ink/ink3053.xml"/><Relationship Id="rId125" Type="http://schemas.openxmlformats.org/officeDocument/2006/relationships/image" Target="../media/image2387.png"/><Relationship Id="rId332" Type="http://schemas.openxmlformats.org/officeDocument/2006/relationships/image" Target="../media/image2489.png"/><Relationship Id="rId777" Type="http://schemas.openxmlformats.org/officeDocument/2006/relationships/image" Target="../media/image2711.png"/><Relationship Id="rId637" Type="http://schemas.openxmlformats.org/officeDocument/2006/relationships/image" Target="../media/image2641.png"/><Relationship Id="rId276" Type="http://schemas.openxmlformats.org/officeDocument/2006/relationships/customXml" Target="../ink/ink2954.xml"/><Relationship Id="rId483" Type="http://schemas.openxmlformats.org/officeDocument/2006/relationships/image" Target="../media/image2564.png"/><Relationship Id="rId690" Type="http://schemas.openxmlformats.org/officeDocument/2006/relationships/customXml" Target="../ink/ink3162.xml"/><Relationship Id="rId704" Type="http://schemas.openxmlformats.org/officeDocument/2006/relationships/customXml" Target="../ink/ink3169.xml"/><Relationship Id="rId40" Type="http://schemas.openxmlformats.org/officeDocument/2006/relationships/customXml" Target="../ink/ink2835.xml"/><Relationship Id="rId136" Type="http://schemas.openxmlformats.org/officeDocument/2006/relationships/image" Target="../media/image2392.png"/><Relationship Id="rId343" Type="http://schemas.openxmlformats.org/officeDocument/2006/relationships/customXml" Target="../ink/ink2988.xml"/><Relationship Id="rId550" Type="http://schemas.openxmlformats.org/officeDocument/2006/relationships/customXml" Target="../ink/ink3092.xml"/><Relationship Id="rId788" Type="http://schemas.openxmlformats.org/officeDocument/2006/relationships/customXml" Target="../ink/ink3211.xml"/><Relationship Id="rId203" Type="http://schemas.openxmlformats.org/officeDocument/2006/relationships/image" Target="../media/image2425.png"/><Relationship Id="rId648" Type="http://schemas.openxmlformats.org/officeDocument/2006/relationships/customXml" Target="../ink/ink3141.xml"/><Relationship Id="rId287" Type="http://schemas.openxmlformats.org/officeDocument/2006/relationships/image" Target="../media/image2467.png"/><Relationship Id="rId410" Type="http://schemas.openxmlformats.org/officeDocument/2006/relationships/image" Target="../media/image2528.png"/><Relationship Id="rId494" Type="http://schemas.openxmlformats.org/officeDocument/2006/relationships/customXml" Target="../ink/ink3064.xml"/><Relationship Id="rId508" Type="http://schemas.openxmlformats.org/officeDocument/2006/relationships/customXml" Target="../ink/ink3071.xml"/><Relationship Id="rId715" Type="http://schemas.openxmlformats.org/officeDocument/2006/relationships/image" Target="../media/image2680.png"/><Relationship Id="rId147" Type="http://schemas.openxmlformats.org/officeDocument/2006/relationships/customXml" Target="../ink/ink2889.xml"/><Relationship Id="rId354" Type="http://schemas.openxmlformats.org/officeDocument/2006/relationships/image" Target="../media/image2500.png"/><Relationship Id="rId799" Type="http://schemas.openxmlformats.org/officeDocument/2006/relationships/image" Target="../media/image2722.png"/><Relationship Id="rId51" Type="http://schemas.openxmlformats.org/officeDocument/2006/relationships/image" Target="../media/image2350.png"/><Relationship Id="rId561" Type="http://schemas.openxmlformats.org/officeDocument/2006/relationships/image" Target="../media/image2603.png"/><Relationship Id="rId659" Type="http://schemas.openxmlformats.org/officeDocument/2006/relationships/image" Target="../media/image2652.png"/><Relationship Id="rId214" Type="http://schemas.openxmlformats.org/officeDocument/2006/relationships/customXml" Target="../ink/ink2923.xml"/><Relationship Id="rId298" Type="http://schemas.openxmlformats.org/officeDocument/2006/relationships/image" Target="../media/image2472.png"/><Relationship Id="rId421" Type="http://schemas.openxmlformats.org/officeDocument/2006/relationships/customXml" Target="../ink/ink3027.xml"/><Relationship Id="rId519" Type="http://schemas.openxmlformats.org/officeDocument/2006/relationships/image" Target="../media/image2582.png"/><Relationship Id="rId158" Type="http://schemas.openxmlformats.org/officeDocument/2006/relationships/image" Target="../media/image2403.png"/><Relationship Id="rId726" Type="http://schemas.openxmlformats.org/officeDocument/2006/relationships/customXml" Target="../ink/ink3180.xml"/><Relationship Id="rId62" Type="http://schemas.openxmlformats.org/officeDocument/2006/relationships/customXml" Target="../ink/ink2846.xml"/><Relationship Id="rId365" Type="http://schemas.openxmlformats.org/officeDocument/2006/relationships/customXml" Target="../ink/ink2999.xml"/><Relationship Id="rId572" Type="http://schemas.openxmlformats.org/officeDocument/2006/relationships/customXml" Target="../ink/ink3103.xml"/><Relationship Id="rId225" Type="http://schemas.openxmlformats.org/officeDocument/2006/relationships/image" Target="../media/image2436.png"/><Relationship Id="rId432" Type="http://schemas.openxmlformats.org/officeDocument/2006/relationships/image" Target="../media/image2539.png"/><Relationship Id="rId737" Type="http://schemas.openxmlformats.org/officeDocument/2006/relationships/image" Target="../media/image2691.png"/><Relationship Id="rId73" Type="http://schemas.openxmlformats.org/officeDocument/2006/relationships/image" Target="../media/image2361.png"/><Relationship Id="rId169" Type="http://schemas.openxmlformats.org/officeDocument/2006/relationships/customXml" Target="../ink/ink2900.xml"/><Relationship Id="rId376" Type="http://schemas.openxmlformats.org/officeDocument/2006/relationships/image" Target="../media/image2511.png"/><Relationship Id="rId583" Type="http://schemas.openxmlformats.org/officeDocument/2006/relationships/image" Target="../media/image2614.png"/><Relationship Id="rId790" Type="http://schemas.openxmlformats.org/officeDocument/2006/relationships/customXml" Target="../ink/ink3212.xml"/><Relationship Id="rId804" Type="http://schemas.openxmlformats.org/officeDocument/2006/relationships/customXml" Target="../ink/ink3219.xml"/><Relationship Id="rId4" Type="http://schemas.openxmlformats.org/officeDocument/2006/relationships/customXml" Target="../ink/ink2817.xml"/><Relationship Id="rId236" Type="http://schemas.openxmlformats.org/officeDocument/2006/relationships/customXml" Target="../ink/ink2934.xml"/><Relationship Id="rId443" Type="http://schemas.openxmlformats.org/officeDocument/2006/relationships/customXml" Target="../ink/ink3038.xml"/><Relationship Id="rId650" Type="http://schemas.openxmlformats.org/officeDocument/2006/relationships/customXml" Target="../ink/ink3142.xml"/><Relationship Id="rId303" Type="http://schemas.openxmlformats.org/officeDocument/2006/relationships/customXml" Target="../ink/ink2968.xml"/><Relationship Id="rId748" Type="http://schemas.openxmlformats.org/officeDocument/2006/relationships/customXml" Target="../ink/ink3191.xml"/><Relationship Id="rId84" Type="http://schemas.openxmlformats.org/officeDocument/2006/relationships/customXml" Target="../ink/ink2857.xml"/><Relationship Id="rId387" Type="http://schemas.openxmlformats.org/officeDocument/2006/relationships/customXml" Target="../ink/ink3010.xml"/><Relationship Id="rId510" Type="http://schemas.openxmlformats.org/officeDocument/2006/relationships/customXml" Target="../ink/ink3072.xml"/><Relationship Id="rId594" Type="http://schemas.openxmlformats.org/officeDocument/2006/relationships/customXml" Target="../ink/ink3114.xml"/><Relationship Id="rId608" Type="http://schemas.openxmlformats.org/officeDocument/2006/relationships/customXml" Target="../ink/ink3121.xml"/><Relationship Id="rId815" Type="http://schemas.openxmlformats.org/officeDocument/2006/relationships/image" Target="../media/image2730.png"/><Relationship Id="rId247" Type="http://schemas.openxmlformats.org/officeDocument/2006/relationships/image" Target="../media/image2447.png"/><Relationship Id="rId107" Type="http://schemas.openxmlformats.org/officeDocument/2006/relationships/image" Target="../media/image2378.png"/><Relationship Id="rId454" Type="http://schemas.openxmlformats.org/officeDocument/2006/relationships/customXml" Target="../ink/ink3044.xml"/><Relationship Id="rId661" Type="http://schemas.openxmlformats.org/officeDocument/2006/relationships/image" Target="../media/image2653.png"/><Relationship Id="rId759" Type="http://schemas.openxmlformats.org/officeDocument/2006/relationships/image" Target="../media/image2702.png"/><Relationship Id="rId11" Type="http://schemas.openxmlformats.org/officeDocument/2006/relationships/image" Target="../media/image2331.png"/><Relationship Id="rId314" Type="http://schemas.openxmlformats.org/officeDocument/2006/relationships/image" Target="../media/image2480.png"/><Relationship Id="rId398" Type="http://schemas.openxmlformats.org/officeDocument/2006/relationships/image" Target="../media/image2522.png"/><Relationship Id="rId521" Type="http://schemas.openxmlformats.org/officeDocument/2006/relationships/image" Target="../media/image2583.png"/><Relationship Id="rId619" Type="http://schemas.openxmlformats.org/officeDocument/2006/relationships/image" Target="../media/image2632.png"/><Relationship Id="rId95" Type="http://schemas.openxmlformats.org/officeDocument/2006/relationships/image" Target="../media/image2372.png"/><Relationship Id="rId160" Type="http://schemas.openxmlformats.org/officeDocument/2006/relationships/image" Target="../media/image2404.png"/><Relationship Id="rId826" Type="http://schemas.openxmlformats.org/officeDocument/2006/relationships/customXml" Target="../ink/ink3230.xml"/><Relationship Id="rId258" Type="http://schemas.openxmlformats.org/officeDocument/2006/relationships/customXml" Target="../ink/ink2945.xml"/><Relationship Id="rId465" Type="http://schemas.openxmlformats.org/officeDocument/2006/relationships/image" Target="../media/image2555.png"/><Relationship Id="rId672" Type="http://schemas.openxmlformats.org/officeDocument/2006/relationships/customXml" Target="../ink/ink3153.xml"/><Relationship Id="rId22" Type="http://schemas.openxmlformats.org/officeDocument/2006/relationships/customXml" Target="../ink/ink2826.xml"/><Relationship Id="rId118" Type="http://schemas.openxmlformats.org/officeDocument/2006/relationships/customXml" Target="../ink/ink2874.xml"/><Relationship Id="rId325" Type="http://schemas.openxmlformats.org/officeDocument/2006/relationships/customXml" Target="../ink/ink2979.xml"/><Relationship Id="rId532" Type="http://schemas.openxmlformats.org/officeDocument/2006/relationships/customXml" Target="../ink/ink3083.xml"/><Relationship Id="rId171" Type="http://schemas.openxmlformats.org/officeDocument/2006/relationships/customXml" Target="../ink/ink2901.xml"/><Relationship Id="rId837" Type="http://schemas.openxmlformats.org/officeDocument/2006/relationships/image" Target="../media/image2741.png"/><Relationship Id="rId269" Type="http://schemas.openxmlformats.org/officeDocument/2006/relationships/image" Target="../media/image2458.png"/><Relationship Id="rId476" Type="http://schemas.openxmlformats.org/officeDocument/2006/relationships/customXml" Target="../ink/ink3055.xml"/><Relationship Id="rId683" Type="http://schemas.openxmlformats.org/officeDocument/2006/relationships/image" Target="../media/image2664.png"/><Relationship Id="rId33" Type="http://schemas.openxmlformats.org/officeDocument/2006/relationships/image" Target="../media/image2342.png"/><Relationship Id="rId129" Type="http://schemas.openxmlformats.org/officeDocument/2006/relationships/image" Target="../media/image2389.png"/><Relationship Id="rId336" Type="http://schemas.openxmlformats.org/officeDocument/2006/relationships/image" Target="../media/image2491.png"/><Relationship Id="rId543" Type="http://schemas.openxmlformats.org/officeDocument/2006/relationships/image" Target="../media/image2594.png"/><Relationship Id="rId182" Type="http://schemas.openxmlformats.org/officeDocument/2006/relationships/image" Target="../media/image2415.png"/><Relationship Id="rId403" Type="http://schemas.openxmlformats.org/officeDocument/2006/relationships/customXml" Target="../ink/ink3018.xml"/><Relationship Id="rId750" Type="http://schemas.openxmlformats.org/officeDocument/2006/relationships/customXml" Target="../ink/ink3192.xml"/><Relationship Id="rId487" Type="http://schemas.openxmlformats.org/officeDocument/2006/relationships/image" Target="../media/image2566.png"/><Relationship Id="rId610" Type="http://schemas.openxmlformats.org/officeDocument/2006/relationships/customXml" Target="../ink/ink3122.xml"/><Relationship Id="rId694" Type="http://schemas.openxmlformats.org/officeDocument/2006/relationships/customXml" Target="../ink/ink3164.xml"/><Relationship Id="rId708" Type="http://schemas.openxmlformats.org/officeDocument/2006/relationships/customXml" Target="../ink/ink3171.xml"/><Relationship Id="rId347" Type="http://schemas.openxmlformats.org/officeDocument/2006/relationships/customXml" Target="../ink/ink2990.xml"/><Relationship Id="rId44" Type="http://schemas.openxmlformats.org/officeDocument/2006/relationships/customXml" Target="../ink/ink2837.xml"/><Relationship Id="rId554" Type="http://schemas.openxmlformats.org/officeDocument/2006/relationships/customXml" Target="../ink/ink3094.xml"/><Relationship Id="rId761" Type="http://schemas.openxmlformats.org/officeDocument/2006/relationships/image" Target="../media/image2703.png"/><Relationship Id="rId193" Type="http://schemas.openxmlformats.org/officeDocument/2006/relationships/customXml" Target="../ink/ink2912.xml"/><Relationship Id="rId207" Type="http://schemas.openxmlformats.org/officeDocument/2006/relationships/image" Target="../media/image2427.png"/><Relationship Id="rId414" Type="http://schemas.openxmlformats.org/officeDocument/2006/relationships/image" Target="../media/image2530.png"/><Relationship Id="rId498" Type="http://schemas.openxmlformats.org/officeDocument/2006/relationships/customXml" Target="../ink/ink3066.xml"/><Relationship Id="rId621" Type="http://schemas.openxmlformats.org/officeDocument/2006/relationships/image" Target="../media/image2633.png"/><Relationship Id="rId260" Type="http://schemas.openxmlformats.org/officeDocument/2006/relationships/customXml" Target="../ink/ink2946.xml"/><Relationship Id="rId719" Type="http://schemas.openxmlformats.org/officeDocument/2006/relationships/image" Target="../media/image2682.png"/><Relationship Id="rId55" Type="http://schemas.openxmlformats.org/officeDocument/2006/relationships/image" Target="../media/image2352.png"/><Relationship Id="rId120" Type="http://schemas.openxmlformats.org/officeDocument/2006/relationships/customXml" Target="../ink/ink2875.xml"/><Relationship Id="rId358" Type="http://schemas.openxmlformats.org/officeDocument/2006/relationships/image" Target="../media/image2502.png"/><Relationship Id="rId565" Type="http://schemas.openxmlformats.org/officeDocument/2006/relationships/image" Target="../media/image2605.png"/><Relationship Id="rId772" Type="http://schemas.openxmlformats.org/officeDocument/2006/relationships/customXml" Target="../ink/ink3203.xml"/></Relationships>
</file>

<file path=ppt/slides/_rels/slide23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800.png"/><Relationship Id="rId21" Type="http://schemas.openxmlformats.org/officeDocument/2006/relationships/image" Target="../media/image2752.png"/><Relationship Id="rId324" Type="http://schemas.openxmlformats.org/officeDocument/2006/relationships/customXml" Target="../ink/ink3398.xml"/><Relationship Id="rId531" Type="http://schemas.openxmlformats.org/officeDocument/2006/relationships/image" Target="../media/image3007.png"/><Relationship Id="rId629" Type="http://schemas.openxmlformats.org/officeDocument/2006/relationships/image" Target="../media/image3056.png"/><Relationship Id="rId170" Type="http://schemas.openxmlformats.org/officeDocument/2006/relationships/customXml" Target="../ink/ink3321.xml"/><Relationship Id="rId268" Type="http://schemas.openxmlformats.org/officeDocument/2006/relationships/customXml" Target="../ink/ink3370.xml"/><Relationship Id="rId475" Type="http://schemas.openxmlformats.org/officeDocument/2006/relationships/image" Target="../media/image2979.png"/><Relationship Id="rId32" Type="http://schemas.openxmlformats.org/officeDocument/2006/relationships/customXml" Target="../ink/ink3252.xml"/><Relationship Id="rId128" Type="http://schemas.openxmlformats.org/officeDocument/2006/relationships/customXml" Target="../ink/ink3300.xml"/><Relationship Id="rId335" Type="http://schemas.openxmlformats.org/officeDocument/2006/relationships/image" Target="../media/image2909.png"/><Relationship Id="rId542" Type="http://schemas.openxmlformats.org/officeDocument/2006/relationships/customXml" Target="../ink/ink3507.xml"/><Relationship Id="rId181" Type="http://schemas.openxmlformats.org/officeDocument/2006/relationships/image" Target="../media/image2832.png"/><Relationship Id="rId402" Type="http://schemas.openxmlformats.org/officeDocument/2006/relationships/customXml" Target="../ink/ink3437.xml"/><Relationship Id="rId279" Type="http://schemas.openxmlformats.org/officeDocument/2006/relationships/image" Target="../media/image2881.png"/><Relationship Id="rId486" Type="http://schemas.openxmlformats.org/officeDocument/2006/relationships/customXml" Target="../ink/ink3479.xml"/><Relationship Id="rId43" Type="http://schemas.openxmlformats.org/officeDocument/2006/relationships/image" Target="../media/image2763.png"/><Relationship Id="rId139" Type="http://schemas.openxmlformats.org/officeDocument/2006/relationships/image" Target="../media/image2811.png"/><Relationship Id="rId346" Type="http://schemas.openxmlformats.org/officeDocument/2006/relationships/customXml" Target="../ink/ink3409.xml"/><Relationship Id="rId553" Type="http://schemas.openxmlformats.org/officeDocument/2006/relationships/image" Target="../media/image3018.png"/><Relationship Id="rId192" Type="http://schemas.openxmlformats.org/officeDocument/2006/relationships/customXml" Target="../ink/ink3332.xml"/><Relationship Id="rId206" Type="http://schemas.openxmlformats.org/officeDocument/2006/relationships/customXml" Target="../ink/ink3339.xml"/><Relationship Id="rId413" Type="http://schemas.openxmlformats.org/officeDocument/2006/relationships/image" Target="../media/image2948.png"/><Relationship Id="rId497" Type="http://schemas.openxmlformats.org/officeDocument/2006/relationships/image" Target="../media/image2990.png"/><Relationship Id="rId620" Type="http://schemas.openxmlformats.org/officeDocument/2006/relationships/customXml" Target="../ink/ink3546.xml"/><Relationship Id="rId357" Type="http://schemas.openxmlformats.org/officeDocument/2006/relationships/image" Target="../media/image2920.png"/><Relationship Id="rId54" Type="http://schemas.openxmlformats.org/officeDocument/2006/relationships/customXml" Target="../ink/ink3263.xml"/><Relationship Id="rId217" Type="http://schemas.openxmlformats.org/officeDocument/2006/relationships/image" Target="../media/image2850.png"/><Relationship Id="rId564" Type="http://schemas.openxmlformats.org/officeDocument/2006/relationships/customXml" Target="../ink/ink3518.xml"/><Relationship Id="rId424" Type="http://schemas.openxmlformats.org/officeDocument/2006/relationships/customXml" Target="../ink/ink3448.xml"/><Relationship Id="rId631" Type="http://schemas.openxmlformats.org/officeDocument/2006/relationships/image" Target="../media/image3057.png"/><Relationship Id="rId270" Type="http://schemas.openxmlformats.org/officeDocument/2006/relationships/customXml" Target="../ink/ink3371.xml"/><Relationship Id="rId65" Type="http://schemas.openxmlformats.org/officeDocument/2006/relationships/image" Target="../media/image2774.png"/><Relationship Id="rId130" Type="http://schemas.openxmlformats.org/officeDocument/2006/relationships/customXml" Target="../ink/ink3301.xml"/><Relationship Id="rId368" Type="http://schemas.openxmlformats.org/officeDocument/2006/relationships/customXml" Target="../ink/ink3420.xml"/><Relationship Id="rId575" Type="http://schemas.openxmlformats.org/officeDocument/2006/relationships/image" Target="../media/image3029.png"/><Relationship Id="rId228" Type="http://schemas.openxmlformats.org/officeDocument/2006/relationships/customXml" Target="../ink/ink3350.xml"/><Relationship Id="rId435" Type="http://schemas.openxmlformats.org/officeDocument/2006/relationships/image" Target="../media/image2959.png"/><Relationship Id="rId281" Type="http://schemas.openxmlformats.org/officeDocument/2006/relationships/image" Target="../media/image2882.png"/><Relationship Id="rId502" Type="http://schemas.openxmlformats.org/officeDocument/2006/relationships/customXml" Target="../ink/ink3487.xml"/><Relationship Id="rId76" Type="http://schemas.openxmlformats.org/officeDocument/2006/relationships/customXml" Target="../ink/ink3274.xml"/><Relationship Id="rId141" Type="http://schemas.openxmlformats.org/officeDocument/2006/relationships/image" Target="../media/image2812.png"/><Relationship Id="rId379" Type="http://schemas.openxmlformats.org/officeDocument/2006/relationships/image" Target="../media/image2931.png"/><Relationship Id="rId586" Type="http://schemas.openxmlformats.org/officeDocument/2006/relationships/customXml" Target="../ink/ink3529.xml"/><Relationship Id="rId7" Type="http://schemas.openxmlformats.org/officeDocument/2006/relationships/image" Target="../media/image2745.png"/><Relationship Id="rId239" Type="http://schemas.openxmlformats.org/officeDocument/2006/relationships/image" Target="../media/image2861.png"/><Relationship Id="rId446" Type="http://schemas.openxmlformats.org/officeDocument/2006/relationships/customXml" Target="../ink/ink3459.xml"/><Relationship Id="rId292" Type="http://schemas.openxmlformats.org/officeDocument/2006/relationships/customXml" Target="../ink/ink3382.xml"/><Relationship Id="rId306" Type="http://schemas.openxmlformats.org/officeDocument/2006/relationships/customXml" Target="../ink/ink3389.xml"/><Relationship Id="rId87" Type="http://schemas.openxmlformats.org/officeDocument/2006/relationships/image" Target="../media/image2785.png"/><Relationship Id="rId513" Type="http://schemas.openxmlformats.org/officeDocument/2006/relationships/image" Target="../media/image2998.png"/><Relationship Id="rId597" Type="http://schemas.openxmlformats.org/officeDocument/2006/relationships/image" Target="../media/image3040.png"/><Relationship Id="rId152" Type="http://schemas.openxmlformats.org/officeDocument/2006/relationships/customXml" Target="../ink/ink3312.xml"/><Relationship Id="rId457" Type="http://schemas.openxmlformats.org/officeDocument/2006/relationships/image" Target="../media/image2970.png"/><Relationship Id="rId14" Type="http://schemas.openxmlformats.org/officeDocument/2006/relationships/customXml" Target="../ink/ink3243.xml"/><Relationship Id="rId317" Type="http://schemas.openxmlformats.org/officeDocument/2006/relationships/image" Target="../media/image2900.png"/><Relationship Id="rId524" Type="http://schemas.openxmlformats.org/officeDocument/2006/relationships/customXml" Target="../ink/ink3498.xml"/><Relationship Id="rId98" Type="http://schemas.openxmlformats.org/officeDocument/2006/relationships/customXml" Target="../ink/ink3285.xml"/><Relationship Id="rId163" Type="http://schemas.openxmlformats.org/officeDocument/2006/relationships/image" Target="../media/image2823.png"/><Relationship Id="rId370" Type="http://schemas.openxmlformats.org/officeDocument/2006/relationships/customXml" Target="../ink/ink3421.xml"/><Relationship Id="rId230" Type="http://schemas.openxmlformats.org/officeDocument/2006/relationships/customXml" Target="../ink/ink3351.xml"/><Relationship Id="rId468" Type="http://schemas.openxmlformats.org/officeDocument/2006/relationships/customXml" Target="../ink/ink3470.xml"/><Relationship Id="rId25" Type="http://schemas.openxmlformats.org/officeDocument/2006/relationships/image" Target="../media/image2754.png"/><Relationship Id="rId328" Type="http://schemas.openxmlformats.org/officeDocument/2006/relationships/customXml" Target="../ink/ink3400.xml"/><Relationship Id="rId535" Type="http://schemas.openxmlformats.org/officeDocument/2006/relationships/image" Target="../media/image3009.png"/><Relationship Id="rId174" Type="http://schemas.openxmlformats.org/officeDocument/2006/relationships/customXml" Target="../ink/ink3323.xml"/><Relationship Id="rId381" Type="http://schemas.openxmlformats.org/officeDocument/2006/relationships/image" Target="../media/image2932.png"/><Relationship Id="rId602" Type="http://schemas.openxmlformats.org/officeDocument/2006/relationships/customXml" Target="../ink/ink3537.xml"/><Relationship Id="rId241" Type="http://schemas.openxmlformats.org/officeDocument/2006/relationships/image" Target="../media/image2862.png"/><Relationship Id="rId479" Type="http://schemas.openxmlformats.org/officeDocument/2006/relationships/image" Target="../media/image2981.png"/><Relationship Id="rId36" Type="http://schemas.openxmlformats.org/officeDocument/2006/relationships/customXml" Target="../ink/ink3254.xml"/><Relationship Id="rId339" Type="http://schemas.openxmlformats.org/officeDocument/2006/relationships/image" Target="../media/image2911.png"/><Relationship Id="rId546" Type="http://schemas.openxmlformats.org/officeDocument/2006/relationships/customXml" Target="../ink/ink3509.xml"/><Relationship Id="rId101" Type="http://schemas.openxmlformats.org/officeDocument/2006/relationships/image" Target="../media/image2792.png"/><Relationship Id="rId185" Type="http://schemas.openxmlformats.org/officeDocument/2006/relationships/image" Target="../media/image2834.png"/><Relationship Id="rId406" Type="http://schemas.openxmlformats.org/officeDocument/2006/relationships/customXml" Target="../ink/ink3439.xml"/><Relationship Id="rId9" Type="http://schemas.openxmlformats.org/officeDocument/2006/relationships/image" Target="../media/image2746.png"/><Relationship Id="rId210" Type="http://schemas.openxmlformats.org/officeDocument/2006/relationships/customXml" Target="../ink/ink3341.xml"/><Relationship Id="rId392" Type="http://schemas.openxmlformats.org/officeDocument/2006/relationships/customXml" Target="../ink/ink3432.xml"/><Relationship Id="rId448" Type="http://schemas.openxmlformats.org/officeDocument/2006/relationships/customXml" Target="../ink/ink3460.xml"/><Relationship Id="rId613" Type="http://schemas.openxmlformats.org/officeDocument/2006/relationships/image" Target="../media/image3048.png"/><Relationship Id="rId252" Type="http://schemas.openxmlformats.org/officeDocument/2006/relationships/customXml" Target="../ink/ink3362.xml"/><Relationship Id="rId294" Type="http://schemas.openxmlformats.org/officeDocument/2006/relationships/customXml" Target="../ink/ink3383.xml"/><Relationship Id="rId308" Type="http://schemas.openxmlformats.org/officeDocument/2006/relationships/customXml" Target="../ink/ink3390.xml"/><Relationship Id="rId515" Type="http://schemas.openxmlformats.org/officeDocument/2006/relationships/image" Target="../media/image2999.png"/><Relationship Id="rId47" Type="http://schemas.openxmlformats.org/officeDocument/2006/relationships/image" Target="../media/image2765.png"/><Relationship Id="rId89" Type="http://schemas.openxmlformats.org/officeDocument/2006/relationships/image" Target="../media/image2786.png"/><Relationship Id="rId112" Type="http://schemas.openxmlformats.org/officeDocument/2006/relationships/customXml" Target="../ink/ink3292.xml"/><Relationship Id="rId154" Type="http://schemas.openxmlformats.org/officeDocument/2006/relationships/customXml" Target="../ink/ink3313.xml"/><Relationship Id="rId361" Type="http://schemas.openxmlformats.org/officeDocument/2006/relationships/image" Target="../media/image2922.png"/><Relationship Id="rId557" Type="http://schemas.openxmlformats.org/officeDocument/2006/relationships/image" Target="../media/image3020.png"/><Relationship Id="rId599" Type="http://schemas.openxmlformats.org/officeDocument/2006/relationships/image" Target="../media/image3041.png"/><Relationship Id="rId196" Type="http://schemas.openxmlformats.org/officeDocument/2006/relationships/customXml" Target="../ink/ink3334.xml"/><Relationship Id="rId417" Type="http://schemas.openxmlformats.org/officeDocument/2006/relationships/image" Target="../media/image2950.png"/><Relationship Id="rId459" Type="http://schemas.openxmlformats.org/officeDocument/2006/relationships/image" Target="../media/image2971.png"/><Relationship Id="rId624" Type="http://schemas.openxmlformats.org/officeDocument/2006/relationships/customXml" Target="../ink/ink3548.xml"/><Relationship Id="rId16" Type="http://schemas.openxmlformats.org/officeDocument/2006/relationships/customXml" Target="../ink/ink3244.xml"/><Relationship Id="rId221" Type="http://schemas.openxmlformats.org/officeDocument/2006/relationships/image" Target="../media/image2852.png"/><Relationship Id="rId263" Type="http://schemas.openxmlformats.org/officeDocument/2006/relationships/image" Target="../media/image2873.png"/><Relationship Id="rId319" Type="http://schemas.openxmlformats.org/officeDocument/2006/relationships/image" Target="../media/image2901.png"/><Relationship Id="rId470" Type="http://schemas.openxmlformats.org/officeDocument/2006/relationships/customXml" Target="../ink/ink3471.xml"/><Relationship Id="rId526" Type="http://schemas.openxmlformats.org/officeDocument/2006/relationships/customXml" Target="../ink/ink3499.xml"/><Relationship Id="rId58" Type="http://schemas.openxmlformats.org/officeDocument/2006/relationships/customXml" Target="../ink/ink3265.xml"/><Relationship Id="rId123" Type="http://schemas.openxmlformats.org/officeDocument/2006/relationships/image" Target="../media/image2803.png"/><Relationship Id="rId330" Type="http://schemas.openxmlformats.org/officeDocument/2006/relationships/customXml" Target="../ink/ink3401.xml"/><Relationship Id="rId568" Type="http://schemas.openxmlformats.org/officeDocument/2006/relationships/customXml" Target="../ink/ink3520.xml"/><Relationship Id="rId165" Type="http://schemas.openxmlformats.org/officeDocument/2006/relationships/image" Target="../media/image2824.png"/><Relationship Id="rId372" Type="http://schemas.openxmlformats.org/officeDocument/2006/relationships/customXml" Target="../ink/ink3422.xml"/><Relationship Id="rId428" Type="http://schemas.openxmlformats.org/officeDocument/2006/relationships/customXml" Target="../ink/ink3450.xml"/><Relationship Id="rId232" Type="http://schemas.openxmlformats.org/officeDocument/2006/relationships/customXml" Target="../ink/ink3352.xml"/><Relationship Id="rId274" Type="http://schemas.openxmlformats.org/officeDocument/2006/relationships/customXml" Target="../ink/ink3373.xml"/><Relationship Id="rId481" Type="http://schemas.openxmlformats.org/officeDocument/2006/relationships/image" Target="../media/image2982.png"/><Relationship Id="rId27" Type="http://schemas.openxmlformats.org/officeDocument/2006/relationships/image" Target="../media/image2755.png"/><Relationship Id="rId69" Type="http://schemas.openxmlformats.org/officeDocument/2006/relationships/image" Target="../media/image2776.png"/><Relationship Id="rId134" Type="http://schemas.openxmlformats.org/officeDocument/2006/relationships/customXml" Target="../ink/ink3303.xml"/><Relationship Id="rId537" Type="http://schemas.openxmlformats.org/officeDocument/2006/relationships/image" Target="../media/image3010.png"/><Relationship Id="rId579" Type="http://schemas.openxmlformats.org/officeDocument/2006/relationships/image" Target="../media/image3031.png"/><Relationship Id="rId80" Type="http://schemas.openxmlformats.org/officeDocument/2006/relationships/customXml" Target="../ink/ink3276.xml"/><Relationship Id="rId176" Type="http://schemas.openxmlformats.org/officeDocument/2006/relationships/customXml" Target="../ink/ink3324.xml"/><Relationship Id="rId341" Type="http://schemas.openxmlformats.org/officeDocument/2006/relationships/image" Target="../media/image2912.png"/><Relationship Id="rId383" Type="http://schemas.openxmlformats.org/officeDocument/2006/relationships/image" Target="../media/image2933.png"/><Relationship Id="rId439" Type="http://schemas.openxmlformats.org/officeDocument/2006/relationships/image" Target="../media/image2961.png"/><Relationship Id="rId590" Type="http://schemas.openxmlformats.org/officeDocument/2006/relationships/customXml" Target="../ink/ink3531.xml"/><Relationship Id="rId604" Type="http://schemas.openxmlformats.org/officeDocument/2006/relationships/customXml" Target="../ink/ink3538.xml"/><Relationship Id="rId201" Type="http://schemas.openxmlformats.org/officeDocument/2006/relationships/image" Target="../media/image2842.png"/><Relationship Id="rId243" Type="http://schemas.openxmlformats.org/officeDocument/2006/relationships/image" Target="../media/image2863.png"/><Relationship Id="rId285" Type="http://schemas.openxmlformats.org/officeDocument/2006/relationships/image" Target="../media/image2884.png"/><Relationship Id="rId450" Type="http://schemas.openxmlformats.org/officeDocument/2006/relationships/customXml" Target="../ink/ink3461.xml"/><Relationship Id="rId506" Type="http://schemas.openxmlformats.org/officeDocument/2006/relationships/customXml" Target="../ink/ink3489.xml"/><Relationship Id="rId38" Type="http://schemas.openxmlformats.org/officeDocument/2006/relationships/customXml" Target="../ink/ink3255.xml"/><Relationship Id="rId103" Type="http://schemas.openxmlformats.org/officeDocument/2006/relationships/image" Target="../media/image2793.png"/><Relationship Id="rId310" Type="http://schemas.openxmlformats.org/officeDocument/2006/relationships/customXml" Target="../ink/ink3391.xml"/><Relationship Id="rId492" Type="http://schemas.openxmlformats.org/officeDocument/2006/relationships/customXml" Target="../ink/ink3482.xml"/><Relationship Id="rId548" Type="http://schemas.openxmlformats.org/officeDocument/2006/relationships/customXml" Target="../ink/ink3510.xml"/><Relationship Id="rId91" Type="http://schemas.openxmlformats.org/officeDocument/2006/relationships/image" Target="../media/image2787.png"/><Relationship Id="rId145" Type="http://schemas.openxmlformats.org/officeDocument/2006/relationships/image" Target="../media/image2814.png"/><Relationship Id="rId187" Type="http://schemas.openxmlformats.org/officeDocument/2006/relationships/image" Target="../media/image2835.png"/><Relationship Id="rId352" Type="http://schemas.openxmlformats.org/officeDocument/2006/relationships/customXml" Target="../ink/ink3412.xml"/><Relationship Id="rId394" Type="http://schemas.openxmlformats.org/officeDocument/2006/relationships/customXml" Target="../ink/ink3433.xml"/><Relationship Id="rId408" Type="http://schemas.openxmlformats.org/officeDocument/2006/relationships/customXml" Target="../ink/ink3440.xml"/><Relationship Id="rId615" Type="http://schemas.openxmlformats.org/officeDocument/2006/relationships/image" Target="../media/image3049.png"/><Relationship Id="rId212" Type="http://schemas.openxmlformats.org/officeDocument/2006/relationships/customXml" Target="../ink/ink3342.xml"/><Relationship Id="rId254" Type="http://schemas.openxmlformats.org/officeDocument/2006/relationships/customXml" Target="../ink/ink3363.xml"/><Relationship Id="rId49" Type="http://schemas.openxmlformats.org/officeDocument/2006/relationships/image" Target="../media/image2766.png"/><Relationship Id="rId114" Type="http://schemas.openxmlformats.org/officeDocument/2006/relationships/customXml" Target="../ink/ink3293.xml"/><Relationship Id="rId296" Type="http://schemas.openxmlformats.org/officeDocument/2006/relationships/customXml" Target="../ink/ink3384.xml"/><Relationship Id="rId461" Type="http://schemas.openxmlformats.org/officeDocument/2006/relationships/image" Target="../media/image2972.png"/><Relationship Id="rId517" Type="http://schemas.openxmlformats.org/officeDocument/2006/relationships/image" Target="../media/image3000.png"/><Relationship Id="rId559" Type="http://schemas.openxmlformats.org/officeDocument/2006/relationships/image" Target="../media/image3021.png"/><Relationship Id="rId60" Type="http://schemas.openxmlformats.org/officeDocument/2006/relationships/customXml" Target="../ink/ink3266.xml"/><Relationship Id="rId156" Type="http://schemas.openxmlformats.org/officeDocument/2006/relationships/customXml" Target="../ink/ink3314.xml"/><Relationship Id="rId198" Type="http://schemas.openxmlformats.org/officeDocument/2006/relationships/customXml" Target="../ink/ink3335.xml"/><Relationship Id="rId321" Type="http://schemas.openxmlformats.org/officeDocument/2006/relationships/image" Target="../media/image2902.png"/><Relationship Id="rId363" Type="http://schemas.openxmlformats.org/officeDocument/2006/relationships/image" Target="../media/image2923.png"/><Relationship Id="rId419" Type="http://schemas.openxmlformats.org/officeDocument/2006/relationships/image" Target="../media/image2951.png"/><Relationship Id="rId570" Type="http://schemas.openxmlformats.org/officeDocument/2006/relationships/customXml" Target="../ink/ink3521.xml"/><Relationship Id="rId626" Type="http://schemas.openxmlformats.org/officeDocument/2006/relationships/customXml" Target="../ink/ink3549.xml"/><Relationship Id="rId223" Type="http://schemas.openxmlformats.org/officeDocument/2006/relationships/image" Target="../media/image2853.png"/><Relationship Id="rId430" Type="http://schemas.openxmlformats.org/officeDocument/2006/relationships/customXml" Target="../ink/ink3451.xml"/><Relationship Id="rId18" Type="http://schemas.openxmlformats.org/officeDocument/2006/relationships/customXml" Target="../ink/ink3245.xml"/><Relationship Id="rId265" Type="http://schemas.openxmlformats.org/officeDocument/2006/relationships/image" Target="../media/image2874.png"/><Relationship Id="rId472" Type="http://schemas.openxmlformats.org/officeDocument/2006/relationships/customXml" Target="../ink/ink3472.xml"/><Relationship Id="rId528" Type="http://schemas.openxmlformats.org/officeDocument/2006/relationships/customXml" Target="../ink/ink3500.xml"/><Relationship Id="rId125" Type="http://schemas.openxmlformats.org/officeDocument/2006/relationships/image" Target="../media/image2804.png"/><Relationship Id="rId167" Type="http://schemas.openxmlformats.org/officeDocument/2006/relationships/image" Target="../media/image2825.png"/><Relationship Id="rId332" Type="http://schemas.openxmlformats.org/officeDocument/2006/relationships/customXml" Target="../ink/ink3402.xml"/><Relationship Id="rId374" Type="http://schemas.openxmlformats.org/officeDocument/2006/relationships/customXml" Target="../ink/ink3423.xml"/><Relationship Id="rId581" Type="http://schemas.openxmlformats.org/officeDocument/2006/relationships/image" Target="../media/image3032.png"/><Relationship Id="rId71" Type="http://schemas.openxmlformats.org/officeDocument/2006/relationships/image" Target="../media/image2777.png"/><Relationship Id="rId234" Type="http://schemas.openxmlformats.org/officeDocument/2006/relationships/customXml" Target="../ink/ink3353.xml"/><Relationship Id="rId2" Type="http://schemas.openxmlformats.org/officeDocument/2006/relationships/customXml" Target="../ink/ink3237.xml"/><Relationship Id="rId29" Type="http://schemas.openxmlformats.org/officeDocument/2006/relationships/image" Target="../media/image2756.png"/><Relationship Id="rId276" Type="http://schemas.openxmlformats.org/officeDocument/2006/relationships/customXml" Target="../ink/ink3374.xml"/><Relationship Id="rId441" Type="http://schemas.openxmlformats.org/officeDocument/2006/relationships/image" Target="../media/image2962.png"/><Relationship Id="rId483" Type="http://schemas.openxmlformats.org/officeDocument/2006/relationships/image" Target="../media/image2983.png"/><Relationship Id="rId539" Type="http://schemas.openxmlformats.org/officeDocument/2006/relationships/image" Target="../media/image3011.png"/><Relationship Id="rId40" Type="http://schemas.openxmlformats.org/officeDocument/2006/relationships/customXml" Target="../ink/ink3256.xml"/><Relationship Id="rId136" Type="http://schemas.openxmlformats.org/officeDocument/2006/relationships/customXml" Target="../ink/ink3304.xml"/><Relationship Id="rId178" Type="http://schemas.openxmlformats.org/officeDocument/2006/relationships/customXml" Target="../ink/ink3325.xml"/><Relationship Id="rId301" Type="http://schemas.openxmlformats.org/officeDocument/2006/relationships/image" Target="../media/image2892.png"/><Relationship Id="rId343" Type="http://schemas.openxmlformats.org/officeDocument/2006/relationships/image" Target="../media/image2913.png"/><Relationship Id="rId550" Type="http://schemas.openxmlformats.org/officeDocument/2006/relationships/customXml" Target="../ink/ink3511.xml"/><Relationship Id="rId82" Type="http://schemas.openxmlformats.org/officeDocument/2006/relationships/customXml" Target="../ink/ink3277.xml"/><Relationship Id="rId203" Type="http://schemas.openxmlformats.org/officeDocument/2006/relationships/image" Target="../media/image2843.png"/><Relationship Id="rId385" Type="http://schemas.openxmlformats.org/officeDocument/2006/relationships/image" Target="../media/image2934.png"/><Relationship Id="rId592" Type="http://schemas.openxmlformats.org/officeDocument/2006/relationships/customXml" Target="../ink/ink3532.xml"/><Relationship Id="rId606" Type="http://schemas.openxmlformats.org/officeDocument/2006/relationships/customXml" Target="../ink/ink3539.xml"/><Relationship Id="rId245" Type="http://schemas.openxmlformats.org/officeDocument/2006/relationships/image" Target="../media/image2864.png"/><Relationship Id="rId287" Type="http://schemas.openxmlformats.org/officeDocument/2006/relationships/image" Target="../media/image2885.png"/><Relationship Id="rId410" Type="http://schemas.openxmlformats.org/officeDocument/2006/relationships/customXml" Target="../ink/ink3441.xml"/><Relationship Id="rId452" Type="http://schemas.openxmlformats.org/officeDocument/2006/relationships/customXml" Target="../ink/ink3462.xml"/><Relationship Id="rId494" Type="http://schemas.openxmlformats.org/officeDocument/2006/relationships/customXml" Target="../ink/ink3483.xml"/><Relationship Id="rId508" Type="http://schemas.openxmlformats.org/officeDocument/2006/relationships/customXml" Target="../ink/ink3490.xml"/><Relationship Id="rId105" Type="http://schemas.openxmlformats.org/officeDocument/2006/relationships/image" Target="../media/image2794.png"/><Relationship Id="rId147" Type="http://schemas.openxmlformats.org/officeDocument/2006/relationships/image" Target="../media/image2815.png"/><Relationship Id="rId312" Type="http://schemas.openxmlformats.org/officeDocument/2006/relationships/customXml" Target="../ink/ink3392.xml"/><Relationship Id="rId354" Type="http://schemas.openxmlformats.org/officeDocument/2006/relationships/customXml" Target="../ink/ink3413.xml"/><Relationship Id="rId51" Type="http://schemas.openxmlformats.org/officeDocument/2006/relationships/image" Target="../media/image2767.png"/><Relationship Id="rId93" Type="http://schemas.openxmlformats.org/officeDocument/2006/relationships/image" Target="../media/image2788.png"/><Relationship Id="rId189" Type="http://schemas.openxmlformats.org/officeDocument/2006/relationships/image" Target="../media/image2836.png"/><Relationship Id="rId396" Type="http://schemas.openxmlformats.org/officeDocument/2006/relationships/customXml" Target="../ink/ink3434.xml"/><Relationship Id="rId561" Type="http://schemas.openxmlformats.org/officeDocument/2006/relationships/image" Target="../media/image3022.png"/><Relationship Id="rId617" Type="http://schemas.openxmlformats.org/officeDocument/2006/relationships/image" Target="../media/image3050.png"/><Relationship Id="rId214" Type="http://schemas.openxmlformats.org/officeDocument/2006/relationships/customXml" Target="../ink/ink3343.xml"/><Relationship Id="rId256" Type="http://schemas.openxmlformats.org/officeDocument/2006/relationships/customXml" Target="../ink/ink3364.xml"/><Relationship Id="rId298" Type="http://schemas.openxmlformats.org/officeDocument/2006/relationships/customXml" Target="../ink/ink3385.xml"/><Relationship Id="rId421" Type="http://schemas.openxmlformats.org/officeDocument/2006/relationships/image" Target="../media/image2952.png"/><Relationship Id="rId463" Type="http://schemas.openxmlformats.org/officeDocument/2006/relationships/image" Target="../media/image2973.png"/><Relationship Id="rId519" Type="http://schemas.openxmlformats.org/officeDocument/2006/relationships/image" Target="../media/image3001.png"/><Relationship Id="rId116" Type="http://schemas.openxmlformats.org/officeDocument/2006/relationships/customXml" Target="../ink/ink3294.xml"/><Relationship Id="rId158" Type="http://schemas.openxmlformats.org/officeDocument/2006/relationships/customXml" Target="../ink/ink3315.xml"/><Relationship Id="rId323" Type="http://schemas.openxmlformats.org/officeDocument/2006/relationships/image" Target="../media/image2903.png"/><Relationship Id="rId530" Type="http://schemas.openxmlformats.org/officeDocument/2006/relationships/customXml" Target="../ink/ink3501.xml"/><Relationship Id="rId20" Type="http://schemas.openxmlformats.org/officeDocument/2006/relationships/customXml" Target="../ink/ink3246.xml"/><Relationship Id="rId62" Type="http://schemas.openxmlformats.org/officeDocument/2006/relationships/customXml" Target="../ink/ink3267.xml"/><Relationship Id="rId365" Type="http://schemas.openxmlformats.org/officeDocument/2006/relationships/image" Target="../media/image2924.png"/><Relationship Id="rId572" Type="http://schemas.openxmlformats.org/officeDocument/2006/relationships/customXml" Target="../ink/ink3522.xml"/><Relationship Id="rId628" Type="http://schemas.openxmlformats.org/officeDocument/2006/relationships/customXml" Target="../ink/ink3550.xml"/><Relationship Id="rId225" Type="http://schemas.openxmlformats.org/officeDocument/2006/relationships/image" Target="../media/image2854.png"/><Relationship Id="rId267" Type="http://schemas.openxmlformats.org/officeDocument/2006/relationships/image" Target="../media/image2875.png"/><Relationship Id="rId432" Type="http://schemas.openxmlformats.org/officeDocument/2006/relationships/customXml" Target="../ink/ink3452.xml"/><Relationship Id="rId474" Type="http://schemas.openxmlformats.org/officeDocument/2006/relationships/customXml" Target="../ink/ink3473.xml"/><Relationship Id="rId127" Type="http://schemas.openxmlformats.org/officeDocument/2006/relationships/image" Target="../media/image2805.png"/><Relationship Id="rId31" Type="http://schemas.openxmlformats.org/officeDocument/2006/relationships/image" Target="../media/image2757.png"/><Relationship Id="rId73" Type="http://schemas.openxmlformats.org/officeDocument/2006/relationships/image" Target="../media/image2778.png"/><Relationship Id="rId169" Type="http://schemas.openxmlformats.org/officeDocument/2006/relationships/image" Target="../media/image2826.png"/><Relationship Id="rId334" Type="http://schemas.openxmlformats.org/officeDocument/2006/relationships/customXml" Target="../ink/ink3403.xml"/><Relationship Id="rId376" Type="http://schemas.openxmlformats.org/officeDocument/2006/relationships/customXml" Target="../ink/ink3424.xml"/><Relationship Id="rId541" Type="http://schemas.openxmlformats.org/officeDocument/2006/relationships/image" Target="../media/image3012.png"/><Relationship Id="rId583" Type="http://schemas.openxmlformats.org/officeDocument/2006/relationships/image" Target="../media/image3033.png"/><Relationship Id="rId4" Type="http://schemas.openxmlformats.org/officeDocument/2006/relationships/customXml" Target="../ink/ink3238.xml"/><Relationship Id="rId180" Type="http://schemas.openxmlformats.org/officeDocument/2006/relationships/customXml" Target="../ink/ink3326.xml"/><Relationship Id="rId236" Type="http://schemas.openxmlformats.org/officeDocument/2006/relationships/customXml" Target="../ink/ink3354.xml"/><Relationship Id="rId278" Type="http://schemas.openxmlformats.org/officeDocument/2006/relationships/customXml" Target="../ink/ink3375.xml"/><Relationship Id="rId401" Type="http://schemas.openxmlformats.org/officeDocument/2006/relationships/image" Target="../media/image2942.png"/><Relationship Id="rId443" Type="http://schemas.openxmlformats.org/officeDocument/2006/relationships/image" Target="../media/image2963.png"/><Relationship Id="rId303" Type="http://schemas.openxmlformats.org/officeDocument/2006/relationships/image" Target="../media/image2893.png"/><Relationship Id="rId485" Type="http://schemas.openxmlformats.org/officeDocument/2006/relationships/image" Target="../media/image2984.png"/><Relationship Id="rId42" Type="http://schemas.openxmlformats.org/officeDocument/2006/relationships/customXml" Target="../ink/ink3257.xml"/><Relationship Id="rId84" Type="http://schemas.openxmlformats.org/officeDocument/2006/relationships/customXml" Target="../ink/ink3278.xml"/><Relationship Id="rId138" Type="http://schemas.openxmlformats.org/officeDocument/2006/relationships/customXml" Target="../ink/ink3305.xml"/><Relationship Id="rId345" Type="http://schemas.openxmlformats.org/officeDocument/2006/relationships/image" Target="../media/image2914.png"/><Relationship Id="rId387" Type="http://schemas.openxmlformats.org/officeDocument/2006/relationships/image" Target="../media/image2935.png"/><Relationship Id="rId510" Type="http://schemas.openxmlformats.org/officeDocument/2006/relationships/customXml" Target="../ink/ink3491.xml"/><Relationship Id="rId552" Type="http://schemas.openxmlformats.org/officeDocument/2006/relationships/customXml" Target="../ink/ink3512.xml"/><Relationship Id="rId594" Type="http://schemas.openxmlformats.org/officeDocument/2006/relationships/customXml" Target="../ink/ink3533.xml"/><Relationship Id="rId608" Type="http://schemas.openxmlformats.org/officeDocument/2006/relationships/customXml" Target="../ink/ink3540.xml"/><Relationship Id="rId191" Type="http://schemas.openxmlformats.org/officeDocument/2006/relationships/image" Target="../media/image2837.png"/><Relationship Id="rId205" Type="http://schemas.openxmlformats.org/officeDocument/2006/relationships/image" Target="../media/image2844.png"/><Relationship Id="rId247" Type="http://schemas.openxmlformats.org/officeDocument/2006/relationships/image" Target="../media/image2865.png"/><Relationship Id="rId412" Type="http://schemas.openxmlformats.org/officeDocument/2006/relationships/customXml" Target="../ink/ink3442.xml"/><Relationship Id="rId107" Type="http://schemas.openxmlformats.org/officeDocument/2006/relationships/image" Target="../media/image2795.png"/><Relationship Id="rId289" Type="http://schemas.openxmlformats.org/officeDocument/2006/relationships/image" Target="../media/image2886.png"/><Relationship Id="rId454" Type="http://schemas.openxmlformats.org/officeDocument/2006/relationships/customXml" Target="../ink/ink3463.xml"/><Relationship Id="rId496" Type="http://schemas.openxmlformats.org/officeDocument/2006/relationships/customXml" Target="../ink/ink3484.xml"/><Relationship Id="rId11" Type="http://schemas.openxmlformats.org/officeDocument/2006/relationships/image" Target="../media/image2747.png"/><Relationship Id="rId53" Type="http://schemas.openxmlformats.org/officeDocument/2006/relationships/image" Target="../media/image2768.png"/><Relationship Id="rId149" Type="http://schemas.openxmlformats.org/officeDocument/2006/relationships/image" Target="../media/image2816.png"/><Relationship Id="rId314" Type="http://schemas.openxmlformats.org/officeDocument/2006/relationships/customXml" Target="../ink/ink3393.xml"/><Relationship Id="rId356" Type="http://schemas.openxmlformats.org/officeDocument/2006/relationships/customXml" Target="../ink/ink3414.xml"/><Relationship Id="rId398" Type="http://schemas.openxmlformats.org/officeDocument/2006/relationships/customXml" Target="../ink/ink3435.xml"/><Relationship Id="rId521" Type="http://schemas.openxmlformats.org/officeDocument/2006/relationships/image" Target="../media/image3002.png"/><Relationship Id="rId563" Type="http://schemas.openxmlformats.org/officeDocument/2006/relationships/image" Target="../media/image3023.png"/><Relationship Id="rId619" Type="http://schemas.openxmlformats.org/officeDocument/2006/relationships/image" Target="../media/image3051.png"/><Relationship Id="rId95" Type="http://schemas.openxmlformats.org/officeDocument/2006/relationships/image" Target="../media/image2789.png"/><Relationship Id="rId160" Type="http://schemas.openxmlformats.org/officeDocument/2006/relationships/customXml" Target="../ink/ink3316.xml"/><Relationship Id="rId216" Type="http://schemas.openxmlformats.org/officeDocument/2006/relationships/customXml" Target="../ink/ink3344.xml"/><Relationship Id="rId423" Type="http://schemas.openxmlformats.org/officeDocument/2006/relationships/image" Target="../media/image2953.png"/><Relationship Id="rId258" Type="http://schemas.openxmlformats.org/officeDocument/2006/relationships/customXml" Target="../ink/ink3365.xml"/><Relationship Id="rId465" Type="http://schemas.openxmlformats.org/officeDocument/2006/relationships/image" Target="../media/image2974.png"/><Relationship Id="rId630" Type="http://schemas.openxmlformats.org/officeDocument/2006/relationships/customXml" Target="../ink/ink3551.xml"/><Relationship Id="rId22" Type="http://schemas.openxmlformats.org/officeDocument/2006/relationships/customXml" Target="../ink/ink3247.xml"/><Relationship Id="rId64" Type="http://schemas.openxmlformats.org/officeDocument/2006/relationships/customXml" Target="../ink/ink3268.xml"/><Relationship Id="rId118" Type="http://schemas.openxmlformats.org/officeDocument/2006/relationships/customXml" Target="../ink/ink3295.xml"/><Relationship Id="rId325" Type="http://schemas.openxmlformats.org/officeDocument/2006/relationships/image" Target="../media/image2904.png"/><Relationship Id="rId367" Type="http://schemas.openxmlformats.org/officeDocument/2006/relationships/image" Target="../media/image2925.png"/><Relationship Id="rId532" Type="http://schemas.openxmlformats.org/officeDocument/2006/relationships/customXml" Target="../ink/ink3502.xml"/><Relationship Id="rId574" Type="http://schemas.openxmlformats.org/officeDocument/2006/relationships/customXml" Target="../ink/ink3523.xml"/><Relationship Id="rId171" Type="http://schemas.openxmlformats.org/officeDocument/2006/relationships/image" Target="../media/image2827.png"/><Relationship Id="rId227" Type="http://schemas.openxmlformats.org/officeDocument/2006/relationships/image" Target="../media/image2855.png"/><Relationship Id="rId269" Type="http://schemas.openxmlformats.org/officeDocument/2006/relationships/image" Target="../media/image2876.png"/><Relationship Id="rId434" Type="http://schemas.openxmlformats.org/officeDocument/2006/relationships/customXml" Target="../ink/ink3453.xml"/><Relationship Id="rId476" Type="http://schemas.openxmlformats.org/officeDocument/2006/relationships/customXml" Target="../ink/ink3474.xml"/><Relationship Id="rId33" Type="http://schemas.openxmlformats.org/officeDocument/2006/relationships/image" Target="../media/image2758.png"/><Relationship Id="rId129" Type="http://schemas.openxmlformats.org/officeDocument/2006/relationships/image" Target="../media/image2806.png"/><Relationship Id="rId280" Type="http://schemas.openxmlformats.org/officeDocument/2006/relationships/customXml" Target="../ink/ink3376.xml"/><Relationship Id="rId336" Type="http://schemas.openxmlformats.org/officeDocument/2006/relationships/customXml" Target="../ink/ink3404.xml"/><Relationship Id="rId501" Type="http://schemas.openxmlformats.org/officeDocument/2006/relationships/image" Target="../media/image2992.png"/><Relationship Id="rId543" Type="http://schemas.openxmlformats.org/officeDocument/2006/relationships/image" Target="../media/image3013.png"/><Relationship Id="rId75" Type="http://schemas.openxmlformats.org/officeDocument/2006/relationships/image" Target="../media/image2779.png"/><Relationship Id="rId140" Type="http://schemas.openxmlformats.org/officeDocument/2006/relationships/customXml" Target="../ink/ink3306.xml"/><Relationship Id="rId182" Type="http://schemas.openxmlformats.org/officeDocument/2006/relationships/customXml" Target="../ink/ink3327.xml"/><Relationship Id="rId378" Type="http://schemas.openxmlformats.org/officeDocument/2006/relationships/customXml" Target="../ink/ink3425.xml"/><Relationship Id="rId403" Type="http://schemas.openxmlformats.org/officeDocument/2006/relationships/image" Target="../media/image2943.png"/><Relationship Id="rId585" Type="http://schemas.openxmlformats.org/officeDocument/2006/relationships/image" Target="../media/image3034.png"/><Relationship Id="rId6" Type="http://schemas.openxmlformats.org/officeDocument/2006/relationships/customXml" Target="../ink/ink3239.xml"/><Relationship Id="rId238" Type="http://schemas.openxmlformats.org/officeDocument/2006/relationships/customXml" Target="../ink/ink3355.xml"/><Relationship Id="rId445" Type="http://schemas.openxmlformats.org/officeDocument/2006/relationships/image" Target="../media/image2964.png"/><Relationship Id="rId487" Type="http://schemas.openxmlformats.org/officeDocument/2006/relationships/image" Target="../media/image2985.png"/><Relationship Id="rId610" Type="http://schemas.openxmlformats.org/officeDocument/2006/relationships/customXml" Target="../ink/ink3541.xml"/><Relationship Id="rId291" Type="http://schemas.openxmlformats.org/officeDocument/2006/relationships/image" Target="../media/image2887.png"/><Relationship Id="rId305" Type="http://schemas.openxmlformats.org/officeDocument/2006/relationships/image" Target="../media/image2894.png"/><Relationship Id="rId347" Type="http://schemas.openxmlformats.org/officeDocument/2006/relationships/image" Target="../media/image2915.png"/><Relationship Id="rId512" Type="http://schemas.openxmlformats.org/officeDocument/2006/relationships/customXml" Target="../ink/ink3492.xml"/><Relationship Id="rId44" Type="http://schemas.openxmlformats.org/officeDocument/2006/relationships/customXml" Target="../ink/ink3258.xml"/><Relationship Id="rId86" Type="http://schemas.openxmlformats.org/officeDocument/2006/relationships/customXml" Target="../ink/ink3279.xml"/><Relationship Id="rId151" Type="http://schemas.openxmlformats.org/officeDocument/2006/relationships/image" Target="../media/image2817.png"/><Relationship Id="rId389" Type="http://schemas.openxmlformats.org/officeDocument/2006/relationships/image" Target="../media/image2936.png"/><Relationship Id="rId554" Type="http://schemas.openxmlformats.org/officeDocument/2006/relationships/customXml" Target="../ink/ink3513.xml"/><Relationship Id="rId596" Type="http://schemas.openxmlformats.org/officeDocument/2006/relationships/customXml" Target="../ink/ink3534.xml"/><Relationship Id="rId193" Type="http://schemas.openxmlformats.org/officeDocument/2006/relationships/image" Target="../media/image2838.png"/><Relationship Id="rId207" Type="http://schemas.openxmlformats.org/officeDocument/2006/relationships/image" Target="../media/image2845.png"/><Relationship Id="rId249" Type="http://schemas.openxmlformats.org/officeDocument/2006/relationships/image" Target="../media/image2866.png"/><Relationship Id="rId414" Type="http://schemas.openxmlformats.org/officeDocument/2006/relationships/customXml" Target="../ink/ink3443.xml"/><Relationship Id="rId456" Type="http://schemas.openxmlformats.org/officeDocument/2006/relationships/customXml" Target="../ink/ink3464.xml"/><Relationship Id="rId498" Type="http://schemas.openxmlformats.org/officeDocument/2006/relationships/customXml" Target="../ink/ink3485.xml"/><Relationship Id="rId621" Type="http://schemas.openxmlformats.org/officeDocument/2006/relationships/image" Target="../media/image3052.png"/><Relationship Id="rId13" Type="http://schemas.openxmlformats.org/officeDocument/2006/relationships/image" Target="../media/image2748.png"/><Relationship Id="rId109" Type="http://schemas.openxmlformats.org/officeDocument/2006/relationships/image" Target="../media/image2796.png"/><Relationship Id="rId260" Type="http://schemas.openxmlformats.org/officeDocument/2006/relationships/customXml" Target="../ink/ink3366.xml"/><Relationship Id="rId316" Type="http://schemas.openxmlformats.org/officeDocument/2006/relationships/customXml" Target="../ink/ink3394.xml"/><Relationship Id="rId523" Type="http://schemas.openxmlformats.org/officeDocument/2006/relationships/image" Target="../media/image3003.png"/><Relationship Id="rId55" Type="http://schemas.openxmlformats.org/officeDocument/2006/relationships/image" Target="../media/image2769.png"/><Relationship Id="rId97" Type="http://schemas.openxmlformats.org/officeDocument/2006/relationships/image" Target="../media/image2790.png"/><Relationship Id="rId120" Type="http://schemas.openxmlformats.org/officeDocument/2006/relationships/customXml" Target="../ink/ink3296.xml"/><Relationship Id="rId358" Type="http://schemas.openxmlformats.org/officeDocument/2006/relationships/customXml" Target="../ink/ink3415.xml"/><Relationship Id="rId565" Type="http://schemas.openxmlformats.org/officeDocument/2006/relationships/image" Target="../media/image3024.png"/><Relationship Id="rId162" Type="http://schemas.openxmlformats.org/officeDocument/2006/relationships/customXml" Target="../ink/ink3317.xml"/><Relationship Id="rId218" Type="http://schemas.openxmlformats.org/officeDocument/2006/relationships/customXml" Target="../ink/ink3345.xml"/><Relationship Id="rId425" Type="http://schemas.openxmlformats.org/officeDocument/2006/relationships/image" Target="../media/image2954.png"/><Relationship Id="rId467" Type="http://schemas.openxmlformats.org/officeDocument/2006/relationships/image" Target="../media/image2975.png"/><Relationship Id="rId632" Type="http://schemas.openxmlformats.org/officeDocument/2006/relationships/customXml" Target="../ink/ink3552.xml"/><Relationship Id="rId271" Type="http://schemas.openxmlformats.org/officeDocument/2006/relationships/image" Target="../media/image2877.png"/><Relationship Id="rId24" Type="http://schemas.openxmlformats.org/officeDocument/2006/relationships/customXml" Target="../ink/ink3248.xml"/><Relationship Id="rId66" Type="http://schemas.openxmlformats.org/officeDocument/2006/relationships/customXml" Target="../ink/ink3269.xml"/><Relationship Id="rId131" Type="http://schemas.openxmlformats.org/officeDocument/2006/relationships/image" Target="../media/image2807.png"/><Relationship Id="rId327" Type="http://schemas.openxmlformats.org/officeDocument/2006/relationships/image" Target="../media/image2905.png"/><Relationship Id="rId369" Type="http://schemas.openxmlformats.org/officeDocument/2006/relationships/image" Target="../media/image2926.png"/><Relationship Id="rId534" Type="http://schemas.openxmlformats.org/officeDocument/2006/relationships/customXml" Target="../ink/ink3503.xml"/><Relationship Id="rId576" Type="http://schemas.openxmlformats.org/officeDocument/2006/relationships/customXml" Target="../ink/ink3524.xml"/><Relationship Id="rId173" Type="http://schemas.openxmlformats.org/officeDocument/2006/relationships/image" Target="../media/image2828.png"/><Relationship Id="rId229" Type="http://schemas.openxmlformats.org/officeDocument/2006/relationships/image" Target="../media/image2856.png"/><Relationship Id="rId380" Type="http://schemas.openxmlformats.org/officeDocument/2006/relationships/customXml" Target="../ink/ink3426.xml"/><Relationship Id="rId436" Type="http://schemas.openxmlformats.org/officeDocument/2006/relationships/customXml" Target="../ink/ink3454.xml"/><Relationship Id="rId601" Type="http://schemas.openxmlformats.org/officeDocument/2006/relationships/image" Target="../media/image3042.png"/><Relationship Id="rId240" Type="http://schemas.openxmlformats.org/officeDocument/2006/relationships/customXml" Target="../ink/ink3356.xml"/><Relationship Id="rId478" Type="http://schemas.openxmlformats.org/officeDocument/2006/relationships/customXml" Target="../ink/ink3475.xml"/><Relationship Id="rId35" Type="http://schemas.openxmlformats.org/officeDocument/2006/relationships/image" Target="../media/image2759.png"/><Relationship Id="rId77" Type="http://schemas.openxmlformats.org/officeDocument/2006/relationships/image" Target="../media/image2780.png"/><Relationship Id="rId100" Type="http://schemas.openxmlformats.org/officeDocument/2006/relationships/customXml" Target="../ink/ink3286.xml"/><Relationship Id="rId282" Type="http://schemas.openxmlformats.org/officeDocument/2006/relationships/customXml" Target="../ink/ink3377.xml"/><Relationship Id="rId338" Type="http://schemas.openxmlformats.org/officeDocument/2006/relationships/customXml" Target="../ink/ink3405.xml"/><Relationship Id="rId503" Type="http://schemas.openxmlformats.org/officeDocument/2006/relationships/image" Target="../media/image2993.png"/><Relationship Id="rId545" Type="http://schemas.openxmlformats.org/officeDocument/2006/relationships/image" Target="../media/image3014.png"/><Relationship Id="rId587" Type="http://schemas.openxmlformats.org/officeDocument/2006/relationships/image" Target="../media/image3035.png"/><Relationship Id="rId8" Type="http://schemas.openxmlformats.org/officeDocument/2006/relationships/customXml" Target="../ink/ink3240.xml"/><Relationship Id="rId142" Type="http://schemas.openxmlformats.org/officeDocument/2006/relationships/customXml" Target="../ink/ink3307.xml"/><Relationship Id="rId184" Type="http://schemas.openxmlformats.org/officeDocument/2006/relationships/customXml" Target="../ink/ink3328.xml"/><Relationship Id="rId391" Type="http://schemas.openxmlformats.org/officeDocument/2006/relationships/image" Target="../media/image2937.png"/><Relationship Id="rId405" Type="http://schemas.openxmlformats.org/officeDocument/2006/relationships/image" Target="../media/image2944.png"/><Relationship Id="rId447" Type="http://schemas.openxmlformats.org/officeDocument/2006/relationships/image" Target="../media/image2965.png"/><Relationship Id="rId612" Type="http://schemas.openxmlformats.org/officeDocument/2006/relationships/customXml" Target="../ink/ink3542.xml"/><Relationship Id="rId251" Type="http://schemas.openxmlformats.org/officeDocument/2006/relationships/image" Target="../media/image2867.png"/><Relationship Id="rId489" Type="http://schemas.openxmlformats.org/officeDocument/2006/relationships/image" Target="../media/image2986.png"/><Relationship Id="rId46" Type="http://schemas.openxmlformats.org/officeDocument/2006/relationships/customXml" Target="../ink/ink3259.xml"/><Relationship Id="rId293" Type="http://schemas.openxmlformats.org/officeDocument/2006/relationships/image" Target="../media/image2888.png"/><Relationship Id="rId307" Type="http://schemas.openxmlformats.org/officeDocument/2006/relationships/image" Target="../media/image2895.png"/><Relationship Id="rId349" Type="http://schemas.openxmlformats.org/officeDocument/2006/relationships/image" Target="../media/image2916.png"/><Relationship Id="rId514" Type="http://schemas.openxmlformats.org/officeDocument/2006/relationships/customXml" Target="../ink/ink3493.xml"/><Relationship Id="rId556" Type="http://schemas.openxmlformats.org/officeDocument/2006/relationships/customXml" Target="../ink/ink3514.xml"/><Relationship Id="rId88" Type="http://schemas.openxmlformats.org/officeDocument/2006/relationships/customXml" Target="../ink/ink3280.xml"/><Relationship Id="rId111" Type="http://schemas.openxmlformats.org/officeDocument/2006/relationships/image" Target="../media/image2797.png"/><Relationship Id="rId153" Type="http://schemas.openxmlformats.org/officeDocument/2006/relationships/image" Target="../media/image2818.png"/><Relationship Id="rId195" Type="http://schemas.openxmlformats.org/officeDocument/2006/relationships/image" Target="../media/image2839.png"/><Relationship Id="rId209" Type="http://schemas.openxmlformats.org/officeDocument/2006/relationships/image" Target="../media/image2846.png"/><Relationship Id="rId360" Type="http://schemas.openxmlformats.org/officeDocument/2006/relationships/customXml" Target="../ink/ink3416.xml"/><Relationship Id="rId416" Type="http://schemas.openxmlformats.org/officeDocument/2006/relationships/customXml" Target="../ink/ink3444.xml"/><Relationship Id="rId598" Type="http://schemas.openxmlformats.org/officeDocument/2006/relationships/customXml" Target="../ink/ink3535.xml"/><Relationship Id="rId220" Type="http://schemas.openxmlformats.org/officeDocument/2006/relationships/customXml" Target="../ink/ink3346.xml"/><Relationship Id="rId458" Type="http://schemas.openxmlformats.org/officeDocument/2006/relationships/customXml" Target="../ink/ink3465.xml"/><Relationship Id="rId623" Type="http://schemas.openxmlformats.org/officeDocument/2006/relationships/image" Target="../media/image3053.png"/><Relationship Id="rId15" Type="http://schemas.openxmlformats.org/officeDocument/2006/relationships/image" Target="../media/image2749.png"/><Relationship Id="rId57" Type="http://schemas.openxmlformats.org/officeDocument/2006/relationships/image" Target="../media/image2770.png"/><Relationship Id="rId262" Type="http://schemas.openxmlformats.org/officeDocument/2006/relationships/customXml" Target="../ink/ink3367.xml"/><Relationship Id="rId318" Type="http://schemas.openxmlformats.org/officeDocument/2006/relationships/customXml" Target="../ink/ink3395.xml"/><Relationship Id="rId525" Type="http://schemas.openxmlformats.org/officeDocument/2006/relationships/image" Target="../media/image3004.png"/><Relationship Id="rId567" Type="http://schemas.openxmlformats.org/officeDocument/2006/relationships/image" Target="../media/image3025.png"/><Relationship Id="rId99" Type="http://schemas.openxmlformats.org/officeDocument/2006/relationships/image" Target="../media/image2791.png"/><Relationship Id="rId122" Type="http://schemas.openxmlformats.org/officeDocument/2006/relationships/customXml" Target="../ink/ink3297.xml"/><Relationship Id="rId164" Type="http://schemas.openxmlformats.org/officeDocument/2006/relationships/customXml" Target="../ink/ink3318.xml"/><Relationship Id="rId371" Type="http://schemas.openxmlformats.org/officeDocument/2006/relationships/image" Target="../media/image2927.png"/><Relationship Id="rId427" Type="http://schemas.openxmlformats.org/officeDocument/2006/relationships/image" Target="../media/image2955.png"/><Relationship Id="rId469" Type="http://schemas.openxmlformats.org/officeDocument/2006/relationships/image" Target="../media/image2976.png"/><Relationship Id="rId26" Type="http://schemas.openxmlformats.org/officeDocument/2006/relationships/customXml" Target="../ink/ink3249.xml"/><Relationship Id="rId231" Type="http://schemas.openxmlformats.org/officeDocument/2006/relationships/image" Target="../media/image2857.png"/><Relationship Id="rId273" Type="http://schemas.openxmlformats.org/officeDocument/2006/relationships/image" Target="../media/image2878.png"/><Relationship Id="rId329" Type="http://schemas.openxmlformats.org/officeDocument/2006/relationships/image" Target="../media/image2906.png"/><Relationship Id="rId480" Type="http://schemas.openxmlformats.org/officeDocument/2006/relationships/customXml" Target="../ink/ink3476.xml"/><Relationship Id="rId536" Type="http://schemas.openxmlformats.org/officeDocument/2006/relationships/customXml" Target="../ink/ink3504.xml"/><Relationship Id="rId68" Type="http://schemas.openxmlformats.org/officeDocument/2006/relationships/customXml" Target="../ink/ink3270.xml"/><Relationship Id="rId133" Type="http://schemas.openxmlformats.org/officeDocument/2006/relationships/image" Target="../media/image2808.png"/><Relationship Id="rId175" Type="http://schemas.openxmlformats.org/officeDocument/2006/relationships/image" Target="../media/image2829.png"/><Relationship Id="rId340" Type="http://schemas.openxmlformats.org/officeDocument/2006/relationships/customXml" Target="../ink/ink3406.xml"/><Relationship Id="rId578" Type="http://schemas.openxmlformats.org/officeDocument/2006/relationships/customXml" Target="../ink/ink3525.xml"/><Relationship Id="rId200" Type="http://schemas.openxmlformats.org/officeDocument/2006/relationships/customXml" Target="../ink/ink3336.xml"/><Relationship Id="rId382" Type="http://schemas.openxmlformats.org/officeDocument/2006/relationships/customXml" Target="../ink/ink3427.xml"/><Relationship Id="rId438" Type="http://schemas.openxmlformats.org/officeDocument/2006/relationships/customXml" Target="../ink/ink3455.xml"/><Relationship Id="rId603" Type="http://schemas.openxmlformats.org/officeDocument/2006/relationships/image" Target="../media/image3043.png"/><Relationship Id="rId242" Type="http://schemas.openxmlformats.org/officeDocument/2006/relationships/customXml" Target="../ink/ink3357.xml"/><Relationship Id="rId284" Type="http://schemas.openxmlformats.org/officeDocument/2006/relationships/customXml" Target="../ink/ink3378.xml"/><Relationship Id="rId491" Type="http://schemas.openxmlformats.org/officeDocument/2006/relationships/image" Target="../media/image2987.png"/><Relationship Id="rId505" Type="http://schemas.openxmlformats.org/officeDocument/2006/relationships/image" Target="../media/image2994.png"/><Relationship Id="rId37" Type="http://schemas.openxmlformats.org/officeDocument/2006/relationships/image" Target="../media/image2760.png"/><Relationship Id="rId79" Type="http://schemas.openxmlformats.org/officeDocument/2006/relationships/image" Target="../media/image2781.png"/><Relationship Id="rId102" Type="http://schemas.openxmlformats.org/officeDocument/2006/relationships/customXml" Target="../ink/ink3287.xml"/><Relationship Id="rId144" Type="http://schemas.openxmlformats.org/officeDocument/2006/relationships/customXml" Target="../ink/ink3308.xml"/><Relationship Id="rId547" Type="http://schemas.openxmlformats.org/officeDocument/2006/relationships/image" Target="../media/image3015.png"/><Relationship Id="rId589" Type="http://schemas.openxmlformats.org/officeDocument/2006/relationships/image" Target="../media/image3036.png"/><Relationship Id="rId90" Type="http://schemas.openxmlformats.org/officeDocument/2006/relationships/customXml" Target="../ink/ink3281.xml"/><Relationship Id="rId186" Type="http://schemas.openxmlformats.org/officeDocument/2006/relationships/customXml" Target="../ink/ink3329.xml"/><Relationship Id="rId351" Type="http://schemas.openxmlformats.org/officeDocument/2006/relationships/image" Target="../media/image2917.png"/><Relationship Id="rId393" Type="http://schemas.openxmlformats.org/officeDocument/2006/relationships/image" Target="../media/image2938.png"/><Relationship Id="rId407" Type="http://schemas.openxmlformats.org/officeDocument/2006/relationships/image" Target="../media/image2945.png"/><Relationship Id="rId449" Type="http://schemas.openxmlformats.org/officeDocument/2006/relationships/image" Target="../media/image2966.png"/><Relationship Id="rId614" Type="http://schemas.openxmlformats.org/officeDocument/2006/relationships/customXml" Target="../ink/ink3543.xml"/><Relationship Id="rId211" Type="http://schemas.openxmlformats.org/officeDocument/2006/relationships/image" Target="../media/image2847.png"/><Relationship Id="rId253" Type="http://schemas.openxmlformats.org/officeDocument/2006/relationships/image" Target="../media/image2868.png"/><Relationship Id="rId295" Type="http://schemas.openxmlformats.org/officeDocument/2006/relationships/image" Target="../media/image2889.png"/><Relationship Id="rId309" Type="http://schemas.openxmlformats.org/officeDocument/2006/relationships/image" Target="../media/image2896.png"/><Relationship Id="rId460" Type="http://schemas.openxmlformats.org/officeDocument/2006/relationships/customXml" Target="../ink/ink3466.xml"/><Relationship Id="rId516" Type="http://schemas.openxmlformats.org/officeDocument/2006/relationships/customXml" Target="../ink/ink3494.xml"/><Relationship Id="rId48" Type="http://schemas.openxmlformats.org/officeDocument/2006/relationships/customXml" Target="../ink/ink3260.xml"/><Relationship Id="rId113" Type="http://schemas.openxmlformats.org/officeDocument/2006/relationships/image" Target="../media/image2798.png"/><Relationship Id="rId320" Type="http://schemas.openxmlformats.org/officeDocument/2006/relationships/customXml" Target="../ink/ink3396.xml"/><Relationship Id="rId558" Type="http://schemas.openxmlformats.org/officeDocument/2006/relationships/customXml" Target="../ink/ink3515.xml"/><Relationship Id="rId155" Type="http://schemas.openxmlformats.org/officeDocument/2006/relationships/image" Target="../media/image2819.png"/><Relationship Id="rId197" Type="http://schemas.openxmlformats.org/officeDocument/2006/relationships/image" Target="../media/image2840.png"/><Relationship Id="rId362" Type="http://schemas.openxmlformats.org/officeDocument/2006/relationships/customXml" Target="../ink/ink3417.xml"/><Relationship Id="rId418" Type="http://schemas.openxmlformats.org/officeDocument/2006/relationships/customXml" Target="../ink/ink3445.xml"/><Relationship Id="rId625" Type="http://schemas.openxmlformats.org/officeDocument/2006/relationships/image" Target="../media/image3054.png"/><Relationship Id="rId222" Type="http://schemas.openxmlformats.org/officeDocument/2006/relationships/customXml" Target="../ink/ink3347.xml"/><Relationship Id="rId264" Type="http://schemas.openxmlformats.org/officeDocument/2006/relationships/customXml" Target="../ink/ink3368.xml"/><Relationship Id="rId471" Type="http://schemas.openxmlformats.org/officeDocument/2006/relationships/image" Target="../media/image2977.png"/><Relationship Id="rId17" Type="http://schemas.openxmlformats.org/officeDocument/2006/relationships/image" Target="../media/image2750.png"/><Relationship Id="rId59" Type="http://schemas.openxmlformats.org/officeDocument/2006/relationships/image" Target="../media/image2771.png"/><Relationship Id="rId124" Type="http://schemas.openxmlformats.org/officeDocument/2006/relationships/customXml" Target="../ink/ink3298.xml"/><Relationship Id="rId527" Type="http://schemas.openxmlformats.org/officeDocument/2006/relationships/image" Target="../media/image3005.png"/><Relationship Id="rId569" Type="http://schemas.openxmlformats.org/officeDocument/2006/relationships/image" Target="../media/image3026.png"/><Relationship Id="rId70" Type="http://schemas.openxmlformats.org/officeDocument/2006/relationships/customXml" Target="../ink/ink3271.xml"/><Relationship Id="rId166" Type="http://schemas.openxmlformats.org/officeDocument/2006/relationships/customXml" Target="../ink/ink3319.xml"/><Relationship Id="rId331" Type="http://schemas.openxmlformats.org/officeDocument/2006/relationships/image" Target="../media/image2907.png"/><Relationship Id="rId373" Type="http://schemas.openxmlformats.org/officeDocument/2006/relationships/image" Target="../media/image2928.png"/><Relationship Id="rId429" Type="http://schemas.openxmlformats.org/officeDocument/2006/relationships/image" Target="../media/image2956.png"/><Relationship Id="rId580" Type="http://schemas.openxmlformats.org/officeDocument/2006/relationships/customXml" Target="../ink/ink3526.xml"/><Relationship Id="rId1" Type="http://schemas.openxmlformats.org/officeDocument/2006/relationships/slideLayout" Target="../slideLayouts/slideLayout2.xml"/><Relationship Id="rId233" Type="http://schemas.openxmlformats.org/officeDocument/2006/relationships/image" Target="../media/image2858.png"/><Relationship Id="rId440" Type="http://schemas.openxmlformats.org/officeDocument/2006/relationships/customXml" Target="../ink/ink3456.xml"/><Relationship Id="rId28" Type="http://schemas.openxmlformats.org/officeDocument/2006/relationships/customXml" Target="../ink/ink3250.xml"/><Relationship Id="rId275" Type="http://schemas.openxmlformats.org/officeDocument/2006/relationships/image" Target="../media/image2879.png"/><Relationship Id="rId300" Type="http://schemas.openxmlformats.org/officeDocument/2006/relationships/customXml" Target="../ink/ink3386.xml"/><Relationship Id="rId482" Type="http://schemas.openxmlformats.org/officeDocument/2006/relationships/customXml" Target="../ink/ink3477.xml"/><Relationship Id="rId538" Type="http://schemas.openxmlformats.org/officeDocument/2006/relationships/customXml" Target="../ink/ink3505.xml"/><Relationship Id="rId81" Type="http://schemas.openxmlformats.org/officeDocument/2006/relationships/image" Target="../media/image2782.png"/><Relationship Id="rId135" Type="http://schemas.openxmlformats.org/officeDocument/2006/relationships/image" Target="../media/image2809.png"/><Relationship Id="rId177" Type="http://schemas.openxmlformats.org/officeDocument/2006/relationships/image" Target="../media/image2830.png"/><Relationship Id="rId342" Type="http://schemas.openxmlformats.org/officeDocument/2006/relationships/customXml" Target="../ink/ink3407.xml"/><Relationship Id="rId384" Type="http://schemas.openxmlformats.org/officeDocument/2006/relationships/customXml" Target="../ink/ink3428.xml"/><Relationship Id="rId591" Type="http://schemas.openxmlformats.org/officeDocument/2006/relationships/image" Target="../media/image3037.png"/><Relationship Id="rId605" Type="http://schemas.openxmlformats.org/officeDocument/2006/relationships/image" Target="../media/image3044.png"/><Relationship Id="rId202" Type="http://schemas.openxmlformats.org/officeDocument/2006/relationships/customXml" Target="../ink/ink3337.xml"/><Relationship Id="rId244" Type="http://schemas.openxmlformats.org/officeDocument/2006/relationships/customXml" Target="../ink/ink3358.xml"/><Relationship Id="rId39" Type="http://schemas.openxmlformats.org/officeDocument/2006/relationships/image" Target="../media/image2761.png"/><Relationship Id="rId286" Type="http://schemas.openxmlformats.org/officeDocument/2006/relationships/customXml" Target="../ink/ink3379.xml"/><Relationship Id="rId451" Type="http://schemas.openxmlformats.org/officeDocument/2006/relationships/image" Target="../media/image2967.png"/><Relationship Id="rId493" Type="http://schemas.openxmlformats.org/officeDocument/2006/relationships/image" Target="../media/image2988.png"/><Relationship Id="rId507" Type="http://schemas.openxmlformats.org/officeDocument/2006/relationships/image" Target="../media/image2995.png"/><Relationship Id="rId549" Type="http://schemas.openxmlformats.org/officeDocument/2006/relationships/image" Target="../media/image3016.png"/><Relationship Id="rId50" Type="http://schemas.openxmlformats.org/officeDocument/2006/relationships/customXml" Target="../ink/ink3261.xml"/><Relationship Id="rId104" Type="http://schemas.openxmlformats.org/officeDocument/2006/relationships/customXml" Target="../ink/ink3288.xml"/><Relationship Id="rId146" Type="http://schemas.openxmlformats.org/officeDocument/2006/relationships/customXml" Target="../ink/ink3309.xml"/><Relationship Id="rId188" Type="http://schemas.openxmlformats.org/officeDocument/2006/relationships/customXml" Target="../ink/ink3330.xml"/><Relationship Id="rId311" Type="http://schemas.openxmlformats.org/officeDocument/2006/relationships/image" Target="../media/image2897.png"/><Relationship Id="rId353" Type="http://schemas.openxmlformats.org/officeDocument/2006/relationships/image" Target="../media/image2918.png"/><Relationship Id="rId395" Type="http://schemas.openxmlformats.org/officeDocument/2006/relationships/image" Target="../media/image2939.png"/><Relationship Id="rId409" Type="http://schemas.openxmlformats.org/officeDocument/2006/relationships/image" Target="../media/image2946.png"/><Relationship Id="rId560" Type="http://schemas.openxmlformats.org/officeDocument/2006/relationships/customXml" Target="../ink/ink3516.xml"/><Relationship Id="rId92" Type="http://schemas.openxmlformats.org/officeDocument/2006/relationships/customXml" Target="../ink/ink3282.xml"/><Relationship Id="rId213" Type="http://schemas.openxmlformats.org/officeDocument/2006/relationships/image" Target="../media/image2848.png"/><Relationship Id="rId420" Type="http://schemas.openxmlformats.org/officeDocument/2006/relationships/customXml" Target="../ink/ink3446.xml"/><Relationship Id="rId616" Type="http://schemas.openxmlformats.org/officeDocument/2006/relationships/customXml" Target="../ink/ink3544.xml"/><Relationship Id="rId255" Type="http://schemas.openxmlformats.org/officeDocument/2006/relationships/image" Target="../media/image2869.png"/><Relationship Id="rId297" Type="http://schemas.openxmlformats.org/officeDocument/2006/relationships/image" Target="../media/image2890.png"/><Relationship Id="rId462" Type="http://schemas.openxmlformats.org/officeDocument/2006/relationships/customXml" Target="../ink/ink3467.xml"/><Relationship Id="rId518" Type="http://schemas.openxmlformats.org/officeDocument/2006/relationships/customXml" Target="../ink/ink3495.xml"/><Relationship Id="rId115" Type="http://schemas.openxmlformats.org/officeDocument/2006/relationships/image" Target="../media/image2799.png"/><Relationship Id="rId157" Type="http://schemas.openxmlformats.org/officeDocument/2006/relationships/image" Target="../media/image2820.png"/><Relationship Id="rId322" Type="http://schemas.openxmlformats.org/officeDocument/2006/relationships/customXml" Target="../ink/ink3397.xml"/><Relationship Id="rId364" Type="http://schemas.openxmlformats.org/officeDocument/2006/relationships/customXml" Target="../ink/ink3418.xml"/><Relationship Id="rId61" Type="http://schemas.openxmlformats.org/officeDocument/2006/relationships/image" Target="../media/image2772.png"/><Relationship Id="rId199" Type="http://schemas.openxmlformats.org/officeDocument/2006/relationships/image" Target="../media/image2841.png"/><Relationship Id="rId571" Type="http://schemas.openxmlformats.org/officeDocument/2006/relationships/image" Target="../media/image3027.png"/><Relationship Id="rId627" Type="http://schemas.openxmlformats.org/officeDocument/2006/relationships/image" Target="../media/image3055.png"/><Relationship Id="rId19" Type="http://schemas.openxmlformats.org/officeDocument/2006/relationships/image" Target="../media/image2751.png"/><Relationship Id="rId224" Type="http://schemas.openxmlformats.org/officeDocument/2006/relationships/customXml" Target="../ink/ink3348.xml"/><Relationship Id="rId266" Type="http://schemas.openxmlformats.org/officeDocument/2006/relationships/customXml" Target="../ink/ink3369.xml"/><Relationship Id="rId431" Type="http://schemas.openxmlformats.org/officeDocument/2006/relationships/image" Target="../media/image2957.png"/><Relationship Id="rId473" Type="http://schemas.openxmlformats.org/officeDocument/2006/relationships/image" Target="../media/image2978.png"/><Relationship Id="rId529" Type="http://schemas.openxmlformats.org/officeDocument/2006/relationships/image" Target="../media/image3006.png"/><Relationship Id="rId30" Type="http://schemas.openxmlformats.org/officeDocument/2006/relationships/customXml" Target="../ink/ink3251.xml"/><Relationship Id="rId126" Type="http://schemas.openxmlformats.org/officeDocument/2006/relationships/customXml" Target="../ink/ink3299.xml"/><Relationship Id="rId168" Type="http://schemas.openxmlformats.org/officeDocument/2006/relationships/customXml" Target="../ink/ink3320.xml"/><Relationship Id="rId333" Type="http://schemas.openxmlformats.org/officeDocument/2006/relationships/image" Target="../media/image2908.png"/><Relationship Id="rId540" Type="http://schemas.openxmlformats.org/officeDocument/2006/relationships/customXml" Target="../ink/ink3506.xml"/><Relationship Id="rId72" Type="http://schemas.openxmlformats.org/officeDocument/2006/relationships/customXml" Target="../ink/ink3272.xml"/><Relationship Id="rId375" Type="http://schemas.openxmlformats.org/officeDocument/2006/relationships/image" Target="../media/image2929.png"/><Relationship Id="rId582" Type="http://schemas.openxmlformats.org/officeDocument/2006/relationships/customXml" Target="../ink/ink3527.xml"/><Relationship Id="rId3" Type="http://schemas.openxmlformats.org/officeDocument/2006/relationships/image" Target="../media/image2743.png"/><Relationship Id="rId235" Type="http://schemas.openxmlformats.org/officeDocument/2006/relationships/image" Target="../media/image2859.png"/><Relationship Id="rId277" Type="http://schemas.openxmlformats.org/officeDocument/2006/relationships/image" Target="../media/image2880.png"/><Relationship Id="rId400" Type="http://schemas.openxmlformats.org/officeDocument/2006/relationships/customXml" Target="../ink/ink3436.xml"/><Relationship Id="rId442" Type="http://schemas.openxmlformats.org/officeDocument/2006/relationships/customXml" Target="../ink/ink3457.xml"/><Relationship Id="rId484" Type="http://schemas.openxmlformats.org/officeDocument/2006/relationships/customXml" Target="../ink/ink3478.xml"/><Relationship Id="rId137" Type="http://schemas.openxmlformats.org/officeDocument/2006/relationships/image" Target="../media/image2810.png"/><Relationship Id="rId302" Type="http://schemas.openxmlformats.org/officeDocument/2006/relationships/customXml" Target="../ink/ink3387.xml"/><Relationship Id="rId344" Type="http://schemas.openxmlformats.org/officeDocument/2006/relationships/customXml" Target="../ink/ink3408.xml"/><Relationship Id="rId41" Type="http://schemas.openxmlformats.org/officeDocument/2006/relationships/image" Target="../media/image2762.png"/><Relationship Id="rId83" Type="http://schemas.openxmlformats.org/officeDocument/2006/relationships/image" Target="../media/image2783.png"/><Relationship Id="rId179" Type="http://schemas.openxmlformats.org/officeDocument/2006/relationships/image" Target="../media/image2831.png"/><Relationship Id="rId386" Type="http://schemas.openxmlformats.org/officeDocument/2006/relationships/customXml" Target="../ink/ink3429.xml"/><Relationship Id="rId551" Type="http://schemas.openxmlformats.org/officeDocument/2006/relationships/image" Target="../media/image3017.png"/><Relationship Id="rId593" Type="http://schemas.openxmlformats.org/officeDocument/2006/relationships/image" Target="../media/image3038.png"/><Relationship Id="rId607" Type="http://schemas.openxmlformats.org/officeDocument/2006/relationships/image" Target="../media/image3045.png"/><Relationship Id="rId190" Type="http://schemas.openxmlformats.org/officeDocument/2006/relationships/customXml" Target="../ink/ink3331.xml"/><Relationship Id="rId204" Type="http://schemas.openxmlformats.org/officeDocument/2006/relationships/customXml" Target="../ink/ink3338.xml"/><Relationship Id="rId246" Type="http://schemas.openxmlformats.org/officeDocument/2006/relationships/customXml" Target="../ink/ink3359.xml"/><Relationship Id="rId288" Type="http://schemas.openxmlformats.org/officeDocument/2006/relationships/customXml" Target="../ink/ink3380.xml"/><Relationship Id="rId411" Type="http://schemas.openxmlformats.org/officeDocument/2006/relationships/image" Target="../media/image2947.png"/><Relationship Id="rId453" Type="http://schemas.openxmlformats.org/officeDocument/2006/relationships/image" Target="../media/image2968.png"/><Relationship Id="rId509" Type="http://schemas.openxmlformats.org/officeDocument/2006/relationships/image" Target="../media/image2996.png"/><Relationship Id="rId106" Type="http://schemas.openxmlformats.org/officeDocument/2006/relationships/customXml" Target="../ink/ink3289.xml"/><Relationship Id="rId313" Type="http://schemas.openxmlformats.org/officeDocument/2006/relationships/image" Target="../media/image2898.png"/><Relationship Id="rId495" Type="http://schemas.openxmlformats.org/officeDocument/2006/relationships/image" Target="../media/image2989.png"/><Relationship Id="rId10" Type="http://schemas.openxmlformats.org/officeDocument/2006/relationships/customXml" Target="../ink/ink3241.xml"/><Relationship Id="rId52" Type="http://schemas.openxmlformats.org/officeDocument/2006/relationships/customXml" Target="../ink/ink3262.xml"/><Relationship Id="rId94" Type="http://schemas.openxmlformats.org/officeDocument/2006/relationships/customXml" Target="../ink/ink3283.xml"/><Relationship Id="rId148" Type="http://schemas.openxmlformats.org/officeDocument/2006/relationships/customXml" Target="../ink/ink3310.xml"/><Relationship Id="rId355" Type="http://schemas.openxmlformats.org/officeDocument/2006/relationships/image" Target="../media/image2919.png"/><Relationship Id="rId397" Type="http://schemas.openxmlformats.org/officeDocument/2006/relationships/image" Target="../media/image2940.png"/><Relationship Id="rId520" Type="http://schemas.openxmlformats.org/officeDocument/2006/relationships/customXml" Target="../ink/ink3496.xml"/><Relationship Id="rId562" Type="http://schemas.openxmlformats.org/officeDocument/2006/relationships/customXml" Target="../ink/ink3517.xml"/><Relationship Id="rId618" Type="http://schemas.openxmlformats.org/officeDocument/2006/relationships/customXml" Target="../ink/ink3545.xml"/><Relationship Id="rId215" Type="http://schemas.openxmlformats.org/officeDocument/2006/relationships/image" Target="../media/image2849.png"/><Relationship Id="rId257" Type="http://schemas.openxmlformats.org/officeDocument/2006/relationships/image" Target="../media/image2870.png"/><Relationship Id="rId422" Type="http://schemas.openxmlformats.org/officeDocument/2006/relationships/customXml" Target="../ink/ink3447.xml"/><Relationship Id="rId464" Type="http://schemas.openxmlformats.org/officeDocument/2006/relationships/customXml" Target="../ink/ink3468.xml"/><Relationship Id="rId299" Type="http://schemas.openxmlformats.org/officeDocument/2006/relationships/image" Target="../media/image2891.png"/><Relationship Id="rId63" Type="http://schemas.openxmlformats.org/officeDocument/2006/relationships/image" Target="../media/image2773.png"/><Relationship Id="rId159" Type="http://schemas.openxmlformats.org/officeDocument/2006/relationships/image" Target="../media/image2821.png"/><Relationship Id="rId366" Type="http://schemas.openxmlformats.org/officeDocument/2006/relationships/customXml" Target="../ink/ink3419.xml"/><Relationship Id="rId573" Type="http://schemas.openxmlformats.org/officeDocument/2006/relationships/image" Target="../media/image3028.png"/><Relationship Id="rId226" Type="http://schemas.openxmlformats.org/officeDocument/2006/relationships/customXml" Target="../ink/ink3349.xml"/><Relationship Id="rId433" Type="http://schemas.openxmlformats.org/officeDocument/2006/relationships/image" Target="../media/image2958.png"/><Relationship Id="rId74" Type="http://schemas.openxmlformats.org/officeDocument/2006/relationships/customXml" Target="../ink/ink3273.xml"/><Relationship Id="rId377" Type="http://schemas.openxmlformats.org/officeDocument/2006/relationships/image" Target="../media/image2930.png"/><Relationship Id="rId500" Type="http://schemas.openxmlformats.org/officeDocument/2006/relationships/customXml" Target="../ink/ink3486.xml"/><Relationship Id="rId584" Type="http://schemas.openxmlformats.org/officeDocument/2006/relationships/customXml" Target="../ink/ink3528.xml"/><Relationship Id="rId5" Type="http://schemas.openxmlformats.org/officeDocument/2006/relationships/image" Target="../media/image2744.png"/><Relationship Id="rId237" Type="http://schemas.openxmlformats.org/officeDocument/2006/relationships/image" Target="../media/image2860.png"/><Relationship Id="rId444" Type="http://schemas.openxmlformats.org/officeDocument/2006/relationships/customXml" Target="../ink/ink3458.xml"/><Relationship Id="rId290" Type="http://schemas.openxmlformats.org/officeDocument/2006/relationships/customXml" Target="../ink/ink3381.xml"/><Relationship Id="rId304" Type="http://schemas.openxmlformats.org/officeDocument/2006/relationships/customXml" Target="../ink/ink3388.xml"/><Relationship Id="rId388" Type="http://schemas.openxmlformats.org/officeDocument/2006/relationships/customXml" Target="../ink/ink3430.xml"/><Relationship Id="rId511" Type="http://schemas.openxmlformats.org/officeDocument/2006/relationships/image" Target="../media/image2997.png"/><Relationship Id="rId609" Type="http://schemas.openxmlformats.org/officeDocument/2006/relationships/image" Target="../media/image3046.png"/><Relationship Id="rId85" Type="http://schemas.openxmlformats.org/officeDocument/2006/relationships/image" Target="../media/image2784.png"/><Relationship Id="rId150" Type="http://schemas.openxmlformats.org/officeDocument/2006/relationships/customXml" Target="../ink/ink3311.xml"/><Relationship Id="rId595" Type="http://schemas.openxmlformats.org/officeDocument/2006/relationships/image" Target="../media/image3039.png"/><Relationship Id="rId248" Type="http://schemas.openxmlformats.org/officeDocument/2006/relationships/customXml" Target="../ink/ink3360.xml"/><Relationship Id="rId455" Type="http://schemas.openxmlformats.org/officeDocument/2006/relationships/image" Target="../media/image2969.png"/><Relationship Id="rId12" Type="http://schemas.openxmlformats.org/officeDocument/2006/relationships/customXml" Target="../ink/ink3242.xml"/><Relationship Id="rId108" Type="http://schemas.openxmlformats.org/officeDocument/2006/relationships/customXml" Target="../ink/ink3290.xml"/><Relationship Id="rId315" Type="http://schemas.openxmlformats.org/officeDocument/2006/relationships/image" Target="../media/image2899.png"/><Relationship Id="rId522" Type="http://schemas.openxmlformats.org/officeDocument/2006/relationships/customXml" Target="../ink/ink3497.xml"/><Relationship Id="rId96" Type="http://schemas.openxmlformats.org/officeDocument/2006/relationships/customXml" Target="../ink/ink3284.xml"/><Relationship Id="rId161" Type="http://schemas.openxmlformats.org/officeDocument/2006/relationships/image" Target="../media/image2822.png"/><Relationship Id="rId399" Type="http://schemas.openxmlformats.org/officeDocument/2006/relationships/image" Target="../media/image2941.png"/><Relationship Id="rId259" Type="http://schemas.openxmlformats.org/officeDocument/2006/relationships/image" Target="../media/image2871.png"/><Relationship Id="rId466" Type="http://schemas.openxmlformats.org/officeDocument/2006/relationships/customXml" Target="../ink/ink3469.xml"/><Relationship Id="rId23" Type="http://schemas.openxmlformats.org/officeDocument/2006/relationships/image" Target="../media/image2753.png"/><Relationship Id="rId119" Type="http://schemas.openxmlformats.org/officeDocument/2006/relationships/image" Target="../media/image2801.png"/><Relationship Id="rId326" Type="http://schemas.openxmlformats.org/officeDocument/2006/relationships/customXml" Target="../ink/ink3399.xml"/><Relationship Id="rId533" Type="http://schemas.openxmlformats.org/officeDocument/2006/relationships/image" Target="../media/image3008.png"/><Relationship Id="rId172" Type="http://schemas.openxmlformats.org/officeDocument/2006/relationships/customXml" Target="../ink/ink3322.xml"/><Relationship Id="rId477" Type="http://schemas.openxmlformats.org/officeDocument/2006/relationships/image" Target="../media/image2980.png"/><Relationship Id="rId600" Type="http://schemas.openxmlformats.org/officeDocument/2006/relationships/customXml" Target="../ink/ink3536.xml"/><Relationship Id="rId337" Type="http://schemas.openxmlformats.org/officeDocument/2006/relationships/image" Target="../media/image2910.png"/><Relationship Id="rId34" Type="http://schemas.openxmlformats.org/officeDocument/2006/relationships/customXml" Target="../ink/ink3253.xml"/><Relationship Id="rId544" Type="http://schemas.openxmlformats.org/officeDocument/2006/relationships/customXml" Target="../ink/ink3508.xml"/><Relationship Id="rId183" Type="http://schemas.openxmlformats.org/officeDocument/2006/relationships/image" Target="../media/image2833.png"/><Relationship Id="rId390" Type="http://schemas.openxmlformats.org/officeDocument/2006/relationships/customXml" Target="../ink/ink3431.xml"/><Relationship Id="rId404" Type="http://schemas.openxmlformats.org/officeDocument/2006/relationships/customXml" Target="../ink/ink3438.xml"/><Relationship Id="rId611" Type="http://schemas.openxmlformats.org/officeDocument/2006/relationships/image" Target="../media/image3047.png"/><Relationship Id="rId250" Type="http://schemas.openxmlformats.org/officeDocument/2006/relationships/customXml" Target="../ink/ink3361.xml"/><Relationship Id="rId488" Type="http://schemas.openxmlformats.org/officeDocument/2006/relationships/customXml" Target="../ink/ink3480.xml"/><Relationship Id="rId45" Type="http://schemas.openxmlformats.org/officeDocument/2006/relationships/image" Target="../media/image2764.png"/><Relationship Id="rId110" Type="http://schemas.openxmlformats.org/officeDocument/2006/relationships/customXml" Target="../ink/ink3291.xml"/><Relationship Id="rId348" Type="http://schemas.openxmlformats.org/officeDocument/2006/relationships/customXml" Target="../ink/ink3410.xml"/><Relationship Id="rId555" Type="http://schemas.openxmlformats.org/officeDocument/2006/relationships/image" Target="../media/image3019.png"/><Relationship Id="rId194" Type="http://schemas.openxmlformats.org/officeDocument/2006/relationships/customXml" Target="../ink/ink3333.xml"/><Relationship Id="rId208" Type="http://schemas.openxmlformats.org/officeDocument/2006/relationships/customXml" Target="../ink/ink3340.xml"/><Relationship Id="rId415" Type="http://schemas.openxmlformats.org/officeDocument/2006/relationships/image" Target="../media/image2949.png"/><Relationship Id="rId622" Type="http://schemas.openxmlformats.org/officeDocument/2006/relationships/customXml" Target="../ink/ink3547.xml"/><Relationship Id="rId261" Type="http://schemas.openxmlformats.org/officeDocument/2006/relationships/image" Target="../media/image2872.png"/><Relationship Id="rId499" Type="http://schemas.openxmlformats.org/officeDocument/2006/relationships/image" Target="../media/image2991.png"/><Relationship Id="rId56" Type="http://schemas.openxmlformats.org/officeDocument/2006/relationships/customXml" Target="../ink/ink3264.xml"/><Relationship Id="rId359" Type="http://schemas.openxmlformats.org/officeDocument/2006/relationships/image" Target="../media/image2921.png"/><Relationship Id="rId566" Type="http://schemas.openxmlformats.org/officeDocument/2006/relationships/customXml" Target="../ink/ink3519.xml"/><Relationship Id="rId121" Type="http://schemas.openxmlformats.org/officeDocument/2006/relationships/image" Target="../media/image2802.png"/><Relationship Id="rId219" Type="http://schemas.openxmlformats.org/officeDocument/2006/relationships/image" Target="../media/image2851.png"/><Relationship Id="rId426" Type="http://schemas.openxmlformats.org/officeDocument/2006/relationships/customXml" Target="../ink/ink3449.xml"/><Relationship Id="rId633" Type="http://schemas.openxmlformats.org/officeDocument/2006/relationships/image" Target="../media/image3058.png"/><Relationship Id="rId67" Type="http://schemas.openxmlformats.org/officeDocument/2006/relationships/image" Target="../media/image2775.png"/><Relationship Id="rId272" Type="http://schemas.openxmlformats.org/officeDocument/2006/relationships/customXml" Target="../ink/ink3372.xml"/><Relationship Id="rId577" Type="http://schemas.openxmlformats.org/officeDocument/2006/relationships/image" Target="../media/image3030.png"/><Relationship Id="rId132" Type="http://schemas.openxmlformats.org/officeDocument/2006/relationships/customXml" Target="../ink/ink3302.xml"/><Relationship Id="rId437" Type="http://schemas.openxmlformats.org/officeDocument/2006/relationships/image" Target="../media/image2960.png"/><Relationship Id="rId283" Type="http://schemas.openxmlformats.org/officeDocument/2006/relationships/image" Target="../media/image2883.png"/><Relationship Id="rId490" Type="http://schemas.openxmlformats.org/officeDocument/2006/relationships/customXml" Target="../ink/ink3481.xml"/><Relationship Id="rId504" Type="http://schemas.openxmlformats.org/officeDocument/2006/relationships/customXml" Target="../ink/ink3488.xml"/><Relationship Id="rId78" Type="http://schemas.openxmlformats.org/officeDocument/2006/relationships/customXml" Target="../ink/ink3275.xml"/><Relationship Id="rId143" Type="http://schemas.openxmlformats.org/officeDocument/2006/relationships/image" Target="../media/image2813.png"/><Relationship Id="rId350" Type="http://schemas.openxmlformats.org/officeDocument/2006/relationships/customXml" Target="../ink/ink3411.xml"/><Relationship Id="rId588" Type="http://schemas.openxmlformats.org/officeDocument/2006/relationships/customXml" Target="../ink/ink3530.xml"/></Relationships>
</file>

<file path=ppt/slides/_rels/slide2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950.png"/><Relationship Id="rId299" Type="http://schemas.openxmlformats.org/officeDocument/2006/relationships/image" Target="../media/image3092.png"/><Relationship Id="rId21" Type="http://schemas.openxmlformats.org/officeDocument/2006/relationships/image" Target="../media/image2902.png"/><Relationship Id="rId63" Type="http://schemas.openxmlformats.org/officeDocument/2006/relationships/image" Target="../media/image2923.png"/><Relationship Id="rId159" Type="http://schemas.openxmlformats.org/officeDocument/2006/relationships/image" Target="../media/image2971.png"/><Relationship Id="rId324" Type="http://schemas.openxmlformats.org/officeDocument/2006/relationships/customXml" Target="../ink/ink3714.xml"/><Relationship Id="rId366" Type="http://schemas.openxmlformats.org/officeDocument/2006/relationships/customXml" Target="../ink/ink3735.xml"/><Relationship Id="rId170" Type="http://schemas.openxmlformats.org/officeDocument/2006/relationships/customXml" Target="../ink/ink3637.xml"/><Relationship Id="rId226" Type="http://schemas.openxmlformats.org/officeDocument/2006/relationships/customXml" Target="../ink/ink3665.xml"/><Relationship Id="rId268" Type="http://schemas.openxmlformats.org/officeDocument/2006/relationships/customXml" Target="../ink/ink3686.xml"/><Relationship Id="rId32" Type="http://schemas.openxmlformats.org/officeDocument/2006/relationships/customXml" Target="../ink/ink3568.xml"/><Relationship Id="rId74" Type="http://schemas.openxmlformats.org/officeDocument/2006/relationships/customXml" Target="../ink/ink3589.xml"/><Relationship Id="rId128" Type="http://schemas.openxmlformats.org/officeDocument/2006/relationships/customXml" Target="../ink/ink3616.xml"/><Relationship Id="rId335" Type="http://schemas.openxmlformats.org/officeDocument/2006/relationships/image" Target="../media/image3110.png"/><Relationship Id="rId377" Type="http://schemas.openxmlformats.org/officeDocument/2006/relationships/image" Target="../media/image3131.png"/><Relationship Id="rId5" Type="http://schemas.openxmlformats.org/officeDocument/2006/relationships/image" Target="../media/image2894.png"/><Relationship Id="rId181" Type="http://schemas.openxmlformats.org/officeDocument/2006/relationships/image" Target="../media/image2982.png"/><Relationship Id="rId237" Type="http://schemas.openxmlformats.org/officeDocument/2006/relationships/image" Target="../media/image3061.png"/><Relationship Id="rId279" Type="http://schemas.openxmlformats.org/officeDocument/2006/relationships/image" Target="../media/image3082.png"/><Relationship Id="rId43" Type="http://schemas.openxmlformats.org/officeDocument/2006/relationships/image" Target="../media/image2913.png"/><Relationship Id="rId139" Type="http://schemas.openxmlformats.org/officeDocument/2006/relationships/image" Target="../media/image2961.png"/><Relationship Id="rId290" Type="http://schemas.openxmlformats.org/officeDocument/2006/relationships/customXml" Target="../ink/ink3697.xml"/><Relationship Id="rId304" Type="http://schemas.openxmlformats.org/officeDocument/2006/relationships/customXml" Target="../ink/ink3704.xml"/><Relationship Id="rId346" Type="http://schemas.openxmlformats.org/officeDocument/2006/relationships/customXml" Target="../ink/ink3725.xml"/><Relationship Id="rId85" Type="http://schemas.openxmlformats.org/officeDocument/2006/relationships/image" Target="../media/image2934.png"/><Relationship Id="rId150" Type="http://schemas.openxmlformats.org/officeDocument/2006/relationships/customXml" Target="../ink/ink3627.xml"/><Relationship Id="rId192" Type="http://schemas.openxmlformats.org/officeDocument/2006/relationships/customXml" Target="../ink/ink3648.xml"/><Relationship Id="rId206" Type="http://schemas.openxmlformats.org/officeDocument/2006/relationships/customXml" Target="../ink/ink3655.xml"/><Relationship Id="rId248" Type="http://schemas.openxmlformats.org/officeDocument/2006/relationships/customXml" Target="../ink/ink3676.xml"/><Relationship Id="rId12" Type="http://schemas.openxmlformats.org/officeDocument/2006/relationships/customXml" Target="../ink/ink3558.xml"/><Relationship Id="rId108" Type="http://schemas.openxmlformats.org/officeDocument/2006/relationships/customXml" Target="../ink/ink3606.xml"/><Relationship Id="rId315" Type="http://schemas.openxmlformats.org/officeDocument/2006/relationships/image" Target="../media/image3100.png"/><Relationship Id="rId357" Type="http://schemas.openxmlformats.org/officeDocument/2006/relationships/image" Target="../media/image3121.png"/><Relationship Id="rId54" Type="http://schemas.openxmlformats.org/officeDocument/2006/relationships/customXml" Target="../ink/ink3579.xml"/><Relationship Id="rId96" Type="http://schemas.openxmlformats.org/officeDocument/2006/relationships/customXml" Target="../ink/ink3600.xml"/><Relationship Id="rId161" Type="http://schemas.openxmlformats.org/officeDocument/2006/relationships/image" Target="../media/image2972.png"/><Relationship Id="rId217" Type="http://schemas.openxmlformats.org/officeDocument/2006/relationships/image" Target="../media/image3000.png"/><Relationship Id="rId259" Type="http://schemas.openxmlformats.org/officeDocument/2006/relationships/image" Target="../media/image3072.png"/><Relationship Id="rId23" Type="http://schemas.openxmlformats.org/officeDocument/2006/relationships/image" Target="../media/image2903.png"/><Relationship Id="rId119" Type="http://schemas.openxmlformats.org/officeDocument/2006/relationships/image" Target="../media/image2951.png"/><Relationship Id="rId270" Type="http://schemas.openxmlformats.org/officeDocument/2006/relationships/customXml" Target="../ink/ink3687.xml"/><Relationship Id="rId326" Type="http://schemas.openxmlformats.org/officeDocument/2006/relationships/customXml" Target="../ink/ink3715.xml"/><Relationship Id="rId65" Type="http://schemas.openxmlformats.org/officeDocument/2006/relationships/image" Target="../media/image2924.png"/><Relationship Id="rId130" Type="http://schemas.openxmlformats.org/officeDocument/2006/relationships/customXml" Target="../ink/ink3617.xml"/><Relationship Id="rId368" Type="http://schemas.openxmlformats.org/officeDocument/2006/relationships/customXml" Target="../ink/ink3736.xml"/><Relationship Id="rId172" Type="http://schemas.openxmlformats.org/officeDocument/2006/relationships/customXml" Target="../ink/ink3638.xml"/><Relationship Id="rId228" Type="http://schemas.openxmlformats.org/officeDocument/2006/relationships/customXml" Target="../ink/ink3666.xml"/><Relationship Id="rId281" Type="http://schemas.openxmlformats.org/officeDocument/2006/relationships/image" Target="../media/image3083.png"/><Relationship Id="rId337" Type="http://schemas.openxmlformats.org/officeDocument/2006/relationships/image" Target="../media/image3111.png"/><Relationship Id="rId34" Type="http://schemas.openxmlformats.org/officeDocument/2006/relationships/customXml" Target="../ink/ink3569.xml"/><Relationship Id="rId76" Type="http://schemas.openxmlformats.org/officeDocument/2006/relationships/customXml" Target="../ink/ink3590.xml"/><Relationship Id="rId141" Type="http://schemas.openxmlformats.org/officeDocument/2006/relationships/image" Target="../media/image2962.png"/><Relationship Id="rId379" Type="http://schemas.openxmlformats.org/officeDocument/2006/relationships/image" Target="../media/image3132.png"/><Relationship Id="rId7" Type="http://schemas.openxmlformats.org/officeDocument/2006/relationships/image" Target="../media/image2895.png"/><Relationship Id="rId183" Type="http://schemas.openxmlformats.org/officeDocument/2006/relationships/image" Target="../media/image2983.png"/><Relationship Id="rId239" Type="http://schemas.openxmlformats.org/officeDocument/2006/relationships/image" Target="../media/image3062.png"/><Relationship Id="rId250" Type="http://schemas.openxmlformats.org/officeDocument/2006/relationships/customXml" Target="../ink/ink3677.xml"/><Relationship Id="rId292" Type="http://schemas.openxmlformats.org/officeDocument/2006/relationships/customXml" Target="../ink/ink3698.xml"/><Relationship Id="rId306" Type="http://schemas.openxmlformats.org/officeDocument/2006/relationships/customXml" Target="../ink/ink3705.xml"/><Relationship Id="rId45" Type="http://schemas.openxmlformats.org/officeDocument/2006/relationships/image" Target="../media/image2914.png"/><Relationship Id="rId87" Type="http://schemas.openxmlformats.org/officeDocument/2006/relationships/image" Target="../media/image2935.png"/><Relationship Id="rId110" Type="http://schemas.openxmlformats.org/officeDocument/2006/relationships/customXml" Target="../ink/ink3607.xml"/><Relationship Id="rId348" Type="http://schemas.openxmlformats.org/officeDocument/2006/relationships/customXml" Target="../ink/ink3726.xml"/><Relationship Id="rId152" Type="http://schemas.openxmlformats.org/officeDocument/2006/relationships/customXml" Target="../ink/ink3628.xml"/><Relationship Id="rId194" Type="http://schemas.openxmlformats.org/officeDocument/2006/relationships/customXml" Target="../ink/ink3649.xml"/><Relationship Id="rId208" Type="http://schemas.openxmlformats.org/officeDocument/2006/relationships/customXml" Target="../ink/ink3656.xml"/><Relationship Id="rId261" Type="http://schemas.openxmlformats.org/officeDocument/2006/relationships/image" Target="../media/image3073.png"/><Relationship Id="rId14" Type="http://schemas.openxmlformats.org/officeDocument/2006/relationships/customXml" Target="../ink/ink3559.xml"/><Relationship Id="rId56" Type="http://schemas.openxmlformats.org/officeDocument/2006/relationships/customXml" Target="../ink/ink3580.xml"/><Relationship Id="rId317" Type="http://schemas.openxmlformats.org/officeDocument/2006/relationships/image" Target="../media/image3101.png"/><Relationship Id="rId359" Type="http://schemas.openxmlformats.org/officeDocument/2006/relationships/image" Target="../media/image3122.png"/><Relationship Id="rId98" Type="http://schemas.openxmlformats.org/officeDocument/2006/relationships/customXml" Target="../ink/ink3601.xml"/><Relationship Id="rId121" Type="http://schemas.openxmlformats.org/officeDocument/2006/relationships/image" Target="../media/image2952.png"/><Relationship Id="rId163" Type="http://schemas.openxmlformats.org/officeDocument/2006/relationships/image" Target="../media/image2973.png"/><Relationship Id="rId219" Type="http://schemas.openxmlformats.org/officeDocument/2006/relationships/image" Target="../media/image3001.png"/><Relationship Id="rId370" Type="http://schemas.openxmlformats.org/officeDocument/2006/relationships/customXml" Target="../ink/ink3737.xml"/><Relationship Id="rId230" Type="http://schemas.openxmlformats.org/officeDocument/2006/relationships/customXml" Target="../ink/ink3667.xml"/><Relationship Id="rId25" Type="http://schemas.openxmlformats.org/officeDocument/2006/relationships/image" Target="../media/image2904.png"/><Relationship Id="rId67" Type="http://schemas.openxmlformats.org/officeDocument/2006/relationships/image" Target="../media/image2925.png"/><Relationship Id="rId272" Type="http://schemas.openxmlformats.org/officeDocument/2006/relationships/customXml" Target="../ink/ink3688.xml"/><Relationship Id="rId328" Type="http://schemas.openxmlformats.org/officeDocument/2006/relationships/customXml" Target="../ink/ink3716.xml"/><Relationship Id="rId132" Type="http://schemas.openxmlformats.org/officeDocument/2006/relationships/customXml" Target="../ink/ink3618.xml"/><Relationship Id="rId174" Type="http://schemas.openxmlformats.org/officeDocument/2006/relationships/customXml" Target="../ink/ink3639.xml"/><Relationship Id="rId381" Type="http://schemas.openxmlformats.org/officeDocument/2006/relationships/image" Target="../media/image3133.png"/><Relationship Id="rId241" Type="http://schemas.openxmlformats.org/officeDocument/2006/relationships/image" Target="../media/image3063.png"/><Relationship Id="rId36" Type="http://schemas.openxmlformats.org/officeDocument/2006/relationships/customXml" Target="../ink/ink3570.xml"/><Relationship Id="rId283" Type="http://schemas.openxmlformats.org/officeDocument/2006/relationships/image" Target="../media/image3084.png"/><Relationship Id="rId339" Type="http://schemas.openxmlformats.org/officeDocument/2006/relationships/image" Target="../media/image3112.png"/><Relationship Id="rId78" Type="http://schemas.openxmlformats.org/officeDocument/2006/relationships/customXml" Target="../ink/ink3591.xml"/><Relationship Id="rId101" Type="http://schemas.openxmlformats.org/officeDocument/2006/relationships/image" Target="../media/image2942.png"/><Relationship Id="rId143" Type="http://schemas.openxmlformats.org/officeDocument/2006/relationships/image" Target="../media/image2963.png"/><Relationship Id="rId185" Type="http://schemas.openxmlformats.org/officeDocument/2006/relationships/image" Target="../media/image2984.png"/><Relationship Id="rId350" Type="http://schemas.openxmlformats.org/officeDocument/2006/relationships/customXml" Target="../ink/ink3727.xml"/><Relationship Id="rId9" Type="http://schemas.openxmlformats.org/officeDocument/2006/relationships/image" Target="../media/image2896.png"/><Relationship Id="rId210" Type="http://schemas.openxmlformats.org/officeDocument/2006/relationships/customXml" Target="../ink/ink3657.xml"/><Relationship Id="rId26" Type="http://schemas.openxmlformats.org/officeDocument/2006/relationships/customXml" Target="../ink/ink3565.xml"/><Relationship Id="rId231" Type="http://schemas.openxmlformats.org/officeDocument/2006/relationships/image" Target="../media/image2324.png"/><Relationship Id="rId252" Type="http://schemas.openxmlformats.org/officeDocument/2006/relationships/customXml" Target="../ink/ink3678.xml"/><Relationship Id="rId273" Type="http://schemas.openxmlformats.org/officeDocument/2006/relationships/image" Target="../media/image3079.png"/><Relationship Id="rId294" Type="http://schemas.openxmlformats.org/officeDocument/2006/relationships/customXml" Target="../ink/ink3699.xml"/><Relationship Id="rId308" Type="http://schemas.openxmlformats.org/officeDocument/2006/relationships/customXml" Target="../ink/ink3706.xml"/><Relationship Id="rId329" Type="http://schemas.openxmlformats.org/officeDocument/2006/relationships/image" Target="../media/image3107.png"/><Relationship Id="rId47" Type="http://schemas.openxmlformats.org/officeDocument/2006/relationships/image" Target="../media/image2915.png"/><Relationship Id="rId68" Type="http://schemas.openxmlformats.org/officeDocument/2006/relationships/customXml" Target="../ink/ink3586.xml"/><Relationship Id="rId89" Type="http://schemas.openxmlformats.org/officeDocument/2006/relationships/image" Target="../media/image2936.png"/><Relationship Id="rId112" Type="http://schemas.openxmlformats.org/officeDocument/2006/relationships/customXml" Target="../ink/ink3608.xml"/><Relationship Id="rId133" Type="http://schemas.openxmlformats.org/officeDocument/2006/relationships/image" Target="../media/image2958.png"/><Relationship Id="rId154" Type="http://schemas.openxmlformats.org/officeDocument/2006/relationships/customXml" Target="../ink/ink3629.xml"/><Relationship Id="rId175" Type="http://schemas.openxmlformats.org/officeDocument/2006/relationships/image" Target="../media/image2979.png"/><Relationship Id="rId340" Type="http://schemas.openxmlformats.org/officeDocument/2006/relationships/customXml" Target="../ink/ink3722.xml"/><Relationship Id="rId361" Type="http://schemas.openxmlformats.org/officeDocument/2006/relationships/image" Target="../media/image3123.png"/><Relationship Id="rId196" Type="http://schemas.openxmlformats.org/officeDocument/2006/relationships/customXml" Target="../ink/ink3650.xml"/><Relationship Id="rId200" Type="http://schemas.openxmlformats.org/officeDocument/2006/relationships/customXml" Target="../ink/ink3652.xml"/><Relationship Id="rId382" Type="http://schemas.openxmlformats.org/officeDocument/2006/relationships/customXml" Target="../ink/ink3743.xml"/><Relationship Id="rId16" Type="http://schemas.openxmlformats.org/officeDocument/2006/relationships/customXml" Target="../ink/ink3560.xml"/><Relationship Id="rId221" Type="http://schemas.openxmlformats.org/officeDocument/2006/relationships/image" Target="../media/image3002.png"/><Relationship Id="rId242" Type="http://schemas.openxmlformats.org/officeDocument/2006/relationships/customXml" Target="../ink/ink3673.xml"/><Relationship Id="rId263" Type="http://schemas.openxmlformats.org/officeDocument/2006/relationships/image" Target="../media/image3074.png"/><Relationship Id="rId284" Type="http://schemas.openxmlformats.org/officeDocument/2006/relationships/customXml" Target="../ink/ink3694.xml"/><Relationship Id="rId319" Type="http://schemas.openxmlformats.org/officeDocument/2006/relationships/image" Target="../media/image3102.png"/><Relationship Id="rId37" Type="http://schemas.openxmlformats.org/officeDocument/2006/relationships/image" Target="../media/image2910.png"/><Relationship Id="rId58" Type="http://schemas.openxmlformats.org/officeDocument/2006/relationships/customXml" Target="../ink/ink3581.xml"/><Relationship Id="rId79" Type="http://schemas.openxmlformats.org/officeDocument/2006/relationships/image" Target="../media/image2931.png"/><Relationship Id="rId102" Type="http://schemas.openxmlformats.org/officeDocument/2006/relationships/customXml" Target="../ink/ink3603.xml"/><Relationship Id="rId123" Type="http://schemas.openxmlformats.org/officeDocument/2006/relationships/image" Target="../media/image2953.png"/><Relationship Id="rId144" Type="http://schemas.openxmlformats.org/officeDocument/2006/relationships/customXml" Target="../ink/ink3624.xml"/><Relationship Id="rId330" Type="http://schemas.openxmlformats.org/officeDocument/2006/relationships/customXml" Target="../ink/ink3717.xml"/><Relationship Id="rId90" Type="http://schemas.openxmlformats.org/officeDocument/2006/relationships/customXml" Target="../ink/ink3597.xml"/><Relationship Id="rId165" Type="http://schemas.openxmlformats.org/officeDocument/2006/relationships/image" Target="../media/image2974.png"/><Relationship Id="rId186" Type="http://schemas.openxmlformats.org/officeDocument/2006/relationships/customXml" Target="../ink/ink3645.xml"/><Relationship Id="rId351" Type="http://schemas.openxmlformats.org/officeDocument/2006/relationships/image" Target="../media/image3118.png"/><Relationship Id="rId372" Type="http://schemas.openxmlformats.org/officeDocument/2006/relationships/customXml" Target="../ink/ink3738.xml"/><Relationship Id="rId211" Type="http://schemas.openxmlformats.org/officeDocument/2006/relationships/image" Target="../media/image2997.png"/><Relationship Id="rId232" Type="http://schemas.openxmlformats.org/officeDocument/2006/relationships/customXml" Target="../ink/ink3668.xml"/><Relationship Id="rId253" Type="http://schemas.openxmlformats.org/officeDocument/2006/relationships/image" Target="../media/image3069.png"/><Relationship Id="rId274" Type="http://schemas.openxmlformats.org/officeDocument/2006/relationships/customXml" Target="../ink/ink3689.xml"/><Relationship Id="rId295" Type="http://schemas.openxmlformats.org/officeDocument/2006/relationships/image" Target="../media/image3090.png"/><Relationship Id="rId309" Type="http://schemas.openxmlformats.org/officeDocument/2006/relationships/image" Target="../media/image3097.png"/><Relationship Id="rId27" Type="http://schemas.openxmlformats.org/officeDocument/2006/relationships/image" Target="../media/image2905.png"/><Relationship Id="rId48" Type="http://schemas.openxmlformats.org/officeDocument/2006/relationships/customXml" Target="../ink/ink3576.xml"/><Relationship Id="rId69" Type="http://schemas.openxmlformats.org/officeDocument/2006/relationships/image" Target="../media/image2926.png"/><Relationship Id="rId113" Type="http://schemas.openxmlformats.org/officeDocument/2006/relationships/image" Target="../media/image2948.png"/><Relationship Id="rId134" Type="http://schemas.openxmlformats.org/officeDocument/2006/relationships/customXml" Target="../ink/ink3619.xml"/><Relationship Id="rId320" Type="http://schemas.openxmlformats.org/officeDocument/2006/relationships/customXml" Target="../ink/ink3712.xml"/><Relationship Id="rId80" Type="http://schemas.openxmlformats.org/officeDocument/2006/relationships/customXml" Target="../ink/ink3592.xml"/><Relationship Id="rId155" Type="http://schemas.openxmlformats.org/officeDocument/2006/relationships/image" Target="../media/image2969.png"/><Relationship Id="rId176" Type="http://schemas.openxmlformats.org/officeDocument/2006/relationships/customXml" Target="../ink/ink3640.xml"/><Relationship Id="rId197" Type="http://schemas.openxmlformats.org/officeDocument/2006/relationships/image" Target="../media/image2990.png"/><Relationship Id="rId341" Type="http://schemas.openxmlformats.org/officeDocument/2006/relationships/image" Target="../media/image3113.png"/><Relationship Id="rId362" Type="http://schemas.openxmlformats.org/officeDocument/2006/relationships/customXml" Target="../ink/ink3733.xml"/><Relationship Id="rId383" Type="http://schemas.openxmlformats.org/officeDocument/2006/relationships/image" Target="../media/image3134.png"/><Relationship Id="rId201" Type="http://schemas.openxmlformats.org/officeDocument/2006/relationships/image" Target="../media/image2992.png"/><Relationship Id="rId222" Type="http://schemas.openxmlformats.org/officeDocument/2006/relationships/customXml" Target="../ink/ink3663.xml"/><Relationship Id="rId243" Type="http://schemas.openxmlformats.org/officeDocument/2006/relationships/image" Target="../media/image3064.png"/><Relationship Id="rId264" Type="http://schemas.openxmlformats.org/officeDocument/2006/relationships/customXml" Target="../ink/ink3684.xml"/><Relationship Id="rId285" Type="http://schemas.openxmlformats.org/officeDocument/2006/relationships/image" Target="../media/image3085.png"/><Relationship Id="rId17" Type="http://schemas.openxmlformats.org/officeDocument/2006/relationships/image" Target="../media/image2900.png"/><Relationship Id="rId38" Type="http://schemas.openxmlformats.org/officeDocument/2006/relationships/customXml" Target="../ink/ink3571.xml"/><Relationship Id="rId59" Type="http://schemas.openxmlformats.org/officeDocument/2006/relationships/image" Target="../media/image2921.png"/><Relationship Id="rId103" Type="http://schemas.openxmlformats.org/officeDocument/2006/relationships/image" Target="../media/image2943.png"/><Relationship Id="rId124" Type="http://schemas.openxmlformats.org/officeDocument/2006/relationships/customXml" Target="../ink/ink3614.xml"/><Relationship Id="rId310" Type="http://schemas.openxmlformats.org/officeDocument/2006/relationships/customXml" Target="../ink/ink3707.xml"/><Relationship Id="rId70" Type="http://schemas.openxmlformats.org/officeDocument/2006/relationships/customXml" Target="../ink/ink3587.xml"/><Relationship Id="rId91" Type="http://schemas.openxmlformats.org/officeDocument/2006/relationships/image" Target="../media/image2937.png"/><Relationship Id="rId145" Type="http://schemas.openxmlformats.org/officeDocument/2006/relationships/image" Target="../media/image2964.png"/><Relationship Id="rId166" Type="http://schemas.openxmlformats.org/officeDocument/2006/relationships/customXml" Target="../ink/ink3635.xml"/><Relationship Id="rId187" Type="http://schemas.openxmlformats.org/officeDocument/2006/relationships/image" Target="../media/image2985.png"/><Relationship Id="rId331" Type="http://schemas.openxmlformats.org/officeDocument/2006/relationships/image" Target="../media/image3108.png"/><Relationship Id="rId352" Type="http://schemas.openxmlformats.org/officeDocument/2006/relationships/customXml" Target="../ink/ink3728.xml"/><Relationship Id="rId373" Type="http://schemas.openxmlformats.org/officeDocument/2006/relationships/image" Target="../media/image3129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3658.xml"/><Relationship Id="rId233" Type="http://schemas.openxmlformats.org/officeDocument/2006/relationships/image" Target="../media/image3059.png"/><Relationship Id="rId254" Type="http://schemas.openxmlformats.org/officeDocument/2006/relationships/customXml" Target="../ink/ink3679.xml"/><Relationship Id="rId28" Type="http://schemas.openxmlformats.org/officeDocument/2006/relationships/customXml" Target="../ink/ink3566.xml"/><Relationship Id="rId49" Type="http://schemas.openxmlformats.org/officeDocument/2006/relationships/image" Target="../media/image2916.png"/><Relationship Id="rId114" Type="http://schemas.openxmlformats.org/officeDocument/2006/relationships/customXml" Target="../ink/ink3609.xml"/><Relationship Id="rId275" Type="http://schemas.openxmlformats.org/officeDocument/2006/relationships/image" Target="../media/image3080.png"/><Relationship Id="rId296" Type="http://schemas.openxmlformats.org/officeDocument/2006/relationships/customXml" Target="../ink/ink3700.xml"/><Relationship Id="rId300" Type="http://schemas.openxmlformats.org/officeDocument/2006/relationships/customXml" Target="../ink/ink3702.xml"/><Relationship Id="rId60" Type="http://schemas.openxmlformats.org/officeDocument/2006/relationships/customXml" Target="../ink/ink3582.xml"/><Relationship Id="rId81" Type="http://schemas.openxmlformats.org/officeDocument/2006/relationships/image" Target="../media/image2932.png"/><Relationship Id="rId135" Type="http://schemas.openxmlformats.org/officeDocument/2006/relationships/image" Target="../media/image2959.png"/><Relationship Id="rId156" Type="http://schemas.openxmlformats.org/officeDocument/2006/relationships/customXml" Target="../ink/ink3630.xml"/><Relationship Id="rId177" Type="http://schemas.openxmlformats.org/officeDocument/2006/relationships/image" Target="../media/image2980.png"/><Relationship Id="rId198" Type="http://schemas.openxmlformats.org/officeDocument/2006/relationships/customXml" Target="../ink/ink3651.xml"/><Relationship Id="rId321" Type="http://schemas.openxmlformats.org/officeDocument/2006/relationships/image" Target="../media/image3103.png"/><Relationship Id="rId342" Type="http://schemas.openxmlformats.org/officeDocument/2006/relationships/customXml" Target="../ink/ink3723.xml"/><Relationship Id="rId363" Type="http://schemas.openxmlformats.org/officeDocument/2006/relationships/image" Target="../media/image3124.png"/><Relationship Id="rId202" Type="http://schemas.openxmlformats.org/officeDocument/2006/relationships/customXml" Target="../ink/ink3653.xml"/><Relationship Id="rId223" Type="http://schemas.openxmlformats.org/officeDocument/2006/relationships/image" Target="../media/image3003.png"/><Relationship Id="rId244" Type="http://schemas.openxmlformats.org/officeDocument/2006/relationships/customXml" Target="../ink/ink3674.xml"/><Relationship Id="rId18" Type="http://schemas.openxmlformats.org/officeDocument/2006/relationships/customXml" Target="../ink/ink3561.xml"/><Relationship Id="rId39" Type="http://schemas.openxmlformats.org/officeDocument/2006/relationships/image" Target="../media/image2911.png"/><Relationship Id="rId265" Type="http://schemas.openxmlformats.org/officeDocument/2006/relationships/image" Target="../media/image3075.png"/><Relationship Id="rId286" Type="http://schemas.openxmlformats.org/officeDocument/2006/relationships/customXml" Target="../ink/ink3695.xml"/><Relationship Id="rId50" Type="http://schemas.openxmlformats.org/officeDocument/2006/relationships/customXml" Target="../ink/ink3577.xml"/><Relationship Id="rId104" Type="http://schemas.openxmlformats.org/officeDocument/2006/relationships/customXml" Target="../ink/ink3604.xml"/><Relationship Id="rId125" Type="http://schemas.openxmlformats.org/officeDocument/2006/relationships/image" Target="../media/image2954.png"/><Relationship Id="rId146" Type="http://schemas.openxmlformats.org/officeDocument/2006/relationships/customXml" Target="../ink/ink3625.xml"/><Relationship Id="rId167" Type="http://schemas.openxmlformats.org/officeDocument/2006/relationships/image" Target="../media/image2975.png"/><Relationship Id="rId188" Type="http://schemas.openxmlformats.org/officeDocument/2006/relationships/customXml" Target="../ink/ink3646.xml"/><Relationship Id="rId311" Type="http://schemas.openxmlformats.org/officeDocument/2006/relationships/image" Target="../media/image3098.png"/><Relationship Id="rId332" Type="http://schemas.openxmlformats.org/officeDocument/2006/relationships/customXml" Target="../ink/ink3718.xml"/><Relationship Id="rId353" Type="http://schemas.openxmlformats.org/officeDocument/2006/relationships/image" Target="../media/image3119.png"/><Relationship Id="rId374" Type="http://schemas.openxmlformats.org/officeDocument/2006/relationships/customXml" Target="../ink/ink3739.xml"/><Relationship Id="rId71" Type="http://schemas.openxmlformats.org/officeDocument/2006/relationships/image" Target="../media/image2927.png"/><Relationship Id="rId92" Type="http://schemas.openxmlformats.org/officeDocument/2006/relationships/customXml" Target="../ink/ink3598.xml"/><Relationship Id="rId213" Type="http://schemas.openxmlformats.org/officeDocument/2006/relationships/image" Target="../media/image2998.png"/><Relationship Id="rId234" Type="http://schemas.openxmlformats.org/officeDocument/2006/relationships/customXml" Target="../ink/ink3669.xml"/><Relationship Id="rId2" Type="http://schemas.openxmlformats.org/officeDocument/2006/relationships/customXml" Target="../ink/ink3553.xml"/><Relationship Id="rId29" Type="http://schemas.openxmlformats.org/officeDocument/2006/relationships/image" Target="../media/image2906.png"/><Relationship Id="rId255" Type="http://schemas.openxmlformats.org/officeDocument/2006/relationships/image" Target="../media/image3070.png"/><Relationship Id="rId276" Type="http://schemas.openxmlformats.org/officeDocument/2006/relationships/customXml" Target="../ink/ink3690.xml"/><Relationship Id="rId297" Type="http://schemas.openxmlformats.org/officeDocument/2006/relationships/image" Target="../media/image3091.png"/><Relationship Id="rId40" Type="http://schemas.openxmlformats.org/officeDocument/2006/relationships/customXml" Target="../ink/ink3572.xml"/><Relationship Id="rId115" Type="http://schemas.openxmlformats.org/officeDocument/2006/relationships/image" Target="../media/image2949.png"/><Relationship Id="rId136" Type="http://schemas.openxmlformats.org/officeDocument/2006/relationships/customXml" Target="../ink/ink3620.xml"/><Relationship Id="rId157" Type="http://schemas.openxmlformats.org/officeDocument/2006/relationships/image" Target="../media/image2970.png"/><Relationship Id="rId178" Type="http://schemas.openxmlformats.org/officeDocument/2006/relationships/customXml" Target="../ink/ink3641.xml"/><Relationship Id="rId301" Type="http://schemas.openxmlformats.org/officeDocument/2006/relationships/image" Target="../media/image3093.png"/><Relationship Id="rId322" Type="http://schemas.openxmlformats.org/officeDocument/2006/relationships/customXml" Target="../ink/ink3713.xml"/><Relationship Id="rId343" Type="http://schemas.openxmlformats.org/officeDocument/2006/relationships/image" Target="../media/image3114.png"/><Relationship Id="rId364" Type="http://schemas.openxmlformats.org/officeDocument/2006/relationships/customXml" Target="../ink/ink3734.xml"/><Relationship Id="rId61" Type="http://schemas.openxmlformats.org/officeDocument/2006/relationships/image" Target="../media/image2922.png"/><Relationship Id="rId82" Type="http://schemas.openxmlformats.org/officeDocument/2006/relationships/customXml" Target="../ink/ink3593.xml"/><Relationship Id="rId199" Type="http://schemas.openxmlformats.org/officeDocument/2006/relationships/image" Target="../media/image2991.png"/><Relationship Id="rId203" Type="http://schemas.openxmlformats.org/officeDocument/2006/relationships/image" Target="../media/image2993.png"/><Relationship Id="rId19" Type="http://schemas.openxmlformats.org/officeDocument/2006/relationships/image" Target="../media/image2901.png"/><Relationship Id="rId224" Type="http://schemas.openxmlformats.org/officeDocument/2006/relationships/customXml" Target="../ink/ink3664.xml"/><Relationship Id="rId245" Type="http://schemas.openxmlformats.org/officeDocument/2006/relationships/image" Target="../media/image3065.png"/><Relationship Id="rId266" Type="http://schemas.openxmlformats.org/officeDocument/2006/relationships/customXml" Target="../ink/ink3685.xml"/><Relationship Id="rId287" Type="http://schemas.openxmlformats.org/officeDocument/2006/relationships/image" Target="../media/image3086.png"/><Relationship Id="rId30" Type="http://schemas.openxmlformats.org/officeDocument/2006/relationships/customXml" Target="../ink/ink3567.xml"/><Relationship Id="rId105" Type="http://schemas.openxmlformats.org/officeDocument/2006/relationships/image" Target="../media/image2944.png"/><Relationship Id="rId126" Type="http://schemas.openxmlformats.org/officeDocument/2006/relationships/customXml" Target="../ink/ink3615.xml"/><Relationship Id="rId147" Type="http://schemas.openxmlformats.org/officeDocument/2006/relationships/image" Target="../media/image2965.png"/><Relationship Id="rId168" Type="http://schemas.openxmlformats.org/officeDocument/2006/relationships/customXml" Target="../ink/ink3636.xml"/><Relationship Id="rId312" Type="http://schemas.openxmlformats.org/officeDocument/2006/relationships/customXml" Target="../ink/ink3708.xml"/><Relationship Id="rId333" Type="http://schemas.openxmlformats.org/officeDocument/2006/relationships/image" Target="../media/image3109.png"/><Relationship Id="rId354" Type="http://schemas.openxmlformats.org/officeDocument/2006/relationships/customXml" Target="../ink/ink3729.xml"/><Relationship Id="rId51" Type="http://schemas.openxmlformats.org/officeDocument/2006/relationships/image" Target="../media/image2917.png"/><Relationship Id="rId72" Type="http://schemas.openxmlformats.org/officeDocument/2006/relationships/customXml" Target="../ink/ink3588.xml"/><Relationship Id="rId93" Type="http://schemas.openxmlformats.org/officeDocument/2006/relationships/image" Target="../media/image2938.png"/><Relationship Id="rId189" Type="http://schemas.openxmlformats.org/officeDocument/2006/relationships/image" Target="../media/image2986.png"/><Relationship Id="rId375" Type="http://schemas.openxmlformats.org/officeDocument/2006/relationships/image" Target="../media/image3130.png"/><Relationship Id="rId3" Type="http://schemas.openxmlformats.org/officeDocument/2006/relationships/image" Target="../media/image2893.png"/><Relationship Id="rId214" Type="http://schemas.openxmlformats.org/officeDocument/2006/relationships/customXml" Target="../ink/ink3659.xml"/><Relationship Id="rId235" Type="http://schemas.openxmlformats.org/officeDocument/2006/relationships/image" Target="../media/image3060.png"/><Relationship Id="rId256" Type="http://schemas.openxmlformats.org/officeDocument/2006/relationships/customXml" Target="../ink/ink3680.xml"/><Relationship Id="rId277" Type="http://schemas.openxmlformats.org/officeDocument/2006/relationships/image" Target="../media/image3081.png"/><Relationship Id="rId298" Type="http://schemas.openxmlformats.org/officeDocument/2006/relationships/customXml" Target="../ink/ink3701.xml"/><Relationship Id="rId116" Type="http://schemas.openxmlformats.org/officeDocument/2006/relationships/customXml" Target="../ink/ink3610.xml"/><Relationship Id="rId137" Type="http://schemas.openxmlformats.org/officeDocument/2006/relationships/image" Target="../media/image2960.png"/><Relationship Id="rId158" Type="http://schemas.openxmlformats.org/officeDocument/2006/relationships/customXml" Target="../ink/ink3631.xml"/><Relationship Id="rId302" Type="http://schemas.openxmlformats.org/officeDocument/2006/relationships/customXml" Target="../ink/ink3703.xml"/><Relationship Id="rId323" Type="http://schemas.openxmlformats.org/officeDocument/2006/relationships/image" Target="../media/image3104.png"/><Relationship Id="rId344" Type="http://schemas.openxmlformats.org/officeDocument/2006/relationships/customXml" Target="../ink/ink3724.xml"/><Relationship Id="rId20" Type="http://schemas.openxmlformats.org/officeDocument/2006/relationships/customXml" Target="../ink/ink3562.xml"/><Relationship Id="rId41" Type="http://schemas.openxmlformats.org/officeDocument/2006/relationships/image" Target="../media/image2912.png"/><Relationship Id="rId62" Type="http://schemas.openxmlformats.org/officeDocument/2006/relationships/customXml" Target="../ink/ink3583.xml"/><Relationship Id="rId83" Type="http://schemas.openxmlformats.org/officeDocument/2006/relationships/image" Target="../media/image2933.png"/><Relationship Id="rId179" Type="http://schemas.openxmlformats.org/officeDocument/2006/relationships/image" Target="../media/image2981.png"/><Relationship Id="rId365" Type="http://schemas.openxmlformats.org/officeDocument/2006/relationships/image" Target="../media/image3125.png"/><Relationship Id="rId190" Type="http://schemas.openxmlformats.org/officeDocument/2006/relationships/customXml" Target="../ink/ink3647.xml"/><Relationship Id="rId204" Type="http://schemas.openxmlformats.org/officeDocument/2006/relationships/customXml" Target="../ink/ink3654.xml"/><Relationship Id="rId225" Type="http://schemas.openxmlformats.org/officeDocument/2006/relationships/image" Target="../media/image3004.png"/><Relationship Id="rId246" Type="http://schemas.openxmlformats.org/officeDocument/2006/relationships/customXml" Target="../ink/ink3675.xml"/><Relationship Id="rId267" Type="http://schemas.openxmlformats.org/officeDocument/2006/relationships/image" Target="../media/image3076.png"/><Relationship Id="rId288" Type="http://schemas.openxmlformats.org/officeDocument/2006/relationships/customXml" Target="../ink/ink3696.xml"/><Relationship Id="rId106" Type="http://schemas.openxmlformats.org/officeDocument/2006/relationships/customXml" Target="../ink/ink3605.xml"/><Relationship Id="rId127" Type="http://schemas.openxmlformats.org/officeDocument/2006/relationships/image" Target="../media/image2955.png"/><Relationship Id="rId313" Type="http://schemas.openxmlformats.org/officeDocument/2006/relationships/image" Target="../media/image3099.png"/><Relationship Id="rId10" Type="http://schemas.openxmlformats.org/officeDocument/2006/relationships/customXml" Target="../ink/ink3557.xml"/><Relationship Id="rId31" Type="http://schemas.openxmlformats.org/officeDocument/2006/relationships/image" Target="../media/image2907.png"/><Relationship Id="rId52" Type="http://schemas.openxmlformats.org/officeDocument/2006/relationships/customXml" Target="../ink/ink3578.xml"/><Relationship Id="rId73" Type="http://schemas.openxmlformats.org/officeDocument/2006/relationships/image" Target="../media/image2928.png"/><Relationship Id="rId94" Type="http://schemas.openxmlformats.org/officeDocument/2006/relationships/customXml" Target="../ink/ink3599.xml"/><Relationship Id="rId148" Type="http://schemas.openxmlformats.org/officeDocument/2006/relationships/customXml" Target="../ink/ink3626.xml"/><Relationship Id="rId169" Type="http://schemas.openxmlformats.org/officeDocument/2006/relationships/image" Target="../media/image2976.png"/><Relationship Id="rId334" Type="http://schemas.openxmlformats.org/officeDocument/2006/relationships/customXml" Target="../ink/ink3719.xml"/><Relationship Id="rId355" Type="http://schemas.openxmlformats.org/officeDocument/2006/relationships/image" Target="../media/image3120.png"/><Relationship Id="rId376" Type="http://schemas.openxmlformats.org/officeDocument/2006/relationships/customXml" Target="../ink/ink3740.xml"/><Relationship Id="rId4" Type="http://schemas.openxmlformats.org/officeDocument/2006/relationships/customXml" Target="../ink/ink3554.xml"/><Relationship Id="rId180" Type="http://schemas.openxmlformats.org/officeDocument/2006/relationships/customXml" Target="../ink/ink3642.xml"/><Relationship Id="rId215" Type="http://schemas.openxmlformats.org/officeDocument/2006/relationships/image" Target="../media/image2999.png"/><Relationship Id="rId236" Type="http://schemas.openxmlformats.org/officeDocument/2006/relationships/customXml" Target="../ink/ink3670.xml"/><Relationship Id="rId257" Type="http://schemas.openxmlformats.org/officeDocument/2006/relationships/image" Target="../media/image3071.png"/><Relationship Id="rId278" Type="http://schemas.openxmlformats.org/officeDocument/2006/relationships/customXml" Target="../ink/ink3691.xml"/><Relationship Id="rId303" Type="http://schemas.openxmlformats.org/officeDocument/2006/relationships/image" Target="../media/image3094.png"/><Relationship Id="rId42" Type="http://schemas.openxmlformats.org/officeDocument/2006/relationships/customXml" Target="../ink/ink3573.xml"/><Relationship Id="rId84" Type="http://schemas.openxmlformats.org/officeDocument/2006/relationships/customXml" Target="../ink/ink3594.xml"/><Relationship Id="rId138" Type="http://schemas.openxmlformats.org/officeDocument/2006/relationships/customXml" Target="../ink/ink3621.xml"/><Relationship Id="rId345" Type="http://schemas.openxmlformats.org/officeDocument/2006/relationships/image" Target="../media/image3115.png"/><Relationship Id="rId191" Type="http://schemas.openxmlformats.org/officeDocument/2006/relationships/image" Target="../media/image2987.png"/><Relationship Id="rId205" Type="http://schemas.openxmlformats.org/officeDocument/2006/relationships/image" Target="../media/image2994.png"/><Relationship Id="rId247" Type="http://schemas.openxmlformats.org/officeDocument/2006/relationships/image" Target="../media/image3066.png"/><Relationship Id="rId107" Type="http://schemas.openxmlformats.org/officeDocument/2006/relationships/image" Target="../media/image2945.png"/><Relationship Id="rId289" Type="http://schemas.openxmlformats.org/officeDocument/2006/relationships/image" Target="../media/image3087.png"/><Relationship Id="rId11" Type="http://schemas.openxmlformats.org/officeDocument/2006/relationships/image" Target="../media/image2897.png"/><Relationship Id="rId53" Type="http://schemas.openxmlformats.org/officeDocument/2006/relationships/image" Target="../media/image2918.png"/><Relationship Id="rId149" Type="http://schemas.openxmlformats.org/officeDocument/2006/relationships/image" Target="../media/image2966.png"/><Relationship Id="rId314" Type="http://schemas.openxmlformats.org/officeDocument/2006/relationships/customXml" Target="../ink/ink3709.xml"/><Relationship Id="rId356" Type="http://schemas.openxmlformats.org/officeDocument/2006/relationships/customXml" Target="../ink/ink3730.xml"/><Relationship Id="rId95" Type="http://schemas.openxmlformats.org/officeDocument/2006/relationships/image" Target="../media/image2939.png"/><Relationship Id="rId160" Type="http://schemas.openxmlformats.org/officeDocument/2006/relationships/customXml" Target="../ink/ink3632.xml"/><Relationship Id="rId216" Type="http://schemas.openxmlformats.org/officeDocument/2006/relationships/customXml" Target="../ink/ink3660.xml"/><Relationship Id="rId258" Type="http://schemas.openxmlformats.org/officeDocument/2006/relationships/customXml" Target="../ink/ink3681.xml"/><Relationship Id="rId22" Type="http://schemas.openxmlformats.org/officeDocument/2006/relationships/customXml" Target="../ink/ink3563.xml"/><Relationship Id="rId64" Type="http://schemas.openxmlformats.org/officeDocument/2006/relationships/customXml" Target="../ink/ink3584.xml"/><Relationship Id="rId118" Type="http://schemas.openxmlformats.org/officeDocument/2006/relationships/customXml" Target="../ink/ink3611.xml"/><Relationship Id="rId325" Type="http://schemas.openxmlformats.org/officeDocument/2006/relationships/image" Target="../media/image3105.png"/><Relationship Id="rId367" Type="http://schemas.openxmlformats.org/officeDocument/2006/relationships/image" Target="../media/image3126.png"/><Relationship Id="rId171" Type="http://schemas.openxmlformats.org/officeDocument/2006/relationships/image" Target="../media/image2977.png"/><Relationship Id="rId227" Type="http://schemas.openxmlformats.org/officeDocument/2006/relationships/image" Target="../media/image3005.png"/><Relationship Id="rId269" Type="http://schemas.openxmlformats.org/officeDocument/2006/relationships/image" Target="../media/image3077.png"/><Relationship Id="rId33" Type="http://schemas.openxmlformats.org/officeDocument/2006/relationships/image" Target="../media/image2908.png"/><Relationship Id="rId129" Type="http://schemas.openxmlformats.org/officeDocument/2006/relationships/image" Target="../media/image2956.png"/><Relationship Id="rId280" Type="http://schemas.openxmlformats.org/officeDocument/2006/relationships/customXml" Target="../ink/ink3692.xml"/><Relationship Id="rId336" Type="http://schemas.openxmlformats.org/officeDocument/2006/relationships/customXml" Target="../ink/ink3720.xml"/><Relationship Id="rId75" Type="http://schemas.openxmlformats.org/officeDocument/2006/relationships/image" Target="../media/image2929.png"/><Relationship Id="rId140" Type="http://schemas.openxmlformats.org/officeDocument/2006/relationships/customXml" Target="../ink/ink3622.xml"/><Relationship Id="rId182" Type="http://schemas.openxmlformats.org/officeDocument/2006/relationships/customXml" Target="../ink/ink3643.xml"/><Relationship Id="rId378" Type="http://schemas.openxmlformats.org/officeDocument/2006/relationships/customXml" Target="../ink/ink3741.xml"/><Relationship Id="rId6" Type="http://schemas.openxmlformats.org/officeDocument/2006/relationships/customXml" Target="../ink/ink3555.xml"/><Relationship Id="rId238" Type="http://schemas.openxmlformats.org/officeDocument/2006/relationships/customXml" Target="../ink/ink3671.xml"/><Relationship Id="rId291" Type="http://schemas.openxmlformats.org/officeDocument/2006/relationships/image" Target="../media/image3088.png"/><Relationship Id="rId305" Type="http://schemas.openxmlformats.org/officeDocument/2006/relationships/image" Target="../media/image3095.png"/><Relationship Id="rId347" Type="http://schemas.openxmlformats.org/officeDocument/2006/relationships/image" Target="../media/image3116.png"/><Relationship Id="rId44" Type="http://schemas.openxmlformats.org/officeDocument/2006/relationships/customXml" Target="../ink/ink3574.xml"/><Relationship Id="rId86" Type="http://schemas.openxmlformats.org/officeDocument/2006/relationships/customXml" Target="../ink/ink3595.xml"/><Relationship Id="rId151" Type="http://schemas.openxmlformats.org/officeDocument/2006/relationships/image" Target="../media/image2967.png"/><Relationship Id="rId193" Type="http://schemas.openxmlformats.org/officeDocument/2006/relationships/image" Target="../media/image2988.png"/><Relationship Id="rId207" Type="http://schemas.openxmlformats.org/officeDocument/2006/relationships/image" Target="../media/image2995.png"/><Relationship Id="rId249" Type="http://schemas.openxmlformats.org/officeDocument/2006/relationships/image" Target="../media/image3067.png"/><Relationship Id="rId13" Type="http://schemas.openxmlformats.org/officeDocument/2006/relationships/image" Target="../media/image2898.png"/><Relationship Id="rId109" Type="http://schemas.openxmlformats.org/officeDocument/2006/relationships/image" Target="../media/image2946.png"/><Relationship Id="rId260" Type="http://schemas.openxmlformats.org/officeDocument/2006/relationships/customXml" Target="../ink/ink3682.xml"/><Relationship Id="rId316" Type="http://schemas.openxmlformats.org/officeDocument/2006/relationships/customXml" Target="../ink/ink3710.xml"/><Relationship Id="rId55" Type="http://schemas.openxmlformats.org/officeDocument/2006/relationships/image" Target="../media/image2919.png"/><Relationship Id="rId97" Type="http://schemas.openxmlformats.org/officeDocument/2006/relationships/image" Target="../media/image2940.png"/><Relationship Id="rId120" Type="http://schemas.openxmlformats.org/officeDocument/2006/relationships/customXml" Target="../ink/ink3612.xml"/><Relationship Id="rId358" Type="http://schemas.openxmlformats.org/officeDocument/2006/relationships/customXml" Target="../ink/ink3731.xml"/><Relationship Id="rId162" Type="http://schemas.openxmlformats.org/officeDocument/2006/relationships/customXml" Target="../ink/ink3633.xml"/><Relationship Id="rId218" Type="http://schemas.openxmlformats.org/officeDocument/2006/relationships/customXml" Target="../ink/ink3661.xml"/><Relationship Id="rId271" Type="http://schemas.openxmlformats.org/officeDocument/2006/relationships/image" Target="../media/image3078.png"/><Relationship Id="rId24" Type="http://schemas.openxmlformats.org/officeDocument/2006/relationships/customXml" Target="../ink/ink3564.xml"/><Relationship Id="rId66" Type="http://schemas.openxmlformats.org/officeDocument/2006/relationships/customXml" Target="../ink/ink3585.xml"/><Relationship Id="rId131" Type="http://schemas.openxmlformats.org/officeDocument/2006/relationships/image" Target="../media/image2957.png"/><Relationship Id="rId327" Type="http://schemas.openxmlformats.org/officeDocument/2006/relationships/image" Target="../media/image3106.png"/><Relationship Id="rId369" Type="http://schemas.openxmlformats.org/officeDocument/2006/relationships/image" Target="../media/image3127.png"/><Relationship Id="rId173" Type="http://schemas.openxmlformats.org/officeDocument/2006/relationships/image" Target="../media/image2978.png"/><Relationship Id="rId229" Type="http://schemas.openxmlformats.org/officeDocument/2006/relationships/image" Target="../media/image3006.png"/><Relationship Id="rId380" Type="http://schemas.openxmlformats.org/officeDocument/2006/relationships/customXml" Target="../ink/ink3742.xml"/><Relationship Id="rId240" Type="http://schemas.openxmlformats.org/officeDocument/2006/relationships/customXml" Target="../ink/ink3672.xml"/><Relationship Id="rId35" Type="http://schemas.openxmlformats.org/officeDocument/2006/relationships/image" Target="../media/image2909.png"/><Relationship Id="rId77" Type="http://schemas.openxmlformats.org/officeDocument/2006/relationships/image" Target="../media/image2930.png"/><Relationship Id="rId100" Type="http://schemas.openxmlformats.org/officeDocument/2006/relationships/customXml" Target="../ink/ink3602.xml"/><Relationship Id="rId282" Type="http://schemas.openxmlformats.org/officeDocument/2006/relationships/customXml" Target="../ink/ink3693.xml"/><Relationship Id="rId338" Type="http://schemas.openxmlformats.org/officeDocument/2006/relationships/customXml" Target="../ink/ink3721.xml"/><Relationship Id="rId8" Type="http://schemas.openxmlformats.org/officeDocument/2006/relationships/customXml" Target="../ink/ink3556.xml"/><Relationship Id="rId142" Type="http://schemas.openxmlformats.org/officeDocument/2006/relationships/customXml" Target="../ink/ink3623.xml"/><Relationship Id="rId184" Type="http://schemas.openxmlformats.org/officeDocument/2006/relationships/customXml" Target="../ink/ink3644.xml"/><Relationship Id="rId251" Type="http://schemas.openxmlformats.org/officeDocument/2006/relationships/image" Target="../media/image3068.png"/><Relationship Id="rId46" Type="http://schemas.openxmlformats.org/officeDocument/2006/relationships/customXml" Target="../ink/ink3575.xml"/><Relationship Id="rId293" Type="http://schemas.openxmlformats.org/officeDocument/2006/relationships/image" Target="../media/image3089.png"/><Relationship Id="rId307" Type="http://schemas.openxmlformats.org/officeDocument/2006/relationships/image" Target="../media/image3096.png"/><Relationship Id="rId349" Type="http://schemas.openxmlformats.org/officeDocument/2006/relationships/image" Target="../media/image3117.png"/><Relationship Id="rId88" Type="http://schemas.openxmlformats.org/officeDocument/2006/relationships/customXml" Target="../ink/ink3596.xml"/><Relationship Id="rId111" Type="http://schemas.openxmlformats.org/officeDocument/2006/relationships/image" Target="../media/image2947.png"/><Relationship Id="rId153" Type="http://schemas.openxmlformats.org/officeDocument/2006/relationships/image" Target="../media/image2968.png"/><Relationship Id="rId195" Type="http://schemas.openxmlformats.org/officeDocument/2006/relationships/image" Target="../media/image2989.png"/><Relationship Id="rId209" Type="http://schemas.openxmlformats.org/officeDocument/2006/relationships/image" Target="../media/image2996.png"/><Relationship Id="rId360" Type="http://schemas.openxmlformats.org/officeDocument/2006/relationships/customXml" Target="../ink/ink3732.xml"/><Relationship Id="rId220" Type="http://schemas.openxmlformats.org/officeDocument/2006/relationships/customXml" Target="../ink/ink3662.xml"/><Relationship Id="rId15" Type="http://schemas.openxmlformats.org/officeDocument/2006/relationships/image" Target="../media/image2899.png"/><Relationship Id="rId57" Type="http://schemas.openxmlformats.org/officeDocument/2006/relationships/image" Target="../media/image2920.png"/><Relationship Id="rId262" Type="http://schemas.openxmlformats.org/officeDocument/2006/relationships/customXml" Target="../ink/ink3683.xml"/><Relationship Id="rId318" Type="http://schemas.openxmlformats.org/officeDocument/2006/relationships/customXml" Target="../ink/ink3711.xml"/><Relationship Id="rId99" Type="http://schemas.openxmlformats.org/officeDocument/2006/relationships/image" Target="../media/image2941.png"/><Relationship Id="rId122" Type="http://schemas.openxmlformats.org/officeDocument/2006/relationships/customXml" Target="../ink/ink3613.xml"/><Relationship Id="rId164" Type="http://schemas.openxmlformats.org/officeDocument/2006/relationships/customXml" Target="../ink/ink3634.xml"/><Relationship Id="rId371" Type="http://schemas.openxmlformats.org/officeDocument/2006/relationships/image" Target="../media/image3128.png"/></Relationships>
</file>

<file path=ppt/slides/_rels/slide25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3817.xml"/><Relationship Id="rId299" Type="http://schemas.openxmlformats.org/officeDocument/2006/relationships/image" Target="../media/image3157.png"/><Relationship Id="rId21" Type="http://schemas.openxmlformats.org/officeDocument/2006/relationships/image" Target="../media/image30670.png"/><Relationship Id="rId63" Type="http://schemas.openxmlformats.org/officeDocument/2006/relationships/customXml" Target="../ink/ink3775.xml"/><Relationship Id="rId159" Type="http://schemas.openxmlformats.org/officeDocument/2006/relationships/customXml" Target="../ink/ink3845.xml"/><Relationship Id="rId324" Type="http://schemas.openxmlformats.org/officeDocument/2006/relationships/customXml" Target="../ink/ink3953.xml"/><Relationship Id="rId366" Type="http://schemas.openxmlformats.org/officeDocument/2006/relationships/customXml" Target="../ink/ink3974.xml"/><Relationship Id="rId170" Type="http://schemas.openxmlformats.org/officeDocument/2006/relationships/customXml" Target="../ink/ink3856.xml"/><Relationship Id="rId226" Type="http://schemas.openxmlformats.org/officeDocument/2006/relationships/customXml" Target="../ink/ink3904.xml"/><Relationship Id="rId433" Type="http://schemas.openxmlformats.org/officeDocument/2006/relationships/image" Target="../media/image3224.png"/><Relationship Id="rId268" Type="http://schemas.openxmlformats.org/officeDocument/2006/relationships/customXml" Target="../ink/ink3925.xml"/><Relationship Id="rId475" Type="http://schemas.openxmlformats.org/officeDocument/2006/relationships/customXml" Target="../ink/ink4029.xml"/><Relationship Id="rId32" Type="http://schemas.openxmlformats.org/officeDocument/2006/relationships/customXml" Target="../ink/ink3759.xml"/><Relationship Id="rId74" Type="http://schemas.openxmlformats.org/officeDocument/2006/relationships/image" Target="../media/image30930.png"/><Relationship Id="rId128" Type="http://schemas.openxmlformats.org/officeDocument/2006/relationships/image" Target="../media/image31010.png"/><Relationship Id="rId335" Type="http://schemas.openxmlformats.org/officeDocument/2006/relationships/image" Target="../media/image3175.png"/><Relationship Id="rId377" Type="http://schemas.openxmlformats.org/officeDocument/2006/relationships/image" Target="../media/image3196.png"/><Relationship Id="rId5" Type="http://schemas.openxmlformats.org/officeDocument/2006/relationships/image" Target="../media/image30590.png"/><Relationship Id="rId181" Type="http://schemas.openxmlformats.org/officeDocument/2006/relationships/customXml" Target="../ink/ink3867.xml"/><Relationship Id="rId237" Type="http://schemas.openxmlformats.org/officeDocument/2006/relationships/image" Target="../media/image31260.png"/><Relationship Id="rId402" Type="http://schemas.openxmlformats.org/officeDocument/2006/relationships/customXml" Target="../ink/ink3992.xml"/><Relationship Id="rId279" Type="http://schemas.openxmlformats.org/officeDocument/2006/relationships/image" Target="../media/image3147.png"/><Relationship Id="rId444" Type="http://schemas.openxmlformats.org/officeDocument/2006/relationships/customXml" Target="../ink/ink4013.xml"/><Relationship Id="rId486" Type="http://schemas.openxmlformats.org/officeDocument/2006/relationships/image" Target="../media/image3250.png"/><Relationship Id="rId43" Type="http://schemas.openxmlformats.org/officeDocument/2006/relationships/customXml" Target="../ink/ink3765.xml"/><Relationship Id="rId139" Type="http://schemas.openxmlformats.org/officeDocument/2006/relationships/customXml" Target="../ink/ink3832.xml"/><Relationship Id="rId290" Type="http://schemas.openxmlformats.org/officeDocument/2006/relationships/customXml" Target="../ink/ink3936.xml"/><Relationship Id="rId304" Type="http://schemas.openxmlformats.org/officeDocument/2006/relationships/customXml" Target="../ink/ink3943.xml"/><Relationship Id="rId346" Type="http://schemas.openxmlformats.org/officeDocument/2006/relationships/customXml" Target="../ink/ink3964.xml"/><Relationship Id="rId388" Type="http://schemas.openxmlformats.org/officeDocument/2006/relationships/customXml" Target="../ink/ink3985.xml"/><Relationship Id="rId85" Type="http://schemas.openxmlformats.org/officeDocument/2006/relationships/customXml" Target="../ink/ink3786.xml"/><Relationship Id="rId150" Type="http://schemas.openxmlformats.org/officeDocument/2006/relationships/image" Target="../media/image31110.png"/><Relationship Id="rId192" Type="http://schemas.openxmlformats.org/officeDocument/2006/relationships/customXml" Target="../ink/ink3878.xml"/><Relationship Id="rId206" Type="http://schemas.openxmlformats.org/officeDocument/2006/relationships/customXml" Target="../ink/ink3892.xml"/><Relationship Id="rId413" Type="http://schemas.openxmlformats.org/officeDocument/2006/relationships/image" Target="../media/image3214.png"/><Relationship Id="rId248" Type="http://schemas.openxmlformats.org/officeDocument/2006/relationships/customXml" Target="../ink/ink3915.xml"/><Relationship Id="rId455" Type="http://schemas.openxmlformats.org/officeDocument/2006/relationships/image" Target="../media/image3235.png"/><Relationship Id="rId12" Type="http://schemas.openxmlformats.org/officeDocument/2006/relationships/customXml" Target="../ink/ink3749.xml"/><Relationship Id="rId108" Type="http://schemas.openxmlformats.org/officeDocument/2006/relationships/customXml" Target="../ink/ink3808.xml"/><Relationship Id="rId315" Type="http://schemas.openxmlformats.org/officeDocument/2006/relationships/image" Target="../media/image3165.png"/><Relationship Id="rId357" Type="http://schemas.openxmlformats.org/officeDocument/2006/relationships/image" Target="../media/image3186.png"/><Relationship Id="rId54" Type="http://schemas.openxmlformats.org/officeDocument/2006/relationships/image" Target="../media/image30830.png"/><Relationship Id="rId96" Type="http://schemas.openxmlformats.org/officeDocument/2006/relationships/customXml" Target="../ink/ink3796.xml"/><Relationship Id="rId161" Type="http://schemas.openxmlformats.org/officeDocument/2006/relationships/customXml" Target="../ink/ink3847.xml"/><Relationship Id="rId217" Type="http://schemas.openxmlformats.org/officeDocument/2006/relationships/image" Target="../media/image31160.png"/><Relationship Id="rId399" Type="http://schemas.openxmlformats.org/officeDocument/2006/relationships/image" Target="../media/image3207.png"/><Relationship Id="rId259" Type="http://schemas.openxmlformats.org/officeDocument/2006/relationships/image" Target="../media/image3137.png"/><Relationship Id="rId424" Type="http://schemas.openxmlformats.org/officeDocument/2006/relationships/customXml" Target="../ink/ink4003.xml"/><Relationship Id="rId466" Type="http://schemas.openxmlformats.org/officeDocument/2006/relationships/customXml" Target="../ink/ink4024.xml"/><Relationship Id="rId23" Type="http://schemas.openxmlformats.org/officeDocument/2006/relationships/image" Target="../media/image30680.png"/><Relationship Id="rId119" Type="http://schemas.openxmlformats.org/officeDocument/2006/relationships/customXml" Target="../ink/ink3819.xml"/><Relationship Id="rId270" Type="http://schemas.openxmlformats.org/officeDocument/2006/relationships/customXml" Target="../ink/ink3926.xml"/><Relationship Id="rId326" Type="http://schemas.openxmlformats.org/officeDocument/2006/relationships/customXml" Target="../ink/ink3954.xml"/><Relationship Id="rId65" Type="http://schemas.openxmlformats.org/officeDocument/2006/relationships/customXml" Target="../ink/ink3776.xml"/><Relationship Id="rId130" Type="http://schemas.openxmlformats.org/officeDocument/2006/relationships/image" Target="../media/image31020.png"/><Relationship Id="rId368" Type="http://schemas.openxmlformats.org/officeDocument/2006/relationships/customXml" Target="../ink/ink3975.xml"/><Relationship Id="rId172" Type="http://schemas.openxmlformats.org/officeDocument/2006/relationships/customXml" Target="../ink/ink3858.xml"/><Relationship Id="rId228" Type="http://schemas.openxmlformats.org/officeDocument/2006/relationships/customXml" Target="../ink/ink3905.xml"/><Relationship Id="rId435" Type="http://schemas.openxmlformats.org/officeDocument/2006/relationships/image" Target="../media/image3225.png"/><Relationship Id="rId477" Type="http://schemas.openxmlformats.org/officeDocument/2006/relationships/customXml" Target="../ink/ink4030.xml"/><Relationship Id="rId281" Type="http://schemas.openxmlformats.org/officeDocument/2006/relationships/image" Target="../media/image3148.png"/><Relationship Id="rId337" Type="http://schemas.openxmlformats.org/officeDocument/2006/relationships/image" Target="../media/image3176.png"/><Relationship Id="rId34" Type="http://schemas.openxmlformats.org/officeDocument/2006/relationships/customXml" Target="../ink/ink3760.xml"/><Relationship Id="rId76" Type="http://schemas.openxmlformats.org/officeDocument/2006/relationships/image" Target="../media/image30940.png"/><Relationship Id="rId141" Type="http://schemas.openxmlformats.org/officeDocument/2006/relationships/customXml" Target="../ink/ink3833.xml"/><Relationship Id="rId379" Type="http://schemas.openxmlformats.org/officeDocument/2006/relationships/image" Target="../media/image3197.png"/><Relationship Id="rId7" Type="http://schemas.openxmlformats.org/officeDocument/2006/relationships/image" Target="../media/image30600.png"/><Relationship Id="rId183" Type="http://schemas.openxmlformats.org/officeDocument/2006/relationships/customXml" Target="../ink/ink3869.xml"/><Relationship Id="rId239" Type="http://schemas.openxmlformats.org/officeDocument/2006/relationships/image" Target="../media/image31270.png"/><Relationship Id="rId390" Type="http://schemas.openxmlformats.org/officeDocument/2006/relationships/customXml" Target="../ink/ink3986.xml"/><Relationship Id="rId404" Type="http://schemas.openxmlformats.org/officeDocument/2006/relationships/customXml" Target="../ink/ink3993.xml"/><Relationship Id="rId446" Type="http://schemas.openxmlformats.org/officeDocument/2006/relationships/customXml" Target="../ink/ink4014.xml"/><Relationship Id="rId250" Type="http://schemas.openxmlformats.org/officeDocument/2006/relationships/customXml" Target="../ink/ink3916.xml"/><Relationship Id="rId292" Type="http://schemas.openxmlformats.org/officeDocument/2006/relationships/customXml" Target="../ink/ink3937.xml"/><Relationship Id="rId306" Type="http://schemas.openxmlformats.org/officeDocument/2006/relationships/customXml" Target="../ink/ink3944.xml"/><Relationship Id="rId488" Type="http://schemas.openxmlformats.org/officeDocument/2006/relationships/image" Target="../media/image3251.png"/><Relationship Id="rId45" Type="http://schemas.openxmlformats.org/officeDocument/2006/relationships/customXml" Target="../ink/ink3766.xml"/><Relationship Id="rId87" Type="http://schemas.openxmlformats.org/officeDocument/2006/relationships/customXml" Target="../ink/ink3787.xml"/><Relationship Id="rId110" Type="http://schemas.openxmlformats.org/officeDocument/2006/relationships/customXml" Target="../ink/ink3810.xml"/><Relationship Id="rId348" Type="http://schemas.openxmlformats.org/officeDocument/2006/relationships/customXml" Target="../ink/ink3965.xml"/><Relationship Id="rId152" Type="http://schemas.openxmlformats.org/officeDocument/2006/relationships/image" Target="../media/image31120.png"/><Relationship Id="rId194" Type="http://schemas.openxmlformats.org/officeDocument/2006/relationships/customXml" Target="../ink/ink3880.xml"/><Relationship Id="rId208" Type="http://schemas.openxmlformats.org/officeDocument/2006/relationships/customXml" Target="../ink/ink3894.xml"/><Relationship Id="rId415" Type="http://schemas.openxmlformats.org/officeDocument/2006/relationships/image" Target="../media/image3215.png"/><Relationship Id="rId457" Type="http://schemas.openxmlformats.org/officeDocument/2006/relationships/image" Target="../media/image3236.png"/><Relationship Id="rId261" Type="http://schemas.openxmlformats.org/officeDocument/2006/relationships/image" Target="../media/image3138.png"/><Relationship Id="rId14" Type="http://schemas.openxmlformats.org/officeDocument/2006/relationships/customXml" Target="../ink/ink3750.xml"/><Relationship Id="rId56" Type="http://schemas.openxmlformats.org/officeDocument/2006/relationships/image" Target="../media/image30840.png"/><Relationship Id="rId317" Type="http://schemas.openxmlformats.org/officeDocument/2006/relationships/image" Target="../media/image3166.png"/><Relationship Id="rId359" Type="http://schemas.openxmlformats.org/officeDocument/2006/relationships/image" Target="../media/image3187.png"/><Relationship Id="rId98" Type="http://schemas.openxmlformats.org/officeDocument/2006/relationships/customXml" Target="../ink/ink3798.xml"/><Relationship Id="rId121" Type="http://schemas.openxmlformats.org/officeDocument/2006/relationships/customXml" Target="../ink/ink3821.xml"/><Relationship Id="rId163" Type="http://schemas.openxmlformats.org/officeDocument/2006/relationships/customXml" Target="../ink/ink3849.xml"/><Relationship Id="rId219" Type="http://schemas.openxmlformats.org/officeDocument/2006/relationships/image" Target="../media/image31170.png"/><Relationship Id="rId370" Type="http://schemas.openxmlformats.org/officeDocument/2006/relationships/customXml" Target="../ink/ink3976.xml"/><Relationship Id="rId426" Type="http://schemas.openxmlformats.org/officeDocument/2006/relationships/customXml" Target="../ink/ink4004.xml"/><Relationship Id="rId230" Type="http://schemas.openxmlformats.org/officeDocument/2006/relationships/customXml" Target="../ink/ink3906.xml"/><Relationship Id="rId468" Type="http://schemas.openxmlformats.org/officeDocument/2006/relationships/customXml" Target="../ink/ink4025.xml"/><Relationship Id="rId25" Type="http://schemas.openxmlformats.org/officeDocument/2006/relationships/image" Target="../media/image30690.png"/><Relationship Id="rId67" Type="http://schemas.openxmlformats.org/officeDocument/2006/relationships/customXml" Target="../ink/ink3777.xml"/><Relationship Id="rId272" Type="http://schemas.openxmlformats.org/officeDocument/2006/relationships/customXml" Target="../ink/ink3927.xml"/><Relationship Id="rId328" Type="http://schemas.openxmlformats.org/officeDocument/2006/relationships/customXml" Target="../ink/ink3955.xml"/><Relationship Id="rId132" Type="http://schemas.openxmlformats.org/officeDocument/2006/relationships/image" Target="../media/image31030.png"/><Relationship Id="rId174" Type="http://schemas.openxmlformats.org/officeDocument/2006/relationships/customXml" Target="../ink/ink3860.xml"/><Relationship Id="rId381" Type="http://schemas.openxmlformats.org/officeDocument/2006/relationships/image" Target="../media/image3198.png"/><Relationship Id="rId241" Type="http://schemas.openxmlformats.org/officeDocument/2006/relationships/image" Target="../media/image31280.png"/><Relationship Id="rId437" Type="http://schemas.openxmlformats.org/officeDocument/2006/relationships/image" Target="../media/image3226.png"/><Relationship Id="rId479" Type="http://schemas.openxmlformats.org/officeDocument/2006/relationships/customXml" Target="../ink/ink4031.xml"/><Relationship Id="rId36" Type="http://schemas.openxmlformats.org/officeDocument/2006/relationships/customXml" Target="../ink/ink3761.xml"/><Relationship Id="rId283" Type="http://schemas.openxmlformats.org/officeDocument/2006/relationships/image" Target="../media/image3149.png"/><Relationship Id="rId339" Type="http://schemas.openxmlformats.org/officeDocument/2006/relationships/image" Target="../media/image3177.png"/><Relationship Id="rId78" Type="http://schemas.openxmlformats.org/officeDocument/2006/relationships/image" Target="../media/image30950.png"/><Relationship Id="rId101" Type="http://schemas.openxmlformats.org/officeDocument/2006/relationships/customXml" Target="../ink/ink3801.xml"/><Relationship Id="rId143" Type="http://schemas.openxmlformats.org/officeDocument/2006/relationships/customXml" Target="../ink/ink3834.xml"/><Relationship Id="rId185" Type="http://schemas.openxmlformats.org/officeDocument/2006/relationships/customXml" Target="../ink/ink3871.xml"/><Relationship Id="rId350" Type="http://schemas.openxmlformats.org/officeDocument/2006/relationships/customXml" Target="../ink/ink3966.xml"/><Relationship Id="rId406" Type="http://schemas.openxmlformats.org/officeDocument/2006/relationships/customXml" Target="../ink/ink3994.xml"/><Relationship Id="rId9" Type="http://schemas.openxmlformats.org/officeDocument/2006/relationships/image" Target="../media/image30610.png"/><Relationship Id="rId210" Type="http://schemas.openxmlformats.org/officeDocument/2006/relationships/customXml" Target="../ink/ink3896.xml"/><Relationship Id="rId392" Type="http://schemas.openxmlformats.org/officeDocument/2006/relationships/customXml" Target="../ink/ink3987.xml"/><Relationship Id="rId448" Type="http://schemas.openxmlformats.org/officeDocument/2006/relationships/customXml" Target="../ink/ink4015.xml"/><Relationship Id="rId252" Type="http://schemas.openxmlformats.org/officeDocument/2006/relationships/customXml" Target="../ink/ink3917.xml"/><Relationship Id="rId294" Type="http://schemas.openxmlformats.org/officeDocument/2006/relationships/customXml" Target="../ink/ink3938.xml"/><Relationship Id="rId308" Type="http://schemas.openxmlformats.org/officeDocument/2006/relationships/customXml" Target="../ink/ink3945.xml"/><Relationship Id="rId47" Type="http://schemas.openxmlformats.org/officeDocument/2006/relationships/customXml" Target="../ink/ink3767.xml"/><Relationship Id="rId89" Type="http://schemas.openxmlformats.org/officeDocument/2006/relationships/customXml" Target="../ink/ink3789.xml"/><Relationship Id="rId112" Type="http://schemas.openxmlformats.org/officeDocument/2006/relationships/customXml" Target="../ink/ink3812.xml"/><Relationship Id="rId154" Type="http://schemas.openxmlformats.org/officeDocument/2006/relationships/customXml" Target="../ink/ink3840.xml"/><Relationship Id="rId361" Type="http://schemas.openxmlformats.org/officeDocument/2006/relationships/image" Target="../media/image3188.png"/><Relationship Id="rId196" Type="http://schemas.openxmlformats.org/officeDocument/2006/relationships/customXml" Target="../ink/ink3882.xml"/><Relationship Id="rId417" Type="http://schemas.openxmlformats.org/officeDocument/2006/relationships/image" Target="../media/image3216.png"/><Relationship Id="rId459" Type="http://schemas.openxmlformats.org/officeDocument/2006/relationships/image" Target="../media/image3237.png"/><Relationship Id="rId16" Type="http://schemas.openxmlformats.org/officeDocument/2006/relationships/customXml" Target="../ink/ink3751.xml"/><Relationship Id="rId221" Type="http://schemas.openxmlformats.org/officeDocument/2006/relationships/image" Target="../media/image31180.png"/><Relationship Id="rId263" Type="http://schemas.openxmlformats.org/officeDocument/2006/relationships/image" Target="../media/image3139.png"/><Relationship Id="rId319" Type="http://schemas.openxmlformats.org/officeDocument/2006/relationships/image" Target="../media/image3167.png"/><Relationship Id="rId470" Type="http://schemas.openxmlformats.org/officeDocument/2006/relationships/customXml" Target="../ink/ink4026.xml"/><Relationship Id="rId58" Type="http://schemas.openxmlformats.org/officeDocument/2006/relationships/image" Target="../media/image30850.png"/><Relationship Id="rId123" Type="http://schemas.openxmlformats.org/officeDocument/2006/relationships/customXml" Target="../ink/ink3823.xml"/><Relationship Id="rId330" Type="http://schemas.openxmlformats.org/officeDocument/2006/relationships/customXml" Target="../ink/ink3956.xml"/><Relationship Id="rId165" Type="http://schemas.openxmlformats.org/officeDocument/2006/relationships/customXml" Target="../ink/ink3851.xml"/><Relationship Id="rId372" Type="http://schemas.openxmlformats.org/officeDocument/2006/relationships/customXml" Target="../ink/ink3977.xml"/><Relationship Id="rId428" Type="http://schemas.openxmlformats.org/officeDocument/2006/relationships/customXml" Target="../ink/ink4005.xml"/><Relationship Id="rId232" Type="http://schemas.openxmlformats.org/officeDocument/2006/relationships/customXml" Target="../ink/ink3907.xml"/><Relationship Id="rId274" Type="http://schemas.openxmlformats.org/officeDocument/2006/relationships/customXml" Target="../ink/ink3928.xml"/><Relationship Id="rId481" Type="http://schemas.openxmlformats.org/officeDocument/2006/relationships/customXml" Target="../ink/ink4032.xml"/><Relationship Id="rId27" Type="http://schemas.openxmlformats.org/officeDocument/2006/relationships/image" Target="../media/image30700.png"/><Relationship Id="rId69" Type="http://schemas.openxmlformats.org/officeDocument/2006/relationships/customXml" Target="../ink/ink3778.xml"/><Relationship Id="rId134" Type="http://schemas.openxmlformats.org/officeDocument/2006/relationships/image" Target="../media/image31040.png"/><Relationship Id="rId80" Type="http://schemas.openxmlformats.org/officeDocument/2006/relationships/image" Target="../media/image30960.png"/><Relationship Id="rId176" Type="http://schemas.openxmlformats.org/officeDocument/2006/relationships/customXml" Target="../ink/ink3862.xml"/><Relationship Id="rId341" Type="http://schemas.openxmlformats.org/officeDocument/2006/relationships/image" Target="../media/image3178.png"/><Relationship Id="rId383" Type="http://schemas.openxmlformats.org/officeDocument/2006/relationships/image" Target="../media/image3199.png"/><Relationship Id="rId439" Type="http://schemas.openxmlformats.org/officeDocument/2006/relationships/image" Target="../media/image3227.png"/><Relationship Id="rId201" Type="http://schemas.openxmlformats.org/officeDocument/2006/relationships/customXml" Target="../ink/ink3887.xml"/><Relationship Id="rId243" Type="http://schemas.openxmlformats.org/officeDocument/2006/relationships/image" Target="../media/image31290.png"/><Relationship Id="rId285" Type="http://schemas.openxmlformats.org/officeDocument/2006/relationships/image" Target="../media/image3150.png"/><Relationship Id="rId450" Type="http://schemas.openxmlformats.org/officeDocument/2006/relationships/customXml" Target="../ink/ink4016.xml"/><Relationship Id="rId38" Type="http://schemas.openxmlformats.org/officeDocument/2006/relationships/customXml" Target="../ink/ink3762.xml"/><Relationship Id="rId103" Type="http://schemas.openxmlformats.org/officeDocument/2006/relationships/customXml" Target="../ink/ink3803.xml"/><Relationship Id="rId310" Type="http://schemas.openxmlformats.org/officeDocument/2006/relationships/customXml" Target="../ink/ink3946.xml"/><Relationship Id="rId91" Type="http://schemas.openxmlformats.org/officeDocument/2006/relationships/customXml" Target="../ink/ink3791.xml"/><Relationship Id="rId145" Type="http://schemas.openxmlformats.org/officeDocument/2006/relationships/customXml" Target="../ink/ink3835.xml"/><Relationship Id="rId187" Type="http://schemas.openxmlformats.org/officeDocument/2006/relationships/customXml" Target="../ink/ink3873.xml"/><Relationship Id="rId352" Type="http://schemas.openxmlformats.org/officeDocument/2006/relationships/customXml" Target="../ink/ink3967.xml"/><Relationship Id="rId394" Type="http://schemas.openxmlformats.org/officeDocument/2006/relationships/customXml" Target="../ink/ink3988.xml"/><Relationship Id="rId408" Type="http://schemas.openxmlformats.org/officeDocument/2006/relationships/customXml" Target="../ink/ink3995.xml"/><Relationship Id="rId212" Type="http://schemas.openxmlformats.org/officeDocument/2006/relationships/customXml" Target="../ink/ink3897.xml"/><Relationship Id="rId254" Type="http://schemas.openxmlformats.org/officeDocument/2006/relationships/customXml" Target="../ink/ink3918.xml"/><Relationship Id="rId49" Type="http://schemas.openxmlformats.org/officeDocument/2006/relationships/customXml" Target="../ink/ink3768.xml"/><Relationship Id="rId114" Type="http://schemas.openxmlformats.org/officeDocument/2006/relationships/customXml" Target="../ink/ink3814.xml"/><Relationship Id="rId296" Type="http://schemas.openxmlformats.org/officeDocument/2006/relationships/customXml" Target="../ink/ink3939.xml"/><Relationship Id="rId461" Type="http://schemas.openxmlformats.org/officeDocument/2006/relationships/image" Target="../media/image3238.png"/><Relationship Id="rId60" Type="http://schemas.openxmlformats.org/officeDocument/2006/relationships/image" Target="../media/image30860.png"/><Relationship Id="rId156" Type="http://schemas.openxmlformats.org/officeDocument/2006/relationships/customXml" Target="../ink/ink3842.xml"/><Relationship Id="rId198" Type="http://schemas.openxmlformats.org/officeDocument/2006/relationships/customXml" Target="../ink/ink3884.xml"/><Relationship Id="rId321" Type="http://schemas.openxmlformats.org/officeDocument/2006/relationships/image" Target="../media/image3168.png"/><Relationship Id="rId363" Type="http://schemas.openxmlformats.org/officeDocument/2006/relationships/image" Target="../media/image3189.png"/><Relationship Id="rId419" Type="http://schemas.openxmlformats.org/officeDocument/2006/relationships/image" Target="../media/image3217.png"/><Relationship Id="rId223" Type="http://schemas.openxmlformats.org/officeDocument/2006/relationships/image" Target="../media/image31190.png"/><Relationship Id="rId430" Type="http://schemas.openxmlformats.org/officeDocument/2006/relationships/customXml" Target="../ink/ink4006.xml"/><Relationship Id="rId18" Type="http://schemas.openxmlformats.org/officeDocument/2006/relationships/customXml" Target="../ink/ink3752.xml"/><Relationship Id="rId265" Type="http://schemas.openxmlformats.org/officeDocument/2006/relationships/image" Target="../media/image3140.png"/><Relationship Id="rId472" Type="http://schemas.openxmlformats.org/officeDocument/2006/relationships/customXml" Target="../ink/ink4027.xml"/><Relationship Id="rId125" Type="http://schemas.openxmlformats.org/officeDocument/2006/relationships/customXml" Target="../ink/ink3825.xml"/><Relationship Id="rId167" Type="http://schemas.openxmlformats.org/officeDocument/2006/relationships/customXml" Target="../ink/ink3853.xml"/><Relationship Id="rId332" Type="http://schemas.openxmlformats.org/officeDocument/2006/relationships/customXml" Target="../ink/ink3957.xml"/><Relationship Id="rId374" Type="http://schemas.openxmlformats.org/officeDocument/2006/relationships/customXml" Target="../ink/ink3978.xml"/><Relationship Id="rId71" Type="http://schemas.openxmlformats.org/officeDocument/2006/relationships/customXml" Target="../ink/ink3779.xml"/><Relationship Id="rId234" Type="http://schemas.openxmlformats.org/officeDocument/2006/relationships/customXml" Target="../ink/ink3908.xml"/><Relationship Id="rId2" Type="http://schemas.openxmlformats.org/officeDocument/2006/relationships/customXml" Target="../ink/ink3744.xml"/><Relationship Id="rId29" Type="http://schemas.openxmlformats.org/officeDocument/2006/relationships/image" Target="../media/image30710.png"/><Relationship Id="rId276" Type="http://schemas.openxmlformats.org/officeDocument/2006/relationships/customXml" Target="../ink/ink3929.xml"/><Relationship Id="rId441" Type="http://schemas.openxmlformats.org/officeDocument/2006/relationships/image" Target="../media/image3228.png"/><Relationship Id="rId483" Type="http://schemas.openxmlformats.org/officeDocument/2006/relationships/customXml" Target="../ink/ink4033.xml"/><Relationship Id="rId40" Type="http://schemas.openxmlformats.org/officeDocument/2006/relationships/customXml" Target="../ink/ink3763.xml"/><Relationship Id="rId136" Type="http://schemas.openxmlformats.org/officeDocument/2006/relationships/image" Target="../media/image31050.png"/><Relationship Id="rId178" Type="http://schemas.openxmlformats.org/officeDocument/2006/relationships/customXml" Target="../ink/ink3864.xml"/><Relationship Id="rId301" Type="http://schemas.openxmlformats.org/officeDocument/2006/relationships/image" Target="../media/image3158.png"/><Relationship Id="rId343" Type="http://schemas.openxmlformats.org/officeDocument/2006/relationships/image" Target="../media/image3179.png"/><Relationship Id="rId82" Type="http://schemas.openxmlformats.org/officeDocument/2006/relationships/image" Target="../media/image30970.png"/><Relationship Id="rId203" Type="http://schemas.openxmlformats.org/officeDocument/2006/relationships/customXml" Target="../ink/ink3889.xml"/><Relationship Id="rId385" Type="http://schemas.openxmlformats.org/officeDocument/2006/relationships/image" Target="../media/image3200.png"/><Relationship Id="rId245" Type="http://schemas.openxmlformats.org/officeDocument/2006/relationships/image" Target="../media/image31300.png"/><Relationship Id="rId287" Type="http://schemas.openxmlformats.org/officeDocument/2006/relationships/image" Target="../media/image3151.png"/><Relationship Id="rId410" Type="http://schemas.openxmlformats.org/officeDocument/2006/relationships/customXml" Target="../ink/ink3996.xml"/><Relationship Id="rId452" Type="http://schemas.openxmlformats.org/officeDocument/2006/relationships/customXml" Target="../ink/ink4017.xml"/><Relationship Id="rId105" Type="http://schemas.openxmlformats.org/officeDocument/2006/relationships/customXml" Target="../ink/ink3805.xml"/><Relationship Id="rId147" Type="http://schemas.openxmlformats.org/officeDocument/2006/relationships/customXml" Target="../ink/ink3836.xml"/><Relationship Id="rId312" Type="http://schemas.openxmlformats.org/officeDocument/2006/relationships/customXml" Target="../ink/ink3947.xml"/><Relationship Id="rId354" Type="http://schemas.openxmlformats.org/officeDocument/2006/relationships/customXml" Target="../ink/ink3968.xml"/><Relationship Id="rId51" Type="http://schemas.openxmlformats.org/officeDocument/2006/relationships/customXml" Target="../ink/ink3769.xml"/><Relationship Id="rId93" Type="http://schemas.openxmlformats.org/officeDocument/2006/relationships/customXml" Target="../ink/ink3793.xml"/><Relationship Id="rId189" Type="http://schemas.openxmlformats.org/officeDocument/2006/relationships/customXml" Target="../ink/ink3875.xml"/><Relationship Id="rId396" Type="http://schemas.openxmlformats.org/officeDocument/2006/relationships/customXml" Target="../ink/ink3989.xml"/><Relationship Id="rId214" Type="http://schemas.openxmlformats.org/officeDocument/2006/relationships/customXml" Target="../ink/ink3898.xml"/><Relationship Id="rId256" Type="http://schemas.openxmlformats.org/officeDocument/2006/relationships/customXml" Target="../ink/ink3919.xml"/><Relationship Id="rId298" Type="http://schemas.openxmlformats.org/officeDocument/2006/relationships/customXml" Target="../ink/ink3940.xml"/><Relationship Id="rId421" Type="http://schemas.openxmlformats.org/officeDocument/2006/relationships/image" Target="../media/image3218.png"/><Relationship Id="rId463" Type="http://schemas.openxmlformats.org/officeDocument/2006/relationships/image" Target="../media/image3239.png"/><Relationship Id="rId116" Type="http://schemas.openxmlformats.org/officeDocument/2006/relationships/customXml" Target="../ink/ink3816.xml"/><Relationship Id="rId137" Type="http://schemas.openxmlformats.org/officeDocument/2006/relationships/customXml" Target="../ink/ink3831.xml"/><Relationship Id="rId158" Type="http://schemas.openxmlformats.org/officeDocument/2006/relationships/customXml" Target="../ink/ink3844.xml"/><Relationship Id="rId302" Type="http://schemas.openxmlformats.org/officeDocument/2006/relationships/customXml" Target="../ink/ink3942.xml"/><Relationship Id="rId323" Type="http://schemas.openxmlformats.org/officeDocument/2006/relationships/image" Target="../media/image3169.png"/><Relationship Id="rId344" Type="http://schemas.openxmlformats.org/officeDocument/2006/relationships/customXml" Target="../ink/ink3963.xml"/><Relationship Id="rId20" Type="http://schemas.openxmlformats.org/officeDocument/2006/relationships/customXml" Target="../ink/ink3753.xml"/><Relationship Id="rId41" Type="http://schemas.openxmlformats.org/officeDocument/2006/relationships/customXml" Target="../ink/ink3764.xml"/><Relationship Id="rId62" Type="http://schemas.openxmlformats.org/officeDocument/2006/relationships/image" Target="../media/image30870.png"/><Relationship Id="rId83" Type="http://schemas.openxmlformats.org/officeDocument/2006/relationships/customXml" Target="../ink/ink3785.xml"/><Relationship Id="rId179" Type="http://schemas.openxmlformats.org/officeDocument/2006/relationships/customXml" Target="../ink/ink3865.xml"/><Relationship Id="rId365" Type="http://schemas.openxmlformats.org/officeDocument/2006/relationships/image" Target="../media/image3190.png"/><Relationship Id="rId386" Type="http://schemas.openxmlformats.org/officeDocument/2006/relationships/customXml" Target="../ink/ink3984.xml"/><Relationship Id="rId190" Type="http://schemas.openxmlformats.org/officeDocument/2006/relationships/customXml" Target="../ink/ink3876.xml"/><Relationship Id="rId204" Type="http://schemas.openxmlformats.org/officeDocument/2006/relationships/customXml" Target="../ink/ink3890.xml"/><Relationship Id="rId225" Type="http://schemas.openxmlformats.org/officeDocument/2006/relationships/image" Target="../media/image31200.png"/><Relationship Id="rId246" Type="http://schemas.openxmlformats.org/officeDocument/2006/relationships/customXml" Target="../ink/ink3914.xml"/><Relationship Id="rId267" Type="http://schemas.openxmlformats.org/officeDocument/2006/relationships/image" Target="../media/image3141.png"/><Relationship Id="rId288" Type="http://schemas.openxmlformats.org/officeDocument/2006/relationships/customXml" Target="../ink/ink3935.xml"/><Relationship Id="rId411" Type="http://schemas.openxmlformats.org/officeDocument/2006/relationships/image" Target="../media/image3213.png"/><Relationship Id="rId432" Type="http://schemas.openxmlformats.org/officeDocument/2006/relationships/customXml" Target="../ink/ink4007.xml"/><Relationship Id="rId453" Type="http://schemas.openxmlformats.org/officeDocument/2006/relationships/image" Target="../media/image3234.png"/><Relationship Id="rId474" Type="http://schemas.openxmlformats.org/officeDocument/2006/relationships/customXml" Target="../ink/ink4028.xml"/><Relationship Id="rId106" Type="http://schemas.openxmlformats.org/officeDocument/2006/relationships/customXml" Target="../ink/ink3806.xml"/><Relationship Id="rId127" Type="http://schemas.openxmlformats.org/officeDocument/2006/relationships/customXml" Target="../ink/ink3826.xml"/><Relationship Id="rId313" Type="http://schemas.openxmlformats.org/officeDocument/2006/relationships/image" Target="../media/image3164.png"/><Relationship Id="rId10" Type="http://schemas.openxmlformats.org/officeDocument/2006/relationships/customXml" Target="../ink/ink3748.xml"/><Relationship Id="rId31" Type="http://schemas.openxmlformats.org/officeDocument/2006/relationships/image" Target="../media/image30720.png"/><Relationship Id="rId52" Type="http://schemas.openxmlformats.org/officeDocument/2006/relationships/image" Target="../media/image30820.png"/><Relationship Id="rId73" Type="http://schemas.openxmlformats.org/officeDocument/2006/relationships/customXml" Target="../ink/ink3780.xml"/><Relationship Id="rId94" Type="http://schemas.openxmlformats.org/officeDocument/2006/relationships/customXml" Target="../ink/ink3794.xml"/><Relationship Id="rId148" Type="http://schemas.openxmlformats.org/officeDocument/2006/relationships/image" Target="../media/image31100.png"/><Relationship Id="rId169" Type="http://schemas.openxmlformats.org/officeDocument/2006/relationships/customXml" Target="../ink/ink3855.xml"/><Relationship Id="rId334" Type="http://schemas.openxmlformats.org/officeDocument/2006/relationships/customXml" Target="../ink/ink3958.xml"/><Relationship Id="rId355" Type="http://schemas.openxmlformats.org/officeDocument/2006/relationships/image" Target="../media/image3185.png"/><Relationship Id="rId376" Type="http://schemas.openxmlformats.org/officeDocument/2006/relationships/customXml" Target="../ink/ink3979.xml"/><Relationship Id="rId397" Type="http://schemas.openxmlformats.org/officeDocument/2006/relationships/image" Target="../media/image3206.png"/><Relationship Id="rId4" Type="http://schemas.openxmlformats.org/officeDocument/2006/relationships/customXml" Target="../ink/ink3745.xml"/><Relationship Id="rId180" Type="http://schemas.openxmlformats.org/officeDocument/2006/relationships/customXml" Target="../ink/ink3866.xml"/><Relationship Id="rId215" Type="http://schemas.openxmlformats.org/officeDocument/2006/relationships/image" Target="../media/image31150.png"/><Relationship Id="rId236" Type="http://schemas.openxmlformats.org/officeDocument/2006/relationships/customXml" Target="../ink/ink3909.xml"/><Relationship Id="rId257" Type="http://schemas.openxmlformats.org/officeDocument/2006/relationships/image" Target="../media/image3136.png"/><Relationship Id="rId278" Type="http://schemas.openxmlformats.org/officeDocument/2006/relationships/customXml" Target="../ink/ink3930.xml"/><Relationship Id="rId401" Type="http://schemas.openxmlformats.org/officeDocument/2006/relationships/image" Target="../media/image3208.png"/><Relationship Id="rId422" Type="http://schemas.openxmlformats.org/officeDocument/2006/relationships/customXml" Target="../ink/ink4002.xml"/><Relationship Id="rId443" Type="http://schemas.openxmlformats.org/officeDocument/2006/relationships/image" Target="../media/image3229.png"/><Relationship Id="rId464" Type="http://schemas.openxmlformats.org/officeDocument/2006/relationships/customXml" Target="../ink/ink4023.xml"/><Relationship Id="rId303" Type="http://schemas.openxmlformats.org/officeDocument/2006/relationships/image" Target="../media/image3159.png"/><Relationship Id="rId485" Type="http://schemas.openxmlformats.org/officeDocument/2006/relationships/customXml" Target="../ink/ink4034.xml"/><Relationship Id="rId42" Type="http://schemas.openxmlformats.org/officeDocument/2006/relationships/image" Target="../media/image30770.png"/><Relationship Id="rId84" Type="http://schemas.openxmlformats.org/officeDocument/2006/relationships/image" Target="../media/image30980.png"/><Relationship Id="rId138" Type="http://schemas.openxmlformats.org/officeDocument/2006/relationships/image" Target="../media/image31060.png"/><Relationship Id="rId345" Type="http://schemas.openxmlformats.org/officeDocument/2006/relationships/image" Target="../media/image3180.png"/><Relationship Id="rId387" Type="http://schemas.openxmlformats.org/officeDocument/2006/relationships/image" Target="../media/image3201.png"/><Relationship Id="rId191" Type="http://schemas.openxmlformats.org/officeDocument/2006/relationships/customXml" Target="../ink/ink3877.xml"/><Relationship Id="rId205" Type="http://schemas.openxmlformats.org/officeDocument/2006/relationships/customXml" Target="../ink/ink3891.xml"/><Relationship Id="rId247" Type="http://schemas.openxmlformats.org/officeDocument/2006/relationships/image" Target="../media/image31310.png"/><Relationship Id="rId412" Type="http://schemas.openxmlformats.org/officeDocument/2006/relationships/customXml" Target="../ink/ink3997.xml"/><Relationship Id="rId107" Type="http://schemas.openxmlformats.org/officeDocument/2006/relationships/customXml" Target="../ink/ink3807.xml"/><Relationship Id="rId289" Type="http://schemas.openxmlformats.org/officeDocument/2006/relationships/image" Target="../media/image3152.png"/><Relationship Id="rId454" Type="http://schemas.openxmlformats.org/officeDocument/2006/relationships/customXml" Target="../ink/ink4018.xml"/><Relationship Id="rId11" Type="http://schemas.openxmlformats.org/officeDocument/2006/relationships/image" Target="../media/image30620.png"/><Relationship Id="rId53" Type="http://schemas.openxmlformats.org/officeDocument/2006/relationships/customXml" Target="../ink/ink3770.xml"/><Relationship Id="rId149" Type="http://schemas.openxmlformats.org/officeDocument/2006/relationships/customXml" Target="../ink/ink3837.xml"/><Relationship Id="rId314" Type="http://schemas.openxmlformats.org/officeDocument/2006/relationships/customXml" Target="../ink/ink3948.xml"/><Relationship Id="rId356" Type="http://schemas.openxmlformats.org/officeDocument/2006/relationships/customXml" Target="../ink/ink3969.xml"/><Relationship Id="rId398" Type="http://schemas.openxmlformats.org/officeDocument/2006/relationships/customXml" Target="../ink/ink3990.xml"/><Relationship Id="rId95" Type="http://schemas.openxmlformats.org/officeDocument/2006/relationships/customXml" Target="../ink/ink3795.xml"/><Relationship Id="rId160" Type="http://schemas.openxmlformats.org/officeDocument/2006/relationships/customXml" Target="../ink/ink3846.xml"/><Relationship Id="rId216" Type="http://schemas.openxmlformats.org/officeDocument/2006/relationships/customXml" Target="../ink/ink3899.xml"/><Relationship Id="rId423" Type="http://schemas.openxmlformats.org/officeDocument/2006/relationships/image" Target="../media/image3219.png"/><Relationship Id="rId258" Type="http://schemas.openxmlformats.org/officeDocument/2006/relationships/customXml" Target="../ink/ink3920.xml"/><Relationship Id="rId465" Type="http://schemas.openxmlformats.org/officeDocument/2006/relationships/image" Target="../media/image3240.png"/><Relationship Id="rId22" Type="http://schemas.openxmlformats.org/officeDocument/2006/relationships/customXml" Target="../ink/ink3754.xml"/><Relationship Id="rId64" Type="http://schemas.openxmlformats.org/officeDocument/2006/relationships/image" Target="../media/image30880.png"/><Relationship Id="rId118" Type="http://schemas.openxmlformats.org/officeDocument/2006/relationships/customXml" Target="../ink/ink3818.xml"/><Relationship Id="rId325" Type="http://schemas.openxmlformats.org/officeDocument/2006/relationships/image" Target="../media/image3170.png"/><Relationship Id="rId367" Type="http://schemas.openxmlformats.org/officeDocument/2006/relationships/image" Target="../media/image3191.png"/><Relationship Id="rId171" Type="http://schemas.openxmlformats.org/officeDocument/2006/relationships/customXml" Target="../ink/ink3857.xml"/><Relationship Id="rId227" Type="http://schemas.openxmlformats.org/officeDocument/2006/relationships/image" Target="../media/image31210.png"/><Relationship Id="rId269" Type="http://schemas.openxmlformats.org/officeDocument/2006/relationships/image" Target="../media/image3142.png"/><Relationship Id="rId434" Type="http://schemas.openxmlformats.org/officeDocument/2006/relationships/customXml" Target="../ink/ink4008.xml"/><Relationship Id="rId476" Type="http://schemas.openxmlformats.org/officeDocument/2006/relationships/image" Target="../media/image3245.png"/><Relationship Id="rId33" Type="http://schemas.openxmlformats.org/officeDocument/2006/relationships/image" Target="../media/image30730.png"/><Relationship Id="rId129" Type="http://schemas.openxmlformats.org/officeDocument/2006/relationships/customXml" Target="../ink/ink3827.xml"/><Relationship Id="rId280" Type="http://schemas.openxmlformats.org/officeDocument/2006/relationships/customXml" Target="../ink/ink3931.xml"/><Relationship Id="rId336" Type="http://schemas.openxmlformats.org/officeDocument/2006/relationships/customXml" Target="../ink/ink3959.xml"/><Relationship Id="rId75" Type="http://schemas.openxmlformats.org/officeDocument/2006/relationships/customXml" Target="../ink/ink3781.xml"/><Relationship Id="rId140" Type="http://schemas.openxmlformats.org/officeDocument/2006/relationships/image" Target="../media/image2151.png"/><Relationship Id="rId182" Type="http://schemas.openxmlformats.org/officeDocument/2006/relationships/customXml" Target="../ink/ink3868.xml"/><Relationship Id="rId378" Type="http://schemas.openxmlformats.org/officeDocument/2006/relationships/customXml" Target="../ink/ink3980.xml"/><Relationship Id="rId403" Type="http://schemas.openxmlformats.org/officeDocument/2006/relationships/image" Target="../media/image3209.png"/><Relationship Id="rId6" Type="http://schemas.openxmlformats.org/officeDocument/2006/relationships/customXml" Target="../ink/ink3746.xml"/><Relationship Id="rId238" Type="http://schemas.openxmlformats.org/officeDocument/2006/relationships/customXml" Target="../ink/ink3910.xml"/><Relationship Id="rId445" Type="http://schemas.openxmlformats.org/officeDocument/2006/relationships/image" Target="../media/image3230.png"/><Relationship Id="rId487" Type="http://schemas.openxmlformats.org/officeDocument/2006/relationships/customXml" Target="../ink/ink4035.xml"/><Relationship Id="rId291" Type="http://schemas.openxmlformats.org/officeDocument/2006/relationships/image" Target="../media/image3153.png"/><Relationship Id="rId305" Type="http://schemas.openxmlformats.org/officeDocument/2006/relationships/image" Target="../media/image3160.png"/><Relationship Id="rId347" Type="http://schemas.openxmlformats.org/officeDocument/2006/relationships/image" Target="../media/image3181.png"/><Relationship Id="rId44" Type="http://schemas.openxmlformats.org/officeDocument/2006/relationships/image" Target="../media/image30780.png"/><Relationship Id="rId86" Type="http://schemas.openxmlformats.org/officeDocument/2006/relationships/image" Target="../media/image30990.png"/><Relationship Id="rId151" Type="http://schemas.openxmlformats.org/officeDocument/2006/relationships/customXml" Target="../ink/ink3838.xml"/><Relationship Id="rId389" Type="http://schemas.openxmlformats.org/officeDocument/2006/relationships/image" Target="../media/image3202.png"/><Relationship Id="rId193" Type="http://schemas.openxmlformats.org/officeDocument/2006/relationships/customXml" Target="../ink/ink3879.xml"/><Relationship Id="rId207" Type="http://schemas.openxmlformats.org/officeDocument/2006/relationships/customXml" Target="../ink/ink3893.xml"/><Relationship Id="rId249" Type="http://schemas.openxmlformats.org/officeDocument/2006/relationships/image" Target="../media/image31320.png"/><Relationship Id="rId414" Type="http://schemas.openxmlformats.org/officeDocument/2006/relationships/customXml" Target="../ink/ink3998.xml"/><Relationship Id="rId456" Type="http://schemas.openxmlformats.org/officeDocument/2006/relationships/customXml" Target="../ink/ink4019.xml"/><Relationship Id="rId13" Type="http://schemas.openxmlformats.org/officeDocument/2006/relationships/image" Target="../media/image30630.png"/><Relationship Id="rId109" Type="http://schemas.openxmlformats.org/officeDocument/2006/relationships/customXml" Target="../ink/ink3809.xml"/><Relationship Id="rId260" Type="http://schemas.openxmlformats.org/officeDocument/2006/relationships/customXml" Target="../ink/ink3921.xml"/><Relationship Id="rId316" Type="http://schemas.openxmlformats.org/officeDocument/2006/relationships/customXml" Target="../ink/ink3949.xml"/><Relationship Id="rId55" Type="http://schemas.openxmlformats.org/officeDocument/2006/relationships/customXml" Target="../ink/ink3771.xml"/><Relationship Id="rId97" Type="http://schemas.openxmlformats.org/officeDocument/2006/relationships/customXml" Target="../ink/ink3797.xml"/><Relationship Id="rId120" Type="http://schemas.openxmlformats.org/officeDocument/2006/relationships/customXml" Target="../ink/ink3820.xml"/><Relationship Id="rId358" Type="http://schemas.openxmlformats.org/officeDocument/2006/relationships/customXml" Target="../ink/ink3970.xml"/><Relationship Id="rId162" Type="http://schemas.openxmlformats.org/officeDocument/2006/relationships/customXml" Target="../ink/ink3848.xml"/><Relationship Id="rId218" Type="http://schemas.openxmlformats.org/officeDocument/2006/relationships/customXml" Target="../ink/ink3900.xml"/><Relationship Id="rId425" Type="http://schemas.openxmlformats.org/officeDocument/2006/relationships/image" Target="../media/image3220.png"/><Relationship Id="rId467" Type="http://schemas.openxmlformats.org/officeDocument/2006/relationships/image" Target="../media/image3241.png"/><Relationship Id="rId271" Type="http://schemas.openxmlformats.org/officeDocument/2006/relationships/image" Target="../media/image3143.png"/><Relationship Id="rId24" Type="http://schemas.openxmlformats.org/officeDocument/2006/relationships/customXml" Target="../ink/ink3755.xml"/><Relationship Id="rId66" Type="http://schemas.openxmlformats.org/officeDocument/2006/relationships/image" Target="../media/image30890.png"/><Relationship Id="rId131" Type="http://schemas.openxmlformats.org/officeDocument/2006/relationships/customXml" Target="../ink/ink3828.xml"/><Relationship Id="rId327" Type="http://schemas.openxmlformats.org/officeDocument/2006/relationships/image" Target="../media/image3171.png"/><Relationship Id="rId369" Type="http://schemas.openxmlformats.org/officeDocument/2006/relationships/image" Target="../media/image3192.png"/><Relationship Id="rId173" Type="http://schemas.openxmlformats.org/officeDocument/2006/relationships/customXml" Target="../ink/ink3859.xml"/><Relationship Id="rId229" Type="http://schemas.openxmlformats.org/officeDocument/2006/relationships/image" Target="../media/image31220.png"/><Relationship Id="rId380" Type="http://schemas.openxmlformats.org/officeDocument/2006/relationships/customXml" Target="../ink/ink3981.xml"/><Relationship Id="rId436" Type="http://schemas.openxmlformats.org/officeDocument/2006/relationships/customXml" Target="../ink/ink4009.xml"/><Relationship Id="rId240" Type="http://schemas.openxmlformats.org/officeDocument/2006/relationships/customXml" Target="../ink/ink3911.xml"/><Relationship Id="rId478" Type="http://schemas.openxmlformats.org/officeDocument/2006/relationships/image" Target="../media/image3246.png"/><Relationship Id="rId35" Type="http://schemas.openxmlformats.org/officeDocument/2006/relationships/image" Target="../media/image30740.png"/><Relationship Id="rId77" Type="http://schemas.openxmlformats.org/officeDocument/2006/relationships/customXml" Target="../ink/ink3782.xml"/><Relationship Id="rId100" Type="http://schemas.openxmlformats.org/officeDocument/2006/relationships/customXml" Target="../ink/ink3800.xml"/><Relationship Id="rId282" Type="http://schemas.openxmlformats.org/officeDocument/2006/relationships/customXml" Target="../ink/ink3932.xml"/><Relationship Id="rId338" Type="http://schemas.openxmlformats.org/officeDocument/2006/relationships/customXml" Target="../ink/ink3960.xml"/><Relationship Id="rId8" Type="http://schemas.openxmlformats.org/officeDocument/2006/relationships/customXml" Target="../ink/ink3747.xml"/><Relationship Id="rId142" Type="http://schemas.openxmlformats.org/officeDocument/2006/relationships/image" Target="../media/image31070.png"/><Relationship Id="rId184" Type="http://schemas.openxmlformats.org/officeDocument/2006/relationships/customXml" Target="../ink/ink3870.xml"/><Relationship Id="rId391" Type="http://schemas.openxmlformats.org/officeDocument/2006/relationships/image" Target="../media/image3203.png"/><Relationship Id="rId405" Type="http://schemas.openxmlformats.org/officeDocument/2006/relationships/image" Target="../media/image3210.png"/><Relationship Id="rId447" Type="http://schemas.openxmlformats.org/officeDocument/2006/relationships/image" Target="../media/image3231.png"/><Relationship Id="rId251" Type="http://schemas.openxmlformats.org/officeDocument/2006/relationships/image" Target="../media/image31330.png"/><Relationship Id="rId46" Type="http://schemas.openxmlformats.org/officeDocument/2006/relationships/image" Target="../media/image30790.png"/><Relationship Id="rId293" Type="http://schemas.openxmlformats.org/officeDocument/2006/relationships/image" Target="../media/image3154.png"/><Relationship Id="rId307" Type="http://schemas.openxmlformats.org/officeDocument/2006/relationships/image" Target="../media/image3161.png"/><Relationship Id="rId349" Type="http://schemas.openxmlformats.org/officeDocument/2006/relationships/image" Target="../media/image3182.png"/><Relationship Id="rId88" Type="http://schemas.openxmlformats.org/officeDocument/2006/relationships/customXml" Target="../ink/ink3788.xml"/><Relationship Id="rId111" Type="http://schemas.openxmlformats.org/officeDocument/2006/relationships/customXml" Target="../ink/ink3811.xml"/><Relationship Id="rId153" Type="http://schemas.openxmlformats.org/officeDocument/2006/relationships/customXml" Target="../ink/ink3839.xml"/><Relationship Id="rId195" Type="http://schemas.openxmlformats.org/officeDocument/2006/relationships/customXml" Target="../ink/ink3881.xml"/><Relationship Id="rId209" Type="http://schemas.openxmlformats.org/officeDocument/2006/relationships/customXml" Target="../ink/ink3895.xml"/><Relationship Id="rId360" Type="http://schemas.openxmlformats.org/officeDocument/2006/relationships/customXml" Target="../ink/ink3971.xml"/><Relationship Id="rId416" Type="http://schemas.openxmlformats.org/officeDocument/2006/relationships/customXml" Target="../ink/ink3999.xml"/><Relationship Id="rId220" Type="http://schemas.openxmlformats.org/officeDocument/2006/relationships/customXml" Target="../ink/ink3901.xml"/><Relationship Id="rId458" Type="http://schemas.openxmlformats.org/officeDocument/2006/relationships/customXml" Target="../ink/ink4020.xml"/><Relationship Id="rId15" Type="http://schemas.openxmlformats.org/officeDocument/2006/relationships/image" Target="../media/image30640.png"/><Relationship Id="rId57" Type="http://schemas.openxmlformats.org/officeDocument/2006/relationships/customXml" Target="../ink/ink3772.xml"/><Relationship Id="rId262" Type="http://schemas.openxmlformats.org/officeDocument/2006/relationships/customXml" Target="../ink/ink3922.xml"/><Relationship Id="rId318" Type="http://schemas.openxmlformats.org/officeDocument/2006/relationships/customXml" Target="../ink/ink3950.xml"/><Relationship Id="rId99" Type="http://schemas.openxmlformats.org/officeDocument/2006/relationships/customXml" Target="../ink/ink3799.xml"/><Relationship Id="rId122" Type="http://schemas.openxmlformats.org/officeDocument/2006/relationships/customXml" Target="../ink/ink3822.xml"/><Relationship Id="rId164" Type="http://schemas.openxmlformats.org/officeDocument/2006/relationships/customXml" Target="../ink/ink3850.xml"/><Relationship Id="rId371" Type="http://schemas.openxmlformats.org/officeDocument/2006/relationships/image" Target="../media/image3193.png"/><Relationship Id="rId427" Type="http://schemas.openxmlformats.org/officeDocument/2006/relationships/image" Target="../media/image3221.png"/><Relationship Id="rId469" Type="http://schemas.openxmlformats.org/officeDocument/2006/relationships/image" Target="../media/image3242.png"/><Relationship Id="rId26" Type="http://schemas.openxmlformats.org/officeDocument/2006/relationships/customXml" Target="../ink/ink3756.xml"/><Relationship Id="rId231" Type="http://schemas.openxmlformats.org/officeDocument/2006/relationships/image" Target="../media/image31230.png"/><Relationship Id="rId273" Type="http://schemas.openxmlformats.org/officeDocument/2006/relationships/image" Target="../media/image3144.png"/><Relationship Id="rId329" Type="http://schemas.openxmlformats.org/officeDocument/2006/relationships/image" Target="../media/image3172.png"/><Relationship Id="rId480" Type="http://schemas.openxmlformats.org/officeDocument/2006/relationships/image" Target="../media/image3247.png"/><Relationship Id="rId68" Type="http://schemas.openxmlformats.org/officeDocument/2006/relationships/image" Target="../media/image30900.png"/><Relationship Id="rId133" Type="http://schemas.openxmlformats.org/officeDocument/2006/relationships/customXml" Target="../ink/ink3829.xml"/><Relationship Id="rId175" Type="http://schemas.openxmlformats.org/officeDocument/2006/relationships/customXml" Target="../ink/ink3861.xml"/><Relationship Id="rId340" Type="http://schemas.openxmlformats.org/officeDocument/2006/relationships/customXml" Target="../ink/ink3961.xml"/><Relationship Id="rId200" Type="http://schemas.openxmlformats.org/officeDocument/2006/relationships/customXml" Target="../ink/ink3886.xml"/><Relationship Id="rId382" Type="http://schemas.openxmlformats.org/officeDocument/2006/relationships/customXml" Target="../ink/ink3982.xml"/><Relationship Id="rId438" Type="http://schemas.openxmlformats.org/officeDocument/2006/relationships/customXml" Target="../ink/ink4010.xml"/><Relationship Id="rId242" Type="http://schemas.openxmlformats.org/officeDocument/2006/relationships/customXml" Target="../ink/ink3912.xml"/><Relationship Id="rId284" Type="http://schemas.openxmlformats.org/officeDocument/2006/relationships/customXml" Target="../ink/ink3933.xml"/><Relationship Id="rId37" Type="http://schemas.openxmlformats.org/officeDocument/2006/relationships/image" Target="../media/image30750.png"/><Relationship Id="rId79" Type="http://schemas.openxmlformats.org/officeDocument/2006/relationships/customXml" Target="../ink/ink3783.xml"/><Relationship Id="rId102" Type="http://schemas.openxmlformats.org/officeDocument/2006/relationships/customXml" Target="../ink/ink3802.xml"/><Relationship Id="rId144" Type="http://schemas.openxmlformats.org/officeDocument/2006/relationships/image" Target="../media/image31080.png"/><Relationship Id="rId90" Type="http://schemas.openxmlformats.org/officeDocument/2006/relationships/customXml" Target="../ink/ink3790.xml"/><Relationship Id="rId186" Type="http://schemas.openxmlformats.org/officeDocument/2006/relationships/customXml" Target="../ink/ink3872.xml"/><Relationship Id="rId351" Type="http://schemas.openxmlformats.org/officeDocument/2006/relationships/image" Target="../media/image3183.png"/><Relationship Id="rId393" Type="http://schemas.openxmlformats.org/officeDocument/2006/relationships/image" Target="../media/image3204.png"/><Relationship Id="rId407" Type="http://schemas.openxmlformats.org/officeDocument/2006/relationships/image" Target="../media/image3211.png"/><Relationship Id="rId449" Type="http://schemas.openxmlformats.org/officeDocument/2006/relationships/image" Target="../media/image3232.png"/><Relationship Id="rId211" Type="http://schemas.openxmlformats.org/officeDocument/2006/relationships/image" Target="../media/image31130.png"/><Relationship Id="rId253" Type="http://schemas.openxmlformats.org/officeDocument/2006/relationships/image" Target="../media/image31340.png"/><Relationship Id="rId295" Type="http://schemas.openxmlformats.org/officeDocument/2006/relationships/image" Target="../media/image3155.png"/><Relationship Id="rId309" Type="http://schemas.openxmlformats.org/officeDocument/2006/relationships/image" Target="../media/image3162.png"/><Relationship Id="rId460" Type="http://schemas.openxmlformats.org/officeDocument/2006/relationships/customXml" Target="../ink/ink4021.xml"/><Relationship Id="rId48" Type="http://schemas.openxmlformats.org/officeDocument/2006/relationships/image" Target="../media/image30800.png"/><Relationship Id="rId113" Type="http://schemas.openxmlformats.org/officeDocument/2006/relationships/customXml" Target="../ink/ink3813.xml"/><Relationship Id="rId320" Type="http://schemas.openxmlformats.org/officeDocument/2006/relationships/customXml" Target="../ink/ink3951.xml"/><Relationship Id="rId155" Type="http://schemas.openxmlformats.org/officeDocument/2006/relationships/customXml" Target="../ink/ink3841.xml"/><Relationship Id="rId197" Type="http://schemas.openxmlformats.org/officeDocument/2006/relationships/customXml" Target="../ink/ink3883.xml"/><Relationship Id="rId362" Type="http://schemas.openxmlformats.org/officeDocument/2006/relationships/customXml" Target="../ink/ink3972.xml"/><Relationship Id="rId418" Type="http://schemas.openxmlformats.org/officeDocument/2006/relationships/customXml" Target="../ink/ink4000.xml"/><Relationship Id="rId222" Type="http://schemas.openxmlformats.org/officeDocument/2006/relationships/customXml" Target="../ink/ink3902.xml"/><Relationship Id="rId264" Type="http://schemas.openxmlformats.org/officeDocument/2006/relationships/customXml" Target="../ink/ink3923.xml"/><Relationship Id="rId471" Type="http://schemas.openxmlformats.org/officeDocument/2006/relationships/image" Target="../media/image3243.png"/><Relationship Id="rId17" Type="http://schemas.openxmlformats.org/officeDocument/2006/relationships/image" Target="../media/image30650.png"/><Relationship Id="rId59" Type="http://schemas.openxmlformats.org/officeDocument/2006/relationships/customXml" Target="../ink/ink3773.xml"/><Relationship Id="rId124" Type="http://schemas.openxmlformats.org/officeDocument/2006/relationships/customXml" Target="../ink/ink3824.xml"/><Relationship Id="rId70" Type="http://schemas.openxmlformats.org/officeDocument/2006/relationships/image" Target="../media/image30910.png"/><Relationship Id="rId166" Type="http://schemas.openxmlformats.org/officeDocument/2006/relationships/customXml" Target="../ink/ink3852.xml"/><Relationship Id="rId331" Type="http://schemas.openxmlformats.org/officeDocument/2006/relationships/image" Target="../media/image3173.png"/><Relationship Id="rId373" Type="http://schemas.openxmlformats.org/officeDocument/2006/relationships/image" Target="../media/image3194.png"/><Relationship Id="rId429" Type="http://schemas.openxmlformats.org/officeDocument/2006/relationships/image" Target="../media/image3222.png"/><Relationship Id="rId1" Type="http://schemas.openxmlformats.org/officeDocument/2006/relationships/slideLayout" Target="../slideLayouts/slideLayout2.xml"/><Relationship Id="rId233" Type="http://schemas.openxmlformats.org/officeDocument/2006/relationships/image" Target="../media/image31240.png"/><Relationship Id="rId440" Type="http://schemas.openxmlformats.org/officeDocument/2006/relationships/customXml" Target="../ink/ink4011.xml"/><Relationship Id="rId28" Type="http://schemas.openxmlformats.org/officeDocument/2006/relationships/customXml" Target="../ink/ink3757.xml"/><Relationship Id="rId275" Type="http://schemas.openxmlformats.org/officeDocument/2006/relationships/image" Target="../media/image3145.png"/><Relationship Id="rId300" Type="http://schemas.openxmlformats.org/officeDocument/2006/relationships/customXml" Target="../ink/ink3941.xml"/><Relationship Id="rId482" Type="http://schemas.openxmlformats.org/officeDocument/2006/relationships/image" Target="../media/image3248.png"/><Relationship Id="rId81" Type="http://schemas.openxmlformats.org/officeDocument/2006/relationships/customXml" Target="../ink/ink3784.xml"/><Relationship Id="rId135" Type="http://schemas.openxmlformats.org/officeDocument/2006/relationships/customXml" Target="../ink/ink3830.xml"/><Relationship Id="rId177" Type="http://schemas.openxmlformats.org/officeDocument/2006/relationships/customXml" Target="../ink/ink3863.xml"/><Relationship Id="rId342" Type="http://schemas.openxmlformats.org/officeDocument/2006/relationships/customXml" Target="../ink/ink3962.xml"/><Relationship Id="rId384" Type="http://schemas.openxmlformats.org/officeDocument/2006/relationships/customXml" Target="../ink/ink3983.xml"/><Relationship Id="rId202" Type="http://schemas.openxmlformats.org/officeDocument/2006/relationships/customXml" Target="../ink/ink3888.xml"/><Relationship Id="rId244" Type="http://schemas.openxmlformats.org/officeDocument/2006/relationships/customXml" Target="../ink/ink3913.xml"/><Relationship Id="rId39" Type="http://schemas.openxmlformats.org/officeDocument/2006/relationships/image" Target="../media/image30760.png"/><Relationship Id="rId286" Type="http://schemas.openxmlformats.org/officeDocument/2006/relationships/customXml" Target="../ink/ink3934.xml"/><Relationship Id="rId451" Type="http://schemas.openxmlformats.org/officeDocument/2006/relationships/image" Target="../media/image3233.png"/><Relationship Id="rId50" Type="http://schemas.openxmlformats.org/officeDocument/2006/relationships/image" Target="../media/image30810.png"/><Relationship Id="rId104" Type="http://schemas.openxmlformats.org/officeDocument/2006/relationships/customXml" Target="../ink/ink3804.xml"/><Relationship Id="rId146" Type="http://schemas.openxmlformats.org/officeDocument/2006/relationships/image" Target="../media/image31090.png"/><Relationship Id="rId188" Type="http://schemas.openxmlformats.org/officeDocument/2006/relationships/customXml" Target="../ink/ink3874.xml"/><Relationship Id="rId311" Type="http://schemas.openxmlformats.org/officeDocument/2006/relationships/image" Target="../media/image3163.png"/><Relationship Id="rId353" Type="http://schemas.openxmlformats.org/officeDocument/2006/relationships/image" Target="../media/image3184.png"/><Relationship Id="rId395" Type="http://schemas.openxmlformats.org/officeDocument/2006/relationships/image" Target="../media/image3205.png"/><Relationship Id="rId409" Type="http://schemas.openxmlformats.org/officeDocument/2006/relationships/image" Target="../media/image3212.png"/><Relationship Id="rId92" Type="http://schemas.openxmlformats.org/officeDocument/2006/relationships/customXml" Target="../ink/ink3792.xml"/><Relationship Id="rId213" Type="http://schemas.openxmlformats.org/officeDocument/2006/relationships/image" Target="../media/image31140.png"/><Relationship Id="rId420" Type="http://schemas.openxmlformats.org/officeDocument/2006/relationships/customXml" Target="../ink/ink4001.xml"/><Relationship Id="rId255" Type="http://schemas.openxmlformats.org/officeDocument/2006/relationships/image" Target="../media/image3135.png"/><Relationship Id="rId297" Type="http://schemas.openxmlformats.org/officeDocument/2006/relationships/image" Target="../media/image3156.png"/><Relationship Id="rId462" Type="http://schemas.openxmlformats.org/officeDocument/2006/relationships/customXml" Target="../ink/ink4022.xml"/><Relationship Id="rId115" Type="http://schemas.openxmlformats.org/officeDocument/2006/relationships/customXml" Target="../ink/ink3815.xml"/><Relationship Id="rId157" Type="http://schemas.openxmlformats.org/officeDocument/2006/relationships/customXml" Target="../ink/ink3843.xml"/><Relationship Id="rId322" Type="http://schemas.openxmlformats.org/officeDocument/2006/relationships/customXml" Target="../ink/ink3952.xml"/><Relationship Id="rId364" Type="http://schemas.openxmlformats.org/officeDocument/2006/relationships/customXml" Target="../ink/ink3973.xml"/><Relationship Id="rId61" Type="http://schemas.openxmlformats.org/officeDocument/2006/relationships/customXml" Target="../ink/ink3774.xml"/><Relationship Id="rId199" Type="http://schemas.openxmlformats.org/officeDocument/2006/relationships/customXml" Target="../ink/ink3885.xml"/><Relationship Id="rId19" Type="http://schemas.openxmlformats.org/officeDocument/2006/relationships/image" Target="../media/image30660.png"/><Relationship Id="rId224" Type="http://schemas.openxmlformats.org/officeDocument/2006/relationships/customXml" Target="../ink/ink3903.xml"/><Relationship Id="rId266" Type="http://schemas.openxmlformats.org/officeDocument/2006/relationships/customXml" Target="../ink/ink3924.xml"/><Relationship Id="rId431" Type="http://schemas.openxmlformats.org/officeDocument/2006/relationships/image" Target="../media/image3223.png"/><Relationship Id="rId473" Type="http://schemas.openxmlformats.org/officeDocument/2006/relationships/image" Target="../media/image3244.png"/><Relationship Id="rId30" Type="http://schemas.openxmlformats.org/officeDocument/2006/relationships/customXml" Target="../ink/ink3758.xml"/><Relationship Id="rId126" Type="http://schemas.openxmlformats.org/officeDocument/2006/relationships/image" Target="../media/image31000.png"/><Relationship Id="rId168" Type="http://schemas.openxmlformats.org/officeDocument/2006/relationships/customXml" Target="../ink/ink3854.xml"/><Relationship Id="rId333" Type="http://schemas.openxmlformats.org/officeDocument/2006/relationships/image" Target="../media/image3174.png"/><Relationship Id="rId72" Type="http://schemas.openxmlformats.org/officeDocument/2006/relationships/image" Target="../media/image30920.png"/><Relationship Id="rId375" Type="http://schemas.openxmlformats.org/officeDocument/2006/relationships/image" Target="../media/image3195.png"/><Relationship Id="rId3" Type="http://schemas.openxmlformats.org/officeDocument/2006/relationships/image" Target="../media/image2157.png"/><Relationship Id="rId235" Type="http://schemas.openxmlformats.org/officeDocument/2006/relationships/image" Target="../media/image31250.png"/><Relationship Id="rId277" Type="http://schemas.openxmlformats.org/officeDocument/2006/relationships/image" Target="../media/image3146.png"/><Relationship Id="rId400" Type="http://schemas.openxmlformats.org/officeDocument/2006/relationships/customXml" Target="../ink/ink3991.xml"/><Relationship Id="rId442" Type="http://schemas.openxmlformats.org/officeDocument/2006/relationships/customXml" Target="../ink/ink4012.xml"/><Relationship Id="rId484" Type="http://schemas.openxmlformats.org/officeDocument/2006/relationships/image" Target="../media/image324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53.png"/><Relationship Id="rId2" Type="http://schemas.openxmlformats.org/officeDocument/2006/relationships/image" Target="../media/image325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55.png"/><Relationship Id="rId4" Type="http://schemas.openxmlformats.org/officeDocument/2006/relationships/image" Target="../media/image325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57.png"/><Relationship Id="rId2" Type="http://schemas.openxmlformats.org/officeDocument/2006/relationships/image" Target="../media/image325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5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60.png"/><Relationship Id="rId2" Type="http://schemas.openxmlformats.org/officeDocument/2006/relationships/image" Target="../media/image325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61.png"/></Relationships>
</file>

<file path=ppt/slides/_rels/slide29.xml.rels><?xml version="1.0" encoding="UTF-8" standalone="yes"?>
<Relationships xmlns="http://schemas.openxmlformats.org/package/2006/relationships"><Relationship Id="rId26" Type="http://schemas.openxmlformats.org/officeDocument/2006/relationships/customXml" Target="../ink/ink4047.xml"/><Relationship Id="rId21" Type="http://schemas.openxmlformats.org/officeDocument/2006/relationships/image" Target="../media/image3265.png"/><Relationship Id="rId42" Type="http://schemas.openxmlformats.org/officeDocument/2006/relationships/customXml" Target="../ink/ink4055.xml"/><Relationship Id="rId47" Type="http://schemas.openxmlformats.org/officeDocument/2006/relationships/image" Target="../media/image3278.png"/><Relationship Id="rId63" Type="http://schemas.openxmlformats.org/officeDocument/2006/relationships/image" Target="../media/image3286.png"/><Relationship Id="rId68" Type="http://schemas.openxmlformats.org/officeDocument/2006/relationships/customXml" Target="../ink/ink4068.xml"/><Relationship Id="rId84" Type="http://schemas.openxmlformats.org/officeDocument/2006/relationships/customXml" Target="../ink/ink4076.xml"/><Relationship Id="rId89" Type="http://schemas.openxmlformats.org/officeDocument/2006/relationships/image" Target="../media/image3299.png"/><Relationship Id="rId16" Type="http://schemas.openxmlformats.org/officeDocument/2006/relationships/customXml" Target="../ink/ink4042.xml"/><Relationship Id="rId107" Type="http://schemas.openxmlformats.org/officeDocument/2006/relationships/image" Target="../media/image3308.png"/><Relationship Id="rId11" Type="http://schemas.openxmlformats.org/officeDocument/2006/relationships/image" Target="../media/image32600.png"/><Relationship Id="rId32" Type="http://schemas.openxmlformats.org/officeDocument/2006/relationships/customXml" Target="../ink/ink4050.xml"/><Relationship Id="rId37" Type="http://schemas.openxmlformats.org/officeDocument/2006/relationships/image" Target="../media/image3273.png"/><Relationship Id="rId53" Type="http://schemas.openxmlformats.org/officeDocument/2006/relationships/image" Target="../media/image3281.png"/><Relationship Id="rId58" Type="http://schemas.openxmlformats.org/officeDocument/2006/relationships/customXml" Target="../ink/ink4063.xml"/><Relationship Id="rId74" Type="http://schemas.openxmlformats.org/officeDocument/2006/relationships/customXml" Target="../ink/ink4071.xml"/><Relationship Id="rId79" Type="http://schemas.openxmlformats.org/officeDocument/2006/relationships/image" Target="../media/image3294.png"/><Relationship Id="rId102" Type="http://schemas.openxmlformats.org/officeDocument/2006/relationships/customXml" Target="../ink/ink4085.xml"/><Relationship Id="rId5" Type="http://schemas.openxmlformats.org/officeDocument/2006/relationships/image" Target="../media/image32570.png"/><Relationship Id="rId90" Type="http://schemas.openxmlformats.org/officeDocument/2006/relationships/customXml" Target="../ink/ink4079.xml"/><Relationship Id="rId95" Type="http://schemas.openxmlformats.org/officeDocument/2006/relationships/image" Target="../media/image3302.png"/><Relationship Id="rId22" Type="http://schemas.openxmlformats.org/officeDocument/2006/relationships/customXml" Target="../ink/ink4045.xml"/><Relationship Id="rId27" Type="http://schemas.openxmlformats.org/officeDocument/2006/relationships/image" Target="../media/image3268.png"/><Relationship Id="rId43" Type="http://schemas.openxmlformats.org/officeDocument/2006/relationships/image" Target="../media/image3276.png"/><Relationship Id="rId48" Type="http://schemas.openxmlformats.org/officeDocument/2006/relationships/customXml" Target="../ink/ink4058.xml"/><Relationship Id="rId64" Type="http://schemas.openxmlformats.org/officeDocument/2006/relationships/customXml" Target="../ink/ink4066.xml"/><Relationship Id="rId69" Type="http://schemas.openxmlformats.org/officeDocument/2006/relationships/image" Target="../media/image3289.png"/><Relationship Id="rId80" Type="http://schemas.openxmlformats.org/officeDocument/2006/relationships/customXml" Target="../ink/ink4074.xml"/><Relationship Id="rId85" Type="http://schemas.openxmlformats.org/officeDocument/2006/relationships/image" Target="../media/image3297.png"/><Relationship Id="rId12" Type="http://schemas.openxmlformats.org/officeDocument/2006/relationships/customXml" Target="../ink/ink4040.xml"/><Relationship Id="rId17" Type="http://schemas.openxmlformats.org/officeDocument/2006/relationships/image" Target="../media/image3263.png"/><Relationship Id="rId33" Type="http://schemas.openxmlformats.org/officeDocument/2006/relationships/image" Target="../media/image3271.png"/><Relationship Id="rId38" Type="http://schemas.openxmlformats.org/officeDocument/2006/relationships/customXml" Target="../ink/ink4053.xml"/><Relationship Id="rId59" Type="http://schemas.openxmlformats.org/officeDocument/2006/relationships/image" Target="../media/image3284.png"/><Relationship Id="rId103" Type="http://schemas.openxmlformats.org/officeDocument/2006/relationships/image" Target="../media/image3306.png"/><Relationship Id="rId108" Type="http://schemas.openxmlformats.org/officeDocument/2006/relationships/customXml" Target="../ink/ink4088.xml"/><Relationship Id="rId54" Type="http://schemas.openxmlformats.org/officeDocument/2006/relationships/customXml" Target="../ink/ink4061.xml"/><Relationship Id="rId70" Type="http://schemas.openxmlformats.org/officeDocument/2006/relationships/customXml" Target="../ink/ink4069.xml"/><Relationship Id="rId75" Type="http://schemas.openxmlformats.org/officeDocument/2006/relationships/image" Target="../media/image3292.png"/><Relationship Id="rId91" Type="http://schemas.openxmlformats.org/officeDocument/2006/relationships/image" Target="../media/image3300.png"/><Relationship Id="rId96" Type="http://schemas.openxmlformats.org/officeDocument/2006/relationships/customXml" Target="../ink/ink4082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037.xml"/><Relationship Id="rId15" Type="http://schemas.openxmlformats.org/officeDocument/2006/relationships/image" Target="../media/image32620.png"/><Relationship Id="rId23" Type="http://schemas.openxmlformats.org/officeDocument/2006/relationships/image" Target="../media/image3266.png"/><Relationship Id="rId28" Type="http://schemas.openxmlformats.org/officeDocument/2006/relationships/customXml" Target="../ink/ink4048.xml"/><Relationship Id="rId36" Type="http://schemas.openxmlformats.org/officeDocument/2006/relationships/customXml" Target="../ink/ink4052.xml"/><Relationship Id="rId49" Type="http://schemas.openxmlformats.org/officeDocument/2006/relationships/image" Target="../media/image3279.png"/><Relationship Id="rId57" Type="http://schemas.openxmlformats.org/officeDocument/2006/relationships/image" Target="../media/image3283.png"/><Relationship Id="rId106" Type="http://schemas.openxmlformats.org/officeDocument/2006/relationships/customXml" Target="../ink/ink4087.xml"/><Relationship Id="rId10" Type="http://schemas.openxmlformats.org/officeDocument/2006/relationships/customXml" Target="../ink/ink4039.xml"/><Relationship Id="rId31" Type="http://schemas.openxmlformats.org/officeDocument/2006/relationships/image" Target="../media/image3270.png"/><Relationship Id="rId44" Type="http://schemas.openxmlformats.org/officeDocument/2006/relationships/customXml" Target="../ink/ink4056.xml"/><Relationship Id="rId52" Type="http://schemas.openxmlformats.org/officeDocument/2006/relationships/customXml" Target="../ink/ink4060.xml"/><Relationship Id="rId60" Type="http://schemas.openxmlformats.org/officeDocument/2006/relationships/customXml" Target="../ink/ink4064.xml"/><Relationship Id="rId65" Type="http://schemas.openxmlformats.org/officeDocument/2006/relationships/image" Target="../media/image3287.png"/><Relationship Id="rId73" Type="http://schemas.openxmlformats.org/officeDocument/2006/relationships/image" Target="../media/image3291.png"/><Relationship Id="rId78" Type="http://schemas.openxmlformats.org/officeDocument/2006/relationships/customXml" Target="../ink/ink4073.xml"/><Relationship Id="rId81" Type="http://schemas.openxmlformats.org/officeDocument/2006/relationships/image" Target="../media/image3295.png"/><Relationship Id="rId86" Type="http://schemas.openxmlformats.org/officeDocument/2006/relationships/customXml" Target="../ink/ink4077.xml"/><Relationship Id="rId94" Type="http://schemas.openxmlformats.org/officeDocument/2006/relationships/customXml" Target="../ink/ink4081.xml"/><Relationship Id="rId99" Type="http://schemas.openxmlformats.org/officeDocument/2006/relationships/image" Target="../media/image3304.png"/><Relationship Id="rId101" Type="http://schemas.openxmlformats.org/officeDocument/2006/relationships/image" Target="../media/image3305.png"/><Relationship Id="rId4" Type="http://schemas.openxmlformats.org/officeDocument/2006/relationships/customXml" Target="../ink/ink4036.xml"/><Relationship Id="rId9" Type="http://schemas.openxmlformats.org/officeDocument/2006/relationships/image" Target="../media/image32590.png"/><Relationship Id="rId13" Type="http://schemas.openxmlformats.org/officeDocument/2006/relationships/image" Target="../media/image32610.png"/><Relationship Id="rId18" Type="http://schemas.openxmlformats.org/officeDocument/2006/relationships/customXml" Target="../ink/ink4043.xml"/><Relationship Id="rId39" Type="http://schemas.openxmlformats.org/officeDocument/2006/relationships/image" Target="../media/image3274.png"/><Relationship Id="rId109" Type="http://schemas.openxmlformats.org/officeDocument/2006/relationships/image" Target="../media/image3309.png"/><Relationship Id="rId34" Type="http://schemas.openxmlformats.org/officeDocument/2006/relationships/customXml" Target="../ink/ink4051.xml"/><Relationship Id="rId50" Type="http://schemas.openxmlformats.org/officeDocument/2006/relationships/customXml" Target="../ink/ink4059.xml"/><Relationship Id="rId55" Type="http://schemas.openxmlformats.org/officeDocument/2006/relationships/image" Target="../media/image3282.png"/><Relationship Id="rId76" Type="http://schemas.openxmlformats.org/officeDocument/2006/relationships/customXml" Target="../ink/ink4072.xml"/><Relationship Id="rId97" Type="http://schemas.openxmlformats.org/officeDocument/2006/relationships/image" Target="../media/image3303.png"/><Relationship Id="rId104" Type="http://schemas.openxmlformats.org/officeDocument/2006/relationships/customXml" Target="../ink/ink4086.xml"/><Relationship Id="rId7" Type="http://schemas.openxmlformats.org/officeDocument/2006/relationships/image" Target="../media/image32580.png"/><Relationship Id="rId71" Type="http://schemas.openxmlformats.org/officeDocument/2006/relationships/image" Target="../media/image3290.png"/><Relationship Id="rId92" Type="http://schemas.openxmlformats.org/officeDocument/2006/relationships/customXml" Target="../ink/ink4080.xml"/><Relationship Id="rId2" Type="http://schemas.openxmlformats.org/officeDocument/2006/relationships/notesSlide" Target="../notesSlides/notesSlide15.xml"/><Relationship Id="rId29" Type="http://schemas.openxmlformats.org/officeDocument/2006/relationships/image" Target="../media/image3269.png"/><Relationship Id="rId24" Type="http://schemas.openxmlformats.org/officeDocument/2006/relationships/customXml" Target="../ink/ink4046.xml"/><Relationship Id="rId40" Type="http://schemas.openxmlformats.org/officeDocument/2006/relationships/customXml" Target="../ink/ink4054.xml"/><Relationship Id="rId45" Type="http://schemas.openxmlformats.org/officeDocument/2006/relationships/image" Target="../media/image3277.png"/><Relationship Id="rId66" Type="http://schemas.openxmlformats.org/officeDocument/2006/relationships/customXml" Target="../ink/ink4067.xml"/><Relationship Id="rId87" Type="http://schemas.openxmlformats.org/officeDocument/2006/relationships/image" Target="../media/image3298.png"/><Relationship Id="rId61" Type="http://schemas.openxmlformats.org/officeDocument/2006/relationships/image" Target="../media/image3285.png"/><Relationship Id="rId82" Type="http://schemas.openxmlformats.org/officeDocument/2006/relationships/customXml" Target="../ink/ink4075.xml"/><Relationship Id="rId19" Type="http://schemas.openxmlformats.org/officeDocument/2006/relationships/image" Target="../media/image3264.png"/><Relationship Id="rId14" Type="http://schemas.openxmlformats.org/officeDocument/2006/relationships/customXml" Target="../ink/ink4041.xml"/><Relationship Id="rId30" Type="http://schemas.openxmlformats.org/officeDocument/2006/relationships/customXml" Target="../ink/ink4049.xml"/><Relationship Id="rId35" Type="http://schemas.openxmlformats.org/officeDocument/2006/relationships/image" Target="../media/image3272.png"/><Relationship Id="rId56" Type="http://schemas.openxmlformats.org/officeDocument/2006/relationships/customXml" Target="../ink/ink4062.xml"/><Relationship Id="rId77" Type="http://schemas.openxmlformats.org/officeDocument/2006/relationships/image" Target="../media/image3293.png"/><Relationship Id="rId100" Type="http://schemas.openxmlformats.org/officeDocument/2006/relationships/customXml" Target="../ink/ink4084.xml"/><Relationship Id="rId105" Type="http://schemas.openxmlformats.org/officeDocument/2006/relationships/image" Target="../media/image3307.png"/><Relationship Id="rId8" Type="http://schemas.openxmlformats.org/officeDocument/2006/relationships/customXml" Target="../ink/ink4038.xml"/><Relationship Id="rId51" Type="http://schemas.openxmlformats.org/officeDocument/2006/relationships/image" Target="../media/image3280.png"/><Relationship Id="rId72" Type="http://schemas.openxmlformats.org/officeDocument/2006/relationships/customXml" Target="../ink/ink4070.xml"/><Relationship Id="rId93" Type="http://schemas.openxmlformats.org/officeDocument/2006/relationships/image" Target="../media/image3301.png"/><Relationship Id="rId98" Type="http://schemas.openxmlformats.org/officeDocument/2006/relationships/customXml" Target="../ink/ink4083.xml"/><Relationship Id="rId3" Type="http://schemas.openxmlformats.org/officeDocument/2006/relationships/image" Target="../media/image3262.png"/><Relationship Id="rId25" Type="http://schemas.openxmlformats.org/officeDocument/2006/relationships/image" Target="../media/image3267.png"/><Relationship Id="rId46" Type="http://schemas.openxmlformats.org/officeDocument/2006/relationships/customXml" Target="../ink/ink4057.xml"/><Relationship Id="rId67" Type="http://schemas.openxmlformats.org/officeDocument/2006/relationships/image" Target="../media/image3288.png"/><Relationship Id="rId20" Type="http://schemas.openxmlformats.org/officeDocument/2006/relationships/customXml" Target="../ink/ink4044.xml"/><Relationship Id="rId41" Type="http://schemas.openxmlformats.org/officeDocument/2006/relationships/image" Target="../media/image3275.png"/><Relationship Id="rId62" Type="http://schemas.openxmlformats.org/officeDocument/2006/relationships/customXml" Target="../ink/ink4065.xml"/><Relationship Id="rId83" Type="http://schemas.openxmlformats.org/officeDocument/2006/relationships/image" Target="../media/image3296.png"/><Relationship Id="rId88" Type="http://schemas.openxmlformats.org/officeDocument/2006/relationships/customXml" Target="../ink/ink407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1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DB04326-6382-23AA-4F6C-A33C0B53EFAD}"/>
              </a:ext>
            </a:extLst>
          </p:cNvPr>
          <p:cNvSpPr txBox="1"/>
          <p:nvPr/>
        </p:nvSpPr>
        <p:spPr>
          <a:xfrm>
            <a:off x="1072733" y="444212"/>
            <a:ext cx="1004653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ECEN 4/5632  Theory and Application of Digital Filters</a:t>
            </a:r>
          </a:p>
          <a:p>
            <a:pPr algn="ctr"/>
            <a:r>
              <a:rPr lang="en-US" sz="3200" b="1" dirty="0">
                <a:solidFill>
                  <a:schemeClr val="bg1"/>
                </a:solidFill>
              </a:rPr>
              <a:t>Lecture 13, 10-20-26, 10-22-26</a:t>
            </a:r>
          </a:p>
          <a:p>
            <a:pPr algn="ctr"/>
            <a:r>
              <a:rPr lang="en-US" sz="3200" b="1" dirty="0">
                <a:solidFill>
                  <a:schemeClr val="bg1"/>
                </a:solidFill>
              </a:rPr>
              <a:t>Peter Mathys*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862320-FA96-DD1A-C234-95E03B37257B}"/>
              </a:ext>
            </a:extLst>
          </p:cNvPr>
          <p:cNvSpPr txBox="1"/>
          <p:nvPr/>
        </p:nvSpPr>
        <p:spPr>
          <a:xfrm>
            <a:off x="482600" y="6488668"/>
            <a:ext cx="5266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* With generous help from Gemini Pro and ChatGPT</a:t>
            </a:r>
          </a:p>
        </p:txBody>
      </p:sp>
    </p:spTree>
    <p:extLst>
      <p:ext uri="{BB962C8B-B14F-4D97-AF65-F5344CB8AC3E}">
        <p14:creationId xmlns:p14="http://schemas.microsoft.com/office/powerpoint/2010/main" val="24812032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2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749040" cy="6858000"/>
          </a:xfrm>
          <a:prstGeom prst="rect">
            <a:avLst/>
          </a:prstGeom>
          <a:solidFill>
            <a:srgbClr val="10283E"/>
          </a:solidFill>
          <a:ln w="12700">
            <a:solidFill>
              <a:srgbClr val="1028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EC3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8 ● LECTURE 13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325880"/>
            <a:ext cx="53035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Downsampling,</a:t>
            </a:r>
            <a:endParaRPr lang="en-US" sz="3500" dirty="0"/>
          </a:p>
          <a:p>
            <a:pPr marL="0" indent="0">
              <a:buNone/>
            </a:pPr>
            <a:r>
              <a:rPr lang="en-US" sz="3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Decimation, and</a:t>
            </a:r>
            <a:endParaRPr lang="en-US" sz="3500" dirty="0"/>
          </a:p>
          <a:p>
            <a:pPr marL="0" indent="0">
              <a:buNone/>
            </a:pPr>
            <a:r>
              <a:rPr lang="en-US" sz="3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CNN Strides</a:t>
            </a:r>
            <a:endParaRPr lang="en-US" sz="3500" dirty="0"/>
          </a:p>
        </p:txBody>
      </p:sp>
      <p:sp>
        <p:nvSpPr>
          <p:cNvPr id="6" name="Text 4"/>
          <p:cNvSpPr/>
          <p:nvPr/>
        </p:nvSpPr>
        <p:spPr>
          <a:xfrm>
            <a:off x="685800" y="3694176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D5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Classical sampling theory meets modern convolutional networks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498080" y="1280160"/>
            <a:ext cx="1920240" cy="1005840"/>
          </a:xfrm>
          <a:prstGeom prst="roundRect">
            <a:avLst/>
          </a:prstGeom>
          <a:solidFill>
            <a:srgbClr val="E7F3FA"/>
          </a:solidFill>
          <a:ln w="19050">
            <a:solidFill>
              <a:srgbClr val="6FA6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498080" y="1298448"/>
            <a:ext cx="1920240" cy="9875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12280" y="2606040"/>
            <a:ext cx="3337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D5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frequency copies stretch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D5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 can overlap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543800" y="3703320"/>
            <a:ext cx="1828800" cy="0"/>
          </a:xfrm>
          <a:prstGeom prst="line">
            <a:avLst/>
          </a:prstGeom>
          <a:noFill/>
          <a:ln w="25400">
            <a:solidFill>
              <a:srgbClr val="8EC3E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040880" y="4069080"/>
            <a:ext cx="2743200" cy="1051560"/>
          </a:xfrm>
          <a:prstGeom prst="roundRect">
            <a:avLst/>
          </a:prstGeom>
          <a:solidFill>
            <a:srgbClr val="E7F3FA"/>
          </a:solidFill>
          <a:ln w="19050">
            <a:solidFill>
              <a:srgbClr val="6FA6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040880" y="4087368"/>
            <a:ext cx="2743200" cy="10332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Conv1d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stride = M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5800" y="61264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7CA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Oppenheim &amp; Schafer §4.6  |  Raschka: CNN architecture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ROADMAP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 objectives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566928" y="1243584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By the end of 75 minutes, students should be able to reason in both time and frequency domains.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77240" y="1737360"/>
            <a:ext cx="5669280" cy="4206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95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Compute </a:t>
            </a:r>
            <a:r>
              <a:rPr lang="en-US" sz="195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downsampled sequences</a:t>
            </a:r>
            <a:r>
              <a:rPr lang="en-US" sz="1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from x[n] and M.
</a:t>
            </a:r>
            <a:r>
              <a:rPr lang="en-US" sz="195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 </a:t>
            </a:r>
            <a:r>
              <a:rPr lang="en-US" sz="195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spectral stretching and aliasing</a:t>
            </a:r>
            <a:r>
              <a:rPr lang="en-US" sz="1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using the DTFT relation.
</a:t>
            </a:r>
            <a:r>
              <a:rPr lang="en-US" sz="195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the </a:t>
            </a:r>
            <a:r>
              <a:rPr lang="en-US" sz="195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anti-aliasing stage</a:t>
            </a:r>
            <a:r>
              <a:rPr lang="en-US" sz="1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of a decimator.
</a:t>
            </a:r>
            <a:r>
              <a:rPr lang="en-US" sz="195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why </a:t>
            </a:r>
            <a:r>
              <a:rPr lang="en-US" sz="195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stride &gt; 1</a:t>
            </a:r>
            <a:r>
              <a:rPr lang="en-US" sz="1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in a CNN is a sampling operation.
</a:t>
            </a:r>
            <a:r>
              <a:rPr lang="en-US" sz="195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Diagnose </a:t>
            </a:r>
            <a:r>
              <a:rPr lang="en-US" sz="195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shift-equivariance failures</a:t>
            </a:r>
            <a:r>
              <a:rPr lang="en-US" sz="1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caused by aliased feature maps.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7315200" y="1828800"/>
            <a:ext cx="3566160" cy="2103120"/>
          </a:xfrm>
          <a:prstGeom prst="roundRect">
            <a:avLst>
              <a:gd name="adj" fmla="val 2609"/>
            </a:avLst>
          </a:prstGeom>
          <a:solidFill>
            <a:srgbClr val="F3F8FB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479792" y="1956816"/>
            <a:ext cx="3236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Pacing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479792" y="2267712"/>
            <a:ext cx="323697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0–25 min: downsampling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25–50 min: decimation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50–75 min: CNN strides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315200" y="4251960"/>
            <a:ext cx="3566160" cy="1234440"/>
          </a:xfrm>
          <a:prstGeom prst="roundRect">
            <a:avLst>
              <a:gd name="adj" fmla="val 4444"/>
            </a:avLst>
          </a:prstGeom>
          <a:solidFill>
            <a:srgbClr val="FFF8EC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479792" y="4379976"/>
            <a:ext cx="3236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question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479792" y="4690872"/>
            <a:ext cx="32369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must happen before we throw samples away?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28F87336-2655-CCD8-5D6E-1AFE0EA33CD1}"/>
                  </a:ext>
                </a:extLst>
              </p14:cNvPr>
              <p14:cNvContentPartPr/>
              <p14:nvPr/>
            </p14:nvContentPartPr>
            <p14:xfrm>
              <a:off x="2088900" y="2046608"/>
              <a:ext cx="1325880" cy="2160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28F87336-2655-CCD8-5D6E-1AFE0EA33CD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080260" y="2037608"/>
                <a:ext cx="134352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B9605D54-F628-0466-1F0F-4EFB52F6CCCD}"/>
                  </a:ext>
                </a:extLst>
              </p14:cNvPr>
              <p14:cNvContentPartPr/>
              <p14:nvPr/>
            </p14:nvContentPartPr>
            <p14:xfrm>
              <a:off x="5529420" y="2082608"/>
              <a:ext cx="383400" cy="612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B9605D54-F628-0466-1F0F-4EFB52F6CCC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520420" y="2073968"/>
                <a:ext cx="401040" cy="2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8C7F0559-88E3-2494-6FC9-74AC9199D970}"/>
                  </a:ext>
                </a:extLst>
              </p14:cNvPr>
              <p14:cNvContentPartPr/>
              <p14:nvPr/>
            </p14:nvContentPartPr>
            <p14:xfrm>
              <a:off x="713700" y="2898008"/>
              <a:ext cx="504360" cy="3744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8C7F0559-88E3-2494-6FC9-74AC9199D970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05060" y="2889368"/>
                <a:ext cx="522000" cy="5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2CC7AC36-0580-5A46-6EEA-C188C5F82A78}"/>
                  </a:ext>
                </a:extLst>
              </p14:cNvPr>
              <p14:cNvContentPartPr/>
              <p14:nvPr/>
            </p14:nvContentPartPr>
            <p14:xfrm>
              <a:off x="2757060" y="2601728"/>
              <a:ext cx="880200" cy="3780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2CC7AC36-0580-5A46-6EEA-C188C5F82A78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748060" y="2593088"/>
                <a:ext cx="897840" cy="5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33A6EC76-F6A0-2949-5761-F55EBB6E67B2}"/>
                  </a:ext>
                </a:extLst>
              </p14:cNvPr>
              <p14:cNvContentPartPr/>
              <p14:nvPr/>
            </p14:nvContentPartPr>
            <p14:xfrm>
              <a:off x="4561740" y="2633768"/>
              <a:ext cx="415800" cy="111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33A6EC76-F6A0-2949-5761-F55EBB6E67B2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552740" y="2624768"/>
                <a:ext cx="433440" cy="28800"/>
              </a:xfrm>
              <a:prstGeom prst="rect">
                <a:avLst/>
              </a:prstGeom>
            </p:spPr>
          </p:pic>
        </mc:Fallback>
      </mc:AlternateContent>
      <p:grpSp>
        <p:nvGrpSpPr>
          <p:cNvPr id="34" name="Group 33">
            <a:extLst>
              <a:ext uri="{FF2B5EF4-FFF2-40B4-BE49-F238E27FC236}">
                <a16:creationId xmlns:a16="http://schemas.microsoft.com/office/drawing/2014/main" id="{89575F7D-5B48-6A01-15F9-BF64C87055DC}"/>
              </a:ext>
            </a:extLst>
          </p:cNvPr>
          <p:cNvGrpSpPr/>
          <p:nvPr/>
        </p:nvGrpSpPr>
        <p:grpSpPr>
          <a:xfrm>
            <a:off x="6171660" y="2990888"/>
            <a:ext cx="1091160" cy="754920"/>
            <a:chOff x="6171660" y="2990888"/>
            <a:chExt cx="1091160" cy="754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1664B76F-AEF2-51E2-CC10-5B7169C3972C}"/>
                    </a:ext>
                  </a:extLst>
                </p14:cNvPr>
                <p14:cNvContentPartPr/>
                <p14:nvPr/>
              </p14:nvContentPartPr>
              <p14:xfrm>
                <a:off x="6171660" y="2997368"/>
                <a:ext cx="125280" cy="1983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1664B76F-AEF2-51E2-CC10-5B7169C3972C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163020" y="2988368"/>
                  <a:ext cx="14292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BF4F0451-61C6-1DA9-85D1-449BA2942CB2}"/>
                    </a:ext>
                  </a:extLst>
                </p14:cNvPr>
                <p14:cNvContentPartPr/>
                <p14:nvPr/>
              </p14:nvContentPartPr>
              <p14:xfrm>
                <a:off x="6328620" y="3006728"/>
                <a:ext cx="102960" cy="1526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BF4F0451-61C6-1DA9-85D1-449BA2942CB2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319980" y="2997728"/>
                  <a:ext cx="12060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3D9F1E27-6746-D811-6348-6D0C9A29DF66}"/>
                    </a:ext>
                  </a:extLst>
                </p14:cNvPr>
                <p14:cNvContentPartPr/>
                <p14:nvPr/>
              </p14:nvContentPartPr>
              <p14:xfrm>
                <a:off x="6524820" y="3065048"/>
                <a:ext cx="11160" cy="1094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3D9F1E27-6746-D811-6348-6D0C9A29DF66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6516180" y="3056408"/>
                  <a:ext cx="2880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CA543820-C561-AF03-2C1B-930571612221}"/>
                    </a:ext>
                  </a:extLst>
                </p14:cNvPr>
                <p14:cNvContentPartPr/>
                <p14:nvPr/>
              </p14:nvContentPartPr>
              <p14:xfrm>
                <a:off x="6509700" y="2990888"/>
                <a:ext cx="99360" cy="327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CA543820-C561-AF03-2C1B-930571612221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501060" y="2982248"/>
                  <a:ext cx="11700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6795C9B4-44D4-3EED-3DE0-E251806E28AD}"/>
                    </a:ext>
                  </a:extLst>
                </p14:cNvPr>
                <p14:cNvContentPartPr/>
                <p14:nvPr/>
              </p14:nvContentPartPr>
              <p14:xfrm>
                <a:off x="6499260" y="3088808"/>
                <a:ext cx="83160" cy="28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6795C9B4-44D4-3EED-3DE0-E251806E28AD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6490620" y="3080168"/>
                  <a:ext cx="10080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574106C4-6104-E454-BB33-8A8F95C6C2BC}"/>
                    </a:ext>
                  </a:extLst>
                </p14:cNvPr>
                <p14:cNvContentPartPr/>
                <p14:nvPr/>
              </p14:nvContentPartPr>
              <p14:xfrm>
                <a:off x="6268140" y="3263408"/>
                <a:ext cx="91080" cy="2019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574106C4-6104-E454-BB33-8A8F95C6C2BC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6259500" y="3254768"/>
                  <a:ext cx="10872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315E3C8B-7CF9-076B-73B9-B145B5103B3E}"/>
                    </a:ext>
                  </a:extLst>
                </p14:cNvPr>
                <p14:cNvContentPartPr/>
                <p14:nvPr/>
              </p14:nvContentPartPr>
              <p14:xfrm>
                <a:off x="6206580" y="3386528"/>
                <a:ext cx="153000" cy="270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315E3C8B-7CF9-076B-73B9-B145B5103B3E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6197580" y="3377888"/>
                  <a:ext cx="17064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63D39326-E3B2-988A-79D2-49EAD096B80A}"/>
                    </a:ext>
                  </a:extLst>
                </p14:cNvPr>
                <p14:cNvContentPartPr/>
                <p14:nvPr/>
              </p14:nvContentPartPr>
              <p14:xfrm>
                <a:off x="6416460" y="3303728"/>
                <a:ext cx="194760" cy="1260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63D39326-E3B2-988A-79D2-49EAD096B80A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6407820" y="3294728"/>
                  <a:ext cx="21240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54ABFD6F-D92C-6E4F-9BD1-DD1C2B26BB02}"/>
                    </a:ext>
                  </a:extLst>
                </p14:cNvPr>
                <p14:cNvContentPartPr/>
                <p14:nvPr/>
              </p14:nvContentPartPr>
              <p14:xfrm>
                <a:off x="6211620" y="3641768"/>
                <a:ext cx="370080" cy="1040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54ABFD6F-D92C-6E4F-9BD1-DD1C2B26BB02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6202620" y="3632768"/>
                  <a:ext cx="38772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CE415BB0-01C4-7820-856E-8DB6220CA261}"/>
                    </a:ext>
                  </a:extLst>
                </p14:cNvPr>
                <p14:cNvContentPartPr/>
                <p14:nvPr/>
              </p14:nvContentPartPr>
              <p14:xfrm>
                <a:off x="6568020" y="3527648"/>
                <a:ext cx="175320" cy="2048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CE415BB0-01C4-7820-856E-8DB6220CA261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6559020" y="3518648"/>
                  <a:ext cx="19296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53F33DC3-BF37-FF7D-6161-CC856241ECB4}"/>
                    </a:ext>
                  </a:extLst>
                </p14:cNvPr>
                <p14:cNvContentPartPr/>
                <p14:nvPr/>
              </p14:nvContentPartPr>
              <p14:xfrm>
                <a:off x="6701940" y="3552488"/>
                <a:ext cx="9000" cy="259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53F33DC3-BF37-FF7D-6161-CC856241ECB4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6693300" y="3543488"/>
                  <a:ext cx="2664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33831D7-5666-4441-9370-6CA417BD7A59}"/>
                    </a:ext>
                  </a:extLst>
                </p14:cNvPr>
                <p14:cNvContentPartPr/>
                <p14:nvPr/>
              </p14:nvContentPartPr>
              <p14:xfrm>
                <a:off x="6820020" y="3491648"/>
                <a:ext cx="206640" cy="2487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33831D7-5666-4441-9370-6CA417BD7A59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6811380" y="3483008"/>
                  <a:ext cx="22428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05567637-E571-90A1-0342-D75F02A09484}"/>
                    </a:ext>
                  </a:extLst>
                </p14:cNvPr>
                <p14:cNvContentPartPr/>
                <p14:nvPr/>
              </p14:nvContentPartPr>
              <p14:xfrm>
                <a:off x="6987780" y="3538088"/>
                <a:ext cx="19800" cy="442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05567637-E571-90A1-0342-D75F02A09484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6978780" y="3529088"/>
                  <a:ext cx="3744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61E39A8D-5C0C-0E8B-985A-B1D2C2484D60}"/>
                    </a:ext>
                  </a:extLst>
                </p14:cNvPr>
                <p14:cNvContentPartPr/>
                <p14:nvPr/>
              </p14:nvContentPartPr>
              <p14:xfrm>
                <a:off x="7079940" y="3641768"/>
                <a:ext cx="94680" cy="979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61E39A8D-5C0C-0E8B-985A-B1D2C2484D60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7070940" y="3632768"/>
                  <a:ext cx="11232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C17151DE-2670-30FD-1EF4-69CC8F68327F}"/>
                    </a:ext>
                  </a:extLst>
                </p14:cNvPr>
                <p14:cNvContentPartPr/>
                <p14:nvPr/>
              </p14:nvContentPartPr>
              <p14:xfrm>
                <a:off x="7156620" y="3611528"/>
                <a:ext cx="106200" cy="1267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C17151DE-2670-30FD-1EF4-69CC8F68327F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7147620" y="3602528"/>
                  <a:ext cx="123840" cy="144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5E653488-AA98-7307-74FF-97201758AA78}"/>
                  </a:ext>
                </a:extLst>
              </p14:cNvPr>
              <p14:cNvContentPartPr/>
              <p14:nvPr/>
            </p14:nvContentPartPr>
            <p14:xfrm>
              <a:off x="2002860" y="4113728"/>
              <a:ext cx="1882800" cy="1764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5E653488-AA98-7307-74FF-97201758AA78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1993860" y="4105088"/>
                <a:ext cx="1900440" cy="35280"/>
              </a:xfrm>
              <a:prstGeom prst="rect">
                <a:avLst/>
              </a:prstGeom>
            </p:spPr>
          </p:pic>
        </mc:Fallback>
      </mc:AlternateContent>
      <p:grpSp>
        <p:nvGrpSpPr>
          <p:cNvPr id="54" name="Group 53">
            <a:extLst>
              <a:ext uri="{FF2B5EF4-FFF2-40B4-BE49-F238E27FC236}">
                <a16:creationId xmlns:a16="http://schemas.microsoft.com/office/drawing/2014/main" id="{B5BBE26F-DAAA-F3CA-68B2-379693173BDC}"/>
              </a:ext>
            </a:extLst>
          </p:cNvPr>
          <p:cNvGrpSpPr/>
          <p:nvPr/>
        </p:nvGrpSpPr>
        <p:grpSpPr>
          <a:xfrm>
            <a:off x="858060" y="4653728"/>
            <a:ext cx="2667960" cy="316440"/>
            <a:chOff x="858060" y="4653728"/>
            <a:chExt cx="2667960" cy="316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522F8119-04D6-875E-E02E-8AACBC611B03}"/>
                    </a:ext>
                  </a:extLst>
                </p14:cNvPr>
                <p14:cNvContentPartPr/>
                <p14:nvPr/>
              </p14:nvContentPartPr>
              <p14:xfrm>
                <a:off x="858060" y="4653728"/>
                <a:ext cx="235800" cy="1789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522F8119-04D6-875E-E02E-8AACBC611B03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849420" y="4644728"/>
                  <a:ext cx="25344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817AD04D-2620-503A-6140-C0747D8FBE52}"/>
                    </a:ext>
                  </a:extLst>
                </p14:cNvPr>
                <p14:cNvContentPartPr/>
                <p14:nvPr/>
              </p14:nvContentPartPr>
              <p14:xfrm>
                <a:off x="1065060" y="4670648"/>
                <a:ext cx="272160" cy="1742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817AD04D-2620-503A-6140-C0747D8FBE52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056060" y="4661648"/>
                  <a:ext cx="28980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0D4DB1AD-45A9-9B0D-6094-30621C9B383F}"/>
                    </a:ext>
                  </a:extLst>
                </p14:cNvPr>
                <p14:cNvContentPartPr/>
                <p14:nvPr/>
              </p14:nvContentPartPr>
              <p14:xfrm>
                <a:off x="1251900" y="4707008"/>
                <a:ext cx="20520" cy="75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0D4DB1AD-45A9-9B0D-6094-30621C9B383F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243260" y="4698008"/>
                  <a:ext cx="3816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192CDC62-BC9C-9A56-CF43-8C33056F9DDF}"/>
                    </a:ext>
                  </a:extLst>
                </p14:cNvPr>
                <p14:cNvContentPartPr/>
                <p14:nvPr/>
              </p14:nvContentPartPr>
              <p14:xfrm>
                <a:off x="1360980" y="4666328"/>
                <a:ext cx="128160" cy="3038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192CDC62-BC9C-9A56-CF43-8C33056F9DDF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351980" y="4657688"/>
                  <a:ext cx="145800" cy="32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EA15179F-AE0A-A8F5-32CC-51EC54F3EEFA}"/>
                    </a:ext>
                  </a:extLst>
                </p14:cNvPr>
                <p14:cNvContentPartPr/>
                <p14:nvPr/>
              </p14:nvContentPartPr>
              <p14:xfrm>
                <a:off x="1475460" y="4675688"/>
                <a:ext cx="45720" cy="18432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EA15179F-AE0A-A8F5-32CC-51EC54F3EEFA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466460" y="4667048"/>
                  <a:ext cx="6336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CBFE971A-BA94-DEA9-2FAF-52D1E615677B}"/>
                    </a:ext>
                  </a:extLst>
                </p14:cNvPr>
                <p14:cNvContentPartPr/>
                <p14:nvPr/>
              </p14:nvContentPartPr>
              <p14:xfrm>
                <a:off x="1394820" y="4768208"/>
                <a:ext cx="138240" cy="273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CBFE971A-BA94-DEA9-2FAF-52D1E615677B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385820" y="4759568"/>
                  <a:ext cx="15588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944DDCAE-4417-6D07-FD2F-1668CDB90115}"/>
                    </a:ext>
                  </a:extLst>
                </p14:cNvPr>
                <p14:cNvContentPartPr/>
                <p14:nvPr/>
              </p14:nvContentPartPr>
              <p14:xfrm>
                <a:off x="1703340" y="4726808"/>
                <a:ext cx="129600" cy="1216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944DDCAE-4417-6D07-FD2F-1668CDB90115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694340" y="4717808"/>
                  <a:ext cx="14724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8DD7E094-A648-722F-5518-AEC5CF3F99BE}"/>
                    </a:ext>
                  </a:extLst>
                </p14:cNvPr>
                <p14:cNvContentPartPr/>
                <p14:nvPr/>
              </p14:nvContentPartPr>
              <p14:xfrm>
                <a:off x="1884060" y="4764248"/>
                <a:ext cx="142560" cy="1602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8DD7E094-A648-722F-5518-AEC5CF3F99BE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1875060" y="4755608"/>
                  <a:ext cx="16020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7B4270C5-B630-EE8A-87CA-4C3AD32B5718}"/>
                    </a:ext>
                  </a:extLst>
                </p14:cNvPr>
                <p14:cNvContentPartPr/>
                <p14:nvPr/>
              </p14:nvContentPartPr>
              <p14:xfrm>
                <a:off x="2055060" y="4793048"/>
                <a:ext cx="88200" cy="482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7B4270C5-B630-EE8A-87CA-4C3AD32B5718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2046060" y="4784408"/>
                  <a:ext cx="10584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B5AE68CA-A1BD-573D-C274-034F538EC8FB}"/>
                    </a:ext>
                  </a:extLst>
                </p14:cNvPr>
                <p14:cNvContentPartPr/>
                <p14:nvPr/>
              </p14:nvContentPartPr>
              <p14:xfrm>
                <a:off x="2187180" y="4784768"/>
                <a:ext cx="46800" cy="7308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B5AE68CA-A1BD-573D-C274-034F538EC8FB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2178180" y="4776128"/>
                  <a:ext cx="6444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2DA96E54-2A75-E7C8-CB61-0B08A8901475}"/>
                    </a:ext>
                  </a:extLst>
                </p14:cNvPr>
                <p14:cNvContentPartPr/>
                <p14:nvPr/>
              </p14:nvContentPartPr>
              <p14:xfrm>
                <a:off x="2166300" y="4691168"/>
                <a:ext cx="3600" cy="324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2DA96E54-2A75-E7C8-CB61-0B08A8901475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2157660" y="4682528"/>
                  <a:ext cx="2124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94F01B20-3ACC-44B3-D480-AF6327AF1886}"/>
                    </a:ext>
                  </a:extLst>
                </p14:cNvPr>
                <p14:cNvContentPartPr/>
                <p14:nvPr/>
              </p14:nvContentPartPr>
              <p14:xfrm>
                <a:off x="2233980" y="4722848"/>
                <a:ext cx="69120" cy="1090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94F01B20-3ACC-44B3-D480-AF6327AF1886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2224980" y="4713848"/>
                  <a:ext cx="8676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FEB3ABE0-425B-39F7-57D9-522188D88376}"/>
                    </a:ext>
                  </a:extLst>
                </p14:cNvPr>
                <p14:cNvContentPartPr/>
                <p14:nvPr/>
              </p14:nvContentPartPr>
              <p14:xfrm>
                <a:off x="2356020" y="4762808"/>
                <a:ext cx="113400" cy="8424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FEB3ABE0-425B-39F7-57D9-522188D88376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2347020" y="4753808"/>
                  <a:ext cx="13104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67B8153D-1A65-E442-654E-D73F0ADF88F7}"/>
                    </a:ext>
                  </a:extLst>
                </p14:cNvPr>
                <p14:cNvContentPartPr/>
                <p14:nvPr/>
              </p14:nvContentPartPr>
              <p14:xfrm>
                <a:off x="2557260" y="4752368"/>
                <a:ext cx="63000" cy="8388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67B8153D-1A65-E442-654E-D73F0ADF88F7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2548260" y="4743368"/>
                  <a:ext cx="8064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0FBB71D7-77B3-6F08-C24A-40D2DEF1145D}"/>
                    </a:ext>
                  </a:extLst>
                </p14:cNvPr>
                <p14:cNvContentPartPr/>
                <p14:nvPr/>
              </p14:nvContentPartPr>
              <p14:xfrm>
                <a:off x="2711700" y="4763888"/>
                <a:ext cx="42120" cy="849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0FBB71D7-77B3-6F08-C24A-40D2DEF1145D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2703060" y="4755248"/>
                  <a:ext cx="5976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0024FBB9-31E2-B934-D1F6-8928F39CF8C1}"/>
                    </a:ext>
                  </a:extLst>
                </p14:cNvPr>
                <p14:cNvContentPartPr/>
                <p14:nvPr/>
              </p14:nvContentPartPr>
              <p14:xfrm>
                <a:off x="2701620" y="4669208"/>
                <a:ext cx="360" cy="1872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0024FBB9-31E2-B934-D1F6-8928F39CF8C1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2692620" y="4660568"/>
                  <a:ext cx="1800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9F846EB5-A4F0-4329-24FA-335A60C39FCE}"/>
                    </a:ext>
                  </a:extLst>
                </p14:cNvPr>
                <p14:cNvContentPartPr/>
                <p14:nvPr/>
              </p14:nvContentPartPr>
              <p14:xfrm>
                <a:off x="2830140" y="4755608"/>
                <a:ext cx="304560" cy="1119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9F846EB5-A4F0-4329-24FA-335A60C39FCE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2821140" y="4746608"/>
                  <a:ext cx="32220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7BA1D414-AB9F-C21D-C223-38C109CDB2A0}"/>
                    </a:ext>
                  </a:extLst>
                </p14:cNvPr>
                <p14:cNvContentPartPr/>
                <p14:nvPr/>
              </p14:nvContentPartPr>
              <p14:xfrm>
                <a:off x="3234420" y="4742288"/>
                <a:ext cx="291600" cy="15156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7BA1D414-AB9F-C21D-C223-38C109CDB2A0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3225420" y="4733648"/>
                  <a:ext cx="309240" cy="169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474A1AF1-E347-B53B-1DF2-EF6033261127}"/>
                  </a:ext>
                </a:extLst>
              </p14:cNvPr>
              <p14:cNvContentPartPr/>
              <p14:nvPr/>
            </p14:nvContentPartPr>
            <p14:xfrm>
              <a:off x="3553380" y="4773248"/>
              <a:ext cx="360" cy="144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474A1AF1-E347-B53B-1DF2-EF6033261127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3544740" y="4764608"/>
                <a:ext cx="18000" cy="1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4823D0BA-8F36-C85A-0C13-E8700D7E3194}"/>
                  </a:ext>
                </a:extLst>
              </p14:cNvPr>
              <p14:cNvContentPartPr/>
              <p14:nvPr/>
            </p14:nvContentPartPr>
            <p14:xfrm>
              <a:off x="3600180" y="4862888"/>
              <a:ext cx="360" cy="36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4823D0BA-8F36-C85A-0C13-E8700D7E3194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3591540" y="4853888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84" name="Group 183">
            <a:extLst>
              <a:ext uri="{FF2B5EF4-FFF2-40B4-BE49-F238E27FC236}">
                <a16:creationId xmlns:a16="http://schemas.microsoft.com/office/drawing/2014/main" id="{F05F9BCA-3FF8-4478-24CC-7D18E41EC570}"/>
              </a:ext>
            </a:extLst>
          </p:cNvPr>
          <p:cNvGrpSpPr/>
          <p:nvPr/>
        </p:nvGrpSpPr>
        <p:grpSpPr>
          <a:xfrm>
            <a:off x="898380" y="5008328"/>
            <a:ext cx="5736960" cy="1428120"/>
            <a:chOff x="898380" y="5008328"/>
            <a:chExt cx="5736960" cy="1428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5E299D3E-1DCD-9C2B-2286-C2EAAA27155F}"/>
                    </a:ext>
                  </a:extLst>
                </p14:cNvPr>
                <p14:cNvContentPartPr/>
                <p14:nvPr/>
              </p14:nvContentPartPr>
              <p14:xfrm>
                <a:off x="941580" y="5133968"/>
                <a:ext cx="199440" cy="16200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5E299D3E-1DCD-9C2B-2286-C2EAAA27155F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932580" y="5124968"/>
                  <a:ext cx="21708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E1936DF3-B653-63C1-3D50-312AEB35FFF6}"/>
                    </a:ext>
                  </a:extLst>
                </p14:cNvPr>
                <p14:cNvContentPartPr/>
                <p14:nvPr/>
              </p14:nvContentPartPr>
              <p14:xfrm>
                <a:off x="1181340" y="5153768"/>
                <a:ext cx="236160" cy="1407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E1936DF3-B653-63C1-3D50-312AEB35FFF6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1172700" y="5144768"/>
                  <a:ext cx="25380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31AA9EA7-E052-7C8A-42EF-C8B882419F38}"/>
                    </a:ext>
                  </a:extLst>
                </p14:cNvPr>
                <p14:cNvContentPartPr/>
                <p14:nvPr/>
              </p14:nvContentPartPr>
              <p14:xfrm>
                <a:off x="1361340" y="5159168"/>
                <a:ext cx="5400" cy="1548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31AA9EA7-E052-7C8A-42EF-C8B882419F38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1352340" y="5150528"/>
                  <a:ext cx="2304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189E9290-6A44-4E78-D945-67CA70EBC7D8}"/>
                    </a:ext>
                  </a:extLst>
                </p14:cNvPr>
                <p14:cNvContentPartPr/>
                <p14:nvPr/>
              </p14:nvContentPartPr>
              <p14:xfrm>
                <a:off x="1457100" y="5131448"/>
                <a:ext cx="127440" cy="28764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189E9290-6A44-4E78-D945-67CA70EBC7D8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1448100" y="5122808"/>
                  <a:ext cx="145080" cy="30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6B1F738A-497C-471C-86EE-EF81E683E42A}"/>
                    </a:ext>
                  </a:extLst>
                </p14:cNvPr>
                <p14:cNvContentPartPr/>
                <p14:nvPr/>
              </p14:nvContentPartPr>
              <p14:xfrm>
                <a:off x="1448820" y="5322968"/>
                <a:ext cx="109800" cy="4932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6B1F738A-497C-471C-86EE-EF81E683E42A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1440180" y="5314328"/>
                  <a:ext cx="12744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FEB3D7C5-31B9-42FF-5CD3-95F9879F55D0}"/>
                    </a:ext>
                  </a:extLst>
                </p14:cNvPr>
                <p14:cNvContentPartPr/>
                <p14:nvPr/>
              </p14:nvContentPartPr>
              <p14:xfrm>
                <a:off x="1621620" y="5138288"/>
                <a:ext cx="48600" cy="14400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FEB3D7C5-31B9-42FF-5CD3-95F9879F55D0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1612980" y="5129288"/>
                  <a:ext cx="6624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105B7A7D-4B35-F797-8157-964F4CF58DF8}"/>
                    </a:ext>
                  </a:extLst>
                </p14:cNvPr>
                <p14:cNvContentPartPr/>
                <p14:nvPr/>
              </p14:nvContentPartPr>
              <p14:xfrm>
                <a:off x="1584180" y="5225408"/>
                <a:ext cx="146160" cy="2736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105B7A7D-4B35-F797-8157-964F4CF58DF8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1575540" y="5216408"/>
                  <a:ext cx="16380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0F3A1701-FE87-19E1-81D6-981E26144D1E}"/>
                    </a:ext>
                  </a:extLst>
                </p14:cNvPr>
                <p14:cNvContentPartPr/>
                <p14:nvPr/>
              </p14:nvContentPartPr>
              <p14:xfrm>
                <a:off x="1896300" y="5262848"/>
                <a:ext cx="360" cy="3024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0F3A1701-FE87-19E1-81D6-981E26144D1E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1887300" y="5253848"/>
                  <a:ext cx="1800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CEF33363-B360-7D8F-31F9-A0922BE2EED7}"/>
                    </a:ext>
                  </a:extLst>
                </p14:cNvPr>
                <p14:cNvContentPartPr/>
                <p14:nvPr/>
              </p14:nvContentPartPr>
              <p14:xfrm>
                <a:off x="1849500" y="5143328"/>
                <a:ext cx="2520" cy="324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CEF33363-B360-7D8F-31F9-A0922BE2EED7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1840500" y="5134328"/>
                  <a:ext cx="2016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078D14B0-478E-A92E-861E-5B886487F4BF}"/>
                    </a:ext>
                  </a:extLst>
                </p14:cNvPr>
                <p14:cNvContentPartPr/>
                <p14:nvPr/>
              </p14:nvContentPartPr>
              <p14:xfrm>
                <a:off x="1958220" y="5241968"/>
                <a:ext cx="110880" cy="4176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078D14B0-478E-A92E-861E-5B886487F4BF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1949580" y="5232968"/>
                  <a:ext cx="12852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3DA20DD4-3D69-DC54-E584-E0EEBA429A9E}"/>
                    </a:ext>
                  </a:extLst>
                </p14:cNvPr>
                <p14:cNvContentPartPr/>
                <p14:nvPr/>
              </p14:nvContentPartPr>
              <p14:xfrm>
                <a:off x="2097900" y="5190128"/>
                <a:ext cx="115920" cy="18936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3DA20DD4-3D69-DC54-E584-E0EEBA429A9E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2088900" y="5181128"/>
                  <a:ext cx="13356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764A0526-EB79-68B8-7BCF-67018ECFC326}"/>
                    </a:ext>
                  </a:extLst>
                </p14:cNvPr>
                <p14:cNvContentPartPr/>
                <p14:nvPr/>
              </p14:nvContentPartPr>
              <p14:xfrm>
                <a:off x="2270340" y="5245928"/>
                <a:ext cx="114840" cy="3924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764A0526-EB79-68B8-7BCF-67018ECFC326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2261700" y="5237288"/>
                  <a:ext cx="13248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5E49D131-DE68-A8E7-6C39-601E4D8E5D7A}"/>
                    </a:ext>
                  </a:extLst>
                </p14:cNvPr>
                <p14:cNvContentPartPr/>
                <p14:nvPr/>
              </p14:nvContentPartPr>
              <p14:xfrm>
                <a:off x="2415780" y="5106968"/>
                <a:ext cx="65880" cy="19944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5E49D131-DE68-A8E7-6C39-601E4D8E5D7A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2406780" y="5097968"/>
                  <a:ext cx="8352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F6E17D7D-25A7-B243-059A-604EE52CB80D}"/>
                    </a:ext>
                  </a:extLst>
                </p14:cNvPr>
                <p14:cNvContentPartPr/>
                <p14:nvPr/>
              </p14:nvContentPartPr>
              <p14:xfrm>
                <a:off x="2386260" y="5194448"/>
                <a:ext cx="87120" cy="3240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F6E17D7D-25A7-B243-059A-604EE52CB80D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2377260" y="5185448"/>
                  <a:ext cx="10476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86DE8517-D203-71F9-83EC-F40F20FF912B}"/>
                    </a:ext>
                  </a:extLst>
                </p14:cNvPr>
                <p14:cNvContentPartPr/>
                <p14:nvPr/>
              </p14:nvContentPartPr>
              <p14:xfrm>
                <a:off x="2761740" y="5065568"/>
                <a:ext cx="74520" cy="19692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86DE8517-D203-71F9-83EC-F40F20FF912B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2752740" y="5056568"/>
                  <a:ext cx="9216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FA5F52F8-99EC-634E-6CFA-5E5BF8BB0433}"/>
                    </a:ext>
                  </a:extLst>
                </p14:cNvPr>
                <p14:cNvContentPartPr/>
                <p14:nvPr/>
              </p14:nvContentPartPr>
              <p14:xfrm>
                <a:off x="2689740" y="5163848"/>
                <a:ext cx="141840" cy="1620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FA5F52F8-99EC-634E-6CFA-5E5BF8BB0433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2681100" y="5154848"/>
                  <a:ext cx="15948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7113B412-38D1-5138-8153-3879FA9ED2BB}"/>
                    </a:ext>
                  </a:extLst>
                </p14:cNvPr>
                <p14:cNvContentPartPr/>
                <p14:nvPr/>
              </p14:nvContentPartPr>
              <p14:xfrm>
                <a:off x="2856060" y="5204528"/>
                <a:ext cx="158400" cy="7956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7113B412-38D1-5138-8153-3879FA9ED2BB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2847060" y="5195888"/>
                  <a:ext cx="17604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7E2320D9-DD7E-A496-8285-67D99F02E4C7}"/>
                    </a:ext>
                  </a:extLst>
                </p14:cNvPr>
                <p14:cNvContentPartPr/>
                <p14:nvPr/>
              </p14:nvContentPartPr>
              <p14:xfrm>
                <a:off x="3201660" y="5205608"/>
                <a:ext cx="159480" cy="9180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7E2320D9-DD7E-A496-8285-67D99F02E4C7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3193020" y="5196608"/>
                  <a:ext cx="17712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5A0A5ABC-FBD0-3EAE-7EDC-C5D8D54C3032}"/>
                    </a:ext>
                  </a:extLst>
                </p14:cNvPr>
                <p14:cNvContentPartPr/>
                <p14:nvPr/>
              </p14:nvContentPartPr>
              <p14:xfrm>
                <a:off x="3583620" y="5132888"/>
                <a:ext cx="121320" cy="13068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5A0A5ABC-FBD0-3EAE-7EDC-C5D8D54C3032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3574620" y="5124248"/>
                  <a:ext cx="13896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923EC226-4505-9116-D788-A042868F5B2C}"/>
                    </a:ext>
                  </a:extLst>
                </p14:cNvPr>
                <p14:cNvContentPartPr/>
                <p14:nvPr/>
              </p14:nvContentPartPr>
              <p14:xfrm>
                <a:off x="3751020" y="5199848"/>
                <a:ext cx="93600" cy="19224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923EC226-4505-9116-D788-A042868F5B2C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3742020" y="5191208"/>
                  <a:ext cx="11124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DE6F1A7A-FAFC-2555-9736-75AB5BF0D19D}"/>
                    </a:ext>
                  </a:extLst>
                </p14:cNvPr>
                <p14:cNvContentPartPr/>
                <p14:nvPr/>
              </p14:nvContentPartPr>
              <p14:xfrm>
                <a:off x="3835620" y="5110568"/>
                <a:ext cx="123840" cy="16092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DE6F1A7A-FAFC-2555-9736-75AB5BF0D19D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3826620" y="5101568"/>
                  <a:ext cx="14148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81DA15BA-1689-411D-723E-793B8E5F2A96}"/>
                    </a:ext>
                  </a:extLst>
                </p14:cNvPr>
                <p14:cNvContentPartPr/>
                <p14:nvPr/>
              </p14:nvContentPartPr>
              <p14:xfrm>
                <a:off x="4078260" y="5018768"/>
                <a:ext cx="79920" cy="25344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81DA15BA-1689-411D-723E-793B8E5F2A96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4069260" y="5009768"/>
                  <a:ext cx="9756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FC267DC9-E035-E1F8-81E4-267F94DEF023}"/>
                    </a:ext>
                  </a:extLst>
                </p14:cNvPr>
                <p14:cNvContentPartPr/>
                <p14:nvPr/>
              </p14:nvContentPartPr>
              <p14:xfrm>
                <a:off x="4036140" y="5163128"/>
                <a:ext cx="135720" cy="4032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FC267DC9-E035-E1F8-81E4-267F94DEF023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4027500" y="5154128"/>
                  <a:ext cx="15336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FFC67BE7-B151-C3A8-79BC-3988959960C9}"/>
                    </a:ext>
                  </a:extLst>
                </p14:cNvPr>
                <p14:cNvContentPartPr/>
                <p14:nvPr/>
              </p14:nvContentPartPr>
              <p14:xfrm>
                <a:off x="4248900" y="5118128"/>
                <a:ext cx="381240" cy="12348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FFC67BE7-B151-C3A8-79BC-3988959960C9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4239900" y="5109128"/>
                  <a:ext cx="39888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52D047CC-6FA0-B74E-2779-22BAC1AAC78D}"/>
                    </a:ext>
                  </a:extLst>
                </p14:cNvPr>
                <p14:cNvContentPartPr/>
                <p14:nvPr/>
              </p14:nvContentPartPr>
              <p14:xfrm>
                <a:off x="4612860" y="5194808"/>
                <a:ext cx="110880" cy="7272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52D047CC-6FA0-B74E-2779-22BAC1AAC78D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4603860" y="5186168"/>
                  <a:ext cx="12852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02DFCFD7-FD8F-FEB8-8324-6707D24AE6A6}"/>
                    </a:ext>
                  </a:extLst>
                </p14:cNvPr>
                <p14:cNvContentPartPr/>
                <p14:nvPr/>
              </p14:nvContentPartPr>
              <p14:xfrm>
                <a:off x="4958100" y="5008328"/>
                <a:ext cx="158760" cy="22968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02DFCFD7-FD8F-FEB8-8324-6707D24AE6A6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4949460" y="4999328"/>
                  <a:ext cx="17640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D52ECDA4-9FB6-0FC8-7556-4496DB479CF8}"/>
                    </a:ext>
                  </a:extLst>
                </p14:cNvPr>
                <p14:cNvContentPartPr/>
                <p14:nvPr/>
              </p14:nvContentPartPr>
              <p14:xfrm>
                <a:off x="5175540" y="5138648"/>
                <a:ext cx="164160" cy="2703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D52ECDA4-9FB6-0FC8-7556-4496DB479CF8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5166540" y="5129648"/>
                  <a:ext cx="181800" cy="28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DBBCEA1A-1412-BB23-AEDB-9D60DF0A4D10}"/>
                    </a:ext>
                  </a:extLst>
                </p14:cNvPr>
                <p14:cNvContentPartPr/>
                <p14:nvPr/>
              </p14:nvContentPartPr>
              <p14:xfrm>
                <a:off x="5644260" y="5101928"/>
                <a:ext cx="127080" cy="11520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DBBCEA1A-1412-BB23-AEDB-9D60DF0A4D10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5635620" y="5092928"/>
                  <a:ext cx="14472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A762C8C5-83C0-3B9C-B611-553C6885A6C1}"/>
                    </a:ext>
                  </a:extLst>
                </p14:cNvPr>
                <p14:cNvContentPartPr/>
                <p14:nvPr/>
              </p14:nvContentPartPr>
              <p14:xfrm>
                <a:off x="5800500" y="5159528"/>
                <a:ext cx="184680" cy="6264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A762C8C5-83C0-3B9C-B611-553C6885A6C1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5791500" y="5150528"/>
                  <a:ext cx="20232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11014E53-CC21-A912-D586-EDA3061E7F24}"/>
                    </a:ext>
                  </a:extLst>
                </p14:cNvPr>
                <p14:cNvContentPartPr/>
                <p14:nvPr/>
              </p14:nvContentPartPr>
              <p14:xfrm>
                <a:off x="6053940" y="5010848"/>
                <a:ext cx="354960" cy="23256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11014E53-CC21-A912-D586-EDA3061E7F24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6045300" y="5002208"/>
                  <a:ext cx="37260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9AC3F8D2-1B96-CA46-6ADC-3EC4289BAE90}"/>
                    </a:ext>
                  </a:extLst>
                </p14:cNvPr>
                <p14:cNvContentPartPr/>
                <p14:nvPr/>
              </p14:nvContentPartPr>
              <p14:xfrm>
                <a:off x="954540" y="5542928"/>
                <a:ext cx="462960" cy="9504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9AC3F8D2-1B96-CA46-6ADC-3EC4289BAE90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945540" y="5533928"/>
                  <a:ext cx="48060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3479A499-88EC-69C1-810D-7989E950D585}"/>
                    </a:ext>
                  </a:extLst>
                </p14:cNvPr>
                <p14:cNvContentPartPr/>
                <p14:nvPr/>
              </p14:nvContentPartPr>
              <p14:xfrm>
                <a:off x="1477980" y="5568128"/>
                <a:ext cx="91440" cy="7560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3479A499-88EC-69C1-810D-7989E950D585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1469340" y="5559488"/>
                  <a:ext cx="10908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243EA9F4-102F-5567-48B6-801565B615FC}"/>
                    </a:ext>
                  </a:extLst>
                </p14:cNvPr>
                <p14:cNvContentPartPr/>
                <p14:nvPr/>
              </p14:nvContentPartPr>
              <p14:xfrm>
                <a:off x="1589580" y="5599448"/>
                <a:ext cx="131400" cy="3708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243EA9F4-102F-5567-48B6-801565B615FC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1580940" y="5590448"/>
                  <a:ext cx="14904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3A81A0E5-7BDE-68CE-BA80-8A918A50CF2D}"/>
                    </a:ext>
                  </a:extLst>
                </p14:cNvPr>
                <p14:cNvContentPartPr/>
                <p14:nvPr/>
              </p14:nvContentPartPr>
              <p14:xfrm>
                <a:off x="1802700" y="5616728"/>
                <a:ext cx="98280" cy="1368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3A81A0E5-7BDE-68CE-BA80-8A918A50CF2D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1793700" y="5607728"/>
                  <a:ext cx="11592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E08F3807-AA6F-068E-1DCD-E6CBBFBA2340}"/>
                    </a:ext>
                  </a:extLst>
                </p14:cNvPr>
                <p14:cNvContentPartPr/>
                <p14:nvPr/>
              </p14:nvContentPartPr>
              <p14:xfrm>
                <a:off x="1814940" y="5595128"/>
                <a:ext cx="113760" cy="4536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E08F3807-AA6F-068E-1DCD-E6CBBFBA2340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1806300" y="5586488"/>
                  <a:ext cx="13140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30EF593A-2909-CF2A-86F4-5041432EE1AD}"/>
                    </a:ext>
                  </a:extLst>
                </p14:cNvPr>
                <p14:cNvContentPartPr/>
                <p14:nvPr/>
              </p14:nvContentPartPr>
              <p14:xfrm>
                <a:off x="1916820" y="5481008"/>
                <a:ext cx="76680" cy="16344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30EF593A-2909-CF2A-86F4-5041432EE1AD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1908180" y="5472368"/>
                  <a:ext cx="9432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8C19998B-8AB0-A801-0EFC-393980ACFEC5}"/>
                    </a:ext>
                  </a:extLst>
                </p14:cNvPr>
                <p14:cNvContentPartPr/>
                <p14:nvPr/>
              </p14:nvContentPartPr>
              <p14:xfrm>
                <a:off x="1887660" y="5552648"/>
                <a:ext cx="143640" cy="2736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8C19998B-8AB0-A801-0EFC-393980ACFEC5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1879020" y="5543648"/>
                  <a:ext cx="16128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B876052D-0C05-CF3C-8D75-A88F8A9571E9}"/>
                    </a:ext>
                  </a:extLst>
                </p14:cNvPr>
                <p14:cNvContentPartPr/>
                <p14:nvPr/>
              </p14:nvContentPartPr>
              <p14:xfrm>
                <a:off x="1827900" y="5622128"/>
                <a:ext cx="102600" cy="3816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B876052D-0C05-CF3C-8D75-A88F8A9571E9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1819260" y="5613128"/>
                  <a:ext cx="12024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DED3F42E-200A-BE0C-EE09-87DC61E21ED6}"/>
                    </a:ext>
                  </a:extLst>
                </p14:cNvPr>
                <p14:cNvContentPartPr/>
                <p14:nvPr/>
              </p14:nvContentPartPr>
              <p14:xfrm>
                <a:off x="2290860" y="5612048"/>
                <a:ext cx="244800" cy="2520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DED3F42E-200A-BE0C-EE09-87DC61E21ED6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2281860" y="5603048"/>
                  <a:ext cx="26244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78ED45A7-E87E-D06E-312F-11F7C3C5BA56}"/>
                    </a:ext>
                  </a:extLst>
                </p14:cNvPr>
                <p14:cNvContentPartPr/>
                <p14:nvPr/>
              </p14:nvContentPartPr>
              <p14:xfrm>
                <a:off x="2254500" y="5558408"/>
                <a:ext cx="218880" cy="2160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78ED45A7-E87E-D06E-312F-11F7C3C5BA56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2245500" y="5549408"/>
                  <a:ext cx="23652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6EDF3806-0F27-8F8C-6CBB-C76337C40802}"/>
                    </a:ext>
                  </a:extLst>
                </p14:cNvPr>
                <p14:cNvContentPartPr/>
                <p14:nvPr/>
              </p14:nvContentPartPr>
              <p14:xfrm>
                <a:off x="2477700" y="5522768"/>
                <a:ext cx="194760" cy="14688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6EDF3806-0F27-8F8C-6CBB-C76337C40802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2468700" y="5513768"/>
                  <a:ext cx="21240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CAF5AAD4-433C-8406-BEF2-BE28DB642BA2}"/>
                    </a:ext>
                  </a:extLst>
                </p14:cNvPr>
                <p14:cNvContentPartPr/>
                <p14:nvPr/>
              </p14:nvContentPartPr>
              <p14:xfrm>
                <a:off x="2841660" y="5511968"/>
                <a:ext cx="67320" cy="16164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CAF5AAD4-433C-8406-BEF2-BE28DB642BA2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2832660" y="5502968"/>
                  <a:ext cx="8496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4D854E92-B950-95DC-9ABC-95BB9AB5FF04}"/>
                    </a:ext>
                  </a:extLst>
                </p14:cNvPr>
                <p14:cNvContentPartPr/>
                <p14:nvPr/>
              </p14:nvContentPartPr>
              <p14:xfrm>
                <a:off x="2810700" y="5485328"/>
                <a:ext cx="142560" cy="4284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4D854E92-B950-95DC-9ABC-95BB9AB5FF04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2801700" y="5476328"/>
                  <a:ext cx="16020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4423D0F9-1AA7-2454-D442-CB0552972676}"/>
                    </a:ext>
                  </a:extLst>
                </p14:cNvPr>
                <p14:cNvContentPartPr/>
                <p14:nvPr/>
              </p14:nvContentPartPr>
              <p14:xfrm>
                <a:off x="2857140" y="5568488"/>
                <a:ext cx="161280" cy="10584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4423D0F9-1AA7-2454-D442-CB0552972676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2848140" y="5559848"/>
                  <a:ext cx="17892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A4550F95-11B6-3129-7E83-9F4BB4417758}"/>
                    </a:ext>
                  </a:extLst>
                </p14:cNvPr>
                <p14:cNvContentPartPr/>
                <p14:nvPr/>
              </p14:nvContentPartPr>
              <p14:xfrm>
                <a:off x="3039300" y="5589368"/>
                <a:ext cx="161640" cy="8388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A4550F95-11B6-3129-7E83-9F4BB4417758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3030300" y="5580368"/>
                  <a:ext cx="17928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37CEC96F-6F1D-748F-A6AB-69B2A899C888}"/>
                    </a:ext>
                  </a:extLst>
                </p14:cNvPr>
                <p14:cNvContentPartPr/>
                <p14:nvPr/>
              </p14:nvContentPartPr>
              <p14:xfrm>
                <a:off x="3077100" y="5626448"/>
                <a:ext cx="118080" cy="5148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37CEC96F-6F1D-748F-A6AB-69B2A899C888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3068460" y="5617808"/>
                  <a:ext cx="13572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D45CA808-BB54-595E-1E73-6FB924FB737E}"/>
                    </a:ext>
                  </a:extLst>
                </p14:cNvPr>
                <p14:cNvContentPartPr/>
                <p14:nvPr/>
              </p14:nvContentPartPr>
              <p14:xfrm>
                <a:off x="3223620" y="5594768"/>
                <a:ext cx="145440" cy="15012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D45CA808-BB54-595E-1E73-6FB924FB737E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3214980" y="5585768"/>
                  <a:ext cx="16308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ACF0C793-4094-D2DC-8E30-73C5FB821578}"/>
                    </a:ext>
                  </a:extLst>
                </p14:cNvPr>
                <p14:cNvContentPartPr/>
                <p14:nvPr/>
              </p14:nvContentPartPr>
              <p14:xfrm>
                <a:off x="3443580" y="5563808"/>
                <a:ext cx="248400" cy="10980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ACF0C793-4094-D2DC-8E30-73C5FB821578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3434940" y="5555168"/>
                  <a:ext cx="26604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9FA3462A-6708-88E9-024A-D6BBA0A1ABC4}"/>
                    </a:ext>
                  </a:extLst>
                </p14:cNvPr>
                <p14:cNvContentPartPr/>
                <p14:nvPr/>
              </p14:nvContentPartPr>
              <p14:xfrm>
                <a:off x="3723660" y="5594408"/>
                <a:ext cx="148320" cy="8496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9FA3462A-6708-88E9-024A-D6BBA0A1ABC4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3714660" y="5585768"/>
                  <a:ext cx="16596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9DAE06FC-BC80-DD06-3F5B-088EA75EFE27}"/>
                    </a:ext>
                  </a:extLst>
                </p14:cNvPr>
                <p14:cNvContentPartPr/>
                <p14:nvPr/>
              </p14:nvContentPartPr>
              <p14:xfrm>
                <a:off x="3818340" y="5470568"/>
                <a:ext cx="99360" cy="17496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9DAE06FC-BC80-DD06-3F5B-088EA75EFE27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3809700" y="5461928"/>
                  <a:ext cx="11700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44D31B28-EBB1-DB47-4938-F89EB9E74EF4}"/>
                    </a:ext>
                  </a:extLst>
                </p14:cNvPr>
                <p14:cNvContentPartPr/>
                <p14:nvPr/>
              </p14:nvContentPartPr>
              <p14:xfrm>
                <a:off x="3832740" y="5573888"/>
                <a:ext cx="90000" cy="2700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44D31B28-EBB1-DB47-4938-F89EB9E74EF4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3824100" y="5564888"/>
                  <a:ext cx="10764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CBEE4F88-2A77-D567-8036-79BB3CA4C620}"/>
                    </a:ext>
                  </a:extLst>
                </p14:cNvPr>
                <p14:cNvContentPartPr/>
                <p14:nvPr/>
              </p14:nvContentPartPr>
              <p14:xfrm>
                <a:off x="4189140" y="5585048"/>
                <a:ext cx="108360" cy="6948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CBEE4F88-2A77-D567-8036-79BB3CA4C620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4180140" y="5576048"/>
                  <a:ext cx="12600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8DA496C6-C97C-D8BC-81C6-8E5888CD0FD8}"/>
                    </a:ext>
                  </a:extLst>
                </p14:cNvPr>
                <p14:cNvContentPartPr/>
                <p14:nvPr/>
              </p14:nvContentPartPr>
              <p14:xfrm>
                <a:off x="4335660" y="5605568"/>
                <a:ext cx="138960" cy="5148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8DA496C6-C97C-D8BC-81C6-8E5888CD0FD8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4327020" y="5596928"/>
                  <a:ext cx="15660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49E6575C-4D29-D2B3-5FF5-509DDEC09CF0}"/>
                    </a:ext>
                  </a:extLst>
                </p14:cNvPr>
                <p14:cNvContentPartPr/>
                <p14:nvPr/>
              </p14:nvContentPartPr>
              <p14:xfrm>
                <a:off x="4478220" y="5460128"/>
                <a:ext cx="99360" cy="19728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49E6575C-4D29-D2B3-5FF5-509DDEC09CF0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4469580" y="5451488"/>
                  <a:ext cx="11700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28CAEE71-0E24-BC33-D173-DBB3B775E2F1}"/>
                    </a:ext>
                  </a:extLst>
                </p14:cNvPr>
                <p14:cNvContentPartPr/>
                <p14:nvPr/>
              </p14:nvContentPartPr>
              <p14:xfrm>
                <a:off x="4444740" y="5562728"/>
                <a:ext cx="148320" cy="7452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28CAEE71-0E24-BC33-D173-DBB3B775E2F1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4436100" y="5553728"/>
                  <a:ext cx="16596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D8D5B387-DD80-1BA0-EE1C-B831B28B906C}"/>
                    </a:ext>
                  </a:extLst>
                </p14:cNvPr>
                <p14:cNvContentPartPr/>
                <p14:nvPr/>
              </p14:nvContentPartPr>
              <p14:xfrm>
                <a:off x="4634100" y="5574248"/>
                <a:ext cx="101880" cy="13500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D8D5B387-DD80-1BA0-EE1C-B831B28B906C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4625100" y="5565608"/>
                  <a:ext cx="11952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D633DD1F-37D0-FE02-486A-822CD7F5483A}"/>
                    </a:ext>
                  </a:extLst>
                </p14:cNvPr>
                <p14:cNvContentPartPr/>
                <p14:nvPr/>
              </p14:nvContentPartPr>
              <p14:xfrm>
                <a:off x="4769100" y="5617808"/>
                <a:ext cx="150120" cy="5940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D633DD1F-37D0-FE02-486A-822CD7F5483A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4760460" y="5609168"/>
                  <a:ext cx="16776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B0A1D657-7915-1D34-1408-DFB9C89086C9}"/>
                    </a:ext>
                  </a:extLst>
                </p14:cNvPr>
                <p14:cNvContentPartPr/>
                <p14:nvPr/>
              </p14:nvContentPartPr>
              <p14:xfrm>
                <a:off x="4935420" y="5481008"/>
                <a:ext cx="78120" cy="21384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B0A1D657-7915-1D34-1408-DFB9C89086C9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4926780" y="5472368"/>
                  <a:ext cx="9576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674FF3A6-2699-9071-70AE-B9FF3C9BB018}"/>
                    </a:ext>
                  </a:extLst>
                </p14:cNvPr>
                <p14:cNvContentPartPr/>
                <p14:nvPr/>
              </p14:nvContentPartPr>
              <p14:xfrm>
                <a:off x="4906260" y="5600168"/>
                <a:ext cx="107280" cy="6840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674FF3A6-2699-9071-70AE-B9FF3C9BB018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4897620" y="5591168"/>
                  <a:ext cx="12492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4E5EFDB7-189E-2132-792B-51A9D74ECF42}"/>
                    </a:ext>
                  </a:extLst>
                </p14:cNvPr>
                <p14:cNvContentPartPr/>
                <p14:nvPr/>
              </p14:nvContentPartPr>
              <p14:xfrm>
                <a:off x="5174820" y="5547248"/>
                <a:ext cx="124200" cy="6876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4E5EFDB7-189E-2132-792B-51A9D74ECF42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5165820" y="5538608"/>
                  <a:ext cx="14184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1C2411A8-6551-E9DF-C7DA-9F64F4423B90}"/>
                    </a:ext>
                  </a:extLst>
                </p14:cNvPr>
                <p14:cNvContentPartPr/>
                <p14:nvPr/>
              </p14:nvContentPartPr>
              <p14:xfrm>
                <a:off x="5358780" y="5444648"/>
                <a:ext cx="98640" cy="30168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1C2411A8-6551-E9DF-C7DA-9F64F4423B90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5349780" y="5436008"/>
                  <a:ext cx="116280" cy="31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BBE81DB7-FA31-C6F8-30D2-54B2203E0C1A}"/>
                    </a:ext>
                  </a:extLst>
                </p14:cNvPr>
                <p14:cNvContentPartPr/>
                <p14:nvPr/>
              </p14:nvContentPartPr>
              <p14:xfrm>
                <a:off x="5356620" y="5645168"/>
                <a:ext cx="119520" cy="7020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BBE81DB7-FA31-C6F8-30D2-54B2203E0C1A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5347980" y="5636168"/>
                  <a:ext cx="13716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45DF39F7-CD82-8433-C228-652F2A512B52}"/>
                    </a:ext>
                  </a:extLst>
                </p14:cNvPr>
                <p14:cNvContentPartPr/>
                <p14:nvPr/>
              </p14:nvContentPartPr>
              <p14:xfrm>
                <a:off x="5706900" y="5538248"/>
                <a:ext cx="85680" cy="9360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45DF39F7-CD82-8433-C228-652F2A512B52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5698260" y="5529248"/>
                  <a:ext cx="10332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1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1E1D2DFC-F354-8794-7B16-4EAB3BD8A7DC}"/>
                    </a:ext>
                  </a:extLst>
                </p14:cNvPr>
                <p14:cNvContentPartPr/>
                <p14:nvPr/>
              </p14:nvContentPartPr>
              <p14:xfrm>
                <a:off x="5855220" y="5581808"/>
                <a:ext cx="141840" cy="18216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1E1D2DFC-F354-8794-7B16-4EAB3BD8A7DC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5846220" y="5573168"/>
                  <a:ext cx="15948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3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88331210-F16B-8B12-3BCC-62484DE2CFBD}"/>
                    </a:ext>
                  </a:extLst>
                </p14:cNvPr>
                <p14:cNvContentPartPr/>
                <p14:nvPr/>
              </p14:nvContentPartPr>
              <p14:xfrm>
                <a:off x="6025500" y="5556608"/>
                <a:ext cx="79200" cy="13392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88331210-F16B-8B12-3BCC-62484DE2CFBD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6016860" y="5547608"/>
                  <a:ext cx="9684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33641D04-AAFA-B84E-7629-987146888123}"/>
                    </a:ext>
                  </a:extLst>
                </p14:cNvPr>
                <p14:cNvContentPartPr/>
                <p14:nvPr/>
              </p14:nvContentPartPr>
              <p14:xfrm>
                <a:off x="6151140" y="5449688"/>
                <a:ext cx="63720" cy="17784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33641D04-AAFA-B84E-7629-987146888123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6142500" y="5441048"/>
                  <a:ext cx="8136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7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9919D97B-CCD4-31F6-5765-259D8C73E11A}"/>
                    </a:ext>
                  </a:extLst>
                </p14:cNvPr>
                <p14:cNvContentPartPr/>
                <p14:nvPr/>
              </p14:nvContentPartPr>
              <p14:xfrm>
                <a:off x="6156540" y="5506208"/>
                <a:ext cx="478800" cy="14688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9919D97B-CCD4-31F6-5765-259D8C73E11A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6147540" y="5497568"/>
                  <a:ext cx="49644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9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12102BDD-A757-1553-2E7F-C6EB0468ABB4}"/>
                    </a:ext>
                  </a:extLst>
                </p14:cNvPr>
                <p14:cNvContentPartPr/>
                <p14:nvPr/>
              </p14:nvContentPartPr>
              <p14:xfrm>
                <a:off x="968580" y="5805728"/>
                <a:ext cx="95400" cy="21168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12102BDD-A757-1553-2E7F-C6EB0468ABB4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959580" y="5796728"/>
                  <a:ext cx="11304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1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64B64FCD-EAEB-BB16-2433-B39A4BE8FDD1}"/>
                    </a:ext>
                  </a:extLst>
                </p14:cNvPr>
                <p14:cNvContentPartPr/>
                <p14:nvPr/>
              </p14:nvContentPartPr>
              <p14:xfrm>
                <a:off x="971100" y="5938568"/>
                <a:ext cx="109800" cy="972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64B64FCD-EAEB-BB16-2433-B39A4BE8FDD1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962100" y="5929928"/>
                  <a:ext cx="12744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3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9FFEBEC1-A0E8-9F1A-8C37-397915CFBF46}"/>
                    </a:ext>
                  </a:extLst>
                </p14:cNvPr>
                <p14:cNvContentPartPr/>
                <p14:nvPr/>
              </p14:nvContentPartPr>
              <p14:xfrm>
                <a:off x="1133820" y="5932448"/>
                <a:ext cx="114120" cy="6408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9FFEBEC1-A0E8-9F1A-8C37-397915CFBF46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1124820" y="5923448"/>
                  <a:ext cx="13176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5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20735595-C5B7-2F9B-4012-74B074BCA5D7}"/>
                    </a:ext>
                  </a:extLst>
                </p14:cNvPr>
                <p14:cNvContentPartPr/>
                <p14:nvPr/>
              </p14:nvContentPartPr>
              <p14:xfrm>
                <a:off x="1495620" y="5800328"/>
                <a:ext cx="353880" cy="20556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20735595-C5B7-2F9B-4012-74B074BCA5D7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1486980" y="5791688"/>
                  <a:ext cx="37152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3934A90E-700D-D3B0-83B0-085FD206B357}"/>
                    </a:ext>
                  </a:extLst>
                </p14:cNvPr>
                <p14:cNvContentPartPr/>
                <p14:nvPr/>
              </p14:nvContentPartPr>
              <p14:xfrm>
                <a:off x="2109420" y="5872688"/>
                <a:ext cx="147960" cy="11772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3934A90E-700D-D3B0-83B0-085FD206B357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2100780" y="5864048"/>
                  <a:ext cx="16560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71782C65-1887-E29A-D402-9332E32BCF4A}"/>
                    </a:ext>
                  </a:extLst>
                </p14:cNvPr>
                <p14:cNvContentPartPr/>
                <p14:nvPr/>
              </p14:nvContentPartPr>
              <p14:xfrm>
                <a:off x="2239020" y="5824088"/>
                <a:ext cx="248040" cy="14688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71782C65-1887-E29A-D402-9332E32BCF4A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2230380" y="5815088"/>
                  <a:ext cx="26568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910B7CD7-365D-FEAC-8B62-594472470D51}"/>
                    </a:ext>
                  </a:extLst>
                </p14:cNvPr>
                <p14:cNvContentPartPr/>
                <p14:nvPr/>
              </p14:nvContentPartPr>
              <p14:xfrm>
                <a:off x="2416500" y="5813648"/>
                <a:ext cx="4680" cy="324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910B7CD7-365D-FEAC-8B62-594472470D51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2407860" y="5804648"/>
                  <a:ext cx="2232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D62CD06C-B383-CF84-A06E-3265EC016D08}"/>
                    </a:ext>
                  </a:extLst>
                </p14:cNvPr>
                <p14:cNvContentPartPr/>
                <p14:nvPr/>
              </p14:nvContentPartPr>
              <p14:xfrm>
                <a:off x="2520180" y="5777288"/>
                <a:ext cx="129240" cy="26064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D62CD06C-B383-CF84-A06E-3265EC016D08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2511180" y="5768288"/>
                  <a:ext cx="146880" cy="27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223D3982-6C45-97AF-2E1B-8DDA66192B88}"/>
                    </a:ext>
                  </a:extLst>
                </p14:cNvPr>
                <p14:cNvContentPartPr/>
                <p14:nvPr/>
              </p14:nvContentPartPr>
              <p14:xfrm>
                <a:off x="2623500" y="5782328"/>
                <a:ext cx="68400" cy="17028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223D3982-6C45-97AF-2E1B-8DDA66192B88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2614860" y="5773688"/>
                  <a:ext cx="8604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E5CBF697-06FE-4DE4-85BE-EB9FF20310BD}"/>
                    </a:ext>
                  </a:extLst>
                </p14:cNvPr>
                <p14:cNvContentPartPr/>
                <p14:nvPr/>
              </p14:nvContentPartPr>
              <p14:xfrm>
                <a:off x="2665260" y="5849288"/>
                <a:ext cx="226800" cy="13104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E5CBF697-06FE-4DE4-85BE-EB9FF20310BD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2656260" y="5840648"/>
                  <a:ext cx="24444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0785AA60-C409-648A-1E22-224E5ACC15E4}"/>
                    </a:ext>
                  </a:extLst>
                </p14:cNvPr>
                <p14:cNvContentPartPr/>
                <p14:nvPr/>
              </p14:nvContentPartPr>
              <p14:xfrm>
                <a:off x="2886300" y="5776928"/>
                <a:ext cx="132120" cy="19368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0785AA60-C409-648A-1E22-224E5ACC15E4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2877660" y="5767928"/>
                  <a:ext cx="14976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264FD9DF-291E-A294-8096-39B9CE8AA83B}"/>
                    </a:ext>
                  </a:extLst>
                </p14:cNvPr>
                <p14:cNvContentPartPr/>
                <p14:nvPr/>
              </p14:nvContentPartPr>
              <p14:xfrm>
                <a:off x="3298140" y="5818688"/>
                <a:ext cx="183240" cy="18216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264FD9DF-291E-A294-8096-39B9CE8AA83B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3289500" y="5810048"/>
                  <a:ext cx="20088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CE1136A1-B2EB-9120-7ABD-3D89427EE330}"/>
                    </a:ext>
                  </a:extLst>
                </p14:cNvPr>
                <p14:cNvContentPartPr/>
                <p14:nvPr/>
              </p14:nvContentPartPr>
              <p14:xfrm>
                <a:off x="3516300" y="5933168"/>
                <a:ext cx="126360" cy="19620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CE1136A1-B2EB-9120-7ABD-3D89427EE330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3507300" y="5924168"/>
                  <a:ext cx="14400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18EA11BC-6288-81B7-A81F-C1283C6F3674}"/>
                    </a:ext>
                  </a:extLst>
                </p14:cNvPr>
                <p14:cNvContentPartPr/>
                <p14:nvPr/>
              </p14:nvContentPartPr>
              <p14:xfrm>
                <a:off x="3838500" y="5921648"/>
                <a:ext cx="172080" cy="10800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18EA11BC-6288-81B7-A81F-C1283C6F3674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3829500" y="5912648"/>
                  <a:ext cx="18972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7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A391A688-0123-B968-DD32-60D899F5F577}"/>
                    </a:ext>
                  </a:extLst>
                </p14:cNvPr>
                <p14:cNvContentPartPr/>
                <p14:nvPr/>
              </p14:nvContentPartPr>
              <p14:xfrm>
                <a:off x="4234860" y="5907608"/>
                <a:ext cx="123120" cy="9468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A391A688-0123-B968-DD32-60D899F5F577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4226220" y="5898608"/>
                  <a:ext cx="14076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9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E300091F-CEB8-E3BF-271B-F06CFF10DC30}"/>
                    </a:ext>
                  </a:extLst>
                </p14:cNvPr>
                <p14:cNvContentPartPr/>
                <p14:nvPr/>
              </p14:nvContentPartPr>
              <p14:xfrm>
                <a:off x="4416660" y="5918408"/>
                <a:ext cx="98640" cy="7848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E300091F-CEB8-E3BF-271B-F06CFF10DC30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4407660" y="5909768"/>
                  <a:ext cx="11628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1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03BC6A63-2D80-ADA4-A055-C77BDEF47051}"/>
                    </a:ext>
                  </a:extLst>
                </p14:cNvPr>
                <p14:cNvContentPartPr/>
                <p14:nvPr/>
              </p14:nvContentPartPr>
              <p14:xfrm>
                <a:off x="4540500" y="5912288"/>
                <a:ext cx="280080" cy="6804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03BC6A63-2D80-ADA4-A055-C77BDEF47051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4531860" y="5903288"/>
                  <a:ext cx="29772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3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88F57427-23EF-EE26-8C58-ACA998CFCE76}"/>
                    </a:ext>
                  </a:extLst>
                </p14:cNvPr>
                <p14:cNvContentPartPr/>
                <p14:nvPr/>
              </p14:nvContentPartPr>
              <p14:xfrm>
                <a:off x="4854780" y="5905808"/>
                <a:ext cx="106920" cy="19944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88F57427-23EF-EE26-8C58-ACA998CFCE76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4846140" y="5897168"/>
                  <a:ext cx="12456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5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5891E4FA-3B64-FFF4-E5E7-538D15EA424F}"/>
                    </a:ext>
                  </a:extLst>
                </p14:cNvPr>
                <p14:cNvContentPartPr/>
                <p14:nvPr/>
              </p14:nvContentPartPr>
              <p14:xfrm>
                <a:off x="5063940" y="5900408"/>
                <a:ext cx="284760" cy="9576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5891E4FA-3B64-FFF4-E5E7-538D15EA424F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5055300" y="5891408"/>
                  <a:ext cx="30240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7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D671FCC7-8AD2-337F-7947-F5CC93532326}"/>
                    </a:ext>
                  </a:extLst>
                </p14:cNvPr>
                <p14:cNvContentPartPr/>
                <p14:nvPr/>
              </p14:nvContentPartPr>
              <p14:xfrm>
                <a:off x="5410620" y="5906528"/>
                <a:ext cx="85320" cy="10152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D671FCC7-8AD2-337F-7947-F5CC93532326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5401980" y="5897888"/>
                  <a:ext cx="10296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9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CF36F289-7DA1-80D9-751C-DC521400CFC8}"/>
                    </a:ext>
                  </a:extLst>
                </p14:cNvPr>
                <p14:cNvContentPartPr/>
                <p14:nvPr/>
              </p14:nvContentPartPr>
              <p14:xfrm>
                <a:off x="5481180" y="5771888"/>
                <a:ext cx="156600" cy="21996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CF36F289-7DA1-80D9-751C-DC521400CFC8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5472180" y="5763248"/>
                  <a:ext cx="17424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1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629E6F71-60F0-03DC-A463-507057FD777B}"/>
                    </a:ext>
                  </a:extLst>
                </p14:cNvPr>
                <p14:cNvContentPartPr/>
                <p14:nvPr/>
              </p14:nvContentPartPr>
              <p14:xfrm>
                <a:off x="5637060" y="5797808"/>
                <a:ext cx="284760" cy="21348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629E6F71-60F0-03DC-A463-507057FD777B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5628060" y="5789168"/>
                  <a:ext cx="30240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3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E639DC6C-19DF-9D06-E9DC-B56962D4F87A}"/>
                    </a:ext>
                  </a:extLst>
                </p14:cNvPr>
                <p14:cNvContentPartPr/>
                <p14:nvPr/>
              </p14:nvContentPartPr>
              <p14:xfrm>
                <a:off x="5751180" y="5891408"/>
                <a:ext cx="44640" cy="2988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E639DC6C-19DF-9D06-E9DC-B56962D4F87A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5742540" y="5882768"/>
                  <a:ext cx="6228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5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D555A32E-3175-C270-FAE8-5B5A7E087ED8}"/>
                    </a:ext>
                  </a:extLst>
                </p14:cNvPr>
                <p14:cNvContentPartPr/>
                <p14:nvPr/>
              </p14:nvContentPartPr>
              <p14:xfrm>
                <a:off x="6124140" y="5891408"/>
                <a:ext cx="330480" cy="9504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D555A32E-3175-C270-FAE8-5B5A7E087ED8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6115140" y="5882408"/>
                  <a:ext cx="34812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7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BC91EE5A-53FF-0F08-120D-A51122843682}"/>
                    </a:ext>
                  </a:extLst>
                </p14:cNvPr>
                <p14:cNvContentPartPr/>
                <p14:nvPr/>
              </p14:nvContentPartPr>
              <p14:xfrm>
                <a:off x="6512580" y="5751728"/>
                <a:ext cx="116280" cy="25920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BC91EE5A-53FF-0F08-120D-A51122843682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6503940" y="5742728"/>
                  <a:ext cx="13392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9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8641FF51-F411-8116-CC50-EF1774B30BA1}"/>
                    </a:ext>
                  </a:extLst>
                </p14:cNvPr>
                <p14:cNvContentPartPr/>
                <p14:nvPr/>
              </p14:nvContentPartPr>
              <p14:xfrm>
                <a:off x="898380" y="6260408"/>
                <a:ext cx="109800" cy="17604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8641FF51-F411-8116-CC50-EF1774B30BA1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889740" y="6251408"/>
                  <a:ext cx="12744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1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C65C4296-90AF-65A6-476D-99E2707C1A6E}"/>
                    </a:ext>
                  </a:extLst>
                </p14:cNvPr>
                <p14:cNvContentPartPr/>
                <p14:nvPr/>
              </p14:nvContentPartPr>
              <p14:xfrm>
                <a:off x="1007460" y="6217208"/>
                <a:ext cx="207360" cy="12744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C65C4296-90AF-65A6-476D-99E2707C1A6E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998820" y="6208208"/>
                  <a:ext cx="22500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3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8BBEAFA5-209F-E530-9D92-04400AD85FD7}"/>
                    </a:ext>
                  </a:extLst>
                </p14:cNvPr>
                <p14:cNvContentPartPr/>
                <p14:nvPr/>
              </p14:nvContentPartPr>
              <p14:xfrm>
                <a:off x="1288620" y="6133688"/>
                <a:ext cx="181800" cy="19692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8BBEAFA5-209F-E530-9D92-04400AD85FD7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1279980" y="6125048"/>
                  <a:ext cx="19944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5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3C836A48-CDC5-667E-F297-19319D145246}"/>
                    </a:ext>
                  </a:extLst>
                </p14:cNvPr>
                <p14:cNvContentPartPr/>
                <p14:nvPr/>
              </p14:nvContentPartPr>
              <p14:xfrm>
                <a:off x="1418220" y="6166808"/>
                <a:ext cx="10440" cy="3420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3C836A48-CDC5-667E-F297-19319D145246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1409220" y="6158168"/>
                  <a:ext cx="2808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7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BB27ABAB-0C15-F045-D4B3-1ECFF1A2006D}"/>
                    </a:ext>
                  </a:extLst>
                </p14:cNvPr>
                <p14:cNvContentPartPr/>
                <p14:nvPr/>
              </p14:nvContentPartPr>
              <p14:xfrm>
                <a:off x="1520820" y="6255008"/>
                <a:ext cx="120960" cy="10044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BB27ABAB-0C15-F045-D4B3-1ECFF1A2006D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1512180" y="6246368"/>
                  <a:ext cx="13860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9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A842FA9D-023C-8DE9-A18F-DD7DCA3B1B0D}"/>
                    </a:ext>
                  </a:extLst>
                </p14:cNvPr>
                <p14:cNvContentPartPr/>
                <p14:nvPr/>
              </p14:nvContentPartPr>
              <p14:xfrm>
                <a:off x="1672740" y="6130448"/>
                <a:ext cx="79920" cy="16524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A842FA9D-023C-8DE9-A18F-DD7DCA3B1B0D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1664100" y="6121808"/>
                  <a:ext cx="9756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1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09E4CD46-6CAE-07A4-7233-32820CD8AC18}"/>
                    </a:ext>
                  </a:extLst>
                </p14:cNvPr>
                <p14:cNvContentPartPr/>
                <p14:nvPr/>
              </p14:nvContentPartPr>
              <p14:xfrm>
                <a:off x="1683180" y="6219368"/>
                <a:ext cx="253440" cy="8028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09E4CD46-6CAE-07A4-7233-32820CD8AC18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1674180" y="6210728"/>
                  <a:ext cx="27108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3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6255C2B6-CFC4-8268-C1E5-0D9C84D2DFA8}"/>
                    </a:ext>
                  </a:extLst>
                </p14:cNvPr>
                <p14:cNvContentPartPr/>
                <p14:nvPr/>
              </p14:nvContentPartPr>
              <p14:xfrm>
                <a:off x="1974060" y="6135488"/>
                <a:ext cx="130320" cy="18180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6255C2B6-CFC4-8268-C1E5-0D9C84D2DFA8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1965420" y="6126848"/>
                  <a:ext cx="14796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5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037D621B-5987-3359-983D-9666575DB159}"/>
                    </a:ext>
                  </a:extLst>
                </p14:cNvPr>
                <p14:cNvContentPartPr/>
                <p14:nvPr/>
              </p14:nvContentPartPr>
              <p14:xfrm>
                <a:off x="2104020" y="6130448"/>
                <a:ext cx="265320" cy="20952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037D621B-5987-3359-983D-9666575DB159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2095020" y="6121808"/>
                  <a:ext cx="28296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7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52BFF371-6EF1-830D-7A4D-7977F481C066}"/>
                    </a:ext>
                  </a:extLst>
                </p14:cNvPr>
                <p14:cNvContentPartPr/>
                <p14:nvPr/>
              </p14:nvContentPartPr>
              <p14:xfrm>
                <a:off x="2685780" y="6234488"/>
                <a:ext cx="123480" cy="11988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52BFF371-6EF1-830D-7A4D-7977F481C066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2677140" y="6225488"/>
                  <a:ext cx="14112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9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9E9F2ADF-7D48-84A5-0DE4-46DC84C0C170}"/>
                    </a:ext>
                  </a:extLst>
                </p14:cNvPr>
                <p14:cNvContentPartPr/>
                <p14:nvPr/>
              </p14:nvContentPartPr>
              <p14:xfrm>
                <a:off x="2857140" y="6286328"/>
                <a:ext cx="322920" cy="4644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9E9F2ADF-7D48-84A5-0DE4-46DC84C0C170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2848140" y="6277328"/>
                  <a:ext cx="34056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1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85A46D5E-143E-DB72-764C-85C6D6406FE0}"/>
                    </a:ext>
                  </a:extLst>
                </p14:cNvPr>
                <p14:cNvContentPartPr/>
                <p14:nvPr/>
              </p14:nvContentPartPr>
              <p14:xfrm>
                <a:off x="3198420" y="6131528"/>
                <a:ext cx="329040" cy="22032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85A46D5E-143E-DB72-764C-85C6D6406FE0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3189420" y="6122888"/>
                  <a:ext cx="34668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3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5A927670-E6C4-3706-6024-9D0C998D0997}"/>
                    </a:ext>
                  </a:extLst>
                </p14:cNvPr>
                <p14:cNvContentPartPr/>
                <p14:nvPr/>
              </p14:nvContentPartPr>
              <p14:xfrm>
                <a:off x="2681100" y="6384968"/>
                <a:ext cx="93240" cy="1512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5A927670-E6C4-3706-6024-9D0C998D0997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2672460" y="6376328"/>
                  <a:ext cx="11088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5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E14D62C3-E273-6AD8-3F7D-7072D0E6B1AB}"/>
                    </a:ext>
                  </a:extLst>
                </p14:cNvPr>
                <p14:cNvContentPartPr/>
                <p14:nvPr/>
              </p14:nvContentPartPr>
              <p14:xfrm>
                <a:off x="3745260" y="6264728"/>
                <a:ext cx="398160" cy="6984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E14D62C3-E273-6AD8-3F7D-7072D0E6B1AB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3736620" y="6255728"/>
                  <a:ext cx="41580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7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08516F96-521C-CB81-2CF7-0A02F49766BD}"/>
                    </a:ext>
                  </a:extLst>
                </p14:cNvPr>
                <p14:cNvContentPartPr/>
                <p14:nvPr/>
              </p14:nvContentPartPr>
              <p14:xfrm>
                <a:off x="4206060" y="6269408"/>
                <a:ext cx="116280" cy="8604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08516F96-521C-CB81-2CF7-0A02F49766BD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4197420" y="6260408"/>
                  <a:ext cx="13392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9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C685BB2D-FDAB-39EB-56D2-332D246B2648}"/>
                    </a:ext>
                  </a:extLst>
                </p14:cNvPr>
                <p14:cNvContentPartPr/>
                <p14:nvPr/>
              </p14:nvContentPartPr>
              <p14:xfrm>
                <a:off x="4366980" y="6264368"/>
                <a:ext cx="100800" cy="6336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C685BB2D-FDAB-39EB-56D2-332D246B2648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4358340" y="6255728"/>
                  <a:ext cx="11844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1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A9C9A52F-5742-704C-69A6-15D5205C514E}"/>
                    </a:ext>
                  </a:extLst>
                </p14:cNvPr>
                <p14:cNvContentPartPr/>
                <p14:nvPr/>
              </p14:nvContentPartPr>
              <p14:xfrm>
                <a:off x="4514580" y="6257528"/>
                <a:ext cx="143280" cy="8316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A9C9A52F-5742-704C-69A6-15D5205C514E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4505940" y="6248888"/>
                  <a:ext cx="16092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3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51F7C08B-E337-9B57-ACAF-D21531795781}"/>
                    </a:ext>
                  </a:extLst>
                </p14:cNvPr>
                <p14:cNvContentPartPr/>
                <p14:nvPr/>
              </p14:nvContentPartPr>
              <p14:xfrm>
                <a:off x="4643820" y="6108488"/>
                <a:ext cx="126000" cy="22968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51F7C08B-E337-9B57-ACAF-D21531795781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4635180" y="6099488"/>
                  <a:ext cx="14364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5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0B7B98DA-23D5-F250-D879-9D5F00A58CBF}"/>
                    </a:ext>
                  </a:extLst>
                </p14:cNvPr>
                <p14:cNvContentPartPr/>
                <p14:nvPr/>
              </p14:nvContentPartPr>
              <p14:xfrm>
                <a:off x="4603140" y="6213608"/>
                <a:ext cx="135360" cy="252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0B7B98DA-23D5-F250-D879-9D5F00A58CBF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4594140" y="6204608"/>
                  <a:ext cx="153000" cy="2016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32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943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300" b="1" dirty="0">
                <a:solidFill>
                  <a:srgbClr val="6FA6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658368" y="18288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Downsampling in time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2761488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D5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every Mth sample; the sample spacing grows by M.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0:04–0:10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Downsampling: the time-domain definition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10012680" y="384048"/>
            <a:ext cx="1600200" cy="329184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9D6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131552" y="448056"/>
            <a:ext cx="1353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45B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0:04–0:10</a:t>
            </a:r>
            <a:endParaRPr lang="en-US" sz="10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4400" y="1554480"/>
            <a:ext cx="2926080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514600"/>
            <a:ext cx="5120640" cy="3200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8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 sample rate: F_s.
</a:t>
            </a:r>
            <a:r>
              <a:rPr lang="en-US" sz="18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8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 sample rate: F_s/M.
</a:t>
            </a:r>
            <a:r>
              <a:rPr lang="en-US" sz="18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8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new values are computed—the operation selects a subsequence.
</a:t>
            </a:r>
            <a:r>
              <a:rPr lang="en-US" sz="18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8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Information loss is harmless only when the discarded samples are redundant relative to the signal bandwidth.</a:t>
            </a:r>
            <a:endParaRPr lang="en-US" sz="1800" dirty="0"/>
          </a:p>
        </p:txBody>
      </p:sp>
      <p:pic>
        <p:nvPicPr>
          <p:cNvPr id="8" name="Image 1" descr="/mnt/data/week6_multirate/assets/downsample_tim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0" y="2649741"/>
            <a:ext cx="5394960" cy="1969997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A9FA2FD-D93B-3F61-DA4B-422E6AB58AE5}"/>
              </a:ext>
            </a:extLst>
          </p:cNvPr>
          <p:cNvGrpSpPr/>
          <p:nvPr/>
        </p:nvGrpSpPr>
        <p:grpSpPr>
          <a:xfrm>
            <a:off x="1080540" y="4847048"/>
            <a:ext cx="113760" cy="131040"/>
            <a:chOff x="1080540" y="4847048"/>
            <a:chExt cx="113760" cy="131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B5297462-5549-CD73-771F-7BCFD63CE8D8}"/>
                    </a:ext>
                  </a:extLst>
                </p14:cNvPr>
                <p14:cNvContentPartPr/>
                <p14:nvPr/>
              </p14:nvContentPartPr>
              <p14:xfrm>
                <a:off x="1080540" y="4847048"/>
                <a:ext cx="113760" cy="1310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B5297462-5549-CD73-771F-7BCFD63CE8D8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071540" y="4838408"/>
                  <a:ext cx="13140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20468B0F-BC06-88A3-D400-6F0DC723881E}"/>
                    </a:ext>
                  </a:extLst>
                </p14:cNvPr>
                <p14:cNvContentPartPr/>
                <p14:nvPr/>
              </p14:nvContentPartPr>
              <p14:xfrm>
                <a:off x="1084500" y="4861808"/>
                <a:ext cx="95040" cy="982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20468B0F-BC06-88A3-D400-6F0DC723881E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075860" y="4852808"/>
                  <a:ext cx="112680" cy="115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7C822DC-0C0F-D9B0-396F-3AE95D80F926}"/>
              </a:ext>
            </a:extLst>
          </p:cNvPr>
          <p:cNvGrpSpPr/>
          <p:nvPr/>
        </p:nvGrpSpPr>
        <p:grpSpPr>
          <a:xfrm>
            <a:off x="1394100" y="4851728"/>
            <a:ext cx="113040" cy="73800"/>
            <a:chOff x="1394100" y="4851728"/>
            <a:chExt cx="113040" cy="73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8863ADEE-C10B-00F1-5180-46B0F383AC6C}"/>
                    </a:ext>
                  </a:extLst>
                </p14:cNvPr>
                <p14:cNvContentPartPr/>
                <p14:nvPr/>
              </p14:nvContentPartPr>
              <p14:xfrm>
                <a:off x="1394100" y="4910768"/>
                <a:ext cx="113040" cy="147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8863ADEE-C10B-00F1-5180-46B0F383AC6C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385100" y="4901768"/>
                  <a:ext cx="13068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9F692245-AF5E-268A-8CCC-FD55062E29D8}"/>
                    </a:ext>
                  </a:extLst>
                </p14:cNvPr>
                <p14:cNvContentPartPr/>
                <p14:nvPr/>
              </p14:nvContentPartPr>
              <p14:xfrm>
                <a:off x="1397340" y="4851728"/>
                <a:ext cx="78480" cy="115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9F692245-AF5E-268A-8CCC-FD55062E29D8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388700" y="4843088"/>
                  <a:ext cx="96120" cy="29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EB0D036-AE56-CBC1-00F7-597F33A9CBB8}"/>
              </a:ext>
            </a:extLst>
          </p:cNvPr>
          <p:cNvGrpSpPr/>
          <p:nvPr/>
        </p:nvGrpSpPr>
        <p:grpSpPr>
          <a:xfrm>
            <a:off x="1755540" y="4670288"/>
            <a:ext cx="909000" cy="433080"/>
            <a:chOff x="1755540" y="4670288"/>
            <a:chExt cx="909000" cy="433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45106F4E-A38B-D952-A240-CFD22B0D292D}"/>
                    </a:ext>
                  </a:extLst>
                </p14:cNvPr>
                <p14:cNvContentPartPr/>
                <p14:nvPr/>
              </p14:nvContentPartPr>
              <p14:xfrm>
                <a:off x="1755540" y="4794848"/>
                <a:ext cx="104760" cy="1774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45106F4E-A38B-D952-A240-CFD22B0D292D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746900" y="4785848"/>
                  <a:ext cx="12240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F80B4E9B-E8D7-733A-003B-5EFCFEC8A5A7}"/>
                    </a:ext>
                  </a:extLst>
                </p14:cNvPr>
                <p14:cNvContentPartPr/>
                <p14:nvPr/>
              </p14:nvContentPartPr>
              <p14:xfrm>
                <a:off x="1914660" y="4909688"/>
                <a:ext cx="11520" cy="360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F80B4E9B-E8D7-733A-003B-5EFCFEC8A5A7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905660" y="4900688"/>
                  <a:ext cx="2916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4DBF5A67-DB73-2439-FF23-EBB2679DCA2F}"/>
                    </a:ext>
                  </a:extLst>
                </p14:cNvPr>
                <p14:cNvContentPartPr/>
                <p14:nvPr/>
              </p14:nvContentPartPr>
              <p14:xfrm>
                <a:off x="1885860" y="4790168"/>
                <a:ext cx="20520" cy="302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4DBF5A67-DB73-2439-FF23-EBB2679DCA2F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876860" y="4781168"/>
                  <a:ext cx="3816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E9F3AF69-29BF-41D5-87C3-5471D3D2E772}"/>
                    </a:ext>
                  </a:extLst>
                </p14:cNvPr>
                <p14:cNvContentPartPr/>
                <p14:nvPr/>
              </p14:nvContentPartPr>
              <p14:xfrm>
                <a:off x="1984500" y="4884128"/>
                <a:ext cx="175680" cy="662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E9F3AF69-29BF-41D5-87C3-5471D3D2E772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975500" y="4875128"/>
                  <a:ext cx="19332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9478EBED-08B4-5CC6-3937-4FD956B4C96D}"/>
                    </a:ext>
                  </a:extLst>
                </p14:cNvPr>
                <p14:cNvContentPartPr/>
                <p14:nvPr/>
              </p14:nvContentPartPr>
              <p14:xfrm>
                <a:off x="2279340" y="4670288"/>
                <a:ext cx="114480" cy="4330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9478EBED-08B4-5CC6-3937-4FD956B4C96D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2270700" y="4661288"/>
                  <a:ext cx="132120" cy="45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7DD74A81-097D-C863-22A4-7AA852B0EF8C}"/>
                    </a:ext>
                  </a:extLst>
                </p14:cNvPr>
                <p14:cNvContentPartPr/>
                <p14:nvPr/>
              </p14:nvContentPartPr>
              <p14:xfrm>
                <a:off x="2383020" y="4799168"/>
                <a:ext cx="122040" cy="1432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7DD74A81-097D-C863-22A4-7AA852B0EF8C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2374380" y="4790168"/>
                  <a:ext cx="13968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B01DE1A5-02DA-D753-B953-5A68F9A54714}"/>
                    </a:ext>
                  </a:extLst>
                </p14:cNvPr>
                <p14:cNvContentPartPr/>
                <p14:nvPr/>
              </p14:nvContentPartPr>
              <p14:xfrm>
                <a:off x="2562300" y="4867928"/>
                <a:ext cx="45000" cy="640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B01DE1A5-02DA-D753-B953-5A68F9A54714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2553300" y="4859288"/>
                  <a:ext cx="6264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326EEAF7-6465-3E52-0745-C533FDAEA546}"/>
                    </a:ext>
                  </a:extLst>
                </p14:cNvPr>
                <p14:cNvContentPartPr/>
                <p14:nvPr/>
              </p14:nvContentPartPr>
              <p14:xfrm>
                <a:off x="2644380" y="4857488"/>
                <a:ext cx="20160" cy="684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326EEAF7-6465-3E52-0745-C533FDAEA546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2635380" y="4848848"/>
                  <a:ext cx="3780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CA98F24C-A824-8F9F-F5F0-D61A9F3AED15}"/>
                    </a:ext>
                  </a:extLst>
                </p14:cNvPr>
                <p14:cNvContentPartPr/>
                <p14:nvPr/>
              </p14:nvContentPartPr>
              <p14:xfrm>
                <a:off x="2508300" y="4820408"/>
                <a:ext cx="146520" cy="165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CA98F24C-A824-8F9F-F5F0-D61A9F3AED15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2499660" y="4811768"/>
                  <a:ext cx="164160" cy="34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220E4689-4E80-056D-3EEB-BCEF349808D5}"/>
              </a:ext>
            </a:extLst>
          </p:cNvPr>
          <p:cNvGrpSpPr/>
          <p:nvPr/>
        </p:nvGrpSpPr>
        <p:grpSpPr>
          <a:xfrm>
            <a:off x="2804220" y="4645808"/>
            <a:ext cx="777600" cy="420120"/>
            <a:chOff x="2804220" y="4645808"/>
            <a:chExt cx="777600" cy="420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A58F2121-DCF0-4977-51E2-EE6D8E8CEDF2}"/>
                    </a:ext>
                  </a:extLst>
                </p14:cNvPr>
                <p14:cNvContentPartPr/>
                <p14:nvPr/>
              </p14:nvContentPartPr>
              <p14:xfrm>
                <a:off x="2804220" y="4671008"/>
                <a:ext cx="129600" cy="3949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A58F2121-DCF0-4977-51E2-EE6D8E8CEDF2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2795220" y="4662008"/>
                  <a:ext cx="147240" cy="41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E1C842AA-125A-408B-4F8D-E4B08992028C}"/>
                    </a:ext>
                  </a:extLst>
                </p14:cNvPr>
                <p14:cNvContentPartPr/>
                <p14:nvPr/>
              </p14:nvContentPartPr>
              <p14:xfrm>
                <a:off x="2833020" y="4903928"/>
                <a:ext cx="133560" cy="320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E1C842AA-125A-408B-4F8D-E4B08992028C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2824380" y="4894928"/>
                  <a:ext cx="15120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12F34241-129C-51A5-CDBC-962D535C66B2}"/>
                    </a:ext>
                  </a:extLst>
                </p14:cNvPr>
                <p14:cNvContentPartPr/>
                <p14:nvPr/>
              </p14:nvContentPartPr>
              <p14:xfrm>
                <a:off x="2960100" y="4882688"/>
                <a:ext cx="127800" cy="1040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12F34241-129C-51A5-CDBC-962D535C66B2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2951100" y="4874048"/>
                  <a:ext cx="14544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056B4ABB-6B52-BE48-E6B4-3094D225EB29}"/>
                    </a:ext>
                  </a:extLst>
                </p14:cNvPr>
                <p14:cNvContentPartPr/>
                <p14:nvPr/>
              </p14:nvContentPartPr>
              <p14:xfrm>
                <a:off x="3131820" y="4826528"/>
                <a:ext cx="1080" cy="57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056B4ABB-6B52-BE48-E6B4-3094D225EB29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3122820" y="4817528"/>
                  <a:ext cx="1872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96A50E32-29EC-7A6E-0774-F7B198B7D81D}"/>
                    </a:ext>
                  </a:extLst>
                </p14:cNvPr>
                <p14:cNvContentPartPr/>
                <p14:nvPr/>
              </p14:nvContentPartPr>
              <p14:xfrm>
                <a:off x="3236580" y="4784768"/>
                <a:ext cx="164160" cy="986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96A50E32-29EC-7A6E-0774-F7B198B7D81D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3227580" y="4776128"/>
                  <a:ext cx="18180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5978ACD4-1DB0-915D-F2FA-718C9F2796DA}"/>
                    </a:ext>
                  </a:extLst>
                </p14:cNvPr>
                <p14:cNvContentPartPr/>
                <p14:nvPr/>
              </p14:nvContentPartPr>
              <p14:xfrm>
                <a:off x="3381300" y="4645808"/>
                <a:ext cx="200520" cy="3286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5978ACD4-1DB0-915D-F2FA-718C9F2796DA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3372300" y="4636808"/>
                  <a:ext cx="218160" cy="346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5BDE32C3-259D-03AB-C027-88944182E627}"/>
              </a:ext>
            </a:extLst>
          </p:cNvPr>
          <p:cNvGrpSpPr/>
          <p:nvPr/>
        </p:nvGrpSpPr>
        <p:grpSpPr>
          <a:xfrm>
            <a:off x="3791340" y="4718888"/>
            <a:ext cx="828360" cy="174240"/>
            <a:chOff x="3791340" y="4718888"/>
            <a:chExt cx="828360" cy="174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10FE4152-AA57-AB76-93B7-7A0ED6D62A79}"/>
                    </a:ext>
                  </a:extLst>
                </p14:cNvPr>
                <p14:cNvContentPartPr/>
                <p14:nvPr/>
              </p14:nvContentPartPr>
              <p14:xfrm>
                <a:off x="3828780" y="4789448"/>
                <a:ext cx="51840" cy="1036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10FE4152-AA57-AB76-93B7-7A0ED6D62A79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3820140" y="4780808"/>
                  <a:ext cx="6948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55E40DA3-C43D-84DA-7FAB-FA8137728EDF}"/>
                    </a:ext>
                  </a:extLst>
                </p14:cNvPr>
                <p14:cNvContentPartPr/>
                <p14:nvPr/>
              </p14:nvContentPartPr>
              <p14:xfrm>
                <a:off x="3791340" y="4846688"/>
                <a:ext cx="115920" cy="111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55E40DA3-C43D-84DA-7FAB-FA8137728EDF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3782340" y="4838048"/>
                  <a:ext cx="13356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AB189DF8-5DC4-6D3A-456D-EEF4CDD90D28}"/>
                    </a:ext>
                  </a:extLst>
                </p14:cNvPr>
                <p14:cNvContentPartPr/>
                <p14:nvPr/>
              </p14:nvContentPartPr>
              <p14:xfrm>
                <a:off x="4046220" y="4754528"/>
                <a:ext cx="140040" cy="997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AB189DF8-5DC4-6D3A-456D-EEF4CDD90D28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4037220" y="4745528"/>
                  <a:ext cx="15768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846D8ED8-3AF9-4C70-E413-0EDB3D786EC6}"/>
                    </a:ext>
                  </a:extLst>
                </p14:cNvPr>
                <p14:cNvContentPartPr/>
                <p14:nvPr/>
              </p14:nvContentPartPr>
              <p14:xfrm>
                <a:off x="4258620" y="4842008"/>
                <a:ext cx="7200" cy="133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846D8ED8-3AF9-4C70-E413-0EDB3D786EC6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4249620" y="4833008"/>
                  <a:ext cx="2484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A9DDA9C4-4C20-5DFE-1263-4CE6DE24872F}"/>
                    </a:ext>
                  </a:extLst>
                </p14:cNvPr>
                <p14:cNvContentPartPr/>
                <p14:nvPr/>
              </p14:nvContentPartPr>
              <p14:xfrm>
                <a:off x="4285980" y="4718888"/>
                <a:ext cx="166680" cy="1508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A9DDA9C4-4C20-5DFE-1263-4CE6DE24872F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4277340" y="4709888"/>
                  <a:ext cx="18432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93839C23-F93D-B939-91A5-912EC464ECD0}"/>
                    </a:ext>
                  </a:extLst>
                </p14:cNvPr>
                <p14:cNvContentPartPr/>
                <p14:nvPr/>
              </p14:nvContentPartPr>
              <p14:xfrm>
                <a:off x="4497660" y="4753088"/>
                <a:ext cx="108000" cy="12132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93839C23-F93D-B939-91A5-912EC464ECD0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4489020" y="4744088"/>
                  <a:ext cx="12564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4C9625B3-DDE3-00C5-E707-D53F368D6313}"/>
                    </a:ext>
                  </a:extLst>
                </p14:cNvPr>
                <p14:cNvContentPartPr/>
                <p14:nvPr/>
              </p14:nvContentPartPr>
              <p14:xfrm>
                <a:off x="4514580" y="4721408"/>
                <a:ext cx="105120" cy="219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4C9625B3-DDE3-00C5-E707-D53F368D6313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4505940" y="4712768"/>
                  <a:ext cx="122760" cy="39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9EF691A7-8886-C6C0-7AB7-A7AB6685A9E8}"/>
              </a:ext>
            </a:extLst>
          </p:cNvPr>
          <p:cNvGrpSpPr/>
          <p:nvPr/>
        </p:nvGrpSpPr>
        <p:grpSpPr>
          <a:xfrm>
            <a:off x="4841100" y="4737968"/>
            <a:ext cx="384120" cy="165240"/>
            <a:chOff x="4841100" y="4737968"/>
            <a:chExt cx="384120" cy="165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9FFB9C7F-D968-F4AD-DC07-555D2B79DDA7}"/>
                    </a:ext>
                  </a:extLst>
                </p14:cNvPr>
                <p14:cNvContentPartPr/>
                <p14:nvPr/>
              </p14:nvContentPartPr>
              <p14:xfrm>
                <a:off x="4841100" y="4745168"/>
                <a:ext cx="138240" cy="15012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9FFB9C7F-D968-F4AD-DC07-555D2B79DDA7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4832100" y="4736528"/>
                  <a:ext cx="15588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390C675E-0C12-8775-63D2-12C7DFD4C258}"/>
                    </a:ext>
                  </a:extLst>
                </p14:cNvPr>
                <p14:cNvContentPartPr/>
                <p14:nvPr/>
              </p14:nvContentPartPr>
              <p14:xfrm>
                <a:off x="4987620" y="4836968"/>
                <a:ext cx="43200" cy="6624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390C675E-0C12-8775-63D2-12C7DFD4C258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4978620" y="4827968"/>
                  <a:ext cx="6084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F76E39F1-05A2-242A-2A7F-BDEED4B2C105}"/>
                    </a:ext>
                  </a:extLst>
                </p14:cNvPr>
                <p14:cNvContentPartPr/>
                <p14:nvPr/>
              </p14:nvContentPartPr>
              <p14:xfrm>
                <a:off x="5013540" y="4737968"/>
                <a:ext cx="30240" cy="4644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F76E39F1-05A2-242A-2A7F-BDEED4B2C105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5004540" y="4729328"/>
                  <a:ext cx="4788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6662B5F9-A6AF-9057-BA4E-DEFCF3F3162A}"/>
                    </a:ext>
                  </a:extLst>
                </p14:cNvPr>
                <p14:cNvContentPartPr/>
                <p14:nvPr/>
              </p14:nvContentPartPr>
              <p14:xfrm>
                <a:off x="5091300" y="4831568"/>
                <a:ext cx="133920" cy="619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6662B5F9-A6AF-9057-BA4E-DEFCF3F3162A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5082660" y="4822928"/>
                  <a:ext cx="151560" cy="79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FBDEDA2D-0A8A-7ECC-2982-41F189794B9E}"/>
              </a:ext>
            </a:extLst>
          </p:cNvPr>
          <p:cNvGrpSpPr/>
          <p:nvPr/>
        </p:nvGrpSpPr>
        <p:grpSpPr>
          <a:xfrm>
            <a:off x="5414220" y="4550048"/>
            <a:ext cx="1366920" cy="395640"/>
            <a:chOff x="5414220" y="4550048"/>
            <a:chExt cx="1366920" cy="395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17827F8A-1B94-CFCF-1AD7-F8A0B2537F15}"/>
                    </a:ext>
                  </a:extLst>
                </p14:cNvPr>
                <p14:cNvContentPartPr/>
                <p14:nvPr/>
              </p14:nvContentPartPr>
              <p14:xfrm>
                <a:off x="5414220" y="4614128"/>
                <a:ext cx="83160" cy="30528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17827F8A-1B94-CFCF-1AD7-F8A0B2537F15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5405220" y="4605128"/>
                  <a:ext cx="100800" cy="32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FABC56AD-5280-79F9-FAAF-927AB20163E6}"/>
                    </a:ext>
                  </a:extLst>
                </p14:cNvPr>
                <p14:cNvContentPartPr/>
                <p14:nvPr/>
              </p14:nvContentPartPr>
              <p14:xfrm>
                <a:off x="5543460" y="4720328"/>
                <a:ext cx="155520" cy="1148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FABC56AD-5280-79F9-FAAF-927AB20163E6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5534460" y="4711328"/>
                  <a:ext cx="17316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C3AADFAF-BF4C-61AE-3A1F-2934B0984715}"/>
                    </a:ext>
                  </a:extLst>
                </p14:cNvPr>
                <p14:cNvContentPartPr/>
                <p14:nvPr/>
              </p14:nvContentPartPr>
              <p14:xfrm>
                <a:off x="5751180" y="4774328"/>
                <a:ext cx="38880" cy="651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C3AADFAF-BF4C-61AE-3A1F-2934B0984715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5742540" y="4765688"/>
                  <a:ext cx="5652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4F6FB6E7-FB3D-397E-8FB3-A6750CB0BFDE}"/>
                    </a:ext>
                  </a:extLst>
                </p14:cNvPr>
                <p14:cNvContentPartPr/>
                <p14:nvPr/>
              </p14:nvContentPartPr>
              <p14:xfrm>
                <a:off x="5797980" y="4763888"/>
                <a:ext cx="50040" cy="7812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4F6FB6E7-FB3D-397E-8FB3-A6750CB0BFDE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5788980" y="4755248"/>
                  <a:ext cx="6768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335D10FC-3296-5B13-97C4-538E983AE547}"/>
                    </a:ext>
                  </a:extLst>
                </p14:cNvPr>
                <p14:cNvContentPartPr/>
                <p14:nvPr/>
              </p14:nvContentPartPr>
              <p14:xfrm>
                <a:off x="5699340" y="4703768"/>
                <a:ext cx="129960" cy="244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335D10FC-3296-5B13-97C4-538E983AE547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5690700" y="4694768"/>
                  <a:ext cx="14760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B7938EEF-93C0-7E83-2646-CD72EE32D812}"/>
                    </a:ext>
                  </a:extLst>
                </p14:cNvPr>
                <p14:cNvContentPartPr/>
                <p14:nvPr/>
              </p14:nvContentPartPr>
              <p14:xfrm>
                <a:off x="5958540" y="4550048"/>
                <a:ext cx="130680" cy="3956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B7938EEF-93C0-7E83-2646-CD72EE32D812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5949540" y="4541408"/>
                  <a:ext cx="148320" cy="41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25FB5211-42D2-5BCE-F1C1-CACB3D07D2AD}"/>
                    </a:ext>
                  </a:extLst>
                </p14:cNvPr>
                <p14:cNvContentPartPr/>
                <p14:nvPr/>
              </p14:nvContentPartPr>
              <p14:xfrm>
                <a:off x="5951700" y="4794128"/>
                <a:ext cx="117000" cy="3276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25FB5211-42D2-5BCE-F1C1-CACB3D07D2AD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5942700" y="4785128"/>
                  <a:ext cx="13464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25CD6D17-FE19-175A-5856-6E322520E1DE}"/>
                    </a:ext>
                  </a:extLst>
                </p14:cNvPr>
                <p14:cNvContentPartPr/>
                <p14:nvPr/>
              </p14:nvContentPartPr>
              <p14:xfrm>
                <a:off x="6104700" y="4736168"/>
                <a:ext cx="113400" cy="13752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25CD6D17-FE19-175A-5856-6E322520E1DE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6095700" y="4727528"/>
                  <a:ext cx="13104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078EEDC4-B830-4E2D-052B-1A365C56B5D8}"/>
                    </a:ext>
                  </a:extLst>
                </p14:cNvPr>
                <p14:cNvContentPartPr/>
                <p14:nvPr/>
              </p14:nvContentPartPr>
              <p14:xfrm>
                <a:off x="6348780" y="4725728"/>
                <a:ext cx="183600" cy="8496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078EEDC4-B830-4E2D-052B-1A365C56B5D8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6339780" y="4716728"/>
                  <a:ext cx="20124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B495BB36-E9A3-2C31-4D7D-FD4E8BCAE9CB}"/>
                    </a:ext>
                  </a:extLst>
                </p14:cNvPr>
                <p14:cNvContentPartPr/>
                <p14:nvPr/>
              </p14:nvContentPartPr>
              <p14:xfrm>
                <a:off x="6556500" y="4561568"/>
                <a:ext cx="224640" cy="33480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B495BB36-E9A3-2C31-4D7D-FD4E8BCAE9CB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6547500" y="4552568"/>
                  <a:ext cx="242280" cy="352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BE0194A2-1E02-12A6-2F24-4E063EA7DB9E}"/>
              </a:ext>
            </a:extLst>
          </p:cNvPr>
          <p:cNvGrpSpPr/>
          <p:nvPr/>
        </p:nvGrpSpPr>
        <p:grpSpPr>
          <a:xfrm>
            <a:off x="7798140" y="4659128"/>
            <a:ext cx="430200" cy="277920"/>
            <a:chOff x="7798140" y="4659128"/>
            <a:chExt cx="430200" cy="277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E5284857-33C8-BAAA-52E8-43C3537D5F7E}"/>
                    </a:ext>
                  </a:extLst>
                </p14:cNvPr>
                <p14:cNvContentPartPr/>
                <p14:nvPr/>
              </p14:nvContentPartPr>
              <p14:xfrm>
                <a:off x="7839900" y="4717448"/>
                <a:ext cx="51840" cy="1346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E5284857-33C8-BAAA-52E8-43C3537D5F7E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7830900" y="4708448"/>
                  <a:ext cx="6948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C558426A-A9E4-A518-99D0-FB69FA9A9356}"/>
                    </a:ext>
                  </a:extLst>
                </p14:cNvPr>
                <p14:cNvContentPartPr/>
                <p14:nvPr/>
              </p14:nvContentPartPr>
              <p14:xfrm>
                <a:off x="7798140" y="4659128"/>
                <a:ext cx="129960" cy="2736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C558426A-A9E4-A518-99D0-FB69FA9A9356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7789500" y="4650128"/>
                  <a:ext cx="14760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CFE3237F-A3FE-E149-F0C3-C5F91F30A7DD}"/>
                    </a:ext>
                  </a:extLst>
                </p14:cNvPr>
                <p14:cNvContentPartPr/>
                <p14:nvPr/>
              </p14:nvContentPartPr>
              <p14:xfrm>
                <a:off x="7834500" y="4732928"/>
                <a:ext cx="78120" cy="36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CFE3237F-A3FE-E149-F0C3-C5F91F30A7DD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7825860" y="4723928"/>
                  <a:ext cx="9576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AE0C42EA-3C8A-3A9D-68E0-0B398C516ACE}"/>
                    </a:ext>
                  </a:extLst>
                </p14:cNvPr>
                <p14:cNvContentPartPr/>
                <p14:nvPr/>
              </p14:nvContentPartPr>
              <p14:xfrm>
                <a:off x="8006220" y="4823648"/>
                <a:ext cx="100440" cy="11340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AE0C42EA-3C8A-3A9D-68E0-0B398C516ACE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7997580" y="4815008"/>
                  <a:ext cx="11808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41BC13D7-3FA0-9D29-7680-9934C56DBBB8}"/>
                    </a:ext>
                  </a:extLst>
                </p14:cNvPr>
                <p14:cNvContentPartPr/>
                <p14:nvPr/>
              </p14:nvContentPartPr>
              <p14:xfrm>
                <a:off x="8193420" y="4808168"/>
                <a:ext cx="34920" cy="8064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41BC13D7-3FA0-9D29-7680-9934C56DBBB8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8184780" y="4799168"/>
                  <a:ext cx="52560" cy="98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83AC7EE8-E46C-57C2-DFFF-E0C1F45489D8}"/>
              </a:ext>
            </a:extLst>
          </p:cNvPr>
          <p:cNvGrpSpPr/>
          <p:nvPr/>
        </p:nvGrpSpPr>
        <p:grpSpPr>
          <a:xfrm>
            <a:off x="8483220" y="4664888"/>
            <a:ext cx="885600" cy="173160"/>
            <a:chOff x="8483220" y="4664888"/>
            <a:chExt cx="885600" cy="173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7F11AB46-9716-290A-02A8-C20E9AEA92F8}"/>
                    </a:ext>
                  </a:extLst>
                </p14:cNvPr>
                <p14:cNvContentPartPr/>
                <p14:nvPr/>
              </p14:nvContentPartPr>
              <p14:xfrm>
                <a:off x="8489700" y="4794848"/>
                <a:ext cx="113040" cy="1548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7F11AB46-9716-290A-02A8-C20E9AEA92F8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8481060" y="4786208"/>
                  <a:ext cx="13068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037C3046-BBB6-F767-F1D6-3226C00FDD24}"/>
                    </a:ext>
                  </a:extLst>
                </p14:cNvPr>
                <p14:cNvContentPartPr/>
                <p14:nvPr/>
              </p14:nvContentPartPr>
              <p14:xfrm>
                <a:off x="8483220" y="4725008"/>
                <a:ext cx="79200" cy="1872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037C3046-BBB6-F767-F1D6-3226C00FDD24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8474580" y="4716008"/>
                  <a:ext cx="9684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3A9078E8-E267-ECA0-B8AA-96E417EB4926}"/>
                    </a:ext>
                  </a:extLst>
                </p14:cNvPr>
                <p14:cNvContentPartPr/>
                <p14:nvPr/>
              </p14:nvContentPartPr>
              <p14:xfrm>
                <a:off x="8728380" y="4664888"/>
                <a:ext cx="129240" cy="17316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3A9078E8-E267-ECA0-B8AA-96E417EB4926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8719740" y="4656248"/>
                  <a:ext cx="14688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288E9C1C-7306-CECC-9BC9-059AF9652EB0}"/>
                    </a:ext>
                  </a:extLst>
                </p14:cNvPr>
                <p14:cNvContentPartPr/>
                <p14:nvPr/>
              </p14:nvContentPartPr>
              <p14:xfrm>
                <a:off x="8913420" y="4706648"/>
                <a:ext cx="117000" cy="10512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288E9C1C-7306-CECC-9BC9-059AF9652EB0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8904780" y="4697648"/>
                  <a:ext cx="13464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6DAC63C5-95E7-63BF-A6E7-2B8F7EF331ED}"/>
                    </a:ext>
                  </a:extLst>
                </p14:cNvPr>
                <p14:cNvContentPartPr/>
                <p14:nvPr/>
              </p14:nvContentPartPr>
              <p14:xfrm>
                <a:off x="9106380" y="4696928"/>
                <a:ext cx="95760" cy="10404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6DAC63C5-95E7-63BF-A6E7-2B8F7EF331ED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9097740" y="4687928"/>
                  <a:ext cx="11340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4536E4FA-7843-A0BF-DD3E-19D3CD41D7F9}"/>
                    </a:ext>
                  </a:extLst>
                </p14:cNvPr>
                <p14:cNvContentPartPr/>
                <p14:nvPr/>
              </p14:nvContentPartPr>
              <p14:xfrm>
                <a:off x="9268020" y="4681808"/>
                <a:ext cx="100800" cy="1148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4536E4FA-7843-A0BF-DD3E-19D3CD41D7F9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9259380" y="4673168"/>
                  <a:ext cx="118440" cy="132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8C0016DC-599F-2494-BCCC-920BCA03D05B}"/>
              </a:ext>
            </a:extLst>
          </p:cNvPr>
          <p:cNvGrpSpPr/>
          <p:nvPr/>
        </p:nvGrpSpPr>
        <p:grpSpPr>
          <a:xfrm>
            <a:off x="9553140" y="4515848"/>
            <a:ext cx="1600560" cy="384480"/>
            <a:chOff x="9553140" y="4515848"/>
            <a:chExt cx="1600560" cy="384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C3F1611E-BCFD-2D9A-9A64-7BA8963723DC}"/>
                    </a:ext>
                  </a:extLst>
                </p14:cNvPr>
                <p14:cNvContentPartPr/>
                <p14:nvPr/>
              </p14:nvContentPartPr>
              <p14:xfrm>
                <a:off x="9553140" y="4681448"/>
                <a:ext cx="118080" cy="13500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C3F1611E-BCFD-2D9A-9A64-7BA8963723DC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9544500" y="4672448"/>
                  <a:ext cx="13572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2068FE91-4079-7BD7-E951-1B6D1613253C}"/>
                    </a:ext>
                  </a:extLst>
                </p14:cNvPr>
                <p14:cNvContentPartPr/>
                <p14:nvPr/>
              </p14:nvContentPartPr>
              <p14:xfrm>
                <a:off x="9676260" y="4710608"/>
                <a:ext cx="436680" cy="9000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2068FE91-4079-7BD7-E951-1B6D1613253C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9667260" y="4701968"/>
                  <a:ext cx="45432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3CEF7A28-8BC5-D5E3-3327-1FE0971F3952}"/>
                    </a:ext>
                  </a:extLst>
                </p14:cNvPr>
                <p14:cNvContentPartPr/>
                <p14:nvPr/>
              </p14:nvContentPartPr>
              <p14:xfrm>
                <a:off x="10168020" y="4721768"/>
                <a:ext cx="83160" cy="17856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3CEF7A28-8BC5-D5E3-3327-1FE0971F3952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10159380" y="4712768"/>
                  <a:ext cx="10080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8C752027-F3D8-17FF-03DB-19FE6F8BB76F}"/>
                    </a:ext>
                  </a:extLst>
                </p14:cNvPr>
                <p14:cNvContentPartPr/>
                <p14:nvPr/>
              </p14:nvContentPartPr>
              <p14:xfrm>
                <a:off x="10239300" y="4515848"/>
                <a:ext cx="249480" cy="27612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8C752027-F3D8-17FF-03DB-19FE6F8BB76F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10230300" y="4506848"/>
                  <a:ext cx="267120" cy="29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345BB321-CC0C-0D0B-3AB0-06A393DBEE79}"/>
                    </a:ext>
                  </a:extLst>
                </p14:cNvPr>
                <p14:cNvContentPartPr/>
                <p14:nvPr/>
              </p14:nvContentPartPr>
              <p14:xfrm>
                <a:off x="10513980" y="4674248"/>
                <a:ext cx="43560" cy="14292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345BB321-CC0C-0D0B-3AB0-06A393DBEE79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10504980" y="4665608"/>
                  <a:ext cx="6120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2AC5781B-F859-9226-B7A1-AD2D4E7C946C}"/>
                    </a:ext>
                  </a:extLst>
                </p14:cNvPr>
                <p14:cNvContentPartPr/>
                <p14:nvPr/>
              </p14:nvContentPartPr>
              <p14:xfrm>
                <a:off x="10660140" y="4543568"/>
                <a:ext cx="131040" cy="31500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2AC5781B-F859-9226-B7A1-AD2D4E7C946C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10651500" y="4534568"/>
                  <a:ext cx="148680" cy="33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365F4B2C-CAAD-8B64-1CAA-4A974102B963}"/>
                    </a:ext>
                  </a:extLst>
                </p14:cNvPr>
                <p14:cNvContentPartPr/>
                <p14:nvPr/>
              </p14:nvContentPartPr>
              <p14:xfrm>
                <a:off x="10759500" y="4700888"/>
                <a:ext cx="244440" cy="11952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365F4B2C-CAAD-8B64-1CAA-4A974102B963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10750500" y="4691888"/>
                  <a:ext cx="26208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1D4F8DE7-62B3-D117-7239-9F45404DB39A}"/>
                    </a:ext>
                  </a:extLst>
                </p14:cNvPr>
                <p14:cNvContentPartPr/>
                <p14:nvPr/>
              </p14:nvContentPartPr>
              <p14:xfrm>
                <a:off x="11057940" y="4722488"/>
                <a:ext cx="95760" cy="12384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1D4F8DE7-62B3-D117-7239-9F45404DB39A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11048940" y="4713488"/>
                  <a:ext cx="113400" cy="14148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0:10–0:14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quick index-mapping example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822960" y="148132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Suppose x[n] = { 2, 1, −1, 3, 4, 0, 5, 2, −2, 1, … } and M = 3.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60120" y="21945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41832" y="2578608"/>
            <a:ext cx="502920" cy="502920"/>
          </a:xfrm>
          <a:prstGeom prst="ellipse">
            <a:avLst/>
          </a:prstGeom>
          <a:solidFill>
            <a:srgbClr val="DDEEF8"/>
          </a:solidFill>
          <a:ln w="25400">
            <a:solidFill>
              <a:srgbClr val="2F80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41832" y="271576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947672" y="21945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929384" y="2578608"/>
            <a:ext cx="502920" cy="502920"/>
          </a:xfrm>
          <a:prstGeom prst="ellipse">
            <a:avLst/>
          </a:prstGeom>
          <a:solidFill>
            <a:srgbClr val="F6F8FA"/>
          </a:solidFill>
          <a:ln w="12700">
            <a:solidFill>
              <a:srgbClr val="C9D6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929384" y="271576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935224" y="21945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916936" y="2578608"/>
            <a:ext cx="502920" cy="502920"/>
          </a:xfrm>
          <a:prstGeom prst="ellipse">
            <a:avLst/>
          </a:prstGeom>
          <a:solidFill>
            <a:srgbClr val="F6F8FA"/>
          </a:solidFill>
          <a:ln w="12700">
            <a:solidFill>
              <a:srgbClr val="C9D6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916936" y="271576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922776" y="21945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904488" y="2578608"/>
            <a:ext cx="502920" cy="502920"/>
          </a:xfrm>
          <a:prstGeom prst="ellipse">
            <a:avLst/>
          </a:prstGeom>
          <a:solidFill>
            <a:srgbClr val="DDEEF8"/>
          </a:solidFill>
          <a:ln w="25400">
            <a:solidFill>
              <a:srgbClr val="2F80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904488" y="271576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910328" y="21945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892040" y="2578608"/>
            <a:ext cx="502920" cy="502920"/>
          </a:xfrm>
          <a:prstGeom prst="ellipse">
            <a:avLst/>
          </a:prstGeom>
          <a:solidFill>
            <a:srgbClr val="F6F8FA"/>
          </a:solidFill>
          <a:ln w="12700">
            <a:solidFill>
              <a:srgbClr val="C9D6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92040" y="271576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897880" y="21945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879592" y="2578608"/>
            <a:ext cx="502920" cy="502920"/>
          </a:xfrm>
          <a:prstGeom prst="ellipse">
            <a:avLst/>
          </a:prstGeom>
          <a:solidFill>
            <a:srgbClr val="F6F8FA"/>
          </a:solidFill>
          <a:ln w="12700">
            <a:solidFill>
              <a:srgbClr val="C9D6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879592" y="271576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885432" y="21945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867144" y="2578608"/>
            <a:ext cx="502920" cy="502920"/>
          </a:xfrm>
          <a:prstGeom prst="ellipse">
            <a:avLst/>
          </a:prstGeom>
          <a:solidFill>
            <a:srgbClr val="DDEEF8"/>
          </a:solidFill>
          <a:ln w="25400">
            <a:solidFill>
              <a:srgbClr val="2F80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867144" y="271576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872984" y="21945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854696" y="2578608"/>
            <a:ext cx="502920" cy="502920"/>
          </a:xfrm>
          <a:prstGeom prst="ellipse">
            <a:avLst/>
          </a:prstGeom>
          <a:solidFill>
            <a:srgbClr val="F6F8FA"/>
          </a:solidFill>
          <a:ln w="12700">
            <a:solidFill>
              <a:srgbClr val="C9D6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854696" y="271576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860536" y="21945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8842248" y="2578608"/>
            <a:ext cx="502920" cy="502920"/>
          </a:xfrm>
          <a:prstGeom prst="ellipse">
            <a:avLst/>
          </a:prstGeom>
          <a:solidFill>
            <a:srgbClr val="F6F8FA"/>
          </a:solidFill>
          <a:ln w="12700">
            <a:solidFill>
              <a:srgbClr val="C9D6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8842248" y="271576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-2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848088" y="21945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9829800" y="2578608"/>
            <a:ext cx="502920" cy="502920"/>
          </a:xfrm>
          <a:prstGeom prst="ellipse">
            <a:avLst/>
          </a:prstGeom>
          <a:solidFill>
            <a:srgbClr val="DDEEF8"/>
          </a:solidFill>
          <a:ln w="25400">
            <a:solidFill>
              <a:srgbClr val="2F80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9829800" y="271576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320040" y="222199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77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n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256032" y="272491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77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x[n]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3063240" y="3840480"/>
            <a:ext cx="5852160" cy="1097280"/>
          </a:xfrm>
          <a:prstGeom prst="roundRect">
            <a:avLst>
              <a:gd name="adj" fmla="val 5000"/>
            </a:avLst>
          </a:prstGeom>
          <a:solidFill>
            <a:srgbClr val="EEF7F1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227832" y="3968496"/>
            <a:ext cx="5522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227832" y="4279392"/>
            <a:ext cx="55229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x_d[n] = { 2, 3, 5, 1, … }</a:t>
            </a:r>
            <a:endParaRPr lang="en-US" sz="1350" dirty="0"/>
          </a:p>
        </p:txBody>
      </p:sp>
      <p:sp>
        <p:nvSpPr>
          <p:cNvPr id="4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0:14–0:20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happens in frequency?</a:t>
            </a:r>
            <a:endParaRPr lang="en-US" sz="25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8680" y="1417320"/>
            <a:ext cx="548640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8680" y="2423160"/>
            <a:ext cx="5394960" cy="3200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74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4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Stretch:</a:t>
            </a:r>
            <a:r>
              <a:rPr lang="en-US" sz="174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each input spectrum is evaluated at ω/M, so features expand by M on the output frequency axis.
</a:t>
            </a:r>
            <a:r>
              <a:rPr lang="en-US" sz="174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4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Shift:</a:t>
            </a:r>
            <a:r>
              <a:rPr lang="en-US" sz="174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M periodically shifted copies appear.
</a:t>
            </a:r>
            <a:r>
              <a:rPr lang="en-US" sz="174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4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Add:</a:t>
            </a:r>
            <a:r>
              <a:rPr lang="en-US" sz="174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the copies are summed; overlap is irreversible aliasing.
</a:t>
            </a:r>
            <a:r>
              <a:rPr lang="en-US" sz="174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4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Scale:</a:t>
            </a:r>
            <a:r>
              <a:rPr lang="en-US" sz="174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the 1/M factor accounts for the rate change in the DTFT relation.</a:t>
            </a:r>
            <a:endParaRPr lang="en-US" sz="1740" dirty="0"/>
          </a:p>
        </p:txBody>
      </p:sp>
      <p:sp>
        <p:nvSpPr>
          <p:cNvPr id="6" name="Shape 3"/>
          <p:cNvSpPr/>
          <p:nvPr/>
        </p:nvSpPr>
        <p:spPr>
          <a:xfrm>
            <a:off x="6720840" y="1828800"/>
            <a:ext cx="960120" cy="731520"/>
          </a:xfrm>
          <a:prstGeom prst="chevron">
            <a:avLst/>
          </a:prstGeom>
          <a:solidFill>
            <a:srgbClr val="DDEEF8"/>
          </a:solidFill>
          <a:ln w="12700">
            <a:solidFill>
              <a:srgbClr val="2F80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720840" y="2057400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stretch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001000" y="1828800"/>
            <a:ext cx="960120" cy="731520"/>
          </a:xfrm>
          <a:prstGeom prst="chevron">
            <a:avLst/>
          </a:prstGeom>
          <a:solidFill>
            <a:srgbClr val="E7F4EC"/>
          </a:solidFill>
          <a:ln w="12700">
            <a:solidFill>
              <a:srgbClr val="2C7A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8001000" y="2057400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shift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9281160" y="1828800"/>
            <a:ext cx="960120" cy="731520"/>
          </a:xfrm>
          <a:prstGeom prst="chevron">
            <a:avLst/>
          </a:prstGeom>
          <a:solidFill>
            <a:srgbClr val="FFF1E5"/>
          </a:solidFill>
          <a:ln w="12700">
            <a:solidFill>
              <a:srgbClr val="C96A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9281160" y="2057400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812280" y="3063240"/>
            <a:ext cx="3886200" cy="1463040"/>
          </a:xfrm>
          <a:prstGeom prst="roundRect">
            <a:avLst>
              <a:gd name="adj" fmla="val 3750"/>
            </a:avLst>
          </a:prstGeom>
          <a:solidFill>
            <a:srgbClr val="F7FAFC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976872" y="3191256"/>
            <a:ext cx="3557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Interpretation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976872" y="3502152"/>
            <a:ext cx="35570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Downsampling is a sampling operation performed on an already-discrete signal.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5BEA803F-E7ED-CFF7-0E0A-86E270BBCEBB}"/>
              </a:ext>
            </a:extLst>
          </p:cNvPr>
          <p:cNvGrpSpPr/>
          <p:nvPr/>
        </p:nvGrpSpPr>
        <p:grpSpPr>
          <a:xfrm>
            <a:off x="441540" y="485288"/>
            <a:ext cx="614520" cy="253800"/>
            <a:chOff x="441540" y="485288"/>
            <a:chExt cx="614520" cy="253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7084AFA4-BE49-FEC6-2F70-923EAB4FE5FD}"/>
                    </a:ext>
                  </a:extLst>
                </p14:cNvPr>
                <p14:cNvContentPartPr/>
                <p14:nvPr/>
              </p14:nvContentPartPr>
              <p14:xfrm>
                <a:off x="441540" y="485288"/>
                <a:ext cx="92520" cy="25380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7084AFA4-BE49-FEC6-2F70-923EAB4FE5FD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32540" y="476288"/>
                  <a:ext cx="11016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D58B6043-DC10-0278-CDB0-423BA7852A42}"/>
                    </a:ext>
                  </a:extLst>
                </p14:cNvPr>
                <p14:cNvContentPartPr/>
                <p14:nvPr/>
              </p14:nvContentPartPr>
              <p14:xfrm>
                <a:off x="482940" y="657008"/>
                <a:ext cx="110160" cy="1332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D58B6043-DC10-0278-CDB0-423BA7852A42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74300" y="648368"/>
                  <a:ext cx="12780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0F4E92D2-09DA-B197-C11D-AB532FB55B87}"/>
                    </a:ext>
                  </a:extLst>
                </p14:cNvPr>
                <p14:cNvContentPartPr/>
                <p14:nvPr/>
              </p14:nvContentPartPr>
              <p14:xfrm>
                <a:off x="562860" y="534968"/>
                <a:ext cx="81000" cy="16920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0F4E92D2-09DA-B197-C11D-AB532FB55B8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53860" y="525968"/>
                  <a:ext cx="9864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A9E0C3AB-59C1-F592-157F-F7586721BC47}"/>
                    </a:ext>
                  </a:extLst>
                </p14:cNvPr>
                <p14:cNvContentPartPr/>
                <p14:nvPr/>
              </p14:nvContentPartPr>
              <p14:xfrm>
                <a:off x="694620" y="638648"/>
                <a:ext cx="95040" cy="939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A9E0C3AB-59C1-F592-157F-F7586721BC4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85980" y="629648"/>
                  <a:ext cx="11268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1F447CAF-EDDB-9E35-9059-BD13A1C26B8B}"/>
                    </a:ext>
                  </a:extLst>
                </p14:cNvPr>
                <p14:cNvContentPartPr/>
                <p14:nvPr/>
              </p14:nvContentPartPr>
              <p14:xfrm>
                <a:off x="862380" y="609488"/>
                <a:ext cx="193680" cy="1011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1F447CAF-EDDB-9E35-9059-BD13A1C26B8B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53380" y="600848"/>
                  <a:ext cx="211320" cy="118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F3872384-E539-1821-9231-461B90B12F43}"/>
              </a:ext>
            </a:extLst>
          </p:cNvPr>
          <p:cNvGrpSpPr/>
          <p:nvPr/>
        </p:nvGrpSpPr>
        <p:grpSpPr>
          <a:xfrm>
            <a:off x="1257300" y="464768"/>
            <a:ext cx="338760" cy="231840"/>
            <a:chOff x="1257300" y="464768"/>
            <a:chExt cx="338760" cy="231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4481B7EE-56F1-E590-807B-BC1EFC06B356}"/>
                    </a:ext>
                  </a:extLst>
                </p14:cNvPr>
                <p14:cNvContentPartPr/>
                <p14:nvPr/>
              </p14:nvContentPartPr>
              <p14:xfrm>
                <a:off x="1295100" y="464768"/>
                <a:ext cx="99360" cy="2278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4481B7EE-56F1-E590-807B-BC1EFC06B356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286460" y="456128"/>
                  <a:ext cx="11700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6AF96983-5DE3-E43D-4EAE-300D8C59B9AA}"/>
                    </a:ext>
                  </a:extLst>
                </p14:cNvPr>
                <p14:cNvContentPartPr/>
                <p14:nvPr/>
              </p14:nvContentPartPr>
              <p14:xfrm>
                <a:off x="1257300" y="606968"/>
                <a:ext cx="161280" cy="270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6AF96983-5DE3-E43D-4EAE-300D8C59B9A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248660" y="597968"/>
                  <a:ext cx="17892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36C56F73-232C-A13A-DAAE-2A69FA1C1E55}"/>
                    </a:ext>
                  </a:extLst>
                </p14:cNvPr>
                <p14:cNvContentPartPr/>
                <p14:nvPr/>
              </p14:nvContentPartPr>
              <p14:xfrm>
                <a:off x="1493460" y="626048"/>
                <a:ext cx="102600" cy="705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36C56F73-232C-A13A-DAAE-2A69FA1C1E55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484820" y="617048"/>
                  <a:ext cx="120240" cy="88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671BE5EC-261B-0F95-912A-D2695902837D}"/>
                  </a:ext>
                </a:extLst>
              </p14:cNvPr>
              <p14:cNvContentPartPr/>
              <p14:nvPr/>
            </p14:nvContentPartPr>
            <p14:xfrm>
              <a:off x="1056420" y="1812968"/>
              <a:ext cx="1014840" cy="21240"/>
            </p14:xfrm>
          </p:contentPart>
        </mc:Choice>
        <mc:Fallback xmlns=""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671BE5EC-261B-0F95-912A-D2695902837D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047420" y="1803968"/>
                <a:ext cx="1032480" cy="38880"/>
              </a:xfrm>
              <a:prstGeom prst="rect">
                <a:avLst/>
              </a:prstGeom>
            </p:spPr>
          </p:pic>
        </mc:Fallback>
      </mc:AlternateContent>
      <p:grpSp>
        <p:nvGrpSpPr>
          <p:cNvPr id="91" name="Group 90">
            <a:extLst>
              <a:ext uri="{FF2B5EF4-FFF2-40B4-BE49-F238E27FC236}">
                <a16:creationId xmlns:a16="http://schemas.microsoft.com/office/drawing/2014/main" id="{6185200A-8CD7-4E4C-FC0F-DDD62C2835DF}"/>
              </a:ext>
            </a:extLst>
          </p:cNvPr>
          <p:cNvGrpSpPr/>
          <p:nvPr/>
        </p:nvGrpSpPr>
        <p:grpSpPr>
          <a:xfrm>
            <a:off x="799020" y="1391048"/>
            <a:ext cx="664920" cy="276120"/>
            <a:chOff x="799020" y="1391048"/>
            <a:chExt cx="664920" cy="276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95ACB29C-E3F5-0E9C-BB7E-1C9AAEC49F5E}"/>
                    </a:ext>
                  </a:extLst>
                </p14:cNvPr>
                <p14:cNvContentPartPr/>
                <p14:nvPr/>
              </p14:nvContentPartPr>
              <p14:xfrm>
                <a:off x="799020" y="1481768"/>
                <a:ext cx="143640" cy="12132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95ACB29C-E3F5-0E9C-BB7E-1C9AAEC49F5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90020" y="1472768"/>
                  <a:ext cx="16128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4A0651EF-CB6A-BFC1-1E88-CA3C7D5F43F1}"/>
                    </a:ext>
                  </a:extLst>
                </p14:cNvPr>
                <p14:cNvContentPartPr/>
                <p14:nvPr/>
              </p14:nvContentPartPr>
              <p14:xfrm>
                <a:off x="805860" y="1504808"/>
                <a:ext cx="108720" cy="9108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4A0651EF-CB6A-BFC1-1E88-CA3C7D5F43F1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97220" y="1496168"/>
                  <a:ext cx="12636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7BAA72A0-D4C2-AF90-9D7A-EA82485946CB}"/>
                    </a:ext>
                  </a:extLst>
                </p14:cNvPr>
                <p14:cNvContentPartPr/>
                <p14:nvPr/>
              </p14:nvContentPartPr>
              <p14:xfrm>
                <a:off x="1044180" y="1599848"/>
                <a:ext cx="18000" cy="6732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7BAA72A0-D4C2-AF90-9D7A-EA82485946CB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035180" y="1591208"/>
                  <a:ext cx="3564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002B2D29-561C-E73F-1195-E854A72E7009}"/>
                    </a:ext>
                  </a:extLst>
                </p14:cNvPr>
                <p14:cNvContentPartPr/>
                <p14:nvPr/>
              </p14:nvContentPartPr>
              <p14:xfrm>
                <a:off x="1078740" y="1401848"/>
                <a:ext cx="121320" cy="18684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002B2D29-561C-E73F-1195-E854A72E7009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070100" y="1393208"/>
                  <a:ext cx="13896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AF6AEC05-393F-0B1D-E996-C77ECA89BCDF}"/>
                    </a:ext>
                  </a:extLst>
                </p14:cNvPr>
                <p14:cNvContentPartPr/>
                <p14:nvPr/>
              </p14:nvContentPartPr>
              <p14:xfrm>
                <a:off x="1200060" y="1510928"/>
                <a:ext cx="140760" cy="5220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AF6AEC05-393F-0B1D-E996-C77ECA89BCD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191060" y="1502288"/>
                  <a:ext cx="15840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BB6B12DA-8E32-34A5-3DA4-F68B6A2002F3}"/>
                    </a:ext>
                  </a:extLst>
                </p14:cNvPr>
                <p14:cNvContentPartPr/>
                <p14:nvPr/>
              </p14:nvContentPartPr>
              <p14:xfrm>
                <a:off x="1330020" y="1391048"/>
                <a:ext cx="133920" cy="21024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BB6B12DA-8E32-34A5-3DA4-F68B6A2002F3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321020" y="1382048"/>
                  <a:ext cx="151560" cy="227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346C5032-257E-287A-10BC-F81F93912A6C}"/>
                  </a:ext>
                </a:extLst>
              </p14:cNvPr>
              <p14:cNvContentPartPr/>
              <p14:nvPr/>
            </p14:nvContentPartPr>
            <p14:xfrm>
              <a:off x="3229380" y="1740968"/>
              <a:ext cx="2549160" cy="133920"/>
            </p14:xfrm>
          </p:contentPart>
        </mc:Choice>
        <mc:Fallback xmlns=""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346C5032-257E-287A-10BC-F81F93912A6C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3220740" y="1731968"/>
                <a:ext cx="2566800" cy="15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47" name="Ink 146">
                <a:extLst>
                  <a:ext uri="{FF2B5EF4-FFF2-40B4-BE49-F238E27FC236}">
                    <a16:creationId xmlns:a16="http://schemas.microsoft.com/office/drawing/2014/main" id="{488CD20C-5BAE-E1E8-20A9-7ADDDAA2D61F}"/>
                  </a:ext>
                </a:extLst>
              </p14:cNvPr>
              <p14:cNvContentPartPr/>
              <p14:nvPr/>
            </p14:nvContentPartPr>
            <p14:xfrm>
              <a:off x="4290300" y="1762208"/>
              <a:ext cx="110160" cy="73080"/>
            </p14:xfrm>
          </p:contentPart>
        </mc:Choice>
        <mc:Fallback xmlns="">
          <p:pic>
            <p:nvPicPr>
              <p:cNvPr id="147" name="Ink 146">
                <a:extLst>
                  <a:ext uri="{FF2B5EF4-FFF2-40B4-BE49-F238E27FC236}">
                    <a16:creationId xmlns:a16="http://schemas.microsoft.com/office/drawing/2014/main" id="{488CD20C-5BAE-E1E8-20A9-7ADDDAA2D61F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4281660" y="1753208"/>
                <a:ext cx="127800" cy="9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57" name="Ink 156">
                <a:extLst>
                  <a:ext uri="{FF2B5EF4-FFF2-40B4-BE49-F238E27FC236}">
                    <a16:creationId xmlns:a16="http://schemas.microsoft.com/office/drawing/2014/main" id="{576C363C-DFD8-284A-4535-47032C8EEA67}"/>
                  </a:ext>
                </a:extLst>
              </p14:cNvPr>
              <p14:cNvContentPartPr/>
              <p14:nvPr/>
            </p14:nvContentPartPr>
            <p14:xfrm>
              <a:off x="4327740" y="1811528"/>
              <a:ext cx="115560" cy="1906200"/>
            </p14:xfrm>
          </p:contentPart>
        </mc:Choice>
        <mc:Fallback xmlns="">
          <p:pic>
            <p:nvPicPr>
              <p:cNvPr id="157" name="Ink 156">
                <a:extLst>
                  <a:ext uri="{FF2B5EF4-FFF2-40B4-BE49-F238E27FC236}">
                    <a16:creationId xmlns:a16="http://schemas.microsoft.com/office/drawing/2014/main" id="{576C363C-DFD8-284A-4535-47032C8EEA67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4318740" y="1802888"/>
                <a:ext cx="133200" cy="192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58" name="Ink 157">
                <a:extLst>
                  <a:ext uri="{FF2B5EF4-FFF2-40B4-BE49-F238E27FC236}">
                    <a16:creationId xmlns:a16="http://schemas.microsoft.com/office/drawing/2014/main" id="{5B4D1B69-4BBF-9AB2-F71B-4ADF5BDFC440}"/>
                  </a:ext>
                </a:extLst>
              </p14:cNvPr>
              <p14:cNvContentPartPr/>
              <p14:nvPr/>
            </p14:nvContentPartPr>
            <p14:xfrm>
              <a:off x="4390020" y="3621608"/>
              <a:ext cx="1432800" cy="135720"/>
            </p14:xfrm>
          </p:contentPart>
        </mc:Choice>
        <mc:Fallback xmlns="">
          <p:pic>
            <p:nvPicPr>
              <p:cNvPr id="158" name="Ink 157">
                <a:extLst>
                  <a:ext uri="{FF2B5EF4-FFF2-40B4-BE49-F238E27FC236}">
                    <a16:creationId xmlns:a16="http://schemas.microsoft.com/office/drawing/2014/main" id="{5B4D1B69-4BBF-9AB2-F71B-4ADF5BDFC440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4381020" y="3612608"/>
                <a:ext cx="1450440" cy="153360"/>
              </a:xfrm>
              <a:prstGeom prst="rect">
                <a:avLst/>
              </a:prstGeom>
            </p:spPr>
          </p:pic>
        </mc:Fallback>
      </mc:AlternateContent>
      <p:grpSp>
        <p:nvGrpSpPr>
          <p:cNvPr id="166" name="Group 165">
            <a:extLst>
              <a:ext uri="{FF2B5EF4-FFF2-40B4-BE49-F238E27FC236}">
                <a16:creationId xmlns:a16="http://schemas.microsoft.com/office/drawing/2014/main" id="{28686CA0-D035-17D7-172E-B4C6A44B87A6}"/>
              </a:ext>
            </a:extLst>
          </p:cNvPr>
          <p:cNvGrpSpPr/>
          <p:nvPr/>
        </p:nvGrpSpPr>
        <p:grpSpPr>
          <a:xfrm>
            <a:off x="5803020" y="3422888"/>
            <a:ext cx="1069560" cy="1230120"/>
            <a:chOff x="5803020" y="3422888"/>
            <a:chExt cx="1069560" cy="1230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DE02EB84-0E3F-E306-CB97-CB3A32133188}"/>
                    </a:ext>
                  </a:extLst>
                </p14:cNvPr>
                <p14:cNvContentPartPr/>
                <p14:nvPr/>
              </p14:nvContentPartPr>
              <p14:xfrm>
                <a:off x="5829300" y="3447728"/>
                <a:ext cx="46800" cy="36000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DE02EB84-0E3F-E306-CB97-CB3A32133188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820300" y="3438728"/>
                  <a:ext cx="64440" cy="37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BF733A86-FDF5-585A-F6D0-E2C29C5A2C1F}"/>
                    </a:ext>
                  </a:extLst>
                </p14:cNvPr>
                <p14:cNvContentPartPr/>
                <p14:nvPr/>
              </p14:nvContentPartPr>
              <p14:xfrm>
                <a:off x="5803020" y="3422888"/>
                <a:ext cx="1069560" cy="4284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BF733A86-FDF5-585A-F6D0-E2C29C5A2C1F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794380" y="3413888"/>
                  <a:ext cx="108720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0905324B-32CC-9787-C13A-E8D96D0CF0E5}"/>
                    </a:ext>
                  </a:extLst>
                </p14:cNvPr>
                <p14:cNvContentPartPr/>
                <p14:nvPr/>
              </p14:nvContentPartPr>
              <p14:xfrm>
                <a:off x="6836580" y="3452048"/>
                <a:ext cx="21600" cy="57276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0905324B-32CC-9787-C13A-E8D96D0CF0E5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827580" y="3443048"/>
                  <a:ext cx="39240" cy="59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057B64B1-FE1C-8E00-DBB8-86C9881F185B}"/>
                    </a:ext>
                  </a:extLst>
                </p14:cNvPr>
                <p14:cNvContentPartPr/>
                <p14:nvPr/>
              </p14:nvContentPartPr>
              <p14:xfrm>
                <a:off x="5896620" y="4057208"/>
                <a:ext cx="904320" cy="5256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057B64B1-FE1C-8E00-DBB8-86C9881F185B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887980" y="4048208"/>
                  <a:ext cx="92196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9E53667E-2643-64A4-AF46-EE9F0AA2E00D}"/>
                    </a:ext>
                  </a:extLst>
                </p14:cNvPr>
                <p14:cNvContentPartPr/>
                <p14:nvPr/>
              </p14:nvContentPartPr>
              <p14:xfrm>
                <a:off x="5870340" y="3843728"/>
                <a:ext cx="31680" cy="21708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9E53667E-2643-64A4-AF46-EE9F0AA2E00D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861340" y="3835088"/>
                  <a:ext cx="4932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43F88C84-623A-3F88-3B34-375F8684ABF2}"/>
                    </a:ext>
                  </a:extLst>
                </p14:cNvPr>
                <p14:cNvContentPartPr/>
                <p14:nvPr/>
              </p14:nvContentPartPr>
              <p14:xfrm>
                <a:off x="6015060" y="3697928"/>
                <a:ext cx="135000" cy="13572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43F88C84-623A-3F88-3B34-375F8684ABF2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006420" y="3688928"/>
                  <a:ext cx="15264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059EEC94-B107-5465-411D-5C11342186FE}"/>
                    </a:ext>
                  </a:extLst>
                </p14:cNvPr>
                <p14:cNvContentPartPr/>
                <p14:nvPr/>
              </p14:nvContentPartPr>
              <p14:xfrm>
                <a:off x="6234300" y="3619088"/>
                <a:ext cx="119520" cy="21492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059EEC94-B107-5465-411D-5C11342186FE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225660" y="3610448"/>
                  <a:ext cx="13716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83EAAB40-3BDB-765E-E0F7-5F78F945F404}"/>
                    </a:ext>
                  </a:extLst>
                </p14:cNvPr>
                <p14:cNvContentPartPr/>
                <p14:nvPr/>
              </p14:nvContentPartPr>
              <p14:xfrm>
                <a:off x="6404220" y="3745808"/>
                <a:ext cx="30600" cy="9432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83EAAB40-3BDB-765E-E0F7-5F78F945F404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395580" y="3736808"/>
                  <a:ext cx="4824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71FB60C2-16BE-C901-AD79-AA2C98A4FAC8}"/>
                    </a:ext>
                  </a:extLst>
                </p14:cNvPr>
                <p14:cNvContentPartPr/>
                <p14:nvPr/>
              </p14:nvContentPartPr>
              <p14:xfrm>
                <a:off x="6385140" y="3695048"/>
                <a:ext cx="126000" cy="13788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71FB60C2-16BE-C901-AD79-AA2C98A4FAC8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376140" y="3686048"/>
                  <a:ext cx="14364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C2F25C5F-8476-9932-B0DB-2C6FE3D58715}"/>
                    </a:ext>
                  </a:extLst>
                </p14:cNvPr>
                <p14:cNvContentPartPr/>
                <p14:nvPr/>
              </p14:nvContentPartPr>
              <p14:xfrm>
                <a:off x="6325740" y="4114448"/>
                <a:ext cx="19440" cy="20412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C2F25C5F-8476-9932-B0DB-2C6FE3D58715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316740" y="4105448"/>
                  <a:ext cx="3708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C1D24B21-7943-771E-326B-8A7C100E2C05}"/>
                    </a:ext>
                  </a:extLst>
                </p14:cNvPr>
                <p14:cNvContentPartPr/>
                <p14:nvPr/>
              </p14:nvContentPartPr>
              <p14:xfrm>
                <a:off x="6277140" y="4071248"/>
                <a:ext cx="96840" cy="8028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C1D24B21-7943-771E-326B-8A7C100E2C05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268500" y="4062248"/>
                  <a:ext cx="11448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1CFBAEA0-3217-A2CA-5399-FB60BAAF1703}"/>
                    </a:ext>
                  </a:extLst>
                </p14:cNvPr>
                <p14:cNvContentPartPr/>
                <p14:nvPr/>
              </p14:nvContentPartPr>
              <p14:xfrm>
                <a:off x="6231420" y="4453208"/>
                <a:ext cx="50040" cy="14976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1CFBAEA0-3217-A2CA-5399-FB60BAAF1703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222780" y="4444568"/>
                  <a:ext cx="6768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755D4496-3C3D-DFE9-427F-9ADE6B87351C}"/>
                    </a:ext>
                  </a:extLst>
                </p14:cNvPr>
                <p14:cNvContentPartPr/>
                <p14:nvPr/>
              </p14:nvContentPartPr>
              <p14:xfrm>
                <a:off x="6099300" y="4422968"/>
                <a:ext cx="223200" cy="1944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755D4496-3C3D-DFE9-427F-9ADE6B87351C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090660" y="4413968"/>
                  <a:ext cx="24084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AD15C372-D470-4B05-6BCD-D65322C4D518}"/>
                    </a:ext>
                  </a:extLst>
                </p14:cNvPr>
                <p14:cNvContentPartPr/>
                <p14:nvPr/>
              </p14:nvContentPartPr>
              <p14:xfrm>
                <a:off x="6385860" y="4569488"/>
                <a:ext cx="46440" cy="8352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AD15C372-D470-4B05-6BCD-D65322C4D518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376860" y="4560488"/>
                  <a:ext cx="64080" cy="101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167" name="Ink 166">
                <a:extLst>
                  <a:ext uri="{FF2B5EF4-FFF2-40B4-BE49-F238E27FC236}">
                    <a16:creationId xmlns:a16="http://schemas.microsoft.com/office/drawing/2014/main" id="{89144FD8-9FCF-B588-99BA-A3FD1915B95D}"/>
                  </a:ext>
                </a:extLst>
              </p14:cNvPr>
              <p14:cNvContentPartPr/>
              <p14:nvPr/>
            </p14:nvContentPartPr>
            <p14:xfrm>
              <a:off x="6853860" y="3675968"/>
              <a:ext cx="1552680" cy="136440"/>
            </p14:xfrm>
          </p:contentPart>
        </mc:Choice>
        <mc:Fallback xmlns="">
          <p:pic>
            <p:nvPicPr>
              <p:cNvPr id="167" name="Ink 166">
                <a:extLst>
                  <a:ext uri="{FF2B5EF4-FFF2-40B4-BE49-F238E27FC236}">
                    <a16:creationId xmlns:a16="http://schemas.microsoft.com/office/drawing/2014/main" id="{89144FD8-9FCF-B588-99BA-A3FD1915B95D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6844860" y="3667328"/>
                <a:ext cx="1570320" cy="154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74" name="Group 173">
            <a:extLst>
              <a:ext uri="{FF2B5EF4-FFF2-40B4-BE49-F238E27FC236}">
                <a16:creationId xmlns:a16="http://schemas.microsoft.com/office/drawing/2014/main" id="{8D7BD9E9-297C-0051-1D77-D6F4404B66D8}"/>
              </a:ext>
            </a:extLst>
          </p:cNvPr>
          <p:cNvGrpSpPr/>
          <p:nvPr/>
        </p:nvGrpSpPr>
        <p:grpSpPr>
          <a:xfrm>
            <a:off x="8451540" y="3330368"/>
            <a:ext cx="713520" cy="291600"/>
            <a:chOff x="8451540" y="3330368"/>
            <a:chExt cx="713520" cy="291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9D9CDBA2-8C2C-0260-9F30-5A378FB258BF}"/>
                    </a:ext>
                  </a:extLst>
                </p14:cNvPr>
                <p14:cNvContentPartPr/>
                <p14:nvPr/>
              </p14:nvContentPartPr>
              <p14:xfrm>
                <a:off x="8451540" y="3430808"/>
                <a:ext cx="167400" cy="13932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9D9CDBA2-8C2C-0260-9F30-5A378FB258BF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8442900" y="3421808"/>
                  <a:ext cx="18504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3E54BE0D-3A5B-E365-4BA2-7FC082377EFE}"/>
                    </a:ext>
                  </a:extLst>
                </p14:cNvPr>
                <p14:cNvContentPartPr/>
                <p14:nvPr/>
              </p14:nvContentPartPr>
              <p14:xfrm>
                <a:off x="8453340" y="3438008"/>
                <a:ext cx="129600" cy="12060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3E54BE0D-3A5B-E365-4BA2-7FC082377EFE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8444700" y="3429368"/>
                  <a:ext cx="14724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46211C97-5C4E-AA64-F85D-AD84FAAA3498}"/>
                    </a:ext>
                  </a:extLst>
                </p14:cNvPr>
                <p14:cNvContentPartPr/>
                <p14:nvPr/>
              </p14:nvContentPartPr>
              <p14:xfrm>
                <a:off x="8676180" y="3564008"/>
                <a:ext cx="24840" cy="5796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46211C97-5C4E-AA64-F85D-AD84FAAA3498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8667540" y="3555008"/>
                  <a:ext cx="4248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1910F436-FE16-1D6F-4B6A-4E3329DE090C}"/>
                    </a:ext>
                  </a:extLst>
                </p14:cNvPr>
                <p14:cNvContentPartPr/>
                <p14:nvPr/>
              </p14:nvContentPartPr>
              <p14:xfrm>
                <a:off x="8727300" y="3330368"/>
                <a:ext cx="132480" cy="21996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1910F436-FE16-1D6F-4B6A-4E3329DE090C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8718660" y="3321368"/>
                  <a:ext cx="15012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90CD6000-38C3-16C3-428A-3A7158B2C18B}"/>
                    </a:ext>
                  </a:extLst>
                </p14:cNvPr>
                <p14:cNvContentPartPr/>
                <p14:nvPr/>
              </p14:nvContentPartPr>
              <p14:xfrm>
                <a:off x="8857980" y="3454568"/>
                <a:ext cx="169920" cy="8748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90CD6000-38C3-16C3-428A-3A7158B2C18B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849340" y="3445928"/>
                  <a:ext cx="18756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46B42215-B5F0-7996-CB16-B64DD3F154C8}"/>
                    </a:ext>
                  </a:extLst>
                </p14:cNvPr>
                <p14:cNvContentPartPr/>
                <p14:nvPr/>
              </p14:nvContentPartPr>
              <p14:xfrm>
                <a:off x="9003420" y="3371048"/>
                <a:ext cx="161640" cy="23472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46B42215-B5F0-7996-CB16-B64DD3F154C8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8994780" y="3362048"/>
                  <a:ext cx="179280" cy="252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0" name="Group 189">
            <a:extLst>
              <a:ext uri="{FF2B5EF4-FFF2-40B4-BE49-F238E27FC236}">
                <a16:creationId xmlns:a16="http://schemas.microsoft.com/office/drawing/2014/main" id="{70FC632F-58D9-8C5F-00B6-2ED93F0C365F}"/>
              </a:ext>
            </a:extLst>
          </p:cNvPr>
          <p:cNvGrpSpPr/>
          <p:nvPr/>
        </p:nvGrpSpPr>
        <p:grpSpPr>
          <a:xfrm>
            <a:off x="9516420" y="3422888"/>
            <a:ext cx="624960" cy="137520"/>
            <a:chOff x="9516420" y="3422888"/>
            <a:chExt cx="624960" cy="137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3831F4BD-2C31-FD3B-8BEF-E18AD89B9362}"/>
                    </a:ext>
                  </a:extLst>
                </p14:cNvPr>
                <p14:cNvContentPartPr/>
                <p14:nvPr/>
              </p14:nvContentPartPr>
              <p14:xfrm>
                <a:off x="9516420" y="3422888"/>
                <a:ext cx="121680" cy="11700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3831F4BD-2C31-FD3B-8BEF-E18AD89B9362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507420" y="3414248"/>
                  <a:ext cx="13932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27FFFF3E-56C9-61DC-570C-ED367703DAB8}"/>
                    </a:ext>
                  </a:extLst>
                </p14:cNvPr>
                <p14:cNvContentPartPr/>
                <p14:nvPr/>
              </p14:nvContentPartPr>
              <p14:xfrm>
                <a:off x="9665460" y="3445928"/>
                <a:ext cx="475920" cy="11448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27FFFF3E-56C9-61DC-570C-ED367703DAB8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9656460" y="3437288"/>
                  <a:ext cx="493560" cy="132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8346B939-1923-9714-A4C4-46AB23AB3AB2}"/>
              </a:ext>
            </a:extLst>
          </p:cNvPr>
          <p:cNvGrpSpPr/>
          <p:nvPr/>
        </p:nvGrpSpPr>
        <p:grpSpPr>
          <a:xfrm>
            <a:off x="10337220" y="3386888"/>
            <a:ext cx="261720" cy="171720"/>
            <a:chOff x="10337220" y="3386888"/>
            <a:chExt cx="261720" cy="171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C401EC15-B749-D2E7-5CA0-7A32D6F457FA}"/>
                    </a:ext>
                  </a:extLst>
                </p14:cNvPr>
                <p14:cNvContentPartPr/>
                <p14:nvPr/>
              </p14:nvContentPartPr>
              <p14:xfrm>
                <a:off x="10337220" y="3469688"/>
                <a:ext cx="131760" cy="8892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C401EC15-B749-D2E7-5CA0-7A32D6F457FA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0328580" y="3461048"/>
                  <a:ext cx="14940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B73A4029-4A7C-67D3-E0BE-BDCB0E77D06F}"/>
                    </a:ext>
                  </a:extLst>
                </p14:cNvPr>
                <p14:cNvContentPartPr/>
                <p14:nvPr/>
              </p14:nvContentPartPr>
              <p14:xfrm>
                <a:off x="10464660" y="3386888"/>
                <a:ext cx="134280" cy="15732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B73A4029-4A7C-67D3-E0BE-BDCB0E77D06F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0456020" y="3377888"/>
                  <a:ext cx="151920" cy="174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8" name="Group 187">
            <a:extLst>
              <a:ext uri="{FF2B5EF4-FFF2-40B4-BE49-F238E27FC236}">
                <a16:creationId xmlns:a16="http://schemas.microsoft.com/office/drawing/2014/main" id="{AA44FDF5-75D9-C469-A04C-FE12416E8903}"/>
              </a:ext>
            </a:extLst>
          </p:cNvPr>
          <p:cNvGrpSpPr/>
          <p:nvPr/>
        </p:nvGrpSpPr>
        <p:grpSpPr>
          <a:xfrm>
            <a:off x="10795860" y="3273128"/>
            <a:ext cx="592920" cy="322560"/>
            <a:chOff x="10795860" y="3273128"/>
            <a:chExt cx="592920" cy="322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AD5AF186-4E07-3578-1CCC-E4F1CA0CFD03}"/>
                    </a:ext>
                  </a:extLst>
                </p14:cNvPr>
                <p14:cNvContentPartPr/>
                <p14:nvPr/>
              </p14:nvContentPartPr>
              <p14:xfrm>
                <a:off x="10814580" y="3470408"/>
                <a:ext cx="24840" cy="6228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AD5AF186-4E07-3578-1CCC-E4F1CA0CFD03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0805580" y="3461408"/>
                  <a:ext cx="4248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4EB9ECC3-9194-60F1-73C2-8BBC924E778F}"/>
                    </a:ext>
                  </a:extLst>
                </p14:cNvPr>
                <p14:cNvContentPartPr/>
                <p14:nvPr/>
              </p14:nvContentPartPr>
              <p14:xfrm>
                <a:off x="10795860" y="3361328"/>
                <a:ext cx="360" cy="2484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4EB9ECC3-9194-60F1-73C2-8BBC924E778F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0787220" y="3352328"/>
                  <a:ext cx="1800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71307AA9-8968-7E22-CCD0-B134BF8F151E}"/>
                    </a:ext>
                  </a:extLst>
                </p14:cNvPr>
                <p14:cNvContentPartPr/>
                <p14:nvPr/>
              </p14:nvContentPartPr>
              <p14:xfrm>
                <a:off x="10868580" y="3470408"/>
                <a:ext cx="115920" cy="4752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71307AA9-8968-7E22-CCD0-B134BF8F151E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0859940" y="3461408"/>
                  <a:ext cx="13356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EEE7412C-9A46-EAD7-9944-1076B2E49327}"/>
                    </a:ext>
                  </a:extLst>
                </p14:cNvPr>
                <p14:cNvContentPartPr/>
                <p14:nvPr/>
              </p14:nvContentPartPr>
              <p14:xfrm>
                <a:off x="11024460" y="3422528"/>
                <a:ext cx="68400" cy="17316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EEE7412C-9A46-EAD7-9944-1076B2E49327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1015820" y="3413888"/>
                  <a:ext cx="8604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9904FDB6-0010-A2F2-D11C-9B0C39A405FB}"/>
                    </a:ext>
                  </a:extLst>
                </p14:cNvPr>
                <p14:cNvContentPartPr/>
                <p14:nvPr/>
              </p14:nvContentPartPr>
              <p14:xfrm>
                <a:off x="11172060" y="3464288"/>
                <a:ext cx="77040" cy="3816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9904FDB6-0010-A2F2-D11C-9B0C39A405FB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1163060" y="3455648"/>
                  <a:ext cx="9468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FD1C89BC-805A-BC06-59F4-A2FBF74C4AA7}"/>
                    </a:ext>
                  </a:extLst>
                </p14:cNvPr>
                <p14:cNvContentPartPr/>
                <p14:nvPr/>
              </p14:nvContentPartPr>
              <p14:xfrm>
                <a:off x="11284380" y="3273128"/>
                <a:ext cx="63000" cy="25488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FD1C89BC-805A-BC06-59F4-A2FBF74C4AA7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1275380" y="3264128"/>
                  <a:ext cx="8064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A0465A1D-B7DE-51A6-3DBC-55B6385BA83A}"/>
                    </a:ext>
                  </a:extLst>
                </p14:cNvPr>
                <p14:cNvContentPartPr/>
                <p14:nvPr/>
              </p14:nvContentPartPr>
              <p14:xfrm>
                <a:off x="11388420" y="3418568"/>
                <a:ext cx="360" cy="36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A0465A1D-B7DE-51A6-3DBC-55B6385BA83A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1379420" y="3409568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45680912-7208-C028-0E44-8AD91166EF5A}"/>
                    </a:ext>
                  </a:extLst>
                </p14:cNvPr>
                <p14:cNvContentPartPr/>
                <p14:nvPr/>
              </p14:nvContentPartPr>
              <p14:xfrm>
                <a:off x="11230020" y="3448088"/>
                <a:ext cx="13320" cy="4248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45680912-7208-C028-0E44-8AD91166EF5A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1221380" y="3439448"/>
                  <a:ext cx="3096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7BF62BDA-4599-E755-AEBF-54CAF81A68C4}"/>
                    </a:ext>
                  </a:extLst>
                </p14:cNvPr>
                <p14:cNvContentPartPr/>
                <p14:nvPr/>
              </p14:nvContentPartPr>
              <p14:xfrm>
                <a:off x="11265300" y="3377888"/>
                <a:ext cx="92160" cy="4104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7BF62BDA-4599-E755-AEBF-54CAF81A68C4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1256660" y="3368888"/>
                  <a:ext cx="109800" cy="58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8" name="Group 197">
            <a:extLst>
              <a:ext uri="{FF2B5EF4-FFF2-40B4-BE49-F238E27FC236}">
                <a16:creationId xmlns:a16="http://schemas.microsoft.com/office/drawing/2014/main" id="{ED77A51A-0EAD-215E-481A-F6A5D441C929}"/>
              </a:ext>
            </a:extLst>
          </p:cNvPr>
          <p:cNvGrpSpPr/>
          <p:nvPr/>
        </p:nvGrpSpPr>
        <p:grpSpPr>
          <a:xfrm>
            <a:off x="9620100" y="3700808"/>
            <a:ext cx="718920" cy="270360"/>
            <a:chOff x="9620100" y="3700808"/>
            <a:chExt cx="718920" cy="270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1F7BB198-9EE1-94CE-C781-AB20E2F8D07D}"/>
                    </a:ext>
                  </a:extLst>
                </p14:cNvPr>
                <p14:cNvContentPartPr/>
                <p14:nvPr/>
              </p14:nvContentPartPr>
              <p14:xfrm>
                <a:off x="9620100" y="3765248"/>
                <a:ext cx="165240" cy="11304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1F7BB198-9EE1-94CE-C781-AB20E2F8D07D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9611100" y="3756608"/>
                  <a:ext cx="18288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B1B23C74-3959-C086-D61A-F35CB33096D4}"/>
                    </a:ext>
                  </a:extLst>
                </p14:cNvPr>
                <p14:cNvContentPartPr/>
                <p14:nvPr/>
              </p14:nvContentPartPr>
              <p14:xfrm>
                <a:off x="9624420" y="3771728"/>
                <a:ext cx="96480" cy="8316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B1B23C74-3959-C086-D61A-F35CB33096D4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9615780" y="3762728"/>
                  <a:ext cx="11412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0982F3CE-BA1C-7B09-16F5-42393E0864FE}"/>
                    </a:ext>
                  </a:extLst>
                </p14:cNvPr>
                <p14:cNvContentPartPr/>
                <p14:nvPr/>
              </p14:nvContentPartPr>
              <p14:xfrm>
                <a:off x="9860940" y="3875768"/>
                <a:ext cx="34200" cy="9540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0982F3CE-BA1C-7B09-16F5-42393E0864FE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9851940" y="3866768"/>
                  <a:ext cx="5184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2B5EDB42-3DFE-D0F1-F5FA-91B1A658A601}"/>
                    </a:ext>
                  </a:extLst>
                </p14:cNvPr>
                <p14:cNvContentPartPr/>
                <p14:nvPr/>
              </p14:nvContentPartPr>
              <p14:xfrm>
                <a:off x="9888300" y="3700808"/>
                <a:ext cx="145080" cy="21276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2B5EDB42-3DFE-D0F1-F5FA-91B1A658A601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9879660" y="3691808"/>
                  <a:ext cx="16272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F1CD70AD-6144-CB81-7855-7808309E8AFE}"/>
                    </a:ext>
                  </a:extLst>
                </p14:cNvPr>
                <p14:cNvContentPartPr/>
                <p14:nvPr/>
              </p14:nvContentPartPr>
              <p14:xfrm>
                <a:off x="10047780" y="3828968"/>
                <a:ext cx="177840" cy="7164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F1CD70AD-6144-CB81-7855-7808309E8AFE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0039140" y="3819968"/>
                  <a:ext cx="19548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BA3ED3B7-35B1-EEAA-0CD8-9675A3C8BBE6}"/>
                    </a:ext>
                  </a:extLst>
                </p14:cNvPr>
                <p14:cNvContentPartPr/>
                <p14:nvPr/>
              </p14:nvContentPartPr>
              <p14:xfrm>
                <a:off x="10193220" y="3728168"/>
                <a:ext cx="145800" cy="21132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BA3ED3B7-35B1-EEAA-0CD8-9675A3C8BBE6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0184580" y="3719528"/>
                  <a:ext cx="163440" cy="228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0" name="Group 219">
            <a:extLst>
              <a:ext uri="{FF2B5EF4-FFF2-40B4-BE49-F238E27FC236}">
                <a16:creationId xmlns:a16="http://schemas.microsoft.com/office/drawing/2014/main" id="{35907A83-54EF-FF83-8F81-8AC0578C634D}"/>
              </a:ext>
            </a:extLst>
          </p:cNvPr>
          <p:cNvGrpSpPr/>
          <p:nvPr/>
        </p:nvGrpSpPr>
        <p:grpSpPr>
          <a:xfrm>
            <a:off x="9267660" y="4109408"/>
            <a:ext cx="1636560" cy="659160"/>
            <a:chOff x="9267660" y="4109408"/>
            <a:chExt cx="1636560" cy="659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9439740A-34AE-3F1B-BDF6-BD54F45A6EBE}"/>
                    </a:ext>
                  </a:extLst>
                </p14:cNvPr>
                <p14:cNvContentPartPr/>
                <p14:nvPr/>
              </p14:nvContentPartPr>
              <p14:xfrm>
                <a:off x="9267660" y="4218128"/>
                <a:ext cx="134280" cy="12564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9439740A-34AE-3F1B-BDF6-BD54F45A6EBE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9258660" y="4209128"/>
                  <a:ext cx="15192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C306DFC4-9FA1-A7F1-95DF-AF15D0C0A9D9}"/>
                    </a:ext>
                  </a:extLst>
                </p14:cNvPr>
                <p14:cNvContentPartPr/>
                <p14:nvPr/>
              </p14:nvContentPartPr>
              <p14:xfrm>
                <a:off x="9369540" y="4266728"/>
                <a:ext cx="141480" cy="6768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C306DFC4-9FA1-A7F1-95DF-AF15D0C0A9D9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9360540" y="4258088"/>
                  <a:ext cx="15912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F8E8DE7D-D5ED-2069-CA3B-F8A65D34BAA3}"/>
                    </a:ext>
                  </a:extLst>
                </p14:cNvPr>
                <p14:cNvContentPartPr/>
                <p14:nvPr/>
              </p14:nvContentPartPr>
              <p14:xfrm>
                <a:off x="9549180" y="4289048"/>
                <a:ext cx="152640" cy="5472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F8E8DE7D-D5ED-2069-CA3B-F8A65D34BAA3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9540180" y="4280408"/>
                  <a:ext cx="17028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497E7CFC-CDCF-E365-D7CE-FB6649146E3D}"/>
                    </a:ext>
                  </a:extLst>
                </p14:cNvPr>
                <p14:cNvContentPartPr/>
                <p14:nvPr/>
              </p14:nvContentPartPr>
              <p14:xfrm>
                <a:off x="9750780" y="4232888"/>
                <a:ext cx="131400" cy="10620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497E7CFC-CDCF-E365-D7CE-FB6649146E3D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9741780" y="4223888"/>
                  <a:ext cx="14904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EB4E7B2A-DCE9-33A9-813D-F8577C8C83E8}"/>
                    </a:ext>
                  </a:extLst>
                </p14:cNvPr>
                <p14:cNvContentPartPr/>
                <p14:nvPr/>
              </p14:nvContentPartPr>
              <p14:xfrm>
                <a:off x="9928260" y="4280768"/>
                <a:ext cx="36000" cy="6228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EB4E7B2A-DCE9-33A9-813D-F8577C8C83E8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9919620" y="4272128"/>
                  <a:ext cx="5364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DCB598AA-3474-667F-CFC6-06D84E6755A0}"/>
                    </a:ext>
                  </a:extLst>
                </p14:cNvPr>
                <p14:cNvContentPartPr/>
                <p14:nvPr/>
              </p14:nvContentPartPr>
              <p14:xfrm>
                <a:off x="9917820" y="4203008"/>
                <a:ext cx="1080" cy="108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DCB598AA-3474-667F-CFC6-06D84E6755A0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9909180" y="4194008"/>
                  <a:ext cx="1872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0E6E7A7D-2B37-9ADF-8F45-F30A1BEEAC72}"/>
                    </a:ext>
                  </a:extLst>
                </p14:cNvPr>
                <p14:cNvContentPartPr/>
                <p14:nvPr/>
              </p14:nvContentPartPr>
              <p14:xfrm>
                <a:off x="9975420" y="4226048"/>
                <a:ext cx="89640" cy="9792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0E6E7A7D-2B37-9ADF-8F45-F30A1BEEAC72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9966780" y="4217048"/>
                  <a:ext cx="10728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0C1ACAD2-BC90-B62A-0202-94D6667FF5B1}"/>
                    </a:ext>
                  </a:extLst>
                </p14:cNvPr>
                <p14:cNvContentPartPr/>
                <p14:nvPr/>
              </p14:nvContentPartPr>
              <p14:xfrm>
                <a:off x="10087020" y="4109408"/>
                <a:ext cx="51480" cy="20124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0C1ACAD2-BC90-B62A-0202-94D6667FF5B1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0078380" y="4100768"/>
                  <a:ext cx="6912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21D0E1A7-151A-3F4E-B177-7B09D390AC1A}"/>
                    </a:ext>
                  </a:extLst>
                </p14:cNvPr>
                <p14:cNvContentPartPr/>
                <p14:nvPr/>
              </p14:nvContentPartPr>
              <p14:xfrm>
                <a:off x="10066500" y="4267088"/>
                <a:ext cx="74880" cy="900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21D0E1A7-151A-3F4E-B177-7B09D390AC1A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0057860" y="4258448"/>
                  <a:ext cx="9252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910D8C59-2596-BC28-E7F3-0A6AF9BC09C1}"/>
                    </a:ext>
                  </a:extLst>
                </p14:cNvPr>
                <p14:cNvContentPartPr/>
                <p14:nvPr/>
              </p14:nvContentPartPr>
              <p14:xfrm>
                <a:off x="10209060" y="4214528"/>
                <a:ext cx="280800" cy="8676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910D8C59-2596-BC28-E7F3-0A6AF9BC09C1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0200060" y="4205528"/>
                  <a:ext cx="29844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5FE224F8-BFFB-8513-6B53-12A111652C3A}"/>
                    </a:ext>
                  </a:extLst>
                </p14:cNvPr>
                <p14:cNvContentPartPr/>
                <p14:nvPr/>
              </p14:nvContentPartPr>
              <p14:xfrm>
                <a:off x="10510380" y="4145768"/>
                <a:ext cx="64080" cy="15156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5FE224F8-BFFB-8513-6B53-12A111652C3A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0501380" y="4137128"/>
                  <a:ext cx="8172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01416759-C1B0-A928-351B-093F9EDA6F91}"/>
                    </a:ext>
                  </a:extLst>
                </p14:cNvPr>
                <p14:cNvContentPartPr/>
                <p14:nvPr/>
              </p14:nvContentPartPr>
              <p14:xfrm>
                <a:off x="10506780" y="4215608"/>
                <a:ext cx="97200" cy="1872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01416759-C1B0-A928-351B-093F9EDA6F91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0498140" y="4206968"/>
                  <a:ext cx="11484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5FC0C769-BCB8-6F04-0C24-433BA3087898}"/>
                    </a:ext>
                  </a:extLst>
                </p14:cNvPr>
                <p14:cNvContentPartPr/>
                <p14:nvPr/>
              </p14:nvContentPartPr>
              <p14:xfrm>
                <a:off x="9593820" y="4542848"/>
                <a:ext cx="197280" cy="13140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5FC0C769-BCB8-6F04-0C24-433BA3087898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9585180" y="4533848"/>
                  <a:ext cx="21492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CAD2FA51-9670-F248-8A72-A849AD453728}"/>
                    </a:ext>
                  </a:extLst>
                </p14:cNvPr>
                <p14:cNvContentPartPr/>
                <p14:nvPr/>
              </p14:nvContentPartPr>
              <p14:xfrm>
                <a:off x="9838620" y="4552568"/>
                <a:ext cx="70560" cy="10836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CAD2FA51-9670-F248-8A72-A849AD453728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9829980" y="4543928"/>
                  <a:ext cx="882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B919AEEA-1985-129D-9FDE-FA6AAAE057F6}"/>
                    </a:ext>
                  </a:extLst>
                </p14:cNvPr>
                <p14:cNvContentPartPr/>
                <p14:nvPr/>
              </p14:nvContentPartPr>
              <p14:xfrm>
                <a:off x="9966780" y="4588208"/>
                <a:ext cx="132480" cy="8100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B919AEEA-1985-129D-9FDE-FA6AAAE057F6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9958140" y="4579568"/>
                  <a:ext cx="15012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FEC7576F-96F4-0551-5155-41F40D342935}"/>
                    </a:ext>
                  </a:extLst>
                </p14:cNvPr>
                <p14:cNvContentPartPr/>
                <p14:nvPr/>
              </p14:nvContentPartPr>
              <p14:xfrm>
                <a:off x="10145340" y="4592528"/>
                <a:ext cx="182520" cy="4824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FEC7576F-96F4-0551-5155-41F40D342935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0136700" y="4583888"/>
                  <a:ext cx="20016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45208D9C-6E32-58E2-69FB-A7A09C09587C}"/>
                    </a:ext>
                  </a:extLst>
                </p14:cNvPr>
                <p14:cNvContentPartPr/>
                <p14:nvPr/>
              </p14:nvContentPartPr>
              <p14:xfrm>
                <a:off x="10410660" y="4586768"/>
                <a:ext cx="43560" cy="13716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45208D9C-6E32-58E2-69FB-A7A09C09587C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0401660" y="4577768"/>
                  <a:ext cx="6120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191A3DA1-F3AA-17BF-6305-0559ECDAF062}"/>
                    </a:ext>
                  </a:extLst>
                </p14:cNvPr>
                <p14:cNvContentPartPr/>
                <p14:nvPr/>
              </p14:nvContentPartPr>
              <p14:xfrm>
                <a:off x="10478340" y="4401368"/>
                <a:ext cx="161280" cy="26424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191A3DA1-F3AA-17BF-6305-0559ECDAF062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0469700" y="4392728"/>
                  <a:ext cx="17892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D984628F-EC64-E9F1-2E39-0C36757D8FD5}"/>
                    </a:ext>
                  </a:extLst>
                </p14:cNvPr>
                <p14:cNvContentPartPr/>
                <p14:nvPr/>
              </p14:nvContentPartPr>
              <p14:xfrm>
                <a:off x="10583100" y="4447088"/>
                <a:ext cx="360" cy="36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D984628F-EC64-E9F1-2E39-0C36757D8FD5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0574100" y="4438448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66A4516F-8C29-7146-172D-ECE405896174}"/>
                    </a:ext>
                  </a:extLst>
                </p14:cNvPr>
                <p14:cNvContentPartPr/>
                <p14:nvPr/>
              </p14:nvContentPartPr>
              <p14:xfrm>
                <a:off x="10671300" y="4551128"/>
                <a:ext cx="98280" cy="5580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66A4516F-8C29-7146-172D-ECE405896174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0662300" y="4542128"/>
                  <a:ext cx="11592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5AEA52F8-6693-DF69-ABB8-6DE5C430844E}"/>
                    </a:ext>
                  </a:extLst>
                </p14:cNvPr>
                <p14:cNvContentPartPr/>
                <p14:nvPr/>
              </p14:nvContentPartPr>
              <p14:xfrm>
                <a:off x="10832220" y="4531328"/>
                <a:ext cx="72000" cy="23724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5AEA52F8-6693-DF69-ABB8-6DE5C430844E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0823580" y="4522688"/>
                  <a:ext cx="89640" cy="254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0" name="Group 249">
            <a:extLst>
              <a:ext uri="{FF2B5EF4-FFF2-40B4-BE49-F238E27FC236}">
                <a16:creationId xmlns:a16="http://schemas.microsoft.com/office/drawing/2014/main" id="{39FD2CDF-59A4-521E-F2B0-C5E9ABB6077F}"/>
              </a:ext>
            </a:extLst>
          </p:cNvPr>
          <p:cNvGrpSpPr/>
          <p:nvPr/>
        </p:nvGrpSpPr>
        <p:grpSpPr>
          <a:xfrm>
            <a:off x="9117540" y="2594528"/>
            <a:ext cx="1763640" cy="624960"/>
            <a:chOff x="9117540" y="2594528"/>
            <a:chExt cx="1763640" cy="624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C859119A-92D6-33E0-0966-906ACDD31130}"/>
                    </a:ext>
                  </a:extLst>
                </p14:cNvPr>
                <p14:cNvContentPartPr/>
                <p14:nvPr/>
              </p14:nvContentPartPr>
              <p14:xfrm>
                <a:off x="9234180" y="3150008"/>
                <a:ext cx="150120" cy="6444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C859119A-92D6-33E0-0966-906ACDD31130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9225180" y="3141008"/>
                  <a:ext cx="16776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C024C024-8E09-08DC-6836-6233A7A50637}"/>
                    </a:ext>
                  </a:extLst>
                </p14:cNvPr>
                <p14:cNvContentPartPr/>
                <p14:nvPr/>
              </p14:nvContentPartPr>
              <p14:xfrm>
                <a:off x="9206100" y="3094568"/>
                <a:ext cx="120960" cy="5940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C024C024-8E09-08DC-6836-6233A7A50637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9197460" y="3085928"/>
                  <a:ext cx="13860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47A77920-19AF-10E6-C26F-F9A5D8E6BCA9}"/>
                    </a:ext>
                  </a:extLst>
                </p14:cNvPr>
                <p14:cNvContentPartPr/>
                <p14:nvPr/>
              </p14:nvContentPartPr>
              <p14:xfrm>
                <a:off x="9289260" y="3039128"/>
                <a:ext cx="266760" cy="15804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47A77920-19AF-10E6-C26F-F9A5D8E6BCA9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9280620" y="3030488"/>
                  <a:ext cx="28440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E1FF7829-6B6F-8EB7-F1B2-AE2021A319D2}"/>
                    </a:ext>
                  </a:extLst>
                </p14:cNvPr>
                <p14:cNvContentPartPr/>
                <p14:nvPr/>
              </p14:nvContentPartPr>
              <p14:xfrm>
                <a:off x="9117540" y="3085928"/>
                <a:ext cx="182880" cy="13356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E1FF7829-6B6F-8EB7-F1B2-AE2021A319D2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9108900" y="3076928"/>
                  <a:ext cx="20052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5C7FAD0A-CF08-A25E-BC2F-ED835EC11F72}"/>
                    </a:ext>
                  </a:extLst>
                </p14:cNvPr>
                <p14:cNvContentPartPr/>
                <p14:nvPr/>
              </p14:nvContentPartPr>
              <p14:xfrm>
                <a:off x="9669420" y="2841848"/>
                <a:ext cx="201600" cy="18936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5C7FAD0A-CF08-A25E-BC2F-ED835EC11F72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9660780" y="2833208"/>
                  <a:ext cx="21924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A5883215-25DF-DC72-017C-7E1706FEC1DB}"/>
                    </a:ext>
                  </a:extLst>
                </p14:cNvPr>
                <p14:cNvContentPartPr/>
                <p14:nvPr/>
              </p14:nvContentPartPr>
              <p14:xfrm>
                <a:off x="9744660" y="2840768"/>
                <a:ext cx="64800" cy="20340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A5883215-25DF-DC72-017C-7E1706FEC1DB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9735660" y="2832128"/>
                  <a:ext cx="8244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98B69038-7FF5-5EE1-D5FC-54A9DEEF5D24}"/>
                    </a:ext>
                  </a:extLst>
                </p14:cNvPr>
                <p14:cNvContentPartPr/>
                <p14:nvPr/>
              </p14:nvContentPartPr>
              <p14:xfrm>
                <a:off x="9949140" y="2997728"/>
                <a:ext cx="41040" cy="9324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98B69038-7FF5-5EE1-D5FC-54A9DEEF5D24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9940140" y="2988728"/>
                  <a:ext cx="5868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B3AED44B-9BB8-1351-C30F-D954E30D20AD}"/>
                    </a:ext>
                  </a:extLst>
                </p14:cNvPr>
                <p14:cNvContentPartPr/>
                <p14:nvPr/>
              </p14:nvContentPartPr>
              <p14:xfrm>
                <a:off x="10042740" y="2752928"/>
                <a:ext cx="119520" cy="26640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B3AED44B-9BB8-1351-C30F-D954E30D20AD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0033740" y="2743928"/>
                  <a:ext cx="13716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F3A7E22B-B991-2C80-A324-D6F6DA7FB094}"/>
                    </a:ext>
                  </a:extLst>
                </p14:cNvPr>
                <p14:cNvContentPartPr/>
                <p14:nvPr/>
              </p14:nvContentPartPr>
              <p14:xfrm>
                <a:off x="10188180" y="2883248"/>
                <a:ext cx="168120" cy="12420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F3A7E22B-B991-2C80-A324-D6F6DA7FB094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0179180" y="2874248"/>
                  <a:ext cx="18576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F0A827F6-43DE-45BC-C968-83D08C2A43C1}"/>
                    </a:ext>
                  </a:extLst>
                </p14:cNvPr>
                <p14:cNvContentPartPr/>
                <p14:nvPr/>
              </p14:nvContentPartPr>
              <p14:xfrm>
                <a:off x="10369980" y="2722328"/>
                <a:ext cx="101520" cy="19692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F0A827F6-43DE-45BC-C968-83D08C2A43C1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10360980" y="2713328"/>
                  <a:ext cx="11916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B1A879F2-E04F-7E18-E5F5-C1F2B8772676}"/>
                    </a:ext>
                  </a:extLst>
                </p14:cNvPr>
                <p14:cNvContentPartPr/>
                <p14:nvPr/>
              </p14:nvContentPartPr>
              <p14:xfrm>
                <a:off x="10306620" y="2594528"/>
                <a:ext cx="1080" cy="1368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B1A879F2-E04F-7E18-E5F5-C1F2B8772676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0297980" y="2585888"/>
                  <a:ext cx="1872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9AA4C4A7-FBBC-AB0C-10D8-7FBEBC840E38}"/>
                    </a:ext>
                  </a:extLst>
                </p14:cNvPr>
                <p14:cNvContentPartPr/>
                <p14:nvPr/>
              </p14:nvContentPartPr>
              <p14:xfrm>
                <a:off x="10488060" y="2658968"/>
                <a:ext cx="172080" cy="12060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9AA4C4A7-FBBC-AB0C-10D8-7FBEBC840E38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0479420" y="2649968"/>
                  <a:ext cx="18972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AB9570A1-D4A2-C76B-CBB4-F8E89597C1EF}"/>
                    </a:ext>
                  </a:extLst>
                </p14:cNvPr>
                <p14:cNvContentPartPr/>
                <p14:nvPr/>
              </p14:nvContentPartPr>
              <p14:xfrm>
                <a:off x="10738980" y="2633768"/>
                <a:ext cx="142200" cy="32436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AB9570A1-D4A2-C76B-CBB4-F8E89597C1EF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0729980" y="2625128"/>
                  <a:ext cx="159840" cy="342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7" name="Group 266">
            <a:extLst>
              <a:ext uri="{FF2B5EF4-FFF2-40B4-BE49-F238E27FC236}">
                <a16:creationId xmlns:a16="http://schemas.microsoft.com/office/drawing/2014/main" id="{6B93CACE-7CDD-CEBE-30E4-257063F6EF49}"/>
              </a:ext>
            </a:extLst>
          </p:cNvPr>
          <p:cNvGrpSpPr/>
          <p:nvPr/>
        </p:nvGrpSpPr>
        <p:grpSpPr>
          <a:xfrm>
            <a:off x="4546620" y="924488"/>
            <a:ext cx="1768680" cy="448200"/>
            <a:chOff x="4546620" y="924488"/>
            <a:chExt cx="1768680" cy="448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692C05BE-79FB-963C-D2EE-D21E0BA58F02}"/>
                    </a:ext>
                  </a:extLst>
                </p14:cNvPr>
                <p14:cNvContentPartPr/>
                <p14:nvPr/>
              </p14:nvContentPartPr>
              <p14:xfrm>
                <a:off x="4652820" y="1167128"/>
                <a:ext cx="295920" cy="165600"/>
              </p14:xfrm>
            </p:contentPart>
          </mc:Choice>
          <mc:Fallback xmlns=""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692C05BE-79FB-963C-D2EE-D21E0BA58F02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4643820" y="1158128"/>
                  <a:ext cx="31356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AEDF93A5-84E4-A06C-2B54-B9BC22E8D136}"/>
                    </a:ext>
                  </a:extLst>
                </p14:cNvPr>
                <p14:cNvContentPartPr/>
                <p14:nvPr/>
              </p14:nvContentPartPr>
              <p14:xfrm>
                <a:off x="4546620" y="1245968"/>
                <a:ext cx="216720" cy="12672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AEDF93A5-84E4-A06C-2B54-B9BC22E8D136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4537980" y="1236968"/>
                  <a:ext cx="23436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EC1C5DAD-894F-2808-BAFD-9E3A46F7991C}"/>
                    </a:ext>
                  </a:extLst>
                </p14:cNvPr>
                <p14:cNvContentPartPr/>
                <p14:nvPr/>
              </p14:nvContentPartPr>
              <p14:xfrm>
                <a:off x="5134500" y="953648"/>
                <a:ext cx="108000" cy="28728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EC1C5DAD-894F-2808-BAFD-9E3A46F7991C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5125500" y="945008"/>
                  <a:ext cx="12564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1EA6A51D-AE3D-0B03-585F-0E095EF9DB30}"/>
                    </a:ext>
                  </a:extLst>
                </p14:cNvPr>
                <p14:cNvContentPartPr/>
                <p14:nvPr/>
              </p14:nvContentPartPr>
              <p14:xfrm>
                <a:off x="5094180" y="1142288"/>
                <a:ext cx="179280" cy="1656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1EA6A51D-AE3D-0B03-585F-0E095EF9DB30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5085180" y="1133288"/>
                  <a:ext cx="19692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ACFB375C-8A56-90BE-820A-ACFB24A1678B}"/>
                    </a:ext>
                  </a:extLst>
                </p14:cNvPr>
                <p14:cNvContentPartPr/>
                <p14:nvPr/>
              </p14:nvContentPartPr>
              <p14:xfrm>
                <a:off x="5303340" y="1132568"/>
                <a:ext cx="26280" cy="4356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ACFB375C-8A56-90BE-820A-ACFB24A1678B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5294340" y="1123568"/>
                  <a:ext cx="4392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1C3F0652-5935-BED5-55E0-352D0D9D62F8}"/>
                    </a:ext>
                  </a:extLst>
                </p14:cNvPr>
                <p14:cNvContentPartPr/>
                <p14:nvPr/>
              </p14:nvContentPartPr>
              <p14:xfrm>
                <a:off x="5278500" y="1044008"/>
                <a:ext cx="35280" cy="16200"/>
              </p14:xfrm>
            </p:contentPart>
          </mc:Choice>
          <mc:Fallback xmlns=""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1C3F0652-5935-BED5-55E0-352D0D9D62F8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5269500" y="1035368"/>
                  <a:ext cx="5292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57D6FC7C-57AF-EAE9-156B-B064A6F59D0C}"/>
                    </a:ext>
                  </a:extLst>
                </p14:cNvPr>
                <p14:cNvContentPartPr/>
                <p14:nvPr/>
              </p14:nvContentPartPr>
              <p14:xfrm>
                <a:off x="5381100" y="1105208"/>
                <a:ext cx="142200" cy="78120"/>
              </p14:xfrm>
            </p:contentPart>
          </mc:Choice>
          <mc:Fallback xmlns=""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57D6FC7C-57AF-EAE9-156B-B064A6F59D0C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5372100" y="1096568"/>
                  <a:ext cx="15984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00D5ED49-FDC6-DD27-57BE-0997A01B738E}"/>
                    </a:ext>
                  </a:extLst>
                </p14:cNvPr>
                <p14:cNvContentPartPr/>
                <p14:nvPr/>
              </p14:nvContentPartPr>
              <p14:xfrm>
                <a:off x="5512140" y="981008"/>
                <a:ext cx="185400" cy="172800"/>
              </p14:xfrm>
            </p:contentPart>
          </mc:Choice>
          <mc:Fallback xmlns=""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00D5ED49-FDC6-DD27-57BE-0997A01B738E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5503500" y="972368"/>
                  <a:ext cx="20304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226BDEDE-F2E5-E237-3EA8-0B7EF2574E5C}"/>
                    </a:ext>
                  </a:extLst>
                </p14:cNvPr>
                <p14:cNvContentPartPr/>
                <p14:nvPr/>
              </p14:nvContentPartPr>
              <p14:xfrm>
                <a:off x="5631660" y="976688"/>
                <a:ext cx="360" cy="18360"/>
              </p14:xfrm>
            </p:contentPart>
          </mc:Choice>
          <mc:Fallback xmlns=""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226BDEDE-F2E5-E237-3EA8-0B7EF2574E5C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5623020" y="967688"/>
                  <a:ext cx="18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0C736ED0-8000-7C86-592A-51F866AF957B}"/>
                    </a:ext>
                  </a:extLst>
                </p14:cNvPr>
                <p14:cNvContentPartPr/>
                <p14:nvPr/>
              </p14:nvContentPartPr>
              <p14:xfrm>
                <a:off x="5746140" y="924488"/>
                <a:ext cx="72720" cy="199800"/>
              </p14:xfrm>
            </p:contentPart>
          </mc:Choice>
          <mc:Fallback xmlns=""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0C736ED0-8000-7C86-592A-51F866AF957B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5737140" y="915848"/>
                  <a:ext cx="9036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FB94F2B4-9440-ED17-665E-D5C9103081D1}"/>
                    </a:ext>
                  </a:extLst>
                </p14:cNvPr>
                <p14:cNvContentPartPr/>
                <p14:nvPr/>
              </p14:nvContentPartPr>
              <p14:xfrm>
                <a:off x="5724180" y="1047968"/>
                <a:ext cx="110520" cy="32760"/>
              </p14:xfrm>
            </p:contentPart>
          </mc:Choice>
          <mc:Fallback xmlns=""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FB94F2B4-9440-ED17-665E-D5C9103081D1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5715540" y="1038968"/>
                  <a:ext cx="12816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11B63D00-AB23-DC01-9245-7195016A6FC3}"/>
                    </a:ext>
                  </a:extLst>
                </p14:cNvPr>
                <p14:cNvContentPartPr/>
                <p14:nvPr/>
              </p14:nvContentPartPr>
              <p14:xfrm>
                <a:off x="5870700" y="1033568"/>
                <a:ext cx="47520" cy="55440"/>
              </p14:xfrm>
            </p:contentPart>
          </mc:Choice>
          <mc:Fallback xmlns=""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11B63D00-AB23-DC01-9245-7195016A6FC3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5861700" y="1024928"/>
                  <a:ext cx="6516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C998A3DA-AA68-75B3-B565-1CEEB4051D8D}"/>
                    </a:ext>
                  </a:extLst>
                </p14:cNvPr>
                <p14:cNvContentPartPr/>
                <p14:nvPr/>
              </p14:nvContentPartPr>
              <p14:xfrm>
                <a:off x="5834340" y="929888"/>
                <a:ext cx="14760" cy="13680"/>
              </p14:xfrm>
            </p:contentPart>
          </mc:Choice>
          <mc:Fallback xmlns=""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C998A3DA-AA68-75B3-B565-1CEEB4051D8D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5825340" y="920888"/>
                  <a:ext cx="3240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BF367B59-FFA9-FC71-CA0F-56B0CDE22165}"/>
                    </a:ext>
                  </a:extLst>
                </p14:cNvPr>
                <p14:cNvContentPartPr/>
                <p14:nvPr/>
              </p14:nvContentPartPr>
              <p14:xfrm>
                <a:off x="5953140" y="991088"/>
                <a:ext cx="83160" cy="90000"/>
              </p14:xfrm>
            </p:contentPart>
          </mc:Choice>
          <mc:Fallback xmlns=""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BF367B59-FFA9-FC71-CA0F-56B0CDE22165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5944140" y="982448"/>
                  <a:ext cx="10080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18783F42-11D2-4993-95B3-69A0BCE0733B}"/>
                    </a:ext>
                  </a:extLst>
                </p14:cNvPr>
                <p14:cNvContentPartPr/>
                <p14:nvPr/>
              </p14:nvContentPartPr>
              <p14:xfrm>
                <a:off x="6078420" y="1006928"/>
                <a:ext cx="139680" cy="38160"/>
              </p14:xfrm>
            </p:contentPart>
          </mc:Choice>
          <mc:Fallback xmlns=""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18783F42-11D2-4993-95B3-69A0BCE0733B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6069780" y="997928"/>
                  <a:ext cx="15732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A5F0FFC1-CD4A-18B3-63A9-94B5A96E5EEC}"/>
                    </a:ext>
                  </a:extLst>
                </p14:cNvPr>
                <p14:cNvContentPartPr/>
                <p14:nvPr/>
              </p14:nvContentPartPr>
              <p14:xfrm>
                <a:off x="6234300" y="927368"/>
                <a:ext cx="81000" cy="142200"/>
              </p14:xfrm>
            </p:contentPart>
          </mc:Choice>
          <mc:Fallback xmlns=""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A5F0FFC1-CD4A-18B3-63A9-94B5A96E5EEC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6225300" y="918368"/>
                  <a:ext cx="98640" cy="159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7" name="Group 276">
            <a:extLst>
              <a:ext uri="{FF2B5EF4-FFF2-40B4-BE49-F238E27FC236}">
                <a16:creationId xmlns:a16="http://schemas.microsoft.com/office/drawing/2014/main" id="{26B76714-D598-B5F3-FFA9-D9AB0E4C4B4A}"/>
              </a:ext>
            </a:extLst>
          </p:cNvPr>
          <p:cNvGrpSpPr/>
          <p:nvPr/>
        </p:nvGrpSpPr>
        <p:grpSpPr>
          <a:xfrm>
            <a:off x="6571260" y="763568"/>
            <a:ext cx="1310400" cy="380880"/>
            <a:chOff x="6571260" y="763568"/>
            <a:chExt cx="1310400" cy="380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EE3A228B-8DC3-ABEE-8FFE-72413E65DA24}"/>
                    </a:ext>
                  </a:extLst>
                </p14:cNvPr>
                <p14:cNvContentPartPr/>
                <p14:nvPr/>
              </p14:nvContentPartPr>
              <p14:xfrm>
                <a:off x="6571260" y="945728"/>
                <a:ext cx="199800" cy="136080"/>
              </p14:xfrm>
            </p:contentPart>
          </mc:Choice>
          <mc:Fallback xmlns=""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EE3A228B-8DC3-ABEE-8FFE-72413E65DA24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6562620" y="936728"/>
                  <a:ext cx="21744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3F7BE427-3478-5C5A-88FC-398F5448A651}"/>
                    </a:ext>
                  </a:extLst>
                </p14:cNvPr>
                <p14:cNvContentPartPr/>
                <p14:nvPr/>
              </p14:nvContentPartPr>
              <p14:xfrm>
                <a:off x="6873300" y="940328"/>
                <a:ext cx="40680" cy="124920"/>
              </p14:xfrm>
            </p:contentPart>
          </mc:Choice>
          <mc:Fallback xmlns=""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3F7BE427-3478-5C5A-88FC-398F5448A651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6864660" y="931328"/>
                  <a:ext cx="5832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D53B9478-4625-22D4-79BB-F71467ADDE07}"/>
                    </a:ext>
                  </a:extLst>
                </p14:cNvPr>
                <p14:cNvContentPartPr/>
                <p14:nvPr/>
              </p14:nvContentPartPr>
              <p14:xfrm>
                <a:off x="6735780" y="898208"/>
                <a:ext cx="205560" cy="27000"/>
              </p14:xfrm>
            </p:contentPart>
          </mc:Choice>
          <mc:Fallback xmlns=""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D53B9478-4625-22D4-79BB-F71467ADDE07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6726780" y="889208"/>
                  <a:ext cx="22320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00EF428B-A725-B4F2-D9A5-72E5986AAC26}"/>
                    </a:ext>
                  </a:extLst>
                </p14:cNvPr>
                <p14:cNvContentPartPr/>
                <p14:nvPr/>
              </p14:nvContentPartPr>
              <p14:xfrm>
                <a:off x="7125300" y="942848"/>
                <a:ext cx="106920" cy="121680"/>
              </p14:xfrm>
            </p:contentPart>
          </mc:Choice>
          <mc:Fallback xmlns=""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00EF428B-A725-B4F2-D9A5-72E5986AAC26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7116300" y="934208"/>
                  <a:ext cx="12456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63AD3756-3F45-3AC1-7C3D-A5CCCA673C24}"/>
                    </a:ext>
                  </a:extLst>
                </p14:cNvPr>
                <p14:cNvContentPartPr/>
                <p14:nvPr/>
              </p14:nvContentPartPr>
              <p14:xfrm>
                <a:off x="7262460" y="1002608"/>
                <a:ext cx="47880" cy="34920"/>
              </p14:xfrm>
            </p:contentPart>
          </mc:Choice>
          <mc:Fallback xmlns=""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63AD3756-3F45-3AC1-7C3D-A5CCCA673C24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7253820" y="993608"/>
                  <a:ext cx="6552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902CF256-1C42-6B97-80C2-3928EDF0F52F}"/>
                    </a:ext>
                  </a:extLst>
                </p14:cNvPr>
                <p14:cNvContentPartPr/>
                <p14:nvPr/>
              </p14:nvContentPartPr>
              <p14:xfrm>
                <a:off x="7247340" y="881648"/>
                <a:ext cx="5760" cy="10080"/>
              </p14:xfrm>
            </p:contentPart>
          </mc:Choice>
          <mc:Fallback xmlns=""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902CF256-1C42-6B97-80C2-3928EDF0F52F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7238340" y="872648"/>
                  <a:ext cx="2340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374D5110-DCE5-0B75-C7E9-47A198D77E96}"/>
                    </a:ext>
                  </a:extLst>
                </p14:cNvPr>
                <p14:cNvContentPartPr/>
                <p14:nvPr/>
              </p14:nvContentPartPr>
              <p14:xfrm>
                <a:off x="7408620" y="954008"/>
                <a:ext cx="92160" cy="190440"/>
              </p14:xfrm>
            </p:contentPart>
          </mc:Choice>
          <mc:Fallback xmlns=""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374D5110-DCE5-0B75-C7E9-47A198D77E96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7399980" y="945008"/>
                  <a:ext cx="10980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DBE68211-9FD1-ED54-C0E8-8AF744AB32F9}"/>
                    </a:ext>
                  </a:extLst>
                </p14:cNvPr>
                <p14:cNvContentPartPr/>
                <p14:nvPr/>
              </p14:nvContentPartPr>
              <p14:xfrm>
                <a:off x="7564500" y="966248"/>
                <a:ext cx="115920" cy="57240"/>
              </p14:xfrm>
            </p:contentPart>
          </mc:Choice>
          <mc:Fallback xmlns=""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DBE68211-9FD1-ED54-C0E8-8AF744AB32F9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7555500" y="957248"/>
                  <a:ext cx="13356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E953720F-6710-C8E9-AD7E-ADF60CB19B22}"/>
                    </a:ext>
                  </a:extLst>
                </p14:cNvPr>
                <p14:cNvContentPartPr/>
                <p14:nvPr/>
              </p14:nvContentPartPr>
              <p14:xfrm>
                <a:off x="7725780" y="763568"/>
                <a:ext cx="155880" cy="255960"/>
              </p14:xfrm>
            </p:contentPart>
          </mc:Choice>
          <mc:Fallback xmlns=""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E953720F-6710-C8E9-AD7E-ADF60CB19B22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7717140" y="754568"/>
                  <a:ext cx="173520" cy="273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1" name="Group 290">
            <a:extLst>
              <a:ext uri="{FF2B5EF4-FFF2-40B4-BE49-F238E27FC236}">
                <a16:creationId xmlns:a16="http://schemas.microsoft.com/office/drawing/2014/main" id="{B5256A8B-2CF6-9C0E-33C9-DCA2E02476EA}"/>
              </a:ext>
            </a:extLst>
          </p:cNvPr>
          <p:cNvGrpSpPr/>
          <p:nvPr/>
        </p:nvGrpSpPr>
        <p:grpSpPr>
          <a:xfrm>
            <a:off x="1936620" y="427688"/>
            <a:ext cx="9092520" cy="2421000"/>
            <a:chOff x="1936620" y="427688"/>
            <a:chExt cx="9092520" cy="2421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F702AFCD-3BC6-CD91-C175-FDF99F5A5917}"/>
                    </a:ext>
                  </a:extLst>
                </p14:cNvPr>
                <p14:cNvContentPartPr/>
                <p14:nvPr/>
              </p14:nvContentPartPr>
              <p14:xfrm>
                <a:off x="1941660" y="599408"/>
                <a:ext cx="141840" cy="914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F702AFCD-3BC6-CD91-C175-FDF99F5A5917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933020" y="590768"/>
                  <a:ext cx="15948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5B38920B-02C6-101C-1A31-B4D78248D34C}"/>
                    </a:ext>
                  </a:extLst>
                </p14:cNvPr>
                <p14:cNvContentPartPr/>
                <p14:nvPr/>
              </p14:nvContentPartPr>
              <p14:xfrm>
                <a:off x="2104020" y="633248"/>
                <a:ext cx="135720" cy="572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5B38920B-02C6-101C-1A31-B4D78248D34C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2095020" y="624608"/>
                  <a:ext cx="15336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6DE803E-C794-7BAD-E5CE-9E0C82DDEAE1}"/>
                    </a:ext>
                  </a:extLst>
                </p14:cNvPr>
                <p14:cNvContentPartPr/>
                <p14:nvPr/>
              </p14:nvContentPartPr>
              <p14:xfrm>
                <a:off x="2293740" y="451808"/>
                <a:ext cx="403920" cy="4374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D6DE803E-C794-7BAD-E5CE-9E0C82DDEAE1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2285100" y="442808"/>
                  <a:ext cx="421560" cy="45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3D4AFFFE-84E4-B77D-7BD1-942A0D723A25}"/>
                    </a:ext>
                  </a:extLst>
                </p14:cNvPr>
                <p14:cNvContentPartPr/>
                <p14:nvPr/>
              </p14:nvContentPartPr>
              <p14:xfrm>
                <a:off x="2696220" y="606968"/>
                <a:ext cx="153720" cy="1270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3D4AFFFE-84E4-B77D-7BD1-942A0D723A25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2687580" y="597968"/>
                  <a:ext cx="17136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8388D8F7-B34A-F4F7-FFF2-C63B3A42C6C6}"/>
                    </a:ext>
                  </a:extLst>
                </p14:cNvPr>
                <p14:cNvContentPartPr/>
                <p14:nvPr/>
              </p14:nvContentPartPr>
              <p14:xfrm>
                <a:off x="2789820" y="545408"/>
                <a:ext cx="213480" cy="1648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8388D8F7-B34A-F4F7-FFF2-C63B3A42C6C6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2780820" y="536768"/>
                  <a:ext cx="23112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56054828-13E3-4FB4-572D-F8B2085430F2}"/>
                    </a:ext>
                  </a:extLst>
                </p14:cNvPr>
                <p14:cNvContentPartPr/>
                <p14:nvPr/>
              </p14:nvContentPartPr>
              <p14:xfrm>
                <a:off x="3436740" y="468008"/>
                <a:ext cx="151200" cy="2268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56054828-13E3-4FB4-572D-F8B2085430F2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3427740" y="459368"/>
                  <a:ext cx="16884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7D894E54-8AEC-CF2F-8068-F1D7FDB464FF}"/>
                    </a:ext>
                  </a:extLst>
                </p14:cNvPr>
                <p14:cNvContentPartPr/>
                <p14:nvPr/>
              </p14:nvContentPartPr>
              <p14:xfrm>
                <a:off x="3646980" y="592208"/>
                <a:ext cx="93960" cy="972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7D894E54-8AEC-CF2F-8068-F1D7FDB464FF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3637980" y="583568"/>
                  <a:ext cx="11160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557A7133-95FA-BD35-D73C-B7FCF8C5A2C1}"/>
                    </a:ext>
                  </a:extLst>
                </p14:cNvPr>
                <p14:cNvContentPartPr/>
                <p14:nvPr/>
              </p14:nvContentPartPr>
              <p14:xfrm>
                <a:off x="3771900" y="549728"/>
                <a:ext cx="197280" cy="12060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557A7133-95FA-BD35-D73C-B7FCF8C5A2C1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3762900" y="540728"/>
                  <a:ext cx="21492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250DCB70-9369-40C6-1788-183092E77942}"/>
                    </a:ext>
                  </a:extLst>
                </p14:cNvPr>
                <p14:cNvContentPartPr/>
                <p14:nvPr/>
              </p14:nvContentPartPr>
              <p14:xfrm>
                <a:off x="4015980" y="597608"/>
                <a:ext cx="149760" cy="619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250DCB70-9369-40C6-1788-183092E77942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4006980" y="588608"/>
                  <a:ext cx="16740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8D115985-0078-BE51-6DFB-721E76506370}"/>
                    </a:ext>
                  </a:extLst>
                </p14:cNvPr>
                <p14:cNvContentPartPr/>
                <p14:nvPr/>
              </p14:nvContentPartPr>
              <p14:xfrm>
                <a:off x="4223700" y="569888"/>
                <a:ext cx="132120" cy="1116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8D115985-0078-BE51-6DFB-721E76506370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4215060" y="561248"/>
                  <a:ext cx="14976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1E4A3F7D-56C3-A4D4-BF86-5264ACAA8DC0}"/>
                    </a:ext>
                  </a:extLst>
                </p14:cNvPr>
                <p14:cNvContentPartPr/>
                <p14:nvPr/>
              </p14:nvContentPartPr>
              <p14:xfrm>
                <a:off x="4419180" y="567008"/>
                <a:ext cx="157680" cy="982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1E4A3F7D-56C3-A4D4-BF86-5264ACAA8DC0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4410540" y="558008"/>
                  <a:ext cx="17532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7295745B-BFE5-3EBE-3123-FACFF6F482AB}"/>
                    </a:ext>
                  </a:extLst>
                </p14:cNvPr>
                <p14:cNvContentPartPr/>
                <p14:nvPr/>
              </p14:nvContentPartPr>
              <p14:xfrm>
                <a:off x="4618620" y="582488"/>
                <a:ext cx="194400" cy="669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7295745B-BFE5-3EBE-3123-FACFF6F482AB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4609620" y="573488"/>
                  <a:ext cx="21204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3AEA3B1A-1C9F-3A75-9550-8ABEC9BA8A95}"/>
                    </a:ext>
                  </a:extLst>
                </p14:cNvPr>
                <p14:cNvContentPartPr/>
                <p14:nvPr/>
              </p14:nvContentPartPr>
              <p14:xfrm>
                <a:off x="4892220" y="576728"/>
                <a:ext cx="98280" cy="23004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3AEA3B1A-1C9F-3A75-9550-8ABEC9BA8A95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4883580" y="567728"/>
                  <a:ext cx="11592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D4C53920-A459-9595-90F9-DC7F24DC8C41}"/>
                    </a:ext>
                  </a:extLst>
                </p14:cNvPr>
                <p14:cNvContentPartPr/>
                <p14:nvPr/>
              </p14:nvContentPartPr>
              <p14:xfrm>
                <a:off x="5034420" y="427688"/>
                <a:ext cx="211320" cy="2584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D4C53920-A459-9595-90F9-DC7F24DC8C41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5025420" y="418688"/>
                  <a:ext cx="22896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6DCCB3E3-80A0-CFB2-17A0-8740AC05709D}"/>
                    </a:ext>
                  </a:extLst>
                </p14:cNvPr>
                <p14:cNvContentPartPr/>
                <p14:nvPr/>
              </p14:nvContentPartPr>
              <p14:xfrm>
                <a:off x="5153580" y="439208"/>
                <a:ext cx="5760" cy="162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6DCCB3E3-80A0-CFB2-17A0-8740AC05709D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5144580" y="430208"/>
                  <a:ext cx="2340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5D1A7077-AB94-F450-DB23-6C91A65DD2AF}"/>
                    </a:ext>
                  </a:extLst>
                </p14:cNvPr>
                <p14:cNvContentPartPr/>
                <p14:nvPr/>
              </p14:nvContentPartPr>
              <p14:xfrm>
                <a:off x="5278500" y="569888"/>
                <a:ext cx="145440" cy="669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5D1A7077-AB94-F450-DB23-6C91A65DD2AF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5269500" y="560888"/>
                  <a:ext cx="16308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8E0A2B56-4CF7-D13B-F474-FC215976F9AD}"/>
                    </a:ext>
                  </a:extLst>
                </p14:cNvPr>
                <p14:cNvContentPartPr/>
                <p14:nvPr/>
              </p14:nvContentPartPr>
              <p14:xfrm>
                <a:off x="5430420" y="545768"/>
                <a:ext cx="135000" cy="3240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8E0A2B56-4CF7-D13B-F474-FC215976F9AD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5421780" y="536768"/>
                  <a:ext cx="152640" cy="34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85ED76FE-6F3C-14B2-A629-D687C8FEDA04}"/>
                    </a:ext>
                  </a:extLst>
                </p14:cNvPr>
                <p14:cNvContentPartPr/>
                <p14:nvPr/>
              </p14:nvContentPartPr>
              <p14:xfrm>
                <a:off x="5880420" y="451808"/>
                <a:ext cx="124200" cy="2350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85ED76FE-6F3C-14B2-A629-D687C8FEDA04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5871780" y="443168"/>
                  <a:ext cx="14184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9FD0F837-7887-BC37-C585-E542ADB6929B}"/>
                    </a:ext>
                  </a:extLst>
                </p14:cNvPr>
                <p14:cNvContentPartPr/>
                <p14:nvPr/>
              </p14:nvContentPartPr>
              <p14:xfrm>
                <a:off x="6073380" y="639008"/>
                <a:ext cx="23040" cy="410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9FD0F837-7887-BC37-C585-E542ADB6929B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6064380" y="630008"/>
                  <a:ext cx="4068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0F6A492E-07C5-147F-4E0E-7484D7612569}"/>
                    </a:ext>
                  </a:extLst>
                </p14:cNvPr>
                <p14:cNvContentPartPr/>
                <p14:nvPr/>
              </p14:nvContentPartPr>
              <p14:xfrm>
                <a:off x="6016140" y="498608"/>
                <a:ext cx="2520" cy="108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0F6A492E-07C5-147F-4E0E-7484D7612569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6007500" y="489968"/>
                  <a:ext cx="2016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1413E101-E2AA-EA12-EA71-57768AD4ABF9}"/>
                    </a:ext>
                  </a:extLst>
                </p14:cNvPr>
                <p14:cNvContentPartPr/>
                <p14:nvPr/>
              </p14:nvContentPartPr>
              <p14:xfrm>
                <a:off x="6146100" y="546488"/>
                <a:ext cx="195120" cy="1515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1413E101-E2AA-EA12-EA71-57768AD4ABF9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6137100" y="537488"/>
                  <a:ext cx="21276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B5BB3F40-F200-049C-D9A6-F2BDE83FC5B2}"/>
                    </a:ext>
                  </a:extLst>
                </p14:cNvPr>
                <p14:cNvContentPartPr/>
                <p14:nvPr/>
              </p14:nvContentPartPr>
              <p14:xfrm>
                <a:off x="6378660" y="568448"/>
                <a:ext cx="89280" cy="1116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B5BB3F40-F200-049C-D9A6-F2BDE83FC5B2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6370020" y="559448"/>
                  <a:ext cx="10692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26C9DD77-801D-CA71-A4B6-B9C22AE05782}"/>
                    </a:ext>
                  </a:extLst>
                </p14:cNvPr>
                <p14:cNvContentPartPr/>
                <p14:nvPr/>
              </p14:nvContentPartPr>
              <p14:xfrm>
                <a:off x="6426540" y="446768"/>
                <a:ext cx="83880" cy="2242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26C9DD77-801D-CA71-A4B6-B9C22AE05782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6417900" y="437768"/>
                  <a:ext cx="10152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649583DF-875A-482F-3022-E4492C99FB6E}"/>
                    </a:ext>
                  </a:extLst>
                </p14:cNvPr>
                <p14:cNvContentPartPr/>
                <p14:nvPr/>
              </p14:nvContentPartPr>
              <p14:xfrm>
                <a:off x="6413580" y="573488"/>
                <a:ext cx="101520" cy="144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649583DF-875A-482F-3022-E4492C99FB6E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6404940" y="564848"/>
                  <a:ext cx="11916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4B35282A-1C40-2244-40D5-E2B2DEE541FF}"/>
                    </a:ext>
                  </a:extLst>
                </p14:cNvPr>
                <p14:cNvContentPartPr/>
                <p14:nvPr/>
              </p14:nvContentPartPr>
              <p14:xfrm>
                <a:off x="6566940" y="452168"/>
                <a:ext cx="120960" cy="2077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4B35282A-1C40-2244-40D5-E2B2DEE541FF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6558300" y="443528"/>
                  <a:ext cx="13860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B741E0D7-177F-A590-D50B-02C0177BA2C7}"/>
                    </a:ext>
                  </a:extLst>
                </p14:cNvPr>
                <p14:cNvContentPartPr/>
                <p14:nvPr/>
              </p14:nvContentPartPr>
              <p14:xfrm>
                <a:off x="6701940" y="581768"/>
                <a:ext cx="120600" cy="2872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B741E0D7-177F-A590-D50B-02C0177BA2C7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6693300" y="572768"/>
                  <a:ext cx="13824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7AD458B6-3855-81FC-701E-8B14149B684A}"/>
                    </a:ext>
                  </a:extLst>
                </p14:cNvPr>
                <p14:cNvContentPartPr/>
                <p14:nvPr/>
              </p14:nvContentPartPr>
              <p14:xfrm>
                <a:off x="7050060" y="472688"/>
                <a:ext cx="5040" cy="1944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7AD458B6-3855-81FC-701E-8B14149B684A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7041060" y="463688"/>
                  <a:ext cx="2268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C15A7072-5ABC-21C7-9892-5CF86FA8E14F}"/>
                    </a:ext>
                  </a:extLst>
                </p14:cNvPr>
                <p14:cNvContentPartPr/>
                <p14:nvPr/>
              </p14:nvContentPartPr>
              <p14:xfrm>
                <a:off x="7085340" y="623168"/>
                <a:ext cx="23760" cy="518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C15A7072-5ABC-21C7-9892-5CF86FA8E14F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7076340" y="614528"/>
                  <a:ext cx="4140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22203BB3-AFA4-280E-CB30-E681B22BF26F}"/>
                    </a:ext>
                  </a:extLst>
                </p14:cNvPr>
                <p14:cNvContentPartPr/>
                <p14:nvPr/>
              </p14:nvContentPartPr>
              <p14:xfrm>
                <a:off x="7143660" y="612728"/>
                <a:ext cx="137160" cy="666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22203BB3-AFA4-280E-CB30-E681B22BF26F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7134660" y="604088"/>
                  <a:ext cx="15480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00E3E4A7-8E6A-564F-2E1F-4151FDC67443}"/>
                    </a:ext>
                  </a:extLst>
                </p14:cNvPr>
                <p14:cNvContentPartPr/>
                <p14:nvPr/>
              </p14:nvContentPartPr>
              <p14:xfrm>
                <a:off x="7595460" y="568088"/>
                <a:ext cx="47520" cy="1267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00E3E4A7-8E6A-564F-2E1F-4151FDC67443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7586460" y="559448"/>
                  <a:ext cx="6516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ACA953B1-58EC-E07A-DC67-A6EB525920B2}"/>
                    </a:ext>
                  </a:extLst>
                </p14:cNvPr>
                <p14:cNvContentPartPr/>
                <p14:nvPr/>
              </p14:nvContentPartPr>
              <p14:xfrm>
                <a:off x="7528140" y="505088"/>
                <a:ext cx="197640" cy="17568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ACA953B1-58EC-E07A-DC67-A6EB525920B2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7519140" y="496448"/>
                  <a:ext cx="21528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696D74AE-21C1-DA13-7A30-6439937B9C1C}"/>
                    </a:ext>
                  </a:extLst>
                </p14:cNvPr>
                <p14:cNvContentPartPr/>
                <p14:nvPr/>
              </p14:nvContentPartPr>
              <p14:xfrm>
                <a:off x="7845300" y="560888"/>
                <a:ext cx="39240" cy="1162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696D74AE-21C1-DA13-7A30-6439937B9C1C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7836300" y="552248"/>
                  <a:ext cx="5688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6B2CB76F-71A0-E540-0FB6-375B13983EF7}"/>
                    </a:ext>
                  </a:extLst>
                </p14:cNvPr>
                <p14:cNvContentPartPr/>
                <p14:nvPr/>
              </p14:nvContentPartPr>
              <p14:xfrm>
                <a:off x="7712820" y="524528"/>
                <a:ext cx="194760" cy="108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6B2CB76F-71A0-E540-0FB6-375B13983EF7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7704180" y="515888"/>
                  <a:ext cx="21240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4C0C7F54-84D9-F3E8-76F5-4F65076496CA}"/>
                    </a:ext>
                  </a:extLst>
                </p14:cNvPr>
                <p14:cNvContentPartPr/>
                <p14:nvPr/>
              </p14:nvContentPartPr>
              <p14:xfrm>
                <a:off x="8224380" y="663488"/>
                <a:ext cx="197640" cy="684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4C0C7F54-84D9-F3E8-76F5-4F65076496CA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8215740" y="654488"/>
                  <a:ext cx="21528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DB35DE9B-813A-975C-E447-EB5F4C055622}"/>
                    </a:ext>
                  </a:extLst>
                </p14:cNvPr>
                <p14:cNvContentPartPr/>
                <p14:nvPr/>
              </p14:nvContentPartPr>
              <p14:xfrm>
                <a:off x="8204220" y="601928"/>
                <a:ext cx="160920" cy="165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DB35DE9B-813A-975C-E447-EB5F4C055622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8195220" y="592928"/>
                  <a:ext cx="17856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3AC802A8-B4FE-9C2E-8D1E-0F2B24CE514D}"/>
                    </a:ext>
                  </a:extLst>
                </p14:cNvPr>
                <p14:cNvContentPartPr/>
                <p14:nvPr/>
              </p14:nvContentPartPr>
              <p14:xfrm>
                <a:off x="8375580" y="565208"/>
                <a:ext cx="169920" cy="14616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3AC802A8-B4FE-9C2E-8D1E-0F2B24CE514D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8366940" y="556208"/>
                  <a:ext cx="18756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510E9962-C12B-6333-A967-4B518E71A901}"/>
                    </a:ext>
                  </a:extLst>
                </p14:cNvPr>
                <p14:cNvContentPartPr/>
                <p14:nvPr/>
              </p14:nvContentPartPr>
              <p14:xfrm>
                <a:off x="8152380" y="553328"/>
                <a:ext cx="144720" cy="1422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510E9962-C12B-6333-A967-4B518E71A901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8143380" y="544688"/>
                  <a:ext cx="16236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148D005E-1B9E-7179-4356-1DB952699F20}"/>
                    </a:ext>
                  </a:extLst>
                </p14:cNvPr>
                <p14:cNvContentPartPr/>
                <p14:nvPr/>
              </p14:nvContentPartPr>
              <p14:xfrm>
                <a:off x="8718660" y="540728"/>
                <a:ext cx="63360" cy="14940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148D005E-1B9E-7179-4356-1DB952699F20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8710020" y="531728"/>
                  <a:ext cx="8100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85A3C9F5-EB14-6829-C0A5-9B0A9044A805}"/>
                    </a:ext>
                  </a:extLst>
                </p14:cNvPr>
                <p14:cNvContentPartPr/>
                <p14:nvPr/>
              </p14:nvContentPartPr>
              <p14:xfrm>
                <a:off x="8671140" y="514448"/>
                <a:ext cx="162360" cy="17784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85A3C9F5-EB14-6829-C0A5-9B0A9044A805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8662140" y="505808"/>
                  <a:ext cx="18000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D320BA27-9B0E-4A2B-9DDB-9362155C336D}"/>
                    </a:ext>
                  </a:extLst>
                </p14:cNvPr>
                <p14:cNvContentPartPr/>
                <p14:nvPr/>
              </p14:nvContentPartPr>
              <p14:xfrm>
                <a:off x="8915220" y="576728"/>
                <a:ext cx="60840" cy="9504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D320BA27-9B0E-4A2B-9DDB-9362155C336D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8906580" y="567728"/>
                  <a:ext cx="7848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D3EC5FBC-3712-F14B-3796-9B87EF09F686}"/>
                    </a:ext>
                  </a:extLst>
                </p14:cNvPr>
                <p14:cNvContentPartPr/>
                <p14:nvPr/>
              </p14:nvContentPartPr>
              <p14:xfrm>
                <a:off x="8811540" y="522728"/>
                <a:ext cx="155880" cy="2268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D3EC5FBC-3712-F14B-3796-9B87EF09F686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8802900" y="514088"/>
                  <a:ext cx="17352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B82DA968-612B-A63C-34A0-90A103C6F175}"/>
                    </a:ext>
                  </a:extLst>
                </p14:cNvPr>
                <p14:cNvContentPartPr/>
                <p14:nvPr/>
              </p14:nvContentPartPr>
              <p14:xfrm>
                <a:off x="9081540" y="581768"/>
                <a:ext cx="59040" cy="10944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B82DA968-612B-A63C-34A0-90A103C6F175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9072540" y="572768"/>
                  <a:ext cx="7668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D3D1871E-FF25-25C1-A5FB-F62AC08C9354}"/>
                    </a:ext>
                  </a:extLst>
                </p14:cNvPr>
                <p14:cNvContentPartPr/>
                <p14:nvPr/>
              </p14:nvContentPartPr>
              <p14:xfrm>
                <a:off x="9055620" y="497528"/>
                <a:ext cx="72000" cy="6408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D3D1871E-FF25-25C1-A5FB-F62AC08C9354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9046620" y="488528"/>
                  <a:ext cx="8964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529AE081-6351-6211-24CD-D0C5CBE41B2E}"/>
                    </a:ext>
                  </a:extLst>
                </p14:cNvPr>
                <p14:cNvContentPartPr/>
                <p14:nvPr/>
              </p14:nvContentPartPr>
              <p14:xfrm>
                <a:off x="9071100" y="588248"/>
                <a:ext cx="72720" cy="2484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529AE081-6351-6211-24CD-D0C5CBE41B2E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9062100" y="579608"/>
                  <a:ext cx="9036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A69DA30A-3CBA-DD06-B5E4-5B85C344C8EE}"/>
                    </a:ext>
                  </a:extLst>
                </p14:cNvPr>
                <p14:cNvContentPartPr/>
                <p14:nvPr/>
              </p14:nvContentPartPr>
              <p14:xfrm>
                <a:off x="9289260" y="597248"/>
                <a:ext cx="41400" cy="831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A69DA30A-3CBA-DD06-B5E4-5B85C344C8EE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9280620" y="588608"/>
                  <a:ext cx="5904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1FAE4B5D-D891-6288-9075-0308070E1F07}"/>
                    </a:ext>
                  </a:extLst>
                </p14:cNvPr>
                <p14:cNvContentPartPr/>
                <p14:nvPr/>
              </p14:nvContentPartPr>
              <p14:xfrm>
                <a:off x="9163260" y="507968"/>
                <a:ext cx="194040" cy="4284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1FAE4B5D-D891-6288-9075-0308070E1F07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9154260" y="498968"/>
                  <a:ext cx="21168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DC8C29D2-6DF2-59A4-59A3-FB3BC4CB7280}"/>
                    </a:ext>
                  </a:extLst>
                </p14:cNvPr>
                <p14:cNvContentPartPr/>
                <p14:nvPr/>
              </p14:nvContentPartPr>
              <p14:xfrm>
                <a:off x="9584100" y="510128"/>
                <a:ext cx="151560" cy="20196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DC8C29D2-6DF2-59A4-59A3-FB3BC4CB7280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9575100" y="501488"/>
                  <a:ext cx="16920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E6F3C1DC-EA6F-6DF0-4BB2-0846EAA10F80}"/>
                    </a:ext>
                  </a:extLst>
                </p14:cNvPr>
                <p14:cNvContentPartPr/>
                <p14:nvPr/>
              </p14:nvContentPartPr>
              <p14:xfrm>
                <a:off x="9750420" y="633248"/>
                <a:ext cx="100800" cy="8496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E6F3C1DC-EA6F-6DF0-4BB2-0846EAA10F80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9741420" y="624248"/>
                  <a:ext cx="11844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8E0B0479-2F50-8A8B-B340-834280430E13}"/>
                    </a:ext>
                  </a:extLst>
                </p14:cNvPr>
                <p14:cNvContentPartPr/>
                <p14:nvPr/>
              </p14:nvContentPartPr>
              <p14:xfrm>
                <a:off x="9912780" y="639008"/>
                <a:ext cx="190080" cy="5760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8E0B0479-2F50-8A8B-B340-834280430E13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9903780" y="630008"/>
                  <a:ext cx="20772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AA6446E3-EB08-8AA5-9285-79499F63AF66}"/>
                    </a:ext>
                  </a:extLst>
                </p14:cNvPr>
                <p14:cNvContentPartPr/>
                <p14:nvPr/>
              </p14:nvContentPartPr>
              <p14:xfrm>
                <a:off x="10167660" y="616328"/>
                <a:ext cx="79200" cy="7740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AA6446E3-EB08-8AA5-9285-79499F63AF66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10158660" y="607328"/>
                  <a:ext cx="9684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775F8999-BB51-442C-E735-0EA2B330E6FD}"/>
                    </a:ext>
                  </a:extLst>
                </p14:cNvPr>
                <p14:cNvContentPartPr/>
                <p14:nvPr/>
              </p14:nvContentPartPr>
              <p14:xfrm>
                <a:off x="10291860" y="628568"/>
                <a:ext cx="35280" cy="6228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775F8999-BB51-442C-E735-0EA2B330E6FD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10283220" y="619568"/>
                  <a:ext cx="5292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7053D890-7D6F-4ECF-AE15-04358CD90CD7}"/>
                    </a:ext>
                  </a:extLst>
                </p14:cNvPr>
                <p14:cNvContentPartPr/>
                <p14:nvPr/>
              </p14:nvContentPartPr>
              <p14:xfrm>
                <a:off x="10286820" y="555848"/>
                <a:ext cx="360" cy="648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7053D890-7D6F-4ECF-AE15-04358CD90CD7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10277820" y="546848"/>
                  <a:ext cx="1800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48EA6356-062B-8353-ADBA-86DA95B34DB8}"/>
                    </a:ext>
                  </a:extLst>
                </p14:cNvPr>
                <p14:cNvContentPartPr/>
                <p14:nvPr/>
              </p14:nvContentPartPr>
              <p14:xfrm>
                <a:off x="10369980" y="633248"/>
                <a:ext cx="163800" cy="5616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48EA6356-062B-8353-ADBA-86DA95B34DB8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10360980" y="624248"/>
                  <a:ext cx="18144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79597CB2-1455-5231-E47C-F10B1D303F1D}"/>
                    </a:ext>
                  </a:extLst>
                </p14:cNvPr>
                <p14:cNvContentPartPr/>
                <p14:nvPr/>
              </p14:nvContentPartPr>
              <p14:xfrm>
                <a:off x="2415420" y="1739528"/>
                <a:ext cx="28800" cy="14832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79597CB2-1455-5231-E47C-F10B1D303F1D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2406420" y="1730528"/>
                  <a:ext cx="4644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CB569BCA-58F6-E8F2-288B-D09ACAE0DD97}"/>
                    </a:ext>
                  </a:extLst>
                </p14:cNvPr>
                <p14:cNvContentPartPr/>
                <p14:nvPr/>
              </p14:nvContentPartPr>
              <p14:xfrm>
                <a:off x="2296260" y="1658888"/>
                <a:ext cx="254520" cy="22752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CB569BCA-58F6-E8F2-288B-D09ACAE0DD97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2287260" y="1650248"/>
                  <a:ext cx="27216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D2FB9563-2C02-2DDF-F2DA-F55942D64D36}"/>
                    </a:ext>
                  </a:extLst>
                </p14:cNvPr>
                <p14:cNvContentPartPr/>
                <p14:nvPr/>
              </p14:nvContentPartPr>
              <p14:xfrm>
                <a:off x="2551140" y="1555208"/>
                <a:ext cx="208440" cy="37224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D2FB9563-2C02-2DDF-F2DA-F55942D64D36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2542140" y="1546208"/>
                  <a:ext cx="226080" cy="38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D5DE6574-7D05-DE6C-94CA-1C3CBC311BB6}"/>
                    </a:ext>
                  </a:extLst>
                </p14:cNvPr>
                <p14:cNvContentPartPr/>
                <p14:nvPr/>
              </p14:nvContentPartPr>
              <p14:xfrm>
                <a:off x="2763180" y="1714328"/>
                <a:ext cx="214920" cy="15660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D5DE6574-7D05-DE6C-94CA-1C3CBC311BB6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2754180" y="1705688"/>
                  <a:ext cx="23256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5613F1A1-CF44-6FF6-64A8-87C86633E9A5}"/>
                    </a:ext>
                  </a:extLst>
                </p14:cNvPr>
                <p14:cNvContentPartPr/>
                <p14:nvPr/>
              </p14:nvContentPartPr>
              <p14:xfrm>
                <a:off x="3195540" y="1566368"/>
                <a:ext cx="24840" cy="39780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5613F1A1-CF44-6FF6-64A8-87C86633E9A5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3186900" y="1557728"/>
                  <a:ext cx="42480" cy="41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3F7DE127-A0E8-EF00-140A-047B86F685E7}"/>
                    </a:ext>
                  </a:extLst>
                </p14:cNvPr>
                <p14:cNvContentPartPr/>
                <p14:nvPr/>
              </p14:nvContentPartPr>
              <p14:xfrm>
                <a:off x="2083500" y="1485728"/>
                <a:ext cx="1028880" cy="2700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3F7DE127-A0E8-EF00-140A-047B86F685E7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2074860" y="1476728"/>
                  <a:ext cx="104652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23DF8085-056D-3429-2D60-657C9A0C0366}"/>
                    </a:ext>
                  </a:extLst>
                </p14:cNvPr>
                <p14:cNvContentPartPr/>
                <p14:nvPr/>
              </p14:nvContentPartPr>
              <p14:xfrm>
                <a:off x="2057220" y="1545128"/>
                <a:ext cx="65880" cy="43920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23DF8085-056D-3429-2D60-657C9A0C0366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2048580" y="1536488"/>
                  <a:ext cx="83520" cy="45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9D9529E8-F9EF-403E-115E-D88B5D3828EF}"/>
                    </a:ext>
                  </a:extLst>
                </p14:cNvPr>
                <p14:cNvContentPartPr/>
                <p14:nvPr/>
              </p14:nvContentPartPr>
              <p14:xfrm>
                <a:off x="2187540" y="2102408"/>
                <a:ext cx="992160" cy="1224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9D9529E8-F9EF-403E-115E-D88B5D3828EF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2178900" y="2093408"/>
                  <a:ext cx="100980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DF95109E-9A10-0265-1FC1-3C208EB8A7AD}"/>
                    </a:ext>
                  </a:extLst>
                </p14:cNvPr>
                <p14:cNvContentPartPr/>
                <p14:nvPr/>
              </p14:nvContentPartPr>
              <p14:xfrm>
                <a:off x="2104740" y="1968848"/>
                <a:ext cx="9000" cy="10692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DF95109E-9A10-0265-1FC1-3C208EB8A7AD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2095740" y="1960208"/>
                  <a:ext cx="2664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8C5009A3-8405-4796-5FDA-A6DDD7DB00B5}"/>
                    </a:ext>
                  </a:extLst>
                </p14:cNvPr>
                <p14:cNvContentPartPr/>
                <p14:nvPr/>
              </p14:nvContentPartPr>
              <p14:xfrm>
                <a:off x="3205260" y="1968128"/>
                <a:ext cx="21600" cy="7848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8C5009A3-8405-4796-5FDA-A6DDD7DB00B5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3196620" y="1959128"/>
                  <a:ext cx="3924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D8185A21-FAE6-6360-2BE2-4F8A18F520F0}"/>
                    </a:ext>
                  </a:extLst>
                </p14:cNvPr>
                <p14:cNvContentPartPr/>
                <p14:nvPr/>
              </p14:nvContentPartPr>
              <p14:xfrm>
                <a:off x="1936620" y="1775528"/>
                <a:ext cx="162360" cy="9936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D8185A21-FAE6-6360-2BE2-4F8A18F520F0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1927980" y="1766888"/>
                  <a:ext cx="18000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248BC162-52A5-DAA6-245D-7517E7DD2A76}"/>
                    </a:ext>
                  </a:extLst>
                </p14:cNvPr>
                <p14:cNvContentPartPr/>
                <p14:nvPr/>
              </p14:nvContentPartPr>
              <p14:xfrm>
                <a:off x="2721780" y="2145248"/>
                <a:ext cx="21240" cy="28548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248BC162-52A5-DAA6-245D-7517E7DD2A76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2713140" y="2136608"/>
                  <a:ext cx="38880" cy="30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522C40EC-3E46-81AA-C511-A8D95406FA12}"/>
                    </a:ext>
                  </a:extLst>
                </p14:cNvPr>
                <p14:cNvContentPartPr/>
                <p14:nvPr/>
              </p14:nvContentPartPr>
              <p14:xfrm>
                <a:off x="2689380" y="2156408"/>
                <a:ext cx="127440" cy="6516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522C40EC-3E46-81AA-C511-A8D95406FA12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2680380" y="2147768"/>
                  <a:ext cx="14508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290343C9-3B74-9129-9C88-6C5E24FD3A3E}"/>
                    </a:ext>
                  </a:extLst>
                </p14:cNvPr>
                <p14:cNvContentPartPr/>
                <p14:nvPr/>
              </p14:nvContentPartPr>
              <p14:xfrm>
                <a:off x="2676420" y="2563568"/>
                <a:ext cx="35280" cy="15732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290343C9-3B74-9129-9C88-6C5E24FD3A3E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2667420" y="2554928"/>
                  <a:ext cx="5292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185CC023-C39C-CEF0-3DDA-108B7DCB98D9}"/>
                    </a:ext>
                  </a:extLst>
                </p14:cNvPr>
                <p14:cNvContentPartPr/>
                <p14:nvPr/>
              </p14:nvContentPartPr>
              <p14:xfrm>
                <a:off x="2513340" y="2524688"/>
                <a:ext cx="250920" cy="1584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185CC023-C39C-CEF0-3DDA-108B7DCB98D9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2504340" y="2516048"/>
                  <a:ext cx="26856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EFE47C9C-279D-3996-24CE-E0B4E80C52DA}"/>
                    </a:ext>
                  </a:extLst>
                </p14:cNvPr>
                <p14:cNvContentPartPr/>
                <p14:nvPr/>
              </p14:nvContentPartPr>
              <p14:xfrm>
                <a:off x="2815020" y="2704688"/>
                <a:ext cx="27360" cy="8712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EFE47C9C-279D-3996-24CE-E0B4E80C52DA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2806020" y="2696048"/>
                  <a:ext cx="4500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6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9E7DF677-A43D-46D8-2A52-39FE65397622}"/>
                    </a:ext>
                  </a:extLst>
                </p14:cNvPr>
                <p14:cNvContentPartPr/>
                <p14:nvPr/>
              </p14:nvContentPartPr>
              <p14:xfrm>
                <a:off x="3792060" y="1496168"/>
                <a:ext cx="149400" cy="10044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9E7DF677-A43D-46D8-2A52-39FE65397622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3783060" y="1487168"/>
                  <a:ext cx="16704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8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62E3C898-3731-DE90-9BA3-E1B50C80744A}"/>
                    </a:ext>
                  </a:extLst>
                </p14:cNvPr>
                <p14:cNvContentPartPr/>
                <p14:nvPr/>
              </p14:nvContentPartPr>
              <p14:xfrm>
                <a:off x="3824460" y="1519928"/>
                <a:ext cx="87840" cy="8568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62E3C898-3731-DE90-9BA3-E1B50C80744A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3815820" y="1510928"/>
                  <a:ext cx="10548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0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27F3F694-21D7-C735-BDAD-D6C71EC5B479}"/>
                    </a:ext>
                  </a:extLst>
                </p14:cNvPr>
                <p14:cNvContentPartPr/>
                <p14:nvPr/>
              </p14:nvContentPartPr>
              <p14:xfrm>
                <a:off x="4037940" y="1589768"/>
                <a:ext cx="115920" cy="7344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27F3F694-21D7-C735-BDAD-D6C71EC5B479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4029300" y="1580768"/>
                  <a:ext cx="13356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2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9694711D-FDE4-65C6-F065-D614DC1B2CC4}"/>
                    </a:ext>
                  </a:extLst>
                </p14:cNvPr>
                <p14:cNvContentPartPr/>
                <p14:nvPr/>
              </p14:nvContentPartPr>
              <p14:xfrm>
                <a:off x="4165740" y="1370888"/>
                <a:ext cx="66240" cy="19692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9694711D-FDE4-65C6-F065-D614DC1B2CC4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4156740" y="1362248"/>
                  <a:ext cx="8388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4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20FD2C75-BCDE-8772-503A-7878244A1DA3}"/>
                    </a:ext>
                  </a:extLst>
                </p14:cNvPr>
                <p14:cNvContentPartPr/>
                <p14:nvPr/>
              </p14:nvContentPartPr>
              <p14:xfrm>
                <a:off x="4275540" y="1387448"/>
                <a:ext cx="67320" cy="16956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20FD2C75-BCDE-8772-503A-7878244A1DA3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4266900" y="1378808"/>
                  <a:ext cx="8496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6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7BAF3A86-A64E-4CB1-0829-3D96BB2BB3B8}"/>
                    </a:ext>
                  </a:extLst>
                </p14:cNvPr>
                <p14:cNvContentPartPr/>
                <p14:nvPr/>
              </p14:nvContentPartPr>
              <p14:xfrm>
                <a:off x="4274820" y="1462688"/>
                <a:ext cx="84600" cy="1080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7BAF3A86-A64E-4CB1-0829-3D96BB2BB3B8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4265820" y="1454048"/>
                  <a:ext cx="10224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8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F5628F0D-420B-C225-2A4E-882D2650AD78}"/>
                    </a:ext>
                  </a:extLst>
                </p14:cNvPr>
                <p14:cNvContentPartPr/>
                <p14:nvPr/>
              </p14:nvContentPartPr>
              <p14:xfrm>
                <a:off x="4338180" y="1355768"/>
                <a:ext cx="95040" cy="22680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F5628F0D-420B-C225-2A4E-882D2650AD78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4329180" y="1347128"/>
                  <a:ext cx="11268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0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B5A546DF-2980-F2A4-C561-C430F6BB0D86}"/>
                    </a:ext>
                  </a:extLst>
                </p14:cNvPr>
                <p14:cNvContentPartPr/>
                <p14:nvPr/>
              </p14:nvContentPartPr>
              <p14:xfrm>
                <a:off x="5783220" y="1529648"/>
                <a:ext cx="26280" cy="56376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B5A546DF-2980-F2A4-C561-C430F6BB0D86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5774220" y="1520648"/>
                  <a:ext cx="43920" cy="58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2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BC658F35-4D03-76DF-3DF9-7AA5734F088A}"/>
                    </a:ext>
                  </a:extLst>
                </p14:cNvPr>
                <p14:cNvContentPartPr/>
                <p14:nvPr/>
              </p14:nvContentPartPr>
              <p14:xfrm>
                <a:off x="5750100" y="1491128"/>
                <a:ext cx="910440" cy="3636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BC658F35-4D03-76DF-3DF9-7AA5734F088A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5741460" y="1482488"/>
                  <a:ext cx="92808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4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CF7AC847-87DC-7182-E0E5-157EFA8AE244}"/>
                    </a:ext>
                  </a:extLst>
                </p14:cNvPr>
                <p14:cNvContentPartPr/>
                <p14:nvPr/>
              </p14:nvContentPartPr>
              <p14:xfrm>
                <a:off x="6759180" y="1510928"/>
                <a:ext cx="62640" cy="57924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CF7AC847-87DC-7182-E0E5-157EFA8AE244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6750540" y="1501928"/>
                  <a:ext cx="80280" cy="59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6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5D396FF6-97B9-1217-7412-6C353D9F98DE}"/>
                    </a:ext>
                  </a:extLst>
                </p14:cNvPr>
                <p14:cNvContentPartPr/>
                <p14:nvPr/>
              </p14:nvContentPartPr>
              <p14:xfrm>
                <a:off x="5761980" y="2145248"/>
                <a:ext cx="1033920" cy="3708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5D396FF6-97B9-1217-7412-6C353D9F98DE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5753340" y="2136608"/>
                  <a:ext cx="105156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8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ADA2BA1B-EB61-7425-8B4D-82E475CB7E6E}"/>
                    </a:ext>
                  </a:extLst>
                </p14:cNvPr>
                <p14:cNvContentPartPr/>
                <p14:nvPr/>
              </p14:nvContentPartPr>
              <p14:xfrm>
                <a:off x="5931900" y="1760768"/>
                <a:ext cx="141480" cy="13392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ADA2BA1B-EB61-7425-8B4D-82E475CB7E6E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5923260" y="1751768"/>
                  <a:ext cx="15912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0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7CC9ACAB-F07E-B192-0DB6-FC08E3A4671C}"/>
                    </a:ext>
                  </a:extLst>
                </p14:cNvPr>
                <p14:cNvContentPartPr/>
                <p14:nvPr/>
              </p14:nvContentPartPr>
              <p14:xfrm>
                <a:off x="6087420" y="1655288"/>
                <a:ext cx="209880" cy="28692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7CC9ACAB-F07E-B192-0DB6-FC08E3A4671C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6078780" y="1646288"/>
                  <a:ext cx="227520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2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8F0CC069-708D-7D0A-F976-C353D1C161DA}"/>
                    </a:ext>
                  </a:extLst>
                </p14:cNvPr>
                <p14:cNvContentPartPr/>
                <p14:nvPr/>
              </p14:nvContentPartPr>
              <p14:xfrm>
                <a:off x="6373620" y="1819808"/>
                <a:ext cx="11880" cy="9396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8F0CC069-708D-7D0A-F976-C353D1C161DA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6364980" y="1810808"/>
                  <a:ext cx="2952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4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41005BC7-3085-D9B2-DB76-E222D1C44A1D}"/>
                    </a:ext>
                  </a:extLst>
                </p14:cNvPr>
                <p14:cNvContentPartPr/>
                <p14:nvPr/>
              </p14:nvContentPartPr>
              <p14:xfrm>
                <a:off x="6340500" y="1772648"/>
                <a:ext cx="164880" cy="16272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41005BC7-3085-D9B2-DB76-E222D1C44A1D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6331500" y="1763648"/>
                  <a:ext cx="18252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6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AB920D46-F178-9C32-C2CB-E70A5C8CF684}"/>
                    </a:ext>
                  </a:extLst>
                </p14:cNvPr>
                <p14:cNvContentPartPr/>
                <p14:nvPr/>
              </p14:nvContentPartPr>
              <p14:xfrm>
                <a:off x="6811020" y="1767248"/>
                <a:ext cx="1622520" cy="8028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AB920D46-F178-9C32-C2CB-E70A5C8CF684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6802380" y="1758608"/>
                  <a:ext cx="164016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8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DB353345-38EE-A0D1-106B-6B0440AAC2E1}"/>
                    </a:ext>
                  </a:extLst>
                </p14:cNvPr>
                <p14:cNvContentPartPr/>
                <p14:nvPr/>
              </p14:nvContentPartPr>
              <p14:xfrm>
                <a:off x="6240780" y="2181968"/>
                <a:ext cx="117000" cy="28440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DB353345-38EE-A0D1-106B-6B0440AAC2E1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6232140" y="2173328"/>
                  <a:ext cx="134640" cy="30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0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4846B4AC-5115-FB43-BA59-0B18A2105D67}"/>
                    </a:ext>
                  </a:extLst>
                </p14:cNvPr>
                <p14:cNvContentPartPr/>
                <p14:nvPr/>
              </p14:nvContentPartPr>
              <p14:xfrm>
                <a:off x="6229260" y="2635928"/>
                <a:ext cx="63000" cy="15840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4846B4AC-5115-FB43-BA59-0B18A2105D67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6220260" y="2627288"/>
                  <a:ext cx="8064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2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03D78A39-E2FD-CD30-8871-A145C72C4705}"/>
                    </a:ext>
                  </a:extLst>
                </p14:cNvPr>
                <p14:cNvContentPartPr/>
                <p14:nvPr/>
              </p14:nvContentPartPr>
              <p14:xfrm>
                <a:off x="6082740" y="2603888"/>
                <a:ext cx="287280" cy="3060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03D78A39-E2FD-CD30-8871-A145C72C4705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6073740" y="2594888"/>
                  <a:ext cx="30492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4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A3FD80A7-B0CB-4BE6-28B5-1BAFFE4C1D30}"/>
                    </a:ext>
                  </a:extLst>
                </p14:cNvPr>
                <p14:cNvContentPartPr/>
                <p14:nvPr/>
              </p14:nvContentPartPr>
              <p14:xfrm>
                <a:off x="6365700" y="2751848"/>
                <a:ext cx="131400" cy="9684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A3FD80A7-B0CB-4BE6-28B5-1BAFFE4C1D30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6357060" y="2742848"/>
                  <a:ext cx="14904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6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38934673-B6AA-08AD-575D-D17503CAB21F}"/>
                    </a:ext>
                  </a:extLst>
                </p14:cNvPr>
                <p14:cNvContentPartPr/>
                <p14:nvPr/>
              </p14:nvContentPartPr>
              <p14:xfrm>
                <a:off x="6679620" y="2742488"/>
                <a:ext cx="123480" cy="1116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38934673-B6AA-08AD-575D-D17503CAB21F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6670980" y="2733488"/>
                  <a:ext cx="14112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8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8EC8253B-37A3-CD50-7BDD-2FEA37E6BB6C}"/>
                    </a:ext>
                  </a:extLst>
                </p14:cNvPr>
                <p14:cNvContentPartPr/>
                <p14:nvPr/>
              </p14:nvContentPartPr>
              <p14:xfrm>
                <a:off x="6641460" y="2686328"/>
                <a:ext cx="144000" cy="1044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8EC8253B-37A3-CD50-7BDD-2FEA37E6BB6C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6632820" y="2677328"/>
                  <a:ext cx="16164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0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ACFCEE3B-B431-7CE4-B2A7-DC5260DA81F0}"/>
                    </a:ext>
                  </a:extLst>
                </p14:cNvPr>
                <p14:cNvContentPartPr/>
                <p14:nvPr/>
              </p14:nvContentPartPr>
              <p14:xfrm>
                <a:off x="6880500" y="2596688"/>
                <a:ext cx="222120" cy="16668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ACFCEE3B-B431-7CE4-B2A7-DC5260DA81F0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6871860" y="2588048"/>
                  <a:ext cx="23976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2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5DED7E5D-C7F2-0144-EB69-31D20C21E64E}"/>
                    </a:ext>
                  </a:extLst>
                </p14:cNvPr>
                <p14:cNvContentPartPr/>
                <p14:nvPr/>
              </p14:nvContentPartPr>
              <p14:xfrm>
                <a:off x="7185060" y="2689928"/>
                <a:ext cx="360" cy="360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5DED7E5D-C7F2-0144-EB69-31D20C21E64E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7176420" y="2680928"/>
                  <a:ext cx="1800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3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99892508-DE93-598C-FF4C-9E01995751A9}"/>
                    </a:ext>
                  </a:extLst>
                </p14:cNvPr>
                <p14:cNvContentPartPr/>
                <p14:nvPr/>
              </p14:nvContentPartPr>
              <p14:xfrm>
                <a:off x="7315020" y="2623688"/>
                <a:ext cx="49320" cy="11268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99892508-DE93-598C-FF4C-9E01995751A9}"/>
                    </a:ext>
                  </a:extLst>
                </p:cNvPr>
                <p:cNvPicPr/>
                <p:nvPr/>
              </p:nvPicPr>
              <p:blipFill>
                <a:blip r:embed="rId424"/>
                <a:stretch>
                  <a:fillRect/>
                </a:stretch>
              </p:blipFill>
              <p:spPr>
                <a:xfrm>
                  <a:off x="7306020" y="2614688"/>
                  <a:ext cx="6696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5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9ECADD59-E457-41C3-0DC0-BE219B04FC84}"/>
                    </a:ext>
                  </a:extLst>
                </p14:cNvPr>
                <p14:cNvContentPartPr/>
                <p14:nvPr/>
              </p14:nvContentPartPr>
              <p14:xfrm>
                <a:off x="7172460" y="2551328"/>
                <a:ext cx="221040" cy="4644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9ECADD59-E457-41C3-0DC0-BE219B04FC84}"/>
                    </a:ext>
                  </a:extLst>
                </p:cNvPr>
                <p:cNvPicPr/>
                <p:nvPr/>
              </p:nvPicPr>
              <p:blipFill>
                <a:blip r:embed="rId426"/>
                <a:stretch>
                  <a:fillRect/>
                </a:stretch>
              </p:blipFill>
              <p:spPr>
                <a:xfrm>
                  <a:off x="7163460" y="2542328"/>
                  <a:ext cx="23868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7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4CE2847A-E93F-4F9E-D487-4F27B377EE72}"/>
                    </a:ext>
                  </a:extLst>
                </p14:cNvPr>
                <p14:cNvContentPartPr/>
                <p14:nvPr/>
              </p14:nvContentPartPr>
              <p14:xfrm>
                <a:off x="7481340" y="2742848"/>
                <a:ext cx="22320" cy="6120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4CE2847A-E93F-4F9E-D487-4F27B377EE72}"/>
                    </a:ext>
                  </a:extLst>
                </p:cNvPr>
                <p:cNvPicPr/>
                <p:nvPr/>
              </p:nvPicPr>
              <p:blipFill>
                <a:blip r:embed="rId428"/>
                <a:stretch>
                  <a:fillRect/>
                </a:stretch>
              </p:blipFill>
              <p:spPr>
                <a:xfrm>
                  <a:off x="7472340" y="2734208"/>
                  <a:ext cx="3996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9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933FCCEB-5F41-7D36-BC5D-106610021B29}"/>
                    </a:ext>
                  </a:extLst>
                </p14:cNvPr>
                <p14:cNvContentPartPr/>
                <p14:nvPr/>
              </p14:nvContentPartPr>
              <p14:xfrm>
                <a:off x="7244820" y="2557088"/>
                <a:ext cx="123480" cy="2052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933FCCEB-5F41-7D36-BC5D-106610021B29}"/>
                    </a:ext>
                  </a:extLst>
                </p:cNvPr>
                <p:cNvPicPr/>
                <p:nvPr/>
              </p:nvPicPr>
              <p:blipFill>
                <a:blip r:embed="rId430"/>
                <a:stretch>
                  <a:fillRect/>
                </a:stretch>
              </p:blipFill>
              <p:spPr>
                <a:xfrm>
                  <a:off x="7236180" y="2548088"/>
                  <a:ext cx="14112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1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9B4E37D2-865C-6A9C-1445-74DBF81BE5AB}"/>
                    </a:ext>
                  </a:extLst>
                </p14:cNvPr>
                <p14:cNvContentPartPr/>
                <p14:nvPr/>
              </p14:nvContentPartPr>
              <p14:xfrm>
                <a:off x="8285580" y="1459448"/>
                <a:ext cx="87120" cy="8640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9B4E37D2-865C-6A9C-1445-74DBF81BE5AB}"/>
                    </a:ext>
                  </a:extLst>
                </p:cNvPr>
                <p:cNvPicPr/>
                <p:nvPr/>
              </p:nvPicPr>
              <p:blipFill>
                <a:blip r:embed="rId432"/>
                <a:stretch>
                  <a:fillRect/>
                </a:stretch>
              </p:blipFill>
              <p:spPr>
                <a:xfrm>
                  <a:off x="8276580" y="1450808"/>
                  <a:ext cx="10476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3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AF6E481B-A935-82C7-621D-BCE9E068BA5B}"/>
                    </a:ext>
                  </a:extLst>
                </p14:cNvPr>
                <p14:cNvContentPartPr/>
                <p14:nvPr/>
              </p14:nvContentPartPr>
              <p14:xfrm>
                <a:off x="8280540" y="1469528"/>
                <a:ext cx="84600" cy="9252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AF6E481B-A935-82C7-621D-BCE9E068BA5B}"/>
                    </a:ext>
                  </a:extLst>
                </p:cNvPr>
                <p:cNvPicPr/>
                <p:nvPr/>
              </p:nvPicPr>
              <p:blipFill>
                <a:blip r:embed="rId434"/>
                <a:stretch>
                  <a:fillRect/>
                </a:stretch>
              </p:blipFill>
              <p:spPr>
                <a:xfrm>
                  <a:off x="8271540" y="1460528"/>
                  <a:ext cx="10224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5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AE8F771F-ED61-A5FD-33C8-4087B55C4942}"/>
                    </a:ext>
                  </a:extLst>
                </p14:cNvPr>
                <p14:cNvContentPartPr/>
                <p14:nvPr/>
              </p14:nvContentPartPr>
              <p14:xfrm>
                <a:off x="8468460" y="1553048"/>
                <a:ext cx="88200" cy="7416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AE8F771F-ED61-A5FD-33C8-4087B55C4942}"/>
                    </a:ext>
                  </a:extLst>
                </p:cNvPr>
                <p:cNvPicPr/>
                <p:nvPr/>
              </p:nvPicPr>
              <p:blipFill>
                <a:blip r:embed="rId436"/>
                <a:stretch>
                  <a:fillRect/>
                </a:stretch>
              </p:blipFill>
              <p:spPr>
                <a:xfrm>
                  <a:off x="8459460" y="1544048"/>
                  <a:ext cx="10584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7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BF043E5C-BE56-B7D6-6885-62C4E91E9BC8}"/>
                    </a:ext>
                  </a:extLst>
                </p14:cNvPr>
                <p14:cNvContentPartPr/>
                <p14:nvPr/>
              </p14:nvContentPartPr>
              <p14:xfrm>
                <a:off x="8567460" y="1360808"/>
                <a:ext cx="140760" cy="22500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BF043E5C-BE56-B7D6-6885-62C4E91E9BC8}"/>
                    </a:ext>
                  </a:extLst>
                </p:cNvPr>
                <p:cNvPicPr/>
                <p:nvPr/>
              </p:nvPicPr>
              <p:blipFill>
                <a:blip r:embed="rId438"/>
                <a:stretch>
                  <a:fillRect/>
                </a:stretch>
              </p:blipFill>
              <p:spPr>
                <a:xfrm>
                  <a:off x="8558460" y="1351808"/>
                  <a:ext cx="15840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9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3D2F68B9-9067-75D5-FF7D-494BBD46D475}"/>
                    </a:ext>
                  </a:extLst>
                </p14:cNvPr>
                <p14:cNvContentPartPr/>
                <p14:nvPr/>
              </p14:nvContentPartPr>
              <p14:xfrm>
                <a:off x="8712540" y="1485008"/>
                <a:ext cx="129600" cy="6084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3D2F68B9-9067-75D5-FF7D-494BBD46D475}"/>
                    </a:ext>
                  </a:extLst>
                </p:cNvPr>
                <p:cNvPicPr/>
                <p:nvPr/>
              </p:nvPicPr>
              <p:blipFill>
                <a:blip r:embed="rId440"/>
                <a:stretch>
                  <a:fillRect/>
                </a:stretch>
              </p:blipFill>
              <p:spPr>
                <a:xfrm>
                  <a:off x="8703900" y="1476368"/>
                  <a:ext cx="14724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1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E2FB8CE5-D77B-ACE5-55ED-A2F2AAB5EABE}"/>
                    </a:ext>
                  </a:extLst>
                </p14:cNvPr>
                <p14:cNvContentPartPr/>
                <p14:nvPr/>
              </p14:nvContentPartPr>
              <p14:xfrm>
                <a:off x="8816580" y="1360088"/>
                <a:ext cx="176400" cy="25560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E2FB8CE5-D77B-ACE5-55ED-A2F2AAB5EABE}"/>
                    </a:ext>
                  </a:extLst>
                </p:cNvPr>
                <p:cNvPicPr/>
                <p:nvPr/>
              </p:nvPicPr>
              <p:blipFill>
                <a:blip r:embed="rId442"/>
                <a:stretch>
                  <a:fillRect/>
                </a:stretch>
              </p:blipFill>
              <p:spPr>
                <a:xfrm>
                  <a:off x="8807580" y="1351448"/>
                  <a:ext cx="19404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3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69E921B0-27F0-C5E4-A6AC-EBB76A05FDDA}"/>
                    </a:ext>
                  </a:extLst>
                </p14:cNvPr>
                <p14:cNvContentPartPr/>
                <p14:nvPr/>
              </p14:nvContentPartPr>
              <p14:xfrm>
                <a:off x="9382860" y="1537568"/>
                <a:ext cx="182160" cy="576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69E921B0-27F0-C5E4-A6AC-EBB76A05FDDA}"/>
                    </a:ext>
                  </a:extLst>
                </p:cNvPr>
                <p:cNvPicPr/>
                <p:nvPr/>
              </p:nvPicPr>
              <p:blipFill>
                <a:blip r:embed="rId444"/>
                <a:stretch>
                  <a:fillRect/>
                </a:stretch>
              </p:blipFill>
              <p:spPr>
                <a:xfrm>
                  <a:off x="9374220" y="1528568"/>
                  <a:ext cx="19980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5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EA0D43B5-F932-83F6-D182-2C9A16A6ABA3}"/>
                    </a:ext>
                  </a:extLst>
                </p14:cNvPr>
                <p14:cNvContentPartPr/>
                <p14:nvPr/>
              </p14:nvContentPartPr>
              <p14:xfrm>
                <a:off x="9341460" y="1474568"/>
                <a:ext cx="171720" cy="1656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EA0D43B5-F932-83F6-D182-2C9A16A6ABA3}"/>
                    </a:ext>
                  </a:extLst>
                </p:cNvPr>
                <p:cNvPicPr/>
                <p:nvPr/>
              </p:nvPicPr>
              <p:blipFill>
                <a:blip r:embed="rId446"/>
                <a:stretch>
                  <a:fillRect/>
                </a:stretch>
              </p:blipFill>
              <p:spPr>
                <a:xfrm>
                  <a:off x="9332460" y="1465928"/>
                  <a:ext cx="18936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7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8CA932B4-C109-6495-03BF-7CD651310BEC}"/>
                    </a:ext>
                  </a:extLst>
                </p14:cNvPr>
                <p14:cNvContentPartPr/>
                <p14:nvPr/>
              </p14:nvContentPartPr>
              <p14:xfrm>
                <a:off x="9538740" y="1438928"/>
                <a:ext cx="201960" cy="15588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8CA932B4-C109-6495-03BF-7CD651310BEC}"/>
                    </a:ext>
                  </a:extLst>
                </p:cNvPr>
                <p:cNvPicPr/>
                <p:nvPr/>
              </p:nvPicPr>
              <p:blipFill>
                <a:blip r:embed="rId448"/>
                <a:stretch>
                  <a:fillRect/>
                </a:stretch>
              </p:blipFill>
              <p:spPr>
                <a:xfrm>
                  <a:off x="9529740" y="1430288"/>
                  <a:ext cx="21960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9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67143D38-6334-EAD5-427A-6B79D508C977}"/>
                    </a:ext>
                  </a:extLst>
                </p14:cNvPr>
                <p14:cNvContentPartPr/>
                <p14:nvPr/>
              </p14:nvContentPartPr>
              <p14:xfrm>
                <a:off x="9230580" y="1412288"/>
                <a:ext cx="189360" cy="17712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67143D38-6334-EAD5-427A-6B79D508C977}"/>
                    </a:ext>
                  </a:extLst>
                </p:cNvPr>
                <p:cNvPicPr/>
                <p:nvPr/>
              </p:nvPicPr>
              <p:blipFill>
                <a:blip r:embed="rId450"/>
                <a:stretch>
                  <a:fillRect/>
                </a:stretch>
              </p:blipFill>
              <p:spPr>
                <a:xfrm>
                  <a:off x="9221940" y="1403288"/>
                  <a:ext cx="20700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1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FC8583C9-AF17-CF00-6EE2-4C43859C5CEC}"/>
                    </a:ext>
                  </a:extLst>
                </p14:cNvPr>
                <p14:cNvContentPartPr/>
                <p14:nvPr/>
              </p14:nvContentPartPr>
              <p14:xfrm>
                <a:off x="9868140" y="1357208"/>
                <a:ext cx="223200" cy="25956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FC8583C9-AF17-CF00-6EE2-4C43859C5CEC}"/>
                    </a:ext>
                  </a:extLst>
                </p:cNvPr>
                <p:cNvPicPr/>
                <p:nvPr/>
              </p:nvPicPr>
              <p:blipFill>
                <a:blip r:embed="rId452"/>
                <a:stretch>
                  <a:fillRect/>
                </a:stretch>
              </p:blipFill>
              <p:spPr>
                <a:xfrm>
                  <a:off x="9859140" y="1348208"/>
                  <a:ext cx="240840" cy="27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3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72E43D5A-5BB8-D2E8-B0C0-F6A8E406A32E}"/>
                    </a:ext>
                  </a:extLst>
                </p14:cNvPr>
                <p14:cNvContentPartPr/>
                <p14:nvPr/>
              </p14:nvContentPartPr>
              <p14:xfrm>
                <a:off x="9903780" y="1381328"/>
                <a:ext cx="114120" cy="21564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72E43D5A-5BB8-D2E8-B0C0-F6A8E406A32E}"/>
                    </a:ext>
                  </a:extLst>
                </p:cNvPr>
                <p:cNvPicPr/>
                <p:nvPr/>
              </p:nvPicPr>
              <p:blipFill>
                <a:blip r:embed="rId454"/>
                <a:stretch>
                  <a:fillRect/>
                </a:stretch>
              </p:blipFill>
              <p:spPr>
                <a:xfrm>
                  <a:off x="9894780" y="1372688"/>
                  <a:ext cx="13176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5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417B7E71-30A5-1CB8-4888-DE09CCDB8BD2}"/>
                    </a:ext>
                  </a:extLst>
                </p14:cNvPr>
                <p14:cNvContentPartPr/>
                <p14:nvPr/>
              </p14:nvContentPartPr>
              <p14:xfrm>
                <a:off x="10115460" y="1592288"/>
                <a:ext cx="142560" cy="8676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417B7E71-30A5-1CB8-4888-DE09CCDB8BD2}"/>
                    </a:ext>
                  </a:extLst>
                </p:cNvPr>
                <p:cNvPicPr/>
                <p:nvPr/>
              </p:nvPicPr>
              <p:blipFill>
                <a:blip r:embed="rId456"/>
                <a:stretch>
                  <a:fillRect/>
                </a:stretch>
              </p:blipFill>
              <p:spPr>
                <a:xfrm>
                  <a:off x="10106460" y="1583288"/>
                  <a:ext cx="16020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7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0952A503-DC9E-B63A-6BCF-8903DF73C1DB}"/>
                    </a:ext>
                  </a:extLst>
                </p14:cNvPr>
                <p14:cNvContentPartPr/>
                <p14:nvPr/>
              </p14:nvContentPartPr>
              <p14:xfrm>
                <a:off x="10267020" y="1322288"/>
                <a:ext cx="113760" cy="30456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0952A503-DC9E-B63A-6BCF-8903DF73C1DB}"/>
                    </a:ext>
                  </a:extLst>
                </p:cNvPr>
                <p:cNvPicPr/>
                <p:nvPr/>
              </p:nvPicPr>
              <p:blipFill>
                <a:blip r:embed="rId458"/>
                <a:stretch>
                  <a:fillRect/>
                </a:stretch>
              </p:blipFill>
              <p:spPr>
                <a:xfrm>
                  <a:off x="10258020" y="1313648"/>
                  <a:ext cx="131400" cy="32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9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2657CBBD-31AE-60CD-F32B-2175447159F5}"/>
                    </a:ext>
                  </a:extLst>
                </p14:cNvPr>
                <p14:cNvContentPartPr/>
                <p14:nvPr/>
              </p14:nvContentPartPr>
              <p14:xfrm>
                <a:off x="10390860" y="1478888"/>
                <a:ext cx="150840" cy="11124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2657CBBD-31AE-60CD-F32B-2175447159F5}"/>
                    </a:ext>
                  </a:extLst>
                </p:cNvPr>
                <p:cNvPicPr/>
                <p:nvPr/>
              </p:nvPicPr>
              <p:blipFill>
                <a:blip r:embed="rId460"/>
                <a:stretch>
                  <a:fillRect/>
                </a:stretch>
              </p:blipFill>
              <p:spPr>
                <a:xfrm>
                  <a:off x="10381860" y="1470248"/>
                  <a:ext cx="16848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1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7EC3F637-426B-BC1C-21CD-6A6CD3DBDB8C}"/>
                    </a:ext>
                  </a:extLst>
                </p14:cNvPr>
                <p14:cNvContentPartPr/>
                <p14:nvPr/>
              </p14:nvContentPartPr>
              <p14:xfrm>
                <a:off x="10555380" y="1298528"/>
                <a:ext cx="93600" cy="21420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7EC3F637-426B-BC1C-21CD-6A6CD3DBDB8C}"/>
                    </a:ext>
                  </a:extLst>
                </p:cNvPr>
                <p:cNvPicPr/>
                <p:nvPr/>
              </p:nvPicPr>
              <p:blipFill>
                <a:blip r:embed="rId462"/>
                <a:stretch>
                  <a:fillRect/>
                </a:stretch>
              </p:blipFill>
              <p:spPr>
                <a:xfrm>
                  <a:off x="10546380" y="1289888"/>
                  <a:ext cx="11124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3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3B2C4359-35F3-2D2A-0EA5-5480046217C7}"/>
                    </a:ext>
                  </a:extLst>
                </p14:cNvPr>
                <p14:cNvContentPartPr/>
                <p14:nvPr/>
              </p14:nvContentPartPr>
              <p14:xfrm>
                <a:off x="10509660" y="1175768"/>
                <a:ext cx="6120" cy="1944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3B2C4359-35F3-2D2A-0EA5-5480046217C7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10501020" y="1166768"/>
                  <a:ext cx="2376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4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E90CC8A1-70A0-3944-B1E4-7F2DD78BBB07}"/>
                    </a:ext>
                  </a:extLst>
                </p14:cNvPr>
                <p14:cNvContentPartPr/>
                <p14:nvPr/>
              </p14:nvContentPartPr>
              <p14:xfrm>
                <a:off x="10655820" y="1264688"/>
                <a:ext cx="183240" cy="9180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E90CC8A1-70A0-3944-B1E4-7F2DD78BBB07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10646820" y="1256048"/>
                  <a:ext cx="20088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6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025680A7-25A8-6891-FC5C-5F3FB1DECEA8}"/>
                    </a:ext>
                  </a:extLst>
                </p14:cNvPr>
                <p14:cNvContentPartPr/>
                <p14:nvPr/>
              </p14:nvContentPartPr>
              <p14:xfrm>
                <a:off x="10899900" y="1252088"/>
                <a:ext cx="129240" cy="30456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025680A7-25A8-6891-FC5C-5F3FB1DECEA8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10890900" y="1243088"/>
                  <a:ext cx="146880" cy="32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8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7C0F6446-D73B-706E-B40C-9DEA4C9E5301}"/>
                    </a:ext>
                  </a:extLst>
                </p14:cNvPr>
                <p14:cNvContentPartPr/>
                <p14:nvPr/>
              </p14:nvContentPartPr>
              <p14:xfrm>
                <a:off x="3667860" y="1148048"/>
                <a:ext cx="124920" cy="121680"/>
              </p14:xfrm>
            </p:contentPart>
          </mc:Choice>
          <mc:Fallback xmlns=""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7C0F6446-D73B-706E-B40C-9DEA4C9E5301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3658860" y="1139048"/>
                  <a:ext cx="14256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0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5396B176-6952-0619-B840-BAC042719945}"/>
                    </a:ext>
                  </a:extLst>
                </p14:cNvPr>
                <p14:cNvContentPartPr/>
                <p14:nvPr/>
              </p14:nvContentPartPr>
              <p14:xfrm>
                <a:off x="3709260" y="1153088"/>
                <a:ext cx="135360" cy="128160"/>
              </p14:xfrm>
            </p:contentPart>
          </mc:Choice>
          <mc:Fallback xmlns=""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5396B176-6952-0619-B840-BAC042719945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3700620" y="1144448"/>
                  <a:ext cx="15300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2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7786A884-33F2-5972-A59B-1A83CE16FB6D}"/>
                    </a:ext>
                  </a:extLst>
                </p14:cNvPr>
                <p14:cNvContentPartPr/>
                <p14:nvPr/>
              </p14:nvContentPartPr>
              <p14:xfrm>
                <a:off x="3764700" y="1252088"/>
                <a:ext cx="122040" cy="82440"/>
              </p14:xfrm>
            </p:contentPart>
          </mc:Choice>
          <mc:Fallback xmlns=""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7786A884-33F2-5972-A59B-1A83CE16FB6D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3755700" y="1243088"/>
                  <a:ext cx="13968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4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40262E02-2FEB-DDB0-66FC-2E811CB11290}"/>
                    </a:ext>
                  </a:extLst>
                </p14:cNvPr>
                <p14:cNvContentPartPr/>
                <p14:nvPr/>
              </p14:nvContentPartPr>
              <p14:xfrm>
                <a:off x="3564900" y="1081448"/>
                <a:ext cx="136440" cy="71640"/>
              </p14:xfrm>
            </p:contentPart>
          </mc:Choice>
          <mc:Fallback xmlns=""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40262E02-2FEB-DDB0-66FC-2E811CB11290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3556260" y="1072448"/>
                  <a:ext cx="15408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6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08855C0B-6384-658D-A859-EED98224B211}"/>
                    </a:ext>
                  </a:extLst>
                </p14:cNvPr>
                <p14:cNvContentPartPr/>
                <p14:nvPr/>
              </p14:nvContentPartPr>
              <p14:xfrm>
                <a:off x="3112020" y="804608"/>
                <a:ext cx="181080" cy="173520"/>
              </p14:xfrm>
            </p:contentPart>
          </mc:Choice>
          <mc:Fallback xmlns=""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08855C0B-6384-658D-A859-EED98224B211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3103380" y="795608"/>
                  <a:ext cx="19872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8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B50A5DDE-DCD4-8D02-F741-2B85F00F237A}"/>
                    </a:ext>
                  </a:extLst>
                </p14:cNvPr>
                <p14:cNvContentPartPr/>
                <p14:nvPr/>
              </p14:nvContentPartPr>
              <p14:xfrm>
                <a:off x="3095100" y="782288"/>
                <a:ext cx="126000" cy="225000"/>
              </p14:xfrm>
            </p:contentPart>
          </mc:Choice>
          <mc:Fallback xmlns=""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B50A5DDE-DCD4-8D02-F741-2B85F00F237A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3086460" y="773288"/>
                  <a:ext cx="14364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0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0468629D-CB21-F55F-03DD-0C555D98090A}"/>
                    </a:ext>
                  </a:extLst>
                </p14:cNvPr>
                <p14:cNvContentPartPr/>
                <p14:nvPr/>
              </p14:nvContentPartPr>
              <p14:xfrm>
                <a:off x="3308940" y="951128"/>
                <a:ext cx="86760" cy="83160"/>
              </p14:xfrm>
            </p:contentPart>
          </mc:Choice>
          <mc:Fallback xmlns=""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0468629D-CB21-F55F-03DD-0C555D98090A}"/>
                    </a:ext>
                  </a:extLst>
                </p:cNvPr>
                <p:cNvPicPr/>
                <p:nvPr/>
              </p:nvPicPr>
              <p:blipFill>
                <a:blip r:embed="rId481"/>
                <a:stretch>
                  <a:fillRect/>
                </a:stretch>
              </p:blipFill>
              <p:spPr>
                <a:xfrm>
                  <a:off x="3300300" y="942128"/>
                  <a:ext cx="10440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2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762CF639-FA10-3909-81DD-E480E59F86EB}"/>
                    </a:ext>
                  </a:extLst>
                </p14:cNvPr>
                <p14:cNvContentPartPr/>
                <p14:nvPr/>
              </p14:nvContentPartPr>
              <p14:xfrm>
                <a:off x="3423420" y="767528"/>
                <a:ext cx="100080" cy="212040"/>
              </p14:xfrm>
            </p:contentPart>
          </mc:Choice>
          <mc:Fallback xmlns=""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762CF639-FA10-3909-81DD-E480E59F86EB}"/>
                    </a:ext>
                  </a:extLst>
                </p:cNvPr>
                <p:cNvPicPr/>
                <p:nvPr/>
              </p:nvPicPr>
              <p:blipFill>
                <a:blip r:embed="rId483"/>
                <a:stretch>
                  <a:fillRect/>
                </a:stretch>
              </p:blipFill>
              <p:spPr>
                <a:xfrm>
                  <a:off x="3414780" y="758888"/>
                  <a:ext cx="11772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4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117F85CA-C93F-36A7-95DB-7FB41C57C08C}"/>
                    </a:ext>
                  </a:extLst>
                </p14:cNvPr>
                <p14:cNvContentPartPr/>
                <p14:nvPr/>
              </p14:nvContentPartPr>
              <p14:xfrm>
                <a:off x="3567780" y="882008"/>
                <a:ext cx="83160" cy="163080"/>
              </p14:xfrm>
            </p:contentPart>
          </mc:Choice>
          <mc:Fallback xmlns=""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117F85CA-C93F-36A7-95DB-7FB41C57C08C}"/>
                    </a:ext>
                  </a:extLst>
                </p:cNvPr>
                <p:cNvPicPr/>
                <p:nvPr/>
              </p:nvPicPr>
              <p:blipFill>
                <a:blip r:embed="rId485"/>
                <a:stretch>
                  <a:fillRect/>
                </a:stretch>
              </p:blipFill>
              <p:spPr>
                <a:xfrm>
                  <a:off x="3559140" y="873368"/>
                  <a:ext cx="10080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6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6ED517AC-804F-8974-CF84-6FCCC79638A5}"/>
                    </a:ext>
                  </a:extLst>
                </p14:cNvPr>
                <p14:cNvContentPartPr/>
                <p14:nvPr/>
              </p14:nvContentPartPr>
              <p14:xfrm>
                <a:off x="3538980" y="766088"/>
                <a:ext cx="4320" cy="18720"/>
              </p14:xfrm>
            </p:contentPart>
          </mc:Choice>
          <mc:Fallback xmlns=""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6ED517AC-804F-8974-CF84-6FCCC79638A5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3530340" y="757088"/>
                  <a:ext cx="2196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7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FD9D18D8-83AD-58CC-8000-B0ACF9C9442F}"/>
                    </a:ext>
                  </a:extLst>
                </p14:cNvPr>
                <p14:cNvContentPartPr/>
                <p14:nvPr/>
              </p14:nvContentPartPr>
              <p14:xfrm>
                <a:off x="3667860" y="763568"/>
                <a:ext cx="294480" cy="150840"/>
              </p14:xfrm>
            </p:contentPart>
          </mc:Choice>
          <mc:Fallback xmlns=""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FD9D18D8-83AD-58CC-8000-B0ACF9C9442F}"/>
                    </a:ext>
                  </a:extLst>
                </p:cNvPr>
                <p:cNvPicPr/>
                <p:nvPr/>
              </p:nvPicPr>
              <p:blipFill>
                <a:blip r:embed="rId488"/>
                <a:stretch>
                  <a:fillRect/>
                </a:stretch>
              </p:blipFill>
              <p:spPr>
                <a:xfrm>
                  <a:off x="3658860" y="754928"/>
                  <a:ext cx="31212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9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AC91A809-A659-07D3-69E8-34F4FB2CE4D2}"/>
                    </a:ext>
                  </a:extLst>
                </p14:cNvPr>
                <p14:cNvContentPartPr/>
                <p14:nvPr/>
              </p14:nvContentPartPr>
              <p14:xfrm>
                <a:off x="3932820" y="732248"/>
                <a:ext cx="150480" cy="258120"/>
              </p14:xfrm>
            </p:contentPart>
          </mc:Choice>
          <mc:Fallback xmlns=""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AC91A809-A659-07D3-69E8-34F4FB2CE4D2}"/>
                    </a:ext>
                  </a:extLst>
                </p:cNvPr>
                <p:cNvPicPr/>
                <p:nvPr/>
              </p:nvPicPr>
              <p:blipFill>
                <a:blip r:embed="rId490"/>
                <a:stretch>
                  <a:fillRect/>
                </a:stretch>
              </p:blipFill>
              <p:spPr>
                <a:xfrm>
                  <a:off x="3923820" y="723608"/>
                  <a:ext cx="168120" cy="275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91">
            <p14:nvContentPartPr>
              <p14:cNvPr id="292" name="Ink 291">
                <a:extLst>
                  <a:ext uri="{FF2B5EF4-FFF2-40B4-BE49-F238E27FC236}">
                    <a16:creationId xmlns:a16="http://schemas.microsoft.com/office/drawing/2014/main" id="{41D17D63-F931-498D-0F20-714AC688B6EE}"/>
                  </a:ext>
                </a:extLst>
              </p14:cNvPr>
              <p14:cNvContentPartPr/>
              <p14:nvPr/>
            </p14:nvContentPartPr>
            <p14:xfrm>
              <a:off x="10027620" y="1818368"/>
              <a:ext cx="756000" cy="48240"/>
            </p14:xfrm>
          </p:contentPart>
        </mc:Choice>
        <mc:Fallback xmlns="">
          <p:pic>
            <p:nvPicPr>
              <p:cNvPr id="292" name="Ink 291">
                <a:extLst>
                  <a:ext uri="{FF2B5EF4-FFF2-40B4-BE49-F238E27FC236}">
                    <a16:creationId xmlns:a16="http://schemas.microsoft.com/office/drawing/2014/main" id="{41D17D63-F931-498D-0F20-714AC688B6EE}"/>
                  </a:ext>
                </a:extLst>
              </p:cNvPr>
              <p:cNvPicPr/>
              <p:nvPr/>
            </p:nvPicPr>
            <p:blipFill>
              <a:blip r:embed="rId492"/>
              <a:stretch>
                <a:fillRect/>
              </a:stretch>
            </p:blipFill>
            <p:spPr>
              <a:xfrm>
                <a:off x="10018980" y="1809368"/>
                <a:ext cx="773640" cy="6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3">
            <p14:nvContentPartPr>
              <p14:cNvPr id="293" name="Ink 292">
                <a:extLst>
                  <a:ext uri="{FF2B5EF4-FFF2-40B4-BE49-F238E27FC236}">
                    <a16:creationId xmlns:a16="http://schemas.microsoft.com/office/drawing/2014/main" id="{A3E86C9E-E3C8-4BA7-B85D-B7D127598949}"/>
                  </a:ext>
                </a:extLst>
              </p14:cNvPr>
              <p14:cNvContentPartPr/>
              <p14:nvPr/>
            </p14:nvContentPartPr>
            <p14:xfrm>
              <a:off x="9823860" y="3157928"/>
              <a:ext cx="839520" cy="83160"/>
            </p14:xfrm>
          </p:contentPart>
        </mc:Choice>
        <mc:Fallback xmlns="">
          <p:pic>
            <p:nvPicPr>
              <p:cNvPr id="293" name="Ink 292">
                <a:extLst>
                  <a:ext uri="{FF2B5EF4-FFF2-40B4-BE49-F238E27FC236}">
                    <a16:creationId xmlns:a16="http://schemas.microsoft.com/office/drawing/2014/main" id="{A3E86C9E-E3C8-4BA7-B85D-B7D127598949}"/>
                  </a:ext>
                </a:extLst>
              </p:cNvPr>
              <p:cNvPicPr/>
              <p:nvPr/>
            </p:nvPicPr>
            <p:blipFill>
              <a:blip r:embed="rId494"/>
              <a:stretch>
                <a:fillRect/>
              </a:stretch>
            </p:blipFill>
            <p:spPr>
              <a:xfrm>
                <a:off x="9815220" y="3149288"/>
                <a:ext cx="857160" cy="100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818822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DE8D48AC-EB7A-14D7-C99D-77F865685E07}"/>
              </a:ext>
            </a:extLst>
          </p:cNvPr>
          <p:cNvGrpSpPr/>
          <p:nvPr/>
        </p:nvGrpSpPr>
        <p:grpSpPr>
          <a:xfrm>
            <a:off x="1099080" y="1280127"/>
            <a:ext cx="3888000" cy="1283040"/>
            <a:chOff x="1099080" y="1280127"/>
            <a:chExt cx="3888000" cy="1283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F1CDDA14-5F9A-6664-4CB2-C9ACF738215D}"/>
                    </a:ext>
                  </a:extLst>
                </p14:cNvPr>
                <p14:cNvContentPartPr/>
                <p14:nvPr/>
              </p14:nvContentPartPr>
              <p14:xfrm>
                <a:off x="2685240" y="1280127"/>
                <a:ext cx="57960" cy="128304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F1CDDA14-5F9A-6664-4CB2-C9ACF738215D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676240" y="1271127"/>
                  <a:ext cx="75600" cy="130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17870904-A68A-0D49-6B30-FF06F21D792B}"/>
                    </a:ext>
                  </a:extLst>
                </p14:cNvPr>
                <p14:cNvContentPartPr/>
                <p14:nvPr/>
              </p14:nvContentPartPr>
              <p14:xfrm>
                <a:off x="1099080" y="2379207"/>
                <a:ext cx="3746880" cy="8388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17870904-A68A-0D49-6B30-FF06F21D792B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90080" y="2370207"/>
                  <a:ext cx="376452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EE3F3C77-5F79-1D18-BB02-657CD3B08238}"/>
                    </a:ext>
                  </a:extLst>
                </p14:cNvPr>
                <p14:cNvContentPartPr/>
                <p14:nvPr/>
              </p14:nvContentPartPr>
              <p14:xfrm>
                <a:off x="4676400" y="2304327"/>
                <a:ext cx="310680" cy="14292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EE3F3C77-5F79-1D18-BB02-657CD3B0823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667400" y="2295687"/>
                  <a:ext cx="32832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3A1EF179-CA64-74F4-FEC3-343B8EA2ABF8}"/>
                    </a:ext>
                  </a:extLst>
                </p14:cNvPr>
                <p14:cNvContentPartPr/>
                <p14:nvPr/>
              </p14:nvContentPartPr>
              <p14:xfrm>
                <a:off x="4851720" y="2478207"/>
                <a:ext cx="360" cy="3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3A1EF179-CA64-74F4-FEC3-343B8EA2ABF8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842720" y="2469207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5724BEB8-069B-A6DA-A040-514EFC5F9AC4}"/>
                  </a:ext>
                </a:extLst>
              </p14:cNvPr>
              <p14:cNvContentPartPr/>
              <p14:nvPr/>
            </p14:nvContentPartPr>
            <p14:xfrm>
              <a:off x="2647080" y="1274727"/>
              <a:ext cx="108000" cy="936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5724BEB8-069B-A6DA-A040-514EFC5F9AC4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638080" y="1266087"/>
                <a:ext cx="125640" cy="111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2" name="Group 11">
            <a:extLst>
              <a:ext uri="{FF2B5EF4-FFF2-40B4-BE49-F238E27FC236}">
                <a16:creationId xmlns:a16="http://schemas.microsoft.com/office/drawing/2014/main" id="{E56EA6A0-35D0-7081-276F-CDC8CC31F18B}"/>
              </a:ext>
            </a:extLst>
          </p:cNvPr>
          <p:cNvGrpSpPr/>
          <p:nvPr/>
        </p:nvGrpSpPr>
        <p:grpSpPr>
          <a:xfrm>
            <a:off x="6464340" y="1203848"/>
            <a:ext cx="4368240" cy="1340280"/>
            <a:chOff x="6464340" y="1203848"/>
            <a:chExt cx="4368240" cy="1340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D695F9C8-06B6-6C9A-F0EA-891DB45DDB94}"/>
                    </a:ext>
                  </a:extLst>
                </p14:cNvPr>
                <p14:cNvContentPartPr/>
                <p14:nvPr/>
              </p14:nvContentPartPr>
              <p14:xfrm>
                <a:off x="6464340" y="2364848"/>
                <a:ext cx="4308840" cy="1342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D695F9C8-06B6-6C9A-F0EA-891DB45DDB9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455700" y="2356208"/>
                  <a:ext cx="432648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03CEE348-1896-1B8F-BA28-92821967AFD6}"/>
                    </a:ext>
                  </a:extLst>
                </p14:cNvPr>
                <p14:cNvContentPartPr/>
                <p14:nvPr/>
              </p14:nvContentPartPr>
              <p14:xfrm>
                <a:off x="10605060" y="2401928"/>
                <a:ext cx="227520" cy="1422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03CEE348-1896-1B8F-BA28-92821967AFD6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0596420" y="2393288"/>
                  <a:ext cx="24516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A3CA658C-4024-7A1B-3F6C-953C8E83EF3C}"/>
                    </a:ext>
                  </a:extLst>
                </p14:cNvPr>
                <p14:cNvContentPartPr/>
                <p14:nvPr/>
              </p14:nvContentPartPr>
              <p14:xfrm>
                <a:off x="8560980" y="1324808"/>
                <a:ext cx="48240" cy="12002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A3CA658C-4024-7A1B-3F6C-953C8E83EF3C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551980" y="1315808"/>
                  <a:ext cx="65880" cy="121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DBD3BDD0-43AE-99E9-F725-4D5CEF339FF3}"/>
                    </a:ext>
                  </a:extLst>
                </p14:cNvPr>
                <p14:cNvContentPartPr/>
                <p14:nvPr/>
              </p14:nvContentPartPr>
              <p14:xfrm>
                <a:off x="8529660" y="1203848"/>
                <a:ext cx="139680" cy="1324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DBD3BDD0-43AE-99E9-F725-4D5CEF339FF3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521020" y="1195208"/>
                  <a:ext cx="157320" cy="150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06AEE5EA-2B1F-E64F-78D6-D06726B0E281}"/>
                  </a:ext>
                </a:extLst>
              </p14:cNvPr>
              <p14:cNvContentPartPr/>
              <p14:nvPr/>
            </p14:nvContentPartPr>
            <p14:xfrm>
              <a:off x="10998540" y="2300768"/>
              <a:ext cx="411480" cy="18864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06AEE5EA-2B1F-E64F-78D6-D06726B0E281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0989900" y="2291768"/>
                <a:ext cx="429120" cy="206280"/>
              </a:xfrm>
              <a:prstGeom prst="rect">
                <a:avLst/>
              </a:prstGeom>
            </p:spPr>
          </p:pic>
        </mc:Fallback>
      </mc:AlternateContent>
      <p:grpSp>
        <p:nvGrpSpPr>
          <p:cNvPr id="16" name="Group 15">
            <a:extLst>
              <a:ext uri="{FF2B5EF4-FFF2-40B4-BE49-F238E27FC236}">
                <a16:creationId xmlns:a16="http://schemas.microsoft.com/office/drawing/2014/main" id="{92EF2124-126F-37E1-9B1E-3DB33DC2429D}"/>
              </a:ext>
            </a:extLst>
          </p:cNvPr>
          <p:cNvGrpSpPr/>
          <p:nvPr/>
        </p:nvGrpSpPr>
        <p:grpSpPr>
          <a:xfrm>
            <a:off x="5153940" y="2212928"/>
            <a:ext cx="117000" cy="219600"/>
            <a:chOff x="5153940" y="2212928"/>
            <a:chExt cx="117000" cy="219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997E1B39-9887-1675-2E93-04234B22376B}"/>
                    </a:ext>
                  </a:extLst>
                </p14:cNvPr>
                <p14:cNvContentPartPr/>
                <p14:nvPr/>
              </p14:nvContentPartPr>
              <p14:xfrm>
                <a:off x="5173740" y="2212928"/>
                <a:ext cx="97200" cy="2196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997E1B39-9887-1675-2E93-04234B22376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164740" y="2204288"/>
                  <a:ext cx="11484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A2F42BEC-980E-452E-A0DE-BF74CEDCB4B1}"/>
                    </a:ext>
                  </a:extLst>
                </p14:cNvPr>
                <p14:cNvContentPartPr/>
                <p14:nvPr/>
              </p14:nvContentPartPr>
              <p14:xfrm>
                <a:off x="5153940" y="2330648"/>
                <a:ext cx="83520" cy="126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A2F42BEC-980E-452E-A0DE-BF74CEDCB4B1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144940" y="2322008"/>
                  <a:ext cx="101160" cy="30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76E717A-525A-E57C-748B-FB4916CF25AD}"/>
              </a:ext>
            </a:extLst>
          </p:cNvPr>
          <p:cNvGrpSpPr/>
          <p:nvPr/>
        </p:nvGrpSpPr>
        <p:grpSpPr>
          <a:xfrm>
            <a:off x="3984660" y="1670408"/>
            <a:ext cx="131040" cy="620640"/>
            <a:chOff x="3984660" y="1670408"/>
            <a:chExt cx="131040" cy="620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D64650E6-3180-EF86-AF06-D1235FB8DA9D}"/>
                    </a:ext>
                  </a:extLst>
                </p14:cNvPr>
                <p14:cNvContentPartPr/>
                <p14:nvPr/>
              </p14:nvContentPartPr>
              <p14:xfrm>
                <a:off x="4026420" y="1766168"/>
                <a:ext cx="89280" cy="5248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D64650E6-3180-EF86-AF06-D1235FB8DA9D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017420" y="1757528"/>
                  <a:ext cx="106920" cy="54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09A19FE0-2DDC-BE05-27E1-5B3CAA0F3113}"/>
                    </a:ext>
                  </a:extLst>
                </p14:cNvPr>
                <p14:cNvContentPartPr/>
                <p14:nvPr/>
              </p14:nvContentPartPr>
              <p14:xfrm>
                <a:off x="3984660" y="1670408"/>
                <a:ext cx="118440" cy="1238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09A19FE0-2DDC-BE05-27E1-5B3CAA0F3113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976020" y="1661768"/>
                  <a:ext cx="136080" cy="141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D29C5E8F-6D3C-38B7-46F3-9092276BB183}"/>
              </a:ext>
            </a:extLst>
          </p:cNvPr>
          <p:cNvGrpSpPr/>
          <p:nvPr/>
        </p:nvGrpSpPr>
        <p:grpSpPr>
          <a:xfrm>
            <a:off x="1216620" y="1777328"/>
            <a:ext cx="129960" cy="738720"/>
            <a:chOff x="1216620" y="1777328"/>
            <a:chExt cx="129960" cy="738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70C93BA6-8D31-5C3F-8CEC-73EFFA9620D0}"/>
                    </a:ext>
                  </a:extLst>
                </p14:cNvPr>
                <p14:cNvContentPartPr/>
                <p14:nvPr/>
              </p14:nvContentPartPr>
              <p14:xfrm>
                <a:off x="1272420" y="1777328"/>
                <a:ext cx="68040" cy="7387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70C93BA6-8D31-5C3F-8CEC-73EFFA9620D0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263780" y="1768688"/>
                  <a:ext cx="85680" cy="75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862C01E2-5847-1026-A76A-A05486D5AEDC}"/>
                    </a:ext>
                  </a:extLst>
                </p14:cNvPr>
                <p14:cNvContentPartPr/>
                <p14:nvPr/>
              </p14:nvContentPartPr>
              <p14:xfrm>
                <a:off x="1216620" y="1788128"/>
                <a:ext cx="129960" cy="1526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862C01E2-5847-1026-A76A-A05486D5AEDC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207620" y="1779488"/>
                  <a:ext cx="147600" cy="170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D0AD11FE-BEEF-294B-081F-F051BCE12011}"/>
              </a:ext>
            </a:extLst>
          </p:cNvPr>
          <p:cNvGrpSpPr/>
          <p:nvPr/>
        </p:nvGrpSpPr>
        <p:grpSpPr>
          <a:xfrm>
            <a:off x="3875580" y="2539448"/>
            <a:ext cx="405720" cy="150120"/>
            <a:chOff x="3875580" y="2539448"/>
            <a:chExt cx="405720" cy="150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E73E73C5-DFD3-9189-7045-5F81D53F8F2B}"/>
                    </a:ext>
                  </a:extLst>
                </p14:cNvPr>
                <p14:cNvContentPartPr/>
                <p14:nvPr/>
              </p14:nvContentPartPr>
              <p14:xfrm>
                <a:off x="3875580" y="2539448"/>
                <a:ext cx="189360" cy="1483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E73E73C5-DFD3-9189-7045-5F81D53F8F2B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866940" y="2530808"/>
                  <a:ext cx="20700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6DE848C9-5292-0E4C-0141-6CA7264DD034}"/>
                    </a:ext>
                  </a:extLst>
                </p14:cNvPr>
                <p14:cNvContentPartPr/>
                <p14:nvPr/>
              </p14:nvContentPartPr>
              <p14:xfrm>
                <a:off x="4178700" y="2580848"/>
                <a:ext cx="47160" cy="1087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6DE848C9-5292-0E4C-0141-6CA7264DD034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169700" y="2572208"/>
                  <a:ext cx="6480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1DC285E6-FBCC-7225-2989-FF2B735E1452}"/>
                    </a:ext>
                  </a:extLst>
                </p14:cNvPr>
                <p14:cNvContentPartPr/>
                <p14:nvPr/>
              </p14:nvContentPartPr>
              <p14:xfrm>
                <a:off x="4124340" y="2549888"/>
                <a:ext cx="156960" cy="219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1DC285E6-FBCC-7225-2989-FF2B735E1452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115700" y="2541248"/>
                  <a:ext cx="174600" cy="39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B3D5CF70-4221-1848-D5C5-DEE8ADA3BDFD}"/>
              </a:ext>
            </a:extLst>
          </p:cNvPr>
          <p:cNvGrpSpPr/>
          <p:nvPr/>
        </p:nvGrpSpPr>
        <p:grpSpPr>
          <a:xfrm>
            <a:off x="977940" y="2612168"/>
            <a:ext cx="435600" cy="152280"/>
            <a:chOff x="977940" y="2612168"/>
            <a:chExt cx="435600" cy="152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7A2E6B3B-DA5F-59E5-BEEF-0EEF117E635C}"/>
                    </a:ext>
                  </a:extLst>
                </p14:cNvPr>
                <p14:cNvContentPartPr/>
                <p14:nvPr/>
              </p14:nvContentPartPr>
              <p14:xfrm>
                <a:off x="977940" y="2691008"/>
                <a:ext cx="123480" cy="57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7A2E6B3B-DA5F-59E5-BEEF-0EEF117E635C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969300" y="2682368"/>
                  <a:ext cx="14112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16D7DF32-3134-D96C-9983-D088B85CE183}"/>
                    </a:ext>
                  </a:extLst>
                </p14:cNvPr>
                <p14:cNvContentPartPr/>
                <p14:nvPr/>
              </p14:nvContentPartPr>
              <p14:xfrm>
                <a:off x="1137780" y="2623688"/>
                <a:ext cx="155880" cy="1407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16D7DF32-3134-D96C-9983-D088B85CE183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128780" y="2614688"/>
                  <a:ext cx="17352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DE80511E-808B-5DA7-29D6-9515A7E17563}"/>
                    </a:ext>
                  </a:extLst>
                </p14:cNvPr>
                <p14:cNvContentPartPr/>
                <p14:nvPr/>
              </p14:nvContentPartPr>
              <p14:xfrm>
                <a:off x="1355940" y="2675528"/>
                <a:ext cx="35640" cy="842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DE80511E-808B-5DA7-29D6-9515A7E17563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346940" y="2666528"/>
                  <a:ext cx="5328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FC925E95-0167-C1F6-D3FE-2E98672AE0AC}"/>
                    </a:ext>
                  </a:extLst>
                </p14:cNvPr>
                <p14:cNvContentPartPr/>
                <p14:nvPr/>
              </p14:nvContentPartPr>
              <p14:xfrm>
                <a:off x="1233180" y="2612168"/>
                <a:ext cx="180360" cy="219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FC925E95-0167-C1F6-D3FE-2E98672AE0AC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224180" y="2603528"/>
                  <a:ext cx="198000" cy="39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290AC53E-B70D-4EEB-A909-A97A5B60FA23}"/>
              </a:ext>
            </a:extLst>
          </p:cNvPr>
          <p:cNvGrpSpPr/>
          <p:nvPr/>
        </p:nvGrpSpPr>
        <p:grpSpPr>
          <a:xfrm>
            <a:off x="1746180" y="1490768"/>
            <a:ext cx="1755720" cy="1254240"/>
            <a:chOff x="1746180" y="1490768"/>
            <a:chExt cx="1755720" cy="1254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40CA713C-BC90-8E34-9D87-C32FFB1355BD}"/>
                    </a:ext>
                  </a:extLst>
                </p14:cNvPr>
                <p14:cNvContentPartPr/>
                <p14:nvPr/>
              </p14:nvContentPartPr>
              <p14:xfrm>
                <a:off x="2663100" y="1737008"/>
                <a:ext cx="89280" cy="7146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40CA713C-BC90-8E34-9D87-C32FFB1355BD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654100" y="1728368"/>
                  <a:ext cx="106920" cy="73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7EB205AB-A41E-6CFA-009A-7E6FCB83B9D5}"/>
                    </a:ext>
                  </a:extLst>
                </p14:cNvPr>
                <p14:cNvContentPartPr/>
                <p14:nvPr/>
              </p14:nvContentPartPr>
              <p14:xfrm>
                <a:off x="2583900" y="1675088"/>
                <a:ext cx="216000" cy="2221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7EB205AB-A41E-6CFA-009A-7E6FCB83B9D5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575260" y="1666088"/>
                  <a:ext cx="23364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5A1CCD74-CF66-BE8C-EC0E-977B4683AC84}"/>
                    </a:ext>
                  </a:extLst>
                </p14:cNvPr>
                <p14:cNvContentPartPr/>
                <p14:nvPr/>
              </p14:nvContentPartPr>
              <p14:xfrm>
                <a:off x="3382380" y="1724768"/>
                <a:ext cx="19800" cy="5515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5A1CCD74-CF66-BE8C-EC0E-977B4683AC84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373740" y="1715768"/>
                  <a:ext cx="37440" cy="56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BDC0DF09-216E-F89E-1E37-E86FAD73179C}"/>
                    </a:ext>
                  </a:extLst>
                </p14:cNvPr>
                <p14:cNvContentPartPr/>
                <p14:nvPr/>
              </p14:nvContentPartPr>
              <p14:xfrm>
                <a:off x="3324780" y="1659248"/>
                <a:ext cx="177120" cy="1533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BDC0DF09-216E-F89E-1E37-E86FAD73179C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316140" y="1650248"/>
                  <a:ext cx="19476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05E2B4EB-6BDD-76E4-7174-9CDD15A51D32}"/>
                    </a:ext>
                  </a:extLst>
                </p14:cNvPr>
                <p14:cNvContentPartPr/>
                <p14:nvPr/>
              </p14:nvContentPartPr>
              <p14:xfrm>
                <a:off x="1929420" y="1770488"/>
                <a:ext cx="34200" cy="6458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05E2B4EB-6BDD-76E4-7174-9CDD15A51D32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920420" y="1761488"/>
                  <a:ext cx="51840" cy="66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B771AAA5-AEAB-E314-3D99-45699434D1B4}"/>
                    </a:ext>
                  </a:extLst>
                </p14:cNvPr>
                <p14:cNvContentPartPr/>
                <p14:nvPr/>
              </p14:nvContentPartPr>
              <p14:xfrm>
                <a:off x="1847340" y="1758248"/>
                <a:ext cx="149400" cy="957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B771AAA5-AEAB-E314-3D99-45699434D1B4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838340" y="1749608"/>
                  <a:ext cx="16704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4CBC42C8-D2CA-5371-863F-32DAD4F1B160}"/>
                    </a:ext>
                  </a:extLst>
                </p14:cNvPr>
                <p14:cNvContentPartPr/>
                <p14:nvPr/>
              </p14:nvContentPartPr>
              <p14:xfrm>
                <a:off x="2613060" y="2632688"/>
                <a:ext cx="146160" cy="1123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4CBC42C8-D2CA-5371-863F-32DAD4F1B160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604060" y="2623688"/>
                  <a:ext cx="16380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024A0557-6291-4034-C068-48F58DB5D5C2}"/>
                    </a:ext>
                  </a:extLst>
                </p14:cNvPr>
                <p14:cNvContentPartPr/>
                <p14:nvPr/>
              </p14:nvContentPartPr>
              <p14:xfrm>
                <a:off x="3355020" y="2564648"/>
                <a:ext cx="66960" cy="1270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024A0557-6291-4034-C068-48F58DB5D5C2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3346020" y="2555648"/>
                  <a:ext cx="8460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B7CD3DA2-1421-DD28-ADCB-89A078DE1483}"/>
                    </a:ext>
                  </a:extLst>
                </p14:cNvPr>
                <p14:cNvContentPartPr/>
                <p14:nvPr/>
              </p14:nvContentPartPr>
              <p14:xfrm>
                <a:off x="3212820" y="2548088"/>
                <a:ext cx="242640" cy="187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B7CD3DA2-1421-DD28-ADCB-89A078DE1483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3203820" y="2539088"/>
                  <a:ext cx="26028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1BBAA1EF-0944-DA5E-B32D-4C90B54A4331}"/>
                    </a:ext>
                  </a:extLst>
                </p14:cNvPr>
                <p14:cNvContentPartPr/>
                <p14:nvPr/>
              </p14:nvContentPartPr>
              <p14:xfrm>
                <a:off x="1746180" y="2660048"/>
                <a:ext cx="155520" cy="57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1BBAA1EF-0944-DA5E-B32D-4C90B54A4331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737180" y="2651048"/>
                  <a:ext cx="17316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B1F2BA0A-673C-2D49-EE62-3C037A43E8C5}"/>
                    </a:ext>
                  </a:extLst>
                </p14:cNvPr>
                <p14:cNvContentPartPr/>
                <p14:nvPr/>
              </p14:nvContentPartPr>
              <p14:xfrm>
                <a:off x="1977660" y="2576888"/>
                <a:ext cx="64080" cy="14652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B1F2BA0A-673C-2D49-EE62-3C037A43E8C5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968660" y="2567888"/>
                  <a:ext cx="8172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D2083EB6-9DF3-29E4-9687-0D3CAD98008A}"/>
                    </a:ext>
                  </a:extLst>
                </p14:cNvPr>
                <p14:cNvContentPartPr/>
                <p14:nvPr/>
              </p14:nvContentPartPr>
              <p14:xfrm>
                <a:off x="1868940" y="2560688"/>
                <a:ext cx="157680" cy="111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D2083EB6-9DF3-29E4-9687-0D3CAD98008A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859940" y="2552048"/>
                  <a:ext cx="17532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1517970E-AB94-4F08-0300-51D60659D1A7}"/>
                    </a:ext>
                  </a:extLst>
                </p14:cNvPr>
                <p14:cNvContentPartPr/>
                <p14:nvPr/>
              </p14:nvContentPartPr>
              <p14:xfrm>
                <a:off x="2362860" y="1572848"/>
                <a:ext cx="32040" cy="11052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1517970E-AB94-4F08-0300-51D60659D1A7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354220" y="1564208"/>
                  <a:ext cx="4968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36127633-B4B7-D3E1-4DE0-4B9E6B6AC9F4}"/>
                    </a:ext>
                  </a:extLst>
                </p14:cNvPr>
                <p14:cNvContentPartPr/>
                <p14:nvPr/>
              </p14:nvContentPartPr>
              <p14:xfrm>
                <a:off x="2379420" y="1527128"/>
                <a:ext cx="131760" cy="18828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36127633-B4B7-D3E1-4DE0-4B9E6B6AC9F4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370420" y="1518488"/>
                  <a:ext cx="14940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9F7BC3C5-FE0E-DE43-6BE3-CF38FC7AA27A}"/>
                    </a:ext>
                  </a:extLst>
                </p14:cNvPr>
                <p14:cNvContentPartPr/>
                <p14:nvPr/>
              </p14:nvContentPartPr>
              <p14:xfrm>
                <a:off x="2225340" y="1522088"/>
                <a:ext cx="133200" cy="1983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9F7BC3C5-FE0E-DE43-6BE3-CF38FC7AA27A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2216700" y="1513088"/>
                  <a:ext cx="15084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FBE99102-9C6B-278E-6C87-1A1E506CB6E1}"/>
                    </a:ext>
                  </a:extLst>
                </p14:cNvPr>
                <p14:cNvContentPartPr/>
                <p14:nvPr/>
              </p14:nvContentPartPr>
              <p14:xfrm>
                <a:off x="3068100" y="1527128"/>
                <a:ext cx="33480" cy="11988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FBE99102-9C6B-278E-6C87-1A1E506CB6E1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3059100" y="1518488"/>
                  <a:ext cx="5112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F0B1E136-CE9C-E81E-D5E9-762E1B7255D0}"/>
                    </a:ext>
                  </a:extLst>
                </p14:cNvPr>
                <p14:cNvContentPartPr/>
                <p14:nvPr/>
              </p14:nvContentPartPr>
              <p14:xfrm>
                <a:off x="3101580" y="1490768"/>
                <a:ext cx="140760" cy="19404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F0B1E136-CE9C-E81E-D5E9-762E1B7255D0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3092580" y="1482128"/>
                  <a:ext cx="15840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B400327A-B835-FB7E-3B61-EFDEB9526E36}"/>
                    </a:ext>
                  </a:extLst>
                </p14:cNvPr>
                <p14:cNvContentPartPr/>
                <p14:nvPr/>
              </p14:nvContentPartPr>
              <p14:xfrm>
                <a:off x="2971980" y="1501208"/>
                <a:ext cx="93960" cy="19584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B400327A-B835-FB7E-3B61-EFDEB9526E36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962980" y="1492568"/>
                  <a:ext cx="111600" cy="213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2E88A0D0-4705-9590-C9CC-BBDDA387A055}"/>
              </a:ext>
            </a:extLst>
          </p:cNvPr>
          <p:cNvGrpSpPr/>
          <p:nvPr/>
        </p:nvGrpSpPr>
        <p:grpSpPr>
          <a:xfrm>
            <a:off x="851580" y="360368"/>
            <a:ext cx="2943360" cy="518400"/>
            <a:chOff x="851580" y="360368"/>
            <a:chExt cx="2943360" cy="518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35A8F131-A19E-E1EF-4023-BE39D94286DD}"/>
                    </a:ext>
                  </a:extLst>
                </p14:cNvPr>
                <p14:cNvContentPartPr/>
                <p14:nvPr/>
              </p14:nvContentPartPr>
              <p14:xfrm>
                <a:off x="851580" y="571328"/>
                <a:ext cx="154080" cy="12924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35A8F131-A19E-E1EF-4023-BE39D94286DD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842580" y="562328"/>
                  <a:ext cx="17172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6466A322-1660-061B-72B6-1F318ECD5217}"/>
                    </a:ext>
                  </a:extLst>
                </p14:cNvPr>
                <p14:cNvContentPartPr/>
                <p14:nvPr/>
              </p14:nvContentPartPr>
              <p14:xfrm>
                <a:off x="1103940" y="493208"/>
                <a:ext cx="79920" cy="19728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6466A322-1660-061B-72B6-1F318ECD5217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095300" y="484568"/>
                  <a:ext cx="9756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DD27650F-1E80-5C68-557F-A312683D4896}"/>
                    </a:ext>
                  </a:extLst>
                </p14:cNvPr>
                <p14:cNvContentPartPr/>
                <p14:nvPr/>
              </p14:nvContentPartPr>
              <p14:xfrm>
                <a:off x="1219140" y="465848"/>
                <a:ext cx="96840" cy="20484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DD27650F-1E80-5C68-557F-A312683D4896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210140" y="456848"/>
                  <a:ext cx="11448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1B1FCB54-09E9-D86F-5CF2-11CB9A6FF858}"/>
                    </a:ext>
                  </a:extLst>
                </p14:cNvPr>
                <p14:cNvContentPartPr/>
                <p14:nvPr/>
              </p14:nvContentPartPr>
              <p14:xfrm>
                <a:off x="1226700" y="581768"/>
                <a:ext cx="119160" cy="3780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1B1FCB54-09E9-D86F-5CF2-11CB9A6FF858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217700" y="572768"/>
                  <a:ext cx="13680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5FFAEB4A-8E8C-9688-4917-E7DC378CCDF9}"/>
                    </a:ext>
                  </a:extLst>
                </p14:cNvPr>
                <p14:cNvContentPartPr/>
                <p14:nvPr/>
              </p14:nvContentPartPr>
              <p14:xfrm>
                <a:off x="1309140" y="430928"/>
                <a:ext cx="136440" cy="2919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5FFAEB4A-8E8C-9688-4917-E7DC378CCDF9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300140" y="422288"/>
                  <a:ext cx="154080" cy="30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E05272A5-DAD8-8290-510A-FD772C6C38D2}"/>
                    </a:ext>
                  </a:extLst>
                </p14:cNvPr>
                <p14:cNvContentPartPr/>
                <p14:nvPr/>
              </p14:nvContentPartPr>
              <p14:xfrm>
                <a:off x="1611180" y="656288"/>
                <a:ext cx="108720" cy="936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E05272A5-DAD8-8290-510A-FD772C6C38D2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602180" y="647288"/>
                  <a:ext cx="12636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56417C90-8B4D-3916-A4B6-5142631CE48E}"/>
                    </a:ext>
                  </a:extLst>
                </p14:cNvPr>
                <p14:cNvContentPartPr/>
                <p14:nvPr/>
              </p14:nvContentPartPr>
              <p14:xfrm>
                <a:off x="1617300" y="597248"/>
                <a:ext cx="81720" cy="900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56417C90-8B4D-3916-A4B6-5142631CE48E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608660" y="588608"/>
                  <a:ext cx="9936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C6990C62-A929-8376-2884-A215DF555E07}"/>
                    </a:ext>
                  </a:extLst>
                </p14:cNvPr>
                <p14:cNvContentPartPr/>
                <p14:nvPr/>
              </p14:nvContentPartPr>
              <p14:xfrm>
                <a:off x="1917180" y="472688"/>
                <a:ext cx="354600" cy="22896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C6990C62-A929-8376-2884-A215DF555E07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908180" y="463688"/>
                  <a:ext cx="37224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07422E2F-28A7-C17D-B96C-73F3D552A596}"/>
                    </a:ext>
                  </a:extLst>
                </p14:cNvPr>
                <p14:cNvContentPartPr/>
                <p14:nvPr/>
              </p14:nvContentPartPr>
              <p14:xfrm>
                <a:off x="2009340" y="794888"/>
                <a:ext cx="153720" cy="8388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07422E2F-28A7-C17D-B96C-73F3D552A596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000340" y="785888"/>
                  <a:ext cx="17136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F27359B4-D852-1F78-1DF7-AA9986AC07AE}"/>
                    </a:ext>
                  </a:extLst>
                </p14:cNvPr>
                <p14:cNvContentPartPr/>
                <p14:nvPr/>
              </p14:nvContentPartPr>
              <p14:xfrm>
                <a:off x="2461500" y="457568"/>
                <a:ext cx="165240" cy="24948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F27359B4-D852-1F78-1DF7-AA9986AC07AE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452500" y="448928"/>
                  <a:ext cx="18288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136DD2C7-BECC-1C46-BBE7-5CEBE8491E60}"/>
                    </a:ext>
                  </a:extLst>
                </p14:cNvPr>
                <p14:cNvContentPartPr/>
                <p14:nvPr/>
              </p14:nvContentPartPr>
              <p14:xfrm>
                <a:off x="2691180" y="431648"/>
                <a:ext cx="88200" cy="24444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136DD2C7-BECC-1C46-BBE7-5CEBE8491E60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2682180" y="422648"/>
                  <a:ext cx="10584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E9B857CC-9F68-B4D4-1D39-8C782EB33573}"/>
                    </a:ext>
                  </a:extLst>
                </p14:cNvPr>
                <p14:cNvContentPartPr/>
                <p14:nvPr/>
              </p14:nvContentPartPr>
              <p14:xfrm>
                <a:off x="2830140" y="450008"/>
                <a:ext cx="101880" cy="21924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E9B857CC-9F68-B4D4-1D39-8C782EB33573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2821140" y="441368"/>
                  <a:ext cx="11952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D8DBB7CA-5409-AC93-A763-E869766F056E}"/>
                    </a:ext>
                  </a:extLst>
                </p14:cNvPr>
                <p14:cNvContentPartPr/>
                <p14:nvPr/>
              </p14:nvContentPartPr>
              <p14:xfrm>
                <a:off x="2789820" y="560528"/>
                <a:ext cx="129960" cy="720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D8DBB7CA-5409-AC93-A763-E869766F056E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2781180" y="551888"/>
                  <a:ext cx="14760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F37F666A-27F3-628C-4BDD-B4BC4BB0C1BD}"/>
                    </a:ext>
                  </a:extLst>
                </p14:cNvPr>
                <p14:cNvContentPartPr/>
                <p14:nvPr/>
              </p14:nvContentPartPr>
              <p14:xfrm>
                <a:off x="3102660" y="571328"/>
                <a:ext cx="61560" cy="360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F37F666A-27F3-628C-4BDD-B4BC4BB0C1BD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093660" y="562328"/>
                  <a:ext cx="7920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95A72063-5450-DFB2-46A8-CC542B5D26BA}"/>
                    </a:ext>
                  </a:extLst>
                </p14:cNvPr>
                <p14:cNvContentPartPr/>
                <p14:nvPr/>
              </p14:nvContentPartPr>
              <p14:xfrm>
                <a:off x="3215700" y="539288"/>
                <a:ext cx="169560" cy="9396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95A72063-5450-DFB2-46A8-CC542B5D26BA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3207060" y="530648"/>
                  <a:ext cx="18720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4EB58682-B688-F01A-5CE7-2A47947ECB5D}"/>
                    </a:ext>
                  </a:extLst>
                </p14:cNvPr>
                <p14:cNvContentPartPr/>
                <p14:nvPr/>
              </p14:nvContentPartPr>
              <p14:xfrm>
                <a:off x="3501540" y="498608"/>
                <a:ext cx="30960" cy="13428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4EB58682-B688-F01A-5CE7-2A47947ECB5D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3492540" y="489608"/>
                  <a:ext cx="4860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6E30D512-B4E2-0EC2-3E02-C2C2BE384C84}"/>
                    </a:ext>
                  </a:extLst>
                </p14:cNvPr>
                <p14:cNvContentPartPr/>
                <p14:nvPr/>
              </p14:nvContentPartPr>
              <p14:xfrm>
                <a:off x="3359340" y="444968"/>
                <a:ext cx="234720" cy="176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6E30D512-B4E2-0EC2-3E02-C2C2BE384C84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3350700" y="436328"/>
                  <a:ext cx="25236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B750ED48-3BC1-CB00-3C00-E43C2F0FEF74}"/>
                    </a:ext>
                  </a:extLst>
                </p14:cNvPr>
                <p14:cNvContentPartPr/>
                <p14:nvPr/>
              </p14:nvContentPartPr>
              <p14:xfrm>
                <a:off x="3605580" y="360368"/>
                <a:ext cx="189360" cy="32868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B750ED48-3BC1-CB00-3C00-E43C2F0FEF74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3596580" y="351728"/>
                  <a:ext cx="207000" cy="346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579C2814-C54A-EF3D-906B-47AD718C6706}"/>
              </a:ext>
            </a:extLst>
          </p:cNvPr>
          <p:cNvGrpSpPr/>
          <p:nvPr/>
        </p:nvGrpSpPr>
        <p:grpSpPr>
          <a:xfrm>
            <a:off x="10193940" y="1791368"/>
            <a:ext cx="203040" cy="608760"/>
            <a:chOff x="10193940" y="1791368"/>
            <a:chExt cx="203040" cy="608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2306780D-E405-775E-32DF-B10404C8BEA7}"/>
                    </a:ext>
                  </a:extLst>
                </p14:cNvPr>
                <p14:cNvContentPartPr/>
                <p14:nvPr/>
              </p14:nvContentPartPr>
              <p14:xfrm>
                <a:off x="10302300" y="1871288"/>
                <a:ext cx="47880" cy="52884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2306780D-E405-775E-32DF-B10404C8BEA7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0293660" y="1862648"/>
                  <a:ext cx="65520" cy="54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5C06725B-4810-19EC-F9D4-0C070D52D619}"/>
                    </a:ext>
                  </a:extLst>
                </p14:cNvPr>
                <p14:cNvContentPartPr/>
                <p14:nvPr/>
              </p14:nvContentPartPr>
              <p14:xfrm>
                <a:off x="10302300" y="1927448"/>
                <a:ext cx="94680" cy="40104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5C06725B-4810-19EC-F9D4-0C070D52D619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0293660" y="1918448"/>
                  <a:ext cx="112320" cy="41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6A43DC05-B147-B787-C148-B18A48F3E184}"/>
                    </a:ext>
                  </a:extLst>
                </p14:cNvPr>
                <p14:cNvContentPartPr/>
                <p14:nvPr/>
              </p14:nvContentPartPr>
              <p14:xfrm>
                <a:off x="10193940" y="1791368"/>
                <a:ext cx="186840" cy="24552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6A43DC05-B147-B787-C148-B18A48F3E184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0184940" y="1782368"/>
                  <a:ext cx="204480" cy="263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93BBA054-518B-E589-DA54-CD1F17296D54}"/>
              </a:ext>
            </a:extLst>
          </p:cNvPr>
          <p:cNvGrpSpPr/>
          <p:nvPr/>
        </p:nvGrpSpPr>
        <p:grpSpPr>
          <a:xfrm>
            <a:off x="7461900" y="1762928"/>
            <a:ext cx="258480" cy="590040"/>
            <a:chOff x="7461900" y="1762928"/>
            <a:chExt cx="258480" cy="590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9D539BB9-AFF3-9E3F-CDCE-FA0B9A830E68}"/>
                    </a:ext>
                  </a:extLst>
                </p14:cNvPr>
                <p14:cNvContentPartPr/>
                <p14:nvPr/>
              </p14:nvContentPartPr>
              <p14:xfrm>
                <a:off x="7564500" y="1846808"/>
                <a:ext cx="64080" cy="48348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9D539BB9-AFF3-9E3F-CDCE-FA0B9A830E68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7555500" y="1837808"/>
                  <a:ext cx="81720" cy="50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0045BE90-06F9-764F-A0D6-ED18D26BC8D7}"/>
                    </a:ext>
                  </a:extLst>
                </p14:cNvPr>
                <p14:cNvContentPartPr/>
                <p14:nvPr/>
              </p14:nvContentPartPr>
              <p14:xfrm>
                <a:off x="7637220" y="1958408"/>
                <a:ext cx="83160" cy="39456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0045BE90-06F9-764F-A0D6-ED18D26BC8D7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7628220" y="1949768"/>
                  <a:ext cx="100800" cy="41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83FE6F8C-99C7-98D3-9206-F59C381B757A}"/>
                    </a:ext>
                  </a:extLst>
                </p14:cNvPr>
                <p14:cNvContentPartPr/>
                <p14:nvPr/>
              </p14:nvContentPartPr>
              <p14:xfrm>
                <a:off x="7461900" y="1762928"/>
                <a:ext cx="237960" cy="19080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83FE6F8C-99C7-98D3-9206-F59C381B757A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7452900" y="1753928"/>
                  <a:ext cx="255600" cy="208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C5385ABB-AC09-EE54-6F42-97FDA35C6A56}"/>
                  </a:ext>
                </a:extLst>
              </p14:cNvPr>
              <p14:cNvContentPartPr/>
              <p14:nvPr/>
            </p14:nvContentPartPr>
            <p14:xfrm>
              <a:off x="8476380" y="2643128"/>
              <a:ext cx="195840" cy="109800"/>
            </p14:xfrm>
          </p:contentPart>
        </mc:Choice>
        <mc:Fallback xmlns=""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C5385ABB-AC09-EE54-6F42-97FDA35C6A56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8467380" y="2634128"/>
                <a:ext cx="213480" cy="127440"/>
              </a:xfrm>
              <a:prstGeom prst="rect">
                <a:avLst/>
              </a:prstGeom>
            </p:spPr>
          </p:pic>
        </mc:Fallback>
      </mc:AlternateContent>
      <p:grpSp>
        <p:nvGrpSpPr>
          <p:cNvPr id="101" name="Group 100">
            <a:extLst>
              <a:ext uri="{FF2B5EF4-FFF2-40B4-BE49-F238E27FC236}">
                <a16:creationId xmlns:a16="http://schemas.microsoft.com/office/drawing/2014/main" id="{31B9C8F9-A86F-C3AE-CB6E-D701551E5179}"/>
              </a:ext>
            </a:extLst>
          </p:cNvPr>
          <p:cNvGrpSpPr/>
          <p:nvPr/>
        </p:nvGrpSpPr>
        <p:grpSpPr>
          <a:xfrm>
            <a:off x="9331020" y="2623688"/>
            <a:ext cx="1449720" cy="265680"/>
            <a:chOff x="9331020" y="2623688"/>
            <a:chExt cx="1449720" cy="265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38613C69-C68E-64B9-789E-64C2C42648B3}"/>
                    </a:ext>
                  </a:extLst>
                </p14:cNvPr>
                <p14:cNvContentPartPr/>
                <p14:nvPr/>
              </p14:nvContentPartPr>
              <p14:xfrm>
                <a:off x="9331020" y="2634848"/>
                <a:ext cx="329400" cy="15048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38613C69-C68E-64B9-789E-64C2C42648B3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9322020" y="2625848"/>
                  <a:ext cx="34704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71EB45B7-8167-CBCB-B3F8-A606000B7D45}"/>
                    </a:ext>
                  </a:extLst>
                </p14:cNvPr>
                <p14:cNvContentPartPr/>
                <p14:nvPr/>
              </p14:nvContentPartPr>
              <p14:xfrm>
                <a:off x="9716220" y="2768768"/>
                <a:ext cx="125640" cy="11088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71EB45B7-8167-CBCB-B3F8-A606000B7D45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9707580" y="2759768"/>
                  <a:ext cx="14328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9F19DF28-CF90-852C-5EB6-85DAAE9AC7A5}"/>
                    </a:ext>
                  </a:extLst>
                </p14:cNvPr>
                <p14:cNvContentPartPr/>
                <p14:nvPr/>
              </p14:nvContentPartPr>
              <p14:xfrm>
                <a:off x="10188180" y="2623688"/>
                <a:ext cx="188280" cy="18180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9F19DF28-CF90-852C-5EB6-85DAAE9AC7A5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0179180" y="2614688"/>
                  <a:ext cx="20592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64BF0ECC-2FCD-B2F9-114C-938E98D2884B}"/>
                    </a:ext>
                  </a:extLst>
                </p14:cNvPr>
                <p14:cNvContentPartPr/>
                <p14:nvPr/>
              </p14:nvContentPartPr>
              <p14:xfrm>
                <a:off x="10421820" y="2643488"/>
                <a:ext cx="257760" cy="15696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64BF0ECC-2FCD-B2F9-114C-938E98D2884B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0413180" y="2634488"/>
                  <a:ext cx="27540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F4770D8B-6D8F-0124-0AE1-3F021190C576}"/>
                    </a:ext>
                  </a:extLst>
                </p14:cNvPr>
                <p14:cNvContentPartPr/>
                <p14:nvPr/>
              </p14:nvContentPartPr>
              <p14:xfrm>
                <a:off x="10720260" y="2773808"/>
                <a:ext cx="60480" cy="11556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F4770D8B-6D8F-0124-0AE1-3F021190C576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0711260" y="2764808"/>
                  <a:ext cx="78120" cy="133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DA42B1C7-09B8-0B2A-C9C9-A62F23929AF1}"/>
              </a:ext>
            </a:extLst>
          </p:cNvPr>
          <p:cNvGrpSpPr/>
          <p:nvPr/>
        </p:nvGrpSpPr>
        <p:grpSpPr>
          <a:xfrm>
            <a:off x="10723140" y="1126808"/>
            <a:ext cx="997920" cy="456480"/>
            <a:chOff x="10723140" y="1126808"/>
            <a:chExt cx="997920" cy="456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0DADE04C-24ED-52B1-0FB5-952A4FDA598F}"/>
                    </a:ext>
                  </a:extLst>
                </p14:cNvPr>
                <p14:cNvContentPartPr/>
                <p14:nvPr/>
              </p14:nvContentPartPr>
              <p14:xfrm>
                <a:off x="10723140" y="1256048"/>
                <a:ext cx="213120" cy="16812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0DADE04C-24ED-52B1-0FB5-952A4FDA598F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0714500" y="1247408"/>
                  <a:ext cx="23076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072351A0-6D71-F269-3847-BB950E1142D7}"/>
                    </a:ext>
                  </a:extLst>
                </p14:cNvPr>
                <p14:cNvContentPartPr/>
                <p14:nvPr/>
              </p14:nvContentPartPr>
              <p14:xfrm>
                <a:off x="11005020" y="1397528"/>
                <a:ext cx="97920" cy="9504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072351A0-6D71-F269-3847-BB950E1142D7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0996380" y="1388888"/>
                  <a:ext cx="11556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DBAD1206-7EA9-2EFD-5775-A0B04D55AFAB}"/>
                    </a:ext>
                  </a:extLst>
                </p14:cNvPr>
                <p14:cNvContentPartPr/>
                <p14:nvPr/>
              </p14:nvContentPartPr>
              <p14:xfrm>
                <a:off x="11180700" y="1369448"/>
                <a:ext cx="88560" cy="252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DBAD1206-7EA9-2EFD-5775-A0B04D55AFAB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1171700" y="1360448"/>
                  <a:ext cx="10620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9FBE9F5E-028D-720A-2B9F-AAFBA0AA3DC4}"/>
                    </a:ext>
                  </a:extLst>
                </p14:cNvPr>
                <p14:cNvContentPartPr/>
                <p14:nvPr/>
              </p14:nvContentPartPr>
              <p14:xfrm>
                <a:off x="11165220" y="1315088"/>
                <a:ext cx="104040" cy="972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9FBE9F5E-028D-720A-2B9F-AAFBA0AA3DC4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1156220" y="1306448"/>
                  <a:ext cx="12168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4D0E3E81-0D35-AC04-B5B4-27607EA6F91A}"/>
                    </a:ext>
                  </a:extLst>
                </p14:cNvPr>
                <p14:cNvContentPartPr/>
                <p14:nvPr/>
              </p14:nvContentPartPr>
              <p14:xfrm>
                <a:off x="11325780" y="1126808"/>
                <a:ext cx="145440" cy="9504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4D0E3E81-0D35-AC04-B5B4-27607EA6F91A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1317140" y="1118168"/>
                  <a:ext cx="16308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92B1D797-E6A1-5225-2DE1-3A7A909BB237}"/>
                    </a:ext>
                  </a:extLst>
                </p14:cNvPr>
                <p14:cNvContentPartPr/>
                <p14:nvPr/>
              </p14:nvContentPartPr>
              <p14:xfrm>
                <a:off x="11559780" y="1163528"/>
                <a:ext cx="35640" cy="5940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92B1D797-E6A1-5225-2DE1-3A7A909BB237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1550780" y="1154888"/>
                  <a:ext cx="5328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7B0FEF5A-2F76-D605-74D5-1CE1A7B89EE8}"/>
                    </a:ext>
                  </a:extLst>
                </p14:cNvPr>
                <p14:cNvContentPartPr/>
                <p14:nvPr/>
              </p14:nvContentPartPr>
              <p14:xfrm>
                <a:off x="11601180" y="1163528"/>
                <a:ext cx="51480" cy="7596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7B0FEF5A-2F76-D605-74D5-1CE1A7B89EE8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1592540" y="1154888"/>
                  <a:ext cx="6912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F888871D-EC2F-3333-8D83-A8F40ABBCA43}"/>
                    </a:ext>
                  </a:extLst>
                </p14:cNvPr>
                <p14:cNvContentPartPr/>
                <p14:nvPr/>
              </p14:nvContentPartPr>
              <p14:xfrm>
                <a:off x="11560140" y="1136168"/>
                <a:ext cx="98640" cy="1188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F888871D-EC2F-3333-8D83-A8F40ABBCA43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1551500" y="1127528"/>
                  <a:ext cx="11628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B7DF8C26-9AC2-760E-BC98-F352D71B1230}"/>
                    </a:ext>
                  </a:extLst>
                </p14:cNvPr>
                <p14:cNvContentPartPr/>
                <p14:nvPr/>
              </p14:nvContentPartPr>
              <p14:xfrm>
                <a:off x="11317500" y="1342088"/>
                <a:ext cx="403560" cy="1872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B7DF8C26-9AC2-760E-BC98-F352D71B1230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1308860" y="1333088"/>
                  <a:ext cx="42120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BF0EF93D-01C8-CC74-E864-CF3DCFBC2370}"/>
                    </a:ext>
                  </a:extLst>
                </p14:cNvPr>
                <p14:cNvContentPartPr/>
                <p14:nvPr/>
              </p14:nvContentPartPr>
              <p14:xfrm>
                <a:off x="11512980" y="1467008"/>
                <a:ext cx="37440" cy="11628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BF0EF93D-01C8-CC74-E864-CF3DCFBC2370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1504340" y="1458368"/>
                  <a:ext cx="5508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BF72F5CC-8DAB-5DC3-3EF9-4C0F9374BFB4}"/>
                    </a:ext>
                  </a:extLst>
                </p14:cNvPr>
                <p14:cNvContentPartPr/>
                <p14:nvPr/>
              </p14:nvContentPartPr>
              <p14:xfrm>
                <a:off x="11409300" y="1449008"/>
                <a:ext cx="207720" cy="1476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BF72F5CC-8DAB-5DC3-3EF9-4C0F9374BFB4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1400660" y="1440368"/>
                  <a:ext cx="225360" cy="32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DEC9A41E-D294-299A-6DBF-864A7600E728}"/>
              </a:ext>
            </a:extLst>
          </p:cNvPr>
          <p:cNvGrpSpPr/>
          <p:nvPr/>
        </p:nvGrpSpPr>
        <p:grpSpPr>
          <a:xfrm>
            <a:off x="7959420" y="1527488"/>
            <a:ext cx="1657440" cy="898560"/>
            <a:chOff x="7959420" y="1527488"/>
            <a:chExt cx="1657440" cy="898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B7BC776C-800F-46CC-10DF-3BA5DCBBC287}"/>
                    </a:ext>
                  </a:extLst>
                </p14:cNvPr>
                <p14:cNvContentPartPr/>
                <p14:nvPr/>
              </p14:nvContentPartPr>
              <p14:xfrm>
                <a:off x="9481140" y="1865528"/>
                <a:ext cx="42480" cy="56052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B7BC776C-800F-46CC-10DF-3BA5DCBBC287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9472500" y="1856888"/>
                  <a:ext cx="60120" cy="57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F9855C73-C68D-70AB-CE4E-68DBB7E410DF}"/>
                    </a:ext>
                  </a:extLst>
                </p14:cNvPr>
                <p14:cNvContentPartPr/>
                <p14:nvPr/>
              </p14:nvContentPartPr>
              <p14:xfrm>
                <a:off x="9496980" y="1883888"/>
                <a:ext cx="119880" cy="46260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F9855C73-C68D-70AB-CE4E-68DBB7E410DF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9488340" y="1875248"/>
                  <a:ext cx="137520" cy="48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9E7A84B6-E4EE-068E-AFAC-39CFBD83D0B3}"/>
                    </a:ext>
                  </a:extLst>
                </p14:cNvPr>
                <p14:cNvContentPartPr/>
                <p14:nvPr/>
              </p14:nvContentPartPr>
              <p14:xfrm>
                <a:off x="9389700" y="1782368"/>
                <a:ext cx="164880" cy="15084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9E7A84B6-E4EE-068E-AFAC-39CFBD83D0B3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9380700" y="1773368"/>
                  <a:ext cx="18252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A8ECA7C9-DE69-EBF8-1E19-511CCD832FA5}"/>
                    </a:ext>
                  </a:extLst>
                </p14:cNvPr>
                <p14:cNvContentPartPr/>
                <p14:nvPr/>
              </p14:nvContentPartPr>
              <p14:xfrm>
                <a:off x="8083980" y="1547648"/>
                <a:ext cx="127800" cy="7956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A8ECA7C9-DE69-EBF8-1E19-511CCD832FA5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8074980" y="1539008"/>
                  <a:ext cx="14544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CA9975A8-E377-1967-8499-FB7CF38BFD47}"/>
                    </a:ext>
                  </a:extLst>
                </p14:cNvPr>
                <p14:cNvContentPartPr/>
                <p14:nvPr/>
              </p14:nvContentPartPr>
              <p14:xfrm>
                <a:off x="8250660" y="1568888"/>
                <a:ext cx="19800" cy="6012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CA9975A8-E377-1967-8499-FB7CF38BFD47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8242020" y="1559888"/>
                  <a:ext cx="3744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64BC0794-E249-1048-B0CA-667E2F46CEA4}"/>
                    </a:ext>
                  </a:extLst>
                </p14:cNvPr>
                <p14:cNvContentPartPr/>
                <p14:nvPr/>
              </p14:nvContentPartPr>
              <p14:xfrm>
                <a:off x="8312580" y="1573928"/>
                <a:ext cx="11880" cy="5616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64BC0794-E249-1048-B0CA-667E2F46CEA4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8303580" y="1565288"/>
                  <a:ext cx="2952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BFA59CD0-5CCF-C336-185F-54259B4425B3}"/>
                    </a:ext>
                  </a:extLst>
                </p14:cNvPr>
                <p14:cNvContentPartPr/>
                <p14:nvPr/>
              </p14:nvContentPartPr>
              <p14:xfrm>
                <a:off x="8209260" y="1527488"/>
                <a:ext cx="124560" cy="2088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BFA59CD0-5CCF-C336-185F-54259B4425B3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8200260" y="1518848"/>
                  <a:ext cx="14220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8F7CCC2F-02A9-F675-849C-19E0506181C1}"/>
                    </a:ext>
                  </a:extLst>
                </p14:cNvPr>
                <p14:cNvContentPartPr/>
                <p14:nvPr/>
              </p14:nvContentPartPr>
              <p14:xfrm>
                <a:off x="8530740" y="1887488"/>
                <a:ext cx="93600" cy="43272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8F7CCC2F-02A9-F675-849C-19E0506181C1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8522100" y="1878488"/>
                  <a:ext cx="111240" cy="45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90799500-7CB4-6FC7-C551-007C80D5B2F2}"/>
                    </a:ext>
                  </a:extLst>
                </p14:cNvPr>
                <p14:cNvContentPartPr/>
                <p14:nvPr/>
              </p14:nvContentPartPr>
              <p14:xfrm>
                <a:off x="8587620" y="1902968"/>
                <a:ext cx="53280" cy="47772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90799500-7CB4-6FC7-C551-007C80D5B2F2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8578980" y="1893968"/>
                  <a:ext cx="70920" cy="49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47170B1B-F4A6-AD14-2FD4-CFAF0BBFA422}"/>
                    </a:ext>
                  </a:extLst>
                </p14:cNvPr>
                <p14:cNvContentPartPr/>
                <p14:nvPr/>
              </p14:nvContentPartPr>
              <p14:xfrm>
                <a:off x="8449020" y="1783808"/>
                <a:ext cx="222480" cy="19080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47170B1B-F4A6-AD14-2FD4-CFAF0BBFA422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8440380" y="1774808"/>
                  <a:ext cx="24012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FE6DC7B9-9117-78FC-3142-0ED9643B9516}"/>
                    </a:ext>
                  </a:extLst>
                </p14:cNvPr>
                <p14:cNvContentPartPr/>
                <p14:nvPr/>
              </p14:nvContentPartPr>
              <p14:xfrm>
                <a:off x="8078580" y="1755728"/>
                <a:ext cx="296640" cy="3168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FE6DC7B9-9117-78FC-3142-0ED9643B9516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8069580" y="1746728"/>
                  <a:ext cx="31428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F7FA01B3-C1A9-3CBB-4A7D-8AEB36B7FB22}"/>
                    </a:ext>
                  </a:extLst>
                </p14:cNvPr>
                <p14:cNvContentPartPr/>
                <p14:nvPr/>
              </p14:nvContentPartPr>
              <p14:xfrm>
                <a:off x="8230140" y="1859768"/>
                <a:ext cx="19800" cy="9108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F7FA01B3-C1A9-3CBB-4A7D-8AEB36B7FB22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8221140" y="1851128"/>
                  <a:ext cx="3744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47BC59B1-B123-6D34-125F-71E573065B73}"/>
                    </a:ext>
                  </a:extLst>
                </p14:cNvPr>
                <p14:cNvContentPartPr/>
                <p14:nvPr/>
              </p14:nvContentPartPr>
              <p14:xfrm>
                <a:off x="8136900" y="1828808"/>
                <a:ext cx="155160" cy="2628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47BC59B1-B123-6D34-125F-71E573065B73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8128260" y="1819808"/>
                  <a:ext cx="17280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9348C910-3BAB-1F84-1615-72FD50DA9FDF}"/>
                    </a:ext>
                  </a:extLst>
                </p14:cNvPr>
                <p14:cNvContentPartPr/>
                <p14:nvPr/>
              </p14:nvContentPartPr>
              <p14:xfrm>
                <a:off x="7959420" y="1617848"/>
                <a:ext cx="61200" cy="22248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9348C910-3BAB-1F84-1615-72FD50DA9FDF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7950420" y="1608848"/>
                  <a:ext cx="7884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7B060554-D136-C993-45B6-A275A2AD406E}"/>
                    </a:ext>
                  </a:extLst>
                </p14:cNvPr>
                <p14:cNvContentPartPr/>
                <p14:nvPr/>
              </p14:nvContentPartPr>
              <p14:xfrm>
                <a:off x="8406180" y="1636568"/>
                <a:ext cx="43200" cy="20304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7B060554-D136-C993-45B6-A275A2AD406E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8397180" y="1627568"/>
                  <a:ext cx="6084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5B25078B-60B5-5812-4C91-8730CBC4AC94}"/>
                    </a:ext>
                  </a:extLst>
                </p14:cNvPr>
                <p14:cNvContentPartPr/>
                <p14:nvPr/>
              </p14:nvContentPartPr>
              <p14:xfrm>
                <a:off x="9013860" y="1563848"/>
                <a:ext cx="103680" cy="10800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5B25078B-60B5-5812-4C91-8730CBC4AC94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9005220" y="1555208"/>
                  <a:ext cx="12132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B1268EA8-5042-279E-8EDF-52B53F01DC42}"/>
                    </a:ext>
                  </a:extLst>
                </p14:cNvPr>
                <p14:cNvContentPartPr/>
                <p14:nvPr/>
              </p14:nvContentPartPr>
              <p14:xfrm>
                <a:off x="9185220" y="1605248"/>
                <a:ext cx="30240" cy="5472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B1268EA8-5042-279E-8EDF-52B53F01DC42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9176580" y="1596248"/>
                  <a:ext cx="4788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E3107480-31C2-8881-A0B2-9D9640E11354}"/>
                    </a:ext>
                  </a:extLst>
                </p14:cNvPr>
                <p14:cNvContentPartPr/>
                <p14:nvPr/>
              </p14:nvContentPartPr>
              <p14:xfrm>
                <a:off x="9237420" y="1589768"/>
                <a:ext cx="35280" cy="7380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E3107480-31C2-8881-A0B2-9D9640E11354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9228420" y="1580768"/>
                  <a:ext cx="5292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541178F3-9F12-6BDD-0197-10061F36A9CC}"/>
                    </a:ext>
                  </a:extLst>
                </p14:cNvPr>
                <p14:cNvContentPartPr/>
                <p14:nvPr/>
              </p14:nvContentPartPr>
              <p14:xfrm>
                <a:off x="9216180" y="1558448"/>
                <a:ext cx="57600" cy="972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541178F3-9F12-6BDD-0197-10061F36A9CC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9207540" y="1549808"/>
                  <a:ext cx="7524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1DFCEEE8-B242-E5E7-DB1E-636624E8F5BC}"/>
                    </a:ext>
                  </a:extLst>
                </p14:cNvPr>
                <p14:cNvContentPartPr/>
                <p14:nvPr/>
              </p14:nvContentPartPr>
              <p14:xfrm>
                <a:off x="9058500" y="1776248"/>
                <a:ext cx="241560" cy="1116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1DFCEEE8-B242-E5E7-DB1E-636624E8F5BC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9049860" y="1767248"/>
                  <a:ext cx="25920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D3E33488-7C51-C30D-A1F4-17C0FF0C1170}"/>
                    </a:ext>
                  </a:extLst>
                </p14:cNvPr>
                <p14:cNvContentPartPr/>
                <p14:nvPr/>
              </p14:nvContentPartPr>
              <p14:xfrm>
                <a:off x="9138780" y="1875248"/>
                <a:ext cx="32400" cy="10188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D3E33488-7C51-C30D-A1F4-17C0FF0C1170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9129780" y="1866608"/>
                  <a:ext cx="5004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40029F31-B0FC-56B1-F361-7E4E1BD63560}"/>
                    </a:ext>
                  </a:extLst>
                </p14:cNvPr>
                <p14:cNvContentPartPr/>
                <p14:nvPr/>
              </p14:nvContentPartPr>
              <p14:xfrm>
                <a:off x="9097020" y="1859768"/>
                <a:ext cx="119880" cy="432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40029F31-B0FC-56B1-F361-7E4E1BD63560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9088020" y="1851128"/>
                  <a:ext cx="13752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3BD07AFE-ECF6-3880-E0AB-1712F7FA9F61}"/>
                    </a:ext>
                  </a:extLst>
                </p14:cNvPr>
                <p14:cNvContentPartPr/>
                <p14:nvPr/>
              </p14:nvContentPartPr>
              <p14:xfrm>
                <a:off x="9124380" y="1548008"/>
                <a:ext cx="119520" cy="576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3BD07AFE-ECF6-3880-E0AB-1712F7FA9F61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9115740" y="1539368"/>
                  <a:ext cx="13716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C1B4B7EF-1AC3-7A28-D582-7ECA08975B6F}"/>
                    </a:ext>
                  </a:extLst>
                </p14:cNvPr>
                <p14:cNvContentPartPr/>
                <p14:nvPr/>
              </p14:nvContentPartPr>
              <p14:xfrm>
                <a:off x="8894700" y="1643408"/>
                <a:ext cx="70200" cy="17640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C1B4B7EF-1AC3-7A28-D582-7ECA08975B6F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8886060" y="1634768"/>
                  <a:ext cx="8784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80F6F94F-E882-E69F-A5A3-E22071F51B61}"/>
                    </a:ext>
                  </a:extLst>
                </p14:cNvPr>
                <p14:cNvContentPartPr/>
                <p14:nvPr/>
              </p14:nvContentPartPr>
              <p14:xfrm>
                <a:off x="9387900" y="1631168"/>
                <a:ext cx="43200" cy="20664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80F6F94F-E882-E69F-A5A3-E22071F51B61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9379260" y="1622528"/>
                  <a:ext cx="60840" cy="224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236C1C3C-B561-B752-81FE-4EBB6150F7A7}"/>
              </a:ext>
            </a:extLst>
          </p:cNvPr>
          <p:cNvGrpSpPr/>
          <p:nvPr/>
        </p:nvGrpSpPr>
        <p:grpSpPr>
          <a:xfrm>
            <a:off x="6493860" y="360728"/>
            <a:ext cx="2586600" cy="594360"/>
            <a:chOff x="6493860" y="360728"/>
            <a:chExt cx="2586600" cy="594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A0EE6C02-8BEB-7C88-8697-D34A3E7EE8AB}"/>
                    </a:ext>
                  </a:extLst>
                </p14:cNvPr>
                <p14:cNvContentPartPr/>
                <p14:nvPr/>
              </p14:nvContentPartPr>
              <p14:xfrm>
                <a:off x="6493860" y="446048"/>
                <a:ext cx="194760" cy="29196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A0EE6C02-8BEB-7C88-8697-D34A3E7EE8AB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6485220" y="437408"/>
                  <a:ext cx="212400" cy="30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DFDDB845-B2C2-4321-2A36-77C87FA53B31}"/>
                    </a:ext>
                  </a:extLst>
                </p14:cNvPr>
                <p14:cNvContentPartPr/>
                <p14:nvPr/>
              </p14:nvContentPartPr>
              <p14:xfrm>
                <a:off x="6795180" y="388448"/>
                <a:ext cx="114840" cy="37620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DFDDB845-B2C2-4321-2A36-77C87FA53B31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6786180" y="379448"/>
                  <a:ext cx="132480" cy="39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B79E2B44-9890-1964-994B-9CCB990EF169}"/>
                    </a:ext>
                  </a:extLst>
                </p14:cNvPr>
                <p14:cNvContentPartPr/>
                <p14:nvPr/>
              </p14:nvContentPartPr>
              <p14:xfrm>
                <a:off x="6945300" y="623168"/>
                <a:ext cx="105840" cy="23364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B79E2B44-9890-1964-994B-9CCB990EF169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6936300" y="614528"/>
                  <a:ext cx="12348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31F98AED-0C0C-06ED-267A-45CA2ECFADF7}"/>
                    </a:ext>
                  </a:extLst>
                </p14:cNvPr>
                <p14:cNvContentPartPr/>
                <p14:nvPr/>
              </p14:nvContentPartPr>
              <p14:xfrm>
                <a:off x="6951420" y="488168"/>
                <a:ext cx="360" cy="1440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31F98AED-0C0C-06ED-267A-45CA2ECFADF7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6942420" y="479528"/>
                  <a:ext cx="1800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DE360320-522D-05B5-A010-9E0F3D69C95A}"/>
                    </a:ext>
                  </a:extLst>
                </p14:cNvPr>
                <p14:cNvContentPartPr/>
                <p14:nvPr/>
              </p14:nvContentPartPr>
              <p14:xfrm>
                <a:off x="7117380" y="471248"/>
                <a:ext cx="221760" cy="19944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DE360320-522D-05B5-A010-9E0F3D69C95A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7108380" y="462248"/>
                  <a:ext cx="23940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108497C5-FB47-51B6-842C-ECA907C75A91}"/>
                    </a:ext>
                  </a:extLst>
                </p14:cNvPr>
                <p14:cNvContentPartPr/>
                <p14:nvPr/>
              </p14:nvContentPartPr>
              <p14:xfrm>
                <a:off x="7315020" y="425888"/>
                <a:ext cx="151560" cy="32652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108497C5-FB47-51B6-842C-ECA907C75A91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7306020" y="416888"/>
                  <a:ext cx="169200" cy="34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C6895386-B8E5-877A-5178-247463150D70}"/>
                    </a:ext>
                  </a:extLst>
                </p14:cNvPr>
                <p14:cNvContentPartPr/>
                <p14:nvPr/>
              </p14:nvContentPartPr>
              <p14:xfrm>
                <a:off x="7684380" y="642608"/>
                <a:ext cx="98640" cy="756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C6895386-B8E5-877A-5178-247463150D70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7675380" y="633608"/>
                  <a:ext cx="11628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280A3A0F-0E88-B342-55EE-95ECE903935F}"/>
                    </a:ext>
                  </a:extLst>
                </p14:cNvPr>
                <p14:cNvContentPartPr/>
                <p14:nvPr/>
              </p14:nvContentPartPr>
              <p14:xfrm>
                <a:off x="7669620" y="562328"/>
                <a:ext cx="128880" cy="2520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280A3A0F-0E88-B342-55EE-95ECE903935F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7660980" y="553328"/>
                  <a:ext cx="14652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E01C5CFF-5AC9-9D08-75D1-A30A2C4B948B}"/>
                    </a:ext>
                  </a:extLst>
                </p14:cNvPr>
                <p14:cNvContentPartPr/>
                <p14:nvPr/>
              </p14:nvContentPartPr>
              <p14:xfrm>
                <a:off x="7959420" y="367568"/>
                <a:ext cx="161280" cy="11664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E01C5CFF-5AC9-9D08-75D1-A30A2C4B948B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7950420" y="358928"/>
                  <a:ext cx="17892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46496555-0F8E-3BEE-89A3-CD115776A219}"/>
                    </a:ext>
                  </a:extLst>
                </p14:cNvPr>
                <p14:cNvContentPartPr/>
                <p14:nvPr/>
              </p14:nvContentPartPr>
              <p14:xfrm>
                <a:off x="8177580" y="410408"/>
                <a:ext cx="61920" cy="7056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46496555-0F8E-3BEE-89A3-CD115776A219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8168580" y="401408"/>
                  <a:ext cx="7956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382A2EAB-507A-C8FF-6010-6BC909B30D10}"/>
                    </a:ext>
                  </a:extLst>
                </p14:cNvPr>
                <p14:cNvContentPartPr/>
                <p14:nvPr/>
              </p14:nvContentPartPr>
              <p14:xfrm>
                <a:off x="8244900" y="410408"/>
                <a:ext cx="45000" cy="5724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382A2EAB-507A-C8FF-6010-6BC909B30D10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8236260" y="401408"/>
                  <a:ext cx="6264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919AC6A5-CA64-EF59-9716-AB6A7938960A}"/>
                    </a:ext>
                  </a:extLst>
                </p14:cNvPr>
                <p14:cNvContentPartPr/>
                <p14:nvPr/>
              </p14:nvContentPartPr>
              <p14:xfrm>
                <a:off x="8146980" y="360728"/>
                <a:ext cx="155520" cy="2376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919AC6A5-CA64-EF59-9716-AB6A7938960A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8137980" y="351728"/>
                  <a:ext cx="17316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4E358EBD-9312-ECBF-F060-34A3C9099E27}"/>
                    </a:ext>
                  </a:extLst>
                </p14:cNvPr>
                <p14:cNvContentPartPr/>
                <p14:nvPr/>
              </p14:nvContentPartPr>
              <p14:xfrm>
                <a:off x="7981380" y="560888"/>
                <a:ext cx="372960" cy="2016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4E358EBD-9312-ECBF-F060-34A3C9099E27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7972740" y="552248"/>
                  <a:ext cx="39060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987A9CF2-406C-49AF-5E39-6A162364B365}"/>
                    </a:ext>
                  </a:extLst>
                </p14:cNvPr>
                <p14:cNvContentPartPr/>
                <p14:nvPr/>
              </p14:nvContentPartPr>
              <p14:xfrm>
                <a:off x="8151300" y="680408"/>
                <a:ext cx="47880" cy="13788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987A9CF2-406C-49AF-5E39-6A162364B365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8142660" y="671768"/>
                  <a:ext cx="6552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2B55278A-6671-42F4-AE9F-8FCAEDD31DD4}"/>
                    </a:ext>
                  </a:extLst>
                </p14:cNvPr>
                <p14:cNvContentPartPr/>
                <p14:nvPr/>
              </p14:nvContentPartPr>
              <p14:xfrm>
                <a:off x="8020980" y="671768"/>
                <a:ext cx="194400" cy="468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2B55278A-6671-42F4-AE9F-8FCAEDD31DD4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8012340" y="662768"/>
                  <a:ext cx="21204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53F8A311-1429-D5D2-87D9-263D4F925AAD}"/>
                    </a:ext>
                  </a:extLst>
                </p14:cNvPr>
                <p14:cNvContentPartPr/>
                <p14:nvPr/>
              </p14:nvContentPartPr>
              <p14:xfrm>
                <a:off x="8591220" y="417248"/>
                <a:ext cx="489240" cy="27432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53F8A311-1429-D5D2-87D9-263D4F925AAD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8582220" y="408608"/>
                  <a:ext cx="506880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85CF0806-D56F-3DA3-4133-32E331EF42E2}"/>
                    </a:ext>
                  </a:extLst>
                </p14:cNvPr>
                <p14:cNvContentPartPr/>
                <p14:nvPr/>
              </p14:nvContentPartPr>
              <p14:xfrm>
                <a:off x="8798940" y="786248"/>
                <a:ext cx="37440" cy="16884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85CF0806-D56F-3DA3-4133-32E331EF42E2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8790300" y="777608"/>
                  <a:ext cx="5508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845E3A04-A4B2-0B18-61E1-4769E83BEA9D}"/>
                    </a:ext>
                  </a:extLst>
                </p14:cNvPr>
                <p14:cNvContentPartPr/>
                <p14:nvPr/>
              </p14:nvContentPartPr>
              <p14:xfrm>
                <a:off x="8835300" y="872288"/>
                <a:ext cx="132840" cy="7416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845E3A04-A4B2-0B18-61E1-4769E83BEA9D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8826300" y="863288"/>
                  <a:ext cx="150480" cy="91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0" name="Group 159">
            <a:extLst>
              <a:ext uri="{FF2B5EF4-FFF2-40B4-BE49-F238E27FC236}">
                <a16:creationId xmlns:a16="http://schemas.microsoft.com/office/drawing/2014/main" id="{CB0A0DFA-6C4D-BC7B-3121-B6E447F492B9}"/>
              </a:ext>
            </a:extLst>
          </p:cNvPr>
          <p:cNvGrpSpPr/>
          <p:nvPr/>
        </p:nvGrpSpPr>
        <p:grpSpPr>
          <a:xfrm>
            <a:off x="9279900" y="396368"/>
            <a:ext cx="700920" cy="336240"/>
            <a:chOff x="9279900" y="396368"/>
            <a:chExt cx="700920" cy="336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33634948-ADC9-FB67-A475-99B15F0C11AB}"/>
                    </a:ext>
                  </a:extLst>
                </p14:cNvPr>
                <p14:cNvContentPartPr/>
                <p14:nvPr/>
              </p14:nvContentPartPr>
              <p14:xfrm>
                <a:off x="9279900" y="445328"/>
                <a:ext cx="166320" cy="25704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33634948-ADC9-FB67-A475-99B15F0C11AB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9270900" y="436688"/>
                  <a:ext cx="183960" cy="27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63D884C0-1928-521A-DBEE-BB22385D7D6B}"/>
                    </a:ext>
                  </a:extLst>
                </p14:cNvPr>
                <p14:cNvContentPartPr/>
                <p14:nvPr/>
              </p14:nvContentPartPr>
              <p14:xfrm>
                <a:off x="9543420" y="396368"/>
                <a:ext cx="93960" cy="33624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63D884C0-1928-521A-DBEE-BB22385D7D6B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9534420" y="387368"/>
                  <a:ext cx="111600" cy="35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1B00E706-69DC-686C-4EFC-A70783C58C5A}"/>
                    </a:ext>
                  </a:extLst>
                </p14:cNvPr>
                <p14:cNvContentPartPr/>
                <p14:nvPr/>
              </p14:nvContentPartPr>
              <p14:xfrm>
                <a:off x="9684180" y="477368"/>
                <a:ext cx="296640" cy="20412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1B00E706-69DC-686C-4EFC-A70783C58C5A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9675180" y="468728"/>
                  <a:ext cx="314280" cy="221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7" name="Group 166">
            <a:extLst>
              <a:ext uri="{FF2B5EF4-FFF2-40B4-BE49-F238E27FC236}">
                <a16:creationId xmlns:a16="http://schemas.microsoft.com/office/drawing/2014/main" id="{2591689F-EABE-83DD-F3B8-2A84AA1F0AF0}"/>
              </a:ext>
            </a:extLst>
          </p:cNvPr>
          <p:cNvGrpSpPr/>
          <p:nvPr/>
        </p:nvGrpSpPr>
        <p:grpSpPr>
          <a:xfrm>
            <a:off x="10087020" y="374768"/>
            <a:ext cx="1078560" cy="375120"/>
            <a:chOff x="10087020" y="374768"/>
            <a:chExt cx="1078560" cy="375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DC540D65-8051-1172-23FA-5956A0DD0609}"/>
                    </a:ext>
                  </a:extLst>
                </p14:cNvPr>
                <p14:cNvContentPartPr/>
                <p14:nvPr/>
              </p14:nvContentPartPr>
              <p14:xfrm>
                <a:off x="10087020" y="581048"/>
                <a:ext cx="127440" cy="1656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DC540D65-8051-1172-23FA-5956A0DD0609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10078020" y="572048"/>
                  <a:ext cx="14508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86EE578B-70FC-B2DE-3287-02EC40D581EC}"/>
                    </a:ext>
                  </a:extLst>
                </p14:cNvPr>
                <p14:cNvContentPartPr/>
                <p14:nvPr/>
              </p14:nvContentPartPr>
              <p14:xfrm>
                <a:off x="10297260" y="446768"/>
                <a:ext cx="98640" cy="26424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86EE578B-70FC-B2DE-3287-02EC40D581EC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10288260" y="437768"/>
                  <a:ext cx="11628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7BC46528-BFA4-2E89-0188-BBED73E396C3}"/>
                    </a:ext>
                  </a:extLst>
                </p14:cNvPr>
                <p14:cNvContentPartPr/>
                <p14:nvPr/>
              </p14:nvContentPartPr>
              <p14:xfrm>
                <a:off x="10391580" y="597248"/>
                <a:ext cx="127440" cy="6876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7BC46528-BFA4-2E89-0188-BBED73E396C3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10382940" y="588608"/>
                  <a:ext cx="14508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A6048430-7482-C06F-3E40-DEFC6F8B255E}"/>
                    </a:ext>
                  </a:extLst>
                </p14:cNvPr>
                <p14:cNvContentPartPr/>
                <p14:nvPr/>
              </p14:nvContentPartPr>
              <p14:xfrm>
                <a:off x="10593180" y="462608"/>
                <a:ext cx="259920" cy="20232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A6048430-7482-C06F-3E40-DEFC6F8B255E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10584180" y="453968"/>
                  <a:ext cx="27756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6410BF1F-C577-CD24-1455-5BC21C036E51}"/>
                    </a:ext>
                  </a:extLst>
                </p14:cNvPr>
                <p14:cNvContentPartPr/>
                <p14:nvPr/>
              </p14:nvContentPartPr>
              <p14:xfrm>
                <a:off x="10890540" y="599048"/>
                <a:ext cx="110160" cy="10800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6410BF1F-C577-CD24-1455-5BC21C036E51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10881900" y="590048"/>
                  <a:ext cx="12780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F458EBBF-8109-6B40-DF5F-92D13760AE74}"/>
                    </a:ext>
                  </a:extLst>
                </p14:cNvPr>
                <p14:cNvContentPartPr/>
                <p14:nvPr/>
              </p14:nvContentPartPr>
              <p14:xfrm>
                <a:off x="11003940" y="374768"/>
                <a:ext cx="161640" cy="37512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F458EBBF-8109-6B40-DF5F-92D13760AE74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10994940" y="365768"/>
                  <a:ext cx="179280" cy="392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FC5A8D95-0E20-C32A-CDDE-01B5436F7C7E}"/>
              </a:ext>
            </a:extLst>
          </p:cNvPr>
          <p:cNvGrpSpPr/>
          <p:nvPr/>
        </p:nvGrpSpPr>
        <p:grpSpPr>
          <a:xfrm>
            <a:off x="5047380" y="1189448"/>
            <a:ext cx="835560" cy="272160"/>
            <a:chOff x="5047380" y="1189448"/>
            <a:chExt cx="835560" cy="272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6984C87D-D27A-4ACE-2800-ADF5F99F315A}"/>
                    </a:ext>
                  </a:extLst>
                </p14:cNvPr>
                <p14:cNvContentPartPr/>
                <p14:nvPr/>
              </p14:nvContentPartPr>
              <p14:xfrm>
                <a:off x="5320620" y="1364408"/>
                <a:ext cx="299160" cy="1260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6984C87D-D27A-4ACE-2800-ADF5F99F315A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5311980" y="1355408"/>
                  <a:ext cx="31680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59073138-39F5-4A2B-8C16-FEBD8483E7FC}"/>
                    </a:ext>
                  </a:extLst>
                </p14:cNvPr>
                <p14:cNvContentPartPr/>
                <p14:nvPr/>
              </p14:nvContentPartPr>
              <p14:xfrm>
                <a:off x="5335380" y="1278008"/>
                <a:ext cx="286200" cy="576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59073138-39F5-4A2B-8C16-FEBD8483E7FC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5326740" y="1269008"/>
                  <a:ext cx="3038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59B16085-BF7C-BFEB-4CD0-740B1BAEB26D}"/>
                    </a:ext>
                  </a:extLst>
                </p14:cNvPr>
                <p14:cNvContentPartPr/>
                <p14:nvPr/>
              </p14:nvContentPartPr>
              <p14:xfrm>
                <a:off x="5553900" y="1189448"/>
                <a:ext cx="329040" cy="21564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59B16085-BF7C-BFEB-4CD0-740B1BAEB26D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5544900" y="1180808"/>
                  <a:ext cx="34668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CEC0A818-D06D-1A4A-C4A5-C4970CB5E8D7}"/>
                    </a:ext>
                  </a:extLst>
                </p14:cNvPr>
                <p14:cNvContentPartPr/>
                <p14:nvPr/>
              </p14:nvContentPartPr>
              <p14:xfrm>
                <a:off x="5047380" y="1190888"/>
                <a:ext cx="303120" cy="27072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CEC0A818-D06D-1A4A-C4A5-C4970CB5E8D7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5038380" y="1181888"/>
                  <a:ext cx="320760" cy="288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3" name="Group 192">
            <a:extLst>
              <a:ext uri="{FF2B5EF4-FFF2-40B4-BE49-F238E27FC236}">
                <a16:creationId xmlns:a16="http://schemas.microsoft.com/office/drawing/2014/main" id="{8C6CFED0-8E67-53E8-E6B8-6066C2C80DC1}"/>
              </a:ext>
            </a:extLst>
          </p:cNvPr>
          <p:cNvGrpSpPr/>
          <p:nvPr/>
        </p:nvGrpSpPr>
        <p:grpSpPr>
          <a:xfrm>
            <a:off x="773820" y="3008168"/>
            <a:ext cx="2380320" cy="374760"/>
            <a:chOff x="773820" y="3008168"/>
            <a:chExt cx="2380320" cy="374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80F7C72E-567A-D765-5D37-9A790591F43C}"/>
                    </a:ext>
                  </a:extLst>
                </p14:cNvPr>
                <p14:cNvContentPartPr/>
                <p14:nvPr/>
              </p14:nvContentPartPr>
              <p14:xfrm>
                <a:off x="773820" y="3169448"/>
                <a:ext cx="146160" cy="12960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80F7C72E-567A-D765-5D37-9A790591F43C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765180" y="3160808"/>
                  <a:ext cx="16380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F41355D2-2A97-F801-AEDB-9945F7E25BAF}"/>
                    </a:ext>
                  </a:extLst>
                </p14:cNvPr>
                <p14:cNvContentPartPr/>
                <p14:nvPr/>
              </p14:nvContentPartPr>
              <p14:xfrm>
                <a:off x="805860" y="3207248"/>
                <a:ext cx="87840" cy="10116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F41355D2-2A97-F801-AEDB-9945F7E25BAF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797220" y="3198608"/>
                  <a:ext cx="10548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1EACD0F2-7C39-8792-93A6-E9F5E742F3FF}"/>
                    </a:ext>
                  </a:extLst>
                </p14:cNvPr>
                <p14:cNvContentPartPr/>
                <p14:nvPr/>
              </p14:nvContentPartPr>
              <p14:xfrm>
                <a:off x="930060" y="3270248"/>
                <a:ext cx="121680" cy="11268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1EACD0F2-7C39-8792-93A6-E9F5E742F3FF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921060" y="3261248"/>
                  <a:ext cx="13932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B457EA46-F04C-AD32-BCF6-47EF06160BF0}"/>
                    </a:ext>
                  </a:extLst>
                </p14:cNvPr>
                <p14:cNvContentPartPr/>
                <p14:nvPr/>
              </p14:nvContentPartPr>
              <p14:xfrm>
                <a:off x="1106460" y="3074768"/>
                <a:ext cx="77760" cy="21924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B457EA46-F04C-AD32-BCF6-47EF06160BF0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1097820" y="3065768"/>
                  <a:ext cx="9540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01D994F0-BF02-BA28-B10B-14BBF4D05C22}"/>
                    </a:ext>
                  </a:extLst>
                </p14:cNvPr>
                <p14:cNvContentPartPr/>
                <p14:nvPr/>
              </p14:nvContentPartPr>
              <p14:xfrm>
                <a:off x="1200060" y="3089168"/>
                <a:ext cx="106920" cy="19512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01D994F0-BF02-BA28-B10B-14BBF4D05C22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1191060" y="3080528"/>
                  <a:ext cx="12456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705DBE2D-3B03-D049-D6B9-5BBE144B7636}"/>
                    </a:ext>
                  </a:extLst>
                </p14:cNvPr>
                <p14:cNvContentPartPr/>
                <p14:nvPr/>
              </p14:nvContentPartPr>
              <p14:xfrm>
                <a:off x="1189620" y="3200048"/>
                <a:ext cx="114480" cy="1044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705DBE2D-3B03-D049-D6B9-5BBE144B7636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1180620" y="3191408"/>
                  <a:ext cx="13212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827DFF71-E135-AC5C-AEFE-662864237B9B}"/>
                    </a:ext>
                  </a:extLst>
                </p14:cNvPr>
                <p14:cNvContentPartPr/>
                <p14:nvPr/>
              </p14:nvContentPartPr>
              <p14:xfrm>
                <a:off x="1309140" y="3080888"/>
                <a:ext cx="89640" cy="25992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827DFF71-E135-AC5C-AEFE-662864237B9B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1300140" y="3071888"/>
                  <a:ext cx="107280" cy="27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0803F48E-268D-68EB-8821-823CFD94A8CF}"/>
                    </a:ext>
                  </a:extLst>
                </p14:cNvPr>
                <p14:cNvContentPartPr/>
                <p14:nvPr/>
              </p14:nvContentPartPr>
              <p14:xfrm>
                <a:off x="1564020" y="3223808"/>
                <a:ext cx="119520" cy="720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0803F48E-268D-68EB-8821-823CFD94A8CF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1555020" y="3215168"/>
                  <a:ext cx="13716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F43A536B-4EC9-4E0C-CE8C-887DBD9B19EB}"/>
                    </a:ext>
                  </a:extLst>
                </p14:cNvPr>
                <p14:cNvContentPartPr/>
                <p14:nvPr/>
              </p14:nvContentPartPr>
              <p14:xfrm>
                <a:off x="1553580" y="3152888"/>
                <a:ext cx="103680" cy="1152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F43A536B-4EC9-4E0C-CE8C-887DBD9B19EB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1544940" y="3143888"/>
                  <a:ext cx="12132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E71E1991-5EEB-1EB7-3122-DEEDB12418D0}"/>
                    </a:ext>
                  </a:extLst>
                </p14:cNvPr>
                <p14:cNvContentPartPr/>
                <p14:nvPr/>
              </p14:nvContentPartPr>
              <p14:xfrm>
                <a:off x="1794420" y="3110768"/>
                <a:ext cx="156600" cy="12852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E71E1991-5EEB-1EB7-3122-DEEDB12418D0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1785420" y="3101768"/>
                  <a:ext cx="17424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2A7D428E-00E2-DDC8-CEB6-9843204F0629}"/>
                    </a:ext>
                  </a:extLst>
                </p14:cNvPr>
                <p14:cNvContentPartPr/>
                <p14:nvPr/>
              </p14:nvContentPartPr>
              <p14:xfrm>
                <a:off x="1876500" y="3165488"/>
                <a:ext cx="56160" cy="6048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2A7D428E-00E2-DDC8-CEB6-9843204F0629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1867860" y="3156848"/>
                  <a:ext cx="7380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BA8491F1-A43F-1736-BCED-0AD855BD7B8D}"/>
                    </a:ext>
                  </a:extLst>
                </p14:cNvPr>
                <p14:cNvContentPartPr/>
                <p14:nvPr/>
              </p14:nvContentPartPr>
              <p14:xfrm>
                <a:off x="2028420" y="3220568"/>
                <a:ext cx="117360" cy="6912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BA8491F1-A43F-1736-BCED-0AD855BD7B8D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2019780" y="3211928"/>
                  <a:ext cx="13500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EDEA3ACD-26B4-80C1-FFB0-1B14C133913B}"/>
                    </a:ext>
                  </a:extLst>
                </p14:cNvPr>
                <p14:cNvContentPartPr/>
                <p14:nvPr/>
              </p14:nvContentPartPr>
              <p14:xfrm>
                <a:off x="2177100" y="3050288"/>
                <a:ext cx="62640" cy="17064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EDEA3ACD-26B4-80C1-FFB0-1B14C133913B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2168460" y="3041648"/>
                  <a:ext cx="8028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92ED48B0-37D8-9B8E-554B-0BCBC08F1BB6}"/>
                    </a:ext>
                  </a:extLst>
                </p14:cNvPr>
                <p14:cNvContentPartPr/>
                <p14:nvPr/>
              </p14:nvContentPartPr>
              <p14:xfrm>
                <a:off x="2290860" y="3053168"/>
                <a:ext cx="114120" cy="17928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92ED48B0-37D8-9B8E-554B-0BCBC08F1BB6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2282220" y="3044168"/>
                  <a:ext cx="13176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B34182A5-221A-E2E5-DB73-7540029FF99C}"/>
                    </a:ext>
                  </a:extLst>
                </p14:cNvPr>
                <p14:cNvContentPartPr/>
                <p14:nvPr/>
              </p14:nvContentPartPr>
              <p14:xfrm>
                <a:off x="2277900" y="3153248"/>
                <a:ext cx="143280" cy="576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B34182A5-221A-E2E5-DB73-7540029FF99C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2268900" y="3144248"/>
                  <a:ext cx="16092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5B1A4E7B-2D42-C7E1-BE3F-8BED6AAD0893}"/>
                    </a:ext>
                  </a:extLst>
                </p14:cNvPr>
                <p14:cNvContentPartPr/>
                <p14:nvPr/>
              </p14:nvContentPartPr>
              <p14:xfrm>
                <a:off x="2363580" y="3008168"/>
                <a:ext cx="155160" cy="27756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5B1A4E7B-2D42-C7E1-BE3F-8BED6AAD0893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2354940" y="2999168"/>
                  <a:ext cx="172800" cy="29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36284960-F6FD-A766-4319-D4BC95F5E46C}"/>
                    </a:ext>
                  </a:extLst>
                </p14:cNvPr>
                <p14:cNvContentPartPr/>
                <p14:nvPr/>
              </p14:nvContentPartPr>
              <p14:xfrm>
                <a:off x="2626380" y="3156488"/>
                <a:ext cx="12960" cy="792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36284960-F6FD-A766-4319-D4BC95F5E46C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2617740" y="3147488"/>
                  <a:ext cx="3060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A8E4B727-B9BD-52AB-2677-79C9288D09AF}"/>
                    </a:ext>
                  </a:extLst>
                </p14:cNvPr>
                <p14:cNvContentPartPr/>
                <p14:nvPr/>
              </p14:nvContentPartPr>
              <p14:xfrm>
                <a:off x="2720700" y="3014288"/>
                <a:ext cx="433440" cy="23400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A8E4B727-B9BD-52AB-2677-79C9288D09AF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2712060" y="3005648"/>
                  <a:ext cx="451080" cy="251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14">
            <p14:nvContentPartPr>
              <p14:cNvPr id="194" name="Ink 193">
                <a:extLst>
                  <a:ext uri="{FF2B5EF4-FFF2-40B4-BE49-F238E27FC236}">
                    <a16:creationId xmlns:a16="http://schemas.microsoft.com/office/drawing/2014/main" id="{E4214EBA-DB57-CC8A-95CF-0DC2E9BA26CF}"/>
                  </a:ext>
                </a:extLst>
              </p14:cNvPr>
              <p14:cNvContentPartPr/>
              <p14:nvPr/>
            </p14:nvContentPartPr>
            <p14:xfrm>
              <a:off x="2832660" y="3330728"/>
              <a:ext cx="173520" cy="89640"/>
            </p14:xfrm>
          </p:contentPart>
        </mc:Choice>
        <mc:Fallback xmlns="">
          <p:pic>
            <p:nvPicPr>
              <p:cNvPr id="194" name="Ink 193">
                <a:extLst>
                  <a:ext uri="{FF2B5EF4-FFF2-40B4-BE49-F238E27FC236}">
                    <a16:creationId xmlns:a16="http://schemas.microsoft.com/office/drawing/2014/main" id="{E4214EBA-DB57-CC8A-95CF-0DC2E9BA26CF}"/>
                  </a:ext>
                </a:extLst>
              </p:cNvPr>
              <p:cNvPicPr/>
              <p:nvPr/>
            </p:nvPicPr>
            <p:blipFill>
              <a:blip r:embed="rId315"/>
              <a:stretch>
                <a:fillRect/>
              </a:stretch>
            </p:blipFill>
            <p:spPr>
              <a:xfrm>
                <a:off x="2823660" y="3321728"/>
                <a:ext cx="191160" cy="107280"/>
              </a:xfrm>
              <a:prstGeom prst="rect">
                <a:avLst/>
              </a:prstGeom>
            </p:spPr>
          </p:pic>
        </mc:Fallback>
      </mc:AlternateContent>
      <p:grpSp>
        <p:nvGrpSpPr>
          <p:cNvPr id="204" name="Group 203">
            <a:extLst>
              <a:ext uri="{FF2B5EF4-FFF2-40B4-BE49-F238E27FC236}">
                <a16:creationId xmlns:a16="http://schemas.microsoft.com/office/drawing/2014/main" id="{85490E2B-FA0E-1F44-334F-E8C70388607E}"/>
              </a:ext>
            </a:extLst>
          </p:cNvPr>
          <p:cNvGrpSpPr/>
          <p:nvPr/>
        </p:nvGrpSpPr>
        <p:grpSpPr>
          <a:xfrm>
            <a:off x="3335220" y="2930048"/>
            <a:ext cx="1334520" cy="323640"/>
            <a:chOff x="3335220" y="2930048"/>
            <a:chExt cx="1334520" cy="323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FB8BE5E4-61B9-D030-B086-CE024A611D18}"/>
                    </a:ext>
                  </a:extLst>
                </p14:cNvPr>
                <p14:cNvContentPartPr/>
                <p14:nvPr/>
              </p14:nvContentPartPr>
              <p14:xfrm>
                <a:off x="3335220" y="3030128"/>
                <a:ext cx="137160" cy="22356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FB8BE5E4-61B9-D030-B086-CE024A611D18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3326220" y="3021488"/>
                  <a:ext cx="15480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007646D4-4901-94BB-3E40-1278D1F53A29}"/>
                    </a:ext>
                  </a:extLst>
                </p14:cNvPr>
                <p14:cNvContentPartPr/>
                <p14:nvPr/>
              </p14:nvContentPartPr>
              <p14:xfrm>
                <a:off x="3588660" y="2973248"/>
                <a:ext cx="96480" cy="23112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007646D4-4901-94BB-3E40-1278D1F53A29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3579660" y="2964608"/>
                  <a:ext cx="11412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85147397-2D10-1751-DB43-0E09DA2A56F1}"/>
                    </a:ext>
                  </a:extLst>
                </p14:cNvPr>
                <p14:cNvContentPartPr/>
                <p14:nvPr/>
              </p14:nvContentPartPr>
              <p14:xfrm>
                <a:off x="3729420" y="2975768"/>
                <a:ext cx="99360" cy="20952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85147397-2D10-1751-DB43-0E09DA2A56F1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3720420" y="2966768"/>
                  <a:ext cx="11700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DF9BAC88-0258-6189-4832-6921838B3DF3}"/>
                    </a:ext>
                  </a:extLst>
                </p14:cNvPr>
                <p14:cNvContentPartPr/>
                <p14:nvPr/>
              </p14:nvContentPartPr>
              <p14:xfrm>
                <a:off x="3739140" y="3090968"/>
                <a:ext cx="90360" cy="1872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DF9BAC88-0258-6189-4832-6921838B3DF3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3730140" y="3082328"/>
                  <a:ext cx="10800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6A977A48-E369-4A16-1BAC-E36D5EF58D3D}"/>
                    </a:ext>
                  </a:extLst>
                </p14:cNvPr>
                <p14:cNvContentPartPr/>
                <p14:nvPr/>
              </p14:nvContentPartPr>
              <p14:xfrm>
                <a:off x="3938220" y="3116528"/>
                <a:ext cx="114480" cy="1116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6A977A48-E369-4A16-1BAC-E36D5EF58D3D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3929580" y="3107888"/>
                  <a:ext cx="13212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7D45F9EF-55FB-6015-17DD-EF62594FFF08}"/>
                    </a:ext>
                  </a:extLst>
                </p14:cNvPr>
                <p14:cNvContentPartPr/>
                <p14:nvPr/>
              </p14:nvContentPartPr>
              <p14:xfrm>
                <a:off x="4125060" y="3085928"/>
                <a:ext cx="135720" cy="8208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7D45F9EF-55FB-6015-17DD-EF62594FFF08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4116060" y="3076928"/>
                  <a:ext cx="15336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165F565C-4599-6F72-017B-D19C1754FAD8}"/>
                    </a:ext>
                  </a:extLst>
                </p14:cNvPr>
                <p14:cNvContentPartPr/>
                <p14:nvPr/>
              </p14:nvContentPartPr>
              <p14:xfrm>
                <a:off x="4353660" y="3028688"/>
                <a:ext cx="47520" cy="10944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165F565C-4599-6F72-017B-D19C1754FAD8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4344660" y="3020048"/>
                  <a:ext cx="6516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23BCC727-6B82-62B0-E77C-91D9ED873043}"/>
                    </a:ext>
                  </a:extLst>
                </p14:cNvPr>
                <p14:cNvContentPartPr/>
                <p14:nvPr/>
              </p14:nvContentPartPr>
              <p14:xfrm>
                <a:off x="4177260" y="2975768"/>
                <a:ext cx="259920" cy="2196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23BCC727-6B82-62B0-E77C-91D9ED873043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4168260" y="2967128"/>
                  <a:ext cx="27756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F6EF5334-AC55-8673-56A6-8536CCDEFA64}"/>
                    </a:ext>
                  </a:extLst>
                </p14:cNvPr>
                <p14:cNvContentPartPr/>
                <p14:nvPr/>
              </p14:nvContentPartPr>
              <p14:xfrm>
                <a:off x="4494060" y="2930048"/>
                <a:ext cx="175680" cy="30456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F6EF5334-AC55-8673-56A6-8536CCDEFA64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4485060" y="2921408"/>
                  <a:ext cx="193320" cy="322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34">
            <p14:nvContentPartPr>
              <p14:cNvPr id="209" name="Ink 208">
                <a:extLst>
                  <a:ext uri="{FF2B5EF4-FFF2-40B4-BE49-F238E27FC236}">
                    <a16:creationId xmlns:a16="http://schemas.microsoft.com/office/drawing/2014/main" id="{9DBF00DB-730C-EE28-0EE8-251D9B4003BF}"/>
                  </a:ext>
                </a:extLst>
              </p14:cNvPr>
              <p14:cNvContentPartPr/>
              <p14:nvPr/>
            </p14:nvContentPartPr>
            <p14:xfrm>
              <a:off x="1891260" y="3911768"/>
              <a:ext cx="140760" cy="48960"/>
            </p14:xfrm>
          </p:contentPart>
        </mc:Choice>
        <mc:Fallback xmlns="">
          <p:pic>
            <p:nvPicPr>
              <p:cNvPr id="209" name="Ink 208">
                <a:extLst>
                  <a:ext uri="{FF2B5EF4-FFF2-40B4-BE49-F238E27FC236}">
                    <a16:creationId xmlns:a16="http://schemas.microsoft.com/office/drawing/2014/main" id="{9DBF00DB-730C-EE28-0EE8-251D9B4003BF}"/>
                  </a:ext>
                </a:extLst>
              </p:cNvPr>
              <p:cNvPicPr/>
              <p:nvPr/>
            </p:nvPicPr>
            <p:blipFill>
              <a:blip r:embed="rId335"/>
              <a:stretch>
                <a:fillRect/>
              </a:stretch>
            </p:blipFill>
            <p:spPr>
              <a:xfrm>
                <a:off x="1882260" y="3902768"/>
                <a:ext cx="158400" cy="66600"/>
              </a:xfrm>
              <a:prstGeom prst="rect">
                <a:avLst/>
              </a:prstGeom>
            </p:spPr>
          </p:pic>
        </mc:Fallback>
      </mc:AlternateContent>
      <p:grpSp>
        <p:nvGrpSpPr>
          <p:cNvPr id="230" name="Group 229">
            <a:extLst>
              <a:ext uri="{FF2B5EF4-FFF2-40B4-BE49-F238E27FC236}">
                <a16:creationId xmlns:a16="http://schemas.microsoft.com/office/drawing/2014/main" id="{5DD802A9-C532-3000-894E-124432D79BF1}"/>
              </a:ext>
            </a:extLst>
          </p:cNvPr>
          <p:cNvGrpSpPr/>
          <p:nvPr/>
        </p:nvGrpSpPr>
        <p:grpSpPr>
          <a:xfrm>
            <a:off x="1594980" y="3397688"/>
            <a:ext cx="3149280" cy="406440"/>
            <a:chOff x="1594980" y="3397688"/>
            <a:chExt cx="3149280" cy="406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DEB0DC27-89E7-CD85-19FD-090801925456}"/>
                    </a:ext>
                  </a:extLst>
                </p14:cNvPr>
                <p14:cNvContentPartPr/>
                <p14:nvPr/>
              </p14:nvContentPartPr>
              <p14:xfrm>
                <a:off x="1594980" y="3797648"/>
                <a:ext cx="104040" cy="576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DEB0DC27-89E7-CD85-19FD-090801925456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1586340" y="3789008"/>
                  <a:ext cx="12168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B25776FD-8F31-B2AE-2731-9C18A1C0A667}"/>
                    </a:ext>
                  </a:extLst>
                </p14:cNvPr>
                <p14:cNvContentPartPr/>
                <p14:nvPr/>
              </p14:nvContentPartPr>
              <p14:xfrm>
                <a:off x="1600380" y="3747608"/>
                <a:ext cx="72720" cy="360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B25776FD-8F31-B2AE-2731-9C18A1C0A667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1591740" y="3738968"/>
                  <a:ext cx="9036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613F0A23-A0BA-F033-3D1A-E2DAD7D7831E}"/>
                    </a:ext>
                  </a:extLst>
                </p14:cNvPr>
                <p14:cNvContentPartPr/>
                <p14:nvPr/>
              </p14:nvContentPartPr>
              <p14:xfrm>
                <a:off x="1789740" y="3589568"/>
                <a:ext cx="368280" cy="20412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613F0A23-A0BA-F033-3D1A-E2DAD7D7831E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1780740" y="3580928"/>
                  <a:ext cx="38592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BB169EB0-1473-485D-9070-495D02DA7914}"/>
                    </a:ext>
                  </a:extLst>
                </p14:cNvPr>
                <p14:cNvContentPartPr/>
                <p14:nvPr/>
              </p14:nvContentPartPr>
              <p14:xfrm>
                <a:off x="2352060" y="3654008"/>
                <a:ext cx="142560" cy="8784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BB169EB0-1473-485D-9070-495D02DA7914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2343420" y="3645008"/>
                  <a:ext cx="16020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E021E4A4-1427-08F9-7C56-528F1FE621CB}"/>
                    </a:ext>
                  </a:extLst>
                </p14:cNvPr>
                <p14:cNvContentPartPr/>
                <p14:nvPr/>
              </p14:nvContentPartPr>
              <p14:xfrm>
                <a:off x="2395620" y="3654728"/>
                <a:ext cx="61920" cy="10188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E021E4A4-1427-08F9-7C56-528F1FE621CB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2386620" y="3645728"/>
                  <a:ext cx="7956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F45476B1-A5E9-F363-7E43-E0EB4D964B7E}"/>
                    </a:ext>
                  </a:extLst>
                </p14:cNvPr>
                <p14:cNvContentPartPr/>
                <p14:nvPr/>
              </p14:nvContentPartPr>
              <p14:xfrm>
                <a:off x="2592180" y="3735368"/>
                <a:ext cx="109080" cy="6876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F45476B1-A5E9-F363-7E43-E0EB4D964B7E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2583540" y="3726368"/>
                  <a:ext cx="12672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E90D5500-03FC-A409-C967-158D8A9F1E0A}"/>
                    </a:ext>
                  </a:extLst>
                </p14:cNvPr>
                <p14:cNvContentPartPr/>
                <p14:nvPr/>
              </p14:nvContentPartPr>
              <p14:xfrm>
                <a:off x="2757420" y="3522248"/>
                <a:ext cx="141840" cy="25056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E90D5500-03FC-A409-C967-158D8A9F1E0A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2748780" y="3513608"/>
                  <a:ext cx="15948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B8B0C9B2-C917-4A63-738D-58E9B755B88F}"/>
                    </a:ext>
                  </a:extLst>
                </p14:cNvPr>
                <p14:cNvContentPartPr/>
                <p14:nvPr/>
              </p14:nvContentPartPr>
              <p14:xfrm>
                <a:off x="2869020" y="3645728"/>
                <a:ext cx="165960" cy="7488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B8B0C9B2-C917-4A63-738D-58E9B755B88F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2860020" y="3636728"/>
                  <a:ext cx="18360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33320959-977D-2038-32C5-06E925BB2535}"/>
                    </a:ext>
                  </a:extLst>
                </p14:cNvPr>
                <p14:cNvContentPartPr/>
                <p14:nvPr/>
              </p14:nvContentPartPr>
              <p14:xfrm>
                <a:off x="3101580" y="3605408"/>
                <a:ext cx="46080" cy="9108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33320959-977D-2038-32C5-06E925BB2535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3092580" y="3596768"/>
                  <a:ext cx="6372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576BB3EB-07D8-274C-9983-80B02378FB9C}"/>
                    </a:ext>
                  </a:extLst>
                </p14:cNvPr>
                <p14:cNvContentPartPr/>
                <p14:nvPr/>
              </p14:nvContentPartPr>
              <p14:xfrm>
                <a:off x="2985300" y="3559688"/>
                <a:ext cx="210240" cy="2556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576BB3EB-07D8-274C-9983-80B02378FB9C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2976300" y="3550688"/>
                  <a:ext cx="22788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5E39E78E-70A1-DAE8-70C1-02F7DE123D69}"/>
                    </a:ext>
                  </a:extLst>
                </p14:cNvPr>
                <p14:cNvContentPartPr/>
                <p14:nvPr/>
              </p14:nvContentPartPr>
              <p14:xfrm>
                <a:off x="3174300" y="3485888"/>
                <a:ext cx="166320" cy="25848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5E39E78E-70A1-DAE8-70C1-02F7DE123D69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3165300" y="3477248"/>
                  <a:ext cx="18396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D7603810-3C3B-2E35-5B32-8A6AD954FD0E}"/>
                    </a:ext>
                  </a:extLst>
                </p14:cNvPr>
                <p14:cNvContentPartPr/>
                <p14:nvPr/>
              </p14:nvContentPartPr>
              <p14:xfrm>
                <a:off x="3491100" y="3615848"/>
                <a:ext cx="360" cy="36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D7603810-3C3B-2E35-5B32-8A6AD954FD0E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482460" y="3607208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9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1EEEE753-BE78-07AE-9D04-DC3107C0A29C}"/>
                    </a:ext>
                  </a:extLst>
                </p14:cNvPr>
                <p14:cNvContentPartPr/>
                <p14:nvPr/>
              </p14:nvContentPartPr>
              <p14:xfrm>
                <a:off x="3593340" y="3477608"/>
                <a:ext cx="157680" cy="20232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1EEEE753-BE78-07AE-9D04-DC3107C0A29C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3584340" y="3468608"/>
                  <a:ext cx="17532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1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43458C89-CADF-5A83-DBEF-52EE24C10881}"/>
                    </a:ext>
                  </a:extLst>
                </p14:cNvPr>
                <p14:cNvContentPartPr/>
                <p14:nvPr/>
              </p14:nvContentPartPr>
              <p14:xfrm>
                <a:off x="3796380" y="3452768"/>
                <a:ext cx="89640" cy="21096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43458C89-CADF-5A83-DBEF-52EE24C10881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3787740" y="3444128"/>
                  <a:ext cx="10728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3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50B8A154-D25B-2B3E-BE16-9AC13A053530}"/>
                    </a:ext>
                  </a:extLst>
                </p14:cNvPr>
                <p14:cNvContentPartPr/>
                <p14:nvPr/>
              </p14:nvContentPartPr>
              <p14:xfrm>
                <a:off x="3894300" y="3452768"/>
                <a:ext cx="68760" cy="21132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50B8A154-D25B-2B3E-BE16-9AC13A053530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3885660" y="3443768"/>
                  <a:ext cx="8640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5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CD9252BF-F2D4-5AAE-7A2F-97D9278DA913}"/>
                    </a:ext>
                  </a:extLst>
                </p14:cNvPr>
                <p14:cNvContentPartPr/>
                <p14:nvPr/>
              </p14:nvContentPartPr>
              <p14:xfrm>
                <a:off x="3894300" y="3569048"/>
                <a:ext cx="59400" cy="1584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CD9252BF-F2D4-5AAE-7A2F-97D9278DA913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3885660" y="3560408"/>
                  <a:ext cx="7704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7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DD8C1B7B-1F27-BD21-E92A-81F5FF0D1294}"/>
                    </a:ext>
                  </a:extLst>
                </p14:cNvPr>
                <p14:cNvContentPartPr/>
                <p14:nvPr/>
              </p14:nvContentPartPr>
              <p14:xfrm>
                <a:off x="4056660" y="3579488"/>
                <a:ext cx="120600" cy="1512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DD8C1B7B-1F27-BD21-E92A-81F5FF0D1294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4048020" y="3570488"/>
                  <a:ext cx="13824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9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44CB0F0D-BE3F-847A-F016-CFD7DE4A496E}"/>
                    </a:ext>
                  </a:extLst>
                </p14:cNvPr>
                <p14:cNvContentPartPr/>
                <p14:nvPr/>
              </p14:nvContentPartPr>
              <p14:xfrm>
                <a:off x="4234140" y="3538088"/>
                <a:ext cx="160920" cy="8280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44CB0F0D-BE3F-847A-F016-CFD7DE4A496E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4225140" y="3529088"/>
                  <a:ext cx="17856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1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41748C90-6C5D-C3A7-6C1C-648A389C2BD3}"/>
                    </a:ext>
                  </a:extLst>
                </p14:cNvPr>
                <p14:cNvContentPartPr/>
                <p14:nvPr/>
              </p14:nvContentPartPr>
              <p14:xfrm>
                <a:off x="4509540" y="3532688"/>
                <a:ext cx="19800" cy="10944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41748C90-6C5D-C3A7-6C1C-648A389C2BD3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4500540" y="3524048"/>
                  <a:ext cx="3744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3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50F091FE-D293-67A6-5098-BA9555B4BD07}"/>
                    </a:ext>
                  </a:extLst>
                </p14:cNvPr>
                <p14:cNvContentPartPr/>
                <p14:nvPr/>
              </p14:nvContentPartPr>
              <p14:xfrm>
                <a:off x="4403700" y="3463928"/>
                <a:ext cx="189360" cy="2952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50F091FE-D293-67A6-5098-BA9555B4BD07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4395060" y="3454928"/>
                  <a:ext cx="20700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5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63773705-4FE4-1FEA-C7D6-72AB60261F4A}"/>
                    </a:ext>
                  </a:extLst>
                </p14:cNvPr>
                <p14:cNvContentPartPr/>
                <p14:nvPr/>
              </p14:nvContentPartPr>
              <p14:xfrm>
                <a:off x="4597740" y="3397688"/>
                <a:ext cx="146520" cy="26460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63773705-4FE4-1FEA-C7D6-72AB60261F4A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4589100" y="3388688"/>
                  <a:ext cx="164160" cy="282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2" name="Group 251">
            <a:extLst>
              <a:ext uri="{FF2B5EF4-FFF2-40B4-BE49-F238E27FC236}">
                <a16:creationId xmlns:a16="http://schemas.microsoft.com/office/drawing/2014/main" id="{CD671EFF-1E6D-8C2B-E871-7089D3492990}"/>
              </a:ext>
            </a:extLst>
          </p:cNvPr>
          <p:cNvGrpSpPr/>
          <p:nvPr/>
        </p:nvGrpSpPr>
        <p:grpSpPr>
          <a:xfrm>
            <a:off x="1613340" y="4005368"/>
            <a:ext cx="2707200" cy="493920"/>
            <a:chOff x="1613340" y="4005368"/>
            <a:chExt cx="2707200" cy="493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7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B874CDC3-9C03-EAA7-C30A-3D90B22D331F}"/>
                    </a:ext>
                  </a:extLst>
                </p14:cNvPr>
                <p14:cNvContentPartPr/>
                <p14:nvPr/>
              </p14:nvContentPartPr>
              <p14:xfrm>
                <a:off x="1613340" y="4358888"/>
                <a:ext cx="101520" cy="1116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B874CDC3-9C03-EAA7-C30A-3D90B22D331F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1604700" y="4349888"/>
                  <a:ext cx="11916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9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6CDC820C-47F1-D4DF-EFA3-9ACEFC5BA4A6}"/>
                    </a:ext>
                  </a:extLst>
                </p14:cNvPr>
                <p14:cNvContentPartPr/>
                <p14:nvPr/>
              </p14:nvContentPartPr>
              <p14:xfrm>
                <a:off x="1643940" y="4309928"/>
                <a:ext cx="60480" cy="252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6CDC820C-47F1-D4DF-EFA3-9ACEFC5BA4A6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1634940" y="4300928"/>
                  <a:ext cx="7812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1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7EC131A2-3746-67EC-40F5-4380830A91DD}"/>
                    </a:ext>
                  </a:extLst>
                </p14:cNvPr>
                <p14:cNvContentPartPr/>
                <p14:nvPr/>
              </p14:nvContentPartPr>
              <p14:xfrm>
                <a:off x="1828620" y="4166288"/>
                <a:ext cx="301320" cy="20376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7EC131A2-3746-67EC-40F5-4380830A91DD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1819980" y="4157648"/>
                  <a:ext cx="31896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3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3F21F8FE-EF74-707B-9EE3-B9D93170CACC}"/>
                    </a:ext>
                  </a:extLst>
                </p14:cNvPr>
                <p14:cNvContentPartPr/>
                <p14:nvPr/>
              </p14:nvContentPartPr>
              <p14:xfrm>
                <a:off x="1911780" y="4442048"/>
                <a:ext cx="127440" cy="57240"/>
              </p14:xfrm>
            </p:contentPart>
          </mc:Choice>
          <mc:Fallback xmlns=""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3F21F8FE-EF74-707B-9EE3-B9D93170CACC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1902780" y="4433048"/>
                  <a:ext cx="14508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5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D07BF6DC-7BA9-39AE-DF23-BB98B9C44669}"/>
                    </a:ext>
                  </a:extLst>
                </p14:cNvPr>
                <p14:cNvContentPartPr/>
                <p14:nvPr/>
              </p14:nvContentPartPr>
              <p14:xfrm>
                <a:off x="2331540" y="4210568"/>
                <a:ext cx="130680" cy="8856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D07BF6DC-7BA9-39AE-DF23-BB98B9C44669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2322900" y="4201568"/>
                  <a:ext cx="14832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7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EF019CFF-168C-3877-059C-FC43A608A87A}"/>
                    </a:ext>
                  </a:extLst>
                </p14:cNvPr>
                <p14:cNvContentPartPr/>
                <p14:nvPr/>
              </p14:nvContentPartPr>
              <p14:xfrm>
                <a:off x="2395980" y="4218488"/>
                <a:ext cx="46080" cy="8784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EF019CFF-168C-3877-059C-FC43A608A87A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2387340" y="4209848"/>
                  <a:ext cx="6372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9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73CEDCAC-3675-24D3-A9A3-1AA34EC1FE5A}"/>
                    </a:ext>
                  </a:extLst>
                </p14:cNvPr>
                <p14:cNvContentPartPr/>
                <p14:nvPr/>
              </p14:nvContentPartPr>
              <p14:xfrm>
                <a:off x="2541060" y="4093568"/>
                <a:ext cx="116640" cy="23076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73CEDCAC-3675-24D3-A9A3-1AA34EC1FE5A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2532420" y="4084568"/>
                  <a:ext cx="13428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1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788DEB44-3BEF-F059-4094-82EEF10CC57E}"/>
                    </a:ext>
                  </a:extLst>
                </p14:cNvPr>
                <p14:cNvContentPartPr/>
                <p14:nvPr/>
              </p14:nvContentPartPr>
              <p14:xfrm>
                <a:off x="2675340" y="4223888"/>
                <a:ext cx="148680" cy="8208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788DEB44-3BEF-F059-4094-82EEF10CC57E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2666700" y="4215248"/>
                  <a:ext cx="16632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3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A0747417-3D54-3E4C-E4B5-70490ECCC1CB}"/>
                    </a:ext>
                  </a:extLst>
                </p14:cNvPr>
                <p14:cNvContentPartPr/>
                <p14:nvPr/>
              </p14:nvContentPartPr>
              <p14:xfrm>
                <a:off x="2805300" y="4109048"/>
                <a:ext cx="145440" cy="24084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A0747417-3D54-3E4C-E4B5-70490ECCC1CB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2796660" y="4100048"/>
                  <a:ext cx="16308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5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2FC50B01-61E8-D74E-FA71-180B7C4C685C}"/>
                    </a:ext>
                  </a:extLst>
                </p14:cNvPr>
                <p14:cNvContentPartPr/>
                <p14:nvPr/>
              </p14:nvContentPartPr>
              <p14:xfrm>
                <a:off x="3091500" y="4080608"/>
                <a:ext cx="149040" cy="22752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2FC50B01-61E8-D74E-FA71-180B7C4C685C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3082500" y="4071608"/>
                  <a:ext cx="16668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7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3994A5CC-036F-FFBC-1A06-AA0DB302D01D}"/>
                    </a:ext>
                  </a:extLst>
                </p14:cNvPr>
                <p14:cNvContentPartPr/>
                <p14:nvPr/>
              </p14:nvContentPartPr>
              <p14:xfrm>
                <a:off x="3299940" y="4070888"/>
                <a:ext cx="92160" cy="21600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3994A5CC-036F-FFBC-1A06-AA0DB302D01D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3290940" y="4062248"/>
                  <a:ext cx="10980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9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65A546D0-84BF-55CE-216B-C47C0CB82C32}"/>
                    </a:ext>
                  </a:extLst>
                </p14:cNvPr>
                <p14:cNvContentPartPr/>
                <p14:nvPr/>
              </p14:nvContentPartPr>
              <p14:xfrm>
                <a:off x="3432420" y="4072328"/>
                <a:ext cx="72000" cy="19836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65A546D0-84BF-55CE-216B-C47C0CB82C32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3423420" y="4063688"/>
                  <a:ext cx="8964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1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1D942BBE-5536-BFB2-C6A0-5A05019FBD20}"/>
                    </a:ext>
                  </a:extLst>
                </p14:cNvPr>
                <p14:cNvContentPartPr/>
                <p14:nvPr/>
              </p14:nvContentPartPr>
              <p14:xfrm>
                <a:off x="3401820" y="4187528"/>
                <a:ext cx="89640" cy="864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1D942BBE-5536-BFB2-C6A0-5A05019FBD20}"/>
                    </a:ext>
                  </a:extLst>
                </p:cNvPr>
                <p:cNvPicPr/>
                <p:nvPr/>
              </p:nvPicPr>
              <p:blipFill>
                <a:blip r:embed="rId402"/>
                <a:stretch>
                  <a:fillRect/>
                </a:stretch>
              </p:blipFill>
              <p:spPr>
                <a:xfrm>
                  <a:off x="3392820" y="4178528"/>
                  <a:ext cx="10728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3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270E3157-C829-7A0D-701E-0F27332C68CA}"/>
                    </a:ext>
                  </a:extLst>
                </p14:cNvPr>
                <p14:cNvContentPartPr/>
                <p14:nvPr/>
              </p14:nvContentPartPr>
              <p14:xfrm>
                <a:off x="3620700" y="4186088"/>
                <a:ext cx="109800" cy="1116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270E3157-C829-7A0D-701E-0F27332C68CA}"/>
                    </a:ext>
                  </a:extLst>
                </p:cNvPr>
                <p:cNvPicPr/>
                <p:nvPr/>
              </p:nvPicPr>
              <p:blipFill>
                <a:blip r:embed="rId404"/>
                <a:stretch>
                  <a:fillRect/>
                </a:stretch>
              </p:blipFill>
              <p:spPr>
                <a:xfrm>
                  <a:off x="3612060" y="4177448"/>
                  <a:ext cx="12744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5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4A0F5D12-6774-6742-2532-CCA8F7B3E4FF}"/>
                    </a:ext>
                  </a:extLst>
                </p14:cNvPr>
                <p14:cNvContentPartPr/>
                <p14:nvPr/>
              </p14:nvContentPartPr>
              <p14:xfrm>
                <a:off x="3776940" y="4160888"/>
                <a:ext cx="139320" cy="7344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4A0F5D12-6774-6742-2532-CCA8F7B3E4FF}"/>
                    </a:ext>
                  </a:extLst>
                </p:cNvPr>
                <p:cNvPicPr/>
                <p:nvPr/>
              </p:nvPicPr>
              <p:blipFill>
                <a:blip r:embed="rId406"/>
                <a:stretch>
                  <a:fillRect/>
                </a:stretch>
              </p:blipFill>
              <p:spPr>
                <a:xfrm>
                  <a:off x="3767940" y="4151888"/>
                  <a:ext cx="15696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7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4CA0AA1C-C98F-B10F-B950-6BCDE7F125CE}"/>
                    </a:ext>
                  </a:extLst>
                </p14:cNvPr>
                <p14:cNvContentPartPr/>
                <p14:nvPr/>
              </p14:nvContentPartPr>
              <p14:xfrm>
                <a:off x="4041900" y="4109408"/>
                <a:ext cx="45360" cy="13032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4CA0AA1C-C98F-B10F-B950-6BCDE7F125CE}"/>
                    </a:ext>
                  </a:extLst>
                </p:cNvPr>
                <p:cNvPicPr/>
                <p:nvPr/>
              </p:nvPicPr>
              <p:blipFill>
                <a:blip r:embed="rId408"/>
                <a:stretch>
                  <a:fillRect/>
                </a:stretch>
              </p:blipFill>
              <p:spPr>
                <a:xfrm>
                  <a:off x="4032900" y="4100768"/>
                  <a:ext cx="6300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9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91A78424-D430-109D-C901-ABE9FAFEE8F1}"/>
                    </a:ext>
                  </a:extLst>
                </p14:cNvPr>
                <p14:cNvContentPartPr/>
                <p14:nvPr/>
              </p14:nvContentPartPr>
              <p14:xfrm>
                <a:off x="3961260" y="4073768"/>
                <a:ext cx="169200" cy="1044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91A78424-D430-109D-C901-ABE9FAFEE8F1}"/>
                    </a:ext>
                  </a:extLst>
                </p:cNvPr>
                <p:cNvPicPr/>
                <p:nvPr/>
              </p:nvPicPr>
              <p:blipFill>
                <a:blip r:embed="rId410"/>
                <a:stretch>
                  <a:fillRect/>
                </a:stretch>
              </p:blipFill>
              <p:spPr>
                <a:xfrm>
                  <a:off x="3952620" y="4065128"/>
                  <a:ext cx="18684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1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3F3FE4C7-ABB7-8A80-F7B0-43693C63E223}"/>
                    </a:ext>
                  </a:extLst>
                </p14:cNvPr>
                <p14:cNvContentPartPr/>
                <p14:nvPr/>
              </p14:nvContentPartPr>
              <p14:xfrm>
                <a:off x="4171860" y="4005368"/>
                <a:ext cx="148680" cy="293400"/>
              </p14:xfrm>
            </p:contentPart>
          </mc:Choice>
          <mc:Fallback xmlns=""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3F3FE4C7-ABB7-8A80-F7B0-43693C63E223}"/>
                    </a:ext>
                  </a:extLst>
                </p:cNvPr>
                <p:cNvPicPr/>
                <p:nvPr/>
              </p:nvPicPr>
              <p:blipFill>
                <a:blip r:embed="rId412"/>
                <a:stretch>
                  <a:fillRect/>
                </a:stretch>
              </p:blipFill>
              <p:spPr>
                <a:xfrm>
                  <a:off x="4162860" y="3996728"/>
                  <a:ext cx="166320" cy="311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8" name="Group 267">
            <a:extLst>
              <a:ext uri="{FF2B5EF4-FFF2-40B4-BE49-F238E27FC236}">
                <a16:creationId xmlns:a16="http://schemas.microsoft.com/office/drawing/2014/main" id="{7ABB558A-A2DB-6772-BFE5-96719C0FD27C}"/>
              </a:ext>
            </a:extLst>
          </p:cNvPr>
          <p:cNvGrpSpPr/>
          <p:nvPr/>
        </p:nvGrpSpPr>
        <p:grpSpPr>
          <a:xfrm>
            <a:off x="5118120" y="3697363"/>
            <a:ext cx="1529640" cy="334080"/>
            <a:chOff x="5489820" y="3283208"/>
            <a:chExt cx="1529640" cy="334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3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24513E60-4A57-D9F2-A438-0317E0276DB2}"/>
                    </a:ext>
                  </a:extLst>
                </p14:cNvPr>
                <p14:cNvContentPartPr/>
                <p14:nvPr/>
              </p14:nvContentPartPr>
              <p14:xfrm>
                <a:off x="5489820" y="3495248"/>
                <a:ext cx="131040" cy="9504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24513E60-4A57-D9F2-A438-0317E0276DB2}"/>
                    </a:ext>
                  </a:extLst>
                </p:cNvPr>
                <p:cNvPicPr/>
                <p:nvPr/>
              </p:nvPicPr>
              <p:blipFill>
                <a:blip r:embed="rId414"/>
                <a:stretch>
                  <a:fillRect/>
                </a:stretch>
              </p:blipFill>
              <p:spPr>
                <a:xfrm>
                  <a:off x="5480820" y="3486608"/>
                  <a:ext cx="14868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5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D079CE42-5017-9882-785A-F030C9E5DD3C}"/>
                    </a:ext>
                  </a:extLst>
                </p14:cNvPr>
                <p14:cNvContentPartPr/>
                <p14:nvPr/>
              </p14:nvContentPartPr>
              <p14:xfrm>
                <a:off x="5521500" y="3506048"/>
                <a:ext cx="79560" cy="6192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D079CE42-5017-9882-785A-F030C9E5DD3C}"/>
                    </a:ext>
                  </a:extLst>
                </p:cNvPr>
                <p:cNvPicPr/>
                <p:nvPr/>
              </p:nvPicPr>
              <p:blipFill>
                <a:blip r:embed="rId416"/>
                <a:stretch>
                  <a:fillRect/>
                </a:stretch>
              </p:blipFill>
              <p:spPr>
                <a:xfrm>
                  <a:off x="5512500" y="3497048"/>
                  <a:ext cx="9720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7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F5676E93-5BD3-A305-E42F-7728F3C3D17B}"/>
                    </a:ext>
                  </a:extLst>
                </p14:cNvPr>
                <p14:cNvContentPartPr/>
                <p14:nvPr/>
              </p14:nvContentPartPr>
              <p14:xfrm>
                <a:off x="5689980" y="3386528"/>
                <a:ext cx="97560" cy="22572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F5676E93-5BD3-A305-E42F-7728F3C3D17B}"/>
                    </a:ext>
                  </a:extLst>
                </p:cNvPr>
                <p:cNvPicPr/>
                <p:nvPr/>
              </p:nvPicPr>
              <p:blipFill>
                <a:blip r:embed="rId418"/>
                <a:stretch>
                  <a:fillRect/>
                </a:stretch>
              </p:blipFill>
              <p:spPr>
                <a:xfrm>
                  <a:off x="5681340" y="3377888"/>
                  <a:ext cx="11520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9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8EFAAB40-C5D8-9CEF-0DAF-73CF1F59AD93}"/>
                    </a:ext>
                  </a:extLst>
                </p14:cNvPr>
                <p14:cNvContentPartPr/>
                <p14:nvPr/>
              </p14:nvContentPartPr>
              <p14:xfrm>
                <a:off x="5813460" y="3524768"/>
                <a:ext cx="110880" cy="33840"/>
              </p14:xfrm>
            </p:contentPart>
          </mc:Choice>
          <mc:Fallback xmlns=""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8EFAAB40-C5D8-9CEF-0DAF-73CF1F59AD93}"/>
                    </a:ext>
                  </a:extLst>
                </p:cNvPr>
                <p:cNvPicPr/>
                <p:nvPr/>
              </p:nvPicPr>
              <p:blipFill>
                <a:blip r:embed="rId420"/>
                <a:stretch>
                  <a:fillRect/>
                </a:stretch>
              </p:blipFill>
              <p:spPr>
                <a:xfrm>
                  <a:off x="5804820" y="3515768"/>
                  <a:ext cx="12852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1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33F1F9B8-93EE-C8E0-DC18-E2060F13777B}"/>
                    </a:ext>
                  </a:extLst>
                </p14:cNvPr>
                <p14:cNvContentPartPr/>
                <p14:nvPr/>
              </p14:nvContentPartPr>
              <p14:xfrm>
                <a:off x="5917500" y="3384728"/>
                <a:ext cx="124200" cy="232560"/>
              </p14:xfrm>
            </p:contentPart>
          </mc:Choice>
          <mc:Fallback xmlns=""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33F1F9B8-93EE-C8E0-DC18-E2060F13777B}"/>
                    </a:ext>
                  </a:extLst>
                </p:cNvPr>
                <p:cNvPicPr/>
                <p:nvPr/>
              </p:nvPicPr>
              <p:blipFill>
                <a:blip r:embed="rId422"/>
                <a:stretch>
                  <a:fillRect/>
                </a:stretch>
              </p:blipFill>
              <p:spPr>
                <a:xfrm>
                  <a:off x="5908500" y="3375728"/>
                  <a:ext cx="14184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3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05F8DB7E-93FF-F09F-AABB-9CCA89A21AF1}"/>
                    </a:ext>
                  </a:extLst>
                </p14:cNvPr>
                <p14:cNvContentPartPr/>
                <p14:nvPr/>
              </p14:nvContentPartPr>
              <p14:xfrm>
                <a:off x="6118380" y="3524408"/>
                <a:ext cx="84960" cy="8640"/>
              </p14:xfrm>
            </p:contentPart>
          </mc:Choice>
          <mc:Fallback xmlns=""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05F8DB7E-93FF-F09F-AABB-9CCA89A21AF1}"/>
                    </a:ext>
                  </a:extLst>
                </p:cNvPr>
                <p:cNvPicPr/>
                <p:nvPr/>
              </p:nvPicPr>
              <p:blipFill>
                <a:blip r:embed="rId424"/>
                <a:stretch>
                  <a:fillRect/>
                </a:stretch>
              </p:blipFill>
              <p:spPr>
                <a:xfrm>
                  <a:off x="6109740" y="3515408"/>
                  <a:ext cx="10260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5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644C6303-4C2F-AE00-B412-CB47BA780F3B}"/>
                    </a:ext>
                  </a:extLst>
                </p14:cNvPr>
                <p14:cNvContentPartPr/>
                <p14:nvPr/>
              </p14:nvContentPartPr>
              <p14:xfrm>
                <a:off x="6129900" y="3453848"/>
                <a:ext cx="73440" cy="19800"/>
              </p14:xfrm>
            </p:contentPart>
          </mc:Choice>
          <mc:Fallback xmlns=""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644C6303-4C2F-AE00-B412-CB47BA780F3B}"/>
                    </a:ext>
                  </a:extLst>
                </p:cNvPr>
                <p:cNvPicPr/>
                <p:nvPr/>
              </p:nvPicPr>
              <p:blipFill>
                <a:blip r:embed="rId426"/>
                <a:stretch>
                  <a:fillRect/>
                </a:stretch>
              </p:blipFill>
              <p:spPr>
                <a:xfrm>
                  <a:off x="6121260" y="3445208"/>
                  <a:ext cx="9108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7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81FA229F-FF51-5988-4CFE-733388BA4547}"/>
                    </a:ext>
                  </a:extLst>
                </p14:cNvPr>
                <p14:cNvContentPartPr/>
                <p14:nvPr/>
              </p14:nvContentPartPr>
              <p14:xfrm>
                <a:off x="6276060" y="3444488"/>
                <a:ext cx="158400" cy="105840"/>
              </p14:xfrm>
            </p:contentPart>
          </mc:Choice>
          <mc:Fallback xmlns=""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81FA229F-FF51-5988-4CFE-733388BA4547}"/>
                    </a:ext>
                  </a:extLst>
                </p:cNvPr>
                <p:cNvPicPr/>
                <p:nvPr/>
              </p:nvPicPr>
              <p:blipFill>
                <a:blip r:embed="rId428"/>
                <a:stretch>
                  <a:fillRect/>
                </a:stretch>
              </p:blipFill>
              <p:spPr>
                <a:xfrm>
                  <a:off x="6267060" y="3435488"/>
                  <a:ext cx="17604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9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4C8BC4AD-33E7-0450-35E9-39ECA05AEAFC}"/>
                    </a:ext>
                  </a:extLst>
                </p14:cNvPr>
                <p14:cNvContentPartPr/>
                <p14:nvPr/>
              </p14:nvContentPartPr>
              <p14:xfrm>
                <a:off x="6307380" y="3461048"/>
                <a:ext cx="109080" cy="82440"/>
              </p14:xfrm>
            </p:contentPart>
          </mc:Choice>
          <mc:Fallback xmlns=""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4C8BC4AD-33E7-0450-35E9-39ECA05AEAFC}"/>
                    </a:ext>
                  </a:extLst>
                </p:cNvPr>
                <p:cNvPicPr/>
                <p:nvPr/>
              </p:nvPicPr>
              <p:blipFill>
                <a:blip r:embed="rId430"/>
                <a:stretch>
                  <a:fillRect/>
                </a:stretch>
              </p:blipFill>
              <p:spPr>
                <a:xfrm>
                  <a:off x="6298740" y="3452048"/>
                  <a:ext cx="12672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1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E7CFB346-454D-92A9-ECDF-299DA6518687}"/>
                    </a:ext>
                  </a:extLst>
                </p14:cNvPr>
                <p14:cNvContentPartPr/>
                <p14:nvPr/>
              </p14:nvContentPartPr>
              <p14:xfrm>
                <a:off x="6455340" y="3557888"/>
                <a:ext cx="69840" cy="48960"/>
              </p14:xfrm>
            </p:contentPart>
          </mc:Choice>
          <mc:Fallback xmlns=""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E7CFB346-454D-92A9-ECDF-299DA6518687}"/>
                    </a:ext>
                  </a:extLst>
                </p:cNvPr>
                <p:cNvPicPr/>
                <p:nvPr/>
              </p:nvPicPr>
              <p:blipFill>
                <a:blip r:embed="rId432"/>
                <a:stretch>
                  <a:fillRect/>
                </a:stretch>
              </p:blipFill>
              <p:spPr>
                <a:xfrm>
                  <a:off x="6446700" y="3548888"/>
                  <a:ext cx="8748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3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60938E7E-C41F-5159-3F29-43A5057A13C8}"/>
                    </a:ext>
                  </a:extLst>
                </p14:cNvPr>
                <p14:cNvContentPartPr/>
                <p14:nvPr/>
              </p14:nvContentPartPr>
              <p14:xfrm>
                <a:off x="6519060" y="3308408"/>
                <a:ext cx="100440" cy="228600"/>
              </p14:xfrm>
            </p:contentPart>
          </mc:Choice>
          <mc:Fallback xmlns=""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60938E7E-C41F-5159-3F29-43A5057A13C8}"/>
                    </a:ext>
                  </a:extLst>
                </p:cNvPr>
                <p:cNvPicPr/>
                <p:nvPr/>
              </p:nvPicPr>
              <p:blipFill>
                <a:blip r:embed="rId434"/>
                <a:stretch>
                  <a:fillRect/>
                </a:stretch>
              </p:blipFill>
              <p:spPr>
                <a:xfrm>
                  <a:off x="6510420" y="3299408"/>
                  <a:ext cx="11808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5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875CF54F-FD04-BEEB-185F-10397FBC9075}"/>
                    </a:ext>
                  </a:extLst>
                </p14:cNvPr>
                <p14:cNvContentPartPr/>
                <p14:nvPr/>
              </p14:nvContentPartPr>
              <p14:xfrm>
                <a:off x="6624180" y="3435488"/>
                <a:ext cx="122400" cy="55440"/>
              </p14:xfrm>
            </p:contentPart>
          </mc:Choice>
          <mc:Fallback xmlns=""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875CF54F-FD04-BEEB-185F-10397FBC9075}"/>
                    </a:ext>
                  </a:extLst>
                </p:cNvPr>
                <p:cNvPicPr/>
                <p:nvPr/>
              </p:nvPicPr>
              <p:blipFill>
                <a:blip r:embed="rId436"/>
                <a:stretch>
                  <a:fillRect/>
                </a:stretch>
              </p:blipFill>
              <p:spPr>
                <a:xfrm>
                  <a:off x="6615180" y="3426488"/>
                  <a:ext cx="14004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7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8E4C1202-72D1-3C78-9ED4-1AE09993A2A8}"/>
                    </a:ext>
                  </a:extLst>
                </p14:cNvPr>
                <p14:cNvContentPartPr/>
                <p14:nvPr/>
              </p14:nvContentPartPr>
              <p14:xfrm>
                <a:off x="6817500" y="3400208"/>
                <a:ext cx="41400" cy="112680"/>
              </p14:xfrm>
            </p:contentPart>
          </mc:Choice>
          <mc:Fallback xmlns=""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8E4C1202-72D1-3C78-9ED4-1AE09993A2A8}"/>
                    </a:ext>
                  </a:extLst>
                </p:cNvPr>
                <p:cNvPicPr/>
                <p:nvPr/>
              </p:nvPicPr>
              <p:blipFill>
                <a:blip r:embed="rId438"/>
                <a:stretch>
                  <a:fillRect/>
                </a:stretch>
              </p:blipFill>
              <p:spPr>
                <a:xfrm>
                  <a:off x="6808500" y="3391208"/>
                  <a:ext cx="5904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9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E7D4AD87-D102-D1C3-0AD6-B5E3910DAB5F}"/>
                    </a:ext>
                  </a:extLst>
                </p14:cNvPr>
                <p14:cNvContentPartPr/>
                <p14:nvPr/>
              </p14:nvContentPartPr>
              <p14:xfrm>
                <a:off x="6731460" y="3362768"/>
                <a:ext cx="147600" cy="20160"/>
              </p14:xfrm>
            </p:contentPart>
          </mc:Choice>
          <mc:Fallback xmlns=""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E7D4AD87-D102-D1C3-0AD6-B5E3910DAB5F}"/>
                    </a:ext>
                  </a:extLst>
                </p:cNvPr>
                <p:cNvPicPr/>
                <p:nvPr/>
              </p:nvPicPr>
              <p:blipFill>
                <a:blip r:embed="rId440"/>
                <a:stretch>
                  <a:fillRect/>
                </a:stretch>
              </p:blipFill>
              <p:spPr>
                <a:xfrm>
                  <a:off x="6722460" y="3353768"/>
                  <a:ext cx="16524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1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E4E7A79C-27B9-D792-3CAB-4745BA069F26}"/>
                    </a:ext>
                  </a:extLst>
                </p14:cNvPr>
                <p14:cNvContentPartPr/>
                <p14:nvPr/>
              </p14:nvContentPartPr>
              <p14:xfrm>
                <a:off x="6868260" y="3283208"/>
                <a:ext cx="151200" cy="304200"/>
              </p14:xfrm>
            </p:contentPart>
          </mc:Choice>
          <mc:Fallback xmlns=""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E4E7A79C-27B9-D792-3CAB-4745BA069F26}"/>
                    </a:ext>
                  </a:extLst>
                </p:cNvPr>
                <p:cNvPicPr/>
                <p:nvPr/>
              </p:nvPicPr>
              <p:blipFill>
                <a:blip r:embed="rId442"/>
                <a:stretch>
                  <a:fillRect/>
                </a:stretch>
              </p:blipFill>
              <p:spPr>
                <a:xfrm>
                  <a:off x="6859260" y="3274568"/>
                  <a:ext cx="168840" cy="321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8" name="Group 277">
            <a:extLst>
              <a:ext uri="{FF2B5EF4-FFF2-40B4-BE49-F238E27FC236}">
                <a16:creationId xmlns:a16="http://schemas.microsoft.com/office/drawing/2014/main" id="{C2895546-4150-B209-C01C-6ECFFC935A5F}"/>
              </a:ext>
            </a:extLst>
          </p:cNvPr>
          <p:cNvGrpSpPr/>
          <p:nvPr/>
        </p:nvGrpSpPr>
        <p:grpSpPr>
          <a:xfrm>
            <a:off x="7698780" y="3189968"/>
            <a:ext cx="1186200" cy="504360"/>
            <a:chOff x="7698780" y="3189968"/>
            <a:chExt cx="1186200" cy="504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3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AE3CDB97-63DA-AD48-91BD-9D5E57A66A3E}"/>
                    </a:ext>
                  </a:extLst>
                </p14:cNvPr>
                <p14:cNvContentPartPr/>
                <p14:nvPr/>
              </p14:nvContentPartPr>
              <p14:xfrm>
                <a:off x="7698780" y="3199328"/>
                <a:ext cx="254520" cy="244800"/>
              </p14:xfrm>
            </p:contentPart>
          </mc:Choice>
          <mc:Fallback xmlns=""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AE3CDB97-63DA-AD48-91BD-9D5E57A66A3E}"/>
                    </a:ext>
                  </a:extLst>
                </p:cNvPr>
                <p:cNvPicPr/>
                <p:nvPr/>
              </p:nvPicPr>
              <p:blipFill>
                <a:blip r:embed="rId444"/>
                <a:stretch>
                  <a:fillRect/>
                </a:stretch>
              </p:blipFill>
              <p:spPr>
                <a:xfrm>
                  <a:off x="7689780" y="3190688"/>
                  <a:ext cx="272160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5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9547CA02-7756-977E-EF78-F8BCD9D5F3AE}"/>
                    </a:ext>
                  </a:extLst>
                </p14:cNvPr>
                <p14:cNvContentPartPr/>
                <p14:nvPr/>
              </p14:nvContentPartPr>
              <p14:xfrm>
                <a:off x="7736220" y="3202568"/>
                <a:ext cx="119160" cy="255960"/>
              </p14:xfrm>
            </p:contentPart>
          </mc:Choice>
          <mc:Fallback xmlns=""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9547CA02-7756-977E-EF78-F8BCD9D5F3AE}"/>
                    </a:ext>
                  </a:extLst>
                </p:cNvPr>
                <p:cNvPicPr/>
                <p:nvPr/>
              </p:nvPicPr>
              <p:blipFill>
                <a:blip r:embed="rId446"/>
                <a:stretch>
                  <a:fillRect/>
                </a:stretch>
              </p:blipFill>
              <p:spPr>
                <a:xfrm>
                  <a:off x="7727580" y="3193928"/>
                  <a:ext cx="136800" cy="27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7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8FA45BDF-0752-CF9E-ED3C-A2F6F5682AA2}"/>
                    </a:ext>
                  </a:extLst>
                </p14:cNvPr>
                <p14:cNvContentPartPr/>
                <p14:nvPr/>
              </p14:nvContentPartPr>
              <p14:xfrm>
                <a:off x="7990380" y="3474368"/>
                <a:ext cx="187560" cy="101880"/>
              </p14:xfrm>
            </p:contentPart>
          </mc:Choice>
          <mc:Fallback xmlns=""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8FA45BDF-0752-CF9E-ED3C-A2F6F5682AA2}"/>
                    </a:ext>
                  </a:extLst>
                </p:cNvPr>
                <p:cNvPicPr/>
                <p:nvPr/>
              </p:nvPicPr>
              <p:blipFill>
                <a:blip r:embed="rId448"/>
                <a:stretch>
                  <a:fillRect/>
                </a:stretch>
              </p:blipFill>
              <p:spPr>
                <a:xfrm>
                  <a:off x="7981740" y="3465368"/>
                  <a:ext cx="20520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9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B81A516D-97D0-5191-F430-ADE2D72C77F1}"/>
                    </a:ext>
                  </a:extLst>
                </p14:cNvPr>
                <p14:cNvContentPartPr/>
                <p14:nvPr/>
              </p14:nvContentPartPr>
              <p14:xfrm>
                <a:off x="8212860" y="3246848"/>
                <a:ext cx="89280" cy="257760"/>
              </p14:xfrm>
            </p:contentPart>
          </mc:Choice>
          <mc:Fallback xmlns=""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B81A516D-97D0-5191-F430-ADE2D72C77F1}"/>
                    </a:ext>
                  </a:extLst>
                </p:cNvPr>
                <p:cNvPicPr/>
                <p:nvPr/>
              </p:nvPicPr>
              <p:blipFill>
                <a:blip r:embed="rId450"/>
                <a:stretch>
                  <a:fillRect/>
                </a:stretch>
              </p:blipFill>
              <p:spPr>
                <a:xfrm>
                  <a:off x="8204220" y="3238208"/>
                  <a:ext cx="10692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1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D83D4B84-92F4-FCFF-1591-4C83F802FD27}"/>
                    </a:ext>
                  </a:extLst>
                </p14:cNvPr>
                <p14:cNvContentPartPr/>
                <p14:nvPr/>
              </p14:nvContentPartPr>
              <p14:xfrm>
                <a:off x="8348220" y="3454568"/>
                <a:ext cx="116640" cy="239760"/>
              </p14:xfrm>
            </p:contentPart>
          </mc:Choice>
          <mc:Fallback xmlns=""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D83D4B84-92F4-FCFF-1591-4C83F802FD27}"/>
                    </a:ext>
                  </a:extLst>
                </p:cNvPr>
                <p:cNvPicPr/>
                <p:nvPr/>
              </p:nvPicPr>
              <p:blipFill>
                <a:blip r:embed="rId452"/>
                <a:stretch>
                  <a:fillRect/>
                </a:stretch>
              </p:blipFill>
              <p:spPr>
                <a:xfrm>
                  <a:off x="8339580" y="3445928"/>
                  <a:ext cx="13428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3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5445B27D-606C-3402-A5C3-129F02947B06}"/>
                    </a:ext>
                  </a:extLst>
                </p14:cNvPr>
                <p14:cNvContentPartPr/>
                <p14:nvPr/>
              </p14:nvContentPartPr>
              <p14:xfrm>
                <a:off x="8352180" y="3335408"/>
                <a:ext cx="7560" cy="5760"/>
              </p14:xfrm>
            </p:contentPart>
          </mc:Choice>
          <mc:Fallback xmlns=""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5445B27D-606C-3402-A5C3-129F02947B06}"/>
                    </a:ext>
                  </a:extLst>
                </p:cNvPr>
                <p:cNvPicPr/>
                <p:nvPr/>
              </p:nvPicPr>
              <p:blipFill>
                <a:blip r:embed="rId454"/>
                <a:stretch>
                  <a:fillRect/>
                </a:stretch>
              </p:blipFill>
              <p:spPr>
                <a:xfrm>
                  <a:off x="8343180" y="3326408"/>
                  <a:ext cx="2520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5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87C9CFB6-B0E8-DDDC-DACD-EE0FBEC6C60E}"/>
                    </a:ext>
                  </a:extLst>
                </p14:cNvPr>
                <p14:cNvContentPartPr/>
                <p14:nvPr/>
              </p14:nvContentPartPr>
              <p14:xfrm>
                <a:off x="8468460" y="3308408"/>
                <a:ext cx="294480" cy="172440"/>
              </p14:xfrm>
            </p:contentPart>
          </mc:Choice>
          <mc:Fallback xmlns=""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87C9CFB6-B0E8-DDDC-DACD-EE0FBEC6C60E}"/>
                    </a:ext>
                  </a:extLst>
                </p:cNvPr>
                <p:cNvPicPr/>
                <p:nvPr/>
              </p:nvPicPr>
              <p:blipFill>
                <a:blip r:embed="rId456"/>
                <a:stretch>
                  <a:fillRect/>
                </a:stretch>
              </p:blipFill>
              <p:spPr>
                <a:xfrm>
                  <a:off x="8459820" y="3299768"/>
                  <a:ext cx="31212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7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BBFBE6D1-3148-6839-30A3-3ED47E04E1E8}"/>
                    </a:ext>
                  </a:extLst>
                </p14:cNvPr>
                <p14:cNvContentPartPr/>
                <p14:nvPr/>
              </p14:nvContentPartPr>
              <p14:xfrm>
                <a:off x="8655300" y="3189968"/>
                <a:ext cx="229680" cy="367560"/>
              </p14:xfrm>
            </p:contentPart>
          </mc:Choice>
          <mc:Fallback xmlns=""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BBFBE6D1-3148-6839-30A3-3ED47E04E1E8}"/>
                    </a:ext>
                  </a:extLst>
                </p:cNvPr>
                <p:cNvPicPr/>
                <p:nvPr/>
              </p:nvPicPr>
              <p:blipFill>
                <a:blip r:embed="rId458"/>
                <a:stretch>
                  <a:fillRect/>
                </a:stretch>
              </p:blipFill>
              <p:spPr>
                <a:xfrm>
                  <a:off x="8646660" y="3180968"/>
                  <a:ext cx="247320" cy="385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6" name="Group 295">
            <a:extLst>
              <a:ext uri="{FF2B5EF4-FFF2-40B4-BE49-F238E27FC236}">
                <a16:creationId xmlns:a16="http://schemas.microsoft.com/office/drawing/2014/main" id="{7A1C5939-D18F-F676-31F6-0651A8F8E1ED}"/>
              </a:ext>
            </a:extLst>
          </p:cNvPr>
          <p:cNvGrpSpPr/>
          <p:nvPr/>
        </p:nvGrpSpPr>
        <p:grpSpPr>
          <a:xfrm>
            <a:off x="9014940" y="3197168"/>
            <a:ext cx="1647000" cy="455400"/>
            <a:chOff x="9014940" y="3197168"/>
            <a:chExt cx="1647000" cy="455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59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533BD626-7A87-05D2-22CC-FBF9EE91F7CC}"/>
                    </a:ext>
                  </a:extLst>
                </p14:cNvPr>
                <p14:cNvContentPartPr/>
                <p14:nvPr/>
              </p14:nvContentPartPr>
              <p14:xfrm>
                <a:off x="9014940" y="3456728"/>
                <a:ext cx="181080" cy="29520"/>
              </p14:xfrm>
            </p:contentPart>
          </mc:Choice>
          <mc:Fallback xmlns=""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533BD626-7A87-05D2-22CC-FBF9EE91F7CC}"/>
                    </a:ext>
                  </a:extLst>
                </p:cNvPr>
                <p:cNvPicPr/>
                <p:nvPr/>
              </p:nvPicPr>
              <p:blipFill>
                <a:blip r:embed="rId460"/>
                <a:stretch>
                  <a:fillRect/>
                </a:stretch>
              </p:blipFill>
              <p:spPr>
                <a:xfrm>
                  <a:off x="9006300" y="3448088"/>
                  <a:ext cx="19872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1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14CDAC91-7214-4EDC-6860-B377E160F246}"/>
                    </a:ext>
                  </a:extLst>
                </p14:cNvPr>
                <p14:cNvContentPartPr/>
                <p14:nvPr/>
              </p14:nvContentPartPr>
              <p14:xfrm>
                <a:off x="9050220" y="3392288"/>
                <a:ext cx="93960" cy="16200"/>
              </p14:xfrm>
            </p:contentPart>
          </mc:Choice>
          <mc:Fallback xmlns=""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14CDAC91-7214-4EDC-6860-B377E160F246}"/>
                    </a:ext>
                  </a:extLst>
                </p:cNvPr>
                <p:cNvPicPr/>
                <p:nvPr/>
              </p:nvPicPr>
              <p:blipFill>
                <a:blip r:embed="rId462"/>
                <a:stretch>
                  <a:fillRect/>
                </a:stretch>
              </p:blipFill>
              <p:spPr>
                <a:xfrm>
                  <a:off x="9041580" y="3383648"/>
                  <a:ext cx="11160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3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E8182CE6-49A8-71CE-E117-1E56E1C80FF6}"/>
                    </a:ext>
                  </a:extLst>
                </p14:cNvPr>
                <p14:cNvContentPartPr/>
                <p14:nvPr/>
              </p14:nvContentPartPr>
              <p14:xfrm>
                <a:off x="9357300" y="3197168"/>
                <a:ext cx="36360" cy="101520"/>
              </p14:xfrm>
            </p:contentPart>
          </mc:Choice>
          <mc:Fallback xmlns=""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E8182CE6-49A8-71CE-E117-1E56E1C80FF6}"/>
                    </a:ext>
                  </a:extLst>
                </p:cNvPr>
                <p:cNvPicPr/>
                <p:nvPr/>
              </p:nvPicPr>
              <p:blipFill>
                <a:blip r:embed="rId464"/>
                <a:stretch>
                  <a:fillRect/>
                </a:stretch>
              </p:blipFill>
              <p:spPr>
                <a:xfrm>
                  <a:off x="9348660" y="3188168"/>
                  <a:ext cx="5400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5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7A807C1C-63A5-572B-EC9D-608F587CE720}"/>
                    </a:ext>
                  </a:extLst>
                </p14:cNvPr>
                <p14:cNvContentPartPr/>
                <p14:nvPr/>
              </p14:nvContentPartPr>
              <p14:xfrm>
                <a:off x="9361980" y="3377528"/>
                <a:ext cx="156240" cy="10800"/>
              </p14:xfrm>
            </p:contentPart>
          </mc:Choice>
          <mc:Fallback xmlns=""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7A807C1C-63A5-572B-EC9D-608F587CE720}"/>
                    </a:ext>
                  </a:extLst>
                </p:cNvPr>
                <p:cNvPicPr/>
                <p:nvPr/>
              </p:nvPicPr>
              <p:blipFill>
                <a:blip r:embed="rId466"/>
                <a:stretch>
                  <a:fillRect/>
                </a:stretch>
              </p:blipFill>
              <p:spPr>
                <a:xfrm>
                  <a:off x="9352980" y="3368528"/>
                  <a:ext cx="17388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7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A6DDD4B3-CF25-535D-5E9C-B53BA1F0CE7C}"/>
                    </a:ext>
                  </a:extLst>
                </p14:cNvPr>
                <p14:cNvContentPartPr/>
                <p14:nvPr/>
              </p14:nvContentPartPr>
              <p14:xfrm>
                <a:off x="9284220" y="3537368"/>
                <a:ext cx="155160" cy="115200"/>
              </p14:xfrm>
            </p:contentPart>
          </mc:Choice>
          <mc:Fallback xmlns=""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A6DDD4B3-CF25-535D-5E9C-B53BA1F0CE7C}"/>
                    </a:ext>
                  </a:extLst>
                </p:cNvPr>
                <p:cNvPicPr/>
                <p:nvPr/>
              </p:nvPicPr>
              <p:blipFill>
                <a:blip r:embed="rId468"/>
                <a:stretch>
                  <a:fillRect/>
                </a:stretch>
              </p:blipFill>
              <p:spPr>
                <a:xfrm>
                  <a:off x="9275220" y="3528368"/>
                  <a:ext cx="17280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9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A3911FED-8164-8911-BE04-CA78455DEF5A}"/>
                    </a:ext>
                  </a:extLst>
                </p14:cNvPr>
                <p14:cNvContentPartPr/>
                <p14:nvPr/>
              </p14:nvContentPartPr>
              <p14:xfrm>
                <a:off x="9473220" y="3570848"/>
                <a:ext cx="49320" cy="58680"/>
              </p14:xfrm>
            </p:contentPart>
          </mc:Choice>
          <mc:Fallback xmlns=""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A3911FED-8164-8911-BE04-CA78455DEF5A}"/>
                    </a:ext>
                  </a:extLst>
                </p:cNvPr>
                <p:cNvPicPr/>
                <p:nvPr/>
              </p:nvPicPr>
              <p:blipFill>
                <a:blip r:embed="rId470"/>
                <a:stretch>
                  <a:fillRect/>
                </a:stretch>
              </p:blipFill>
              <p:spPr>
                <a:xfrm>
                  <a:off x="9464220" y="3562208"/>
                  <a:ext cx="6696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1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D1F41D8A-E083-1227-008A-C1B570F0C6B9}"/>
                    </a:ext>
                  </a:extLst>
                </p14:cNvPr>
                <p14:cNvContentPartPr/>
                <p14:nvPr/>
              </p14:nvContentPartPr>
              <p14:xfrm>
                <a:off x="9543780" y="3579488"/>
                <a:ext cx="24840" cy="37800"/>
              </p14:xfrm>
            </p:contentPart>
          </mc:Choice>
          <mc:Fallback xmlns=""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D1F41D8A-E083-1227-008A-C1B570F0C6B9}"/>
                    </a:ext>
                  </a:extLst>
                </p:cNvPr>
                <p:cNvPicPr/>
                <p:nvPr/>
              </p:nvPicPr>
              <p:blipFill>
                <a:blip r:embed="rId472"/>
                <a:stretch>
                  <a:fillRect/>
                </a:stretch>
              </p:blipFill>
              <p:spPr>
                <a:xfrm>
                  <a:off x="9535140" y="3570488"/>
                  <a:ext cx="4248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3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8B9BF8B3-D834-06EF-DE20-87D0FF5EFF4E}"/>
                    </a:ext>
                  </a:extLst>
                </p14:cNvPr>
                <p14:cNvContentPartPr/>
                <p14:nvPr/>
              </p14:nvContentPartPr>
              <p14:xfrm>
                <a:off x="9436140" y="3523688"/>
                <a:ext cx="123480" cy="19800"/>
              </p14:xfrm>
            </p:contentPart>
          </mc:Choice>
          <mc:Fallback xmlns=""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8B9BF8B3-D834-06EF-DE20-87D0FF5EFF4E}"/>
                    </a:ext>
                  </a:extLst>
                </p:cNvPr>
                <p:cNvPicPr/>
                <p:nvPr/>
              </p:nvPicPr>
              <p:blipFill>
                <a:blip r:embed="rId474"/>
                <a:stretch>
                  <a:fillRect/>
                </a:stretch>
              </p:blipFill>
              <p:spPr>
                <a:xfrm>
                  <a:off x="9427500" y="3514688"/>
                  <a:ext cx="14112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5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0A8FE5AF-D6F0-EFF7-F401-6C46042784EB}"/>
                    </a:ext>
                  </a:extLst>
                </p14:cNvPr>
                <p14:cNvContentPartPr/>
                <p14:nvPr/>
              </p14:nvContentPartPr>
              <p14:xfrm>
                <a:off x="9724860" y="3267728"/>
                <a:ext cx="189000" cy="237240"/>
              </p14:xfrm>
            </p:contentPart>
          </mc:Choice>
          <mc:Fallback xmlns=""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0A8FE5AF-D6F0-EFF7-F401-6C46042784EB}"/>
                    </a:ext>
                  </a:extLst>
                </p:cNvPr>
                <p:cNvPicPr/>
                <p:nvPr/>
              </p:nvPicPr>
              <p:blipFill>
                <a:blip r:embed="rId476"/>
                <a:stretch>
                  <a:fillRect/>
                </a:stretch>
              </p:blipFill>
              <p:spPr>
                <a:xfrm>
                  <a:off x="9716220" y="3259088"/>
                  <a:ext cx="20664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7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006F527B-D647-BEAD-530A-3DE4D705C67E}"/>
                    </a:ext>
                  </a:extLst>
                </p14:cNvPr>
                <p14:cNvContentPartPr/>
                <p14:nvPr/>
              </p14:nvContentPartPr>
              <p14:xfrm>
                <a:off x="9762300" y="3271328"/>
                <a:ext cx="75960" cy="235800"/>
              </p14:xfrm>
            </p:contentPart>
          </mc:Choice>
          <mc:Fallback xmlns=""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006F527B-D647-BEAD-530A-3DE4D705C67E}"/>
                    </a:ext>
                  </a:extLst>
                </p:cNvPr>
                <p:cNvPicPr/>
                <p:nvPr/>
              </p:nvPicPr>
              <p:blipFill>
                <a:blip r:embed="rId478"/>
                <a:stretch>
                  <a:fillRect/>
                </a:stretch>
              </p:blipFill>
              <p:spPr>
                <a:xfrm>
                  <a:off x="9753300" y="3262328"/>
                  <a:ext cx="9360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9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CD3136FA-8A4F-CF3B-B644-AEDF9C168513}"/>
                    </a:ext>
                  </a:extLst>
                </p14:cNvPr>
                <p14:cNvContentPartPr/>
                <p14:nvPr/>
              </p14:nvContentPartPr>
              <p14:xfrm>
                <a:off x="9975780" y="3493448"/>
                <a:ext cx="96120" cy="87480"/>
              </p14:xfrm>
            </p:contentPart>
          </mc:Choice>
          <mc:Fallback xmlns=""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CD3136FA-8A4F-CF3B-B644-AEDF9C168513}"/>
                    </a:ext>
                  </a:extLst>
                </p:cNvPr>
                <p:cNvPicPr/>
                <p:nvPr/>
              </p:nvPicPr>
              <p:blipFill>
                <a:blip r:embed="rId480"/>
                <a:stretch>
                  <a:fillRect/>
                </a:stretch>
              </p:blipFill>
              <p:spPr>
                <a:xfrm>
                  <a:off x="9967140" y="3484808"/>
                  <a:ext cx="11376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1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B6379DD5-13D3-4444-49DF-D219C6E14E0C}"/>
                    </a:ext>
                  </a:extLst>
                </p14:cNvPr>
                <p14:cNvContentPartPr/>
                <p14:nvPr/>
              </p14:nvContentPartPr>
              <p14:xfrm>
                <a:off x="10068300" y="3248648"/>
                <a:ext cx="62280" cy="227880"/>
              </p14:xfrm>
            </p:contentPart>
          </mc:Choice>
          <mc:Fallback xmlns=""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B6379DD5-13D3-4444-49DF-D219C6E14E0C}"/>
                    </a:ext>
                  </a:extLst>
                </p:cNvPr>
                <p:cNvPicPr/>
                <p:nvPr/>
              </p:nvPicPr>
              <p:blipFill>
                <a:blip r:embed="rId482"/>
                <a:stretch>
                  <a:fillRect/>
                </a:stretch>
              </p:blipFill>
              <p:spPr>
                <a:xfrm>
                  <a:off x="10059300" y="3239648"/>
                  <a:ext cx="7992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3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8F0D24C5-AC43-E223-74FF-111017E3E5CF}"/>
                    </a:ext>
                  </a:extLst>
                </p14:cNvPr>
                <p14:cNvContentPartPr/>
                <p14:nvPr/>
              </p14:nvContentPartPr>
              <p14:xfrm>
                <a:off x="10189980" y="3428648"/>
                <a:ext cx="70200" cy="193320"/>
              </p14:xfrm>
            </p:contentPart>
          </mc:Choice>
          <mc:Fallback xmlns=""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8F0D24C5-AC43-E223-74FF-111017E3E5CF}"/>
                    </a:ext>
                  </a:extLst>
                </p:cNvPr>
                <p:cNvPicPr/>
                <p:nvPr/>
              </p:nvPicPr>
              <p:blipFill>
                <a:blip r:embed="rId484"/>
                <a:stretch>
                  <a:fillRect/>
                </a:stretch>
              </p:blipFill>
              <p:spPr>
                <a:xfrm>
                  <a:off x="10180980" y="3420008"/>
                  <a:ext cx="8784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5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B558F0A2-B87D-024B-A62B-ABC2DBD922A7}"/>
                    </a:ext>
                  </a:extLst>
                </p14:cNvPr>
                <p14:cNvContentPartPr/>
                <p14:nvPr/>
              </p14:nvContentPartPr>
              <p14:xfrm>
                <a:off x="10175580" y="3319928"/>
                <a:ext cx="2520" cy="10440"/>
              </p14:xfrm>
            </p:contentPart>
          </mc:Choice>
          <mc:Fallback xmlns=""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B558F0A2-B87D-024B-A62B-ABC2DBD922A7}"/>
                    </a:ext>
                  </a:extLst>
                </p:cNvPr>
                <p:cNvPicPr/>
                <p:nvPr/>
              </p:nvPicPr>
              <p:blipFill>
                <a:blip r:embed="rId486"/>
                <a:stretch>
                  <a:fillRect/>
                </a:stretch>
              </p:blipFill>
              <p:spPr>
                <a:xfrm>
                  <a:off x="10166940" y="3310928"/>
                  <a:ext cx="2016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7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ACBE71CE-BBEB-CFB5-A197-4F289EDE8B6D}"/>
                    </a:ext>
                  </a:extLst>
                </p14:cNvPr>
                <p14:cNvContentPartPr/>
                <p14:nvPr/>
              </p14:nvContentPartPr>
              <p14:xfrm>
                <a:off x="10321380" y="3290768"/>
                <a:ext cx="225000" cy="167760"/>
              </p14:xfrm>
            </p:contentPart>
          </mc:Choice>
          <mc:Fallback xmlns=""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ACBE71CE-BBEB-CFB5-A197-4F289EDE8B6D}"/>
                    </a:ext>
                  </a:extLst>
                </p:cNvPr>
                <p:cNvPicPr/>
                <p:nvPr/>
              </p:nvPicPr>
              <p:blipFill>
                <a:blip r:embed="rId488"/>
                <a:stretch>
                  <a:fillRect/>
                </a:stretch>
              </p:blipFill>
              <p:spPr>
                <a:xfrm>
                  <a:off x="10312740" y="3281768"/>
                  <a:ext cx="24264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9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467489F7-5324-B3B4-3DF4-08D3137FFC08}"/>
                    </a:ext>
                  </a:extLst>
                </p14:cNvPr>
                <p14:cNvContentPartPr/>
                <p14:nvPr/>
              </p14:nvContentPartPr>
              <p14:xfrm>
                <a:off x="10515420" y="3205448"/>
                <a:ext cx="146520" cy="327960"/>
              </p14:xfrm>
            </p:contentPart>
          </mc:Choice>
          <mc:Fallback xmlns=""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467489F7-5324-B3B4-3DF4-08D3137FFC08}"/>
                    </a:ext>
                  </a:extLst>
                </p:cNvPr>
                <p:cNvPicPr/>
                <p:nvPr/>
              </p:nvPicPr>
              <p:blipFill>
                <a:blip r:embed="rId490"/>
                <a:stretch>
                  <a:fillRect/>
                </a:stretch>
              </p:blipFill>
              <p:spPr>
                <a:xfrm>
                  <a:off x="10506420" y="3196448"/>
                  <a:ext cx="164160" cy="345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0" name="Group 309">
            <a:extLst>
              <a:ext uri="{FF2B5EF4-FFF2-40B4-BE49-F238E27FC236}">
                <a16:creationId xmlns:a16="http://schemas.microsoft.com/office/drawing/2014/main" id="{9FC59334-6946-8493-5842-643A3B1AEC1A}"/>
              </a:ext>
            </a:extLst>
          </p:cNvPr>
          <p:cNvGrpSpPr/>
          <p:nvPr/>
        </p:nvGrpSpPr>
        <p:grpSpPr>
          <a:xfrm>
            <a:off x="10754460" y="3200048"/>
            <a:ext cx="1164240" cy="412560"/>
            <a:chOff x="10754460" y="3200048"/>
            <a:chExt cx="1164240" cy="412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91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AD4594DB-FF68-F36E-4B41-FB58E5AA6F1E}"/>
                    </a:ext>
                  </a:extLst>
                </p14:cNvPr>
                <p14:cNvContentPartPr/>
                <p14:nvPr/>
              </p14:nvContentPartPr>
              <p14:xfrm>
                <a:off x="10754460" y="3340448"/>
                <a:ext cx="158400" cy="107640"/>
              </p14:xfrm>
            </p:contentPart>
          </mc:Choice>
          <mc:Fallback xmlns=""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AD4594DB-FF68-F36E-4B41-FB58E5AA6F1E}"/>
                    </a:ext>
                  </a:extLst>
                </p:cNvPr>
                <p:cNvPicPr/>
                <p:nvPr/>
              </p:nvPicPr>
              <p:blipFill>
                <a:blip r:embed="rId492"/>
                <a:stretch>
                  <a:fillRect/>
                </a:stretch>
              </p:blipFill>
              <p:spPr>
                <a:xfrm>
                  <a:off x="10745460" y="3331808"/>
                  <a:ext cx="17604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3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64C9BE11-77E6-ED0B-B5AE-08D267A673A8}"/>
                    </a:ext>
                  </a:extLst>
                </p14:cNvPr>
                <p14:cNvContentPartPr/>
                <p14:nvPr/>
              </p14:nvContentPartPr>
              <p14:xfrm>
                <a:off x="10841940" y="3376808"/>
                <a:ext cx="27000" cy="77760"/>
              </p14:xfrm>
            </p:contentPart>
          </mc:Choice>
          <mc:Fallback xmlns=""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64C9BE11-77E6-ED0B-B5AE-08D267A673A8}"/>
                    </a:ext>
                  </a:extLst>
                </p:cNvPr>
                <p:cNvPicPr/>
                <p:nvPr/>
              </p:nvPicPr>
              <p:blipFill>
                <a:blip r:embed="rId494"/>
                <a:stretch>
                  <a:fillRect/>
                </a:stretch>
              </p:blipFill>
              <p:spPr>
                <a:xfrm>
                  <a:off x="10833300" y="3368168"/>
                  <a:ext cx="4464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5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7BFE699E-0F3B-960B-C196-6B03F0716846}"/>
                    </a:ext>
                  </a:extLst>
                </p14:cNvPr>
                <p14:cNvContentPartPr/>
                <p14:nvPr/>
              </p14:nvContentPartPr>
              <p14:xfrm>
                <a:off x="10802700" y="3397328"/>
                <a:ext cx="96480" cy="11160"/>
              </p14:xfrm>
            </p:contentPart>
          </mc:Choice>
          <mc:Fallback xmlns=""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7BFE699E-0F3B-960B-C196-6B03F0716846}"/>
                    </a:ext>
                  </a:extLst>
                </p:cNvPr>
                <p:cNvPicPr/>
                <p:nvPr/>
              </p:nvPicPr>
              <p:blipFill>
                <a:blip r:embed="rId496"/>
                <a:stretch>
                  <a:fillRect/>
                </a:stretch>
              </p:blipFill>
              <p:spPr>
                <a:xfrm>
                  <a:off x="10793700" y="3388328"/>
                  <a:ext cx="11412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7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3DDAD583-D132-6D43-CB83-BCB99E4AEEFC}"/>
                    </a:ext>
                  </a:extLst>
                </p14:cNvPr>
                <p14:cNvContentPartPr/>
                <p14:nvPr/>
              </p14:nvContentPartPr>
              <p14:xfrm>
                <a:off x="10988820" y="3235328"/>
                <a:ext cx="207000" cy="262440"/>
              </p14:xfrm>
            </p:contentPart>
          </mc:Choice>
          <mc:Fallback xmlns=""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3DDAD583-D132-6D43-CB83-BCB99E4AEEFC}"/>
                    </a:ext>
                  </a:extLst>
                </p:cNvPr>
                <p:cNvPicPr/>
                <p:nvPr/>
              </p:nvPicPr>
              <p:blipFill>
                <a:blip r:embed="rId498"/>
                <a:stretch>
                  <a:fillRect/>
                </a:stretch>
              </p:blipFill>
              <p:spPr>
                <a:xfrm>
                  <a:off x="10980180" y="3226328"/>
                  <a:ext cx="224640" cy="28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9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9DFF8437-DF60-3EBE-76F7-6408F598CEB4}"/>
                    </a:ext>
                  </a:extLst>
                </p14:cNvPr>
                <p14:cNvContentPartPr/>
                <p14:nvPr/>
              </p14:nvContentPartPr>
              <p14:xfrm>
                <a:off x="11034900" y="3475448"/>
                <a:ext cx="9000" cy="43200"/>
              </p14:xfrm>
            </p:contentPart>
          </mc:Choice>
          <mc:Fallback xmlns=""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9DFF8437-DF60-3EBE-76F7-6408F598CEB4}"/>
                    </a:ext>
                  </a:extLst>
                </p:cNvPr>
                <p:cNvPicPr/>
                <p:nvPr/>
              </p:nvPicPr>
              <p:blipFill>
                <a:blip r:embed="rId500"/>
                <a:stretch>
                  <a:fillRect/>
                </a:stretch>
              </p:blipFill>
              <p:spPr>
                <a:xfrm>
                  <a:off x="11026260" y="3466808"/>
                  <a:ext cx="2664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1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F6993D28-4A1B-1626-960F-570B1F614D15}"/>
                    </a:ext>
                  </a:extLst>
                </p14:cNvPr>
                <p14:cNvContentPartPr/>
                <p14:nvPr/>
              </p14:nvContentPartPr>
              <p14:xfrm>
                <a:off x="11133540" y="3205448"/>
                <a:ext cx="10440" cy="77400"/>
              </p14:xfrm>
            </p:contentPart>
          </mc:Choice>
          <mc:Fallback xmlns=""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F6993D28-4A1B-1626-960F-570B1F614D15}"/>
                    </a:ext>
                  </a:extLst>
                </p:cNvPr>
                <p:cNvPicPr/>
                <p:nvPr/>
              </p:nvPicPr>
              <p:blipFill>
                <a:blip r:embed="rId502"/>
                <a:stretch>
                  <a:fillRect/>
                </a:stretch>
              </p:blipFill>
              <p:spPr>
                <a:xfrm>
                  <a:off x="11124900" y="3196448"/>
                  <a:ext cx="2808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3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E2129317-3ADC-7C96-D91B-D71EBCC13C01}"/>
                    </a:ext>
                  </a:extLst>
                </p14:cNvPr>
                <p14:cNvContentPartPr/>
                <p14:nvPr/>
              </p14:nvContentPartPr>
              <p14:xfrm>
                <a:off x="11274300" y="3219128"/>
                <a:ext cx="93240" cy="311400"/>
              </p14:xfrm>
            </p:contentPart>
          </mc:Choice>
          <mc:Fallback xmlns=""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E2129317-3ADC-7C96-D91B-D71EBCC13C01}"/>
                    </a:ext>
                  </a:extLst>
                </p:cNvPr>
                <p:cNvPicPr/>
                <p:nvPr/>
              </p:nvPicPr>
              <p:blipFill>
                <a:blip r:embed="rId504"/>
                <a:stretch>
                  <a:fillRect/>
                </a:stretch>
              </p:blipFill>
              <p:spPr>
                <a:xfrm>
                  <a:off x="11265300" y="3210128"/>
                  <a:ext cx="110880" cy="32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5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E885F001-A214-9C73-100E-82BAE150D96A}"/>
                    </a:ext>
                  </a:extLst>
                </p14:cNvPr>
                <p14:cNvContentPartPr/>
                <p14:nvPr/>
              </p14:nvContentPartPr>
              <p14:xfrm>
                <a:off x="10837260" y="3328928"/>
                <a:ext cx="11160" cy="63360"/>
              </p14:xfrm>
            </p:contentPart>
          </mc:Choice>
          <mc:Fallback xmlns=""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E885F001-A214-9C73-100E-82BAE150D96A}"/>
                    </a:ext>
                  </a:extLst>
                </p:cNvPr>
                <p:cNvPicPr/>
                <p:nvPr/>
              </p:nvPicPr>
              <p:blipFill>
                <a:blip r:embed="rId506"/>
                <a:stretch>
                  <a:fillRect/>
                </a:stretch>
              </p:blipFill>
              <p:spPr>
                <a:xfrm>
                  <a:off x="10828260" y="3319928"/>
                  <a:ext cx="2880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7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AF3A52E0-E932-6FE9-D15C-76AF126D1645}"/>
                    </a:ext>
                  </a:extLst>
                </p14:cNvPr>
                <p14:cNvContentPartPr/>
                <p14:nvPr/>
              </p14:nvContentPartPr>
              <p14:xfrm>
                <a:off x="11382300" y="3397688"/>
                <a:ext cx="84960" cy="214920"/>
              </p14:xfrm>
            </p:contentPart>
          </mc:Choice>
          <mc:Fallback xmlns=""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AF3A52E0-E932-6FE9-D15C-76AF126D1645}"/>
                    </a:ext>
                  </a:extLst>
                </p:cNvPr>
                <p:cNvPicPr/>
                <p:nvPr/>
              </p:nvPicPr>
              <p:blipFill>
                <a:blip r:embed="rId508"/>
                <a:stretch>
                  <a:fillRect/>
                </a:stretch>
              </p:blipFill>
              <p:spPr>
                <a:xfrm>
                  <a:off x="11373660" y="3388688"/>
                  <a:ext cx="10260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9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3DC6B9D5-0E23-5769-FD28-23B4F0858D74}"/>
                    </a:ext>
                  </a:extLst>
                </p14:cNvPr>
                <p14:cNvContentPartPr/>
                <p14:nvPr/>
              </p14:nvContentPartPr>
              <p14:xfrm>
                <a:off x="11386260" y="3319568"/>
                <a:ext cx="2520" cy="8640"/>
              </p14:xfrm>
            </p:contentPart>
          </mc:Choice>
          <mc:Fallback xmlns=""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3DC6B9D5-0E23-5769-FD28-23B4F0858D74}"/>
                    </a:ext>
                  </a:extLst>
                </p:cNvPr>
                <p:cNvPicPr/>
                <p:nvPr/>
              </p:nvPicPr>
              <p:blipFill>
                <a:blip r:embed="rId510"/>
                <a:stretch>
                  <a:fillRect/>
                </a:stretch>
              </p:blipFill>
              <p:spPr>
                <a:xfrm>
                  <a:off x="11377260" y="3310928"/>
                  <a:ext cx="2016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1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6F3066E1-DE0A-A31A-9C60-711A84C47669}"/>
                    </a:ext>
                  </a:extLst>
                </p14:cNvPr>
                <p14:cNvContentPartPr/>
                <p14:nvPr/>
              </p14:nvContentPartPr>
              <p14:xfrm>
                <a:off x="11539980" y="3309488"/>
                <a:ext cx="289800" cy="192600"/>
              </p14:xfrm>
            </p:contentPart>
          </mc:Choice>
          <mc:Fallback xmlns=""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6F3066E1-DE0A-A31A-9C60-711A84C47669}"/>
                    </a:ext>
                  </a:extLst>
                </p:cNvPr>
                <p:cNvPicPr/>
                <p:nvPr/>
              </p:nvPicPr>
              <p:blipFill>
                <a:blip r:embed="rId512"/>
                <a:stretch>
                  <a:fillRect/>
                </a:stretch>
              </p:blipFill>
              <p:spPr>
                <a:xfrm>
                  <a:off x="11531340" y="3300488"/>
                  <a:ext cx="30744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3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623AC9B4-EC8D-C9C7-984B-07ECE1A5F572}"/>
                    </a:ext>
                  </a:extLst>
                </p14:cNvPr>
                <p14:cNvContentPartPr/>
                <p14:nvPr/>
              </p14:nvContentPartPr>
              <p14:xfrm>
                <a:off x="11694780" y="3200048"/>
                <a:ext cx="223920" cy="377640"/>
              </p14:xfrm>
            </p:contentPart>
          </mc:Choice>
          <mc:Fallback xmlns=""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623AC9B4-EC8D-C9C7-984B-07ECE1A5F572}"/>
                    </a:ext>
                  </a:extLst>
                </p:cNvPr>
                <p:cNvPicPr/>
                <p:nvPr/>
              </p:nvPicPr>
              <p:blipFill>
                <a:blip r:embed="rId514"/>
                <a:stretch>
                  <a:fillRect/>
                </a:stretch>
              </p:blipFill>
              <p:spPr>
                <a:xfrm>
                  <a:off x="11686140" y="3191408"/>
                  <a:ext cx="241560" cy="395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2" name="Group 321">
            <a:extLst>
              <a:ext uri="{FF2B5EF4-FFF2-40B4-BE49-F238E27FC236}">
                <a16:creationId xmlns:a16="http://schemas.microsoft.com/office/drawing/2014/main" id="{7D1E87FF-5154-93D0-F791-4CA195EFFC85}"/>
              </a:ext>
            </a:extLst>
          </p:cNvPr>
          <p:cNvGrpSpPr/>
          <p:nvPr/>
        </p:nvGrpSpPr>
        <p:grpSpPr>
          <a:xfrm>
            <a:off x="9000900" y="3871088"/>
            <a:ext cx="1060920" cy="595800"/>
            <a:chOff x="9000900" y="3871088"/>
            <a:chExt cx="1060920" cy="595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15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F52E2CED-6452-BB10-D063-34F32F9A5B00}"/>
                    </a:ext>
                  </a:extLst>
                </p14:cNvPr>
                <p14:cNvContentPartPr/>
                <p14:nvPr/>
              </p14:nvContentPartPr>
              <p14:xfrm>
                <a:off x="9398340" y="3871088"/>
                <a:ext cx="50400" cy="99000"/>
              </p14:xfrm>
            </p:contentPart>
          </mc:Choice>
          <mc:Fallback xmlns=""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F52E2CED-6452-BB10-D063-34F32F9A5B00}"/>
                    </a:ext>
                  </a:extLst>
                </p:cNvPr>
                <p:cNvPicPr/>
                <p:nvPr/>
              </p:nvPicPr>
              <p:blipFill>
                <a:blip r:embed="rId516"/>
                <a:stretch>
                  <a:fillRect/>
                </a:stretch>
              </p:blipFill>
              <p:spPr>
                <a:xfrm>
                  <a:off x="9389700" y="3862448"/>
                  <a:ext cx="6804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7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A7215AAF-7FF7-545F-3539-1E9EC4EACA9A}"/>
                    </a:ext>
                  </a:extLst>
                </p14:cNvPr>
                <p14:cNvContentPartPr/>
                <p14:nvPr/>
              </p14:nvContentPartPr>
              <p14:xfrm>
                <a:off x="9035100" y="4119848"/>
                <a:ext cx="94320" cy="21600"/>
              </p14:xfrm>
            </p:contentPart>
          </mc:Choice>
          <mc:Fallback xmlns=""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A7215AAF-7FF7-545F-3539-1E9EC4EACA9A}"/>
                    </a:ext>
                  </a:extLst>
                </p:cNvPr>
                <p:cNvPicPr/>
                <p:nvPr/>
              </p:nvPicPr>
              <p:blipFill>
                <a:blip r:embed="rId518"/>
                <a:stretch>
                  <a:fillRect/>
                </a:stretch>
              </p:blipFill>
              <p:spPr>
                <a:xfrm>
                  <a:off x="9026460" y="4110848"/>
                  <a:ext cx="11196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9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BFEA5F86-943F-7C46-CE49-7737D52CB7D9}"/>
                    </a:ext>
                  </a:extLst>
                </p14:cNvPr>
                <p14:cNvContentPartPr/>
                <p14:nvPr/>
              </p14:nvContentPartPr>
              <p14:xfrm>
                <a:off x="9000900" y="4068368"/>
                <a:ext cx="111960" cy="15480"/>
              </p14:xfrm>
            </p:contentPart>
          </mc:Choice>
          <mc:Fallback xmlns=""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BFEA5F86-943F-7C46-CE49-7737D52CB7D9}"/>
                    </a:ext>
                  </a:extLst>
                </p:cNvPr>
                <p:cNvPicPr/>
                <p:nvPr/>
              </p:nvPicPr>
              <p:blipFill>
                <a:blip r:embed="rId520"/>
                <a:stretch>
                  <a:fillRect/>
                </a:stretch>
              </p:blipFill>
              <p:spPr>
                <a:xfrm>
                  <a:off x="8991900" y="4059368"/>
                  <a:ext cx="12960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1">
              <p14:nvContentPartPr>
                <p14:cNvPr id="315" name="Ink 314">
                  <a:extLst>
                    <a:ext uri="{FF2B5EF4-FFF2-40B4-BE49-F238E27FC236}">
                      <a16:creationId xmlns:a16="http://schemas.microsoft.com/office/drawing/2014/main" id="{CD9F5A54-D6ED-CBFE-9A04-F2F4A6BC16B8}"/>
                    </a:ext>
                  </a:extLst>
                </p14:cNvPr>
                <p14:cNvContentPartPr/>
                <p14:nvPr/>
              </p14:nvContentPartPr>
              <p14:xfrm>
                <a:off x="9300780" y="4083848"/>
                <a:ext cx="282600" cy="15480"/>
              </p14:xfrm>
            </p:contentPart>
          </mc:Choice>
          <mc:Fallback xmlns="">
            <p:pic>
              <p:nvPicPr>
                <p:cNvPr id="315" name="Ink 314">
                  <a:extLst>
                    <a:ext uri="{FF2B5EF4-FFF2-40B4-BE49-F238E27FC236}">
                      <a16:creationId xmlns:a16="http://schemas.microsoft.com/office/drawing/2014/main" id="{CD9F5A54-D6ED-CBFE-9A04-F2F4A6BC16B8}"/>
                    </a:ext>
                  </a:extLst>
                </p:cNvPr>
                <p:cNvPicPr/>
                <p:nvPr/>
              </p:nvPicPr>
              <p:blipFill>
                <a:blip r:embed="rId522"/>
                <a:stretch>
                  <a:fillRect/>
                </a:stretch>
              </p:blipFill>
              <p:spPr>
                <a:xfrm>
                  <a:off x="9291780" y="4075208"/>
                  <a:ext cx="30024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3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1FF3A369-DDEF-BFE0-1331-2CF8AD35CD2B}"/>
                    </a:ext>
                  </a:extLst>
                </p14:cNvPr>
                <p14:cNvContentPartPr/>
                <p14:nvPr/>
              </p14:nvContentPartPr>
              <p14:xfrm>
                <a:off x="9440100" y="4228928"/>
                <a:ext cx="21240" cy="114120"/>
              </p14:xfrm>
            </p:contentPart>
          </mc:Choice>
          <mc:Fallback xmlns=""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1FF3A369-DDEF-BFE0-1331-2CF8AD35CD2B}"/>
                    </a:ext>
                  </a:extLst>
                </p:cNvPr>
                <p:cNvPicPr/>
                <p:nvPr/>
              </p:nvPicPr>
              <p:blipFill>
                <a:blip r:embed="rId524"/>
                <a:stretch>
                  <a:fillRect/>
                </a:stretch>
              </p:blipFill>
              <p:spPr>
                <a:xfrm>
                  <a:off x="9431100" y="4219928"/>
                  <a:ext cx="3888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5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DD8618B6-C039-AE90-E2FE-A959C8C5CDF1}"/>
                    </a:ext>
                  </a:extLst>
                </p14:cNvPr>
                <p14:cNvContentPartPr/>
                <p14:nvPr/>
              </p14:nvContentPartPr>
              <p14:xfrm>
                <a:off x="9336420" y="4186088"/>
                <a:ext cx="212760" cy="17280"/>
              </p14:xfrm>
            </p:contentPart>
          </mc:Choice>
          <mc:Fallback xmlns=""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DD8618B6-C039-AE90-E2FE-A959C8C5CDF1}"/>
                    </a:ext>
                  </a:extLst>
                </p:cNvPr>
                <p:cNvPicPr/>
                <p:nvPr/>
              </p:nvPicPr>
              <p:blipFill>
                <a:blip r:embed="rId526"/>
                <a:stretch>
                  <a:fillRect/>
                </a:stretch>
              </p:blipFill>
              <p:spPr>
                <a:xfrm>
                  <a:off x="9327780" y="4177088"/>
                  <a:ext cx="23040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7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0F66EBB7-53AD-215A-9BB1-72FA05982266}"/>
                    </a:ext>
                  </a:extLst>
                </p14:cNvPr>
                <p14:cNvContentPartPr/>
                <p14:nvPr/>
              </p14:nvContentPartPr>
              <p14:xfrm>
                <a:off x="9750060" y="3942728"/>
                <a:ext cx="311760" cy="276120"/>
              </p14:xfrm>
            </p:contentPart>
          </mc:Choice>
          <mc:Fallback xmlns=""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0F66EBB7-53AD-215A-9BB1-72FA05982266}"/>
                    </a:ext>
                  </a:extLst>
                </p:cNvPr>
                <p:cNvPicPr/>
                <p:nvPr/>
              </p:nvPicPr>
              <p:blipFill>
                <a:blip r:embed="rId528"/>
                <a:stretch>
                  <a:fillRect/>
                </a:stretch>
              </p:blipFill>
              <p:spPr>
                <a:xfrm>
                  <a:off x="9741420" y="3934088"/>
                  <a:ext cx="329400" cy="29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9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EE277B85-BD57-580C-1C9F-D7A8B943713D}"/>
                    </a:ext>
                  </a:extLst>
                </p14:cNvPr>
                <p14:cNvContentPartPr/>
                <p14:nvPr/>
              </p14:nvContentPartPr>
              <p14:xfrm>
                <a:off x="9799380" y="4303448"/>
                <a:ext cx="46800" cy="163440"/>
              </p14:xfrm>
            </p:contentPart>
          </mc:Choice>
          <mc:Fallback xmlns=""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EE277B85-BD57-580C-1C9F-D7A8B943713D}"/>
                    </a:ext>
                  </a:extLst>
                </p:cNvPr>
                <p:cNvPicPr/>
                <p:nvPr/>
              </p:nvPicPr>
              <p:blipFill>
                <a:blip r:embed="rId530"/>
                <a:stretch>
                  <a:fillRect/>
                </a:stretch>
              </p:blipFill>
              <p:spPr>
                <a:xfrm>
                  <a:off x="9790380" y="4294448"/>
                  <a:ext cx="6444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1">
              <p14:nvContentPartPr>
                <p14:cNvPr id="321" name="Ink 320">
                  <a:extLst>
                    <a:ext uri="{FF2B5EF4-FFF2-40B4-BE49-F238E27FC236}">
                      <a16:creationId xmlns:a16="http://schemas.microsoft.com/office/drawing/2014/main" id="{140CB6CD-5A1D-78D7-A611-6D2AFA91A2C6}"/>
                    </a:ext>
                  </a:extLst>
                </p14:cNvPr>
                <p14:cNvContentPartPr/>
                <p14:nvPr/>
              </p14:nvContentPartPr>
              <p14:xfrm>
                <a:off x="9859860" y="4395248"/>
                <a:ext cx="149040" cy="71280"/>
              </p14:xfrm>
            </p:contentPart>
          </mc:Choice>
          <mc:Fallback xmlns="">
            <p:pic>
              <p:nvPicPr>
                <p:cNvPr id="321" name="Ink 320">
                  <a:extLst>
                    <a:ext uri="{FF2B5EF4-FFF2-40B4-BE49-F238E27FC236}">
                      <a16:creationId xmlns:a16="http://schemas.microsoft.com/office/drawing/2014/main" id="{140CB6CD-5A1D-78D7-A611-6D2AFA91A2C6}"/>
                    </a:ext>
                  </a:extLst>
                </p:cNvPr>
                <p:cNvPicPr/>
                <p:nvPr/>
              </p:nvPicPr>
              <p:blipFill>
                <a:blip r:embed="rId532"/>
                <a:stretch>
                  <a:fillRect/>
                </a:stretch>
              </p:blipFill>
              <p:spPr>
                <a:xfrm>
                  <a:off x="9850860" y="4386248"/>
                  <a:ext cx="166680" cy="88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0" name="Group 339">
            <a:extLst>
              <a:ext uri="{FF2B5EF4-FFF2-40B4-BE49-F238E27FC236}">
                <a16:creationId xmlns:a16="http://schemas.microsoft.com/office/drawing/2014/main" id="{179DA4BC-36FC-F6AF-F379-3E7018CE7C69}"/>
              </a:ext>
            </a:extLst>
          </p:cNvPr>
          <p:cNvGrpSpPr/>
          <p:nvPr/>
        </p:nvGrpSpPr>
        <p:grpSpPr>
          <a:xfrm>
            <a:off x="10206180" y="3936968"/>
            <a:ext cx="1847160" cy="439200"/>
            <a:chOff x="10206180" y="3936968"/>
            <a:chExt cx="1847160" cy="439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33">
              <p14:nvContentPartPr>
                <p14:cNvPr id="323" name="Ink 322">
                  <a:extLst>
                    <a:ext uri="{FF2B5EF4-FFF2-40B4-BE49-F238E27FC236}">
                      <a16:creationId xmlns:a16="http://schemas.microsoft.com/office/drawing/2014/main" id="{C6488C2D-B4BA-03A5-467F-8F25A9D61DE5}"/>
                    </a:ext>
                  </a:extLst>
                </p14:cNvPr>
                <p14:cNvContentPartPr/>
                <p14:nvPr/>
              </p14:nvContentPartPr>
              <p14:xfrm>
                <a:off x="10206180" y="4014728"/>
                <a:ext cx="199800" cy="194400"/>
              </p14:xfrm>
            </p:contentPart>
          </mc:Choice>
          <mc:Fallback xmlns="">
            <p:pic>
              <p:nvPicPr>
                <p:cNvPr id="323" name="Ink 322">
                  <a:extLst>
                    <a:ext uri="{FF2B5EF4-FFF2-40B4-BE49-F238E27FC236}">
                      <a16:creationId xmlns:a16="http://schemas.microsoft.com/office/drawing/2014/main" id="{C6488C2D-B4BA-03A5-467F-8F25A9D61DE5}"/>
                    </a:ext>
                  </a:extLst>
                </p:cNvPr>
                <p:cNvPicPr/>
                <p:nvPr/>
              </p:nvPicPr>
              <p:blipFill>
                <a:blip r:embed="rId534"/>
                <a:stretch>
                  <a:fillRect/>
                </a:stretch>
              </p:blipFill>
              <p:spPr>
                <a:xfrm>
                  <a:off x="10197540" y="4005728"/>
                  <a:ext cx="21744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5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E6F2D404-CA4B-EA74-DF5E-A3C8F2421F68}"/>
                    </a:ext>
                  </a:extLst>
                </p14:cNvPr>
                <p14:cNvContentPartPr/>
                <p14:nvPr/>
              </p14:nvContentPartPr>
              <p14:xfrm>
                <a:off x="10225260" y="4025888"/>
                <a:ext cx="140040" cy="198360"/>
              </p14:xfrm>
            </p:contentPart>
          </mc:Choice>
          <mc:Fallback xmlns=""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E6F2D404-CA4B-EA74-DF5E-A3C8F2421F68}"/>
                    </a:ext>
                  </a:extLst>
                </p:cNvPr>
                <p:cNvPicPr/>
                <p:nvPr/>
              </p:nvPicPr>
              <p:blipFill>
                <a:blip r:embed="rId536"/>
                <a:stretch>
                  <a:fillRect/>
                </a:stretch>
              </p:blipFill>
              <p:spPr>
                <a:xfrm>
                  <a:off x="10216260" y="4016888"/>
                  <a:ext cx="15768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7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BA9A90EC-93A2-E420-4570-949F9B323C61}"/>
                    </a:ext>
                  </a:extLst>
                </p14:cNvPr>
                <p14:cNvContentPartPr/>
                <p14:nvPr/>
              </p14:nvContentPartPr>
              <p14:xfrm>
                <a:off x="10468260" y="4192568"/>
                <a:ext cx="83520" cy="88200"/>
              </p14:xfrm>
            </p:contentPart>
          </mc:Choice>
          <mc:Fallback xmlns=""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BA9A90EC-93A2-E420-4570-949F9B323C61}"/>
                    </a:ext>
                  </a:extLst>
                </p:cNvPr>
                <p:cNvPicPr/>
                <p:nvPr/>
              </p:nvPicPr>
              <p:blipFill>
                <a:blip r:embed="rId538"/>
                <a:stretch>
                  <a:fillRect/>
                </a:stretch>
              </p:blipFill>
              <p:spPr>
                <a:xfrm>
                  <a:off x="10459260" y="4183568"/>
                  <a:ext cx="10116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9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8ACD8751-14CF-854D-2CB9-2F3BB2548E8F}"/>
                    </a:ext>
                  </a:extLst>
                </p14:cNvPr>
                <p14:cNvContentPartPr/>
                <p14:nvPr/>
              </p14:nvContentPartPr>
              <p14:xfrm>
                <a:off x="10576620" y="3953168"/>
                <a:ext cx="91440" cy="275040"/>
              </p14:xfrm>
            </p:contentPart>
          </mc:Choice>
          <mc:Fallback xmlns=""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8ACD8751-14CF-854D-2CB9-2F3BB2548E8F}"/>
                    </a:ext>
                  </a:extLst>
                </p:cNvPr>
                <p:cNvPicPr/>
                <p:nvPr/>
              </p:nvPicPr>
              <p:blipFill>
                <a:blip r:embed="rId540"/>
                <a:stretch>
                  <a:fillRect/>
                </a:stretch>
              </p:blipFill>
              <p:spPr>
                <a:xfrm>
                  <a:off x="10567980" y="3944168"/>
                  <a:ext cx="10908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1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C388033D-0E37-F721-33DE-7879CC48A485}"/>
                    </a:ext>
                  </a:extLst>
                </p14:cNvPr>
                <p14:cNvContentPartPr/>
                <p14:nvPr/>
              </p14:nvContentPartPr>
              <p14:xfrm>
                <a:off x="10713420" y="4156208"/>
                <a:ext cx="122760" cy="219960"/>
              </p14:xfrm>
            </p:contentPart>
          </mc:Choice>
          <mc:Fallback xmlns=""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C388033D-0E37-F721-33DE-7879CC48A485}"/>
                    </a:ext>
                  </a:extLst>
                </p:cNvPr>
                <p:cNvPicPr/>
                <p:nvPr/>
              </p:nvPicPr>
              <p:blipFill>
                <a:blip r:embed="rId542"/>
                <a:stretch>
                  <a:fillRect/>
                </a:stretch>
              </p:blipFill>
              <p:spPr>
                <a:xfrm>
                  <a:off x="10704420" y="4147208"/>
                  <a:ext cx="14040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3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7C8D7FF3-0646-018F-6BA7-D43B6D320A17}"/>
                    </a:ext>
                  </a:extLst>
                </p14:cNvPr>
                <p14:cNvContentPartPr/>
                <p14:nvPr/>
              </p14:nvContentPartPr>
              <p14:xfrm>
                <a:off x="10731420" y="4036688"/>
                <a:ext cx="2520" cy="6480"/>
              </p14:xfrm>
            </p:contentPart>
          </mc:Choice>
          <mc:Fallback xmlns=""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7C8D7FF3-0646-018F-6BA7-D43B6D320A1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0722780" y="4027688"/>
                  <a:ext cx="2016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4">
              <p14:nvContentPartPr>
                <p14:cNvPr id="330" name="Ink 329">
                  <a:extLst>
                    <a:ext uri="{FF2B5EF4-FFF2-40B4-BE49-F238E27FC236}">
                      <a16:creationId xmlns:a16="http://schemas.microsoft.com/office/drawing/2014/main" id="{65A49AFB-9C4B-7A50-E66B-DA6244EDB8DB}"/>
                    </a:ext>
                  </a:extLst>
                </p14:cNvPr>
                <p14:cNvContentPartPr/>
                <p14:nvPr/>
              </p14:nvContentPartPr>
              <p14:xfrm>
                <a:off x="10832580" y="3961808"/>
                <a:ext cx="82800" cy="276120"/>
              </p14:xfrm>
            </p:contentPart>
          </mc:Choice>
          <mc:Fallback xmlns="">
            <p:pic>
              <p:nvPicPr>
                <p:cNvPr id="330" name="Ink 329">
                  <a:extLst>
                    <a:ext uri="{FF2B5EF4-FFF2-40B4-BE49-F238E27FC236}">
                      <a16:creationId xmlns:a16="http://schemas.microsoft.com/office/drawing/2014/main" id="{65A49AFB-9C4B-7A50-E66B-DA6244EDB8DB}"/>
                    </a:ext>
                  </a:extLst>
                </p:cNvPr>
                <p:cNvPicPr/>
                <p:nvPr/>
              </p:nvPicPr>
              <p:blipFill>
                <a:blip r:embed="rId545"/>
                <a:stretch>
                  <a:fillRect/>
                </a:stretch>
              </p:blipFill>
              <p:spPr>
                <a:xfrm>
                  <a:off x="10823580" y="3952808"/>
                  <a:ext cx="100440" cy="29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6">
              <p14:nvContentPartPr>
                <p14:cNvPr id="331" name="Ink 330">
                  <a:extLst>
                    <a:ext uri="{FF2B5EF4-FFF2-40B4-BE49-F238E27FC236}">
                      <a16:creationId xmlns:a16="http://schemas.microsoft.com/office/drawing/2014/main" id="{A7ABA275-C0A6-B225-0936-2160CE7C8680}"/>
                    </a:ext>
                  </a:extLst>
                </p14:cNvPr>
                <p14:cNvContentPartPr/>
                <p14:nvPr/>
              </p14:nvContentPartPr>
              <p14:xfrm>
                <a:off x="10962180" y="4015808"/>
                <a:ext cx="234360" cy="171720"/>
              </p14:xfrm>
            </p:contentPart>
          </mc:Choice>
          <mc:Fallback xmlns="">
            <p:pic>
              <p:nvPicPr>
                <p:cNvPr id="331" name="Ink 330">
                  <a:extLst>
                    <a:ext uri="{FF2B5EF4-FFF2-40B4-BE49-F238E27FC236}">
                      <a16:creationId xmlns:a16="http://schemas.microsoft.com/office/drawing/2014/main" id="{A7ABA275-C0A6-B225-0936-2160CE7C8680}"/>
                    </a:ext>
                  </a:extLst>
                </p:cNvPr>
                <p:cNvPicPr/>
                <p:nvPr/>
              </p:nvPicPr>
              <p:blipFill>
                <a:blip r:embed="rId547"/>
                <a:stretch>
                  <a:fillRect/>
                </a:stretch>
              </p:blipFill>
              <p:spPr>
                <a:xfrm>
                  <a:off x="10953540" y="4007168"/>
                  <a:ext cx="25200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8">
              <p14:nvContentPartPr>
                <p14:cNvPr id="333" name="Ink 332">
                  <a:extLst>
                    <a:ext uri="{FF2B5EF4-FFF2-40B4-BE49-F238E27FC236}">
                      <a16:creationId xmlns:a16="http://schemas.microsoft.com/office/drawing/2014/main" id="{794714F5-249F-8FEE-003C-C9A8BB66111C}"/>
                    </a:ext>
                  </a:extLst>
                </p14:cNvPr>
                <p14:cNvContentPartPr/>
                <p14:nvPr/>
              </p14:nvContentPartPr>
              <p14:xfrm>
                <a:off x="11257380" y="4119848"/>
                <a:ext cx="95040" cy="7560"/>
              </p14:xfrm>
            </p:contentPart>
          </mc:Choice>
          <mc:Fallback xmlns="">
            <p:pic>
              <p:nvPicPr>
                <p:cNvPr id="333" name="Ink 332">
                  <a:extLst>
                    <a:ext uri="{FF2B5EF4-FFF2-40B4-BE49-F238E27FC236}">
                      <a16:creationId xmlns:a16="http://schemas.microsoft.com/office/drawing/2014/main" id="{794714F5-249F-8FEE-003C-C9A8BB66111C}"/>
                    </a:ext>
                  </a:extLst>
                </p:cNvPr>
                <p:cNvPicPr/>
                <p:nvPr/>
              </p:nvPicPr>
              <p:blipFill>
                <a:blip r:embed="rId549"/>
                <a:stretch>
                  <a:fillRect/>
                </a:stretch>
              </p:blipFill>
              <p:spPr>
                <a:xfrm>
                  <a:off x="11248380" y="4110848"/>
                  <a:ext cx="11268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0">
              <p14:nvContentPartPr>
                <p14:cNvPr id="334" name="Ink 333">
                  <a:extLst>
                    <a:ext uri="{FF2B5EF4-FFF2-40B4-BE49-F238E27FC236}">
                      <a16:creationId xmlns:a16="http://schemas.microsoft.com/office/drawing/2014/main" id="{AA16B4E2-F414-9C21-15B5-85239573B5B1}"/>
                    </a:ext>
                  </a:extLst>
                </p14:cNvPr>
                <p14:cNvContentPartPr/>
                <p14:nvPr/>
              </p14:nvContentPartPr>
              <p14:xfrm>
                <a:off x="11383020" y="4000328"/>
                <a:ext cx="57240" cy="223920"/>
              </p14:xfrm>
            </p:contentPart>
          </mc:Choice>
          <mc:Fallback xmlns="">
            <p:pic>
              <p:nvPicPr>
                <p:cNvPr id="334" name="Ink 333">
                  <a:extLst>
                    <a:ext uri="{FF2B5EF4-FFF2-40B4-BE49-F238E27FC236}">
                      <a16:creationId xmlns:a16="http://schemas.microsoft.com/office/drawing/2014/main" id="{AA16B4E2-F414-9C21-15B5-85239573B5B1}"/>
                    </a:ext>
                  </a:extLst>
                </p:cNvPr>
                <p:cNvPicPr/>
                <p:nvPr/>
              </p:nvPicPr>
              <p:blipFill>
                <a:blip r:embed="rId551"/>
                <a:stretch>
                  <a:fillRect/>
                </a:stretch>
              </p:blipFill>
              <p:spPr>
                <a:xfrm>
                  <a:off x="11374380" y="3991328"/>
                  <a:ext cx="7488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2">
              <p14:nvContentPartPr>
                <p14:cNvPr id="335" name="Ink 334">
                  <a:extLst>
                    <a:ext uri="{FF2B5EF4-FFF2-40B4-BE49-F238E27FC236}">
                      <a16:creationId xmlns:a16="http://schemas.microsoft.com/office/drawing/2014/main" id="{FEA5E2AF-0B23-9C6B-96A2-00F739A6A096}"/>
                    </a:ext>
                  </a:extLst>
                </p14:cNvPr>
                <p14:cNvContentPartPr/>
                <p14:nvPr/>
              </p14:nvContentPartPr>
              <p14:xfrm>
                <a:off x="11425140" y="4135328"/>
                <a:ext cx="82800" cy="55800"/>
              </p14:xfrm>
            </p:contentPart>
          </mc:Choice>
          <mc:Fallback xmlns="">
            <p:pic>
              <p:nvPicPr>
                <p:cNvPr id="335" name="Ink 334">
                  <a:extLst>
                    <a:ext uri="{FF2B5EF4-FFF2-40B4-BE49-F238E27FC236}">
                      <a16:creationId xmlns:a16="http://schemas.microsoft.com/office/drawing/2014/main" id="{FEA5E2AF-0B23-9C6B-96A2-00F739A6A096}"/>
                    </a:ext>
                  </a:extLst>
                </p:cNvPr>
                <p:cNvPicPr/>
                <p:nvPr/>
              </p:nvPicPr>
              <p:blipFill>
                <a:blip r:embed="rId553"/>
                <a:stretch>
                  <a:fillRect/>
                </a:stretch>
              </p:blipFill>
              <p:spPr>
                <a:xfrm>
                  <a:off x="11416140" y="4126688"/>
                  <a:ext cx="10044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4">
              <p14:nvContentPartPr>
                <p14:cNvPr id="336" name="Ink 335">
                  <a:extLst>
                    <a:ext uri="{FF2B5EF4-FFF2-40B4-BE49-F238E27FC236}">
                      <a16:creationId xmlns:a16="http://schemas.microsoft.com/office/drawing/2014/main" id="{1630968C-A019-6199-4DCA-516AD22C6EAE}"/>
                    </a:ext>
                  </a:extLst>
                </p14:cNvPr>
                <p14:cNvContentPartPr/>
                <p14:nvPr/>
              </p14:nvContentPartPr>
              <p14:xfrm>
                <a:off x="11579220" y="4024448"/>
                <a:ext cx="172440" cy="194400"/>
              </p14:xfrm>
            </p:contentPart>
          </mc:Choice>
          <mc:Fallback xmlns="">
            <p:pic>
              <p:nvPicPr>
                <p:cNvPr id="336" name="Ink 335">
                  <a:extLst>
                    <a:ext uri="{FF2B5EF4-FFF2-40B4-BE49-F238E27FC236}">
                      <a16:creationId xmlns:a16="http://schemas.microsoft.com/office/drawing/2014/main" id="{1630968C-A019-6199-4DCA-516AD22C6EAE}"/>
                    </a:ext>
                  </a:extLst>
                </p:cNvPr>
                <p:cNvPicPr/>
                <p:nvPr/>
              </p:nvPicPr>
              <p:blipFill>
                <a:blip r:embed="rId555"/>
                <a:stretch>
                  <a:fillRect/>
                </a:stretch>
              </p:blipFill>
              <p:spPr>
                <a:xfrm>
                  <a:off x="11570580" y="4015808"/>
                  <a:ext cx="19008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6">
              <p14:nvContentPartPr>
                <p14:cNvPr id="337" name="Ink 336">
                  <a:extLst>
                    <a:ext uri="{FF2B5EF4-FFF2-40B4-BE49-F238E27FC236}">
                      <a16:creationId xmlns:a16="http://schemas.microsoft.com/office/drawing/2014/main" id="{C8B5A2CF-F984-ACCE-80A0-9E6EF1792079}"/>
                    </a:ext>
                  </a:extLst>
                </p14:cNvPr>
                <p14:cNvContentPartPr/>
                <p14:nvPr/>
              </p14:nvContentPartPr>
              <p14:xfrm>
                <a:off x="11821500" y="4171328"/>
                <a:ext cx="58320" cy="104040"/>
              </p14:xfrm>
            </p:contentPart>
          </mc:Choice>
          <mc:Fallback xmlns="">
            <p:pic>
              <p:nvPicPr>
                <p:cNvPr id="337" name="Ink 336">
                  <a:extLst>
                    <a:ext uri="{FF2B5EF4-FFF2-40B4-BE49-F238E27FC236}">
                      <a16:creationId xmlns:a16="http://schemas.microsoft.com/office/drawing/2014/main" id="{C8B5A2CF-F984-ACCE-80A0-9E6EF1792079}"/>
                    </a:ext>
                  </a:extLst>
                </p:cNvPr>
                <p:cNvPicPr/>
                <p:nvPr/>
              </p:nvPicPr>
              <p:blipFill>
                <a:blip r:embed="rId557"/>
                <a:stretch>
                  <a:fillRect/>
                </a:stretch>
              </p:blipFill>
              <p:spPr>
                <a:xfrm>
                  <a:off x="11812860" y="4162688"/>
                  <a:ext cx="7596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8">
              <p14:nvContentPartPr>
                <p14:cNvPr id="338" name="Ink 337">
                  <a:extLst>
                    <a:ext uri="{FF2B5EF4-FFF2-40B4-BE49-F238E27FC236}">
                      <a16:creationId xmlns:a16="http://schemas.microsoft.com/office/drawing/2014/main" id="{84DEE4F0-5C2F-62D0-DFB2-1B01464D16FA}"/>
                    </a:ext>
                  </a:extLst>
                </p14:cNvPr>
                <p14:cNvContentPartPr/>
                <p14:nvPr/>
              </p14:nvContentPartPr>
              <p14:xfrm>
                <a:off x="11829780" y="4010768"/>
                <a:ext cx="129960" cy="257760"/>
              </p14:xfrm>
            </p:contentPart>
          </mc:Choice>
          <mc:Fallback xmlns="">
            <p:pic>
              <p:nvPicPr>
                <p:cNvPr id="338" name="Ink 337">
                  <a:extLst>
                    <a:ext uri="{FF2B5EF4-FFF2-40B4-BE49-F238E27FC236}">
                      <a16:creationId xmlns:a16="http://schemas.microsoft.com/office/drawing/2014/main" id="{84DEE4F0-5C2F-62D0-DFB2-1B01464D16FA}"/>
                    </a:ext>
                  </a:extLst>
                </p:cNvPr>
                <p:cNvPicPr/>
                <p:nvPr/>
              </p:nvPicPr>
              <p:blipFill>
                <a:blip r:embed="rId559"/>
                <a:stretch>
                  <a:fillRect/>
                </a:stretch>
              </p:blipFill>
              <p:spPr>
                <a:xfrm>
                  <a:off x="11821140" y="4001768"/>
                  <a:ext cx="14760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0">
              <p14:nvContentPartPr>
                <p14:cNvPr id="339" name="Ink 338">
                  <a:extLst>
                    <a:ext uri="{FF2B5EF4-FFF2-40B4-BE49-F238E27FC236}">
                      <a16:creationId xmlns:a16="http://schemas.microsoft.com/office/drawing/2014/main" id="{FC8517B2-65D9-AB6F-FEBE-DF2EE6CA67D1}"/>
                    </a:ext>
                  </a:extLst>
                </p14:cNvPr>
                <p14:cNvContentPartPr/>
                <p14:nvPr/>
              </p14:nvContentPartPr>
              <p14:xfrm>
                <a:off x="11901780" y="3936968"/>
                <a:ext cx="151560" cy="401760"/>
              </p14:xfrm>
            </p:contentPart>
          </mc:Choice>
          <mc:Fallback xmlns="">
            <p:pic>
              <p:nvPicPr>
                <p:cNvPr id="339" name="Ink 338">
                  <a:extLst>
                    <a:ext uri="{FF2B5EF4-FFF2-40B4-BE49-F238E27FC236}">
                      <a16:creationId xmlns:a16="http://schemas.microsoft.com/office/drawing/2014/main" id="{FC8517B2-65D9-AB6F-FEBE-DF2EE6CA67D1}"/>
                    </a:ext>
                  </a:extLst>
                </p:cNvPr>
                <p:cNvPicPr/>
                <p:nvPr/>
              </p:nvPicPr>
              <p:blipFill>
                <a:blip r:embed="rId561"/>
                <a:stretch>
                  <a:fillRect/>
                </a:stretch>
              </p:blipFill>
              <p:spPr>
                <a:xfrm>
                  <a:off x="11892780" y="3928328"/>
                  <a:ext cx="169200" cy="419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5" name="Group 344">
            <a:extLst>
              <a:ext uri="{FF2B5EF4-FFF2-40B4-BE49-F238E27FC236}">
                <a16:creationId xmlns:a16="http://schemas.microsoft.com/office/drawing/2014/main" id="{0D67E7E8-AC8C-3438-26BC-E7F934F6DF3A}"/>
              </a:ext>
            </a:extLst>
          </p:cNvPr>
          <p:cNvGrpSpPr/>
          <p:nvPr/>
        </p:nvGrpSpPr>
        <p:grpSpPr>
          <a:xfrm>
            <a:off x="921060" y="4548968"/>
            <a:ext cx="190800" cy="356400"/>
            <a:chOff x="921060" y="4548968"/>
            <a:chExt cx="190800" cy="356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2">
              <p14:nvContentPartPr>
                <p14:cNvPr id="341" name="Ink 340">
                  <a:extLst>
                    <a:ext uri="{FF2B5EF4-FFF2-40B4-BE49-F238E27FC236}">
                      <a16:creationId xmlns:a16="http://schemas.microsoft.com/office/drawing/2014/main" id="{055A4FF7-A1F0-DD00-6C81-618D481DF8B1}"/>
                    </a:ext>
                  </a:extLst>
                </p14:cNvPr>
                <p14:cNvContentPartPr/>
                <p14:nvPr/>
              </p14:nvContentPartPr>
              <p14:xfrm>
                <a:off x="981900" y="4649768"/>
                <a:ext cx="24840" cy="189000"/>
              </p14:xfrm>
            </p:contentPart>
          </mc:Choice>
          <mc:Fallback xmlns="">
            <p:pic>
              <p:nvPicPr>
                <p:cNvPr id="341" name="Ink 340">
                  <a:extLst>
                    <a:ext uri="{FF2B5EF4-FFF2-40B4-BE49-F238E27FC236}">
                      <a16:creationId xmlns:a16="http://schemas.microsoft.com/office/drawing/2014/main" id="{055A4FF7-A1F0-DD00-6C81-618D481DF8B1}"/>
                    </a:ext>
                  </a:extLst>
                </p:cNvPr>
                <p:cNvPicPr/>
                <p:nvPr/>
              </p:nvPicPr>
              <p:blipFill>
                <a:blip r:embed="rId563"/>
                <a:stretch>
                  <a:fillRect/>
                </a:stretch>
              </p:blipFill>
              <p:spPr>
                <a:xfrm>
                  <a:off x="972900" y="4640768"/>
                  <a:ext cx="4248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4">
              <p14:nvContentPartPr>
                <p14:cNvPr id="342" name="Ink 341">
                  <a:extLst>
                    <a:ext uri="{FF2B5EF4-FFF2-40B4-BE49-F238E27FC236}">
                      <a16:creationId xmlns:a16="http://schemas.microsoft.com/office/drawing/2014/main" id="{2B4C7A18-16C7-CF8D-61D4-5D6FD9FF039B}"/>
                    </a:ext>
                  </a:extLst>
                </p14:cNvPr>
                <p14:cNvContentPartPr/>
                <p14:nvPr/>
              </p14:nvContentPartPr>
              <p14:xfrm>
                <a:off x="1029420" y="4674608"/>
                <a:ext cx="36000" cy="169560"/>
              </p14:xfrm>
            </p:contentPart>
          </mc:Choice>
          <mc:Fallback xmlns="">
            <p:pic>
              <p:nvPicPr>
                <p:cNvPr id="342" name="Ink 341">
                  <a:extLst>
                    <a:ext uri="{FF2B5EF4-FFF2-40B4-BE49-F238E27FC236}">
                      <a16:creationId xmlns:a16="http://schemas.microsoft.com/office/drawing/2014/main" id="{2B4C7A18-16C7-CF8D-61D4-5D6FD9FF039B}"/>
                    </a:ext>
                  </a:extLst>
                </p:cNvPr>
                <p:cNvPicPr/>
                <p:nvPr/>
              </p:nvPicPr>
              <p:blipFill>
                <a:blip r:embed="rId565"/>
                <a:stretch>
                  <a:fillRect/>
                </a:stretch>
              </p:blipFill>
              <p:spPr>
                <a:xfrm>
                  <a:off x="1020420" y="4665608"/>
                  <a:ext cx="5364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6">
              <p14:nvContentPartPr>
                <p14:cNvPr id="343" name="Ink 342">
                  <a:extLst>
                    <a:ext uri="{FF2B5EF4-FFF2-40B4-BE49-F238E27FC236}">
                      <a16:creationId xmlns:a16="http://schemas.microsoft.com/office/drawing/2014/main" id="{1D0997E0-D58F-586D-9EB6-89FDE660DCC5}"/>
                    </a:ext>
                  </a:extLst>
                </p14:cNvPr>
                <p14:cNvContentPartPr/>
                <p14:nvPr/>
              </p14:nvContentPartPr>
              <p14:xfrm>
                <a:off x="921060" y="4548968"/>
                <a:ext cx="190800" cy="111600"/>
              </p14:xfrm>
            </p:contentPart>
          </mc:Choice>
          <mc:Fallback xmlns="">
            <p:pic>
              <p:nvPicPr>
                <p:cNvPr id="343" name="Ink 342">
                  <a:extLst>
                    <a:ext uri="{FF2B5EF4-FFF2-40B4-BE49-F238E27FC236}">
                      <a16:creationId xmlns:a16="http://schemas.microsoft.com/office/drawing/2014/main" id="{1D0997E0-D58F-586D-9EB6-89FDE660DCC5}"/>
                    </a:ext>
                  </a:extLst>
                </p:cNvPr>
                <p:cNvPicPr/>
                <p:nvPr/>
              </p:nvPicPr>
              <p:blipFill>
                <a:blip r:embed="rId567"/>
                <a:stretch>
                  <a:fillRect/>
                </a:stretch>
              </p:blipFill>
              <p:spPr>
                <a:xfrm>
                  <a:off x="912420" y="4539968"/>
                  <a:ext cx="20844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8">
              <p14:nvContentPartPr>
                <p14:cNvPr id="344" name="Ink 343">
                  <a:extLst>
                    <a:ext uri="{FF2B5EF4-FFF2-40B4-BE49-F238E27FC236}">
                      <a16:creationId xmlns:a16="http://schemas.microsoft.com/office/drawing/2014/main" id="{F95C164B-D5E5-D571-ABA5-114BA1A22625}"/>
                    </a:ext>
                  </a:extLst>
                </p14:cNvPr>
                <p14:cNvContentPartPr/>
                <p14:nvPr/>
              </p14:nvContentPartPr>
              <p14:xfrm>
                <a:off x="938700" y="4785488"/>
                <a:ext cx="173160" cy="119880"/>
              </p14:xfrm>
            </p:contentPart>
          </mc:Choice>
          <mc:Fallback xmlns="">
            <p:pic>
              <p:nvPicPr>
                <p:cNvPr id="344" name="Ink 343">
                  <a:extLst>
                    <a:ext uri="{FF2B5EF4-FFF2-40B4-BE49-F238E27FC236}">
                      <a16:creationId xmlns:a16="http://schemas.microsoft.com/office/drawing/2014/main" id="{F95C164B-D5E5-D571-ABA5-114BA1A22625}"/>
                    </a:ext>
                  </a:extLst>
                </p:cNvPr>
                <p:cNvPicPr/>
                <p:nvPr/>
              </p:nvPicPr>
              <p:blipFill>
                <a:blip r:embed="rId569"/>
                <a:stretch>
                  <a:fillRect/>
                </a:stretch>
              </p:blipFill>
              <p:spPr>
                <a:xfrm>
                  <a:off x="929700" y="4776488"/>
                  <a:ext cx="190800" cy="137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4" name="Group 353">
            <a:extLst>
              <a:ext uri="{FF2B5EF4-FFF2-40B4-BE49-F238E27FC236}">
                <a16:creationId xmlns:a16="http://schemas.microsoft.com/office/drawing/2014/main" id="{BC516EDE-AE1B-AD8D-8B27-86F8F789ECDB}"/>
              </a:ext>
            </a:extLst>
          </p:cNvPr>
          <p:cNvGrpSpPr/>
          <p:nvPr/>
        </p:nvGrpSpPr>
        <p:grpSpPr>
          <a:xfrm>
            <a:off x="931500" y="4940648"/>
            <a:ext cx="950400" cy="473400"/>
            <a:chOff x="931500" y="4940648"/>
            <a:chExt cx="950400" cy="473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70">
              <p14:nvContentPartPr>
                <p14:cNvPr id="346" name="Ink 345">
                  <a:extLst>
                    <a:ext uri="{FF2B5EF4-FFF2-40B4-BE49-F238E27FC236}">
                      <a16:creationId xmlns:a16="http://schemas.microsoft.com/office/drawing/2014/main" id="{3A9AB04E-F4E6-09EC-3815-68ED6AEE14DD}"/>
                    </a:ext>
                  </a:extLst>
                </p14:cNvPr>
                <p14:cNvContentPartPr/>
                <p14:nvPr/>
              </p14:nvContentPartPr>
              <p14:xfrm>
                <a:off x="931500" y="5054048"/>
                <a:ext cx="190080" cy="239760"/>
              </p14:xfrm>
            </p:contentPart>
          </mc:Choice>
          <mc:Fallback xmlns="">
            <p:pic>
              <p:nvPicPr>
                <p:cNvPr id="346" name="Ink 345">
                  <a:extLst>
                    <a:ext uri="{FF2B5EF4-FFF2-40B4-BE49-F238E27FC236}">
                      <a16:creationId xmlns:a16="http://schemas.microsoft.com/office/drawing/2014/main" id="{3A9AB04E-F4E6-09EC-3815-68ED6AEE14DD}"/>
                    </a:ext>
                  </a:extLst>
                </p:cNvPr>
                <p:cNvPicPr/>
                <p:nvPr/>
              </p:nvPicPr>
              <p:blipFill>
                <a:blip r:embed="rId571"/>
                <a:stretch>
                  <a:fillRect/>
                </a:stretch>
              </p:blipFill>
              <p:spPr>
                <a:xfrm>
                  <a:off x="922500" y="5045048"/>
                  <a:ext cx="20772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2">
              <p14:nvContentPartPr>
                <p14:cNvPr id="347" name="Ink 346">
                  <a:extLst>
                    <a:ext uri="{FF2B5EF4-FFF2-40B4-BE49-F238E27FC236}">
                      <a16:creationId xmlns:a16="http://schemas.microsoft.com/office/drawing/2014/main" id="{0E144912-2947-0CFB-AAFD-D4837B38B9EA}"/>
                    </a:ext>
                  </a:extLst>
                </p14:cNvPr>
                <p14:cNvContentPartPr/>
                <p14:nvPr/>
              </p14:nvContentPartPr>
              <p14:xfrm>
                <a:off x="972540" y="5061248"/>
                <a:ext cx="118800" cy="218160"/>
              </p14:xfrm>
            </p:contentPart>
          </mc:Choice>
          <mc:Fallback xmlns="">
            <p:pic>
              <p:nvPicPr>
                <p:cNvPr id="347" name="Ink 346">
                  <a:extLst>
                    <a:ext uri="{FF2B5EF4-FFF2-40B4-BE49-F238E27FC236}">
                      <a16:creationId xmlns:a16="http://schemas.microsoft.com/office/drawing/2014/main" id="{0E144912-2947-0CFB-AAFD-D4837B38B9EA}"/>
                    </a:ext>
                  </a:extLst>
                </p:cNvPr>
                <p:cNvPicPr/>
                <p:nvPr/>
              </p:nvPicPr>
              <p:blipFill>
                <a:blip r:embed="rId573"/>
                <a:stretch>
                  <a:fillRect/>
                </a:stretch>
              </p:blipFill>
              <p:spPr>
                <a:xfrm>
                  <a:off x="963900" y="5052248"/>
                  <a:ext cx="13644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4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500DF8B6-AD88-CC6D-9DE9-DC37C5284009}"/>
                    </a:ext>
                  </a:extLst>
                </p14:cNvPr>
                <p14:cNvContentPartPr/>
                <p14:nvPr/>
              </p14:nvContentPartPr>
              <p14:xfrm>
                <a:off x="1137780" y="5235128"/>
                <a:ext cx="93600" cy="122400"/>
              </p14:xfrm>
            </p:contentPart>
          </mc:Choice>
          <mc:Fallback xmlns=""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500DF8B6-AD88-CC6D-9DE9-DC37C5284009}"/>
                    </a:ext>
                  </a:extLst>
                </p:cNvPr>
                <p:cNvPicPr/>
                <p:nvPr/>
              </p:nvPicPr>
              <p:blipFill>
                <a:blip r:embed="rId575"/>
                <a:stretch>
                  <a:fillRect/>
                </a:stretch>
              </p:blipFill>
              <p:spPr>
                <a:xfrm>
                  <a:off x="1129140" y="5226128"/>
                  <a:ext cx="11124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6">
              <p14:nvContentPartPr>
                <p14:cNvPr id="349" name="Ink 348">
                  <a:extLst>
                    <a:ext uri="{FF2B5EF4-FFF2-40B4-BE49-F238E27FC236}">
                      <a16:creationId xmlns:a16="http://schemas.microsoft.com/office/drawing/2014/main" id="{683BF56A-7AA3-EF50-F166-F3A9563A5CF7}"/>
                    </a:ext>
                  </a:extLst>
                </p14:cNvPr>
                <p14:cNvContentPartPr/>
                <p14:nvPr/>
              </p14:nvContentPartPr>
              <p14:xfrm>
                <a:off x="1303380" y="4989968"/>
                <a:ext cx="72720" cy="319320"/>
              </p14:xfrm>
            </p:contentPart>
          </mc:Choice>
          <mc:Fallback xmlns="">
            <p:pic>
              <p:nvPicPr>
                <p:cNvPr id="349" name="Ink 348">
                  <a:extLst>
                    <a:ext uri="{FF2B5EF4-FFF2-40B4-BE49-F238E27FC236}">
                      <a16:creationId xmlns:a16="http://schemas.microsoft.com/office/drawing/2014/main" id="{683BF56A-7AA3-EF50-F166-F3A9563A5CF7}"/>
                    </a:ext>
                  </a:extLst>
                </p:cNvPr>
                <p:cNvPicPr/>
                <p:nvPr/>
              </p:nvPicPr>
              <p:blipFill>
                <a:blip r:embed="rId577"/>
                <a:stretch>
                  <a:fillRect/>
                </a:stretch>
              </p:blipFill>
              <p:spPr>
                <a:xfrm>
                  <a:off x="1294380" y="4981328"/>
                  <a:ext cx="90360" cy="33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8">
              <p14:nvContentPartPr>
                <p14:cNvPr id="350" name="Ink 349">
                  <a:extLst>
                    <a:ext uri="{FF2B5EF4-FFF2-40B4-BE49-F238E27FC236}">
                      <a16:creationId xmlns:a16="http://schemas.microsoft.com/office/drawing/2014/main" id="{8DBAF886-BC75-C37E-2B74-3B6BE50BBD8C}"/>
                    </a:ext>
                  </a:extLst>
                </p14:cNvPr>
                <p14:cNvContentPartPr/>
                <p14:nvPr/>
              </p14:nvContentPartPr>
              <p14:xfrm>
                <a:off x="1375740" y="5221088"/>
                <a:ext cx="108720" cy="192960"/>
              </p14:xfrm>
            </p:contentPart>
          </mc:Choice>
          <mc:Fallback xmlns="">
            <p:pic>
              <p:nvPicPr>
                <p:cNvPr id="350" name="Ink 349">
                  <a:extLst>
                    <a:ext uri="{FF2B5EF4-FFF2-40B4-BE49-F238E27FC236}">
                      <a16:creationId xmlns:a16="http://schemas.microsoft.com/office/drawing/2014/main" id="{8DBAF886-BC75-C37E-2B74-3B6BE50BBD8C}"/>
                    </a:ext>
                  </a:extLst>
                </p:cNvPr>
                <p:cNvPicPr/>
                <p:nvPr/>
              </p:nvPicPr>
              <p:blipFill>
                <a:blip r:embed="rId579"/>
                <a:stretch>
                  <a:fillRect/>
                </a:stretch>
              </p:blipFill>
              <p:spPr>
                <a:xfrm>
                  <a:off x="1366740" y="5212448"/>
                  <a:ext cx="12636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0">
              <p14:nvContentPartPr>
                <p14:cNvPr id="351" name="Ink 350">
                  <a:extLst>
                    <a:ext uri="{FF2B5EF4-FFF2-40B4-BE49-F238E27FC236}">
                      <a16:creationId xmlns:a16="http://schemas.microsoft.com/office/drawing/2014/main" id="{C37C0F85-E0A5-2DAC-96CA-C68891D18872}"/>
                    </a:ext>
                  </a:extLst>
                </p14:cNvPr>
                <p14:cNvContentPartPr/>
                <p14:nvPr/>
              </p14:nvContentPartPr>
              <p14:xfrm>
                <a:off x="1392300" y="5053688"/>
                <a:ext cx="4320" cy="3600"/>
              </p14:xfrm>
            </p:contentPart>
          </mc:Choice>
          <mc:Fallback xmlns="">
            <p:pic>
              <p:nvPicPr>
                <p:cNvPr id="351" name="Ink 350">
                  <a:extLst>
                    <a:ext uri="{FF2B5EF4-FFF2-40B4-BE49-F238E27FC236}">
                      <a16:creationId xmlns:a16="http://schemas.microsoft.com/office/drawing/2014/main" id="{C37C0F85-E0A5-2DAC-96CA-C68891D18872}"/>
                    </a:ext>
                  </a:extLst>
                </p:cNvPr>
                <p:cNvPicPr/>
                <p:nvPr/>
              </p:nvPicPr>
              <p:blipFill>
                <a:blip r:embed="rId581"/>
                <a:stretch>
                  <a:fillRect/>
                </a:stretch>
              </p:blipFill>
              <p:spPr>
                <a:xfrm>
                  <a:off x="1383300" y="5045048"/>
                  <a:ext cx="2196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2">
              <p14:nvContentPartPr>
                <p14:cNvPr id="352" name="Ink 351">
                  <a:extLst>
                    <a:ext uri="{FF2B5EF4-FFF2-40B4-BE49-F238E27FC236}">
                      <a16:creationId xmlns:a16="http://schemas.microsoft.com/office/drawing/2014/main" id="{39E710BB-619B-3FC8-8A1D-2DE447FAC20A}"/>
                    </a:ext>
                  </a:extLst>
                </p14:cNvPr>
                <p14:cNvContentPartPr/>
                <p14:nvPr/>
              </p14:nvContentPartPr>
              <p14:xfrm>
                <a:off x="1516860" y="5023448"/>
                <a:ext cx="243000" cy="229320"/>
              </p14:xfrm>
            </p:contentPart>
          </mc:Choice>
          <mc:Fallback xmlns="">
            <p:pic>
              <p:nvPicPr>
                <p:cNvPr id="352" name="Ink 351">
                  <a:extLst>
                    <a:ext uri="{FF2B5EF4-FFF2-40B4-BE49-F238E27FC236}">
                      <a16:creationId xmlns:a16="http://schemas.microsoft.com/office/drawing/2014/main" id="{39E710BB-619B-3FC8-8A1D-2DE447FAC20A}"/>
                    </a:ext>
                  </a:extLst>
                </p:cNvPr>
                <p:cNvPicPr/>
                <p:nvPr/>
              </p:nvPicPr>
              <p:blipFill>
                <a:blip r:embed="rId583"/>
                <a:stretch>
                  <a:fillRect/>
                </a:stretch>
              </p:blipFill>
              <p:spPr>
                <a:xfrm>
                  <a:off x="1508220" y="5014808"/>
                  <a:ext cx="26064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4">
              <p14:nvContentPartPr>
                <p14:cNvPr id="353" name="Ink 352">
                  <a:extLst>
                    <a:ext uri="{FF2B5EF4-FFF2-40B4-BE49-F238E27FC236}">
                      <a16:creationId xmlns:a16="http://schemas.microsoft.com/office/drawing/2014/main" id="{EB531CFF-279F-29DD-EB38-5BCC52283494}"/>
                    </a:ext>
                  </a:extLst>
                </p14:cNvPr>
                <p14:cNvContentPartPr/>
                <p14:nvPr/>
              </p14:nvContentPartPr>
              <p14:xfrm>
                <a:off x="1719540" y="4940648"/>
                <a:ext cx="162360" cy="372600"/>
              </p14:xfrm>
            </p:contentPart>
          </mc:Choice>
          <mc:Fallback xmlns="">
            <p:pic>
              <p:nvPicPr>
                <p:cNvPr id="353" name="Ink 352">
                  <a:extLst>
                    <a:ext uri="{FF2B5EF4-FFF2-40B4-BE49-F238E27FC236}">
                      <a16:creationId xmlns:a16="http://schemas.microsoft.com/office/drawing/2014/main" id="{EB531CFF-279F-29DD-EB38-5BCC52283494}"/>
                    </a:ext>
                  </a:extLst>
                </p:cNvPr>
                <p:cNvPicPr/>
                <p:nvPr/>
              </p:nvPicPr>
              <p:blipFill>
                <a:blip r:embed="rId585"/>
                <a:stretch>
                  <a:fillRect/>
                </a:stretch>
              </p:blipFill>
              <p:spPr>
                <a:xfrm>
                  <a:off x="1710540" y="4932008"/>
                  <a:ext cx="180000" cy="390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7" name="Group 406">
            <a:extLst>
              <a:ext uri="{FF2B5EF4-FFF2-40B4-BE49-F238E27FC236}">
                <a16:creationId xmlns:a16="http://schemas.microsoft.com/office/drawing/2014/main" id="{ECF39909-F406-BB1E-655C-7076E97A9D4D}"/>
              </a:ext>
            </a:extLst>
          </p:cNvPr>
          <p:cNvGrpSpPr/>
          <p:nvPr/>
        </p:nvGrpSpPr>
        <p:grpSpPr>
          <a:xfrm>
            <a:off x="2009340" y="4727528"/>
            <a:ext cx="3128400" cy="1150920"/>
            <a:chOff x="2009340" y="4727528"/>
            <a:chExt cx="3128400" cy="1150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86">
              <p14:nvContentPartPr>
                <p14:cNvPr id="355" name="Ink 354">
                  <a:extLst>
                    <a:ext uri="{FF2B5EF4-FFF2-40B4-BE49-F238E27FC236}">
                      <a16:creationId xmlns:a16="http://schemas.microsoft.com/office/drawing/2014/main" id="{D90E8E6D-C7F0-0F09-9875-E46F19B9128C}"/>
                    </a:ext>
                  </a:extLst>
                </p14:cNvPr>
                <p14:cNvContentPartPr/>
                <p14:nvPr/>
              </p14:nvContentPartPr>
              <p14:xfrm>
                <a:off x="2030940" y="5127848"/>
                <a:ext cx="88920" cy="21600"/>
              </p14:xfrm>
            </p:contentPart>
          </mc:Choice>
          <mc:Fallback xmlns="">
            <p:pic>
              <p:nvPicPr>
                <p:cNvPr id="355" name="Ink 354">
                  <a:extLst>
                    <a:ext uri="{FF2B5EF4-FFF2-40B4-BE49-F238E27FC236}">
                      <a16:creationId xmlns:a16="http://schemas.microsoft.com/office/drawing/2014/main" id="{D90E8E6D-C7F0-0F09-9875-E46F19B9128C}"/>
                    </a:ext>
                  </a:extLst>
                </p:cNvPr>
                <p:cNvPicPr/>
                <p:nvPr/>
              </p:nvPicPr>
              <p:blipFill>
                <a:blip r:embed="rId587"/>
                <a:stretch>
                  <a:fillRect/>
                </a:stretch>
              </p:blipFill>
              <p:spPr>
                <a:xfrm>
                  <a:off x="2021940" y="5118848"/>
                  <a:ext cx="10656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8">
              <p14:nvContentPartPr>
                <p14:cNvPr id="356" name="Ink 355">
                  <a:extLst>
                    <a:ext uri="{FF2B5EF4-FFF2-40B4-BE49-F238E27FC236}">
                      <a16:creationId xmlns:a16="http://schemas.microsoft.com/office/drawing/2014/main" id="{DEEB68CE-049A-FCB4-A6D6-3F2D7CA5054D}"/>
                    </a:ext>
                  </a:extLst>
                </p14:cNvPr>
                <p14:cNvContentPartPr/>
                <p14:nvPr/>
              </p14:nvContentPartPr>
              <p14:xfrm>
                <a:off x="2009340" y="5099408"/>
                <a:ext cx="79200" cy="5400"/>
              </p14:xfrm>
            </p:contentPart>
          </mc:Choice>
          <mc:Fallback xmlns="">
            <p:pic>
              <p:nvPicPr>
                <p:cNvPr id="356" name="Ink 355">
                  <a:extLst>
                    <a:ext uri="{FF2B5EF4-FFF2-40B4-BE49-F238E27FC236}">
                      <a16:creationId xmlns:a16="http://schemas.microsoft.com/office/drawing/2014/main" id="{DEEB68CE-049A-FCB4-A6D6-3F2D7CA5054D}"/>
                    </a:ext>
                  </a:extLst>
                </p:cNvPr>
                <p:cNvPicPr/>
                <p:nvPr/>
              </p:nvPicPr>
              <p:blipFill>
                <a:blip r:embed="rId589"/>
                <a:stretch>
                  <a:fillRect/>
                </a:stretch>
              </p:blipFill>
              <p:spPr>
                <a:xfrm>
                  <a:off x="2000700" y="5090768"/>
                  <a:ext cx="9684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0">
              <p14:nvContentPartPr>
                <p14:cNvPr id="357" name="Ink 356">
                  <a:extLst>
                    <a:ext uri="{FF2B5EF4-FFF2-40B4-BE49-F238E27FC236}">
                      <a16:creationId xmlns:a16="http://schemas.microsoft.com/office/drawing/2014/main" id="{8DF036E9-BCB6-3232-B00A-9AC04D3FBFDC}"/>
                    </a:ext>
                  </a:extLst>
                </p14:cNvPr>
                <p14:cNvContentPartPr/>
                <p14:nvPr/>
              </p14:nvContentPartPr>
              <p14:xfrm>
                <a:off x="2191860" y="4998608"/>
                <a:ext cx="166680" cy="248400"/>
              </p14:xfrm>
            </p:contentPart>
          </mc:Choice>
          <mc:Fallback xmlns="">
            <p:pic>
              <p:nvPicPr>
                <p:cNvPr id="357" name="Ink 356">
                  <a:extLst>
                    <a:ext uri="{FF2B5EF4-FFF2-40B4-BE49-F238E27FC236}">
                      <a16:creationId xmlns:a16="http://schemas.microsoft.com/office/drawing/2014/main" id="{8DF036E9-BCB6-3232-B00A-9AC04D3FBFDC}"/>
                    </a:ext>
                  </a:extLst>
                </p:cNvPr>
                <p:cNvPicPr/>
                <p:nvPr/>
              </p:nvPicPr>
              <p:blipFill>
                <a:blip r:embed="rId591"/>
                <a:stretch>
                  <a:fillRect/>
                </a:stretch>
              </p:blipFill>
              <p:spPr>
                <a:xfrm>
                  <a:off x="2182860" y="4989608"/>
                  <a:ext cx="18432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2">
              <p14:nvContentPartPr>
                <p14:cNvPr id="358" name="Ink 357">
                  <a:extLst>
                    <a:ext uri="{FF2B5EF4-FFF2-40B4-BE49-F238E27FC236}">
                      <a16:creationId xmlns:a16="http://schemas.microsoft.com/office/drawing/2014/main" id="{9902BD79-C044-C803-8536-B23971084238}"/>
                    </a:ext>
                  </a:extLst>
                </p14:cNvPr>
                <p14:cNvContentPartPr/>
                <p14:nvPr/>
              </p14:nvContentPartPr>
              <p14:xfrm>
                <a:off x="2161620" y="4913648"/>
                <a:ext cx="244080" cy="157320"/>
              </p14:xfrm>
            </p:contentPart>
          </mc:Choice>
          <mc:Fallback xmlns="">
            <p:pic>
              <p:nvPicPr>
                <p:cNvPr id="358" name="Ink 357">
                  <a:extLst>
                    <a:ext uri="{FF2B5EF4-FFF2-40B4-BE49-F238E27FC236}">
                      <a16:creationId xmlns:a16="http://schemas.microsoft.com/office/drawing/2014/main" id="{9902BD79-C044-C803-8536-B23971084238}"/>
                    </a:ext>
                  </a:extLst>
                </p:cNvPr>
                <p:cNvPicPr/>
                <p:nvPr/>
              </p:nvPicPr>
              <p:blipFill>
                <a:blip r:embed="rId593"/>
                <a:stretch>
                  <a:fillRect/>
                </a:stretch>
              </p:blipFill>
              <p:spPr>
                <a:xfrm>
                  <a:off x="2152620" y="4905008"/>
                  <a:ext cx="26172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4">
              <p14:nvContentPartPr>
                <p14:cNvPr id="359" name="Ink 358">
                  <a:extLst>
                    <a:ext uri="{FF2B5EF4-FFF2-40B4-BE49-F238E27FC236}">
                      <a16:creationId xmlns:a16="http://schemas.microsoft.com/office/drawing/2014/main" id="{CF1E4272-D322-CB8D-69E5-7041F8FC7627}"/>
                    </a:ext>
                  </a:extLst>
                </p14:cNvPr>
                <p14:cNvContentPartPr/>
                <p14:nvPr/>
              </p14:nvContentPartPr>
              <p14:xfrm>
                <a:off x="2233980" y="5069528"/>
                <a:ext cx="163440" cy="37080"/>
              </p14:xfrm>
            </p:contentPart>
          </mc:Choice>
          <mc:Fallback xmlns="">
            <p:pic>
              <p:nvPicPr>
                <p:cNvPr id="359" name="Ink 358">
                  <a:extLst>
                    <a:ext uri="{FF2B5EF4-FFF2-40B4-BE49-F238E27FC236}">
                      <a16:creationId xmlns:a16="http://schemas.microsoft.com/office/drawing/2014/main" id="{CF1E4272-D322-CB8D-69E5-7041F8FC7627}"/>
                    </a:ext>
                  </a:extLst>
                </p:cNvPr>
                <p:cNvPicPr/>
                <p:nvPr/>
              </p:nvPicPr>
              <p:blipFill>
                <a:blip r:embed="rId595"/>
                <a:stretch>
                  <a:fillRect/>
                </a:stretch>
              </p:blipFill>
              <p:spPr>
                <a:xfrm>
                  <a:off x="2224980" y="5060888"/>
                  <a:ext cx="18108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6">
              <p14:nvContentPartPr>
                <p14:cNvPr id="360" name="Ink 359">
                  <a:extLst>
                    <a:ext uri="{FF2B5EF4-FFF2-40B4-BE49-F238E27FC236}">
                      <a16:creationId xmlns:a16="http://schemas.microsoft.com/office/drawing/2014/main" id="{4DDA25DF-7C9C-0C06-E4B1-6A74BAD1C5A7}"/>
                    </a:ext>
                  </a:extLst>
                </p14:cNvPr>
                <p14:cNvContentPartPr/>
                <p14:nvPr/>
              </p14:nvContentPartPr>
              <p14:xfrm>
                <a:off x="2476620" y="4828688"/>
                <a:ext cx="97560" cy="397440"/>
              </p14:xfrm>
            </p:contentPart>
          </mc:Choice>
          <mc:Fallback xmlns="">
            <p:pic>
              <p:nvPicPr>
                <p:cNvPr id="360" name="Ink 359">
                  <a:extLst>
                    <a:ext uri="{FF2B5EF4-FFF2-40B4-BE49-F238E27FC236}">
                      <a16:creationId xmlns:a16="http://schemas.microsoft.com/office/drawing/2014/main" id="{4DDA25DF-7C9C-0C06-E4B1-6A74BAD1C5A7}"/>
                    </a:ext>
                  </a:extLst>
                </p:cNvPr>
                <p:cNvPicPr/>
                <p:nvPr/>
              </p:nvPicPr>
              <p:blipFill>
                <a:blip r:embed="rId597"/>
                <a:stretch>
                  <a:fillRect/>
                </a:stretch>
              </p:blipFill>
              <p:spPr>
                <a:xfrm>
                  <a:off x="2467980" y="4819688"/>
                  <a:ext cx="115200" cy="41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8">
              <p14:nvContentPartPr>
                <p14:cNvPr id="362" name="Ink 361">
                  <a:extLst>
                    <a:ext uri="{FF2B5EF4-FFF2-40B4-BE49-F238E27FC236}">
                      <a16:creationId xmlns:a16="http://schemas.microsoft.com/office/drawing/2014/main" id="{3166BFDE-1FB1-2E48-E17D-980814AD9CF8}"/>
                    </a:ext>
                  </a:extLst>
                </p14:cNvPr>
                <p14:cNvContentPartPr/>
                <p14:nvPr/>
              </p14:nvContentPartPr>
              <p14:xfrm>
                <a:off x="2657340" y="4919768"/>
                <a:ext cx="267840" cy="188280"/>
              </p14:xfrm>
            </p:contentPart>
          </mc:Choice>
          <mc:Fallback xmlns="">
            <p:pic>
              <p:nvPicPr>
                <p:cNvPr id="362" name="Ink 361">
                  <a:extLst>
                    <a:ext uri="{FF2B5EF4-FFF2-40B4-BE49-F238E27FC236}">
                      <a16:creationId xmlns:a16="http://schemas.microsoft.com/office/drawing/2014/main" id="{3166BFDE-1FB1-2E48-E17D-980814AD9CF8}"/>
                    </a:ext>
                  </a:extLst>
                </p:cNvPr>
                <p:cNvPicPr/>
                <p:nvPr/>
              </p:nvPicPr>
              <p:blipFill>
                <a:blip r:embed="rId599"/>
                <a:stretch>
                  <a:fillRect/>
                </a:stretch>
              </p:blipFill>
              <p:spPr>
                <a:xfrm>
                  <a:off x="2648700" y="4911128"/>
                  <a:ext cx="28548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0">
              <p14:nvContentPartPr>
                <p14:cNvPr id="363" name="Ink 362">
                  <a:extLst>
                    <a:ext uri="{FF2B5EF4-FFF2-40B4-BE49-F238E27FC236}">
                      <a16:creationId xmlns:a16="http://schemas.microsoft.com/office/drawing/2014/main" id="{5074A672-29C7-4537-CDE8-5930C002102E}"/>
                    </a:ext>
                  </a:extLst>
                </p14:cNvPr>
                <p14:cNvContentPartPr/>
                <p14:nvPr/>
              </p14:nvContentPartPr>
              <p14:xfrm>
                <a:off x="2745900" y="5180408"/>
                <a:ext cx="102600" cy="51840"/>
              </p14:xfrm>
            </p:contentPart>
          </mc:Choice>
          <mc:Fallback xmlns="">
            <p:pic>
              <p:nvPicPr>
                <p:cNvPr id="363" name="Ink 362">
                  <a:extLst>
                    <a:ext uri="{FF2B5EF4-FFF2-40B4-BE49-F238E27FC236}">
                      <a16:creationId xmlns:a16="http://schemas.microsoft.com/office/drawing/2014/main" id="{5074A672-29C7-4537-CDE8-5930C002102E}"/>
                    </a:ext>
                  </a:extLst>
                </p:cNvPr>
                <p:cNvPicPr/>
                <p:nvPr/>
              </p:nvPicPr>
              <p:blipFill>
                <a:blip r:embed="rId601"/>
                <a:stretch>
                  <a:fillRect/>
                </a:stretch>
              </p:blipFill>
              <p:spPr>
                <a:xfrm>
                  <a:off x="2737260" y="5171768"/>
                  <a:ext cx="12024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2">
              <p14:nvContentPartPr>
                <p14:cNvPr id="364" name="Ink 363">
                  <a:extLst>
                    <a:ext uri="{FF2B5EF4-FFF2-40B4-BE49-F238E27FC236}">
                      <a16:creationId xmlns:a16="http://schemas.microsoft.com/office/drawing/2014/main" id="{080083DB-646E-B189-D49B-7845BD5D17A7}"/>
                    </a:ext>
                  </a:extLst>
                </p14:cNvPr>
                <p14:cNvContentPartPr/>
                <p14:nvPr/>
              </p14:nvContentPartPr>
              <p14:xfrm>
                <a:off x="3033900" y="5008328"/>
                <a:ext cx="130320" cy="83160"/>
              </p14:xfrm>
            </p:contentPart>
          </mc:Choice>
          <mc:Fallback xmlns="">
            <p:pic>
              <p:nvPicPr>
                <p:cNvPr id="364" name="Ink 363">
                  <a:extLst>
                    <a:ext uri="{FF2B5EF4-FFF2-40B4-BE49-F238E27FC236}">
                      <a16:creationId xmlns:a16="http://schemas.microsoft.com/office/drawing/2014/main" id="{080083DB-646E-B189-D49B-7845BD5D17A7}"/>
                    </a:ext>
                  </a:extLst>
                </p:cNvPr>
                <p:cNvPicPr/>
                <p:nvPr/>
              </p:nvPicPr>
              <p:blipFill>
                <a:blip r:embed="rId603"/>
                <a:stretch>
                  <a:fillRect/>
                </a:stretch>
              </p:blipFill>
              <p:spPr>
                <a:xfrm>
                  <a:off x="3025260" y="4999328"/>
                  <a:ext cx="14796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4">
              <p14:nvContentPartPr>
                <p14:cNvPr id="365" name="Ink 364">
                  <a:extLst>
                    <a:ext uri="{FF2B5EF4-FFF2-40B4-BE49-F238E27FC236}">
                      <a16:creationId xmlns:a16="http://schemas.microsoft.com/office/drawing/2014/main" id="{F0E044D7-592E-BFA4-3268-A4BB38C509B4}"/>
                    </a:ext>
                  </a:extLst>
                </p14:cNvPr>
                <p14:cNvContentPartPr/>
                <p14:nvPr/>
              </p14:nvContentPartPr>
              <p14:xfrm>
                <a:off x="3074940" y="5023808"/>
                <a:ext cx="57960" cy="78840"/>
              </p14:xfrm>
            </p:contentPart>
          </mc:Choice>
          <mc:Fallback xmlns="">
            <p:pic>
              <p:nvPicPr>
                <p:cNvPr id="365" name="Ink 364">
                  <a:extLst>
                    <a:ext uri="{FF2B5EF4-FFF2-40B4-BE49-F238E27FC236}">
                      <a16:creationId xmlns:a16="http://schemas.microsoft.com/office/drawing/2014/main" id="{F0E044D7-592E-BFA4-3268-A4BB38C509B4}"/>
                    </a:ext>
                  </a:extLst>
                </p:cNvPr>
                <p:cNvPicPr/>
                <p:nvPr/>
              </p:nvPicPr>
              <p:blipFill>
                <a:blip r:embed="rId605"/>
                <a:stretch>
                  <a:fillRect/>
                </a:stretch>
              </p:blipFill>
              <p:spPr>
                <a:xfrm>
                  <a:off x="3066300" y="5015168"/>
                  <a:ext cx="7560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6">
              <p14:nvContentPartPr>
                <p14:cNvPr id="366" name="Ink 365">
                  <a:extLst>
                    <a:ext uri="{FF2B5EF4-FFF2-40B4-BE49-F238E27FC236}">
                      <a16:creationId xmlns:a16="http://schemas.microsoft.com/office/drawing/2014/main" id="{8B2EA76F-E518-98DD-A10B-E2C870EE3066}"/>
                    </a:ext>
                  </a:extLst>
                </p14:cNvPr>
                <p14:cNvContentPartPr/>
                <p14:nvPr/>
              </p14:nvContentPartPr>
              <p14:xfrm>
                <a:off x="3168540" y="4915808"/>
                <a:ext cx="135360" cy="216360"/>
              </p14:xfrm>
            </p:contentPart>
          </mc:Choice>
          <mc:Fallback xmlns="">
            <p:pic>
              <p:nvPicPr>
                <p:cNvPr id="366" name="Ink 365">
                  <a:extLst>
                    <a:ext uri="{FF2B5EF4-FFF2-40B4-BE49-F238E27FC236}">
                      <a16:creationId xmlns:a16="http://schemas.microsoft.com/office/drawing/2014/main" id="{8B2EA76F-E518-98DD-A10B-E2C870EE3066}"/>
                    </a:ext>
                  </a:extLst>
                </p:cNvPr>
                <p:cNvPicPr/>
                <p:nvPr/>
              </p:nvPicPr>
              <p:blipFill>
                <a:blip r:embed="rId607"/>
                <a:stretch>
                  <a:fillRect/>
                </a:stretch>
              </p:blipFill>
              <p:spPr>
                <a:xfrm>
                  <a:off x="3159540" y="4907168"/>
                  <a:ext cx="15300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8">
              <p14:nvContentPartPr>
                <p14:cNvPr id="367" name="Ink 366">
                  <a:extLst>
                    <a:ext uri="{FF2B5EF4-FFF2-40B4-BE49-F238E27FC236}">
                      <a16:creationId xmlns:a16="http://schemas.microsoft.com/office/drawing/2014/main" id="{588323B5-0195-0A28-7728-929FCAF1E63D}"/>
                    </a:ext>
                  </a:extLst>
                </p14:cNvPr>
                <p14:cNvContentPartPr/>
                <p14:nvPr/>
              </p14:nvContentPartPr>
              <p14:xfrm>
                <a:off x="3305700" y="5026688"/>
                <a:ext cx="112680" cy="52200"/>
              </p14:xfrm>
            </p:contentPart>
          </mc:Choice>
          <mc:Fallback xmlns="">
            <p:pic>
              <p:nvPicPr>
                <p:cNvPr id="367" name="Ink 366">
                  <a:extLst>
                    <a:ext uri="{FF2B5EF4-FFF2-40B4-BE49-F238E27FC236}">
                      <a16:creationId xmlns:a16="http://schemas.microsoft.com/office/drawing/2014/main" id="{588323B5-0195-0A28-7728-929FCAF1E63D}"/>
                    </a:ext>
                  </a:extLst>
                </p:cNvPr>
                <p:cNvPicPr/>
                <p:nvPr/>
              </p:nvPicPr>
              <p:blipFill>
                <a:blip r:embed="rId609"/>
                <a:stretch>
                  <a:fillRect/>
                </a:stretch>
              </p:blipFill>
              <p:spPr>
                <a:xfrm>
                  <a:off x="3297060" y="5017688"/>
                  <a:ext cx="13032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0">
              <p14:nvContentPartPr>
                <p14:cNvPr id="368" name="Ink 367">
                  <a:extLst>
                    <a:ext uri="{FF2B5EF4-FFF2-40B4-BE49-F238E27FC236}">
                      <a16:creationId xmlns:a16="http://schemas.microsoft.com/office/drawing/2014/main" id="{787B69D4-900E-6626-0507-F992974419B5}"/>
                    </a:ext>
                  </a:extLst>
                </p14:cNvPr>
                <p14:cNvContentPartPr/>
                <p14:nvPr/>
              </p14:nvContentPartPr>
              <p14:xfrm>
                <a:off x="3392460" y="4883408"/>
                <a:ext cx="157320" cy="265680"/>
              </p14:xfrm>
            </p:contentPart>
          </mc:Choice>
          <mc:Fallback xmlns="">
            <p:pic>
              <p:nvPicPr>
                <p:cNvPr id="368" name="Ink 367">
                  <a:extLst>
                    <a:ext uri="{FF2B5EF4-FFF2-40B4-BE49-F238E27FC236}">
                      <a16:creationId xmlns:a16="http://schemas.microsoft.com/office/drawing/2014/main" id="{787B69D4-900E-6626-0507-F992974419B5}"/>
                    </a:ext>
                  </a:extLst>
                </p:cNvPr>
                <p:cNvPicPr/>
                <p:nvPr/>
              </p:nvPicPr>
              <p:blipFill>
                <a:blip r:embed="rId611"/>
                <a:stretch>
                  <a:fillRect/>
                </a:stretch>
              </p:blipFill>
              <p:spPr>
                <a:xfrm>
                  <a:off x="3383460" y="4874768"/>
                  <a:ext cx="174960" cy="2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2">
              <p14:nvContentPartPr>
                <p14:cNvPr id="370" name="Ink 369">
                  <a:extLst>
                    <a:ext uri="{FF2B5EF4-FFF2-40B4-BE49-F238E27FC236}">
                      <a16:creationId xmlns:a16="http://schemas.microsoft.com/office/drawing/2014/main" id="{30EF4BB0-9A77-69B4-A42D-A62AB411FC99}"/>
                    </a:ext>
                  </a:extLst>
                </p14:cNvPr>
                <p14:cNvContentPartPr/>
                <p14:nvPr/>
              </p14:nvContentPartPr>
              <p14:xfrm>
                <a:off x="3678300" y="4883048"/>
                <a:ext cx="124920" cy="214560"/>
              </p14:xfrm>
            </p:contentPart>
          </mc:Choice>
          <mc:Fallback xmlns="">
            <p:pic>
              <p:nvPicPr>
                <p:cNvPr id="370" name="Ink 369">
                  <a:extLst>
                    <a:ext uri="{FF2B5EF4-FFF2-40B4-BE49-F238E27FC236}">
                      <a16:creationId xmlns:a16="http://schemas.microsoft.com/office/drawing/2014/main" id="{30EF4BB0-9A77-69B4-A42D-A62AB411FC99}"/>
                    </a:ext>
                  </a:extLst>
                </p:cNvPr>
                <p:cNvPicPr/>
                <p:nvPr/>
              </p:nvPicPr>
              <p:blipFill>
                <a:blip r:embed="rId613"/>
                <a:stretch>
                  <a:fillRect/>
                </a:stretch>
              </p:blipFill>
              <p:spPr>
                <a:xfrm>
                  <a:off x="3669300" y="4874408"/>
                  <a:ext cx="14256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4">
              <p14:nvContentPartPr>
                <p14:cNvPr id="371" name="Ink 370">
                  <a:extLst>
                    <a:ext uri="{FF2B5EF4-FFF2-40B4-BE49-F238E27FC236}">
                      <a16:creationId xmlns:a16="http://schemas.microsoft.com/office/drawing/2014/main" id="{3A50F5F5-AFED-5503-D793-1D872B875A12}"/>
                    </a:ext>
                  </a:extLst>
                </p14:cNvPr>
                <p14:cNvContentPartPr/>
                <p14:nvPr/>
              </p14:nvContentPartPr>
              <p14:xfrm>
                <a:off x="3890700" y="4812488"/>
                <a:ext cx="62280" cy="295560"/>
              </p14:xfrm>
            </p:contentPart>
          </mc:Choice>
          <mc:Fallback xmlns="">
            <p:pic>
              <p:nvPicPr>
                <p:cNvPr id="371" name="Ink 370">
                  <a:extLst>
                    <a:ext uri="{FF2B5EF4-FFF2-40B4-BE49-F238E27FC236}">
                      <a16:creationId xmlns:a16="http://schemas.microsoft.com/office/drawing/2014/main" id="{3A50F5F5-AFED-5503-D793-1D872B875A12}"/>
                    </a:ext>
                  </a:extLst>
                </p:cNvPr>
                <p:cNvPicPr/>
                <p:nvPr/>
              </p:nvPicPr>
              <p:blipFill>
                <a:blip r:embed="rId615"/>
                <a:stretch>
                  <a:fillRect/>
                </a:stretch>
              </p:blipFill>
              <p:spPr>
                <a:xfrm>
                  <a:off x="3882060" y="4803488"/>
                  <a:ext cx="79920" cy="31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6">
              <p14:nvContentPartPr>
                <p14:cNvPr id="372" name="Ink 371">
                  <a:extLst>
                    <a:ext uri="{FF2B5EF4-FFF2-40B4-BE49-F238E27FC236}">
                      <a16:creationId xmlns:a16="http://schemas.microsoft.com/office/drawing/2014/main" id="{C54E6A91-7A90-2B77-51E0-79F7080835FE}"/>
                    </a:ext>
                  </a:extLst>
                </p14:cNvPr>
                <p14:cNvContentPartPr/>
                <p14:nvPr/>
              </p14:nvContentPartPr>
              <p14:xfrm>
                <a:off x="4006980" y="4878368"/>
                <a:ext cx="60480" cy="214200"/>
              </p14:xfrm>
            </p:contentPart>
          </mc:Choice>
          <mc:Fallback xmlns="">
            <p:pic>
              <p:nvPicPr>
                <p:cNvPr id="372" name="Ink 371">
                  <a:extLst>
                    <a:ext uri="{FF2B5EF4-FFF2-40B4-BE49-F238E27FC236}">
                      <a16:creationId xmlns:a16="http://schemas.microsoft.com/office/drawing/2014/main" id="{C54E6A91-7A90-2B77-51E0-79F7080835FE}"/>
                    </a:ext>
                  </a:extLst>
                </p:cNvPr>
                <p:cNvPicPr/>
                <p:nvPr/>
              </p:nvPicPr>
              <p:blipFill>
                <a:blip r:embed="rId617"/>
                <a:stretch>
                  <a:fillRect/>
                </a:stretch>
              </p:blipFill>
              <p:spPr>
                <a:xfrm>
                  <a:off x="3997980" y="4869368"/>
                  <a:ext cx="7812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8">
              <p14:nvContentPartPr>
                <p14:cNvPr id="373" name="Ink 372">
                  <a:extLst>
                    <a:ext uri="{FF2B5EF4-FFF2-40B4-BE49-F238E27FC236}">
                      <a16:creationId xmlns:a16="http://schemas.microsoft.com/office/drawing/2014/main" id="{79DF79D1-B975-B12E-E99F-6D91759B1BFA}"/>
                    </a:ext>
                  </a:extLst>
                </p14:cNvPr>
                <p14:cNvContentPartPr/>
                <p14:nvPr/>
              </p14:nvContentPartPr>
              <p14:xfrm>
                <a:off x="4005540" y="5011208"/>
                <a:ext cx="83520" cy="9360"/>
              </p14:xfrm>
            </p:contentPart>
          </mc:Choice>
          <mc:Fallback xmlns="">
            <p:pic>
              <p:nvPicPr>
                <p:cNvPr id="373" name="Ink 372">
                  <a:extLst>
                    <a:ext uri="{FF2B5EF4-FFF2-40B4-BE49-F238E27FC236}">
                      <a16:creationId xmlns:a16="http://schemas.microsoft.com/office/drawing/2014/main" id="{79DF79D1-B975-B12E-E99F-6D91759B1BFA}"/>
                    </a:ext>
                  </a:extLst>
                </p:cNvPr>
                <p:cNvPicPr/>
                <p:nvPr/>
              </p:nvPicPr>
              <p:blipFill>
                <a:blip r:embed="rId619"/>
                <a:stretch>
                  <a:fillRect/>
                </a:stretch>
              </p:blipFill>
              <p:spPr>
                <a:xfrm>
                  <a:off x="3996540" y="5002208"/>
                  <a:ext cx="10116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0">
              <p14:nvContentPartPr>
                <p14:cNvPr id="374" name="Ink 373">
                  <a:extLst>
                    <a:ext uri="{FF2B5EF4-FFF2-40B4-BE49-F238E27FC236}">
                      <a16:creationId xmlns:a16="http://schemas.microsoft.com/office/drawing/2014/main" id="{055F5F5B-073B-47AD-12BA-DDD37F257FCB}"/>
                    </a:ext>
                  </a:extLst>
                </p14:cNvPr>
                <p14:cNvContentPartPr/>
                <p14:nvPr/>
              </p14:nvContentPartPr>
              <p14:xfrm>
                <a:off x="4182300" y="5002928"/>
                <a:ext cx="52200" cy="4320"/>
              </p14:xfrm>
            </p:contentPart>
          </mc:Choice>
          <mc:Fallback xmlns="">
            <p:pic>
              <p:nvPicPr>
                <p:cNvPr id="374" name="Ink 373">
                  <a:extLst>
                    <a:ext uri="{FF2B5EF4-FFF2-40B4-BE49-F238E27FC236}">
                      <a16:creationId xmlns:a16="http://schemas.microsoft.com/office/drawing/2014/main" id="{055F5F5B-073B-47AD-12BA-DDD37F257FCB}"/>
                    </a:ext>
                  </a:extLst>
                </p:cNvPr>
                <p:cNvPicPr/>
                <p:nvPr/>
              </p:nvPicPr>
              <p:blipFill>
                <a:blip r:embed="rId621"/>
                <a:stretch>
                  <a:fillRect/>
                </a:stretch>
              </p:blipFill>
              <p:spPr>
                <a:xfrm>
                  <a:off x="4173300" y="4994288"/>
                  <a:ext cx="6984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2">
              <p14:nvContentPartPr>
                <p14:cNvPr id="375" name="Ink 374">
                  <a:extLst>
                    <a:ext uri="{FF2B5EF4-FFF2-40B4-BE49-F238E27FC236}">
                      <a16:creationId xmlns:a16="http://schemas.microsoft.com/office/drawing/2014/main" id="{4CCE58FD-C37A-F2CB-A866-AF4F82721A6B}"/>
                    </a:ext>
                  </a:extLst>
                </p14:cNvPr>
                <p14:cNvContentPartPr/>
                <p14:nvPr/>
              </p14:nvContentPartPr>
              <p14:xfrm>
                <a:off x="4310460" y="4946048"/>
                <a:ext cx="132480" cy="102240"/>
              </p14:xfrm>
            </p:contentPart>
          </mc:Choice>
          <mc:Fallback xmlns="">
            <p:pic>
              <p:nvPicPr>
                <p:cNvPr id="375" name="Ink 374">
                  <a:extLst>
                    <a:ext uri="{FF2B5EF4-FFF2-40B4-BE49-F238E27FC236}">
                      <a16:creationId xmlns:a16="http://schemas.microsoft.com/office/drawing/2014/main" id="{4CCE58FD-C37A-F2CB-A866-AF4F82721A6B}"/>
                    </a:ext>
                  </a:extLst>
                </p:cNvPr>
                <p:cNvPicPr/>
                <p:nvPr/>
              </p:nvPicPr>
              <p:blipFill>
                <a:blip r:embed="rId623"/>
                <a:stretch>
                  <a:fillRect/>
                </a:stretch>
              </p:blipFill>
              <p:spPr>
                <a:xfrm>
                  <a:off x="4301460" y="4937048"/>
                  <a:ext cx="15012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4">
              <p14:nvContentPartPr>
                <p14:cNvPr id="376" name="Ink 375">
                  <a:extLst>
                    <a:ext uri="{FF2B5EF4-FFF2-40B4-BE49-F238E27FC236}">
                      <a16:creationId xmlns:a16="http://schemas.microsoft.com/office/drawing/2014/main" id="{2F56C172-AB29-F8E7-C7F3-296022A2DE62}"/>
                    </a:ext>
                  </a:extLst>
                </p14:cNvPr>
                <p14:cNvContentPartPr/>
                <p14:nvPr/>
              </p14:nvContentPartPr>
              <p14:xfrm>
                <a:off x="4483620" y="4883408"/>
                <a:ext cx="70560" cy="142920"/>
              </p14:xfrm>
            </p:contentPart>
          </mc:Choice>
          <mc:Fallback xmlns="">
            <p:pic>
              <p:nvPicPr>
                <p:cNvPr id="376" name="Ink 375">
                  <a:extLst>
                    <a:ext uri="{FF2B5EF4-FFF2-40B4-BE49-F238E27FC236}">
                      <a16:creationId xmlns:a16="http://schemas.microsoft.com/office/drawing/2014/main" id="{2F56C172-AB29-F8E7-C7F3-296022A2DE62}"/>
                    </a:ext>
                  </a:extLst>
                </p:cNvPr>
                <p:cNvPicPr/>
                <p:nvPr/>
              </p:nvPicPr>
              <p:blipFill>
                <a:blip r:embed="rId625"/>
                <a:stretch>
                  <a:fillRect/>
                </a:stretch>
              </p:blipFill>
              <p:spPr>
                <a:xfrm>
                  <a:off x="4474620" y="4874768"/>
                  <a:ext cx="8820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6">
              <p14:nvContentPartPr>
                <p14:cNvPr id="377" name="Ink 376">
                  <a:extLst>
                    <a:ext uri="{FF2B5EF4-FFF2-40B4-BE49-F238E27FC236}">
                      <a16:creationId xmlns:a16="http://schemas.microsoft.com/office/drawing/2014/main" id="{66773432-2ADA-91AB-C6DB-A3927D71AE23}"/>
                    </a:ext>
                  </a:extLst>
                </p14:cNvPr>
                <p14:cNvContentPartPr/>
                <p14:nvPr/>
              </p14:nvContentPartPr>
              <p14:xfrm>
                <a:off x="4402260" y="4849568"/>
                <a:ext cx="164880" cy="33840"/>
              </p14:xfrm>
            </p:contentPart>
          </mc:Choice>
          <mc:Fallback xmlns="">
            <p:pic>
              <p:nvPicPr>
                <p:cNvPr id="377" name="Ink 376">
                  <a:extLst>
                    <a:ext uri="{FF2B5EF4-FFF2-40B4-BE49-F238E27FC236}">
                      <a16:creationId xmlns:a16="http://schemas.microsoft.com/office/drawing/2014/main" id="{66773432-2ADA-91AB-C6DB-A3927D71AE23}"/>
                    </a:ext>
                  </a:extLst>
                </p:cNvPr>
                <p:cNvPicPr/>
                <p:nvPr/>
              </p:nvPicPr>
              <p:blipFill>
                <a:blip r:embed="rId627"/>
                <a:stretch>
                  <a:fillRect/>
                </a:stretch>
              </p:blipFill>
              <p:spPr>
                <a:xfrm>
                  <a:off x="4393260" y="4840928"/>
                  <a:ext cx="18252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8">
              <p14:nvContentPartPr>
                <p14:cNvPr id="378" name="Ink 377">
                  <a:extLst>
                    <a:ext uri="{FF2B5EF4-FFF2-40B4-BE49-F238E27FC236}">
                      <a16:creationId xmlns:a16="http://schemas.microsoft.com/office/drawing/2014/main" id="{A68A03B9-A7D9-8B31-DD1F-F5537BAA240A}"/>
                    </a:ext>
                  </a:extLst>
                </p14:cNvPr>
                <p14:cNvContentPartPr/>
                <p14:nvPr/>
              </p14:nvContentPartPr>
              <p14:xfrm>
                <a:off x="4550940" y="4762808"/>
                <a:ext cx="144720" cy="298440"/>
              </p14:xfrm>
            </p:contentPart>
          </mc:Choice>
          <mc:Fallback xmlns="">
            <p:pic>
              <p:nvPicPr>
                <p:cNvPr id="378" name="Ink 377">
                  <a:extLst>
                    <a:ext uri="{FF2B5EF4-FFF2-40B4-BE49-F238E27FC236}">
                      <a16:creationId xmlns:a16="http://schemas.microsoft.com/office/drawing/2014/main" id="{A68A03B9-A7D9-8B31-DD1F-F5537BAA240A}"/>
                    </a:ext>
                  </a:extLst>
                </p:cNvPr>
                <p:cNvPicPr/>
                <p:nvPr/>
              </p:nvPicPr>
              <p:blipFill>
                <a:blip r:embed="rId629"/>
                <a:stretch>
                  <a:fillRect/>
                </a:stretch>
              </p:blipFill>
              <p:spPr>
                <a:xfrm>
                  <a:off x="4542300" y="4753808"/>
                  <a:ext cx="162360" cy="31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0">
              <p14:nvContentPartPr>
                <p14:cNvPr id="379" name="Ink 378">
                  <a:extLst>
                    <a:ext uri="{FF2B5EF4-FFF2-40B4-BE49-F238E27FC236}">
                      <a16:creationId xmlns:a16="http://schemas.microsoft.com/office/drawing/2014/main" id="{423032E4-F4EB-5A04-FF01-FDA73E047469}"/>
                    </a:ext>
                  </a:extLst>
                </p14:cNvPr>
                <p14:cNvContentPartPr/>
                <p14:nvPr/>
              </p14:nvContentPartPr>
              <p14:xfrm>
                <a:off x="4696380" y="4727528"/>
                <a:ext cx="136080" cy="344520"/>
              </p14:xfrm>
            </p:contentPart>
          </mc:Choice>
          <mc:Fallback xmlns="">
            <p:pic>
              <p:nvPicPr>
                <p:cNvPr id="379" name="Ink 378">
                  <a:extLst>
                    <a:ext uri="{FF2B5EF4-FFF2-40B4-BE49-F238E27FC236}">
                      <a16:creationId xmlns:a16="http://schemas.microsoft.com/office/drawing/2014/main" id="{423032E4-F4EB-5A04-FF01-FDA73E047469}"/>
                    </a:ext>
                  </a:extLst>
                </p:cNvPr>
                <p:cNvPicPr/>
                <p:nvPr/>
              </p:nvPicPr>
              <p:blipFill>
                <a:blip r:embed="rId631"/>
                <a:stretch>
                  <a:fillRect/>
                </a:stretch>
              </p:blipFill>
              <p:spPr>
                <a:xfrm>
                  <a:off x="4687740" y="4718888"/>
                  <a:ext cx="153720" cy="36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2">
              <p14:nvContentPartPr>
                <p14:cNvPr id="381" name="Ink 380">
                  <a:extLst>
                    <a:ext uri="{FF2B5EF4-FFF2-40B4-BE49-F238E27FC236}">
                      <a16:creationId xmlns:a16="http://schemas.microsoft.com/office/drawing/2014/main" id="{35410AF6-360C-FE54-0620-636447D7DBA8}"/>
                    </a:ext>
                  </a:extLst>
                </p14:cNvPr>
                <p14:cNvContentPartPr/>
                <p14:nvPr/>
              </p14:nvContentPartPr>
              <p14:xfrm>
                <a:off x="2093940" y="5709608"/>
                <a:ext cx="69840" cy="5760"/>
              </p14:xfrm>
            </p:contentPart>
          </mc:Choice>
          <mc:Fallback xmlns="">
            <p:pic>
              <p:nvPicPr>
                <p:cNvPr id="381" name="Ink 380">
                  <a:extLst>
                    <a:ext uri="{FF2B5EF4-FFF2-40B4-BE49-F238E27FC236}">
                      <a16:creationId xmlns:a16="http://schemas.microsoft.com/office/drawing/2014/main" id="{35410AF6-360C-FE54-0620-636447D7DBA8}"/>
                    </a:ext>
                  </a:extLst>
                </p:cNvPr>
                <p:cNvPicPr/>
                <p:nvPr/>
              </p:nvPicPr>
              <p:blipFill>
                <a:blip r:embed="rId633"/>
                <a:stretch>
                  <a:fillRect/>
                </a:stretch>
              </p:blipFill>
              <p:spPr>
                <a:xfrm>
                  <a:off x="2085300" y="5700968"/>
                  <a:ext cx="8748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4">
              <p14:nvContentPartPr>
                <p14:cNvPr id="382" name="Ink 381">
                  <a:extLst>
                    <a:ext uri="{FF2B5EF4-FFF2-40B4-BE49-F238E27FC236}">
                      <a16:creationId xmlns:a16="http://schemas.microsoft.com/office/drawing/2014/main" id="{335C67D5-03EC-4C3B-9568-88A488507987}"/>
                    </a:ext>
                  </a:extLst>
                </p14:cNvPr>
                <p14:cNvContentPartPr/>
                <p14:nvPr/>
              </p14:nvContentPartPr>
              <p14:xfrm>
                <a:off x="2092500" y="5650208"/>
                <a:ext cx="74160" cy="7920"/>
              </p14:xfrm>
            </p:contentPart>
          </mc:Choice>
          <mc:Fallback xmlns="">
            <p:pic>
              <p:nvPicPr>
                <p:cNvPr id="382" name="Ink 381">
                  <a:extLst>
                    <a:ext uri="{FF2B5EF4-FFF2-40B4-BE49-F238E27FC236}">
                      <a16:creationId xmlns:a16="http://schemas.microsoft.com/office/drawing/2014/main" id="{335C67D5-03EC-4C3B-9568-88A488507987}"/>
                    </a:ext>
                  </a:extLst>
                </p:cNvPr>
                <p:cNvPicPr/>
                <p:nvPr/>
              </p:nvPicPr>
              <p:blipFill>
                <a:blip r:embed="rId635"/>
                <a:stretch>
                  <a:fillRect/>
                </a:stretch>
              </p:blipFill>
              <p:spPr>
                <a:xfrm>
                  <a:off x="2083860" y="5641568"/>
                  <a:ext cx="9180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6">
              <p14:nvContentPartPr>
                <p14:cNvPr id="384" name="Ink 383">
                  <a:extLst>
                    <a:ext uri="{FF2B5EF4-FFF2-40B4-BE49-F238E27FC236}">
                      <a16:creationId xmlns:a16="http://schemas.microsoft.com/office/drawing/2014/main" id="{55BECB41-6E77-9D85-2776-F2EF51826CE8}"/>
                    </a:ext>
                  </a:extLst>
                </p14:cNvPr>
                <p14:cNvContentPartPr/>
                <p14:nvPr/>
              </p14:nvContentPartPr>
              <p14:xfrm>
                <a:off x="2311380" y="5490728"/>
                <a:ext cx="276480" cy="250560"/>
              </p14:xfrm>
            </p:contentPart>
          </mc:Choice>
          <mc:Fallback xmlns="">
            <p:pic>
              <p:nvPicPr>
                <p:cNvPr id="384" name="Ink 383">
                  <a:extLst>
                    <a:ext uri="{FF2B5EF4-FFF2-40B4-BE49-F238E27FC236}">
                      <a16:creationId xmlns:a16="http://schemas.microsoft.com/office/drawing/2014/main" id="{55BECB41-6E77-9D85-2776-F2EF51826CE8}"/>
                    </a:ext>
                  </a:extLst>
                </p:cNvPr>
                <p:cNvPicPr/>
                <p:nvPr/>
              </p:nvPicPr>
              <p:blipFill>
                <a:blip r:embed="rId637"/>
                <a:stretch>
                  <a:fillRect/>
                </a:stretch>
              </p:blipFill>
              <p:spPr>
                <a:xfrm>
                  <a:off x="2302740" y="5481728"/>
                  <a:ext cx="29412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8">
              <p14:nvContentPartPr>
                <p14:cNvPr id="385" name="Ink 384">
                  <a:extLst>
                    <a:ext uri="{FF2B5EF4-FFF2-40B4-BE49-F238E27FC236}">
                      <a16:creationId xmlns:a16="http://schemas.microsoft.com/office/drawing/2014/main" id="{71992652-1784-A270-7FC2-E5903BB550C6}"/>
                    </a:ext>
                  </a:extLst>
                </p14:cNvPr>
                <p14:cNvContentPartPr/>
                <p14:nvPr/>
              </p14:nvContentPartPr>
              <p14:xfrm>
                <a:off x="2388780" y="5820848"/>
                <a:ext cx="122040" cy="57600"/>
              </p14:xfrm>
            </p:contentPart>
          </mc:Choice>
          <mc:Fallback xmlns="">
            <p:pic>
              <p:nvPicPr>
                <p:cNvPr id="385" name="Ink 384">
                  <a:extLst>
                    <a:ext uri="{FF2B5EF4-FFF2-40B4-BE49-F238E27FC236}">
                      <a16:creationId xmlns:a16="http://schemas.microsoft.com/office/drawing/2014/main" id="{71992652-1784-A270-7FC2-E5903BB550C6}"/>
                    </a:ext>
                  </a:extLst>
                </p:cNvPr>
                <p:cNvPicPr/>
                <p:nvPr/>
              </p:nvPicPr>
              <p:blipFill>
                <a:blip r:embed="rId639"/>
                <a:stretch>
                  <a:fillRect/>
                </a:stretch>
              </p:blipFill>
              <p:spPr>
                <a:xfrm>
                  <a:off x="2379780" y="5812208"/>
                  <a:ext cx="13968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0">
              <p14:nvContentPartPr>
                <p14:cNvPr id="386" name="Ink 385">
                  <a:extLst>
                    <a:ext uri="{FF2B5EF4-FFF2-40B4-BE49-F238E27FC236}">
                      <a16:creationId xmlns:a16="http://schemas.microsoft.com/office/drawing/2014/main" id="{1265F20A-3BBC-1DF3-9233-CD5625CE7B91}"/>
                    </a:ext>
                  </a:extLst>
                </p14:cNvPr>
                <p14:cNvContentPartPr/>
                <p14:nvPr/>
              </p14:nvContentPartPr>
              <p14:xfrm>
                <a:off x="2753460" y="5600528"/>
                <a:ext cx="117360" cy="100800"/>
              </p14:xfrm>
            </p:contentPart>
          </mc:Choice>
          <mc:Fallback xmlns="">
            <p:pic>
              <p:nvPicPr>
                <p:cNvPr id="386" name="Ink 385">
                  <a:extLst>
                    <a:ext uri="{FF2B5EF4-FFF2-40B4-BE49-F238E27FC236}">
                      <a16:creationId xmlns:a16="http://schemas.microsoft.com/office/drawing/2014/main" id="{1265F20A-3BBC-1DF3-9233-CD5625CE7B91}"/>
                    </a:ext>
                  </a:extLst>
                </p:cNvPr>
                <p:cNvPicPr/>
                <p:nvPr/>
              </p:nvPicPr>
              <p:blipFill>
                <a:blip r:embed="rId641"/>
                <a:stretch>
                  <a:fillRect/>
                </a:stretch>
              </p:blipFill>
              <p:spPr>
                <a:xfrm>
                  <a:off x="2744460" y="5591528"/>
                  <a:ext cx="13500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2">
              <p14:nvContentPartPr>
                <p14:cNvPr id="387" name="Ink 386">
                  <a:extLst>
                    <a:ext uri="{FF2B5EF4-FFF2-40B4-BE49-F238E27FC236}">
                      <a16:creationId xmlns:a16="http://schemas.microsoft.com/office/drawing/2014/main" id="{7B6D25E5-A6DF-D2A0-FD7F-639D31846F05}"/>
                    </a:ext>
                  </a:extLst>
                </p14:cNvPr>
                <p14:cNvContentPartPr/>
                <p14:nvPr/>
              </p14:nvContentPartPr>
              <p14:xfrm>
                <a:off x="2797020" y="5616008"/>
                <a:ext cx="50400" cy="103680"/>
              </p14:xfrm>
            </p:contentPart>
          </mc:Choice>
          <mc:Fallback xmlns="">
            <p:pic>
              <p:nvPicPr>
                <p:cNvPr id="387" name="Ink 386">
                  <a:extLst>
                    <a:ext uri="{FF2B5EF4-FFF2-40B4-BE49-F238E27FC236}">
                      <a16:creationId xmlns:a16="http://schemas.microsoft.com/office/drawing/2014/main" id="{7B6D25E5-A6DF-D2A0-FD7F-639D31846F05}"/>
                    </a:ext>
                  </a:extLst>
                </p:cNvPr>
                <p:cNvPicPr/>
                <p:nvPr/>
              </p:nvPicPr>
              <p:blipFill>
                <a:blip r:embed="rId643"/>
                <a:stretch>
                  <a:fillRect/>
                </a:stretch>
              </p:blipFill>
              <p:spPr>
                <a:xfrm>
                  <a:off x="2788020" y="5607368"/>
                  <a:ext cx="6804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4">
              <p14:nvContentPartPr>
                <p14:cNvPr id="388" name="Ink 387">
                  <a:extLst>
                    <a:ext uri="{FF2B5EF4-FFF2-40B4-BE49-F238E27FC236}">
                      <a16:creationId xmlns:a16="http://schemas.microsoft.com/office/drawing/2014/main" id="{FEBC7118-1D05-D41C-8841-398D479516C2}"/>
                    </a:ext>
                  </a:extLst>
                </p14:cNvPr>
                <p14:cNvContentPartPr/>
                <p14:nvPr/>
              </p14:nvContentPartPr>
              <p14:xfrm>
                <a:off x="2929500" y="5470208"/>
                <a:ext cx="98640" cy="261000"/>
              </p14:xfrm>
            </p:contentPart>
          </mc:Choice>
          <mc:Fallback xmlns="">
            <p:pic>
              <p:nvPicPr>
                <p:cNvPr id="388" name="Ink 387">
                  <a:extLst>
                    <a:ext uri="{FF2B5EF4-FFF2-40B4-BE49-F238E27FC236}">
                      <a16:creationId xmlns:a16="http://schemas.microsoft.com/office/drawing/2014/main" id="{FEBC7118-1D05-D41C-8841-398D479516C2}"/>
                    </a:ext>
                  </a:extLst>
                </p:cNvPr>
                <p:cNvPicPr/>
                <p:nvPr/>
              </p:nvPicPr>
              <p:blipFill>
                <a:blip r:embed="rId645"/>
                <a:stretch>
                  <a:fillRect/>
                </a:stretch>
              </p:blipFill>
              <p:spPr>
                <a:xfrm>
                  <a:off x="2920860" y="5461208"/>
                  <a:ext cx="11628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6">
              <p14:nvContentPartPr>
                <p14:cNvPr id="389" name="Ink 388">
                  <a:extLst>
                    <a:ext uri="{FF2B5EF4-FFF2-40B4-BE49-F238E27FC236}">
                      <a16:creationId xmlns:a16="http://schemas.microsoft.com/office/drawing/2014/main" id="{127F157B-26A5-9347-ADB3-5B543A06EB5F}"/>
                    </a:ext>
                  </a:extLst>
                </p14:cNvPr>
                <p14:cNvContentPartPr/>
                <p14:nvPr/>
              </p14:nvContentPartPr>
              <p14:xfrm>
                <a:off x="3043620" y="5610968"/>
                <a:ext cx="151560" cy="61200"/>
              </p14:xfrm>
            </p:contentPart>
          </mc:Choice>
          <mc:Fallback xmlns="">
            <p:pic>
              <p:nvPicPr>
                <p:cNvPr id="389" name="Ink 388">
                  <a:extLst>
                    <a:ext uri="{FF2B5EF4-FFF2-40B4-BE49-F238E27FC236}">
                      <a16:creationId xmlns:a16="http://schemas.microsoft.com/office/drawing/2014/main" id="{127F157B-26A5-9347-ADB3-5B543A06EB5F}"/>
                    </a:ext>
                  </a:extLst>
                </p:cNvPr>
                <p:cNvPicPr/>
                <p:nvPr/>
              </p:nvPicPr>
              <p:blipFill>
                <a:blip r:embed="rId647"/>
                <a:stretch>
                  <a:fillRect/>
                </a:stretch>
              </p:blipFill>
              <p:spPr>
                <a:xfrm>
                  <a:off x="3034620" y="5601968"/>
                  <a:ext cx="16920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8">
              <p14:nvContentPartPr>
                <p14:cNvPr id="390" name="Ink 389">
                  <a:extLst>
                    <a:ext uri="{FF2B5EF4-FFF2-40B4-BE49-F238E27FC236}">
                      <a16:creationId xmlns:a16="http://schemas.microsoft.com/office/drawing/2014/main" id="{384874C5-6DF8-CE59-022B-4441AE32B685}"/>
                    </a:ext>
                  </a:extLst>
                </p14:cNvPr>
                <p14:cNvContentPartPr/>
                <p14:nvPr/>
              </p14:nvContentPartPr>
              <p14:xfrm>
                <a:off x="3153420" y="5454008"/>
                <a:ext cx="114840" cy="266760"/>
              </p14:xfrm>
            </p:contentPart>
          </mc:Choice>
          <mc:Fallback xmlns="">
            <p:pic>
              <p:nvPicPr>
                <p:cNvPr id="390" name="Ink 389">
                  <a:extLst>
                    <a:ext uri="{FF2B5EF4-FFF2-40B4-BE49-F238E27FC236}">
                      <a16:creationId xmlns:a16="http://schemas.microsoft.com/office/drawing/2014/main" id="{384874C5-6DF8-CE59-022B-4441AE32B685}"/>
                    </a:ext>
                  </a:extLst>
                </p:cNvPr>
                <p:cNvPicPr/>
                <p:nvPr/>
              </p:nvPicPr>
              <p:blipFill>
                <a:blip r:embed="rId649"/>
                <a:stretch>
                  <a:fillRect/>
                </a:stretch>
              </p:blipFill>
              <p:spPr>
                <a:xfrm>
                  <a:off x="3144780" y="5445008"/>
                  <a:ext cx="132480" cy="28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0">
              <p14:nvContentPartPr>
                <p14:cNvPr id="392" name="Ink 391">
                  <a:extLst>
                    <a:ext uri="{FF2B5EF4-FFF2-40B4-BE49-F238E27FC236}">
                      <a16:creationId xmlns:a16="http://schemas.microsoft.com/office/drawing/2014/main" id="{256E78A2-A215-CD79-DFF0-BBF303DA672A}"/>
                    </a:ext>
                  </a:extLst>
                </p14:cNvPr>
                <p14:cNvContentPartPr/>
                <p14:nvPr/>
              </p14:nvContentPartPr>
              <p14:xfrm>
                <a:off x="3530700" y="5460128"/>
                <a:ext cx="55080" cy="214200"/>
              </p14:xfrm>
            </p:contentPart>
          </mc:Choice>
          <mc:Fallback xmlns="">
            <p:pic>
              <p:nvPicPr>
                <p:cNvPr id="392" name="Ink 391">
                  <a:extLst>
                    <a:ext uri="{FF2B5EF4-FFF2-40B4-BE49-F238E27FC236}">
                      <a16:creationId xmlns:a16="http://schemas.microsoft.com/office/drawing/2014/main" id="{256E78A2-A215-CD79-DFF0-BBF303DA672A}"/>
                    </a:ext>
                  </a:extLst>
                </p:cNvPr>
                <p:cNvPicPr/>
                <p:nvPr/>
              </p:nvPicPr>
              <p:blipFill>
                <a:blip r:embed="rId651"/>
                <a:stretch>
                  <a:fillRect/>
                </a:stretch>
              </p:blipFill>
              <p:spPr>
                <a:xfrm>
                  <a:off x="3522060" y="5451488"/>
                  <a:ext cx="7272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2">
              <p14:nvContentPartPr>
                <p14:cNvPr id="393" name="Ink 392">
                  <a:extLst>
                    <a:ext uri="{FF2B5EF4-FFF2-40B4-BE49-F238E27FC236}">
                      <a16:creationId xmlns:a16="http://schemas.microsoft.com/office/drawing/2014/main" id="{C9A31143-2DB9-2E92-7A5B-9F041DBCE57E}"/>
                    </a:ext>
                  </a:extLst>
                </p14:cNvPr>
                <p14:cNvContentPartPr/>
                <p14:nvPr/>
              </p14:nvContentPartPr>
              <p14:xfrm>
                <a:off x="3443220" y="5386328"/>
                <a:ext cx="257040" cy="145080"/>
              </p14:xfrm>
            </p:contentPart>
          </mc:Choice>
          <mc:Fallback xmlns="">
            <p:pic>
              <p:nvPicPr>
                <p:cNvPr id="393" name="Ink 392">
                  <a:extLst>
                    <a:ext uri="{FF2B5EF4-FFF2-40B4-BE49-F238E27FC236}">
                      <a16:creationId xmlns:a16="http://schemas.microsoft.com/office/drawing/2014/main" id="{C9A31143-2DB9-2E92-7A5B-9F041DBCE57E}"/>
                    </a:ext>
                  </a:extLst>
                </p:cNvPr>
                <p:cNvPicPr/>
                <p:nvPr/>
              </p:nvPicPr>
              <p:blipFill>
                <a:blip r:embed="rId653"/>
                <a:stretch>
                  <a:fillRect/>
                </a:stretch>
              </p:blipFill>
              <p:spPr>
                <a:xfrm>
                  <a:off x="3434220" y="5377688"/>
                  <a:ext cx="27468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4">
              <p14:nvContentPartPr>
                <p14:cNvPr id="394" name="Ink 393">
                  <a:extLst>
                    <a:ext uri="{FF2B5EF4-FFF2-40B4-BE49-F238E27FC236}">
                      <a16:creationId xmlns:a16="http://schemas.microsoft.com/office/drawing/2014/main" id="{4A367514-DC41-4F47-8A54-7F0B468BCE53}"/>
                    </a:ext>
                  </a:extLst>
                </p14:cNvPr>
                <p14:cNvContentPartPr/>
                <p14:nvPr/>
              </p14:nvContentPartPr>
              <p14:xfrm>
                <a:off x="3511980" y="5518088"/>
                <a:ext cx="167400" cy="38160"/>
              </p14:xfrm>
            </p:contentPart>
          </mc:Choice>
          <mc:Fallback xmlns="">
            <p:pic>
              <p:nvPicPr>
                <p:cNvPr id="394" name="Ink 393">
                  <a:extLst>
                    <a:ext uri="{FF2B5EF4-FFF2-40B4-BE49-F238E27FC236}">
                      <a16:creationId xmlns:a16="http://schemas.microsoft.com/office/drawing/2014/main" id="{4A367514-DC41-4F47-8A54-7F0B468BCE53}"/>
                    </a:ext>
                  </a:extLst>
                </p:cNvPr>
                <p:cNvPicPr/>
                <p:nvPr/>
              </p:nvPicPr>
              <p:blipFill>
                <a:blip r:embed="rId655"/>
                <a:stretch>
                  <a:fillRect/>
                </a:stretch>
              </p:blipFill>
              <p:spPr>
                <a:xfrm>
                  <a:off x="3502980" y="5509448"/>
                  <a:ext cx="18504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6">
              <p14:nvContentPartPr>
                <p14:cNvPr id="395" name="Ink 394">
                  <a:extLst>
                    <a:ext uri="{FF2B5EF4-FFF2-40B4-BE49-F238E27FC236}">
                      <a16:creationId xmlns:a16="http://schemas.microsoft.com/office/drawing/2014/main" id="{5037B8DD-AFB0-C7E1-8604-0D6897558A24}"/>
                    </a:ext>
                  </a:extLst>
                </p14:cNvPr>
                <p14:cNvContentPartPr/>
                <p14:nvPr/>
              </p14:nvContentPartPr>
              <p14:xfrm>
                <a:off x="3808620" y="5367248"/>
                <a:ext cx="93240" cy="336960"/>
              </p14:xfrm>
            </p:contentPart>
          </mc:Choice>
          <mc:Fallback xmlns="">
            <p:pic>
              <p:nvPicPr>
                <p:cNvPr id="395" name="Ink 394">
                  <a:extLst>
                    <a:ext uri="{FF2B5EF4-FFF2-40B4-BE49-F238E27FC236}">
                      <a16:creationId xmlns:a16="http://schemas.microsoft.com/office/drawing/2014/main" id="{5037B8DD-AFB0-C7E1-8604-0D6897558A24}"/>
                    </a:ext>
                  </a:extLst>
                </p:cNvPr>
                <p:cNvPicPr/>
                <p:nvPr/>
              </p:nvPicPr>
              <p:blipFill>
                <a:blip r:embed="rId657"/>
                <a:stretch>
                  <a:fillRect/>
                </a:stretch>
              </p:blipFill>
              <p:spPr>
                <a:xfrm>
                  <a:off x="3799980" y="5358608"/>
                  <a:ext cx="110880" cy="35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8">
              <p14:nvContentPartPr>
                <p14:cNvPr id="396" name="Ink 395">
                  <a:extLst>
                    <a:ext uri="{FF2B5EF4-FFF2-40B4-BE49-F238E27FC236}">
                      <a16:creationId xmlns:a16="http://schemas.microsoft.com/office/drawing/2014/main" id="{9E9D7B85-2D85-154D-5913-A82D6EDB87D4}"/>
                    </a:ext>
                  </a:extLst>
                </p14:cNvPr>
                <p14:cNvContentPartPr/>
                <p14:nvPr/>
              </p14:nvContentPartPr>
              <p14:xfrm>
                <a:off x="3982500" y="5416568"/>
                <a:ext cx="116280" cy="179280"/>
              </p14:xfrm>
            </p:contentPart>
          </mc:Choice>
          <mc:Fallback xmlns="">
            <p:pic>
              <p:nvPicPr>
                <p:cNvPr id="396" name="Ink 395">
                  <a:extLst>
                    <a:ext uri="{FF2B5EF4-FFF2-40B4-BE49-F238E27FC236}">
                      <a16:creationId xmlns:a16="http://schemas.microsoft.com/office/drawing/2014/main" id="{9E9D7B85-2D85-154D-5913-A82D6EDB87D4}"/>
                    </a:ext>
                  </a:extLst>
                </p:cNvPr>
                <p:cNvPicPr/>
                <p:nvPr/>
              </p:nvPicPr>
              <p:blipFill>
                <a:blip r:embed="rId659"/>
                <a:stretch>
                  <a:fillRect/>
                </a:stretch>
              </p:blipFill>
              <p:spPr>
                <a:xfrm>
                  <a:off x="3973500" y="5407928"/>
                  <a:ext cx="13392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0">
              <p14:nvContentPartPr>
                <p14:cNvPr id="397" name="Ink 396">
                  <a:extLst>
                    <a:ext uri="{FF2B5EF4-FFF2-40B4-BE49-F238E27FC236}">
                      <a16:creationId xmlns:a16="http://schemas.microsoft.com/office/drawing/2014/main" id="{D21CFABE-5067-2AE4-3278-319D7CA27275}"/>
                    </a:ext>
                  </a:extLst>
                </p14:cNvPr>
                <p14:cNvContentPartPr/>
                <p14:nvPr/>
              </p14:nvContentPartPr>
              <p14:xfrm>
                <a:off x="4175820" y="5384528"/>
                <a:ext cx="60840" cy="191520"/>
              </p14:xfrm>
            </p:contentPart>
          </mc:Choice>
          <mc:Fallback xmlns="">
            <p:pic>
              <p:nvPicPr>
                <p:cNvPr id="397" name="Ink 396">
                  <a:extLst>
                    <a:ext uri="{FF2B5EF4-FFF2-40B4-BE49-F238E27FC236}">
                      <a16:creationId xmlns:a16="http://schemas.microsoft.com/office/drawing/2014/main" id="{D21CFABE-5067-2AE4-3278-319D7CA27275}"/>
                    </a:ext>
                  </a:extLst>
                </p:cNvPr>
                <p:cNvPicPr/>
                <p:nvPr/>
              </p:nvPicPr>
              <p:blipFill>
                <a:blip r:embed="rId661"/>
                <a:stretch>
                  <a:fillRect/>
                </a:stretch>
              </p:blipFill>
              <p:spPr>
                <a:xfrm>
                  <a:off x="4166820" y="5375528"/>
                  <a:ext cx="7848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2">
              <p14:nvContentPartPr>
                <p14:cNvPr id="398" name="Ink 397">
                  <a:extLst>
                    <a:ext uri="{FF2B5EF4-FFF2-40B4-BE49-F238E27FC236}">
                      <a16:creationId xmlns:a16="http://schemas.microsoft.com/office/drawing/2014/main" id="{4FF5976E-41EB-1FF1-83E3-690A7FE44F08}"/>
                    </a:ext>
                  </a:extLst>
                </p14:cNvPr>
                <p14:cNvContentPartPr/>
                <p14:nvPr/>
              </p14:nvContentPartPr>
              <p14:xfrm>
                <a:off x="4306500" y="5379848"/>
                <a:ext cx="65160" cy="185760"/>
              </p14:xfrm>
            </p:contentPart>
          </mc:Choice>
          <mc:Fallback xmlns="">
            <p:pic>
              <p:nvPicPr>
                <p:cNvPr id="398" name="Ink 397">
                  <a:extLst>
                    <a:ext uri="{FF2B5EF4-FFF2-40B4-BE49-F238E27FC236}">
                      <a16:creationId xmlns:a16="http://schemas.microsoft.com/office/drawing/2014/main" id="{4FF5976E-41EB-1FF1-83E3-690A7FE44F08}"/>
                    </a:ext>
                  </a:extLst>
                </p:cNvPr>
                <p:cNvPicPr/>
                <p:nvPr/>
              </p:nvPicPr>
              <p:blipFill>
                <a:blip r:embed="rId663"/>
                <a:stretch>
                  <a:fillRect/>
                </a:stretch>
              </p:blipFill>
              <p:spPr>
                <a:xfrm>
                  <a:off x="4297860" y="5370848"/>
                  <a:ext cx="8280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4">
              <p14:nvContentPartPr>
                <p14:cNvPr id="399" name="Ink 398">
                  <a:extLst>
                    <a:ext uri="{FF2B5EF4-FFF2-40B4-BE49-F238E27FC236}">
                      <a16:creationId xmlns:a16="http://schemas.microsoft.com/office/drawing/2014/main" id="{CD1A461E-F9CC-FE67-3623-CF7AA09930E7}"/>
                    </a:ext>
                  </a:extLst>
                </p14:cNvPr>
                <p14:cNvContentPartPr/>
                <p14:nvPr/>
              </p14:nvContentPartPr>
              <p14:xfrm>
                <a:off x="4279860" y="5470568"/>
                <a:ext cx="95040" cy="18360"/>
              </p14:xfrm>
            </p:contentPart>
          </mc:Choice>
          <mc:Fallback xmlns="">
            <p:pic>
              <p:nvPicPr>
                <p:cNvPr id="399" name="Ink 398">
                  <a:extLst>
                    <a:ext uri="{FF2B5EF4-FFF2-40B4-BE49-F238E27FC236}">
                      <a16:creationId xmlns:a16="http://schemas.microsoft.com/office/drawing/2014/main" id="{CD1A461E-F9CC-FE67-3623-CF7AA09930E7}"/>
                    </a:ext>
                  </a:extLst>
                </p:cNvPr>
                <p:cNvPicPr/>
                <p:nvPr/>
              </p:nvPicPr>
              <p:blipFill>
                <a:blip r:embed="rId665"/>
                <a:stretch>
                  <a:fillRect/>
                </a:stretch>
              </p:blipFill>
              <p:spPr>
                <a:xfrm>
                  <a:off x="4270860" y="5461928"/>
                  <a:ext cx="11268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6">
              <p14:nvContentPartPr>
                <p14:cNvPr id="400" name="Ink 399">
                  <a:extLst>
                    <a:ext uri="{FF2B5EF4-FFF2-40B4-BE49-F238E27FC236}">
                      <a16:creationId xmlns:a16="http://schemas.microsoft.com/office/drawing/2014/main" id="{7F5971CC-2479-CCCF-D1E2-9A7E655F3BE6}"/>
                    </a:ext>
                  </a:extLst>
                </p14:cNvPr>
                <p14:cNvContentPartPr/>
                <p14:nvPr/>
              </p14:nvContentPartPr>
              <p14:xfrm>
                <a:off x="4451940" y="5462288"/>
                <a:ext cx="88920" cy="12960"/>
              </p14:xfrm>
            </p:contentPart>
          </mc:Choice>
          <mc:Fallback xmlns="">
            <p:pic>
              <p:nvPicPr>
                <p:cNvPr id="400" name="Ink 399">
                  <a:extLst>
                    <a:ext uri="{FF2B5EF4-FFF2-40B4-BE49-F238E27FC236}">
                      <a16:creationId xmlns:a16="http://schemas.microsoft.com/office/drawing/2014/main" id="{7F5971CC-2479-CCCF-D1E2-9A7E655F3BE6}"/>
                    </a:ext>
                  </a:extLst>
                </p:cNvPr>
                <p:cNvPicPr/>
                <p:nvPr/>
              </p:nvPicPr>
              <p:blipFill>
                <a:blip r:embed="rId667"/>
                <a:stretch>
                  <a:fillRect/>
                </a:stretch>
              </p:blipFill>
              <p:spPr>
                <a:xfrm>
                  <a:off x="4443300" y="5453288"/>
                  <a:ext cx="10656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8">
              <p14:nvContentPartPr>
                <p14:cNvPr id="402" name="Ink 401">
                  <a:extLst>
                    <a:ext uri="{FF2B5EF4-FFF2-40B4-BE49-F238E27FC236}">
                      <a16:creationId xmlns:a16="http://schemas.microsoft.com/office/drawing/2014/main" id="{5945F243-0A6F-B3D6-962A-411B17BCDB09}"/>
                    </a:ext>
                  </a:extLst>
                </p14:cNvPr>
                <p14:cNvContentPartPr/>
                <p14:nvPr/>
              </p14:nvContentPartPr>
              <p14:xfrm>
                <a:off x="4603140" y="5434208"/>
                <a:ext cx="106560" cy="64440"/>
              </p14:xfrm>
            </p:contentPart>
          </mc:Choice>
          <mc:Fallback xmlns="">
            <p:pic>
              <p:nvPicPr>
                <p:cNvPr id="402" name="Ink 401">
                  <a:extLst>
                    <a:ext uri="{FF2B5EF4-FFF2-40B4-BE49-F238E27FC236}">
                      <a16:creationId xmlns:a16="http://schemas.microsoft.com/office/drawing/2014/main" id="{5945F243-0A6F-B3D6-962A-411B17BCDB09}"/>
                    </a:ext>
                  </a:extLst>
                </p:cNvPr>
                <p:cNvPicPr/>
                <p:nvPr/>
              </p:nvPicPr>
              <p:blipFill>
                <a:blip r:embed="rId669"/>
                <a:stretch>
                  <a:fillRect/>
                </a:stretch>
              </p:blipFill>
              <p:spPr>
                <a:xfrm>
                  <a:off x="4594140" y="5425568"/>
                  <a:ext cx="12420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0">
              <p14:nvContentPartPr>
                <p14:cNvPr id="403" name="Ink 402">
                  <a:extLst>
                    <a:ext uri="{FF2B5EF4-FFF2-40B4-BE49-F238E27FC236}">
                      <a16:creationId xmlns:a16="http://schemas.microsoft.com/office/drawing/2014/main" id="{DFBD5095-B05E-5D6C-D636-18FA8C4FC3A6}"/>
                    </a:ext>
                  </a:extLst>
                </p14:cNvPr>
                <p14:cNvContentPartPr/>
                <p14:nvPr/>
              </p14:nvContentPartPr>
              <p14:xfrm>
                <a:off x="4784940" y="5376968"/>
                <a:ext cx="50400" cy="117360"/>
              </p14:xfrm>
            </p:contentPart>
          </mc:Choice>
          <mc:Fallback xmlns="">
            <p:pic>
              <p:nvPicPr>
                <p:cNvPr id="403" name="Ink 402">
                  <a:extLst>
                    <a:ext uri="{FF2B5EF4-FFF2-40B4-BE49-F238E27FC236}">
                      <a16:creationId xmlns:a16="http://schemas.microsoft.com/office/drawing/2014/main" id="{DFBD5095-B05E-5D6C-D636-18FA8C4FC3A6}"/>
                    </a:ext>
                  </a:extLst>
                </p:cNvPr>
                <p:cNvPicPr/>
                <p:nvPr/>
              </p:nvPicPr>
              <p:blipFill>
                <a:blip r:embed="rId671"/>
                <a:stretch>
                  <a:fillRect/>
                </a:stretch>
              </p:blipFill>
              <p:spPr>
                <a:xfrm>
                  <a:off x="4775940" y="5368328"/>
                  <a:ext cx="6804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2">
              <p14:nvContentPartPr>
                <p14:cNvPr id="404" name="Ink 403">
                  <a:extLst>
                    <a:ext uri="{FF2B5EF4-FFF2-40B4-BE49-F238E27FC236}">
                      <a16:creationId xmlns:a16="http://schemas.microsoft.com/office/drawing/2014/main" id="{A636CCD5-22E2-E4EA-3873-214B98E06FD0}"/>
                    </a:ext>
                  </a:extLst>
                </p14:cNvPr>
                <p14:cNvContentPartPr/>
                <p14:nvPr/>
              </p14:nvContentPartPr>
              <p14:xfrm>
                <a:off x="4615020" y="5326568"/>
                <a:ext cx="248400" cy="20160"/>
              </p14:xfrm>
            </p:contentPart>
          </mc:Choice>
          <mc:Fallback xmlns="">
            <p:pic>
              <p:nvPicPr>
                <p:cNvPr id="404" name="Ink 403">
                  <a:extLst>
                    <a:ext uri="{FF2B5EF4-FFF2-40B4-BE49-F238E27FC236}">
                      <a16:creationId xmlns:a16="http://schemas.microsoft.com/office/drawing/2014/main" id="{A636CCD5-22E2-E4EA-3873-214B98E06FD0}"/>
                    </a:ext>
                  </a:extLst>
                </p:cNvPr>
                <p:cNvPicPr/>
                <p:nvPr/>
              </p:nvPicPr>
              <p:blipFill>
                <a:blip r:embed="rId673"/>
                <a:stretch>
                  <a:fillRect/>
                </a:stretch>
              </p:blipFill>
              <p:spPr>
                <a:xfrm>
                  <a:off x="4606020" y="5317928"/>
                  <a:ext cx="26604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4">
              <p14:nvContentPartPr>
                <p14:cNvPr id="405" name="Ink 404">
                  <a:extLst>
                    <a:ext uri="{FF2B5EF4-FFF2-40B4-BE49-F238E27FC236}">
                      <a16:creationId xmlns:a16="http://schemas.microsoft.com/office/drawing/2014/main" id="{5CEE06F9-CCAC-F943-653C-3ACEEC3D72CC}"/>
                    </a:ext>
                  </a:extLst>
                </p14:cNvPr>
                <p14:cNvContentPartPr/>
                <p14:nvPr/>
              </p14:nvContentPartPr>
              <p14:xfrm>
                <a:off x="4852260" y="5257448"/>
                <a:ext cx="141840" cy="277560"/>
              </p14:xfrm>
            </p:contentPart>
          </mc:Choice>
          <mc:Fallback xmlns="">
            <p:pic>
              <p:nvPicPr>
                <p:cNvPr id="405" name="Ink 404">
                  <a:extLst>
                    <a:ext uri="{FF2B5EF4-FFF2-40B4-BE49-F238E27FC236}">
                      <a16:creationId xmlns:a16="http://schemas.microsoft.com/office/drawing/2014/main" id="{5CEE06F9-CCAC-F943-653C-3ACEEC3D72CC}"/>
                    </a:ext>
                  </a:extLst>
                </p:cNvPr>
                <p:cNvPicPr/>
                <p:nvPr/>
              </p:nvPicPr>
              <p:blipFill>
                <a:blip r:embed="rId675"/>
                <a:stretch>
                  <a:fillRect/>
                </a:stretch>
              </p:blipFill>
              <p:spPr>
                <a:xfrm>
                  <a:off x="4843620" y="5248808"/>
                  <a:ext cx="159480" cy="29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6">
              <p14:nvContentPartPr>
                <p14:cNvPr id="406" name="Ink 405">
                  <a:extLst>
                    <a:ext uri="{FF2B5EF4-FFF2-40B4-BE49-F238E27FC236}">
                      <a16:creationId xmlns:a16="http://schemas.microsoft.com/office/drawing/2014/main" id="{135C78A4-37E3-489B-EDB7-24A20942B89B}"/>
                    </a:ext>
                  </a:extLst>
                </p14:cNvPr>
                <p14:cNvContentPartPr/>
                <p14:nvPr/>
              </p14:nvContentPartPr>
              <p14:xfrm>
                <a:off x="5023620" y="5210648"/>
                <a:ext cx="114120" cy="342720"/>
              </p14:xfrm>
            </p:contentPart>
          </mc:Choice>
          <mc:Fallback xmlns="">
            <p:pic>
              <p:nvPicPr>
                <p:cNvPr id="406" name="Ink 405">
                  <a:extLst>
                    <a:ext uri="{FF2B5EF4-FFF2-40B4-BE49-F238E27FC236}">
                      <a16:creationId xmlns:a16="http://schemas.microsoft.com/office/drawing/2014/main" id="{135C78A4-37E3-489B-EDB7-24A20942B89B}"/>
                    </a:ext>
                  </a:extLst>
                </p:cNvPr>
                <p:cNvPicPr/>
                <p:nvPr/>
              </p:nvPicPr>
              <p:blipFill>
                <a:blip r:embed="rId677"/>
                <a:stretch>
                  <a:fillRect/>
                </a:stretch>
              </p:blipFill>
              <p:spPr>
                <a:xfrm>
                  <a:off x="5014620" y="5202008"/>
                  <a:ext cx="131760" cy="360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9" name="Group 418">
            <a:extLst>
              <a:ext uri="{FF2B5EF4-FFF2-40B4-BE49-F238E27FC236}">
                <a16:creationId xmlns:a16="http://schemas.microsoft.com/office/drawing/2014/main" id="{C86E0F98-7C8A-9E46-BF04-5E9565F692A0}"/>
              </a:ext>
            </a:extLst>
          </p:cNvPr>
          <p:cNvGrpSpPr/>
          <p:nvPr/>
        </p:nvGrpSpPr>
        <p:grpSpPr>
          <a:xfrm>
            <a:off x="2177100" y="5958728"/>
            <a:ext cx="1193400" cy="417240"/>
            <a:chOff x="2177100" y="5958728"/>
            <a:chExt cx="1193400" cy="417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78">
              <p14:nvContentPartPr>
                <p14:cNvPr id="408" name="Ink 407">
                  <a:extLst>
                    <a:ext uri="{FF2B5EF4-FFF2-40B4-BE49-F238E27FC236}">
                      <a16:creationId xmlns:a16="http://schemas.microsoft.com/office/drawing/2014/main" id="{975C356F-D1B6-DDDC-2F50-E2CF7569E187}"/>
                    </a:ext>
                  </a:extLst>
                </p14:cNvPr>
                <p14:cNvContentPartPr/>
                <p14:nvPr/>
              </p14:nvContentPartPr>
              <p14:xfrm>
                <a:off x="2177100" y="6229088"/>
                <a:ext cx="113400" cy="22320"/>
              </p14:xfrm>
            </p:contentPart>
          </mc:Choice>
          <mc:Fallback xmlns="">
            <p:pic>
              <p:nvPicPr>
                <p:cNvPr id="408" name="Ink 407">
                  <a:extLst>
                    <a:ext uri="{FF2B5EF4-FFF2-40B4-BE49-F238E27FC236}">
                      <a16:creationId xmlns:a16="http://schemas.microsoft.com/office/drawing/2014/main" id="{975C356F-D1B6-DDDC-2F50-E2CF7569E187}"/>
                    </a:ext>
                  </a:extLst>
                </p:cNvPr>
                <p:cNvPicPr/>
                <p:nvPr/>
              </p:nvPicPr>
              <p:blipFill>
                <a:blip r:embed="rId679"/>
                <a:stretch>
                  <a:fillRect/>
                </a:stretch>
              </p:blipFill>
              <p:spPr>
                <a:xfrm>
                  <a:off x="2168460" y="6220448"/>
                  <a:ext cx="13104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0">
              <p14:nvContentPartPr>
                <p14:cNvPr id="409" name="Ink 408">
                  <a:extLst>
                    <a:ext uri="{FF2B5EF4-FFF2-40B4-BE49-F238E27FC236}">
                      <a16:creationId xmlns:a16="http://schemas.microsoft.com/office/drawing/2014/main" id="{000C2C66-665C-C923-B2F3-D00A4BF2A401}"/>
                    </a:ext>
                  </a:extLst>
                </p14:cNvPr>
                <p14:cNvContentPartPr/>
                <p14:nvPr/>
              </p14:nvContentPartPr>
              <p14:xfrm>
                <a:off x="2196900" y="6187328"/>
                <a:ext cx="73800" cy="5760"/>
              </p14:xfrm>
            </p:contentPart>
          </mc:Choice>
          <mc:Fallback xmlns="">
            <p:pic>
              <p:nvPicPr>
                <p:cNvPr id="409" name="Ink 408">
                  <a:extLst>
                    <a:ext uri="{FF2B5EF4-FFF2-40B4-BE49-F238E27FC236}">
                      <a16:creationId xmlns:a16="http://schemas.microsoft.com/office/drawing/2014/main" id="{000C2C66-665C-C923-B2F3-D00A4BF2A401}"/>
                    </a:ext>
                  </a:extLst>
                </p:cNvPr>
                <p:cNvPicPr/>
                <p:nvPr/>
              </p:nvPicPr>
              <p:blipFill>
                <a:blip r:embed="rId681"/>
                <a:stretch>
                  <a:fillRect/>
                </a:stretch>
              </p:blipFill>
              <p:spPr>
                <a:xfrm>
                  <a:off x="2188260" y="6178688"/>
                  <a:ext cx="914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2">
              <p14:nvContentPartPr>
                <p14:cNvPr id="411" name="Ink 410">
                  <a:extLst>
                    <a:ext uri="{FF2B5EF4-FFF2-40B4-BE49-F238E27FC236}">
                      <a16:creationId xmlns:a16="http://schemas.microsoft.com/office/drawing/2014/main" id="{F6CC6A1B-6DFD-8696-86D6-54AC2122FD4E}"/>
                    </a:ext>
                  </a:extLst>
                </p14:cNvPr>
                <p14:cNvContentPartPr/>
                <p14:nvPr/>
              </p14:nvContentPartPr>
              <p14:xfrm>
                <a:off x="2426580" y="6010928"/>
                <a:ext cx="295560" cy="207720"/>
              </p14:xfrm>
            </p:contentPart>
          </mc:Choice>
          <mc:Fallback xmlns="">
            <p:pic>
              <p:nvPicPr>
                <p:cNvPr id="411" name="Ink 410">
                  <a:extLst>
                    <a:ext uri="{FF2B5EF4-FFF2-40B4-BE49-F238E27FC236}">
                      <a16:creationId xmlns:a16="http://schemas.microsoft.com/office/drawing/2014/main" id="{F6CC6A1B-6DFD-8696-86D6-54AC2122FD4E}"/>
                    </a:ext>
                  </a:extLst>
                </p:cNvPr>
                <p:cNvPicPr/>
                <p:nvPr/>
              </p:nvPicPr>
              <p:blipFill>
                <a:blip r:embed="rId683"/>
                <a:stretch>
                  <a:fillRect/>
                </a:stretch>
              </p:blipFill>
              <p:spPr>
                <a:xfrm>
                  <a:off x="2417580" y="6001928"/>
                  <a:ext cx="31320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4">
              <p14:nvContentPartPr>
                <p14:cNvPr id="412" name="Ink 411">
                  <a:extLst>
                    <a:ext uri="{FF2B5EF4-FFF2-40B4-BE49-F238E27FC236}">
                      <a16:creationId xmlns:a16="http://schemas.microsoft.com/office/drawing/2014/main" id="{D29D0D13-0480-E1C0-18C7-685964EA1335}"/>
                    </a:ext>
                  </a:extLst>
                </p14:cNvPr>
                <p14:cNvContentPartPr/>
                <p14:nvPr/>
              </p14:nvContentPartPr>
              <p14:xfrm>
                <a:off x="2493900" y="6312248"/>
                <a:ext cx="131400" cy="63720"/>
              </p14:xfrm>
            </p:contentPart>
          </mc:Choice>
          <mc:Fallback xmlns="">
            <p:pic>
              <p:nvPicPr>
                <p:cNvPr id="412" name="Ink 411">
                  <a:extLst>
                    <a:ext uri="{FF2B5EF4-FFF2-40B4-BE49-F238E27FC236}">
                      <a16:creationId xmlns:a16="http://schemas.microsoft.com/office/drawing/2014/main" id="{D29D0D13-0480-E1C0-18C7-685964EA1335}"/>
                    </a:ext>
                  </a:extLst>
                </p:cNvPr>
                <p:cNvPicPr/>
                <p:nvPr/>
              </p:nvPicPr>
              <p:blipFill>
                <a:blip r:embed="rId685"/>
                <a:stretch>
                  <a:fillRect/>
                </a:stretch>
              </p:blipFill>
              <p:spPr>
                <a:xfrm>
                  <a:off x="2485260" y="6303608"/>
                  <a:ext cx="14904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6">
              <p14:nvContentPartPr>
                <p14:cNvPr id="414" name="Ink 413">
                  <a:extLst>
                    <a:ext uri="{FF2B5EF4-FFF2-40B4-BE49-F238E27FC236}">
                      <a16:creationId xmlns:a16="http://schemas.microsoft.com/office/drawing/2014/main" id="{363B9549-59D8-428B-6870-0DF03739EF7D}"/>
                    </a:ext>
                  </a:extLst>
                </p14:cNvPr>
                <p14:cNvContentPartPr/>
                <p14:nvPr/>
              </p14:nvContentPartPr>
              <p14:xfrm>
                <a:off x="2820780" y="6088688"/>
                <a:ext cx="131760" cy="92880"/>
              </p14:xfrm>
            </p:contentPart>
          </mc:Choice>
          <mc:Fallback xmlns="">
            <p:pic>
              <p:nvPicPr>
                <p:cNvPr id="414" name="Ink 413">
                  <a:extLst>
                    <a:ext uri="{FF2B5EF4-FFF2-40B4-BE49-F238E27FC236}">
                      <a16:creationId xmlns:a16="http://schemas.microsoft.com/office/drawing/2014/main" id="{363B9549-59D8-428B-6870-0DF03739EF7D}"/>
                    </a:ext>
                  </a:extLst>
                </p:cNvPr>
                <p:cNvPicPr/>
                <p:nvPr/>
              </p:nvPicPr>
              <p:blipFill>
                <a:blip r:embed="rId687"/>
                <a:stretch>
                  <a:fillRect/>
                </a:stretch>
              </p:blipFill>
              <p:spPr>
                <a:xfrm>
                  <a:off x="2812140" y="6079688"/>
                  <a:ext cx="14940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8">
              <p14:nvContentPartPr>
                <p14:cNvPr id="415" name="Ink 414">
                  <a:extLst>
                    <a:ext uri="{FF2B5EF4-FFF2-40B4-BE49-F238E27FC236}">
                      <a16:creationId xmlns:a16="http://schemas.microsoft.com/office/drawing/2014/main" id="{1857C13A-22C7-3562-0DC8-8DF4274D674A}"/>
                    </a:ext>
                  </a:extLst>
                </p14:cNvPr>
                <p14:cNvContentPartPr/>
                <p14:nvPr/>
              </p14:nvContentPartPr>
              <p14:xfrm>
                <a:off x="2860740" y="6104528"/>
                <a:ext cx="74880" cy="93600"/>
              </p14:xfrm>
            </p:contentPart>
          </mc:Choice>
          <mc:Fallback xmlns="">
            <p:pic>
              <p:nvPicPr>
                <p:cNvPr id="415" name="Ink 414">
                  <a:extLst>
                    <a:ext uri="{FF2B5EF4-FFF2-40B4-BE49-F238E27FC236}">
                      <a16:creationId xmlns:a16="http://schemas.microsoft.com/office/drawing/2014/main" id="{1857C13A-22C7-3562-0DC8-8DF4274D674A}"/>
                    </a:ext>
                  </a:extLst>
                </p:cNvPr>
                <p:cNvPicPr/>
                <p:nvPr/>
              </p:nvPicPr>
              <p:blipFill>
                <a:blip r:embed="rId689"/>
                <a:stretch>
                  <a:fillRect/>
                </a:stretch>
              </p:blipFill>
              <p:spPr>
                <a:xfrm>
                  <a:off x="2851740" y="6095528"/>
                  <a:ext cx="9252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0">
              <p14:nvContentPartPr>
                <p14:cNvPr id="416" name="Ink 415">
                  <a:extLst>
                    <a:ext uri="{FF2B5EF4-FFF2-40B4-BE49-F238E27FC236}">
                      <a16:creationId xmlns:a16="http://schemas.microsoft.com/office/drawing/2014/main" id="{E3068211-C121-4678-58B4-2B6CF436E8AF}"/>
                    </a:ext>
                  </a:extLst>
                </p14:cNvPr>
                <p14:cNvContentPartPr/>
                <p14:nvPr/>
              </p14:nvContentPartPr>
              <p14:xfrm>
                <a:off x="2997180" y="5974568"/>
                <a:ext cx="123840" cy="261720"/>
              </p14:xfrm>
            </p:contentPart>
          </mc:Choice>
          <mc:Fallback xmlns="">
            <p:pic>
              <p:nvPicPr>
                <p:cNvPr id="416" name="Ink 415">
                  <a:extLst>
                    <a:ext uri="{FF2B5EF4-FFF2-40B4-BE49-F238E27FC236}">
                      <a16:creationId xmlns:a16="http://schemas.microsoft.com/office/drawing/2014/main" id="{E3068211-C121-4678-58B4-2B6CF436E8AF}"/>
                    </a:ext>
                  </a:extLst>
                </p:cNvPr>
                <p:cNvPicPr/>
                <p:nvPr/>
              </p:nvPicPr>
              <p:blipFill>
                <a:blip r:embed="rId691"/>
                <a:stretch>
                  <a:fillRect/>
                </a:stretch>
              </p:blipFill>
              <p:spPr>
                <a:xfrm>
                  <a:off x="2988540" y="5965928"/>
                  <a:ext cx="14148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2">
              <p14:nvContentPartPr>
                <p14:cNvPr id="417" name="Ink 416">
                  <a:extLst>
                    <a:ext uri="{FF2B5EF4-FFF2-40B4-BE49-F238E27FC236}">
                      <a16:creationId xmlns:a16="http://schemas.microsoft.com/office/drawing/2014/main" id="{390AAFC7-0AEA-A1A8-B40E-6BD3097A231F}"/>
                    </a:ext>
                  </a:extLst>
                </p14:cNvPr>
                <p14:cNvContentPartPr/>
                <p14:nvPr/>
              </p14:nvContentPartPr>
              <p14:xfrm>
                <a:off x="3117060" y="6124688"/>
                <a:ext cx="145800" cy="61920"/>
              </p14:xfrm>
            </p:contentPart>
          </mc:Choice>
          <mc:Fallback xmlns="">
            <p:pic>
              <p:nvPicPr>
                <p:cNvPr id="417" name="Ink 416">
                  <a:extLst>
                    <a:ext uri="{FF2B5EF4-FFF2-40B4-BE49-F238E27FC236}">
                      <a16:creationId xmlns:a16="http://schemas.microsoft.com/office/drawing/2014/main" id="{390AAFC7-0AEA-A1A8-B40E-6BD3097A231F}"/>
                    </a:ext>
                  </a:extLst>
                </p:cNvPr>
                <p:cNvPicPr/>
                <p:nvPr/>
              </p:nvPicPr>
              <p:blipFill>
                <a:blip r:embed="rId693"/>
                <a:stretch>
                  <a:fillRect/>
                </a:stretch>
              </p:blipFill>
              <p:spPr>
                <a:xfrm>
                  <a:off x="3108420" y="6115688"/>
                  <a:ext cx="16344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4">
              <p14:nvContentPartPr>
                <p14:cNvPr id="418" name="Ink 417">
                  <a:extLst>
                    <a:ext uri="{FF2B5EF4-FFF2-40B4-BE49-F238E27FC236}">
                      <a16:creationId xmlns:a16="http://schemas.microsoft.com/office/drawing/2014/main" id="{D8C7739E-D064-9A0F-2105-967B21F90DFC}"/>
                    </a:ext>
                  </a:extLst>
                </p14:cNvPr>
                <p14:cNvContentPartPr/>
                <p14:nvPr/>
              </p14:nvContentPartPr>
              <p14:xfrm>
                <a:off x="3236580" y="5958728"/>
                <a:ext cx="133920" cy="260280"/>
              </p14:xfrm>
            </p:contentPart>
          </mc:Choice>
          <mc:Fallback xmlns="">
            <p:pic>
              <p:nvPicPr>
                <p:cNvPr id="418" name="Ink 417">
                  <a:extLst>
                    <a:ext uri="{FF2B5EF4-FFF2-40B4-BE49-F238E27FC236}">
                      <a16:creationId xmlns:a16="http://schemas.microsoft.com/office/drawing/2014/main" id="{D8C7739E-D064-9A0F-2105-967B21F90DFC}"/>
                    </a:ext>
                  </a:extLst>
                </p:cNvPr>
                <p:cNvPicPr/>
                <p:nvPr/>
              </p:nvPicPr>
              <p:blipFill>
                <a:blip r:embed="rId695"/>
                <a:stretch>
                  <a:fillRect/>
                </a:stretch>
              </p:blipFill>
              <p:spPr>
                <a:xfrm>
                  <a:off x="3227940" y="5950088"/>
                  <a:ext cx="151560" cy="277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8" name="Group 427">
            <a:extLst>
              <a:ext uri="{FF2B5EF4-FFF2-40B4-BE49-F238E27FC236}">
                <a16:creationId xmlns:a16="http://schemas.microsoft.com/office/drawing/2014/main" id="{8C149B6B-99C4-8C18-6B9D-CD3892DF8F50}"/>
              </a:ext>
            </a:extLst>
          </p:cNvPr>
          <p:cNvGrpSpPr/>
          <p:nvPr/>
        </p:nvGrpSpPr>
        <p:grpSpPr>
          <a:xfrm>
            <a:off x="3500460" y="5787008"/>
            <a:ext cx="1106280" cy="411840"/>
            <a:chOff x="3500460" y="5787008"/>
            <a:chExt cx="1106280" cy="411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96">
              <p14:nvContentPartPr>
                <p14:cNvPr id="420" name="Ink 419">
                  <a:extLst>
                    <a:ext uri="{FF2B5EF4-FFF2-40B4-BE49-F238E27FC236}">
                      <a16:creationId xmlns:a16="http://schemas.microsoft.com/office/drawing/2014/main" id="{4A3A45BF-2248-573F-A7EF-3042AB3B3C3C}"/>
                    </a:ext>
                  </a:extLst>
                </p14:cNvPr>
                <p14:cNvContentPartPr/>
                <p14:nvPr/>
              </p14:nvContentPartPr>
              <p14:xfrm>
                <a:off x="3500460" y="6068168"/>
                <a:ext cx="177840" cy="130680"/>
              </p14:xfrm>
            </p:contentPart>
          </mc:Choice>
          <mc:Fallback xmlns="">
            <p:pic>
              <p:nvPicPr>
                <p:cNvPr id="420" name="Ink 419">
                  <a:extLst>
                    <a:ext uri="{FF2B5EF4-FFF2-40B4-BE49-F238E27FC236}">
                      <a16:creationId xmlns:a16="http://schemas.microsoft.com/office/drawing/2014/main" id="{4A3A45BF-2248-573F-A7EF-3042AB3B3C3C}"/>
                    </a:ext>
                  </a:extLst>
                </p:cNvPr>
                <p:cNvPicPr/>
                <p:nvPr/>
              </p:nvPicPr>
              <p:blipFill>
                <a:blip r:embed="rId697"/>
                <a:stretch>
                  <a:fillRect/>
                </a:stretch>
              </p:blipFill>
              <p:spPr>
                <a:xfrm>
                  <a:off x="3491820" y="6059528"/>
                  <a:ext cx="19548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8">
              <p14:nvContentPartPr>
                <p14:cNvPr id="421" name="Ink 420">
                  <a:extLst>
                    <a:ext uri="{FF2B5EF4-FFF2-40B4-BE49-F238E27FC236}">
                      <a16:creationId xmlns:a16="http://schemas.microsoft.com/office/drawing/2014/main" id="{737F5CF7-7528-35E3-5131-3E667410CED6}"/>
                    </a:ext>
                  </a:extLst>
                </p14:cNvPr>
                <p14:cNvContentPartPr/>
                <p14:nvPr/>
              </p14:nvContentPartPr>
              <p14:xfrm>
                <a:off x="3686580" y="5974568"/>
                <a:ext cx="122040" cy="15120"/>
              </p14:xfrm>
            </p:contentPart>
          </mc:Choice>
          <mc:Fallback xmlns="">
            <p:pic>
              <p:nvPicPr>
                <p:cNvPr id="421" name="Ink 420">
                  <a:extLst>
                    <a:ext uri="{FF2B5EF4-FFF2-40B4-BE49-F238E27FC236}">
                      <a16:creationId xmlns:a16="http://schemas.microsoft.com/office/drawing/2014/main" id="{737F5CF7-7528-35E3-5131-3E667410CED6}"/>
                    </a:ext>
                  </a:extLst>
                </p:cNvPr>
                <p:cNvPicPr/>
                <p:nvPr/>
              </p:nvPicPr>
              <p:blipFill>
                <a:blip r:embed="rId699"/>
                <a:stretch>
                  <a:fillRect/>
                </a:stretch>
              </p:blipFill>
              <p:spPr>
                <a:xfrm>
                  <a:off x="3677580" y="5965928"/>
                  <a:ext cx="13968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0">
              <p14:nvContentPartPr>
                <p14:cNvPr id="422" name="Ink 421">
                  <a:extLst>
                    <a:ext uri="{FF2B5EF4-FFF2-40B4-BE49-F238E27FC236}">
                      <a16:creationId xmlns:a16="http://schemas.microsoft.com/office/drawing/2014/main" id="{20567A94-F1BF-8809-927B-64CD73936776}"/>
                    </a:ext>
                  </a:extLst>
                </p14:cNvPr>
                <p14:cNvContentPartPr/>
                <p14:nvPr/>
              </p14:nvContentPartPr>
              <p14:xfrm>
                <a:off x="3878100" y="5937848"/>
                <a:ext cx="120600" cy="162720"/>
              </p14:xfrm>
            </p:contentPart>
          </mc:Choice>
          <mc:Fallback xmlns="">
            <p:pic>
              <p:nvPicPr>
                <p:cNvPr id="422" name="Ink 421">
                  <a:extLst>
                    <a:ext uri="{FF2B5EF4-FFF2-40B4-BE49-F238E27FC236}">
                      <a16:creationId xmlns:a16="http://schemas.microsoft.com/office/drawing/2014/main" id="{20567A94-F1BF-8809-927B-64CD73936776}"/>
                    </a:ext>
                  </a:extLst>
                </p:cNvPr>
                <p:cNvPicPr/>
                <p:nvPr/>
              </p:nvPicPr>
              <p:blipFill>
                <a:blip r:embed="rId701"/>
                <a:stretch>
                  <a:fillRect/>
                </a:stretch>
              </p:blipFill>
              <p:spPr>
                <a:xfrm>
                  <a:off x="3869100" y="5928848"/>
                  <a:ext cx="13824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2">
              <p14:nvContentPartPr>
                <p14:cNvPr id="423" name="Ink 422">
                  <a:extLst>
                    <a:ext uri="{FF2B5EF4-FFF2-40B4-BE49-F238E27FC236}">
                      <a16:creationId xmlns:a16="http://schemas.microsoft.com/office/drawing/2014/main" id="{F8DD8159-B7D8-6523-5EF6-6A923B9B2125}"/>
                    </a:ext>
                  </a:extLst>
                </p14:cNvPr>
                <p14:cNvContentPartPr/>
                <p14:nvPr/>
              </p14:nvContentPartPr>
              <p14:xfrm>
                <a:off x="3891060" y="5841728"/>
                <a:ext cx="6480" cy="8640"/>
              </p14:xfrm>
            </p:contentPart>
          </mc:Choice>
          <mc:Fallback xmlns="">
            <p:pic>
              <p:nvPicPr>
                <p:cNvPr id="423" name="Ink 422">
                  <a:extLst>
                    <a:ext uri="{FF2B5EF4-FFF2-40B4-BE49-F238E27FC236}">
                      <a16:creationId xmlns:a16="http://schemas.microsoft.com/office/drawing/2014/main" id="{F8DD8159-B7D8-6523-5EF6-6A923B9B2125}"/>
                    </a:ext>
                  </a:extLst>
                </p:cNvPr>
                <p:cNvPicPr/>
                <p:nvPr/>
              </p:nvPicPr>
              <p:blipFill>
                <a:blip r:embed="rId703"/>
                <a:stretch>
                  <a:fillRect/>
                </a:stretch>
              </p:blipFill>
              <p:spPr>
                <a:xfrm>
                  <a:off x="3882420" y="5832728"/>
                  <a:ext cx="2412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4">
              <p14:nvContentPartPr>
                <p14:cNvPr id="424" name="Ink 423">
                  <a:extLst>
                    <a:ext uri="{FF2B5EF4-FFF2-40B4-BE49-F238E27FC236}">
                      <a16:creationId xmlns:a16="http://schemas.microsoft.com/office/drawing/2014/main" id="{5CD4B05C-BA88-D253-9CF4-DE5E4C8925D0}"/>
                    </a:ext>
                  </a:extLst>
                </p14:cNvPr>
                <p14:cNvContentPartPr/>
                <p14:nvPr/>
              </p14:nvContentPartPr>
              <p14:xfrm>
                <a:off x="4026420" y="5823728"/>
                <a:ext cx="213840" cy="129240"/>
              </p14:xfrm>
            </p:contentPart>
          </mc:Choice>
          <mc:Fallback xmlns="">
            <p:pic>
              <p:nvPicPr>
                <p:cNvPr id="424" name="Ink 423">
                  <a:extLst>
                    <a:ext uri="{FF2B5EF4-FFF2-40B4-BE49-F238E27FC236}">
                      <a16:creationId xmlns:a16="http://schemas.microsoft.com/office/drawing/2014/main" id="{5CD4B05C-BA88-D253-9CF4-DE5E4C8925D0}"/>
                    </a:ext>
                  </a:extLst>
                </p:cNvPr>
                <p:cNvPicPr/>
                <p:nvPr/>
              </p:nvPicPr>
              <p:blipFill>
                <a:blip r:embed="rId705"/>
                <a:stretch>
                  <a:fillRect/>
                </a:stretch>
              </p:blipFill>
              <p:spPr>
                <a:xfrm>
                  <a:off x="4017420" y="5814728"/>
                  <a:ext cx="23148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6">
              <p14:nvContentPartPr>
                <p14:cNvPr id="425" name="Ink 424">
                  <a:extLst>
                    <a:ext uri="{FF2B5EF4-FFF2-40B4-BE49-F238E27FC236}">
                      <a16:creationId xmlns:a16="http://schemas.microsoft.com/office/drawing/2014/main" id="{45C02804-BE8B-4AB5-FB4F-E948E12194F9}"/>
                    </a:ext>
                  </a:extLst>
                </p14:cNvPr>
                <p14:cNvContentPartPr/>
                <p14:nvPr/>
              </p14:nvContentPartPr>
              <p14:xfrm>
                <a:off x="4317300" y="5843888"/>
                <a:ext cx="33480" cy="90000"/>
              </p14:xfrm>
            </p:contentPart>
          </mc:Choice>
          <mc:Fallback xmlns="">
            <p:pic>
              <p:nvPicPr>
                <p:cNvPr id="425" name="Ink 424">
                  <a:extLst>
                    <a:ext uri="{FF2B5EF4-FFF2-40B4-BE49-F238E27FC236}">
                      <a16:creationId xmlns:a16="http://schemas.microsoft.com/office/drawing/2014/main" id="{45C02804-BE8B-4AB5-FB4F-E948E12194F9}"/>
                    </a:ext>
                  </a:extLst>
                </p:cNvPr>
                <p:cNvPicPr/>
                <p:nvPr/>
              </p:nvPicPr>
              <p:blipFill>
                <a:blip r:embed="rId707"/>
                <a:stretch>
                  <a:fillRect/>
                </a:stretch>
              </p:blipFill>
              <p:spPr>
                <a:xfrm>
                  <a:off x="4308300" y="5834888"/>
                  <a:ext cx="5112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8">
              <p14:nvContentPartPr>
                <p14:cNvPr id="426" name="Ink 425">
                  <a:extLst>
                    <a:ext uri="{FF2B5EF4-FFF2-40B4-BE49-F238E27FC236}">
                      <a16:creationId xmlns:a16="http://schemas.microsoft.com/office/drawing/2014/main" id="{3C7BA787-274C-C67B-28B1-50CF1519D578}"/>
                    </a:ext>
                  </a:extLst>
                </p14:cNvPr>
                <p14:cNvContentPartPr/>
                <p14:nvPr/>
              </p14:nvContentPartPr>
              <p14:xfrm>
                <a:off x="4219020" y="5787008"/>
                <a:ext cx="171360" cy="21600"/>
              </p14:xfrm>
            </p:contentPart>
          </mc:Choice>
          <mc:Fallback xmlns="">
            <p:pic>
              <p:nvPicPr>
                <p:cNvPr id="426" name="Ink 425">
                  <a:extLst>
                    <a:ext uri="{FF2B5EF4-FFF2-40B4-BE49-F238E27FC236}">
                      <a16:creationId xmlns:a16="http://schemas.microsoft.com/office/drawing/2014/main" id="{3C7BA787-274C-C67B-28B1-50CF1519D578}"/>
                    </a:ext>
                  </a:extLst>
                </p:cNvPr>
                <p:cNvPicPr/>
                <p:nvPr/>
              </p:nvPicPr>
              <p:blipFill>
                <a:blip r:embed="rId709"/>
                <a:stretch>
                  <a:fillRect/>
                </a:stretch>
              </p:blipFill>
              <p:spPr>
                <a:xfrm>
                  <a:off x="4210020" y="5778368"/>
                  <a:ext cx="18900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0">
              <p14:nvContentPartPr>
                <p14:cNvPr id="427" name="Ink 426">
                  <a:extLst>
                    <a:ext uri="{FF2B5EF4-FFF2-40B4-BE49-F238E27FC236}">
                      <a16:creationId xmlns:a16="http://schemas.microsoft.com/office/drawing/2014/main" id="{A394EAA2-E7ED-37EE-5EE0-3F1ECC8AF722}"/>
                    </a:ext>
                  </a:extLst>
                </p14:cNvPr>
                <p14:cNvContentPartPr/>
                <p14:nvPr/>
              </p14:nvContentPartPr>
              <p14:xfrm>
                <a:off x="4452300" y="5855768"/>
                <a:ext cx="154440" cy="56160"/>
              </p14:xfrm>
            </p:contentPart>
          </mc:Choice>
          <mc:Fallback xmlns="">
            <p:pic>
              <p:nvPicPr>
                <p:cNvPr id="427" name="Ink 426">
                  <a:extLst>
                    <a:ext uri="{FF2B5EF4-FFF2-40B4-BE49-F238E27FC236}">
                      <a16:creationId xmlns:a16="http://schemas.microsoft.com/office/drawing/2014/main" id="{A394EAA2-E7ED-37EE-5EE0-3F1ECC8AF722}"/>
                    </a:ext>
                  </a:extLst>
                </p:cNvPr>
                <p:cNvPicPr/>
                <p:nvPr/>
              </p:nvPicPr>
              <p:blipFill>
                <a:blip r:embed="rId711"/>
                <a:stretch>
                  <a:fillRect/>
                </a:stretch>
              </p:blipFill>
              <p:spPr>
                <a:xfrm>
                  <a:off x="4443660" y="5846768"/>
                  <a:ext cx="172080" cy="73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1" name="Group 430">
            <a:extLst>
              <a:ext uri="{FF2B5EF4-FFF2-40B4-BE49-F238E27FC236}">
                <a16:creationId xmlns:a16="http://schemas.microsoft.com/office/drawing/2014/main" id="{B96225DF-0933-AD13-AF1F-53133C9DB8D3}"/>
              </a:ext>
            </a:extLst>
          </p:cNvPr>
          <p:cNvGrpSpPr/>
          <p:nvPr/>
        </p:nvGrpSpPr>
        <p:grpSpPr>
          <a:xfrm>
            <a:off x="4753980" y="6048368"/>
            <a:ext cx="120240" cy="73440"/>
            <a:chOff x="4753980" y="6048368"/>
            <a:chExt cx="120240" cy="73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12">
              <p14:nvContentPartPr>
                <p14:cNvPr id="429" name="Ink 428">
                  <a:extLst>
                    <a:ext uri="{FF2B5EF4-FFF2-40B4-BE49-F238E27FC236}">
                      <a16:creationId xmlns:a16="http://schemas.microsoft.com/office/drawing/2014/main" id="{298BDC23-0418-1D7E-A1C8-3E4BA7329FDD}"/>
                    </a:ext>
                  </a:extLst>
                </p14:cNvPr>
                <p14:cNvContentPartPr/>
                <p14:nvPr/>
              </p14:nvContentPartPr>
              <p14:xfrm>
                <a:off x="4753980" y="6114968"/>
                <a:ext cx="120240" cy="6840"/>
              </p14:xfrm>
            </p:contentPart>
          </mc:Choice>
          <mc:Fallback xmlns="">
            <p:pic>
              <p:nvPicPr>
                <p:cNvPr id="429" name="Ink 428">
                  <a:extLst>
                    <a:ext uri="{FF2B5EF4-FFF2-40B4-BE49-F238E27FC236}">
                      <a16:creationId xmlns:a16="http://schemas.microsoft.com/office/drawing/2014/main" id="{298BDC23-0418-1D7E-A1C8-3E4BA7329FDD}"/>
                    </a:ext>
                  </a:extLst>
                </p:cNvPr>
                <p:cNvPicPr/>
                <p:nvPr/>
              </p:nvPicPr>
              <p:blipFill>
                <a:blip r:embed="rId713"/>
                <a:stretch>
                  <a:fillRect/>
                </a:stretch>
              </p:blipFill>
              <p:spPr>
                <a:xfrm>
                  <a:off x="4745340" y="6105968"/>
                  <a:ext cx="13788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4">
              <p14:nvContentPartPr>
                <p14:cNvPr id="430" name="Ink 429">
                  <a:extLst>
                    <a:ext uri="{FF2B5EF4-FFF2-40B4-BE49-F238E27FC236}">
                      <a16:creationId xmlns:a16="http://schemas.microsoft.com/office/drawing/2014/main" id="{555FC5DC-A112-8D77-AF6D-AF04019FB815}"/>
                    </a:ext>
                  </a:extLst>
                </p14:cNvPr>
                <p14:cNvContentPartPr/>
                <p14:nvPr/>
              </p14:nvContentPartPr>
              <p14:xfrm>
                <a:off x="4753980" y="6048368"/>
                <a:ext cx="119520" cy="9720"/>
              </p14:xfrm>
            </p:contentPart>
          </mc:Choice>
          <mc:Fallback xmlns="">
            <p:pic>
              <p:nvPicPr>
                <p:cNvPr id="430" name="Ink 429">
                  <a:extLst>
                    <a:ext uri="{FF2B5EF4-FFF2-40B4-BE49-F238E27FC236}">
                      <a16:creationId xmlns:a16="http://schemas.microsoft.com/office/drawing/2014/main" id="{555FC5DC-A112-8D77-AF6D-AF04019FB815}"/>
                    </a:ext>
                  </a:extLst>
                </p:cNvPr>
                <p:cNvPicPr/>
                <p:nvPr/>
              </p:nvPicPr>
              <p:blipFill>
                <a:blip r:embed="rId715"/>
                <a:stretch>
                  <a:fillRect/>
                </a:stretch>
              </p:blipFill>
              <p:spPr>
                <a:xfrm>
                  <a:off x="4745340" y="6039728"/>
                  <a:ext cx="137160" cy="27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0" name="Group 449">
            <a:extLst>
              <a:ext uri="{FF2B5EF4-FFF2-40B4-BE49-F238E27FC236}">
                <a16:creationId xmlns:a16="http://schemas.microsoft.com/office/drawing/2014/main" id="{26044A82-B5B8-3C1E-55BB-BF7361A5057C}"/>
              </a:ext>
            </a:extLst>
          </p:cNvPr>
          <p:cNvGrpSpPr/>
          <p:nvPr/>
        </p:nvGrpSpPr>
        <p:grpSpPr>
          <a:xfrm>
            <a:off x="5130540" y="5747768"/>
            <a:ext cx="1437840" cy="554400"/>
            <a:chOff x="5130540" y="5747768"/>
            <a:chExt cx="1437840" cy="554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16">
              <p14:nvContentPartPr>
                <p14:cNvPr id="432" name="Ink 431">
                  <a:extLst>
                    <a:ext uri="{FF2B5EF4-FFF2-40B4-BE49-F238E27FC236}">
                      <a16:creationId xmlns:a16="http://schemas.microsoft.com/office/drawing/2014/main" id="{50738E24-F014-B2F2-2269-300D74247331}"/>
                    </a:ext>
                  </a:extLst>
                </p14:cNvPr>
                <p14:cNvContentPartPr/>
                <p14:nvPr/>
              </p14:nvContentPartPr>
              <p14:xfrm>
                <a:off x="5130540" y="5900048"/>
                <a:ext cx="213840" cy="268560"/>
              </p14:xfrm>
            </p:contentPart>
          </mc:Choice>
          <mc:Fallback xmlns="">
            <p:pic>
              <p:nvPicPr>
                <p:cNvPr id="432" name="Ink 431">
                  <a:extLst>
                    <a:ext uri="{FF2B5EF4-FFF2-40B4-BE49-F238E27FC236}">
                      <a16:creationId xmlns:a16="http://schemas.microsoft.com/office/drawing/2014/main" id="{50738E24-F014-B2F2-2269-300D74247331}"/>
                    </a:ext>
                  </a:extLst>
                </p:cNvPr>
                <p:cNvPicPr/>
                <p:nvPr/>
              </p:nvPicPr>
              <p:blipFill>
                <a:blip r:embed="rId717"/>
                <a:stretch>
                  <a:fillRect/>
                </a:stretch>
              </p:blipFill>
              <p:spPr>
                <a:xfrm>
                  <a:off x="5121900" y="5891408"/>
                  <a:ext cx="23148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8">
              <p14:nvContentPartPr>
                <p14:cNvPr id="433" name="Ink 432">
                  <a:extLst>
                    <a:ext uri="{FF2B5EF4-FFF2-40B4-BE49-F238E27FC236}">
                      <a16:creationId xmlns:a16="http://schemas.microsoft.com/office/drawing/2014/main" id="{98F82B97-85E1-4A9A-44ED-91265DBC9BAB}"/>
                    </a:ext>
                  </a:extLst>
                </p14:cNvPr>
                <p14:cNvContentPartPr/>
                <p14:nvPr/>
              </p14:nvContentPartPr>
              <p14:xfrm>
                <a:off x="5177700" y="5910128"/>
                <a:ext cx="96120" cy="237960"/>
              </p14:xfrm>
            </p:contentPart>
          </mc:Choice>
          <mc:Fallback xmlns="">
            <p:pic>
              <p:nvPicPr>
                <p:cNvPr id="433" name="Ink 432">
                  <a:extLst>
                    <a:ext uri="{FF2B5EF4-FFF2-40B4-BE49-F238E27FC236}">
                      <a16:creationId xmlns:a16="http://schemas.microsoft.com/office/drawing/2014/main" id="{98F82B97-85E1-4A9A-44ED-91265DBC9BAB}"/>
                    </a:ext>
                  </a:extLst>
                </p:cNvPr>
                <p:cNvPicPr/>
                <p:nvPr/>
              </p:nvPicPr>
              <p:blipFill>
                <a:blip r:embed="rId719"/>
                <a:stretch>
                  <a:fillRect/>
                </a:stretch>
              </p:blipFill>
              <p:spPr>
                <a:xfrm>
                  <a:off x="5168700" y="5901488"/>
                  <a:ext cx="11376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0">
              <p14:nvContentPartPr>
                <p14:cNvPr id="434" name="Ink 433">
                  <a:extLst>
                    <a:ext uri="{FF2B5EF4-FFF2-40B4-BE49-F238E27FC236}">
                      <a16:creationId xmlns:a16="http://schemas.microsoft.com/office/drawing/2014/main" id="{95BABBC8-F9AC-CECF-2CC0-4F61A87F8011}"/>
                    </a:ext>
                  </a:extLst>
                </p14:cNvPr>
                <p14:cNvContentPartPr/>
                <p14:nvPr/>
              </p14:nvContentPartPr>
              <p14:xfrm>
                <a:off x="5403420" y="5840648"/>
                <a:ext cx="77040" cy="293760"/>
              </p14:xfrm>
            </p:contentPart>
          </mc:Choice>
          <mc:Fallback xmlns="">
            <p:pic>
              <p:nvPicPr>
                <p:cNvPr id="434" name="Ink 433">
                  <a:extLst>
                    <a:ext uri="{FF2B5EF4-FFF2-40B4-BE49-F238E27FC236}">
                      <a16:creationId xmlns:a16="http://schemas.microsoft.com/office/drawing/2014/main" id="{95BABBC8-F9AC-CECF-2CC0-4F61A87F8011}"/>
                    </a:ext>
                  </a:extLst>
                </p:cNvPr>
                <p:cNvPicPr/>
                <p:nvPr/>
              </p:nvPicPr>
              <p:blipFill>
                <a:blip r:embed="rId721"/>
                <a:stretch>
                  <a:fillRect/>
                </a:stretch>
              </p:blipFill>
              <p:spPr>
                <a:xfrm>
                  <a:off x="5394780" y="5831648"/>
                  <a:ext cx="94680" cy="31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2">
              <p14:nvContentPartPr>
                <p14:cNvPr id="435" name="Ink 434">
                  <a:extLst>
                    <a:ext uri="{FF2B5EF4-FFF2-40B4-BE49-F238E27FC236}">
                      <a16:creationId xmlns:a16="http://schemas.microsoft.com/office/drawing/2014/main" id="{03DED306-581B-7226-A5B5-7CB97EB6F74C}"/>
                    </a:ext>
                  </a:extLst>
                </p14:cNvPr>
                <p14:cNvContentPartPr/>
                <p14:nvPr/>
              </p14:nvContentPartPr>
              <p14:xfrm>
                <a:off x="5526900" y="5995808"/>
                <a:ext cx="148320" cy="135720"/>
              </p14:xfrm>
            </p:contentPart>
          </mc:Choice>
          <mc:Fallback xmlns="">
            <p:pic>
              <p:nvPicPr>
                <p:cNvPr id="435" name="Ink 434">
                  <a:extLst>
                    <a:ext uri="{FF2B5EF4-FFF2-40B4-BE49-F238E27FC236}">
                      <a16:creationId xmlns:a16="http://schemas.microsoft.com/office/drawing/2014/main" id="{03DED306-581B-7226-A5B5-7CB97EB6F74C}"/>
                    </a:ext>
                  </a:extLst>
                </p:cNvPr>
                <p:cNvPicPr/>
                <p:nvPr/>
              </p:nvPicPr>
              <p:blipFill>
                <a:blip r:embed="rId723"/>
                <a:stretch>
                  <a:fillRect/>
                </a:stretch>
              </p:blipFill>
              <p:spPr>
                <a:xfrm>
                  <a:off x="5518260" y="5987168"/>
                  <a:ext cx="16596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4">
              <p14:nvContentPartPr>
                <p14:cNvPr id="436" name="Ink 435">
                  <a:extLst>
                    <a:ext uri="{FF2B5EF4-FFF2-40B4-BE49-F238E27FC236}">
                      <a16:creationId xmlns:a16="http://schemas.microsoft.com/office/drawing/2014/main" id="{7A59F401-996F-E525-93CC-4D83A82A7E98}"/>
                    </a:ext>
                  </a:extLst>
                </p14:cNvPr>
                <p14:cNvContentPartPr/>
                <p14:nvPr/>
              </p14:nvContentPartPr>
              <p14:xfrm>
                <a:off x="5720580" y="5855048"/>
                <a:ext cx="92160" cy="196200"/>
              </p14:xfrm>
            </p:contentPart>
          </mc:Choice>
          <mc:Fallback xmlns="">
            <p:pic>
              <p:nvPicPr>
                <p:cNvPr id="436" name="Ink 435">
                  <a:extLst>
                    <a:ext uri="{FF2B5EF4-FFF2-40B4-BE49-F238E27FC236}">
                      <a16:creationId xmlns:a16="http://schemas.microsoft.com/office/drawing/2014/main" id="{7A59F401-996F-E525-93CC-4D83A82A7E98}"/>
                    </a:ext>
                  </a:extLst>
                </p:cNvPr>
                <p:cNvPicPr/>
                <p:nvPr/>
              </p:nvPicPr>
              <p:blipFill>
                <a:blip r:embed="rId725"/>
                <a:stretch>
                  <a:fillRect/>
                </a:stretch>
              </p:blipFill>
              <p:spPr>
                <a:xfrm>
                  <a:off x="5711940" y="5846048"/>
                  <a:ext cx="10980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6">
              <p14:nvContentPartPr>
                <p14:cNvPr id="437" name="Ink 436">
                  <a:extLst>
                    <a:ext uri="{FF2B5EF4-FFF2-40B4-BE49-F238E27FC236}">
                      <a16:creationId xmlns:a16="http://schemas.microsoft.com/office/drawing/2014/main" id="{D6AC6AB4-DCF2-E9C1-05C5-40DF42F6C5B6}"/>
                    </a:ext>
                  </a:extLst>
                </p14:cNvPr>
                <p14:cNvContentPartPr/>
                <p14:nvPr/>
              </p14:nvContentPartPr>
              <p14:xfrm>
                <a:off x="5683500" y="5747768"/>
                <a:ext cx="9360" cy="3600"/>
              </p14:xfrm>
            </p:contentPart>
          </mc:Choice>
          <mc:Fallback xmlns="">
            <p:pic>
              <p:nvPicPr>
                <p:cNvPr id="437" name="Ink 436">
                  <a:extLst>
                    <a:ext uri="{FF2B5EF4-FFF2-40B4-BE49-F238E27FC236}">
                      <a16:creationId xmlns:a16="http://schemas.microsoft.com/office/drawing/2014/main" id="{D6AC6AB4-DCF2-E9C1-05C5-40DF42F6C5B6}"/>
                    </a:ext>
                  </a:extLst>
                </p:cNvPr>
                <p:cNvPicPr/>
                <p:nvPr/>
              </p:nvPicPr>
              <p:blipFill>
                <a:blip r:embed="rId727"/>
                <a:stretch>
                  <a:fillRect/>
                </a:stretch>
              </p:blipFill>
              <p:spPr>
                <a:xfrm>
                  <a:off x="5674860" y="5739128"/>
                  <a:ext cx="2700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8">
              <p14:nvContentPartPr>
                <p14:cNvPr id="438" name="Ink 437">
                  <a:extLst>
                    <a:ext uri="{FF2B5EF4-FFF2-40B4-BE49-F238E27FC236}">
                      <a16:creationId xmlns:a16="http://schemas.microsoft.com/office/drawing/2014/main" id="{E3CCAC64-8ACD-C097-E15E-354CD44C76FF}"/>
                    </a:ext>
                  </a:extLst>
                </p14:cNvPr>
                <p14:cNvContentPartPr/>
                <p14:nvPr/>
              </p14:nvContentPartPr>
              <p14:xfrm>
                <a:off x="5813460" y="5783768"/>
                <a:ext cx="187920" cy="98280"/>
              </p14:xfrm>
            </p:contentPart>
          </mc:Choice>
          <mc:Fallback xmlns="">
            <p:pic>
              <p:nvPicPr>
                <p:cNvPr id="438" name="Ink 437">
                  <a:extLst>
                    <a:ext uri="{FF2B5EF4-FFF2-40B4-BE49-F238E27FC236}">
                      <a16:creationId xmlns:a16="http://schemas.microsoft.com/office/drawing/2014/main" id="{E3CCAC64-8ACD-C097-E15E-354CD44C76FF}"/>
                    </a:ext>
                  </a:extLst>
                </p:cNvPr>
                <p:cNvPicPr/>
                <p:nvPr/>
              </p:nvPicPr>
              <p:blipFill>
                <a:blip r:embed="rId729"/>
                <a:stretch>
                  <a:fillRect/>
                </a:stretch>
              </p:blipFill>
              <p:spPr>
                <a:xfrm>
                  <a:off x="5804820" y="5774768"/>
                  <a:ext cx="20556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0">
              <p14:nvContentPartPr>
                <p14:cNvPr id="439" name="Ink 438">
                  <a:extLst>
                    <a:ext uri="{FF2B5EF4-FFF2-40B4-BE49-F238E27FC236}">
                      <a16:creationId xmlns:a16="http://schemas.microsoft.com/office/drawing/2014/main" id="{2EB3FF96-3274-D1BD-FDC3-67101D7F5F83}"/>
                    </a:ext>
                  </a:extLst>
                </p14:cNvPr>
                <p14:cNvContentPartPr/>
                <p14:nvPr/>
              </p14:nvContentPartPr>
              <p14:xfrm>
                <a:off x="6052500" y="5787728"/>
                <a:ext cx="131040" cy="313920"/>
              </p14:xfrm>
            </p:contentPart>
          </mc:Choice>
          <mc:Fallback xmlns="">
            <p:pic>
              <p:nvPicPr>
                <p:cNvPr id="439" name="Ink 438">
                  <a:extLst>
                    <a:ext uri="{FF2B5EF4-FFF2-40B4-BE49-F238E27FC236}">
                      <a16:creationId xmlns:a16="http://schemas.microsoft.com/office/drawing/2014/main" id="{2EB3FF96-3274-D1BD-FDC3-67101D7F5F83}"/>
                    </a:ext>
                  </a:extLst>
                </p:cNvPr>
                <p:cNvPicPr/>
                <p:nvPr/>
              </p:nvPicPr>
              <p:blipFill>
                <a:blip r:embed="rId731"/>
                <a:stretch>
                  <a:fillRect/>
                </a:stretch>
              </p:blipFill>
              <p:spPr>
                <a:xfrm>
                  <a:off x="6043860" y="5778728"/>
                  <a:ext cx="148680" cy="33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2">
              <p14:nvContentPartPr>
                <p14:cNvPr id="441" name="Ink 440">
                  <a:extLst>
                    <a:ext uri="{FF2B5EF4-FFF2-40B4-BE49-F238E27FC236}">
                      <a16:creationId xmlns:a16="http://schemas.microsoft.com/office/drawing/2014/main" id="{25567A51-F445-CE06-66A1-92A3D0DFEECB}"/>
                    </a:ext>
                  </a:extLst>
                </p14:cNvPr>
                <p14:cNvContentPartPr/>
                <p14:nvPr/>
              </p14:nvContentPartPr>
              <p14:xfrm>
                <a:off x="6275340" y="5801408"/>
                <a:ext cx="31320" cy="484560"/>
              </p14:xfrm>
            </p:contentPart>
          </mc:Choice>
          <mc:Fallback xmlns="">
            <p:pic>
              <p:nvPicPr>
                <p:cNvPr id="441" name="Ink 440">
                  <a:extLst>
                    <a:ext uri="{FF2B5EF4-FFF2-40B4-BE49-F238E27FC236}">
                      <a16:creationId xmlns:a16="http://schemas.microsoft.com/office/drawing/2014/main" id="{25567A51-F445-CE06-66A1-92A3D0DFEECB}"/>
                    </a:ext>
                  </a:extLst>
                </p:cNvPr>
                <p:cNvPicPr/>
                <p:nvPr/>
              </p:nvPicPr>
              <p:blipFill>
                <a:blip r:embed="rId733"/>
                <a:stretch>
                  <a:fillRect/>
                </a:stretch>
              </p:blipFill>
              <p:spPr>
                <a:xfrm>
                  <a:off x="6266340" y="5792408"/>
                  <a:ext cx="48960" cy="50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4">
              <p14:nvContentPartPr>
                <p14:cNvPr id="443" name="Ink 442">
                  <a:extLst>
                    <a:ext uri="{FF2B5EF4-FFF2-40B4-BE49-F238E27FC236}">
                      <a16:creationId xmlns:a16="http://schemas.microsoft.com/office/drawing/2014/main" id="{D828CCC5-C917-919E-0189-C76145192357}"/>
                    </a:ext>
                  </a:extLst>
                </p14:cNvPr>
                <p14:cNvContentPartPr/>
                <p14:nvPr/>
              </p14:nvContentPartPr>
              <p14:xfrm>
                <a:off x="6400980" y="6203528"/>
                <a:ext cx="167400" cy="98640"/>
              </p14:xfrm>
            </p:contentPart>
          </mc:Choice>
          <mc:Fallback xmlns="">
            <p:pic>
              <p:nvPicPr>
                <p:cNvPr id="443" name="Ink 442">
                  <a:extLst>
                    <a:ext uri="{FF2B5EF4-FFF2-40B4-BE49-F238E27FC236}">
                      <a16:creationId xmlns:a16="http://schemas.microsoft.com/office/drawing/2014/main" id="{D828CCC5-C917-919E-0189-C76145192357}"/>
                    </a:ext>
                  </a:extLst>
                </p:cNvPr>
                <p:cNvPicPr/>
                <p:nvPr/>
              </p:nvPicPr>
              <p:blipFill>
                <a:blip r:embed="rId735"/>
                <a:stretch>
                  <a:fillRect/>
                </a:stretch>
              </p:blipFill>
              <p:spPr>
                <a:xfrm>
                  <a:off x="6391980" y="6194528"/>
                  <a:ext cx="185040" cy="116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9" name="Group 448">
            <a:extLst>
              <a:ext uri="{FF2B5EF4-FFF2-40B4-BE49-F238E27FC236}">
                <a16:creationId xmlns:a16="http://schemas.microsoft.com/office/drawing/2014/main" id="{F2EB88CD-AC0E-BEB3-0CD0-B0F377B7231B}"/>
              </a:ext>
            </a:extLst>
          </p:cNvPr>
          <p:cNvGrpSpPr/>
          <p:nvPr/>
        </p:nvGrpSpPr>
        <p:grpSpPr>
          <a:xfrm>
            <a:off x="6733620" y="6142328"/>
            <a:ext cx="675360" cy="154800"/>
            <a:chOff x="6733620" y="6142328"/>
            <a:chExt cx="675360" cy="154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36">
              <p14:nvContentPartPr>
                <p14:cNvPr id="444" name="Ink 443">
                  <a:extLst>
                    <a:ext uri="{FF2B5EF4-FFF2-40B4-BE49-F238E27FC236}">
                      <a16:creationId xmlns:a16="http://schemas.microsoft.com/office/drawing/2014/main" id="{07E8A57D-650D-A3EA-9DE2-B84AA94B311C}"/>
                    </a:ext>
                  </a:extLst>
                </p14:cNvPr>
                <p14:cNvContentPartPr/>
                <p14:nvPr/>
              </p14:nvContentPartPr>
              <p14:xfrm>
                <a:off x="6733620" y="6280928"/>
                <a:ext cx="108720" cy="6480"/>
              </p14:xfrm>
            </p:contentPart>
          </mc:Choice>
          <mc:Fallback xmlns="">
            <p:pic>
              <p:nvPicPr>
                <p:cNvPr id="444" name="Ink 443">
                  <a:extLst>
                    <a:ext uri="{FF2B5EF4-FFF2-40B4-BE49-F238E27FC236}">
                      <a16:creationId xmlns:a16="http://schemas.microsoft.com/office/drawing/2014/main" id="{07E8A57D-650D-A3EA-9DE2-B84AA94B311C}"/>
                    </a:ext>
                  </a:extLst>
                </p:cNvPr>
                <p:cNvPicPr/>
                <p:nvPr/>
              </p:nvPicPr>
              <p:blipFill>
                <a:blip r:embed="rId737"/>
                <a:stretch>
                  <a:fillRect/>
                </a:stretch>
              </p:blipFill>
              <p:spPr>
                <a:xfrm>
                  <a:off x="6724980" y="6272288"/>
                  <a:ext cx="12636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8">
              <p14:nvContentPartPr>
                <p14:cNvPr id="445" name="Ink 444">
                  <a:extLst>
                    <a:ext uri="{FF2B5EF4-FFF2-40B4-BE49-F238E27FC236}">
                      <a16:creationId xmlns:a16="http://schemas.microsoft.com/office/drawing/2014/main" id="{EC2DFE29-35A9-7D58-B5DE-9FD3B05BBF30}"/>
                    </a:ext>
                  </a:extLst>
                </p14:cNvPr>
                <p14:cNvContentPartPr/>
                <p14:nvPr/>
              </p14:nvContentPartPr>
              <p14:xfrm>
                <a:off x="6749100" y="6218648"/>
                <a:ext cx="67320" cy="16200"/>
              </p14:xfrm>
            </p:contentPart>
          </mc:Choice>
          <mc:Fallback xmlns="">
            <p:pic>
              <p:nvPicPr>
                <p:cNvPr id="445" name="Ink 444">
                  <a:extLst>
                    <a:ext uri="{FF2B5EF4-FFF2-40B4-BE49-F238E27FC236}">
                      <a16:creationId xmlns:a16="http://schemas.microsoft.com/office/drawing/2014/main" id="{EC2DFE29-35A9-7D58-B5DE-9FD3B05BBF30}"/>
                    </a:ext>
                  </a:extLst>
                </p:cNvPr>
                <p:cNvPicPr/>
                <p:nvPr/>
              </p:nvPicPr>
              <p:blipFill>
                <a:blip r:embed="rId739"/>
                <a:stretch>
                  <a:fillRect/>
                </a:stretch>
              </p:blipFill>
              <p:spPr>
                <a:xfrm>
                  <a:off x="6740460" y="6210008"/>
                  <a:ext cx="8496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0">
              <p14:nvContentPartPr>
                <p14:cNvPr id="446" name="Ink 445">
                  <a:extLst>
                    <a:ext uri="{FF2B5EF4-FFF2-40B4-BE49-F238E27FC236}">
                      <a16:creationId xmlns:a16="http://schemas.microsoft.com/office/drawing/2014/main" id="{717D5C63-AE94-178C-4052-67A0AED5C9BF}"/>
                    </a:ext>
                  </a:extLst>
                </p14:cNvPr>
                <p14:cNvContentPartPr/>
                <p14:nvPr/>
              </p14:nvContentPartPr>
              <p14:xfrm>
                <a:off x="6956460" y="6145928"/>
                <a:ext cx="259920" cy="151200"/>
              </p14:xfrm>
            </p:contentPart>
          </mc:Choice>
          <mc:Fallback xmlns="">
            <p:pic>
              <p:nvPicPr>
                <p:cNvPr id="446" name="Ink 445">
                  <a:extLst>
                    <a:ext uri="{FF2B5EF4-FFF2-40B4-BE49-F238E27FC236}">
                      <a16:creationId xmlns:a16="http://schemas.microsoft.com/office/drawing/2014/main" id="{717D5C63-AE94-178C-4052-67A0AED5C9BF}"/>
                    </a:ext>
                  </a:extLst>
                </p:cNvPr>
                <p:cNvPicPr/>
                <p:nvPr/>
              </p:nvPicPr>
              <p:blipFill>
                <a:blip r:embed="rId741"/>
                <a:stretch>
                  <a:fillRect/>
                </a:stretch>
              </p:blipFill>
              <p:spPr>
                <a:xfrm>
                  <a:off x="6947820" y="6137288"/>
                  <a:ext cx="27756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2">
              <p14:nvContentPartPr>
                <p14:cNvPr id="447" name="Ink 446">
                  <a:extLst>
                    <a:ext uri="{FF2B5EF4-FFF2-40B4-BE49-F238E27FC236}">
                      <a16:creationId xmlns:a16="http://schemas.microsoft.com/office/drawing/2014/main" id="{2A906CF8-7C0D-1B3D-DF37-F737497EF1BF}"/>
                    </a:ext>
                  </a:extLst>
                </p14:cNvPr>
                <p14:cNvContentPartPr/>
                <p14:nvPr/>
              </p14:nvContentPartPr>
              <p14:xfrm>
                <a:off x="7309980" y="6169688"/>
                <a:ext cx="33840" cy="98640"/>
              </p14:xfrm>
            </p:contentPart>
          </mc:Choice>
          <mc:Fallback xmlns="">
            <p:pic>
              <p:nvPicPr>
                <p:cNvPr id="447" name="Ink 446">
                  <a:extLst>
                    <a:ext uri="{FF2B5EF4-FFF2-40B4-BE49-F238E27FC236}">
                      <a16:creationId xmlns:a16="http://schemas.microsoft.com/office/drawing/2014/main" id="{2A906CF8-7C0D-1B3D-DF37-F737497EF1BF}"/>
                    </a:ext>
                  </a:extLst>
                </p:cNvPr>
                <p:cNvPicPr/>
                <p:nvPr/>
              </p:nvPicPr>
              <p:blipFill>
                <a:blip r:embed="rId743"/>
                <a:stretch>
                  <a:fillRect/>
                </a:stretch>
              </p:blipFill>
              <p:spPr>
                <a:xfrm>
                  <a:off x="7300980" y="6161048"/>
                  <a:ext cx="5148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4">
              <p14:nvContentPartPr>
                <p14:cNvPr id="448" name="Ink 447">
                  <a:extLst>
                    <a:ext uri="{FF2B5EF4-FFF2-40B4-BE49-F238E27FC236}">
                      <a16:creationId xmlns:a16="http://schemas.microsoft.com/office/drawing/2014/main" id="{07353A37-15CF-2A0B-A214-D907E1647EDA}"/>
                    </a:ext>
                  </a:extLst>
                </p14:cNvPr>
                <p14:cNvContentPartPr/>
                <p14:nvPr/>
              </p14:nvContentPartPr>
              <p14:xfrm>
                <a:off x="7207020" y="6142328"/>
                <a:ext cx="201960" cy="10800"/>
              </p14:xfrm>
            </p:contentPart>
          </mc:Choice>
          <mc:Fallback xmlns="">
            <p:pic>
              <p:nvPicPr>
                <p:cNvPr id="448" name="Ink 447">
                  <a:extLst>
                    <a:ext uri="{FF2B5EF4-FFF2-40B4-BE49-F238E27FC236}">
                      <a16:creationId xmlns:a16="http://schemas.microsoft.com/office/drawing/2014/main" id="{07353A37-15CF-2A0B-A214-D907E1647EDA}"/>
                    </a:ext>
                  </a:extLst>
                </p:cNvPr>
                <p:cNvPicPr/>
                <p:nvPr/>
              </p:nvPicPr>
              <p:blipFill>
                <a:blip r:embed="rId745"/>
                <a:stretch>
                  <a:fillRect/>
                </a:stretch>
              </p:blipFill>
              <p:spPr>
                <a:xfrm>
                  <a:off x="7198020" y="6133328"/>
                  <a:ext cx="219600" cy="28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3" name="Group 462">
            <a:extLst>
              <a:ext uri="{FF2B5EF4-FFF2-40B4-BE49-F238E27FC236}">
                <a16:creationId xmlns:a16="http://schemas.microsoft.com/office/drawing/2014/main" id="{EF6FF7F7-3F13-E357-309E-09A7682EAFF6}"/>
              </a:ext>
            </a:extLst>
          </p:cNvPr>
          <p:cNvGrpSpPr/>
          <p:nvPr/>
        </p:nvGrpSpPr>
        <p:grpSpPr>
          <a:xfrm>
            <a:off x="7696620" y="5752088"/>
            <a:ext cx="1526040" cy="414720"/>
            <a:chOff x="7696620" y="5752088"/>
            <a:chExt cx="1526040" cy="414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46">
              <p14:nvContentPartPr>
                <p14:cNvPr id="451" name="Ink 450">
                  <a:extLst>
                    <a:ext uri="{FF2B5EF4-FFF2-40B4-BE49-F238E27FC236}">
                      <a16:creationId xmlns:a16="http://schemas.microsoft.com/office/drawing/2014/main" id="{FCAE2E2A-44EC-6694-016C-33A878F25FF1}"/>
                    </a:ext>
                  </a:extLst>
                </p14:cNvPr>
                <p14:cNvContentPartPr/>
                <p14:nvPr/>
              </p14:nvContentPartPr>
              <p14:xfrm>
                <a:off x="7696620" y="6051968"/>
                <a:ext cx="81000" cy="16560"/>
              </p14:xfrm>
            </p:contentPart>
          </mc:Choice>
          <mc:Fallback xmlns="">
            <p:pic>
              <p:nvPicPr>
                <p:cNvPr id="451" name="Ink 450">
                  <a:extLst>
                    <a:ext uri="{FF2B5EF4-FFF2-40B4-BE49-F238E27FC236}">
                      <a16:creationId xmlns:a16="http://schemas.microsoft.com/office/drawing/2014/main" id="{FCAE2E2A-44EC-6694-016C-33A878F25FF1}"/>
                    </a:ext>
                  </a:extLst>
                </p:cNvPr>
                <p:cNvPicPr/>
                <p:nvPr/>
              </p:nvPicPr>
              <p:blipFill>
                <a:blip r:embed="rId747"/>
                <a:stretch>
                  <a:fillRect/>
                </a:stretch>
              </p:blipFill>
              <p:spPr>
                <a:xfrm>
                  <a:off x="7687980" y="6042968"/>
                  <a:ext cx="9864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8">
              <p14:nvContentPartPr>
                <p14:cNvPr id="452" name="Ink 451">
                  <a:extLst>
                    <a:ext uri="{FF2B5EF4-FFF2-40B4-BE49-F238E27FC236}">
                      <a16:creationId xmlns:a16="http://schemas.microsoft.com/office/drawing/2014/main" id="{7B4D2866-D879-B338-EC65-2C85D75A0761}"/>
                    </a:ext>
                  </a:extLst>
                </p14:cNvPr>
                <p14:cNvContentPartPr/>
                <p14:nvPr/>
              </p14:nvContentPartPr>
              <p14:xfrm>
                <a:off x="7700580" y="6005888"/>
                <a:ext cx="61560" cy="6480"/>
              </p14:xfrm>
            </p:contentPart>
          </mc:Choice>
          <mc:Fallback xmlns="">
            <p:pic>
              <p:nvPicPr>
                <p:cNvPr id="452" name="Ink 451">
                  <a:extLst>
                    <a:ext uri="{FF2B5EF4-FFF2-40B4-BE49-F238E27FC236}">
                      <a16:creationId xmlns:a16="http://schemas.microsoft.com/office/drawing/2014/main" id="{7B4D2866-D879-B338-EC65-2C85D75A0761}"/>
                    </a:ext>
                  </a:extLst>
                </p:cNvPr>
                <p:cNvPicPr/>
                <p:nvPr/>
              </p:nvPicPr>
              <p:blipFill>
                <a:blip r:embed="rId749"/>
                <a:stretch>
                  <a:fillRect/>
                </a:stretch>
              </p:blipFill>
              <p:spPr>
                <a:xfrm>
                  <a:off x="7691580" y="5996888"/>
                  <a:ext cx="7920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0">
              <p14:nvContentPartPr>
                <p14:cNvPr id="453" name="Ink 452">
                  <a:extLst>
                    <a:ext uri="{FF2B5EF4-FFF2-40B4-BE49-F238E27FC236}">
                      <a16:creationId xmlns:a16="http://schemas.microsoft.com/office/drawing/2014/main" id="{15250718-9EBA-89C4-5147-4A723746A95E}"/>
                    </a:ext>
                  </a:extLst>
                </p14:cNvPr>
                <p14:cNvContentPartPr/>
                <p14:nvPr/>
              </p14:nvContentPartPr>
              <p14:xfrm>
                <a:off x="7885620" y="5888168"/>
                <a:ext cx="243720" cy="261360"/>
              </p14:xfrm>
            </p:contentPart>
          </mc:Choice>
          <mc:Fallback xmlns="">
            <p:pic>
              <p:nvPicPr>
                <p:cNvPr id="453" name="Ink 452">
                  <a:extLst>
                    <a:ext uri="{FF2B5EF4-FFF2-40B4-BE49-F238E27FC236}">
                      <a16:creationId xmlns:a16="http://schemas.microsoft.com/office/drawing/2014/main" id="{15250718-9EBA-89C4-5147-4A723746A95E}"/>
                    </a:ext>
                  </a:extLst>
                </p:cNvPr>
                <p:cNvPicPr/>
                <p:nvPr/>
              </p:nvPicPr>
              <p:blipFill>
                <a:blip r:embed="rId751"/>
                <a:stretch>
                  <a:fillRect/>
                </a:stretch>
              </p:blipFill>
              <p:spPr>
                <a:xfrm>
                  <a:off x="7876980" y="5879168"/>
                  <a:ext cx="26136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2">
              <p14:nvContentPartPr>
                <p14:cNvPr id="454" name="Ink 453">
                  <a:extLst>
                    <a:ext uri="{FF2B5EF4-FFF2-40B4-BE49-F238E27FC236}">
                      <a16:creationId xmlns:a16="http://schemas.microsoft.com/office/drawing/2014/main" id="{FF123F8E-A5A3-81A9-8FA4-E784AF9BAAF1}"/>
                    </a:ext>
                  </a:extLst>
                </p14:cNvPr>
                <p14:cNvContentPartPr/>
                <p14:nvPr/>
              </p14:nvContentPartPr>
              <p14:xfrm>
                <a:off x="7943940" y="5892128"/>
                <a:ext cx="98280" cy="274680"/>
              </p14:xfrm>
            </p:contentPart>
          </mc:Choice>
          <mc:Fallback xmlns="">
            <p:pic>
              <p:nvPicPr>
                <p:cNvPr id="454" name="Ink 453">
                  <a:extLst>
                    <a:ext uri="{FF2B5EF4-FFF2-40B4-BE49-F238E27FC236}">
                      <a16:creationId xmlns:a16="http://schemas.microsoft.com/office/drawing/2014/main" id="{FF123F8E-A5A3-81A9-8FA4-E784AF9BAAF1}"/>
                    </a:ext>
                  </a:extLst>
                </p:cNvPr>
                <p:cNvPicPr/>
                <p:nvPr/>
              </p:nvPicPr>
              <p:blipFill>
                <a:blip r:embed="rId753"/>
                <a:stretch>
                  <a:fillRect/>
                </a:stretch>
              </p:blipFill>
              <p:spPr>
                <a:xfrm>
                  <a:off x="7934940" y="5883128"/>
                  <a:ext cx="115920" cy="29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4">
              <p14:nvContentPartPr>
                <p14:cNvPr id="455" name="Ink 454">
                  <a:extLst>
                    <a:ext uri="{FF2B5EF4-FFF2-40B4-BE49-F238E27FC236}">
                      <a16:creationId xmlns:a16="http://schemas.microsoft.com/office/drawing/2014/main" id="{75F58F2D-40C6-51ED-6645-A0AB01564709}"/>
                    </a:ext>
                  </a:extLst>
                </p14:cNvPr>
                <p14:cNvContentPartPr/>
                <p14:nvPr/>
              </p14:nvContentPartPr>
              <p14:xfrm>
                <a:off x="8189460" y="5845328"/>
                <a:ext cx="118080" cy="320760"/>
              </p14:xfrm>
            </p:contentPart>
          </mc:Choice>
          <mc:Fallback xmlns="">
            <p:pic>
              <p:nvPicPr>
                <p:cNvPr id="455" name="Ink 454">
                  <a:extLst>
                    <a:ext uri="{FF2B5EF4-FFF2-40B4-BE49-F238E27FC236}">
                      <a16:creationId xmlns:a16="http://schemas.microsoft.com/office/drawing/2014/main" id="{75F58F2D-40C6-51ED-6645-A0AB01564709}"/>
                    </a:ext>
                  </a:extLst>
                </p:cNvPr>
                <p:cNvPicPr/>
                <p:nvPr/>
              </p:nvPicPr>
              <p:blipFill>
                <a:blip r:embed="rId755"/>
                <a:stretch>
                  <a:fillRect/>
                </a:stretch>
              </p:blipFill>
              <p:spPr>
                <a:xfrm>
                  <a:off x="8180460" y="5836688"/>
                  <a:ext cx="135720" cy="33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6">
              <p14:nvContentPartPr>
                <p14:cNvPr id="456" name="Ink 455">
                  <a:extLst>
                    <a:ext uri="{FF2B5EF4-FFF2-40B4-BE49-F238E27FC236}">
                      <a16:creationId xmlns:a16="http://schemas.microsoft.com/office/drawing/2014/main" id="{3B58969A-B4C1-0082-1EB2-E095C87A8BAC}"/>
                    </a:ext>
                  </a:extLst>
                </p14:cNvPr>
                <p14:cNvContentPartPr/>
                <p14:nvPr/>
              </p14:nvContentPartPr>
              <p14:xfrm>
                <a:off x="8297100" y="6010928"/>
                <a:ext cx="178920" cy="135720"/>
              </p14:xfrm>
            </p:contentPart>
          </mc:Choice>
          <mc:Fallback xmlns="">
            <p:pic>
              <p:nvPicPr>
                <p:cNvPr id="456" name="Ink 455">
                  <a:extLst>
                    <a:ext uri="{FF2B5EF4-FFF2-40B4-BE49-F238E27FC236}">
                      <a16:creationId xmlns:a16="http://schemas.microsoft.com/office/drawing/2014/main" id="{3B58969A-B4C1-0082-1EB2-E095C87A8BAC}"/>
                    </a:ext>
                  </a:extLst>
                </p:cNvPr>
                <p:cNvPicPr/>
                <p:nvPr/>
              </p:nvPicPr>
              <p:blipFill>
                <a:blip r:embed="rId757"/>
                <a:stretch>
                  <a:fillRect/>
                </a:stretch>
              </p:blipFill>
              <p:spPr>
                <a:xfrm>
                  <a:off x="8288100" y="6001928"/>
                  <a:ext cx="19656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8">
              <p14:nvContentPartPr>
                <p14:cNvPr id="457" name="Ink 456">
                  <a:extLst>
                    <a:ext uri="{FF2B5EF4-FFF2-40B4-BE49-F238E27FC236}">
                      <a16:creationId xmlns:a16="http://schemas.microsoft.com/office/drawing/2014/main" id="{8D541876-49F2-5EAB-46DB-DE05ED654BE1}"/>
                    </a:ext>
                  </a:extLst>
                </p14:cNvPr>
                <p14:cNvContentPartPr/>
                <p14:nvPr/>
              </p14:nvContentPartPr>
              <p14:xfrm>
                <a:off x="8474940" y="5855048"/>
                <a:ext cx="107640" cy="209160"/>
              </p14:xfrm>
            </p:contentPart>
          </mc:Choice>
          <mc:Fallback xmlns="">
            <p:pic>
              <p:nvPicPr>
                <p:cNvPr id="457" name="Ink 456">
                  <a:extLst>
                    <a:ext uri="{FF2B5EF4-FFF2-40B4-BE49-F238E27FC236}">
                      <a16:creationId xmlns:a16="http://schemas.microsoft.com/office/drawing/2014/main" id="{8D541876-49F2-5EAB-46DB-DE05ED654BE1}"/>
                    </a:ext>
                  </a:extLst>
                </p:cNvPr>
                <p:cNvPicPr/>
                <p:nvPr/>
              </p:nvPicPr>
              <p:blipFill>
                <a:blip r:embed="rId759"/>
                <a:stretch>
                  <a:fillRect/>
                </a:stretch>
              </p:blipFill>
              <p:spPr>
                <a:xfrm>
                  <a:off x="8466300" y="5846408"/>
                  <a:ext cx="12528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0">
              <p14:nvContentPartPr>
                <p14:cNvPr id="458" name="Ink 457">
                  <a:extLst>
                    <a:ext uri="{FF2B5EF4-FFF2-40B4-BE49-F238E27FC236}">
                      <a16:creationId xmlns:a16="http://schemas.microsoft.com/office/drawing/2014/main" id="{0A77D0F2-1251-00F4-B6CB-612C63307EE2}"/>
                    </a:ext>
                  </a:extLst>
                </p14:cNvPr>
                <p14:cNvContentPartPr/>
                <p14:nvPr/>
              </p14:nvContentPartPr>
              <p14:xfrm>
                <a:off x="8437140" y="5752088"/>
                <a:ext cx="5760" cy="4680"/>
              </p14:xfrm>
            </p:contentPart>
          </mc:Choice>
          <mc:Fallback xmlns="">
            <p:pic>
              <p:nvPicPr>
                <p:cNvPr id="458" name="Ink 457">
                  <a:extLst>
                    <a:ext uri="{FF2B5EF4-FFF2-40B4-BE49-F238E27FC236}">
                      <a16:creationId xmlns:a16="http://schemas.microsoft.com/office/drawing/2014/main" id="{0A77D0F2-1251-00F4-B6CB-612C63307EE2}"/>
                    </a:ext>
                  </a:extLst>
                </p:cNvPr>
                <p:cNvPicPr/>
                <p:nvPr/>
              </p:nvPicPr>
              <p:blipFill>
                <a:blip r:embed="rId761"/>
                <a:stretch>
                  <a:fillRect/>
                </a:stretch>
              </p:blipFill>
              <p:spPr>
                <a:xfrm>
                  <a:off x="8428500" y="5743088"/>
                  <a:ext cx="2340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2">
              <p14:nvContentPartPr>
                <p14:cNvPr id="459" name="Ink 458">
                  <a:extLst>
                    <a:ext uri="{FF2B5EF4-FFF2-40B4-BE49-F238E27FC236}">
                      <a16:creationId xmlns:a16="http://schemas.microsoft.com/office/drawing/2014/main" id="{B493B9C0-CA48-5D79-F2EF-BF080E53A6D0}"/>
                    </a:ext>
                  </a:extLst>
                </p14:cNvPr>
                <p14:cNvContentPartPr/>
                <p14:nvPr/>
              </p14:nvContentPartPr>
              <p14:xfrm>
                <a:off x="8600580" y="5780888"/>
                <a:ext cx="187560" cy="111960"/>
              </p14:xfrm>
            </p:contentPart>
          </mc:Choice>
          <mc:Fallback xmlns="">
            <p:pic>
              <p:nvPicPr>
                <p:cNvPr id="459" name="Ink 458">
                  <a:extLst>
                    <a:ext uri="{FF2B5EF4-FFF2-40B4-BE49-F238E27FC236}">
                      <a16:creationId xmlns:a16="http://schemas.microsoft.com/office/drawing/2014/main" id="{B493B9C0-CA48-5D79-F2EF-BF080E53A6D0}"/>
                    </a:ext>
                  </a:extLst>
                </p:cNvPr>
                <p:cNvPicPr/>
                <p:nvPr/>
              </p:nvPicPr>
              <p:blipFill>
                <a:blip r:embed="rId763"/>
                <a:stretch>
                  <a:fillRect/>
                </a:stretch>
              </p:blipFill>
              <p:spPr>
                <a:xfrm>
                  <a:off x="8591940" y="5771888"/>
                  <a:ext cx="20520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4">
              <p14:nvContentPartPr>
                <p14:cNvPr id="460" name="Ink 459">
                  <a:extLst>
                    <a:ext uri="{FF2B5EF4-FFF2-40B4-BE49-F238E27FC236}">
                      <a16:creationId xmlns:a16="http://schemas.microsoft.com/office/drawing/2014/main" id="{4D572228-56C9-0435-9442-100CE174E4F0}"/>
                    </a:ext>
                  </a:extLst>
                </p14:cNvPr>
                <p14:cNvContentPartPr/>
                <p14:nvPr/>
              </p14:nvContentPartPr>
              <p14:xfrm>
                <a:off x="8920260" y="5803208"/>
                <a:ext cx="25560" cy="88200"/>
              </p14:xfrm>
            </p:contentPart>
          </mc:Choice>
          <mc:Fallback xmlns="">
            <p:pic>
              <p:nvPicPr>
                <p:cNvPr id="460" name="Ink 459">
                  <a:extLst>
                    <a:ext uri="{FF2B5EF4-FFF2-40B4-BE49-F238E27FC236}">
                      <a16:creationId xmlns:a16="http://schemas.microsoft.com/office/drawing/2014/main" id="{4D572228-56C9-0435-9442-100CE174E4F0}"/>
                    </a:ext>
                  </a:extLst>
                </p:cNvPr>
                <p:cNvPicPr/>
                <p:nvPr/>
              </p:nvPicPr>
              <p:blipFill>
                <a:blip r:embed="rId765"/>
                <a:stretch>
                  <a:fillRect/>
                </a:stretch>
              </p:blipFill>
              <p:spPr>
                <a:xfrm>
                  <a:off x="8911620" y="5794208"/>
                  <a:ext cx="4320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6">
              <p14:nvContentPartPr>
                <p14:cNvPr id="461" name="Ink 460">
                  <a:extLst>
                    <a:ext uri="{FF2B5EF4-FFF2-40B4-BE49-F238E27FC236}">
                      <a16:creationId xmlns:a16="http://schemas.microsoft.com/office/drawing/2014/main" id="{60A76E27-0DF2-E21C-5D8D-A5FCB3FAB104}"/>
                    </a:ext>
                  </a:extLst>
                </p14:cNvPr>
                <p14:cNvContentPartPr/>
                <p14:nvPr/>
              </p14:nvContentPartPr>
              <p14:xfrm>
                <a:off x="8829900" y="5771168"/>
                <a:ext cx="147960" cy="21960"/>
              </p14:xfrm>
            </p:contentPart>
          </mc:Choice>
          <mc:Fallback xmlns="">
            <p:pic>
              <p:nvPicPr>
                <p:cNvPr id="461" name="Ink 460">
                  <a:extLst>
                    <a:ext uri="{FF2B5EF4-FFF2-40B4-BE49-F238E27FC236}">
                      <a16:creationId xmlns:a16="http://schemas.microsoft.com/office/drawing/2014/main" id="{60A76E27-0DF2-E21C-5D8D-A5FCB3FAB104}"/>
                    </a:ext>
                  </a:extLst>
                </p:cNvPr>
                <p:cNvPicPr/>
                <p:nvPr/>
              </p:nvPicPr>
              <p:blipFill>
                <a:blip r:embed="rId767"/>
                <a:stretch>
                  <a:fillRect/>
                </a:stretch>
              </p:blipFill>
              <p:spPr>
                <a:xfrm>
                  <a:off x="8821260" y="5762528"/>
                  <a:ext cx="16560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8">
              <p14:nvContentPartPr>
                <p14:cNvPr id="462" name="Ink 461">
                  <a:extLst>
                    <a:ext uri="{FF2B5EF4-FFF2-40B4-BE49-F238E27FC236}">
                      <a16:creationId xmlns:a16="http://schemas.microsoft.com/office/drawing/2014/main" id="{41F140CC-A5F9-E9E6-7282-41BE19E8B79B}"/>
                    </a:ext>
                  </a:extLst>
                </p14:cNvPr>
                <p14:cNvContentPartPr/>
                <p14:nvPr/>
              </p14:nvContentPartPr>
              <p14:xfrm>
                <a:off x="9071100" y="5787728"/>
                <a:ext cx="151560" cy="338400"/>
              </p14:xfrm>
            </p:contentPart>
          </mc:Choice>
          <mc:Fallback xmlns="">
            <p:pic>
              <p:nvPicPr>
                <p:cNvPr id="462" name="Ink 461">
                  <a:extLst>
                    <a:ext uri="{FF2B5EF4-FFF2-40B4-BE49-F238E27FC236}">
                      <a16:creationId xmlns:a16="http://schemas.microsoft.com/office/drawing/2014/main" id="{41F140CC-A5F9-E9E6-7282-41BE19E8B79B}"/>
                    </a:ext>
                  </a:extLst>
                </p:cNvPr>
                <p:cNvPicPr/>
                <p:nvPr/>
              </p:nvPicPr>
              <p:blipFill>
                <a:blip r:embed="rId769"/>
                <a:stretch>
                  <a:fillRect/>
                </a:stretch>
              </p:blipFill>
              <p:spPr>
                <a:xfrm>
                  <a:off x="9062100" y="5778728"/>
                  <a:ext cx="169200" cy="3560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4779825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43C1D02-9EF0-4B54-8F25-4B26995385E2}"/>
                  </a:ext>
                </a:extLst>
              </p14:cNvPr>
              <p14:cNvContentPartPr/>
              <p14:nvPr/>
            </p14:nvContentPartPr>
            <p14:xfrm>
              <a:off x="380700" y="1173224"/>
              <a:ext cx="190080" cy="2397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43C1D02-9EF0-4B54-8F25-4B26995385E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1700" y="1164224"/>
                <a:ext cx="207720" cy="25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DB6C61D-67C7-05A7-6C87-2079F7695DE0}"/>
                  </a:ext>
                </a:extLst>
              </p14:cNvPr>
              <p14:cNvContentPartPr/>
              <p14:nvPr/>
            </p14:nvContentPartPr>
            <p14:xfrm>
              <a:off x="421740" y="1180424"/>
              <a:ext cx="118800" cy="2181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DB6C61D-67C7-05A7-6C87-2079F7695DE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13100" y="1171424"/>
                <a:ext cx="136440" cy="23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C43CB9C-C020-3484-8D38-A0520EC86438}"/>
                  </a:ext>
                </a:extLst>
              </p14:cNvPr>
              <p14:cNvContentPartPr/>
              <p14:nvPr/>
            </p14:nvContentPartPr>
            <p14:xfrm>
              <a:off x="586980" y="1354304"/>
              <a:ext cx="93600" cy="1224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C43CB9C-C020-3484-8D38-A0520EC8643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78340" y="1345304"/>
                <a:ext cx="111240" cy="14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5DC3E02-53AE-879F-A58F-6DC13441FD37}"/>
                  </a:ext>
                </a:extLst>
              </p14:cNvPr>
              <p14:cNvContentPartPr/>
              <p14:nvPr/>
            </p14:nvContentPartPr>
            <p14:xfrm>
              <a:off x="752580" y="1109144"/>
              <a:ext cx="72720" cy="3193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5DC3E02-53AE-879F-A58F-6DC13441FD37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43580" y="1100504"/>
                <a:ext cx="90360" cy="33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513FD89-611F-6678-84BD-21D8F9B6312A}"/>
                  </a:ext>
                </a:extLst>
              </p14:cNvPr>
              <p14:cNvContentPartPr/>
              <p14:nvPr/>
            </p14:nvContentPartPr>
            <p14:xfrm>
              <a:off x="824940" y="1340264"/>
              <a:ext cx="108720" cy="1929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513FD89-611F-6678-84BD-21D8F9B6312A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15940" y="1331624"/>
                <a:ext cx="126360" cy="21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E8F27D0C-A9B6-4AA4-3935-0BC5EBB40FA3}"/>
                  </a:ext>
                </a:extLst>
              </p14:cNvPr>
              <p14:cNvContentPartPr/>
              <p14:nvPr/>
            </p14:nvContentPartPr>
            <p14:xfrm>
              <a:off x="841500" y="1172864"/>
              <a:ext cx="4320" cy="36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E8F27D0C-A9B6-4AA4-3935-0BC5EBB40FA3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832500" y="1164224"/>
                <a:ext cx="21960" cy="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8B6C4F82-50FE-CB9F-AA21-0D49D1A943D2}"/>
                  </a:ext>
                </a:extLst>
              </p14:cNvPr>
              <p14:cNvContentPartPr/>
              <p14:nvPr/>
            </p14:nvContentPartPr>
            <p14:xfrm>
              <a:off x="966060" y="1142624"/>
              <a:ext cx="243000" cy="22932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8B6C4F82-50FE-CB9F-AA21-0D49D1A943D2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957420" y="1133984"/>
                <a:ext cx="260640" cy="24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0A63B97E-833A-8E6B-EC70-01A9D4B2341E}"/>
                  </a:ext>
                </a:extLst>
              </p14:cNvPr>
              <p14:cNvContentPartPr/>
              <p14:nvPr/>
            </p14:nvContentPartPr>
            <p14:xfrm>
              <a:off x="1168740" y="1059824"/>
              <a:ext cx="162360" cy="37260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0A63B97E-833A-8E6B-EC70-01A9D4B2341E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159740" y="1051184"/>
                <a:ext cx="180000" cy="39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E7D17458-0A1B-E2D8-4B3D-567360F5243F}"/>
                  </a:ext>
                </a:extLst>
              </p14:cNvPr>
              <p14:cNvContentPartPr/>
              <p14:nvPr/>
            </p14:nvContentPartPr>
            <p14:xfrm>
              <a:off x="1480140" y="1247024"/>
              <a:ext cx="88920" cy="2160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E7D17458-0A1B-E2D8-4B3D-567360F5243F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471140" y="1238024"/>
                <a:ext cx="10656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2EE13429-5B0D-4E27-A84C-AC3C3D9D0156}"/>
                  </a:ext>
                </a:extLst>
              </p14:cNvPr>
              <p14:cNvContentPartPr/>
              <p14:nvPr/>
            </p14:nvContentPartPr>
            <p14:xfrm>
              <a:off x="1458540" y="1218584"/>
              <a:ext cx="79200" cy="540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2EE13429-5B0D-4E27-A84C-AC3C3D9D0156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449900" y="1209944"/>
                <a:ext cx="96840" cy="2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6E990195-184D-5504-69D5-FF91A3E61AFF}"/>
                  </a:ext>
                </a:extLst>
              </p14:cNvPr>
              <p14:cNvContentPartPr/>
              <p14:nvPr/>
            </p14:nvContentPartPr>
            <p14:xfrm>
              <a:off x="1641060" y="1117784"/>
              <a:ext cx="166680" cy="24840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6E990195-184D-5504-69D5-FF91A3E61AFF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632060" y="1108784"/>
                <a:ext cx="184320" cy="26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58EA5F01-8983-4A2D-CDFB-1C64AE19A309}"/>
                  </a:ext>
                </a:extLst>
              </p14:cNvPr>
              <p14:cNvContentPartPr/>
              <p14:nvPr/>
            </p14:nvContentPartPr>
            <p14:xfrm>
              <a:off x="1610820" y="1032824"/>
              <a:ext cx="244080" cy="15732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58EA5F01-8983-4A2D-CDFB-1C64AE19A309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601820" y="1024184"/>
                <a:ext cx="261720" cy="17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BCBC702B-D36E-3D17-167C-1CB9DF8A71EB}"/>
                  </a:ext>
                </a:extLst>
              </p14:cNvPr>
              <p14:cNvContentPartPr/>
              <p14:nvPr/>
            </p14:nvContentPartPr>
            <p14:xfrm>
              <a:off x="1683180" y="1188704"/>
              <a:ext cx="163440" cy="3708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BCBC702B-D36E-3D17-167C-1CB9DF8A71EB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674180" y="1180064"/>
                <a:ext cx="181080" cy="5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549A4617-7B51-FD44-76B1-121146E147C7}"/>
                  </a:ext>
                </a:extLst>
              </p14:cNvPr>
              <p14:cNvContentPartPr/>
              <p14:nvPr/>
            </p14:nvContentPartPr>
            <p14:xfrm>
              <a:off x="1925820" y="947864"/>
              <a:ext cx="97560" cy="39744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549A4617-7B51-FD44-76B1-121146E147C7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917180" y="938864"/>
                <a:ext cx="115200" cy="41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0A9476CD-EAAD-A48A-C412-C85D29B394C1}"/>
                  </a:ext>
                </a:extLst>
              </p14:cNvPr>
              <p14:cNvContentPartPr/>
              <p14:nvPr/>
            </p14:nvContentPartPr>
            <p14:xfrm>
              <a:off x="2106540" y="1038944"/>
              <a:ext cx="267840" cy="18828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0A9476CD-EAAD-A48A-C412-C85D29B394C1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2097900" y="1030304"/>
                <a:ext cx="285480" cy="20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72E708F1-6369-B818-6302-0B36A9F0FEBC}"/>
                  </a:ext>
                </a:extLst>
              </p14:cNvPr>
              <p14:cNvContentPartPr/>
              <p14:nvPr/>
            </p14:nvContentPartPr>
            <p14:xfrm>
              <a:off x="2195100" y="1299584"/>
              <a:ext cx="102600" cy="5184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72E708F1-6369-B818-6302-0B36A9F0FEBC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2186460" y="1290944"/>
                <a:ext cx="120240" cy="6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46C6A26C-93C8-DA1A-6309-B0EE49BE4C9B}"/>
                  </a:ext>
                </a:extLst>
              </p14:cNvPr>
              <p14:cNvContentPartPr/>
              <p14:nvPr/>
            </p14:nvContentPartPr>
            <p14:xfrm>
              <a:off x="2483100" y="1127504"/>
              <a:ext cx="130320" cy="831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46C6A26C-93C8-DA1A-6309-B0EE49BE4C9B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2474460" y="1118504"/>
                <a:ext cx="147960" cy="10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0E39A386-9E54-07CE-6AC6-9F6B1FCD85A8}"/>
                  </a:ext>
                </a:extLst>
              </p14:cNvPr>
              <p14:cNvContentPartPr/>
              <p14:nvPr/>
            </p14:nvContentPartPr>
            <p14:xfrm>
              <a:off x="2524140" y="1142984"/>
              <a:ext cx="57960" cy="7884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0E39A386-9E54-07CE-6AC6-9F6B1FCD85A8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2515500" y="1134344"/>
                <a:ext cx="75600" cy="9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650FC514-7516-EF91-30AC-F66A307C80C0}"/>
                  </a:ext>
                </a:extLst>
              </p14:cNvPr>
              <p14:cNvContentPartPr/>
              <p14:nvPr/>
            </p14:nvContentPartPr>
            <p14:xfrm>
              <a:off x="2617740" y="1034984"/>
              <a:ext cx="135360" cy="21636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650FC514-7516-EF91-30AC-F66A307C80C0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2608740" y="1026344"/>
                <a:ext cx="153000" cy="23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528C4300-FEC0-6BB6-52B3-10B3A7AA7D12}"/>
                  </a:ext>
                </a:extLst>
              </p14:cNvPr>
              <p14:cNvContentPartPr/>
              <p14:nvPr/>
            </p14:nvContentPartPr>
            <p14:xfrm>
              <a:off x="2754900" y="1145864"/>
              <a:ext cx="112680" cy="5220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528C4300-FEC0-6BB6-52B3-10B3A7AA7D12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2746260" y="1136864"/>
                <a:ext cx="130320" cy="6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F6CA3467-8CC6-5FCD-8456-9A83F50D3DB3}"/>
                  </a:ext>
                </a:extLst>
              </p14:cNvPr>
              <p14:cNvContentPartPr/>
              <p14:nvPr/>
            </p14:nvContentPartPr>
            <p14:xfrm>
              <a:off x="2841660" y="1002584"/>
              <a:ext cx="157320" cy="26568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F6CA3467-8CC6-5FCD-8456-9A83F50D3DB3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2832660" y="993944"/>
                <a:ext cx="174960" cy="28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09324FC0-2E3A-3802-9B66-373F4B00E5FE}"/>
                  </a:ext>
                </a:extLst>
              </p14:cNvPr>
              <p14:cNvContentPartPr/>
              <p14:nvPr/>
            </p14:nvContentPartPr>
            <p14:xfrm>
              <a:off x="3127500" y="1002224"/>
              <a:ext cx="124920" cy="21456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09324FC0-2E3A-3802-9B66-373F4B00E5FE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3118500" y="993584"/>
                <a:ext cx="142560" cy="23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22D3D45B-1B4D-05D9-49EE-9980DA73E347}"/>
                  </a:ext>
                </a:extLst>
              </p14:cNvPr>
              <p14:cNvContentPartPr/>
              <p14:nvPr/>
            </p14:nvContentPartPr>
            <p14:xfrm>
              <a:off x="3339900" y="931664"/>
              <a:ext cx="62280" cy="29556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22D3D45B-1B4D-05D9-49EE-9980DA73E347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3331260" y="922664"/>
                <a:ext cx="79920" cy="31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EB73C25C-9DDE-A41B-1C15-B178BE22701C}"/>
                  </a:ext>
                </a:extLst>
              </p14:cNvPr>
              <p14:cNvContentPartPr/>
              <p14:nvPr/>
            </p14:nvContentPartPr>
            <p14:xfrm>
              <a:off x="3456180" y="997544"/>
              <a:ext cx="60480" cy="21420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EB73C25C-9DDE-A41B-1C15-B178BE22701C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3447180" y="988544"/>
                <a:ext cx="78120" cy="23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D35B132A-6173-FBF3-C88D-ABCADAE54ECC}"/>
                  </a:ext>
                </a:extLst>
              </p14:cNvPr>
              <p14:cNvContentPartPr/>
              <p14:nvPr/>
            </p14:nvContentPartPr>
            <p14:xfrm>
              <a:off x="3454740" y="1130384"/>
              <a:ext cx="83520" cy="936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D35B132A-6173-FBF3-C88D-ABCADAE54ECC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3445740" y="1121384"/>
                <a:ext cx="101160" cy="2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474C2559-5536-FF05-41AA-B83BD4B32D1C}"/>
                  </a:ext>
                </a:extLst>
              </p14:cNvPr>
              <p14:cNvContentPartPr/>
              <p14:nvPr/>
            </p14:nvContentPartPr>
            <p14:xfrm>
              <a:off x="3631500" y="1122104"/>
              <a:ext cx="52200" cy="432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474C2559-5536-FF05-41AA-B83BD4B32D1C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3622500" y="1113464"/>
                <a:ext cx="69840" cy="2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521E8C42-671F-D2FB-45B4-63A2E8CADD9B}"/>
                  </a:ext>
                </a:extLst>
              </p14:cNvPr>
              <p14:cNvContentPartPr/>
              <p14:nvPr/>
            </p14:nvContentPartPr>
            <p14:xfrm>
              <a:off x="3759660" y="1065224"/>
              <a:ext cx="132480" cy="10224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521E8C42-671F-D2FB-45B4-63A2E8CADD9B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3750660" y="1056224"/>
                <a:ext cx="150120" cy="11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1AA812FF-27B8-C995-CE31-D19B030D5B9E}"/>
                  </a:ext>
                </a:extLst>
              </p14:cNvPr>
              <p14:cNvContentPartPr/>
              <p14:nvPr/>
            </p14:nvContentPartPr>
            <p14:xfrm>
              <a:off x="3932820" y="1002584"/>
              <a:ext cx="70560" cy="14292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1AA812FF-27B8-C995-CE31-D19B030D5B9E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3923820" y="993944"/>
                <a:ext cx="88200" cy="16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EFEB5224-E3CC-3F48-9BC9-47D23EEB2281}"/>
                  </a:ext>
                </a:extLst>
              </p14:cNvPr>
              <p14:cNvContentPartPr/>
              <p14:nvPr/>
            </p14:nvContentPartPr>
            <p14:xfrm>
              <a:off x="3851460" y="968744"/>
              <a:ext cx="164880" cy="3384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EFEB5224-E3CC-3F48-9BC9-47D23EEB2281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3842460" y="960104"/>
                <a:ext cx="182520" cy="5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516307D4-3D43-F908-BBFF-C3B924256F84}"/>
                  </a:ext>
                </a:extLst>
              </p14:cNvPr>
              <p14:cNvContentPartPr/>
              <p14:nvPr/>
            </p14:nvContentPartPr>
            <p14:xfrm>
              <a:off x="4000140" y="881984"/>
              <a:ext cx="144720" cy="29844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516307D4-3D43-F908-BBFF-C3B924256F84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3991500" y="872984"/>
                <a:ext cx="162360" cy="31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477F4AF7-5F45-0B56-726F-13AE296591B0}"/>
                  </a:ext>
                </a:extLst>
              </p14:cNvPr>
              <p14:cNvContentPartPr/>
              <p14:nvPr/>
            </p14:nvContentPartPr>
            <p14:xfrm>
              <a:off x="4145580" y="846704"/>
              <a:ext cx="136080" cy="34452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477F4AF7-5F45-0B56-726F-13AE296591B0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4136940" y="838064"/>
                <a:ext cx="153720" cy="36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ABC3CE6F-952E-FC10-2C02-5763E6B8E8D9}"/>
                  </a:ext>
                </a:extLst>
              </p14:cNvPr>
              <p14:cNvContentPartPr/>
              <p14:nvPr/>
            </p14:nvContentPartPr>
            <p14:xfrm>
              <a:off x="1543140" y="1828784"/>
              <a:ext cx="69840" cy="576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ABC3CE6F-952E-FC10-2C02-5763E6B8E8D9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1534500" y="1820144"/>
                <a:ext cx="87480" cy="2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B7812B57-0428-5900-A454-326129846D8C}"/>
                  </a:ext>
                </a:extLst>
              </p14:cNvPr>
              <p14:cNvContentPartPr/>
              <p14:nvPr/>
            </p14:nvContentPartPr>
            <p14:xfrm>
              <a:off x="1541700" y="1769384"/>
              <a:ext cx="74160" cy="792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B7812B57-0428-5900-A454-326129846D8C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1533060" y="1760744"/>
                <a:ext cx="91800" cy="2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2DCA36FB-07A9-F7FC-8477-507CE28F1F73}"/>
                  </a:ext>
                </a:extLst>
              </p14:cNvPr>
              <p14:cNvContentPartPr/>
              <p14:nvPr/>
            </p14:nvContentPartPr>
            <p14:xfrm>
              <a:off x="1760580" y="1609904"/>
              <a:ext cx="276480" cy="25056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2DCA36FB-07A9-F7FC-8477-507CE28F1F73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1751940" y="1600904"/>
                <a:ext cx="294120" cy="26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7447B26D-1AD1-C555-1234-089D7474C307}"/>
                  </a:ext>
                </a:extLst>
              </p14:cNvPr>
              <p14:cNvContentPartPr/>
              <p14:nvPr/>
            </p14:nvContentPartPr>
            <p14:xfrm>
              <a:off x="1837980" y="1940024"/>
              <a:ext cx="122040" cy="5760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7447B26D-1AD1-C555-1234-089D7474C307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1828980" y="1931384"/>
                <a:ext cx="139680" cy="7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846C0879-807B-3440-1837-E3646047AFF6}"/>
                  </a:ext>
                </a:extLst>
              </p14:cNvPr>
              <p14:cNvContentPartPr/>
              <p14:nvPr/>
            </p14:nvContentPartPr>
            <p14:xfrm>
              <a:off x="2202660" y="1719704"/>
              <a:ext cx="117360" cy="10080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846C0879-807B-3440-1837-E3646047AFF6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2193660" y="1710704"/>
                <a:ext cx="135000" cy="11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5A7A5344-8B87-6DF5-6F33-E538D7A8ED9F}"/>
                  </a:ext>
                </a:extLst>
              </p14:cNvPr>
              <p14:cNvContentPartPr/>
              <p14:nvPr/>
            </p14:nvContentPartPr>
            <p14:xfrm>
              <a:off x="2246220" y="1735184"/>
              <a:ext cx="50400" cy="10368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5A7A5344-8B87-6DF5-6F33-E538D7A8ED9F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2237220" y="1726544"/>
                <a:ext cx="68040" cy="12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D0354073-5DF4-C62D-F9BA-0A3F40FE6438}"/>
                  </a:ext>
                </a:extLst>
              </p14:cNvPr>
              <p14:cNvContentPartPr/>
              <p14:nvPr/>
            </p14:nvContentPartPr>
            <p14:xfrm>
              <a:off x="2378700" y="1589384"/>
              <a:ext cx="98640" cy="26100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D0354073-5DF4-C62D-F9BA-0A3F40FE6438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2370060" y="1580384"/>
                <a:ext cx="116280" cy="27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1BABDBBB-C285-03FC-BEAE-B233EDC95152}"/>
                  </a:ext>
                </a:extLst>
              </p14:cNvPr>
              <p14:cNvContentPartPr/>
              <p14:nvPr/>
            </p14:nvContentPartPr>
            <p14:xfrm>
              <a:off x="2492820" y="1730144"/>
              <a:ext cx="151560" cy="6120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1BABDBBB-C285-03FC-BEAE-B233EDC95152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2483820" y="1721144"/>
                <a:ext cx="169200" cy="7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54F35C1C-70ED-B249-5EF1-27014743E536}"/>
                  </a:ext>
                </a:extLst>
              </p14:cNvPr>
              <p14:cNvContentPartPr/>
              <p14:nvPr/>
            </p14:nvContentPartPr>
            <p14:xfrm>
              <a:off x="2602620" y="1573184"/>
              <a:ext cx="114840" cy="26676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54F35C1C-70ED-B249-5EF1-27014743E536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2593980" y="1564184"/>
                <a:ext cx="132480" cy="28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DC46E78A-49CC-6103-BB8B-87F9813E17B3}"/>
                  </a:ext>
                </a:extLst>
              </p14:cNvPr>
              <p14:cNvContentPartPr/>
              <p14:nvPr/>
            </p14:nvContentPartPr>
            <p14:xfrm>
              <a:off x="2979900" y="1579304"/>
              <a:ext cx="55080" cy="21420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DC46E78A-49CC-6103-BB8B-87F9813E17B3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2971260" y="1570664"/>
                <a:ext cx="72720" cy="23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F9D215D7-B87A-6E50-4580-CC67A0D7F55E}"/>
                  </a:ext>
                </a:extLst>
              </p14:cNvPr>
              <p14:cNvContentPartPr/>
              <p14:nvPr/>
            </p14:nvContentPartPr>
            <p14:xfrm>
              <a:off x="2892420" y="1505504"/>
              <a:ext cx="257040" cy="14508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F9D215D7-B87A-6E50-4580-CC67A0D7F55E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2883420" y="1496864"/>
                <a:ext cx="274680" cy="16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DB9ACDE6-A8BD-74BB-C521-FCFC9813C54C}"/>
                  </a:ext>
                </a:extLst>
              </p14:cNvPr>
              <p14:cNvContentPartPr/>
              <p14:nvPr/>
            </p14:nvContentPartPr>
            <p14:xfrm>
              <a:off x="2961180" y="1637264"/>
              <a:ext cx="167400" cy="3816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DB9ACDE6-A8BD-74BB-C521-FCFC9813C54C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2952180" y="1628624"/>
                <a:ext cx="185040" cy="5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76A6F9FF-6079-27C4-CC9C-7A6665C96581}"/>
                  </a:ext>
                </a:extLst>
              </p14:cNvPr>
              <p14:cNvContentPartPr/>
              <p14:nvPr/>
            </p14:nvContentPartPr>
            <p14:xfrm>
              <a:off x="3257820" y="1486424"/>
              <a:ext cx="93240" cy="33696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76A6F9FF-6079-27C4-CC9C-7A6665C96581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3249180" y="1477784"/>
                <a:ext cx="110880" cy="35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6AF7D460-7D54-A6F7-1C29-E7F595238B72}"/>
                  </a:ext>
                </a:extLst>
              </p14:cNvPr>
              <p14:cNvContentPartPr/>
              <p14:nvPr/>
            </p14:nvContentPartPr>
            <p14:xfrm>
              <a:off x="3431700" y="1535744"/>
              <a:ext cx="116280" cy="17928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6AF7D460-7D54-A6F7-1C29-E7F595238B72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3422700" y="1527104"/>
                <a:ext cx="133920" cy="19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B7A11197-CD34-AA3D-45DB-F98E004E9F18}"/>
                  </a:ext>
                </a:extLst>
              </p14:cNvPr>
              <p14:cNvContentPartPr/>
              <p14:nvPr/>
            </p14:nvContentPartPr>
            <p14:xfrm>
              <a:off x="3625020" y="1503704"/>
              <a:ext cx="60840" cy="19152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B7A11197-CD34-AA3D-45DB-F98E004E9F18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3616020" y="1494704"/>
                <a:ext cx="78480" cy="20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6617C4A4-A427-143D-B472-72613669A1B7}"/>
                  </a:ext>
                </a:extLst>
              </p14:cNvPr>
              <p14:cNvContentPartPr/>
              <p14:nvPr/>
            </p14:nvContentPartPr>
            <p14:xfrm>
              <a:off x="3755700" y="1499024"/>
              <a:ext cx="65160" cy="18576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6617C4A4-A427-143D-B472-72613669A1B7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3747060" y="1490024"/>
                <a:ext cx="82800" cy="20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EC6CD4A9-6D03-188E-7844-2A08744FFDAD}"/>
                  </a:ext>
                </a:extLst>
              </p14:cNvPr>
              <p14:cNvContentPartPr/>
              <p14:nvPr/>
            </p14:nvContentPartPr>
            <p14:xfrm>
              <a:off x="3729060" y="1589744"/>
              <a:ext cx="95040" cy="1836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EC6CD4A9-6D03-188E-7844-2A08744FFDAD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3720060" y="1581104"/>
                <a:ext cx="11268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520F6C16-F45A-33F5-8BED-09B3C2B4E390}"/>
                  </a:ext>
                </a:extLst>
              </p14:cNvPr>
              <p14:cNvContentPartPr/>
              <p14:nvPr/>
            </p14:nvContentPartPr>
            <p14:xfrm>
              <a:off x="3901140" y="1581464"/>
              <a:ext cx="88920" cy="1296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520F6C16-F45A-33F5-8BED-09B3C2B4E390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3892500" y="1572464"/>
                <a:ext cx="106560" cy="3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140750BA-D6B2-FF79-BFD8-7B07634EC60A}"/>
                  </a:ext>
                </a:extLst>
              </p14:cNvPr>
              <p14:cNvContentPartPr/>
              <p14:nvPr/>
            </p14:nvContentPartPr>
            <p14:xfrm>
              <a:off x="4052340" y="1553384"/>
              <a:ext cx="106560" cy="6444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140750BA-D6B2-FF79-BFD8-7B07634EC60A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4043340" y="1544744"/>
                <a:ext cx="124200" cy="8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0A1C218B-7B8E-2B96-83D5-A2ECD8C03B47}"/>
                  </a:ext>
                </a:extLst>
              </p14:cNvPr>
              <p14:cNvContentPartPr/>
              <p14:nvPr/>
            </p14:nvContentPartPr>
            <p14:xfrm>
              <a:off x="4234140" y="1496144"/>
              <a:ext cx="50400" cy="11736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0A1C218B-7B8E-2B96-83D5-A2ECD8C03B47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4225140" y="1487504"/>
                <a:ext cx="68040" cy="13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779AF60D-8ACB-FC5D-E2DD-269C773814C8}"/>
                  </a:ext>
                </a:extLst>
              </p14:cNvPr>
              <p14:cNvContentPartPr/>
              <p14:nvPr/>
            </p14:nvContentPartPr>
            <p14:xfrm>
              <a:off x="4064220" y="1445744"/>
              <a:ext cx="248400" cy="2016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779AF60D-8ACB-FC5D-E2DD-269C773814C8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4055220" y="1437104"/>
                <a:ext cx="266040" cy="3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EDF4ADE3-DC0E-EB55-A757-89CDA850025E}"/>
                  </a:ext>
                </a:extLst>
              </p14:cNvPr>
              <p14:cNvContentPartPr/>
              <p14:nvPr/>
            </p14:nvContentPartPr>
            <p14:xfrm>
              <a:off x="4301460" y="1376624"/>
              <a:ext cx="141840" cy="27756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EDF4ADE3-DC0E-EB55-A757-89CDA850025E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4292820" y="1367984"/>
                <a:ext cx="159480" cy="29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10183CDF-FDDA-3224-B1DC-D0FD4CFE9DCE}"/>
                  </a:ext>
                </a:extLst>
              </p14:cNvPr>
              <p14:cNvContentPartPr/>
              <p14:nvPr/>
            </p14:nvContentPartPr>
            <p14:xfrm>
              <a:off x="4472820" y="1329824"/>
              <a:ext cx="114120" cy="34272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10183CDF-FDDA-3224-B1DC-D0FD4CFE9DCE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4463820" y="1321184"/>
                <a:ext cx="131760" cy="36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A4D7AC07-4FEC-D086-6199-EA6EC4963205}"/>
                  </a:ext>
                </a:extLst>
              </p14:cNvPr>
              <p14:cNvContentPartPr/>
              <p14:nvPr/>
            </p14:nvContentPartPr>
            <p14:xfrm>
              <a:off x="1626300" y="2348264"/>
              <a:ext cx="113400" cy="2232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A4D7AC07-4FEC-D086-6199-EA6EC4963205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1617660" y="2339624"/>
                <a:ext cx="131040" cy="3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C3761D50-BBD1-E171-C866-1FF26A2A8EE9}"/>
                  </a:ext>
                </a:extLst>
              </p14:cNvPr>
              <p14:cNvContentPartPr/>
              <p14:nvPr/>
            </p14:nvContentPartPr>
            <p14:xfrm>
              <a:off x="1646100" y="2306504"/>
              <a:ext cx="73800" cy="576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C3761D50-BBD1-E171-C866-1FF26A2A8EE9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1637460" y="2297864"/>
                <a:ext cx="91440" cy="2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ED1B0D4C-49AF-B5E9-7094-4D88BC26D916}"/>
                  </a:ext>
                </a:extLst>
              </p14:cNvPr>
              <p14:cNvContentPartPr/>
              <p14:nvPr/>
            </p14:nvContentPartPr>
            <p14:xfrm>
              <a:off x="1875780" y="2130104"/>
              <a:ext cx="295560" cy="20772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ED1B0D4C-49AF-B5E9-7094-4D88BC26D916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1866780" y="2121104"/>
                <a:ext cx="313200" cy="22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95587682-B0B4-3FD7-4A09-53AC549CB544}"/>
                  </a:ext>
                </a:extLst>
              </p14:cNvPr>
              <p14:cNvContentPartPr/>
              <p14:nvPr/>
            </p14:nvContentPartPr>
            <p14:xfrm>
              <a:off x="1943100" y="2431424"/>
              <a:ext cx="131400" cy="6372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95587682-B0B4-3FD7-4A09-53AC549CB544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1934460" y="2422784"/>
                <a:ext cx="149040" cy="8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F41109BC-F7C2-0E4E-E70A-CAF75B79CA20}"/>
                  </a:ext>
                </a:extLst>
              </p14:cNvPr>
              <p14:cNvContentPartPr/>
              <p14:nvPr/>
            </p14:nvContentPartPr>
            <p14:xfrm>
              <a:off x="2269980" y="2207864"/>
              <a:ext cx="131760" cy="9288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F41109BC-F7C2-0E4E-E70A-CAF75B79CA20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2261340" y="2198864"/>
                <a:ext cx="149400" cy="11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5E4DDADC-2151-450A-80A1-9970045D4575}"/>
                  </a:ext>
                </a:extLst>
              </p14:cNvPr>
              <p14:cNvContentPartPr/>
              <p14:nvPr/>
            </p14:nvContentPartPr>
            <p14:xfrm>
              <a:off x="2309940" y="2223704"/>
              <a:ext cx="74880" cy="9360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5E4DDADC-2151-450A-80A1-9970045D4575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2300940" y="2214704"/>
                <a:ext cx="92520" cy="11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13683167-B494-C066-5D4D-C11BF53BC180}"/>
                  </a:ext>
                </a:extLst>
              </p14:cNvPr>
              <p14:cNvContentPartPr/>
              <p14:nvPr/>
            </p14:nvContentPartPr>
            <p14:xfrm>
              <a:off x="2446380" y="2093744"/>
              <a:ext cx="123840" cy="26172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13683167-B494-C066-5D4D-C11BF53BC180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2437740" y="2085104"/>
                <a:ext cx="141480" cy="27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D598AFDB-7C38-39F5-B59C-8D3641143BF0}"/>
                  </a:ext>
                </a:extLst>
              </p14:cNvPr>
              <p14:cNvContentPartPr/>
              <p14:nvPr/>
            </p14:nvContentPartPr>
            <p14:xfrm>
              <a:off x="2566260" y="2243864"/>
              <a:ext cx="145800" cy="6192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D598AFDB-7C38-39F5-B59C-8D3641143BF0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2557620" y="2234864"/>
                <a:ext cx="163440" cy="7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A3204A36-44F2-EEEF-72BB-BBDC0CAC66DD}"/>
                  </a:ext>
                </a:extLst>
              </p14:cNvPr>
              <p14:cNvContentPartPr/>
              <p14:nvPr/>
            </p14:nvContentPartPr>
            <p14:xfrm>
              <a:off x="2685780" y="2077904"/>
              <a:ext cx="133920" cy="260280"/>
            </p14:xfrm>
          </p:contentPart>
        </mc:Choice>
        <mc:Fallback xmlns=""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A3204A36-44F2-EEEF-72BB-BBDC0CAC66DD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2677140" y="2069264"/>
                <a:ext cx="151560" cy="27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0A0CAC52-B7DB-9B2A-23F1-998DA209FC69}"/>
                  </a:ext>
                </a:extLst>
              </p14:cNvPr>
              <p14:cNvContentPartPr/>
              <p14:nvPr/>
            </p14:nvContentPartPr>
            <p14:xfrm>
              <a:off x="2949660" y="2187344"/>
              <a:ext cx="177840" cy="13068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0A0CAC52-B7DB-9B2A-23F1-998DA209FC69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2941020" y="2178704"/>
                <a:ext cx="195480" cy="14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739858E1-8749-0E77-CBE5-FEF1243E03ED}"/>
                  </a:ext>
                </a:extLst>
              </p14:cNvPr>
              <p14:cNvContentPartPr/>
              <p14:nvPr/>
            </p14:nvContentPartPr>
            <p14:xfrm>
              <a:off x="3135780" y="2093744"/>
              <a:ext cx="122040" cy="1512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739858E1-8749-0E77-CBE5-FEF1243E03ED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3126780" y="2085104"/>
                <a:ext cx="139680" cy="3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BE171D3F-A6D8-46EB-03B1-6AAAABE495C2}"/>
                  </a:ext>
                </a:extLst>
              </p14:cNvPr>
              <p14:cNvContentPartPr/>
              <p14:nvPr/>
            </p14:nvContentPartPr>
            <p14:xfrm>
              <a:off x="3327300" y="2057024"/>
              <a:ext cx="120600" cy="16272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BE171D3F-A6D8-46EB-03B1-6AAAABE495C2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3318300" y="2048024"/>
                <a:ext cx="138240" cy="18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09D3DB54-A7D2-05E9-3A6D-ECAFD2C4670D}"/>
                  </a:ext>
                </a:extLst>
              </p14:cNvPr>
              <p14:cNvContentPartPr/>
              <p14:nvPr/>
            </p14:nvContentPartPr>
            <p14:xfrm>
              <a:off x="3340260" y="1960904"/>
              <a:ext cx="6480" cy="864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09D3DB54-A7D2-05E9-3A6D-ECAFD2C4670D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3331620" y="1951904"/>
                <a:ext cx="24120" cy="2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ABC10F32-BDE3-4A50-1AFB-A6E9B70D97C0}"/>
                  </a:ext>
                </a:extLst>
              </p14:cNvPr>
              <p14:cNvContentPartPr/>
              <p14:nvPr/>
            </p14:nvContentPartPr>
            <p14:xfrm>
              <a:off x="3475620" y="1942904"/>
              <a:ext cx="213840" cy="129240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ABC10F32-BDE3-4A50-1AFB-A6E9B70D97C0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3466620" y="1933904"/>
                <a:ext cx="231480" cy="14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D718815B-0641-E120-BDC2-5883DE8F4DE0}"/>
                  </a:ext>
                </a:extLst>
              </p14:cNvPr>
              <p14:cNvContentPartPr/>
              <p14:nvPr/>
            </p14:nvContentPartPr>
            <p14:xfrm>
              <a:off x="3766500" y="1963064"/>
              <a:ext cx="33480" cy="9000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D718815B-0641-E120-BDC2-5883DE8F4DE0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3757500" y="1954064"/>
                <a:ext cx="51120" cy="10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243BE946-0741-AC7A-618D-DB7C81DF382B}"/>
                  </a:ext>
                </a:extLst>
              </p14:cNvPr>
              <p14:cNvContentPartPr/>
              <p14:nvPr/>
            </p14:nvContentPartPr>
            <p14:xfrm>
              <a:off x="3668220" y="1906184"/>
              <a:ext cx="171360" cy="2160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243BE946-0741-AC7A-618D-DB7C81DF382B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3659220" y="1897544"/>
                <a:ext cx="18900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9913D09F-D95A-118D-68F2-9078A53EFD32}"/>
                  </a:ext>
                </a:extLst>
              </p14:cNvPr>
              <p14:cNvContentPartPr/>
              <p14:nvPr/>
            </p14:nvContentPartPr>
            <p14:xfrm>
              <a:off x="3901500" y="1974944"/>
              <a:ext cx="154440" cy="5616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9913D09F-D95A-118D-68F2-9078A53EFD32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3892860" y="1965944"/>
                <a:ext cx="172080" cy="7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4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03B63C09-6D3E-10D1-931E-850D471421D3}"/>
                  </a:ext>
                </a:extLst>
              </p14:cNvPr>
              <p14:cNvContentPartPr/>
              <p14:nvPr/>
            </p14:nvContentPartPr>
            <p14:xfrm>
              <a:off x="4203180" y="2234144"/>
              <a:ext cx="120240" cy="6840"/>
            </p14:xfrm>
          </p:contentPart>
        </mc:Choice>
        <mc:Fallback xmlns=""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03B63C09-6D3E-10D1-931E-850D471421D3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4194540" y="2225144"/>
                <a:ext cx="137880" cy="2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6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1BD438B0-7FEB-92A3-F5A7-EB259C8655D1}"/>
                  </a:ext>
                </a:extLst>
              </p14:cNvPr>
              <p14:cNvContentPartPr/>
              <p14:nvPr/>
            </p14:nvContentPartPr>
            <p14:xfrm>
              <a:off x="4203180" y="2167544"/>
              <a:ext cx="119520" cy="9720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1BD438B0-7FEB-92A3-F5A7-EB259C8655D1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4194540" y="2158904"/>
                <a:ext cx="137160" cy="2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8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4ED9399B-7E1F-A167-ECF5-CE76CAAAE927}"/>
                  </a:ext>
                </a:extLst>
              </p14:cNvPr>
              <p14:cNvContentPartPr/>
              <p14:nvPr/>
            </p14:nvContentPartPr>
            <p14:xfrm>
              <a:off x="4579740" y="2019224"/>
              <a:ext cx="213840" cy="268560"/>
            </p14:xfrm>
          </p:contentPart>
        </mc:Choice>
        <mc:Fallback xmlns=""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4ED9399B-7E1F-A167-ECF5-CE76CAAAE927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4571100" y="2010584"/>
                <a:ext cx="231480" cy="28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0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FD202448-7200-B9E4-B0B8-314F81AD76EC}"/>
                  </a:ext>
                </a:extLst>
              </p14:cNvPr>
              <p14:cNvContentPartPr/>
              <p14:nvPr/>
            </p14:nvContentPartPr>
            <p14:xfrm>
              <a:off x="4626900" y="2029304"/>
              <a:ext cx="96120" cy="237960"/>
            </p14:xfrm>
          </p:contentPart>
        </mc:Choice>
        <mc:Fallback xmlns=""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FD202448-7200-B9E4-B0B8-314F81AD76EC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4617900" y="2020664"/>
                <a:ext cx="113760" cy="25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2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BD86EA28-13A4-350A-3B3C-628462C26825}"/>
                  </a:ext>
                </a:extLst>
              </p14:cNvPr>
              <p14:cNvContentPartPr/>
              <p14:nvPr/>
            </p14:nvContentPartPr>
            <p14:xfrm>
              <a:off x="4852620" y="1959824"/>
              <a:ext cx="77040" cy="293760"/>
            </p14:xfrm>
          </p:contentPart>
        </mc:Choice>
        <mc:Fallback xmlns=""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BD86EA28-13A4-350A-3B3C-628462C26825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4843980" y="1950824"/>
                <a:ext cx="94680" cy="31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4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E8FE537B-EAAD-7D59-1086-AD0C4811BB06}"/>
                  </a:ext>
                </a:extLst>
              </p14:cNvPr>
              <p14:cNvContentPartPr/>
              <p14:nvPr/>
            </p14:nvContentPartPr>
            <p14:xfrm>
              <a:off x="4976100" y="2114984"/>
              <a:ext cx="148320" cy="135720"/>
            </p14:xfrm>
          </p:contentPart>
        </mc:Choice>
        <mc:Fallback xmlns=""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E8FE537B-EAAD-7D59-1086-AD0C4811BB06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4967460" y="2106344"/>
                <a:ext cx="165960" cy="15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6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73C2A458-04C1-6466-CB34-D43354AB4500}"/>
                  </a:ext>
                </a:extLst>
              </p14:cNvPr>
              <p14:cNvContentPartPr/>
              <p14:nvPr/>
            </p14:nvContentPartPr>
            <p14:xfrm>
              <a:off x="5169780" y="1974224"/>
              <a:ext cx="92160" cy="196200"/>
            </p14:xfrm>
          </p:contentPart>
        </mc:Choice>
        <mc:Fallback xmlns=""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73C2A458-04C1-6466-CB34-D43354AB4500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5161140" y="1965224"/>
                <a:ext cx="109800" cy="21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8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408625AF-0D21-46CC-D745-363A6969C16C}"/>
                  </a:ext>
                </a:extLst>
              </p14:cNvPr>
              <p14:cNvContentPartPr/>
              <p14:nvPr/>
            </p14:nvContentPartPr>
            <p14:xfrm>
              <a:off x="5132700" y="1866944"/>
              <a:ext cx="9360" cy="3600"/>
            </p14:xfrm>
          </p:contentPart>
        </mc:Choice>
        <mc:Fallback xmlns=""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408625AF-0D21-46CC-D745-363A6969C16C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5124060" y="1858304"/>
                <a:ext cx="27000" cy="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0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E833E340-738D-0B11-284D-9978648571BA}"/>
                  </a:ext>
                </a:extLst>
              </p14:cNvPr>
              <p14:cNvContentPartPr/>
              <p14:nvPr/>
            </p14:nvContentPartPr>
            <p14:xfrm>
              <a:off x="5262660" y="1902944"/>
              <a:ext cx="187920" cy="98280"/>
            </p14:xfrm>
          </p:contentPart>
        </mc:Choice>
        <mc:Fallback xmlns=""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E833E340-738D-0B11-284D-9978648571BA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5254020" y="1893944"/>
                <a:ext cx="205560" cy="11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2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27BEE419-DA85-74C1-E7A2-DB1A113094EB}"/>
                  </a:ext>
                </a:extLst>
              </p14:cNvPr>
              <p14:cNvContentPartPr/>
              <p14:nvPr/>
            </p14:nvContentPartPr>
            <p14:xfrm>
              <a:off x="5501700" y="1906904"/>
              <a:ext cx="131040" cy="313920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27BEE419-DA85-74C1-E7A2-DB1A113094EB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5493060" y="1897904"/>
                <a:ext cx="148680" cy="33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4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AB4CA5F5-F360-DC55-AC9A-42A470A668AF}"/>
                  </a:ext>
                </a:extLst>
              </p14:cNvPr>
              <p14:cNvContentPartPr/>
              <p14:nvPr/>
            </p14:nvContentPartPr>
            <p14:xfrm>
              <a:off x="5724540" y="1920584"/>
              <a:ext cx="31320" cy="484560"/>
            </p14:xfrm>
          </p:contentPart>
        </mc:Choice>
        <mc:Fallback xmlns=""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AB4CA5F5-F360-DC55-AC9A-42A470A668AF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5715540" y="1911584"/>
                <a:ext cx="48960" cy="50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6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3858D855-1ECC-177F-7022-01F48AC83346}"/>
                  </a:ext>
                </a:extLst>
              </p14:cNvPr>
              <p14:cNvContentPartPr/>
              <p14:nvPr/>
            </p14:nvContentPartPr>
            <p14:xfrm>
              <a:off x="5850180" y="2322704"/>
              <a:ext cx="167400" cy="98640"/>
            </p14:xfrm>
          </p:contentPart>
        </mc:Choice>
        <mc:Fallback xmlns=""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3858D855-1ECC-177F-7022-01F48AC83346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5841180" y="2313704"/>
                <a:ext cx="185040" cy="11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8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8FBA2F06-C337-A0C2-5B59-599EE669C5D6}"/>
                  </a:ext>
                </a:extLst>
              </p14:cNvPr>
              <p14:cNvContentPartPr/>
              <p14:nvPr/>
            </p14:nvContentPartPr>
            <p14:xfrm>
              <a:off x="6182820" y="2400104"/>
              <a:ext cx="108720" cy="6480"/>
            </p14:xfrm>
          </p:contentPart>
        </mc:Choice>
        <mc:Fallback xmlns=""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8FBA2F06-C337-A0C2-5B59-599EE669C5D6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6174180" y="2391464"/>
                <a:ext cx="126360" cy="2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0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8AFE67BE-3E36-3C21-5479-E0396F23F405}"/>
                  </a:ext>
                </a:extLst>
              </p14:cNvPr>
              <p14:cNvContentPartPr/>
              <p14:nvPr/>
            </p14:nvContentPartPr>
            <p14:xfrm>
              <a:off x="6198300" y="2337824"/>
              <a:ext cx="67320" cy="16200"/>
            </p14:xfrm>
          </p:contentPart>
        </mc:Choice>
        <mc:Fallback xmlns=""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8AFE67BE-3E36-3C21-5479-E0396F23F405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6189660" y="2329184"/>
                <a:ext cx="84960" cy="3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2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2EC5E878-0F7A-7121-3D98-EE8B1B09160D}"/>
                  </a:ext>
                </a:extLst>
              </p14:cNvPr>
              <p14:cNvContentPartPr/>
              <p14:nvPr/>
            </p14:nvContentPartPr>
            <p14:xfrm>
              <a:off x="6405660" y="2265104"/>
              <a:ext cx="259920" cy="151200"/>
            </p14:xfrm>
          </p:contentPart>
        </mc:Choice>
        <mc:Fallback xmlns=""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2EC5E878-0F7A-7121-3D98-EE8B1B09160D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6397020" y="2256464"/>
                <a:ext cx="277560" cy="16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4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694B6106-74FB-BCBD-EF4B-780E45049DC6}"/>
                  </a:ext>
                </a:extLst>
              </p14:cNvPr>
              <p14:cNvContentPartPr/>
              <p14:nvPr/>
            </p14:nvContentPartPr>
            <p14:xfrm>
              <a:off x="6759180" y="2288864"/>
              <a:ext cx="33840" cy="98640"/>
            </p14:xfrm>
          </p:contentPart>
        </mc:Choice>
        <mc:Fallback xmlns=""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694B6106-74FB-BCBD-EF4B-780E45049DC6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6750180" y="2280224"/>
                <a:ext cx="51480" cy="11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6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7180A7D0-1800-E643-AF20-53050BB90779}"/>
                  </a:ext>
                </a:extLst>
              </p14:cNvPr>
              <p14:cNvContentPartPr/>
              <p14:nvPr/>
            </p14:nvContentPartPr>
            <p14:xfrm>
              <a:off x="6656220" y="2261504"/>
              <a:ext cx="201960" cy="10800"/>
            </p14:xfrm>
          </p:contentPart>
        </mc:Choice>
        <mc:Fallback xmlns=""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7180A7D0-1800-E643-AF20-53050BB90779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6647220" y="2252504"/>
                <a:ext cx="219600" cy="2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8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1B21967A-E05B-50EC-F768-6509BF01F530}"/>
                  </a:ext>
                </a:extLst>
              </p14:cNvPr>
              <p14:cNvContentPartPr/>
              <p14:nvPr/>
            </p14:nvContentPartPr>
            <p14:xfrm>
              <a:off x="7145820" y="2171144"/>
              <a:ext cx="81000" cy="16560"/>
            </p14:xfrm>
          </p:contentPart>
        </mc:Choice>
        <mc:Fallback xmlns=""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1B21967A-E05B-50EC-F768-6509BF01F530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7137180" y="2162144"/>
                <a:ext cx="98640" cy="3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0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3A7DF1CF-804E-E8A9-3EC7-0A2FE34187B5}"/>
                  </a:ext>
                </a:extLst>
              </p14:cNvPr>
              <p14:cNvContentPartPr/>
              <p14:nvPr/>
            </p14:nvContentPartPr>
            <p14:xfrm>
              <a:off x="7149780" y="2125064"/>
              <a:ext cx="61560" cy="6480"/>
            </p14:xfrm>
          </p:contentPart>
        </mc:Choice>
        <mc:Fallback xmlns=""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3A7DF1CF-804E-E8A9-3EC7-0A2FE34187B5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7140780" y="2116064"/>
                <a:ext cx="79200" cy="2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2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0F086D19-04F3-6DD8-A040-06FBB21979AF}"/>
                  </a:ext>
                </a:extLst>
              </p14:cNvPr>
              <p14:cNvContentPartPr/>
              <p14:nvPr/>
            </p14:nvContentPartPr>
            <p14:xfrm>
              <a:off x="7334820" y="2007344"/>
              <a:ext cx="243720" cy="261360"/>
            </p14:xfrm>
          </p:contentPart>
        </mc:Choice>
        <mc:Fallback xmlns=""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0F086D19-04F3-6DD8-A040-06FBB21979AF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7326180" y="1998344"/>
                <a:ext cx="261360" cy="27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4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C9DCFE6F-82B2-9A88-85A4-0B36242B0844}"/>
                  </a:ext>
                </a:extLst>
              </p14:cNvPr>
              <p14:cNvContentPartPr/>
              <p14:nvPr/>
            </p14:nvContentPartPr>
            <p14:xfrm>
              <a:off x="7393140" y="2011304"/>
              <a:ext cx="98280" cy="274680"/>
            </p14:xfrm>
          </p:contentPart>
        </mc:Choice>
        <mc:Fallback xmlns=""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C9DCFE6F-82B2-9A88-85A4-0B36242B0844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7384140" y="2002304"/>
                <a:ext cx="115920" cy="29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6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BE533B0B-10F6-1B24-C12B-213796FC79FF}"/>
                  </a:ext>
                </a:extLst>
              </p14:cNvPr>
              <p14:cNvContentPartPr/>
              <p14:nvPr/>
            </p14:nvContentPartPr>
            <p14:xfrm>
              <a:off x="7638660" y="1964504"/>
              <a:ext cx="118080" cy="320760"/>
            </p14:xfrm>
          </p:contentPart>
        </mc:Choice>
        <mc:Fallback xmlns=""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BE533B0B-10F6-1B24-C12B-213796FC79FF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7629660" y="1955864"/>
                <a:ext cx="135720" cy="33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8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603B9A88-2A5B-8C45-F51D-11E13CBD8BDD}"/>
                  </a:ext>
                </a:extLst>
              </p14:cNvPr>
              <p14:cNvContentPartPr/>
              <p14:nvPr/>
            </p14:nvContentPartPr>
            <p14:xfrm>
              <a:off x="7746300" y="2130104"/>
              <a:ext cx="178920" cy="135720"/>
            </p14:xfrm>
          </p:contentPart>
        </mc:Choice>
        <mc:Fallback xmlns=""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603B9A88-2A5B-8C45-F51D-11E13CBD8BDD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7737300" y="2121104"/>
                <a:ext cx="196560" cy="15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0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2245D4E8-ED3A-CEB7-FA87-3089A7E9FA4C}"/>
                  </a:ext>
                </a:extLst>
              </p14:cNvPr>
              <p14:cNvContentPartPr/>
              <p14:nvPr/>
            </p14:nvContentPartPr>
            <p14:xfrm>
              <a:off x="7924140" y="1974224"/>
              <a:ext cx="107640" cy="209160"/>
            </p14:xfrm>
          </p:contentPart>
        </mc:Choice>
        <mc:Fallback xmlns=""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2245D4E8-ED3A-CEB7-FA87-3089A7E9FA4C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7915500" y="1965584"/>
                <a:ext cx="125280" cy="22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2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3A9E74EE-16FF-81CA-BA9D-579522CD674C}"/>
                  </a:ext>
                </a:extLst>
              </p14:cNvPr>
              <p14:cNvContentPartPr/>
              <p14:nvPr/>
            </p14:nvContentPartPr>
            <p14:xfrm>
              <a:off x="7886340" y="1871264"/>
              <a:ext cx="5760" cy="4680"/>
            </p14:xfrm>
          </p:contentPart>
        </mc:Choice>
        <mc:Fallback xmlns=""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3A9E74EE-16FF-81CA-BA9D-579522CD674C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7877700" y="1862264"/>
                <a:ext cx="23400" cy="2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4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223D591A-1377-482A-C186-CF4E2FC8E68D}"/>
                  </a:ext>
                </a:extLst>
              </p14:cNvPr>
              <p14:cNvContentPartPr/>
              <p14:nvPr/>
            </p14:nvContentPartPr>
            <p14:xfrm>
              <a:off x="8049780" y="1900064"/>
              <a:ext cx="187560" cy="111960"/>
            </p14:xfrm>
          </p:contentPart>
        </mc:Choice>
        <mc:Fallback xmlns=""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223D591A-1377-482A-C186-CF4E2FC8E68D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8041140" y="1891064"/>
                <a:ext cx="205200" cy="12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6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5E66B308-2051-C936-42AC-EE1F70D30ACE}"/>
                  </a:ext>
                </a:extLst>
              </p14:cNvPr>
              <p14:cNvContentPartPr/>
              <p14:nvPr/>
            </p14:nvContentPartPr>
            <p14:xfrm>
              <a:off x="8369460" y="1922384"/>
              <a:ext cx="25560" cy="88200"/>
            </p14:xfrm>
          </p:contentPart>
        </mc:Choice>
        <mc:Fallback xmlns=""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5E66B308-2051-C936-42AC-EE1F70D30ACE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8360820" y="1913384"/>
                <a:ext cx="43200" cy="10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8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95DF1C1D-F8E2-0584-515E-EDF97F4758BE}"/>
                  </a:ext>
                </a:extLst>
              </p14:cNvPr>
              <p14:cNvContentPartPr/>
              <p14:nvPr/>
            </p14:nvContentPartPr>
            <p14:xfrm>
              <a:off x="8279100" y="1890344"/>
              <a:ext cx="147960" cy="21960"/>
            </p14:xfrm>
          </p:contentPart>
        </mc:Choice>
        <mc:Fallback xmlns=""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95DF1C1D-F8E2-0584-515E-EDF97F4758BE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8270460" y="1881704"/>
                <a:ext cx="165600" cy="3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0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DB7E1E0B-7D93-E96B-96F0-8B2AB2BB32D3}"/>
                  </a:ext>
                </a:extLst>
              </p14:cNvPr>
              <p14:cNvContentPartPr/>
              <p14:nvPr/>
            </p14:nvContentPartPr>
            <p14:xfrm>
              <a:off x="8520300" y="1906904"/>
              <a:ext cx="151560" cy="338400"/>
            </p14:xfrm>
          </p:contentPart>
        </mc:Choice>
        <mc:Fallback xmlns=""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DB7E1E0B-7D93-E96B-96F0-8B2AB2BB32D3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8511300" y="1897904"/>
                <a:ext cx="169200" cy="35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2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505A23D7-53CD-1214-C218-AE3E2B868C9A}"/>
                  </a:ext>
                </a:extLst>
              </p14:cNvPr>
              <p14:cNvContentPartPr/>
              <p14:nvPr/>
            </p14:nvContentPartPr>
            <p14:xfrm>
              <a:off x="7575725" y="3006728"/>
              <a:ext cx="254520" cy="244800"/>
            </p14:xfrm>
          </p:contentPart>
        </mc:Choice>
        <mc:Fallback xmlns=""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505A23D7-53CD-1214-C218-AE3E2B868C9A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7566725" y="2998088"/>
                <a:ext cx="272160" cy="26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4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B3565A34-656D-52E9-4F79-6312432AD395}"/>
                  </a:ext>
                </a:extLst>
              </p14:cNvPr>
              <p14:cNvContentPartPr/>
              <p14:nvPr/>
            </p14:nvContentPartPr>
            <p14:xfrm>
              <a:off x="7613165" y="3009968"/>
              <a:ext cx="119160" cy="255960"/>
            </p14:xfrm>
          </p:contentPart>
        </mc:Choice>
        <mc:Fallback xmlns=""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B3565A34-656D-52E9-4F79-6312432AD395}"/>
                  </a:ext>
                </a:extLst>
              </p:cNvPr>
              <p:cNvPicPr/>
              <p:nvPr/>
            </p:nvPicPr>
            <p:blipFill>
              <a:blip r:embed="rId205"/>
              <a:stretch>
                <a:fillRect/>
              </a:stretch>
            </p:blipFill>
            <p:spPr>
              <a:xfrm>
                <a:off x="7604525" y="3001328"/>
                <a:ext cx="136800" cy="27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6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F16FC44E-5C79-4085-F893-6C05B1E7236C}"/>
                  </a:ext>
                </a:extLst>
              </p14:cNvPr>
              <p14:cNvContentPartPr/>
              <p14:nvPr/>
            </p14:nvContentPartPr>
            <p14:xfrm>
              <a:off x="7867325" y="3281768"/>
              <a:ext cx="187560" cy="101880"/>
            </p14:xfrm>
          </p:contentPart>
        </mc:Choice>
        <mc:Fallback xmlns=""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F16FC44E-5C79-4085-F893-6C05B1E7236C}"/>
                  </a:ext>
                </a:extLst>
              </p:cNvPr>
              <p:cNvPicPr/>
              <p:nvPr/>
            </p:nvPicPr>
            <p:blipFill>
              <a:blip r:embed="rId207"/>
              <a:stretch>
                <a:fillRect/>
              </a:stretch>
            </p:blipFill>
            <p:spPr>
              <a:xfrm>
                <a:off x="7858685" y="3272768"/>
                <a:ext cx="205200" cy="11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8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831DC779-378F-B461-27FF-DC39DC2D4BB2}"/>
                  </a:ext>
                </a:extLst>
              </p14:cNvPr>
              <p14:cNvContentPartPr/>
              <p14:nvPr/>
            </p14:nvContentPartPr>
            <p14:xfrm>
              <a:off x="8089805" y="3054248"/>
              <a:ext cx="89280" cy="257760"/>
            </p14:xfrm>
          </p:contentPart>
        </mc:Choice>
        <mc:Fallback xmlns=""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831DC779-378F-B461-27FF-DC39DC2D4BB2}"/>
                  </a:ext>
                </a:extLst>
              </p:cNvPr>
              <p:cNvPicPr/>
              <p:nvPr/>
            </p:nvPicPr>
            <p:blipFill>
              <a:blip r:embed="rId209"/>
              <a:stretch>
                <a:fillRect/>
              </a:stretch>
            </p:blipFill>
            <p:spPr>
              <a:xfrm>
                <a:off x="8081165" y="3045608"/>
                <a:ext cx="106920" cy="27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0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7608CDE4-4702-8A4A-2126-3B4F01B45619}"/>
                  </a:ext>
                </a:extLst>
              </p14:cNvPr>
              <p14:cNvContentPartPr/>
              <p14:nvPr/>
            </p14:nvContentPartPr>
            <p14:xfrm>
              <a:off x="8225165" y="3261968"/>
              <a:ext cx="116640" cy="239760"/>
            </p14:xfrm>
          </p:contentPart>
        </mc:Choice>
        <mc:Fallback xmlns=""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7608CDE4-4702-8A4A-2126-3B4F01B45619}"/>
                  </a:ext>
                </a:extLst>
              </p:cNvPr>
              <p:cNvPicPr/>
              <p:nvPr/>
            </p:nvPicPr>
            <p:blipFill>
              <a:blip r:embed="rId211"/>
              <a:stretch>
                <a:fillRect/>
              </a:stretch>
            </p:blipFill>
            <p:spPr>
              <a:xfrm>
                <a:off x="8216525" y="3253328"/>
                <a:ext cx="134280" cy="25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2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9685317F-F10D-4646-5308-9EF8EF273C60}"/>
                  </a:ext>
                </a:extLst>
              </p14:cNvPr>
              <p14:cNvContentPartPr/>
              <p14:nvPr/>
            </p14:nvContentPartPr>
            <p14:xfrm>
              <a:off x="8229125" y="3142808"/>
              <a:ext cx="7560" cy="5760"/>
            </p14:xfrm>
          </p:contentPart>
        </mc:Choice>
        <mc:Fallback xmlns=""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9685317F-F10D-4646-5308-9EF8EF273C60}"/>
                  </a:ext>
                </a:extLst>
              </p:cNvPr>
              <p:cNvPicPr/>
              <p:nvPr/>
            </p:nvPicPr>
            <p:blipFill>
              <a:blip r:embed="rId213"/>
              <a:stretch>
                <a:fillRect/>
              </a:stretch>
            </p:blipFill>
            <p:spPr>
              <a:xfrm>
                <a:off x="8220125" y="3133808"/>
                <a:ext cx="25200" cy="2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4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84D6C869-1421-6FCB-8198-3790A205B183}"/>
                  </a:ext>
                </a:extLst>
              </p14:cNvPr>
              <p14:cNvContentPartPr/>
              <p14:nvPr/>
            </p14:nvContentPartPr>
            <p14:xfrm>
              <a:off x="8345405" y="3115808"/>
              <a:ext cx="294480" cy="172440"/>
            </p14:xfrm>
          </p:contentPart>
        </mc:Choice>
        <mc:Fallback xmlns=""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84D6C869-1421-6FCB-8198-3790A205B183}"/>
                  </a:ext>
                </a:extLst>
              </p:cNvPr>
              <p:cNvPicPr/>
              <p:nvPr/>
            </p:nvPicPr>
            <p:blipFill>
              <a:blip r:embed="rId215"/>
              <a:stretch>
                <a:fillRect/>
              </a:stretch>
            </p:blipFill>
            <p:spPr>
              <a:xfrm>
                <a:off x="8336765" y="3107168"/>
                <a:ext cx="312120" cy="19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6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A8F07EBB-D41A-4F7D-5952-96C9F80162B1}"/>
                  </a:ext>
                </a:extLst>
              </p14:cNvPr>
              <p14:cNvContentPartPr/>
              <p14:nvPr/>
            </p14:nvContentPartPr>
            <p14:xfrm>
              <a:off x="8532245" y="2997368"/>
              <a:ext cx="229680" cy="367560"/>
            </p14:xfrm>
          </p:contentPart>
        </mc:Choice>
        <mc:Fallback xmlns=""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A8F07EBB-D41A-4F7D-5952-96C9F80162B1}"/>
                  </a:ext>
                </a:extLst>
              </p:cNvPr>
              <p:cNvPicPr/>
              <p:nvPr/>
            </p:nvPicPr>
            <p:blipFill>
              <a:blip r:embed="rId217"/>
              <a:stretch>
                <a:fillRect/>
              </a:stretch>
            </p:blipFill>
            <p:spPr>
              <a:xfrm>
                <a:off x="8523605" y="2988368"/>
                <a:ext cx="247320" cy="38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8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60F4D8B7-0273-CF55-2516-1E2BAB1E87F3}"/>
                  </a:ext>
                </a:extLst>
              </p14:cNvPr>
              <p14:cNvContentPartPr/>
              <p14:nvPr/>
            </p14:nvContentPartPr>
            <p14:xfrm>
              <a:off x="8891885" y="3264128"/>
              <a:ext cx="181080" cy="29520"/>
            </p14:xfrm>
          </p:contentPart>
        </mc:Choice>
        <mc:Fallback xmlns=""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60F4D8B7-0273-CF55-2516-1E2BAB1E87F3}"/>
                  </a:ext>
                </a:extLst>
              </p:cNvPr>
              <p:cNvPicPr/>
              <p:nvPr/>
            </p:nvPicPr>
            <p:blipFill>
              <a:blip r:embed="rId219"/>
              <a:stretch>
                <a:fillRect/>
              </a:stretch>
            </p:blipFill>
            <p:spPr>
              <a:xfrm>
                <a:off x="8883245" y="3255488"/>
                <a:ext cx="198720" cy="4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0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49D6C43C-351D-26F9-98A8-C4991655DDBC}"/>
                  </a:ext>
                </a:extLst>
              </p14:cNvPr>
              <p14:cNvContentPartPr/>
              <p14:nvPr/>
            </p14:nvContentPartPr>
            <p14:xfrm>
              <a:off x="8927165" y="3199688"/>
              <a:ext cx="93960" cy="16200"/>
            </p14:xfrm>
          </p:contentPart>
        </mc:Choice>
        <mc:Fallback xmlns=""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49D6C43C-351D-26F9-98A8-C4991655DDBC}"/>
                  </a:ext>
                </a:extLst>
              </p:cNvPr>
              <p:cNvPicPr/>
              <p:nvPr/>
            </p:nvPicPr>
            <p:blipFill>
              <a:blip r:embed="rId221"/>
              <a:stretch>
                <a:fillRect/>
              </a:stretch>
            </p:blipFill>
            <p:spPr>
              <a:xfrm>
                <a:off x="8918525" y="3191048"/>
                <a:ext cx="111600" cy="3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2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C6DCA6ED-6B4F-F8A4-D28B-C9197F7011C3}"/>
                  </a:ext>
                </a:extLst>
              </p14:cNvPr>
              <p14:cNvContentPartPr/>
              <p14:nvPr/>
            </p14:nvContentPartPr>
            <p14:xfrm>
              <a:off x="9234245" y="3004568"/>
              <a:ext cx="36360" cy="101520"/>
            </p14:xfrm>
          </p:contentPart>
        </mc:Choice>
        <mc:Fallback xmlns=""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C6DCA6ED-6B4F-F8A4-D28B-C9197F7011C3}"/>
                  </a:ext>
                </a:extLst>
              </p:cNvPr>
              <p:cNvPicPr/>
              <p:nvPr/>
            </p:nvPicPr>
            <p:blipFill>
              <a:blip r:embed="rId223"/>
              <a:stretch>
                <a:fillRect/>
              </a:stretch>
            </p:blipFill>
            <p:spPr>
              <a:xfrm>
                <a:off x="9225605" y="2995568"/>
                <a:ext cx="54000" cy="11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4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BADB601A-7DE9-1C33-E1CA-C9F9A94F46D4}"/>
                  </a:ext>
                </a:extLst>
              </p14:cNvPr>
              <p14:cNvContentPartPr/>
              <p14:nvPr/>
            </p14:nvContentPartPr>
            <p14:xfrm>
              <a:off x="9238925" y="3184928"/>
              <a:ext cx="156240" cy="10800"/>
            </p14:xfrm>
          </p:contentPart>
        </mc:Choice>
        <mc:Fallback xmlns=""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BADB601A-7DE9-1C33-E1CA-C9F9A94F46D4}"/>
                  </a:ext>
                </a:extLst>
              </p:cNvPr>
              <p:cNvPicPr/>
              <p:nvPr/>
            </p:nvPicPr>
            <p:blipFill>
              <a:blip r:embed="rId225"/>
              <a:stretch>
                <a:fillRect/>
              </a:stretch>
            </p:blipFill>
            <p:spPr>
              <a:xfrm>
                <a:off x="9229925" y="3175928"/>
                <a:ext cx="173880" cy="2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6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9B104A1B-84B1-1354-4674-09A79F0EA269}"/>
                  </a:ext>
                </a:extLst>
              </p14:cNvPr>
              <p14:cNvContentPartPr/>
              <p14:nvPr/>
            </p14:nvContentPartPr>
            <p14:xfrm>
              <a:off x="9161165" y="3344768"/>
              <a:ext cx="155160" cy="115200"/>
            </p14:xfrm>
          </p:contentPart>
        </mc:Choice>
        <mc:Fallback xmlns=""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9B104A1B-84B1-1354-4674-09A79F0EA269}"/>
                  </a:ext>
                </a:extLst>
              </p:cNvPr>
              <p:cNvPicPr/>
              <p:nvPr/>
            </p:nvPicPr>
            <p:blipFill>
              <a:blip r:embed="rId227"/>
              <a:stretch>
                <a:fillRect/>
              </a:stretch>
            </p:blipFill>
            <p:spPr>
              <a:xfrm>
                <a:off x="9152165" y="3335768"/>
                <a:ext cx="172800" cy="13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8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1864E188-A150-53F2-C482-B833C7DAA1B4}"/>
                  </a:ext>
                </a:extLst>
              </p14:cNvPr>
              <p14:cNvContentPartPr/>
              <p14:nvPr/>
            </p14:nvContentPartPr>
            <p14:xfrm>
              <a:off x="9350165" y="3378248"/>
              <a:ext cx="49320" cy="58680"/>
            </p14:xfrm>
          </p:contentPart>
        </mc:Choice>
        <mc:Fallback xmlns=""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1864E188-A150-53F2-C482-B833C7DAA1B4}"/>
                  </a:ext>
                </a:extLst>
              </p:cNvPr>
              <p:cNvPicPr/>
              <p:nvPr/>
            </p:nvPicPr>
            <p:blipFill>
              <a:blip r:embed="rId229"/>
              <a:stretch>
                <a:fillRect/>
              </a:stretch>
            </p:blipFill>
            <p:spPr>
              <a:xfrm>
                <a:off x="9341165" y="3369608"/>
                <a:ext cx="66960" cy="7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0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FC586DF6-34CF-C321-CAAC-89A7FA4FAABC}"/>
                  </a:ext>
                </a:extLst>
              </p14:cNvPr>
              <p14:cNvContentPartPr/>
              <p14:nvPr/>
            </p14:nvContentPartPr>
            <p14:xfrm>
              <a:off x="9420725" y="3386888"/>
              <a:ext cx="24840" cy="37800"/>
            </p14:xfrm>
          </p:contentPart>
        </mc:Choice>
        <mc:Fallback xmlns=""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FC586DF6-34CF-C321-CAAC-89A7FA4FAABC}"/>
                  </a:ext>
                </a:extLst>
              </p:cNvPr>
              <p:cNvPicPr/>
              <p:nvPr/>
            </p:nvPicPr>
            <p:blipFill>
              <a:blip r:embed="rId231"/>
              <a:stretch>
                <a:fillRect/>
              </a:stretch>
            </p:blipFill>
            <p:spPr>
              <a:xfrm>
                <a:off x="9412085" y="3377888"/>
                <a:ext cx="42480" cy="5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2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F818BE7B-C29F-76B0-1433-2CEE10C531EA}"/>
                  </a:ext>
                </a:extLst>
              </p14:cNvPr>
              <p14:cNvContentPartPr/>
              <p14:nvPr/>
            </p14:nvContentPartPr>
            <p14:xfrm>
              <a:off x="9313085" y="3331088"/>
              <a:ext cx="123480" cy="19800"/>
            </p14:xfrm>
          </p:contentPart>
        </mc:Choice>
        <mc:Fallback xmlns=""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F818BE7B-C29F-76B0-1433-2CEE10C531EA}"/>
                  </a:ext>
                </a:extLst>
              </p:cNvPr>
              <p:cNvPicPr/>
              <p:nvPr/>
            </p:nvPicPr>
            <p:blipFill>
              <a:blip r:embed="rId233"/>
              <a:stretch>
                <a:fillRect/>
              </a:stretch>
            </p:blipFill>
            <p:spPr>
              <a:xfrm>
                <a:off x="9304445" y="3322088"/>
                <a:ext cx="141120" cy="3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4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6A6AEC06-E9ED-CA00-7E52-8B4A0361BF4F}"/>
                  </a:ext>
                </a:extLst>
              </p14:cNvPr>
              <p14:cNvContentPartPr/>
              <p14:nvPr/>
            </p14:nvContentPartPr>
            <p14:xfrm>
              <a:off x="9601805" y="3075128"/>
              <a:ext cx="189000" cy="237240"/>
            </p14:xfrm>
          </p:contentPart>
        </mc:Choice>
        <mc:Fallback xmlns=""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6A6AEC06-E9ED-CA00-7E52-8B4A0361BF4F}"/>
                  </a:ext>
                </a:extLst>
              </p:cNvPr>
              <p:cNvPicPr/>
              <p:nvPr/>
            </p:nvPicPr>
            <p:blipFill>
              <a:blip r:embed="rId235"/>
              <a:stretch>
                <a:fillRect/>
              </a:stretch>
            </p:blipFill>
            <p:spPr>
              <a:xfrm>
                <a:off x="9593165" y="3066488"/>
                <a:ext cx="206640" cy="25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6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1E4AD6E3-6A76-CE1A-7377-8940B6D4F071}"/>
                  </a:ext>
                </a:extLst>
              </p14:cNvPr>
              <p14:cNvContentPartPr/>
              <p14:nvPr/>
            </p14:nvContentPartPr>
            <p14:xfrm>
              <a:off x="9639245" y="3078728"/>
              <a:ext cx="75960" cy="235800"/>
            </p14:xfrm>
          </p:contentPart>
        </mc:Choice>
        <mc:Fallback xmlns=""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1E4AD6E3-6A76-CE1A-7377-8940B6D4F071}"/>
                  </a:ext>
                </a:extLst>
              </p:cNvPr>
              <p:cNvPicPr/>
              <p:nvPr/>
            </p:nvPicPr>
            <p:blipFill>
              <a:blip r:embed="rId237"/>
              <a:stretch>
                <a:fillRect/>
              </a:stretch>
            </p:blipFill>
            <p:spPr>
              <a:xfrm>
                <a:off x="9630245" y="3069728"/>
                <a:ext cx="93600" cy="25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8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8EAAC0DC-DC0B-51FE-1AE6-3BA94849D857}"/>
                  </a:ext>
                </a:extLst>
              </p14:cNvPr>
              <p14:cNvContentPartPr/>
              <p14:nvPr/>
            </p14:nvContentPartPr>
            <p14:xfrm>
              <a:off x="9852725" y="3300848"/>
              <a:ext cx="96120" cy="87480"/>
            </p14:xfrm>
          </p:contentPart>
        </mc:Choice>
        <mc:Fallback xmlns=""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8EAAC0DC-DC0B-51FE-1AE6-3BA94849D857}"/>
                  </a:ext>
                </a:extLst>
              </p:cNvPr>
              <p:cNvPicPr/>
              <p:nvPr/>
            </p:nvPicPr>
            <p:blipFill>
              <a:blip r:embed="rId239"/>
              <a:stretch>
                <a:fillRect/>
              </a:stretch>
            </p:blipFill>
            <p:spPr>
              <a:xfrm>
                <a:off x="9844085" y="3292208"/>
                <a:ext cx="113760" cy="10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0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C1880863-E45B-D7B5-CF00-859E07F30468}"/>
                  </a:ext>
                </a:extLst>
              </p14:cNvPr>
              <p14:cNvContentPartPr/>
              <p14:nvPr/>
            </p14:nvContentPartPr>
            <p14:xfrm>
              <a:off x="9945245" y="3056048"/>
              <a:ext cx="62280" cy="227880"/>
            </p14:xfrm>
          </p:contentPart>
        </mc:Choice>
        <mc:Fallback xmlns=""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C1880863-E45B-D7B5-CF00-859E07F30468}"/>
                  </a:ext>
                </a:extLst>
              </p:cNvPr>
              <p:cNvPicPr/>
              <p:nvPr/>
            </p:nvPicPr>
            <p:blipFill>
              <a:blip r:embed="rId241"/>
              <a:stretch>
                <a:fillRect/>
              </a:stretch>
            </p:blipFill>
            <p:spPr>
              <a:xfrm>
                <a:off x="9936245" y="3047048"/>
                <a:ext cx="79920" cy="24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2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2E6B62A9-D7E8-EF3C-FB61-78ABCFEE41C5}"/>
                  </a:ext>
                </a:extLst>
              </p14:cNvPr>
              <p14:cNvContentPartPr/>
              <p14:nvPr/>
            </p14:nvContentPartPr>
            <p14:xfrm>
              <a:off x="10066925" y="3236048"/>
              <a:ext cx="70200" cy="193320"/>
            </p14:xfrm>
          </p:contentPart>
        </mc:Choice>
        <mc:Fallback xmlns=""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2E6B62A9-D7E8-EF3C-FB61-78ABCFEE41C5}"/>
                  </a:ext>
                </a:extLst>
              </p:cNvPr>
              <p:cNvPicPr/>
              <p:nvPr/>
            </p:nvPicPr>
            <p:blipFill>
              <a:blip r:embed="rId243"/>
              <a:stretch>
                <a:fillRect/>
              </a:stretch>
            </p:blipFill>
            <p:spPr>
              <a:xfrm>
                <a:off x="10057925" y="3227408"/>
                <a:ext cx="87840" cy="21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4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8BCB9A93-20B3-9B3E-DAD9-C552CF8C61F9}"/>
                  </a:ext>
                </a:extLst>
              </p14:cNvPr>
              <p14:cNvContentPartPr/>
              <p14:nvPr/>
            </p14:nvContentPartPr>
            <p14:xfrm>
              <a:off x="10052525" y="3127328"/>
              <a:ext cx="2520" cy="10440"/>
            </p14:xfrm>
          </p:contentPart>
        </mc:Choice>
        <mc:Fallback xmlns=""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8BCB9A93-20B3-9B3E-DAD9-C552CF8C61F9}"/>
                  </a:ext>
                </a:extLst>
              </p:cNvPr>
              <p:cNvPicPr/>
              <p:nvPr/>
            </p:nvPicPr>
            <p:blipFill>
              <a:blip r:embed="rId245"/>
              <a:stretch>
                <a:fillRect/>
              </a:stretch>
            </p:blipFill>
            <p:spPr>
              <a:xfrm>
                <a:off x="10043885" y="3118328"/>
                <a:ext cx="20160" cy="2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6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EBC576FA-61EA-34CF-5D53-23BF9126A681}"/>
                  </a:ext>
                </a:extLst>
              </p14:cNvPr>
              <p14:cNvContentPartPr/>
              <p14:nvPr/>
            </p14:nvContentPartPr>
            <p14:xfrm>
              <a:off x="10198325" y="3098168"/>
              <a:ext cx="225000" cy="167760"/>
            </p14:xfrm>
          </p:contentPart>
        </mc:Choice>
        <mc:Fallback xmlns=""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EBC576FA-61EA-34CF-5D53-23BF9126A681}"/>
                  </a:ext>
                </a:extLst>
              </p:cNvPr>
              <p:cNvPicPr/>
              <p:nvPr/>
            </p:nvPicPr>
            <p:blipFill>
              <a:blip r:embed="rId247"/>
              <a:stretch>
                <a:fillRect/>
              </a:stretch>
            </p:blipFill>
            <p:spPr>
              <a:xfrm>
                <a:off x="10189685" y="3089168"/>
                <a:ext cx="242640" cy="18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8">
            <p14:nvContentPartPr>
              <p14:cNvPr id="125" name="Ink 124">
                <a:extLst>
                  <a:ext uri="{FF2B5EF4-FFF2-40B4-BE49-F238E27FC236}">
                    <a16:creationId xmlns:a16="http://schemas.microsoft.com/office/drawing/2014/main" id="{249CB69A-5DBD-6CBF-660A-AC487A70B5A5}"/>
                  </a:ext>
                </a:extLst>
              </p14:cNvPr>
              <p14:cNvContentPartPr/>
              <p14:nvPr/>
            </p14:nvContentPartPr>
            <p14:xfrm>
              <a:off x="10392365" y="3012848"/>
              <a:ext cx="146520" cy="327960"/>
            </p14:xfrm>
          </p:contentPart>
        </mc:Choice>
        <mc:Fallback xmlns="">
          <p:pic>
            <p:nvPicPr>
              <p:cNvPr id="125" name="Ink 124">
                <a:extLst>
                  <a:ext uri="{FF2B5EF4-FFF2-40B4-BE49-F238E27FC236}">
                    <a16:creationId xmlns:a16="http://schemas.microsoft.com/office/drawing/2014/main" id="{249CB69A-5DBD-6CBF-660A-AC487A70B5A5}"/>
                  </a:ext>
                </a:extLst>
              </p:cNvPr>
              <p:cNvPicPr/>
              <p:nvPr/>
            </p:nvPicPr>
            <p:blipFill>
              <a:blip r:embed="rId249"/>
              <a:stretch>
                <a:fillRect/>
              </a:stretch>
            </p:blipFill>
            <p:spPr>
              <a:xfrm>
                <a:off x="10383365" y="3003848"/>
                <a:ext cx="164160" cy="34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0">
            <p14:nvContentPartPr>
              <p14:cNvPr id="126" name="Ink 125">
                <a:extLst>
                  <a:ext uri="{FF2B5EF4-FFF2-40B4-BE49-F238E27FC236}">
                    <a16:creationId xmlns:a16="http://schemas.microsoft.com/office/drawing/2014/main" id="{BA5FFD11-BA4B-8F1A-833A-611268D1779C}"/>
                  </a:ext>
                </a:extLst>
              </p14:cNvPr>
              <p14:cNvContentPartPr/>
              <p14:nvPr/>
            </p14:nvContentPartPr>
            <p14:xfrm>
              <a:off x="10631405" y="3147848"/>
              <a:ext cx="158400" cy="107640"/>
            </p14:xfrm>
          </p:contentPart>
        </mc:Choice>
        <mc:Fallback xmlns="">
          <p:pic>
            <p:nvPicPr>
              <p:cNvPr id="126" name="Ink 125">
                <a:extLst>
                  <a:ext uri="{FF2B5EF4-FFF2-40B4-BE49-F238E27FC236}">
                    <a16:creationId xmlns:a16="http://schemas.microsoft.com/office/drawing/2014/main" id="{BA5FFD11-BA4B-8F1A-833A-611268D1779C}"/>
                  </a:ext>
                </a:extLst>
              </p:cNvPr>
              <p:cNvPicPr/>
              <p:nvPr/>
            </p:nvPicPr>
            <p:blipFill>
              <a:blip r:embed="rId251"/>
              <a:stretch>
                <a:fillRect/>
              </a:stretch>
            </p:blipFill>
            <p:spPr>
              <a:xfrm>
                <a:off x="10622405" y="3139208"/>
                <a:ext cx="176040" cy="12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2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358160EB-A635-0673-4E03-25D7C129AFF0}"/>
                  </a:ext>
                </a:extLst>
              </p14:cNvPr>
              <p14:cNvContentPartPr/>
              <p14:nvPr/>
            </p14:nvContentPartPr>
            <p14:xfrm>
              <a:off x="10718885" y="3184208"/>
              <a:ext cx="27000" cy="77760"/>
            </p14:xfrm>
          </p:contentPart>
        </mc:Choice>
        <mc:Fallback xmlns=""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358160EB-A635-0673-4E03-25D7C129AFF0}"/>
                  </a:ext>
                </a:extLst>
              </p:cNvPr>
              <p:cNvPicPr/>
              <p:nvPr/>
            </p:nvPicPr>
            <p:blipFill>
              <a:blip r:embed="rId253"/>
              <a:stretch>
                <a:fillRect/>
              </a:stretch>
            </p:blipFill>
            <p:spPr>
              <a:xfrm>
                <a:off x="10710245" y="3175568"/>
                <a:ext cx="44640" cy="9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4">
            <p14:nvContentPartPr>
              <p14:cNvPr id="128" name="Ink 127">
                <a:extLst>
                  <a:ext uri="{FF2B5EF4-FFF2-40B4-BE49-F238E27FC236}">
                    <a16:creationId xmlns:a16="http://schemas.microsoft.com/office/drawing/2014/main" id="{3BA2BC4D-47A0-8865-9358-29631671540F}"/>
                  </a:ext>
                </a:extLst>
              </p14:cNvPr>
              <p14:cNvContentPartPr/>
              <p14:nvPr/>
            </p14:nvContentPartPr>
            <p14:xfrm>
              <a:off x="10679645" y="3204728"/>
              <a:ext cx="96480" cy="11160"/>
            </p14:xfrm>
          </p:contentPart>
        </mc:Choice>
        <mc:Fallback xmlns="">
          <p:pic>
            <p:nvPicPr>
              <p:cNvPr id="128" name="Ink 127">
                <a:extLst>
                  <a:ext uri="{FF2B5EF4-FFF2-40B4-BE49-F238E27FC236}">
                    <a16:creationId xmlns:a16="http://schemas.microsoft.com/office/drawing/2014/main" id="{3BA2BC4D-47A0-8865-9358-29631671540F}"/>
                  </a:ext>
                </a:extLst>
              </p:cNvPr>
              <p:cNvPicPr/>
              <p:nvPr/>
            </p:nvPicPr>
            <p:blipFill>
              <a:blip r:embed="rId255"/>
              <a:stretch>
                <a:fillRect/>
              </a:stretch>
            </p:blipFill>
            <p:spPr>
              <a:xfrm>
                <a:off x="10670645" y="3195728"/>
                <a:ext cx="114120" cy="2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6">
            <p14:nvContentPartPr>
              <p14:cNvPr id="129" name="Ink 128">
                <a:extLst>
                  <a:ext uri="{FF2B5EF4-FFF2-40B4-BE49-F238E27FC236}">
                    <a16:creationId xmlns:a16="http://schemas.microsoft.com/office/drawing/2014/main" id="{5573A100-7E95-A2A0-6975-FD4974F8637B}"/>
                  </a:ext>
                </a:extLst>
              </p14:cNvPr>
              <p14:cNvContentPartPr/>
              <p14:nvPr/>
            </p14:nvContentPartPr>
            <p14:xfrm>
              <a:off x="10865765" y="3042728"/>
              <a:ext cx="207000" cy="262440"/>
            </p14:xfrm>
          </p:contentPart>
        </mc:Choice>
        <mc:Fallback xmlns="">
          <p:pic>
            <p:nvPicPr>
              <p:cNvPr id="129" name="Ink 128">
                <a:extLst>
                  <a:ext uri="{FF2B5EF4-FFF2-40B4-BE49-F238E27FC236}">
                    <a16:creationId xmlns:a16="http://schemas.microsoft.com/office/drawing/2014/main" id="{5573A100-7E95-A2A0-6975-FD4974F8637B}"/>
                  </a:ext>
                </a:extLst>
              </p:cNvPr>
              <p:cNvPicPr/>
              <p:nvPr/>
            </p:nvPicPr>
            <p:blipFill>
              <a:blip r:embed="rId257"/>
              <a:stretch>
                <a:fillRect/>
              </a:stretch>
            </p:blipFill>
            <p:spPr>
              <a:xfrm>
                <a:off x="10857125" y="3033728"/>
                <a:ext cx="224640" cy="28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8">
            <p14:nvContentPartPr>
              <p14:cNvPr id="130" name="Ink 129">
                <a:extLst>
                  <a:ext uri="{FF2B5EF4-FFF2-40B4-BE49-F238E27FC236}">
                    <a16:creationId xmlns:a16="http://schemas.microsoft.com/office/drawing/2014/main" id="{A50592B8-172D-8E8E-8725-70347ECAED8D}"/>
                  </a:ext>
                </a:extLst>
              </p14:cNvPr>
              <p14:cNvContentPartPr/>
              <p14:nvPr/>
            </p14:nvContentPartPr>
            <p14:xfrm>
              <a:off x="10911845" y="3282848"/>
              <a:ext cx="9000" cy="43200"/>
            </p14:xfrm>
          </p:contentPart>
        </mc:Choice>
        <mc:Fallback xmlns="">
          <p:pic>
            <p:nvPicPr>
              <p:cNvPr id="130" name="Ink 129">
                <a:extLst>
                  <a:ext uri="{FF2B5EF4-FFF2-40B4-BE49-F238E27FC236}">
                    <a16:creationId xmlns:a16="http://schemas.microsoft.com/office/drawing/2014/main" id="{A50592B8-172D-8E8E-8725-70347ECAED8D}"/>
                  </a:ext>
                </a:extLst>
              </p:cNvPr>
              <p:cNvPicPr/>
              <p:nvPr/>
            </p:nvPicPr>
            <p:blipFill>
              <a:blip r:embed="rId259"/>
              <a:stretch>
                <a:fillRect/>
              </a:stretch>
            </p:blipFill>
            <p:spPr>
              <a:xfrm>
                <a:off x="10903205" y="3274208"/>
                <a:ext cx="26640" cy="6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0">
            <p14:nvContentPartPr>
              <p14:cNvPr id="131" name="Ink 130">
                <a:extLst>
                  <a:ext uri="{FF2B5EF4-FFF2-40B4-BE49-F238E27FC236}">
                    <a16:creationId xmlns:a16="http://schemas.microsoft.com/office/drawing/2014/main" id="{945955DA-BCAD-E364-1999-E8CE8A66A9F6}"/>
                  </a:ext>
                </a:extLst>
              </p14:cNvPr>
              <p14:cNvContentPartPr/>
              <p14:nvPr/>
            </p14:nvContentPartPr>
            <p14:xfrm>
              <a:off x="11010485" y="3012848"/>
              <a:ext cx="10440" cy="77400"/>
            </p14:xfrm>
          </p:contentPart>
        </mc:Choice>
        <mc:Fallback xmlns="">
          <p:pic>
            <p:nvPicPr>
              <p:cNvPr id="131" name="Ink 130">
                <a:extLst>
                  <a:ext uri="{FF2B5EF4-FFF2-40B4-BE49-F238E27FC236}">
                    <a16:creationId xmlns:a16="http://schemas.microsoft.com/office/drawing/2014/main" id="{945955DA-BCAD-E364-1999-E8CE8A66A9F6}"/>
                  </a:ext>
                </a:extLst>
              </p:cNvPr>
              <p:cNvPicPr/>
              <p:nvPr/>
            </p:nvPicPr>
            <p:blipFill>
              <a:blip r:embed="rId261"/>
              <a:stretch>
                <a:fillRect/>
              </a:stretch>
            </p:blipFill>
            <p:spPr>
              <a:xfrm>
                <a:off x="11001845" y="3003848"/>
                <a:ext cx="28080" cy="9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2">
            <p14:nvContentPartPr>
              <p14:cNvPr id="132" name="Ink 131">
                <a:extLst>
                  <a:ext uri="{FF2B5EF4-FFF2-40B4-BE49-F238E27FC236}">
                    <a16:creationId xmlns:a16="http://schemas.microsoft.com/office/drawing/2014/main" id="{19F65650-4052-E910-A4F7-FCEB9E666088}"/>
                  </a:ext>
                </a:extLst>
              </p14:cNvPr>
              <p14:cNvContentPartPr/>
              <p14:nvPr/>
            </p14:nvContentPartPr>
            <p14:xfrm>
              <a:off x="11151245" y="3026528"/>
              <a:ext cx="93240" cy="311400"/>
            </p14:xfrm>
          </p:contentPart>
        </mc:Choice>
        <mc:Fallback xmlns="">
          <p:pic>
            <p:nvPicPr>
              <p:cNvPr id="132" name="Ink 131">
                <a:extLst>
                  <a:ext uri="{FF2B5EF4-FFF2-40B4-BE49-F238E27FC236}">
                    <a16:creationId xmlns:a16="http://schemas.microsoft.com/office/drawing/2014/main" id="{19F65650-4052-E910-A4F7-FCEB9E666088}"/>
                  </a:ext>
                </a:extLst>
              </p:cNvPr>
              <p:cNvPicPr/>
              <p:nvPr/>
            </p:nvPicPr>
            <p:blipFill>
              <a:blip r:embed="rId263"/>
              <a:stretch>
                <a:fillRect/>
              </a:stretch>
            </p:blipFill>
            <p:spPr>
              <a:xfrm>
                <a:off x="11142245" y="3017528"/>
                <a:ext cx="110880" cy="32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4">
            <p14:nvContentPartPr>
              <p14:cNvPr id="133" name="Ink 132">
                <a:extLst>
                  <a:ext uri="{FF2B5EF4-FFF2-40B4-BE49-F238E27FC236}">
                    <a16:creationId xmlns:a16="http://schemas.microsoft.com/office/drawing/2014/main" id="{7255C7B3-83C0-911B-9724-107DCCD34624}"/>
                  </a:ext>
                </a:extLst>
              </p14:cNvPr>
              <p14:cNvContentPartPr/>
              <p14:nvPr/>
            </p14:nvContentPartPr>
            <p14:xfrm>
              <a:off x="10714205" y="3136328"/>
              <a:ext cx="11160" cy="63360"/>
            </p14:xfrm>
          </p:contentPart>
        </mc:Choice>
        <mc:Fallback xmlns="">
          <p:pic>
            <p:nvPicPr>
              <p:cNvPr id="133" name="Ink 132">
                <a:extLst>
                  <a:ext uri="{FF2B5EF4-FFF2-40B4-BE49-F238E27FC236}">
                    <a16:creationId xmlns:a16="http://schemas.microsoft.com/office/drawing/2014/main" id="{7255C7B3-83C0-911B-9724-107DCCD34624}"/>
                  </a:ext>
                </a:extLst>
              </p:cNvPr>
              <p:cNvPicPr/>
              <p:nvPr/>
            </p:nvPicPr>
            <p:blipFill>
              <a:blip r:embed="rId265"/>
              <a:stretch>
                <a:fillRect/>
              </a:stretch>
            </p:blipFill>
            <p:spPr>
              <a:xfrm>
                <a:off x="10705205" y="3127328"/>
                <a:ext cx="28800" cy="8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6">
            <p14:nvContentPartPr>
              <p14:cNvPr id="134" name="Ink 133">
                <a:extLst>
                  <a:ext uri="{FF2B5EF4-FFF2-40B4-BE49-F238E27FC236}">
                    <a16:creationId xmlns:a16="http://schemas.microsoft.com/office/drawing/2014/main" id="{608E5984-C3C8-488C-DD0D-9179C8A21CF7}"/>
                  </a:ext>
                </a:extLst>
              </p14:cNvPr>
              <p14:cNvContentPartPr/>
              <p14:nvPr/>
            </p14:nvContentPartPr>
            <p14:xfrm>
              <a:off x="11259245" y="3205088"/>
              <a:ext cx="84960" cy="214920"/>
            </p14:xfrm>
          </p:contentPart>
        </mc:Choice>
        <mc:Fallback xmlns="">
          <p:pic>
            <p:nvPicPr>
              <p:cNvPr id="134" name="Ink 133">
                <a:extLst>
                  <a:ext uri="{FF2B5EF4-FFF2-40B4-BE49-F238E27FC236}">
                    <a16:creationId xmlns:a16="http://schemas.microsoft.com/office/drawing/2014/main" id="{608E5984-C3C8-488C-DD0D-9179C8A21CF7}"/>
                  </a:ext>
                </a:extLst>
              </p:cNvPr>
              <p:cNvPicPr/>
              <p:nvPr/>
            </p:nvPicPr>
            <p:blipFill>
              <a:blip r:embed="rId267"/>
              <a:stretch>
                <a:fillRect/>
              </a:stretch>
            </p:blipFill>
            <p:spPr>
              <a:xfrm>
                <a:off x="11250605" y="3196088"/>
                <a:ext cx="102600" cy="23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8">
            <p14:nvContentPartPr>
              <p14:cNvPr id="135" name="Ink 134">
                <a:extLst>
                  <a:ext uri="{FF2B5EF4-FFF2-40B4-BE49-F238E27FC236}">
                    <a16:creationId xmlns:a16="http://schemas.microsoft.com/office/drawing/2014/main" id="{83E583E9-FAFB-883E-C841-18A1FB8B6C4D}"/>
                  </a:ext>
                </a:extLst>
              </p14:cNvPr>
              <p14:cNvContentPartPr/>
              <p14:nvPr/>
            </p14:nvContentPartPr>
            <p14:xfrm>
              <a:off x="11263205" y="3126968"/>
              <a:ext cx="2520" cy="8640"/>
            </p14:xfrm>
          </p:contentPart>
        </mc:Choice>
        <mc:Fallback xmlns="">
          <p:pic>
            <p:nvPicPr>
              <p:cNvPr id="135" name="Ink 134">
                <a:extLst>
                  <a:ext uri="{FF2B5EF4-FFF2-40B4-BE49-F238E27FC236}">
                    <a16:creationId xmlns:a16="http://schemas.microsoft.com/office/drawing/2014/main" id="{83E583E9-FAFB-883E-C841-18A1FB8B6C4D}"/>
                  </a:ext>
                </a:extLst>
              </p:cNvPr>
              <p:cNvPicPr/>
              <p:nvPr/>
            </p:nvPicPr>
            <p:blipFill>
              <a:blip r:embed="rId269"/>
              <a:stretch>
                <a:fillRect/>
              </a:stretch>
            </p:blipFill>
            <p:spPr>
              <a:xfrm>
                <a:off x="11254205" y="3118328"/>
                <a:ext cx="20160" cy="2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0">
            <p14:nvContentPartPr>
              <p14:cNvPr id="136" name="Ink 135">
                <a:extLst>
                  <a:ext uri="{FF2B5EF4-FFF2-40B4-BE49-F238E27FC236}">
                    <a16:creationId xmlns:a16="http://schemas.microsoft.com/office/drawing/2014/main" id="{EBC204CF-B04D-0772-507A-BBECA1581E0D}"/>
                  </a:ext>
                </a:extLst>
              </p14:cNvPr>
              <p14:cNvContentPartPr/>
              <p14:nvPr/>
            </p14:nvContentPartPr>
            <p14:xfrm>
              <a:off x="11416925" y="3116888"/>
              <a:ext cx="289800" cy="192600"/>
            </p14:xfrm>
          </p:contentPart>
        </mc:Choice>
        <mc:Fallback xmlns="">
          <p:pic>
            <p:nvPicPr>
              <p:cNvPr id="136" name="Ink 135">
                <a:extLst>
                  <a:ext uri="{FF2B5EF4-FFF2-40B4-BE49-F238E27FC236}">
                    <a16:creationId xmlns:a16="http://schemas.microsoft.com/office/drawing/2014/main" id="{EBC204CF-B04D-0772-507A-BBECA1581E0D}"/>
                  </a:ext>
                </a:extLst>
              </p:cNvPr>
              <p:cNvPicPr/>
              <p:nvPr/>
            </p:nvPicPr>
            <p:blipFill>
              <a:blip r:embed="rId271"/>
              <a:stretch>
                <a:fillRect/>
              </a:stretch>
            </p:blipFill>
            <p:spPr>
              <a:xfrm>
                <a:off x="11408285" y="3107888"/>
                <a:ext cx="307440" cy="21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2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B3377457-7B8C-16A0-CBA3-A48AE0BC55B5}"/>
                  </a:ext>
                </a:extLst>
              </p14:cNvPr>
              <p14:cNvContentPartPr/>
              <p14:nvPr/>
            </p14:nvContentPartPr>
            <p14:xfrm>
              <a:off x="11571725" y="3007448"/>
              <a:ext cx="223920" cy="377640"/>
            </p14:xfrm>
          </p:contentPart>
        </mc:Choice>
        <mc:Fallback xmlns=""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B3377457-7B8C-16A0-CBA3-A48AE0BC55B5}"/>
                  </a:ext>
                </a:extLst>
              </p:cNvPr>
              <p:cNvPicPr/>
              <p:nvPr/>
            </p:nvPicPr>
            <p:blipFill>
              <a:blip r:embed="rId273"/>
              <a:stretch>
                <a:fillRect/>
              </a:stretch>
            </p:blipFill>
            <p:spPr>
              <a:xfrm>
                <a:off x="11563085" y="2998808"/>
                <a:ext cx="241560" cy="39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4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359EC9E7-0CC4-D030-B805-D28E1A49E26B}"/>
                  </a:ext>
                </a:extLst>
              </p14:cNvPr>
              <p14:cNvContentPartPr/>
              <p14:nvPr/>
            </p14:nvContentPartPr>
            <p14:xfrm>
              <a:off x="9275285" y="3678488"/>
              <a:ext cx="50400" cy="99000"/>
            </p14:xfrm>
          </p:contentPart>
        </mc:Choice>
        <mc:Fallback xmlns=""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359EC9E7-0CC4-D030-B805-D28E1A49E26B}"/>
                  </a:ext>
                </a:extLst>
              </p:cNvPr>
              <p:cNvPicPr/>
              <p:nvPr/>
            </p:nvPicPr>
            <p:blipFill>
              <a:blip r:embed="rId275"/>
              <a:stretch>
                <a:fillRect/>
              </a:stretch>
            </p:blipFill>
            <p:spPr>
              <a:xfrm>
                <a:off x="9266645" y="3669848"/>
                <a:ext cx="68040" cy="11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6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B6530F5A-DD26-B010-D47C-68E7FAFF006E}"/>
                  </a:ext>
                </a:extLst>
              </p14:cNvPr>
              <p14:cNvContentPartPr/>
              <p14:nvPr/>
            </p14:nvContentPartPr>
            <p14:xfrm>
              <a:off x="8912045" y="3927248"/>
              <a:ext cx="94320" cy="21600"/>
            </p14:xfrm>
          </p:contentPart>
        </mc:Choice>
        <mc:Fallback xmlns=""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B6530F5A-DD26-B010-D47C-68E7FAFF006E}"/>
                  </a:ext>
                </a:extLst>
              </p:cNvPr>
              <p:cNvPicPr/>
              <p:nvPr/>
            </p:nvPicPr>
            <p:blipFill>
              <a:blip r:embed="rId277"/>
              <a:stretch>
                <a:fillRect/>
              </a:stretch>
            </p:blipFill>
            <p:spPr>
              <a:xfrm>
                <a:off x="8903405" y="3918248"/>
                <a:ext cx="11196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8">
            <p14:nvContentPartPr>
              <p14:cNvPr id="140" name="Ink 139">
                <a:extLst>
                  <a:ext uri="{FF2B5EF4-FFF2-40B4-BE49-F238E27FC236}">
                    <a16:creationId xmlns:a16="http://schemas.microsoft.com/office/drawing/2014/main" id="{84F96E3F-3424-A141-6856-63C2017EF426}"/>
                  </a:ext>
                </a:extLst>
              </p14:cNvPr>
              <p14:cNvContentPartPr/>
              <p14:nvPr/>
            </p14:nvContentPartPr>
            <p14:xfrm>
              <a:off x="8877845" y="3875768"/>
              <a:ext cx="111960" cy="15480"/>
            </p14:xfrm>
          </p:contentPart>
        </mc:Choice>
        <mc:Fallback xmlns="">
          <p:pic>
            <p:nvPicPr>
              <p:cNvPr id="140" name="Ink 139">
                <a:extLst>
                  <a:ext uri="{FF2B5EF4-FFF2-40B4-BE49-F238E27FC236}">
                    <a16:creationId xmlns:a16="http://schemas.microsoft.com/office/drawing/2014/main" id="{84F96E3F-3424-A141-6856-63C2017EF426}"/>
                  </a:ext>
                </a:extLst>
              </p:cNvPr>
              <p:cNvPicPr/>
              <p:nvPr/>
            </p:nvPicPr>
            <p:blipFill>
              <a:blip r:embed="rId279"/>
              <a:stretch>
                <a:fillRect/>
              </a:stretch>
            </p:blipFill>
            <p:spPr>
              <a:xfrm>
                <a:off x="8868845" y="3866768"/>
                <a:ext cx="129600" cy="3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0">
            <p14:nvContentPartPr>
              <p14:cNvPr id="141" name="Ink 140">
                <a:extLst>
                  <a:ext uri="{FF2B5EF4-FFF2-40B4-BE49-F238E27FC236}">
                    <a16:creationId xmlns:a16="http://schemas.microsoft.com/office/drawing/2014/main" id="{CD32DCB8-8A02-F67B-C765-2630DCDCB67A}"/>
                  </a:ext>
                </a:extLst>
              </p14:cNvPr>
              <p14:cNvContentPartPr/>
              <p14:nvPr/>
            </p14:nvContentPartPr>
            <p14:xfrm>
              <a:off x="9177725" y="3891248"/>
              <a:ext cx="282600" cy="15480"/>
            </p14:xfrm>
          </p:contentPart>
        </mc:Choice>
        <mc:Fallback xmlns="">
          <p:pic>
            <p:nvPicPr>
              <p:cNvPr id="141" name="Ink 140">
                <a:extLst>
                  <a:ext uri="{FF2B5EF4-FFF2-40B4-BE49-F238E27FC236}">
                    <a16:creationId xmlns:a16="http://schemas.microsoft.com/office/drawing/2014/main" id="{CD32DCB8-8A02-F67B-C765-2630DCDCB67A}"/>
                  </a:ext>
                </a:extLst>
              </p:cNvPr>
              <p:cNvPicPr/>
              <p:nvPr/>
            </p:nvPicPr>
            <p:blipFill>
              <a:blip r:embed="rId281"/>
              <a:stretch>
                <a:fillRect/>
              </a:stretch>
            </p:blipFill>
            <p:spPr>
              <a:xfrm>
                <a:off x="9168725" y="3882608"/>
                <a:ext cx="300240" cy="3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2">
            <p14:nvContentPartPr>
              <p14:cNvPr id="142" name="Ink 141">
                <a:extLst>
                  <a:ext uri="{FF2B5EF4-FFF2-40B4-BE49-F238E27FC236}">
                    <a16:creationId xmlns:a16="http://schemas.microsoft.com/office/drawing/2014/main" id="{B489C5C4-0C3E-7377-1E91-295DD9EDC8B7}"/>
                  </a:ext>
                </a:extLst>
              </p14:cNvPr>
              <p14:cNvContentPartPr/>
              <p14:nvPr/>
            </p14:nvContentPartPr>
            <p14:xfrm>
              <a:off x="9317045" y="4036328"/>
              <a:ext cx="21240" cy="114120"/>
            </p14:xfrm>
          </p:contentPart>
        </mc:Choice>
        <mc:Fallback xmlns="">
          <p:pic>
            <p:nvPicPr>
              <p:cNvPr id="142" name="Ink 141">
                <a:extLst>
                  <a:ext uri="{FF2B5EF4-FFF2-40B4-BE49-F238E27FC236}">
                    <a16:creationId xmlns:a16="http://schemas.microsoft.com/office/drawing/2014/main" id="{B489C5C4-0C3E-7377-1E91-295DD9EDC8B7}"/>
                  </a:ext>
                </a:extLst>
              </p:cNvPr>
              <p:cNvPicPr/>
              <p:nvPr/>
            </p:nvPicPr>
            <p:blipFill>
              <a:blip r:embed="rId283"/>
              <a:stretch>
                <a:fillRect/>
              </a:stretch>
            </p:blipFill>
            <p:spPr>
              <a:xfrm>
                <a:off x="9308045" y="4027328"/>
                <a:ext cx="38880" cy="13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4">
            <p14:nvContentPartPr>
              <p14:cNvPr id="143" name="Ink 142">
                <a:extLst>
                  <a:ext uri="{FF2B5EF4-FFF2-40B4-BE49-F238E27FC236}">
                    <a16:creationId xmlns:a16="http://schemas.microsoft.com/office/drawing/2014/main" id="{5EF0C11B-C0E5-D27A-9BE9-7C2A8652A0DD}"/>
                  </a:ext>
                </a:extLst>
              </p14:cNvPr>
              <p14:cNvContentPartPr/>
              <p14:nvPr/>
            </p14:nvContentPartPr>
            <p14:xfrm>
              <a:off x="9213365" y="3993488"/>
              <a:ext cx="212760" cy="17280"/>
            </p14:xfrm>
          </p:contentPart>
        </mc:Choice>
        <mc:Fallback xmlns="">
          <p:pic>
            <p:nvPicPr>
              <p:cNvPr id="143" name="Ink 142">
                <a:extLst>
                  <a:ext uri="{FF2B5EF4-FFF2-40B4-BE49-F238E27FC236}">
                    <a16:creationId xmlns:a16="http://schemas.microsoft.com/office/drawing/2014/main" id="{5EF0C11B-C0E5-D27A-9BE9-7C2A8652A0DD}"/>
                  </a:ext>
                </a:extLst>
              </p:cNvPr>
              <p:cNvPicPr/>
              <p:nvPr/>
            </p:nvPicPr>
            <p:blipFill>
              <a:blip r:embed="rId285"/>
              <a:stretch>
                <a:fillRect/>
              </a:stretch>
            </p:blipFill>
            <p:spPr>
              <a:xfrm>
                <a:off x="9204725" y="3984488"/>
                <a:ext cx="230400" cy="3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6">
            <p14:nvContentPartPr>
              <p14:cNvPr id="144" name="Ink 143">
                <a:extLst>
                  <a:ext uri="{FF2B5EF4-FFF2-40B4-BE49-F238E27FC236}">
                    <a16:creationId xmlns:a16="http://schemas.microsoft.com/office/drawing/2014/main" id="{538B0984-8DF8-D046-F1D1-397DD6CF2F50}"/>
                  </a:ext>
                </a:extLst>
              </p14:cNvPr>
              <p14:cNvContentPartPr/>
              <p14:nvPr/>
            </p14:nvContentPartPr>
            <p14:xfrm>
              <a:off x="9627005" y="3750128"/>
              <a:ext cx="311760" cy="276120"/>
            </p14:xfrm>
          </p:contentPart>
        </mc:Choice>
        <mc:Fallback xmlns="">
          <p:pic>
            <p:nvPicPr>
              <p:cNvPr id="144" name="Ink 143">
                <a:extLst>
                  <a:ext uri="{FF2B5EF4-FFF2-40B4-BE49-F238E27FC236}">
                    <a16:creationId xmlns:a16="http://schemas.microsoft.com/office/drawing/2014/main" id="{538B0984-8DF8-D046-F1D1-397DD6CF2F50}"/>
                  </a:ext>
                </a:extLst>
              </p:cNvPr>
              <p:cNvPicPr/>
              <p:nvPr/>
            </p:nvPicPr>
            <p:blipFill>
              <a:blip r:embed="rId287"/>
              <a:stretch>
                <a:fillRect/>
              </a:stretch>
            </p:blipFill>
            <p:spPr>
              <a:xfrm>
                <a:off x="9618365" y="3741488"/>
                <a:ext cx="329400" cy="29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8">
            <p14:nvContentPartPr>
              <p14:cNvPr id="145" name="Ink 144">
                <a:extLst>
                  <a:ext uri="{FF2B5EF4-FFF2-40B4-BE49-F238E27FC236}">
                    <a16:creationId xmlns:a16="http://schemas.microsoft.com/office/drawing/2014/main" id="{F0B59490-B53B-E8CF-A6E0-E093116D5A99}"/>
                  </a:ext>
                </a:extLst>
              </p14:cNvPr>
              <p14:cNvContentPartPr/>
              <p14:nvPr/>
            </p14:nvContentPartPr>
            <p14:xfrm>
              <a:off x="9676325" y="4110848"/>
              <a:ext cx="46800" cy="163440"/>
            </p14:xfrm>
          </p:contentPart>
        </mc:Choice>
        <mc:Fallback xmlns="">
          <p:pic>
            <p:nvPicPr>
              <p:cNvPr id="145" name="Ink 144">
                <a:extLst>
                  <a:ext uri="{FF2B5EF4-FFF2-40B4-BE49-F238E27FC236}">
                    <a16:creationId xmlns:a16="http://schemas.microsoft.com/office/drawing/2014/main" id="{F0B59490-B53B-E8CF-A6E0-E093116D5A99}"/>
                  </a:ext>
                </a:extLst>
              </p:cNvPr>
              <p:cNvPicPr/>
              <p:nvPr/>
            </p:nvPicPr>
            <p:blipFill>
              <a:blip r:embed="rId289"/>
              <a:stretch>
                <a:fillRect/>
              </a:stretch>
            </p:blipFill>
            <p:spPr>
              <a:xfrm>
                <a:off x="9667325" y="4101848"/>
                <a:ext cx="64440" cy="18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0">
            <p14:nvContentPartPr>
              <p14:cNvPr id="146" name="Ink 145">
                <a:extLst>
                  <a:ext uri="{FF2B5EF4-FFF2-40B4-BE49-F238E27FC236}">
                    <a16:creationId xmlns:a16="http://schemas.microsoft.com/office/drawing/2014/main" id="{5F5ECBA6-E233-151F-7D4E-1CACED8B6C8B}"/>
                  </a:ext>
                </a:extLst>
              </p14:cNvPr>
              <p14:cNvContentPartPr/>
              <p14:nvPr/>
            </p14:nvContentPartPr>
            <p14:xfrm>
              <a:off x="9736805" y="4202648"/>
              <a:ext cx="149040" cy="71280"/>
            </p14:xfrm>
          </p:contentPart>
        </mc:Choice>
        <mc:Fallback xmlns="">
          <p:pic>
            <p:nvPicPr>
              <p:cNvPr id="146" name="Ink 145">
                <a:extLst>
                  <a:ext uri="{FF2B5EF4-FFF2-40B4-BE49-F238E27FC236}">
                    <a16:creationId xmlns:a16="http://schemas.microsoft.com/office/drawing/2014/main" id="{5F5ECBA6-E233-151F-7D4E-1CACED8B6C8B}"/>
                  </a:ext>
                </a:extLst>
              </p:cNvPr>
              <p:cNvPicPr/>
              <p:nvPr/>
            </p:nvPicPr>
            <p:blipFill>
              <a:blip r:embed="rId291"/>
              <a:stretch>
                <a:fillRect/>
              </a:stretch>
            </p:blipFill>
            <p:spPr>
              <a:xfrm>
                <a:off x="9727805" y="4193648"/>
                <a:ext cx="166680" cy="8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2">
            <p14:nvContentPartPr>
              <p14:cNvPr id="147" name="Ink 146">
                <a:extLst>
                  <a:ext uri="{FF2B5EF4-FFF2-40B4-BE49-F238E27FC236}">
                    <a16:creationId xmlns:a16="http://schemas.microsoft.com/office/drawing/2014/main" id="{FFC7FAF1-9392-F3A0-8E02-95D73D7C4455}"/>
                  </a:ext>
                </a:extLst>
              </p14:cNvPr>
              <p14:cNvContentPartPr/>
              <p14:nvPr/>
            </p14:nvContentPartPr>
            <p14:xfrm>
              <a:off x="10083125" y="3822128"/>
              <a:ext cx="199800" cy="194400"/>
            </p14:xfrm>
          </p:contentPart>
        </mc:Choice>
        <mc:Fallback xmlns="">
          <p:pic>
            <p:nvPicPr>
              <p:cNvPr id="147" name="Ink 146">
                <a:extLst>
                  <a:ext uri="{FF2B5EF4-FFF2-40B4-BE49-F238E27FC236}">
                    <a16:creationId xmlns:a16="http://schemas.microsoft.com/office/drawing/2014/main" id="{FFC7FAF1-9392-F3A0-8E02-95D73D7C4455}"/>
                  </a:ext>
                </a:extLst>
              </p:cNvPr>
              <p:cNvPicPr/>
              <p:nvPr/>
            </p:nvPicPr>
            <p:blipFill>
              <a:blip r:embed="rId293"/>
              <a:stretch>
                <a:fillRect/>
              </a:stretch>
            </p:blipFill>
            <p:spPr>
              <a:xfrm>
                <a:off x="10074485" y="3813128"/>
                <a:ext cx="217440" cy="21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4">
            <p14:nvContentPartPr>
              <p14:cNvPr id="148" name="Ink 147">
                <a:extLst>
                  <a:ext uri="{FF2B5EF4-FFF2-40B4-BE49-F238E27FC236}">
                    <a16:creationId xmlns:a16="http://schemas.microsoft.com/office/drawing/2014/main" id="{DB9E1960-4C0D-130F-BC3E-E4FBD32F9C8C}"/>
                  </a:ext>
                </a:extLst>
              </p14:cNvPr>
              <p14:cNvContentPartPr/>
              <p14:nvPr/>
            </p14:nvContentPartPr>
            <p14:xfrm>
              <a:off x="10102205" y="3833288"/>
              <a:ext cx="140040" cy="198360"/>
            </p14:xfrm>
          </p:contentPart>
        </mc:Choice>
        <mc:Fallback xmlns="">
          <p:pic>
            <p:nvPicPr>
              <p:cNvPr id="148" name="Ink 147">
                <a:extLst>
                  <a:ext uri="{FF2B5EF4-FFF2-40B4-BE49-F238E27FC236}">
                    <a16:creationId xmlns:a16="http://schemas.microsoft.com/office/drawing/2014/main" id="{DB9E1960-4C0D-130F-BC3E-E4FBD32F9C8C}"/>
                  </a:ext>
                </a:extLst>
              </p:cNvPr>
              <p:cNvPicPr/>
              <p:nvPr/>
            </p:nvPicPr>
            <p:blipFill>
              <a:blip r:embed="rId295"/>
              <a:stretch>
                <a:fillRect/>
              </a:stretch>
            </p:blipFill>
            <p:spPr>
              <a:xfrm>
                <a:off x="10093205" y="3824288"/>
                <a:ext cx="15768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6">
            <p14:nvContentPartPr>
              <p14:cNvPr id="149" name="Ink 148">
                <a:extLst>
                  <a:ext uri="{FF2B5EF4-FFF2-40B4-BE49-F238E27FC236}">
                    <a16:creationId xmlns:a16="http://schemas.microsoft.com/office/drawing/2014/main" id="{AFF2F991-E669-78E7-B5CF-522109222363}"/>
                  </a:ext>
                </a:extLst>
              </p14:cNvPr>
              <p14:cNvContentPartPr/>
              <p14:nvPr/>
            </p14:nvContentPartPr>
            <p14:xfrm>
              <a:off x="10345205" y="3999968"/>
              <a:ext cx="83520" cy="88200"/>
            </p14:xfrm>
          </p:contentPart>
        </mc:Choice>
        <mc:Fallback xmlns="">
          <p:pic>
            <p:nvPicPr>
              <p:cNvPr id="149" name="Ink 148">
                <a:extLst>
                  <a:ext uri="{FF2B5EF4-FFF2-40B4-BE49-F238E27FC236}">
                    <a16:creationId xmlns:a16="http://schemas.microsoft.com/office/drawing/2014/main" id="{AFF2F991-E669-78E7-B5CF-522109222363}"/>
                  </a:ext>
                </a:extLst>
              </p:cNvPr>
              <p:cNvPicPr/>
              <p:nvPr/>
            </p:nvPicPr>
            <p:blipFill>
              <a:blip r:embed="rId297"/>
              <a:stretch>
                <a:fillRect/>
              </a:stretch>
            </p:blipFill>
            <p:spPr>
              <a:xfrm>
                <a:off x="10336205" y="3990968"/>
                <a:ext cx="101160" cy="10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8">
            <p14:nvContentPartPr>
              <p14:cNvPr id="150" name="Ink 149">
                <a:extLst>
                  <a:ext uri="{FF2B5EF4-FFF2-40B4-BE49-F238E27FC236}">
                    <a16:creationId xmlns:a16="http://schemas.microsoft.com/office/drawing/2014/main" id="{567F6DF6-4811-E3C0-5077-408E34063864}"/>
                  </a:ext>
                </a:extLst>
              </p14:cNvPr>
              <p14:cNvContentPartPr/>
              <p14:nvPr/>
            </p14:nvContentPartPr>
            <p14:xfrm>
              <a:off x="10453565" y="3760568"/>
              <a:ext cx="91440" cy="275040"/>
            </p14:xfrm>
          </p:contentPart>
        </mc:Choice>
        <mc:Fallback xmlns="">
          <p:pic>
            <p:nvPicPr>
              <p:cNvPr id="150" name="Ink 149">
                <a:extLst>
                  <a:ext uri="{FF2B5EF4-FFF2-40B4-BE49-F238E27FC236}">
                    <a16:creationId xmlns:a16="http://schemas.microsoft.com/office/drawing/2014/main" id="{567F6DF6-4811-E3C0-5077-408E34063864}"/>
                  </a:ext>
                </a:extLst>
              </p:cNvPr>
              <p:cNvPicPr/>
              <p:nvPr/>
            </p:nvPicPr>
            <p:blipFill>
              <a:blip r:embed="rId299"/>
              <a:stretch>
                <a:fillRect/>
              </a:stretch>
            </p:blipFill>
            <p:spPr>
              <a:xfrm>
                <a:off x="10444925" y="3751568"/>
                <a:ext cx="109080" cy="29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0">
            <p14:nvContentPartPr>
              <p14:cNvPr id="151" name="Ink 150">
                <a:extLst>
                  <a:ext uri="{FF2B5EF4-FFF2-40B4-BE49-F238E27FC236}">
                    <a16:creationId xmlns:a16="http://schemas.microsoft.com/office/drawing/2014/main" id="{D833F6EB-FE8B-8E5A-F2FE-7030A026875A}"/>
                  </a:ext>
                </a:extLst>
              </p14:cNvPr>
              <p14:cNvContentPartPr/>
              <p14:nvPr/>
            </p14:nvContentPartPr>
            <p14:xfrm>
              <a:off x="10590365" y="3963608"/>
              <a:ext cx="122760" cy="219960"/>
            </p14:xfrm>
          </p:contentPart>
        </mc:Choice>
        <mc:Fallback xmlns="">
          <p:pic>
            <p:nvPicPr>
              <p:cNvPr id="151" name="Ink 150">
                <a:extLst>
                  <a:ext uri="{FF2B5EF4-FFF2-40B4-BE49-F238E27FC236}">
                    <a16:creationId xmlns:a16="http://schemas.microsoft.com/office/drawing/2014/main" id="{D833F6EB-FE8B-8E5A-F2FE-7030A026875A}"/>
                  </a:ext>
                </a:extLst>
              </p:cNvPr>
              <p:cNvPicPr/>
              <p:nvPr/>
            </p:nvPicPr>
            <p:blipFill>
              <a:blip r:embed="rId301"/>
              <a:stretch>
                <a:fillRect/>
              </a:stretch>
            </p:blipFill>
            <p:spPr>
              <a:xfrm>
                <a:off x="10581365" y="3954608"/>
                <a:ext cx="140400" cy="23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2">
            <p14:nvContentPartPr>
              <p14:cNvPr id="152" name="Ink 151">
                <a:extLst>
                  <a:ext uri="{FF2B5EF4-FFF2-40B4-BE49-F238E27FC236}">
                    <a16:creationId xmlns:a16="http://schemas.microsoft.com/office/drawing/2014/main" id="{A99E1AF8-FCA2-CA94-0E57-B7012E4E5F11}"/>
                  </a:ext>
                </a:extLst>
              </p14:cNvPr>
              <p14:cNvContentPartPr/>
              <p14:nvPr/>
            </p14:nvContentPartPr>
            <p14:xfrm>
              <a:off x="10608365" y="3844088"/>
              <a:ext cx="2520" cy="6480"/>
            </p14:xfrm>
          </p:contentPart>
        </mc:Choice>
        <mc:Fallback xmlns="">
          <p:pic>
            <p:nvPicPr>
              <p:cNvPr id="152" name="Ink 151">
                <a:extLst>
                  <a:ext uri="{FF2B5EF4-FFF2-40B4-BE49-F238E27FC236}">
                    <a16:creationId xmlns:a16="http://schemas.microsoft.com/office/drawing/2014/main" id="{A99E1AF8-FCA2-CA94-0E57-B7012E4E5F11}"/>
                  </a:ext>
                </a:extLst>
              </p:cNvPr>
              <p:cNvPicPr/>
              <p:nvPr/>
            </p:nvPicPr>
            <p:blipFill>
              <a:blip r:embed="rId303"/>
              <a:stretch>
                <a:fillRect/>
              </a:stretch>
            </p:blipFill>
            <p:spPr>
              <a:xfrm>
                <a:off x="10599725" y="3835088"/>
                <a:ext cx="20160" cy="2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4">
            <p14:nvContentPartPr>
              <p14:cNvPr id="153" name="Ink 152">
                <a:extLst>
                  <a:ext uri="{FF2B5EF4-FFF2-40B4-BE49-F238E27FC236}">
                    <a16:creationId xmlns:a16="http://schemas.microsoft.com/office/drawing/2014/main" id="{5F2497FA-DFAE-0640-1118-271A97CBD7E4}"/>
                  </a:ext>
                </a:extLst>
              </p14:cNvPr>
              <p14:cNvContentPartPr/>
              <p14:nvPr/>
            </p14:nvContentPartPr>
            <p14:xfrm>
              <a:off x="10709525" y="3769208"/>
              <a:ext cx="82800" cy="276120"/>
            </p14:xfrm>
          </p:contentPart>
        </mc:Choice>
        <mc:Fallback xmlns="">
          <p:pic>
            <p:nvPicPr>
              <p:cNvPr id="153" name="Ink 152">
                <a:extLst>
                  <a:ext uri="{FF2B5EF4-FFF2-40B4-BE49-F238E27FC236}">
                    <a16:creationId xmlns:a16="http://schemas.microsoft.com/office/drawing/2014/main" id="{5F2497FA-DFAE-0640-1118-271A97CBD7E4}"/>
                  </a:ext>
                </a:extLst>
              </p:cNvPr>
              <p:cNvPicPr/>
              <p:nvPr/>
            </p:nvPicPr>
            <p:blipFill>
              <a:blip r:embed="rId305"/>
              <a:stretch>
                <a:fillRect/>
              </a:stretch>
            </p:blipFill>
            <p:spPr>
              <a:xfrm>
                <a:off x="10700525" y="3760208"/>
                <a:ext cx="100440" cy="29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6">
            <p14:nvContentPartPr>
              <p14:cNvPr id="154" name="Ink 153">
                <a:extLst>
                  <a:ext uri="{FF2B5EF4-FFF2-40B4-BE49-F238E27FC236}">
                    <a16:creationId xmlns:a16="http://schemas.microsoft.com/office/drawing/2014/main" id="{9B5F651A-9555-1C5F-6235-A9333A9F8DE6}"/>
                  </a:ext>
                </a:extLst>
              </p14:cNvPr>
              <p14:cNvContentPartPr/>
              <p14:nvPr/>
            </p14:nvContentPartPr>
            <p14:xfrm>
              <a:off x="10839125" y="3823208"/>
              <a:ext cx="234360" cy="171720"/>
            </p14:xfrm>
          </p:contentPart>
        </mc:Choice>
        <mc:Fallback xmlns="">
          <p:pic>
            <p:nvPicPr>
              <p:cNvPr id="154" name="Ink 153">
                <a:extLst>
                  <a:ext uri="{FF2B5EF4-FFF2-40B4-BE49-F238E27FC236}">
                    <a16:creationId xmlns:a16="http://schemas.microsoft.com/office/drawing/2014/main" id="{9B5F651A-9555-1C5F-6235-A9333A9F8DE6}"/>
                  </a:ext>
                </a:extLst>
              </p:cNvPr>
              <p:cNvPicPr/>
              <p:nvPr/>
            </p:nvPicPr>
            <p:blipFill>
              <a:blip r:embed="rId307"/>
              <a:stretch>
                <a:fillRect/>
              </a:stretch>
            </p:blipFill>
            <p:spPr>
              <a:xfrm>
                <a:off x="10830485" y="3814568"/>
                <a:ext cx="252000" cy="18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8">
            <p14:nvContentPartPr>
              <p14:cNvPr id="155" name="Ink 154">
                <a:extLst>
                  <a:ext uri="{FF2B5EF4-FFF2-40B4-BE49-F238E27FC236}">
                    <a16:creationId xmlns:a16="http://schemas.microsoft.com/office/drawing/2014/main" id="{EAA36244-CDB0-FC02-C3B1-7F47FC8625ED}"/>
                  </a:ext>
                </a:extLst>
              </p14:cNvPr>
              <p14:cNvContentPartPr/>
              <p14:nvPr/>
            </p14:nvContentPartPr>
            <p14:xfrm>
              <a:off x="11134325" y="3927248"/>
              <a:ext cx="95040" cy="7560"/>
            </p14:xfrm>
          </p:contentPart>
        </mc:Choice>
        <mc:Fallback xmlns="">
          <p:pic>
            <p:nvPicPr>
              <p:cNvPr id="155" name="Ink 154">
                <a:extLst>
                  <a:ext uri="{FF2B5EF4-FFF2-40B4-BE49-F238E27FC236}">
                    <a16:creationId xmlns:a16="http://schemas.microsoft.com/office/drawing/2014/main" id="{EAA36244-CDB0-FC02-C3B1-7F47FC8625ED}"/>
                  </a:ext>
                </a:extLst>
              </p:cNvPr>
              <p:cNvPicPr/>
              <p:nvPr/>
            </p:nvPicPr>
            <p:blipFill>
              <a:blip r:embed="rId309"/>
              <a:stretch>
                <a:fillRect/>
              </a:stretch>
            </p:blipFill>
            <p:spPr>
              <a:xfrm>
                <a:off x="11125325" y="3918248"/>
                <a:ext cx="112680" cy="2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0">
            <p14:nvContentPartPr>
              <p14:cNvPr id="156" name="Ink 155">
                <a:extLst>
                  <a:ext uri="{FF2B5EF4-FFF2-40B4-BE49-F238E27FC236}">
                    <a16:creationId xmlns:a16="http://schemas.microsoft.com/office/drawing/2014/main" id="{134DDA69-2172-C75E-96A4-3DD7CA5E5B42}"/>
                  </a:ext>
                </a:extLst>
              </p14:cNvPr>
              <p14:cNvContentPartPr/>
              <p14:nvPr/>
            </p14:nvContentPartPr>
            <p14:xfrm>
              <a:off x="11259965" y="3807728"/>
              <a:ext cx="57240" cy="223920"/>
            </p14:xfrm>
          </p:contentPart>
        </mc:Choice>
        <mc:Fallback xmlns="">
          <p:pic>
            <p:nvPicPr>
              <p:cNvPr id="156" name="Ink 155">
                <a:extLst>
                  <a:ext uri="{FF2B5EF4-FFF2-40B4-BE49-F238E27FC236}">
                    <a16:creationId xmlns:a16="http://schemas.microsoft.com/office/drawing/2014/main" id="{134DDA69-2172-C75E-96A4-3DD7CA5E5B42}"/>
                  </a:ext>
                </a:extLst>
              </p:cNvPr>
              <p:cNvPicPr/>
              <p:nvPr/>
            </p:nvPicPr>
            <p:blipFill>
              <a:blip r:embed="rId311"/>
              <a:stretch>
                <a:fillRect/>
              </a:stretch>
            </p:blipFill>
            <p:spPr>
              <a:xfrm>
                <a:off x="11251325" y="3798728"/>
                <a:ext cx="74880" cy="24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2">
            <p14:nvContentPartPr>
              <p14:cNvPr id="157" name="Ink 156">
                <a:extLst>
                  <a:ext uri="{FF2B5EF4-FFF2-40B4-BE49-F238E27FC236}">
                    <a16:creationId xmlns:a16="http://schemas.microsoft.com/office/drawing/2014/main" id="{B7F03222-3645-01A1-ACF4-575C33DC7A9F}"/>
                  </a:ext>
                </a:extLst>
              </p14:cNvPr>
              <p14:cNvContentPartPr/>
              <p14:nvPr/>
            </p14:nvContentPartPr>
            <p14:xfrm>
              <a:off x="11302085" y="3942728"/>
              <a:ext cx="82800" cy="55800"/>
            </p14:xfrm>
          </p:contentPart>
        </mc:Choice>
        <mc:Fallback xmlns="">
          <p:pic>
            <p:nvPicPr>
              <p:cNvPr id="157" name="Ink 156">
                <a:extLst>
                  <a:ext uri="{FF2B5EF4-FFF2-40B4-BE49-F238E27FC236}">
                    <a16:creationId xmlns:a16="http://schemas.microsoft.com/office/drawing/2014/main" id="{B7F03222-3645-01A1-ACF4-575C33DC7A9F}"/>
                  </a:ext>
                </a:extLst>
              </p:cNvPr>
              <p:cNvPicPr/>
              <p:nvPr/>
            </p:nvPicPr>
            <p:blipFill>
              <a:blip r:embed="rId313"/>
              <a:stretch>
                <a:fillRect/>
              </a:stretch>
            </p:blipFill>
            <p:spPr>
              <a:xfrm>
                <a:off x="11293085" y="3934088"/>
                <a:ext cx="100440" cy="7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4">
            <p14:nvContentPartPr>
              <p14:cNvPr id="158" name="Ink 157">
                <a:extLst>
                  <a:ext uri="{FF2B5EF4-FFF2-40B4-BE49-F238E27FC236}">
                    <a16:creationId xmlns:a16="http://schemas.microsoft.com/office/drawing/2014/main" id="{4792EE50-49EC-DE0F-2E35-50E393E30E9C}"/>
                  </a:ext>
                </a:extLst>
              </p14:cNvPr>
              <p14:cNvContentPartPr/>
              <p14:nvPr/>
            </p14:nvContentPartPr>
            <p14:xfrm>
              <a:off x="11456165" y="3831848"/>
              <a:ext cx="172440" cy="194400"/>
            </p14:xfrm>
          </p:contentPart>
        </mc:Choice>
        <mc:Fallback xmlns="">
          <p:pic>
            <p:nvPicPr>
              <p:cNvPr id="158" name="Ink 157">
                <a:extLst>
                  <a:ext uri="{FF2B5EF4-FFF2-40B4-BE49-F238E27FC236}">
                    <a16:creationId xmlns:a16="http://schemas.microsoft.com/office/drawing/2014/main" id="{4792EE50-49EC-DE0F-2E35-50E393E30E9C}"/>
                  </a:ext>
                </a:extLst>
              </p:cNvPr>
              <p:cNvPicPr/>
              <p:nvPr/>
            </p:nvPicPr>
            <p:blipFill>
              <a:blip r:embed="rId315"/>
              <a:stretch>
                <a:fillRect/>
              </a:stretch>
            </p:blipFill>
            <p:spPr>
              <a:xfrm>
                <a:off x="11447525" y="3823208"/>
                <a:ext cx="190080" cy="21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6">
            <p14:nvContentPartPr>
              <p14:cNvPr id="159" name="Ink 158">
                <a:extLst>
                  <a:ext uri="{FF2B5EF4-FFF2-40B4-BE49-F238E27FC236}">
                    <a16:creationId xmlns:a16="http://schemas.microsoft.com/office/drawing/2014/main" id="{65C0D39D-EB15-D463-CBDA-DCA3D8468835}"/>
                  </a:ext>
                </a:extLst>
              </p14:cNvPr>
              <p14:cNvContentPartPr/>
              <p14:nvPr/>
            </p14:nvContentPartPr>
            <p14:xfrm>
              <a:off x="11698445" y="3978728"/>
              <a:ext cx="58320" cy="104040"/>
            </p14:xfrm>
          </p:contentPart>
        </mc:Choice>
        <mc:Fallback xmlns="">
          <p:pic>
            <p:nvPicPr>
              <p:cNvPr id="159" name="Ink 158">
                <a:extLst>
                  <a:ext uri="{FF2B5EF4-FFF2-40B4-BE49-F238E27FC236}">
                    <a16:creationId xmlns:a16="http://schemas.microsoft.com/office/drawing/2014/main" id="{65C0D39D-EB15-D463-CBDA-DCA3D8468835}"/>
                  </a:ext>
                </a:extLst>
              </p:cNvPr>
              <p:cNvPicPr/>
              <p:nvPr/>
            </p:nvPicPr>
            <p:blipFill>
              <a:blip r:embed="rId317"/>
              <a:stretch>
                <a:fillRect/>
              </a:stretch>
            </p:blipFill>
            <p:spPr>
              <a:xfrm>
                <a:off x="11689805" y="3970088"/>
                <a:ext cx="75960" cy="12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8">
            <p14:nvContentPartPr>
              <p14:cNvPr id="160" name="Ink 159">
                <a:extLst>
                  <a:ext uri="{FF2B5EF4-FFF2-40B4-BE49-F238E27FC236}">
                    <a16:creationId xmlns:a16="http://schemas.microsoft.com/office/drawing/2014/main" id="{7631BABA-3DD2-D338-2DC9-83F8AE8E3721}"/>
                  </a:ext>
                </a:extLst>
              </p14:cNvPr>
              <p14:cNvContentPartPr/>
              <p14:nvPr/>
            </p14:nvContentPartPr>
            <p14:xfrm>
              <a:off x="11706725" y="3818168"/>
              <a:ext cx="129960" cy="257760"/>
            </p14:xfrm>
          </p:contentPart>
        </mc:Choice>
        <mc:Fallback xmlns="">
          <p:pic>
            <p:nvPicPr>
              <p:cNvPr id="160" name="Ink 159">
                <a:extLst>
                  <a:ext uri="{FF2B5EF4-FFF2-40B4-BE49-F238E27FC236}">
                    <a16:creationId xmlns:a16="http://schemas.microsoft.com/office/drawing/2014/main" id="{7631BABA-3DD2-D338-2DC9-83F8AE8E3721}"/>
                  </a:ext>
                </a:extLst>
              </p:cNvPr>
              <p:cNvPicPr/>
              <p:nvPr/>
            </p:nvPicPr>
            <p:blipFill>
              <a:blip r:embed="rId319"/>
              <a:stretch>
                <a:fillRect/>
              </a:stretch>
            </p:blipFill>
            <p:spPr>
              <a:xfrm>
                <a:off x="11698085" y="3809168"/>
                <a:ext cx="147600" cy="27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0">
            <p14:nvContentPartPr>
              <p14:cNvPr id="161" name="Ink 160">
                <a:extLst>
                  <a:ext uri="{FF2B5EF4-FFF2-40B4-BE49-F238E27FC236}">
                    <a16:creationId xmlns:a16="http://schemas.microsoft.com/office/drawing/2014/main" id="{CBA5C3AA-CDED-4C51-73CC-EC3A728C96C8}"/>
                  </a:ext>
                </a:extLst>
              </p14:cNvPr>
              <p14:cNvContentPartPr/>
              <p14:nvPr/>
            </p14:nvContentPartPr>
            <p14:xfrm>
              <a:off x="11778725" y="3744368"/>
              <a:ext cx="151560" cy="401760"/>
            </p14:xfrm>
          </p:contentPart>
        </mc:Choice>
        <mc:Fallback xmlns="">
          <p:pic>
            <p:nvPicPr>
              <p:cNvPr id="161" name="Ink 160">
                <a:extLst>
                  <a:ext uri="{FF2B5EF4-FFF2-40B4-BE49-F238E27FC236}">
                    <a16:creationId xmlns:a16="http://schemas.microsoft.com/office/drawing/2014/main" id="{CBA5C3AA-CDED-4C51-73CC-EC3A728C96C8}"/>
                  </a:ext>
                </a:extLst>
              </p:cNvPr>
              <p:cNvPicPr/>
              <p:nvPr/>
            </p:nvPicPr>
            <p:blipFill>
              <a:blip r:embed="rId321"/>
              <a:stretch>
                <a:fillRect/>
              </a:stretch>
            </p:blipFill>
            <p:spPr>
              <a:xfrm>
                <a:off x="11769725" y="3735728"/>
                <a:ext cx="169200" cy="419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80" name="Group 179">
            <a:extLst>
              <a:ext uri="{FF2B5EF4-FFF2-40B4-BE49-F238E27FC236}">
                <a16:creationId xmlns:a16="http://schemas.microsoft.com/office/drawing/2014/main" id="{5334843C-7806-F97B-D9E8-3A7BE9E60FBB}"/>
              </a:ext>
            </a:extLst>
          </p:cNvPr>
          <p:cNvGrpSpPr/>
          <p:nvPr/>
        </p:nvGrpSpPr>
        <p:grpSpPr>
          <a:xfrm>
            <a:off x="496980" y="3205448"/>
            <a:ext cx="1160280" cy="453960"/>
            <a:chOff x="496980" y="3205448"/>
            <a:chExt cx="1160280" cy="453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41E1BD78-C2EE-B5AB-EB3E-AA23D82D1650}"/>
                    </a:ext>
                  </a:extLst>
                </p14:cNvPr>
                <p14:cNvContentPartPr/>
                <p14:nvPr/>
              </p14:nvContentPartPr>
              <p14:xfrm>
                <a:off x="496980" y="3274568"/>
                <a:ext cx="189360" cy="25884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41E1BD78-C2EE-B5AB-EB3E-AA23D82D1650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487980" y="3265568"/>
                  <a:ext cx="20700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73753E81-E928-EEB1-DCB3-607E9A6958E4}"/>
                    </a:ext>
                  </a:extLst>
                </p14:cNvPr>
                <p14:cNvContentPartPr/>
                <p14:nvPr/>
              </p14:nvContentPartPr>
              <p14:xfrm>
                <a:off x="525060" y="3314168"/>
                <a:ext cx="109080" cy="18648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73753E81-E928-EEB1-DCB3-607E9A6958E4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516060" y="3305168"/>
                  <a:ext cx="12672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64BE073F-5CCC-7CCF-46D9-51B9EDA60846}"/>
                    </a:ext>
                  </a:extLst>
                </p14:cNvPr>
                <p14:cNvContentPartPr/>
                <p14:nvPr/>
              </p14:nvContentPartPr>
              <p14:xfrm>
                <a:off x="716940" y="3477968"/>
                <a:ext cx="101880" cy="13392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64BE073F-5CCC-7CCF-46D9-51B9EDA60846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708300" y="3468968"/>
                  <a:ext cx="11952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F7004553-03A3-C796-7F60-826271010090}"/>
                    </a:ext>
                  </a:extLst>
                </p14:cNvPr>
                <p14:cNvContentPartPr/>
                <p14:nvPr/>
              </p14:nvContentPartPr>
              <p14:xfrm>
                <a:off x="867780" y="3258008"/>
                <a:ext cx="82800" cy="23364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F7004553-03A3-C796-7F60-826271010090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858780" y="3249368"/>
                  <a:ext cx="10044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5F7506D8-0303-48B1-FBA6-2A9B99CA7529}"/>
                    </a:ext>
                  </a:extLst>
                </p14:cNvPr>
                <p14:cNvContentPartPr/>
                <p14:nvPr/>
              </p14:nvContentPartPr>
              <p14:xfrm>
                <a:off x="986220" y="3423608"/>
                <a:ext cx="100800" cy="23580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5F7506D8-0303-48B1-FBA6-2A9B99CA7529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977580" y="3414968"/>
                  <a:ext cx="11844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F1400E09-8CA7-4917-718E-A5C0B620BE20}"/>
                    </a:ext>
                  </a:extLst>
                </p14:cNvPr>
                <p14:cNvContentPartPr/>
                <p14:nvPr/>
              </p14:nvContentPartPr>
              <p14:xfrm>
                <a:off x="985860" y="3332168"/>
                <a:ext cx="6480" cy="360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F1400E09-8CA7-4917-718E-A5C0B620BE20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977220" y="3323168"/>
                  <a:ext cx="2412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83D8019B-9B26-9544-2121-D09767A1B5AA}"/>
                    </a:ext>
                  </a:extLst>
                </p14:cNvPr>
                <p14:cNvContentPartPr/>
                <p14:nvPr/>
              </p14:nvContentPartPr>
              <p14:xfrm>
                <a:off x="1121940" y="3277448"/>
                <a:ext cx="244440" cy="19836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83D8019B-9B26-9544-2121-D09767A1B5AA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1112940" y="3268808"/>
                  <a:ext cx="26208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7FC50A03-32CA-4C3F-D314-F2289230C024}"/>
                    </a:ext>
                  </a:extLst>
                </p14:cNvPr>
                <p14:cNvContentPartPr/>
                <p14:nvPr/>
              </p14:nvContentPartPr>
              <p14:xfrm>
                <a:off x="1350540" y="3205448"/>
                <a:ext cx="141480" cy="32544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7FC50A03-32CA-4C3F-D314-F2289230C024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1341900" y="3196448"/>
                  <a:ext cx="159120" cy="34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C6B2FDCE-34B6-0CFB-5A02-0FBFE4F85A3E}"/>
                    </a:ext>
                  </a:extLst>
                </p14:cNvPr>
                <p14:cNvContentPartPr/>
                <p14:nvPr/>
              </p14:nvContentPartPr>
              <p14:xfrm>
                <a:off x="1574460" y="3430088"/>
                <a:ext cx="82800" cy="972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C6B2FDCE-34B6-0CFB-5A02-0FBFE4F85A3E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1565820" y="3421088"/>
                  <a:ext cx="10044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261B5A0F-1C5A-45FB-504B-0D977D25D502}"/>
                    </a:ext>
                  </a:extLst>
                </p14:cNvPr>
                <p14:cNvContentPartPr/>
                <p14:nvPr/>
              </p14:nvContentPartPr>
              <p14:xfrm>
                <a:off x="1618020" y="3376808"/>
                <a:ext cx="18720" cy="252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261B5A0F-1C5A-45FB-504B-0D977D25D502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1609020" y="3368168"/>
                  <a:ext cx="3636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D543E3ED-B602-0B7D-2815-983A26780E4E}"/>
                    </a:ext>
                  </a:extLst>
                </p14:cNvPr>
                <p14:cNvContentPartPr/>
                <p14:nvPr/>
              </p14:nvContentPartPr>
              <p14:xfrm>
                <a:off x="1570140" y="3366368"/>
                <a:ext cx="72000" cy="252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D543E3ED-B602-0B7D-2815-983A26780E4E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1561140" y="3357728"/>
                  <a:ext cx="89640" cy="20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44">
            <p14:nvContentPartPr>
              <p14:cNvPr id="175" name="Ink 174">
                <a:extLst>
                  <a:ext uri="{FF2B5EF4-FFF2-40B4-BE49-F238E27FC236}">
                    <a16:creationId xmlns:a16="http://schemas.microsoft.com/office/drawing/2014/main" id="{BF54C7D0-08CF-BE14-5501-C3595762F212}"/>
                  </a:ext>
                </a:extLst>
              </p14:cNvPr>
              <p14:cNvContentPartPr/>
              <p14:nvPr/>
            </p14:nvContentPartPr>
            <p14:xfrm>
              <a:off x="1880460" y="3143168"/>
              <a:ext cx="52200" cy="102600"/>
            </p14:xfrm>
          </p:contentPart>
        </mc:Choice>
        <mc:Fallback xmlns="">
          <p:pic>
            <p:nvPicPr>
              <p:cNvPr id="175" name="Ink 174">
                <a:extLst>
                  <a:ext uri="{FF2B5EF4-FFF2-40B4-BE49-F238E27FC236}">
                    <a16:creationId xmlns:a16="http://schemas.microsoft.com/office/drawing/2014/main" id="{BF54C7D0-08CF-BE14-5501-C3595762F212}"/>
                  </a:ext>
                </a:extLst>
              </p:cNvPr>
              <p:cNvPicPr/>
              <p:nvPr/>
            </p:nvPicPr>
            <p:blipFill>
              <a:blip r:embed="rId345"/>
              <a:stretch>
                <a:fillRect/>
              </a:stretch>
            </p:blipFill>
            <p:spPr>
              <a:xfrm>
                <a:off x="1871820" y="3134168"/>
                <a:ext cx="69840" cy="12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6">
            <p14:nvContentPartPr>
              <p14:cNvPr id="176" name="Ink 175">
                <a:extLst>
                  <a:ext uri="{FF2B5EF4-FFF2-40B4-BE49-F238E27FC236}">
                    <a16:creationId xmlns:a16="http://schemas.microsoft.com/office/drawing/2014/main" id="{DDF43D48-BE38-C960-D903-57A6FD978A1F}"/>
                  </a:ext>
                </a:extLst>
              </p14:cNvPr>
              <p14:cNvContentPartPr/>
              <p14:nvPr/>
            </p14:nvContentPartPr>
            <p14:xfrm>
              <a:off x="1839060" y="3371768"/>
              <a:ext cx="213120" cy="10800"/>
            </p14:xfrm>
          </p:contentPart>
        </mc:Choice>
        <mc:Fallback xmlns="">
          <p:pic>
            <p:nvPicPr>
              <p:cNvPr id="176" name="Ink 175">
                <a:extLst>
                  <a:ext uri="{FF2B5EF4-FFF2-40B4-BE49-F238E27FC236}">
                    <a16:creationId xmlns:a16="http://schemas.microsoft.com/office/drawing/2014/main" id="{DDF43D48-BE38-C960-D903-57A6FD978A1F}"/>
                  </a:ext>
                </a:extLst>
              </p:cNvPr>
              <p:cNvPicPr/>
              <p:nvPr/>
            </p:nvPicPr>
            <p:blipFill>
              <a:blip r:embed="rId347"/>
              <a:stretch>
                <a:fillRect/>
              </a:stretch>
            </p:blipFill>
            <p:spPr>
              <a:xfrm>
                <a:off x="1830420" y="3362768"/>
                <a:ext cx="230760" cy="28440"/>
              </a:xfrm>
              <a:prstGeom prst="rect">
                <a:avLst/>
              </a:prstGeom>
            </p:spPr>
          </p:pic>
        </mc:Fallback>
      </mc:AlternateContent>
      <p:grpSp>
        <p:nvGrpSpPr>
          <p:cNvPr id="179" name="Group 178">
            <a:extLst>
              <a:ext uri="{FF2B5EF4-FFF2-40B4-BE49-F238E27FC236}">
                <a16:creationId xmlns:a16="http://schemas.microsoft.com/office/drawing/2014/main" id="{A475DDFE-4BDD-CCF4-CC6D-D3C0F9B39E3D}"/>
              </a:ext>
            </a:extLst>
          </p:cNvPr>
          <p:cNvGrpSpPr/>
          <p:nvPr/>
        </p:nvGrpSpPr>
        <p:grpSpPr>
          <a:xfrm>
            <a:off x="1872180" y="3534128"/>
            <a:ext cx="164880" cy="137880"/>
            <a:chOff x="1872180" y="3534128"/>
            <a:chExt cx="164880" cy="137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FD9D3723-6AAE-68C6-E22E-AE6A92F70DC5}"/>
                    </a:ext>
                  </a:extLst>
                </p14:cNvPr>
                <p14:cNvContentPartPr/>
                <p14:nvPr/>
              </p14:nvContentPartPr>
              <p14:xfrm>
                <a:off x="1946700" y="3541328"/>
                <a:ext cx="45360" cy="13068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FD9D3723-6AAE-68C6-E22E-AE6A92F70DC5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1938060" y="3532688"/>
                  <a:ext cx="6300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CECFCFAB-E26E-6F58-1E96-A9DA2EC2A860}"/>
                    </a:ext>
                  </a:extLst>
                </p14:cNvPr>
                <p14:cNvContentPartPr/>
                <p14:nvPr/>
              </p14:nvContentPartPr>
              <p14:xfrm>
                <a:off x="1872180" y="3534128"/>
                <a:ext cx="164880" cy="936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CECFCFAB-E26E-6F58-1E96-A9DA2EC2A860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1863180" y="3525128"/>
                  <a:ext cx="182520" cy="27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52">
            <p14:nvContentPartPr>
              <p14:cNvPr id="181" name="Ink 180">
                <a:extLst>
                  <a:ext uri="{FF2B5EF4-FFF2-40B4-BE49-F238E27FC236}">
                    <a16:creationId xmlns:a16="http://schemas.microsoft.com/office/drawing/2014/main" id="{FFA9961C-4540-395C-6E31-3BB5E4753A4C}"/>
                  </a:ext>
                </a:extLst>
              </p14:cNvPr>
              <p14:cNvContentPartPr/>
              <p14:nvPr/>
            </p14:nvContentPartPr>
            <p14:xfrm>
              <a:off x="2199420" y="3236768"/>
              <a:ext cx="300960" cy="271440"/>
            </p14:xfrm>
          </p:contentPart>
        </mc:Choice>
        <mc:Fallback xmlns="">
          <p:pic>
            <p:nvPicPr>
              <p:cNvPr id="181" name="Ink 180">
                <a:extLst>
                  <a:ext uri="{FF2B5EF4-FFF2-40B4-BE49-F238E27FC236}">
                    <a16:creationId xmlns:a16="http://schemas.microsoft.com/office/drawing/2014/main" id="{FFA9961C-4540-395C-6E31-3BB5E4753A4C}"/>
                  </a:ext>
                </a:extLst>
              </p:cNvPr>
              <p:cNvPicPr/>
              <p:nvPr/>
            </p:nvPicPr>
            <p:blipFill>
              <a:blip r:embed="rId353"/>
              <a:stretch>
                <a:fillRect/>
              </a:stretch>
            </p:blipFill>
            <p:spPr>
              <a:xfrm>
                <a:off x="2190420" y="3227768"/>
                <a:ext cx="318600" cy="289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84" name="Group 183">
            <a:extLst>
              <a:ext uri="{FF2B5EF4-FFF2-40B4-BE49-F238E27FC236}">
                <a16:creationId xmlns:a16="http://schemas.microsoft.com/office/drawing/2014/main" id="{282E2188-9FCB-EB6E-5058-DA78330D053F}"/>
              </a:ext>
            </a:extLst>
          </p:cNvPr>
          <p:cNvGrpSpPr/>
          <p:nvPr/>
        </p:nvGrpSpPr>
        <p:grpSpPr>
          <a:xfrm>
            <a:off x="2285820" y="3592808"/>
            <a:ext cx="208800" cy="154800"/>
            <a:chOff x="2285820" y="3592808"/>
            <a:chExt cx="208800" cy="154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2BD17494-6BF2-9DF5-7832-E8DEA4355015}"/>
                    </a:ext>
                  </a:extLst>
                </p14:cNvPr>
                <p14:cNvContentPartPr/>
                <p14:nvPr/>
              </p14:nvContentPartPr>
              <p14:xfrm>
                <a:off x="2285820" y="3592808"/>
                <a:ext cx="37440" cy="15480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2BD17494-6BF2-9DF5-7832-E8DEA4355015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2276820" y="3584168"/>
                  <a:ext cx="5508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2613562C-399A-2F2A-051A-0CF5A8F116A0}"/>
                    </a:ext>
                  </a:extLst>
                </p14:cNvPr>
                <p14:cNvContentPartPr/>
                <p14:nvPr/>
              </p14:nvContentPartPr>
              <p14:xfrm>
                <a:off x="2357820" y="3662648"/>
                <a:ext cx="136800" cy="7632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2613562C-399A-2F2A-051A-0CF5A8F116A0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2349180" y="3653648"/>
                  <a:ext cx="154440" cy="93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4" name="Group 203">
            <a:extLst>
              <a:ext uri="{FF2B5EF4-FFF2-40B4-BE49-F238E27FC236}">
                <a16:creationId xmlns:a16="http://schemas.microsoft.com/office/drawing/2014/main" id="{7BB99E5E-81EA-B801-1C22-A26C45715358}"/>
              </a:ext>
            </a:extLst>
          </p:cNvPr>
          <p:cNvGrpSpPr/>
          <p:nvPr/>
        </p:nvGrpSpPr>
        <p:grpSpPr>
          <a:xfrm>
            <a:off x="2681460" y="3127328"/>
            <a:ext cx="2103120" cy="499680"/>
            <a:chOff x="2681460" y="3127328"/>
            <a:chExt cx="2103120" cy="499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FCC4C822-E9F9-F28C-B8E2-133A1CC4E9A1}"/>
                    </a:ext>
                  </a:extLst>
                </p14:cNvPr>
                <p14:cNvContentPartPr/>
                <p14:nvPr/>
              </p14:nvContentPartPr>
              <p14:xfrm>
                <a:off x="2681460" y="3255128"/>
                <a:ext cx="192960" cy="24480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FCC4C822-E9F9-F28C-B8E2-133A1CC4E9A1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2672820" y="3246488"/>
                  <a:ext cx="210600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3E82A58A-7754-F1F7-C979-542FBE4F72CF}"/>
                    </a:ext>
                  </a:extLst>
                </p14:cNvPr>
                <p14:cNvContentPartPr/>
                <p14:nvPr/>
              </p14:nvContentPartPr>
              <p14:xfrm>
                <a:off x="2737620" y="3305168"/>
                <a:ext cx="78480" cy="18288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3E82A58A-7754-F1F7-C979-542FBE4F72CF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2728980" y="3296168"/>
                  <a:ext cx="9612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165C2832-C7CF-3333-3699-8C3A76FEC2D6}"/>
                    </a:ext>
                  </a:extLst>
                </p14:cNvPr>
                <p14:cNvContentPartPr/>
                <p14:nvPr/>
              </p14:nvContentPartPr>
              <p14:xfrm>
                <a:off x="2932380" y="3465368"/>
                <a:ext cx="126000" cy="10440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165C2832-C7CF-3333-3699-8C3A76FEC2D6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2923380" y="3456728"/>
                  <a:ext cx="14364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C75E39FB-4A74-C826-01E1-0F51C2CA30EC}"/>
                    </a:ext>
                  </a:extLst>
                </p14:cNvPr>
                <p14:cNvContentPartPr/>
                <p14:nvPr/>
              </p14:nvContentPartPr>
              <p14:xfrm>
                <a:off x="3028500" y="3186008"/>
                <a:ext cx="119520" cy="30204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C75E39FB-4A74-C826-01E1-0F51C2CA30EC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3019500" y="3177368"/>
                  <a:ext cx="137160" cy="31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6B1DEF3F-A6CF-B7FE-C76D-2DAF6DF31A60}"/>
                    </a:ext>
                  </a:extLst>
                </p14:cNvPr>
                <p14:cNvContentPartPr/>
                <p14:nvPr/>
              </p14:nvContentPartPr>
              <p14:xfrm>
                <a:off x="3210660" y="3390128"/>
                <a:ext cx="114120" cy="23688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6B1DEF3F-A6CF-B7FE-C76D-2DAF6DF31A60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3202020" y="3381128"/>
                  <a:ext cx="13176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9873F8AD-6F2A-E037-C11C-2004263A2D62}"/>
                    </a:ext>
                  </a:extLst>
                </p14:cNvPr>
                <p14:cNvContentPartPr/>
                <p14:nvPr/>
              </p14:nvContentPartPr>
              <p14:xfrm>
                <a:off x="3215700" y="3267008"/>
                <a:ext cx="360" cy="108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9873F8AD-6F2A-E037-C11C-2004263A2D62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3207060" y="3258008"/>
                  <a:ext cx="1800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52421BE5-152D-F310-9C91-2AF1001D2AAF}"/>
                    </a:ext>
                  </a:extLst>
                </p14:cNvPr>
                <p14:cNvContentPartPr/>
                <p14:nvPr/>
              </p14:nvContentPartPr>
              <p14:xfrm>
                <a:off x="3313980" y="3191408"/>
                <a:ext cx="99720" cy="26856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52421BE5-152D-F310-9C91-2AF1001D2AAF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3304980" y="3182408"/>
                  <a:ext cx="11736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0F374927-7063-F7BF-E516-9506EAB38046}"/>
                    </a:ext>
                  </a:extLst>
                </p14:cNvPr>
                <p14:cNvContentPartPr/>
                <p14:nvPr/>
              </p14:nvContentPartPr>
              <p14:xfrm>
                <a:off x="3433860" y="3251168"/>
                <a:ext cx="268560" cy="17676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0F374927-7063-F7BF-E516-9506EAB38046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3425220" y="3242528"/>
                  <a:ext cx="28620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81F18105-B082-4194-1FE4-AE3FE02708EB}"/>
                    </a:ext>
                  </a:extLst>
                </p14:cNvPr>
                <p14:cNvContentPartPr/>
                <p14:nvPr/>
              </p14:nvContentPartPr>
              <p14:xfrm>
                <a:off x="3786660" y="3324248"/>
                <a:ext cx="115200" cy="2160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81F18105-B082-4194-1FE4-AE3FE02708EB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3778020" y="3315608"/>
                  <a:ext cx="13284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6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FD5BDB0D-84A7-2C7C-A6BF-5D8B2159CA4D}"/>
                    </a:ext>
                  </a:extLst>
                </p14:cNvPr>
                <p14:cNvContentPartPr/>
                <p14:nvPr/>
              </p14:nvContentPartPr>
              <p14:xfrm>
                <a:off x="3951540" y="3203288"/>
                <a:ext cx="59760" cy="21960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FD5BDB0D-84A7-2C7C-A6BF-5D8B2159CA4D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3942900" y="3194288"/>
                  <a:ext cx="7740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8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58359544-DB9A-5384-47B7-0A9C8A72092F}"/>
                    </a:ext>
                  </a:extLst>
                </p14:cNvPr>
                <p14:cNvContentPartPr/>
                <p14:nvPr/>
              </p14:nvContentPartPr>
              <p14:xfrm>
                <a:off x="4020300" y="3335408"/>
                <a:ext cx="146880" cy="9432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58359544-DB9A-5384-47B7-0A9C8A72092F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4011300" y="3326408"/>
                  <a:ext cx="16452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0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435BF92A-0C7A-0B18-ED9D-F5A023526FE3}"/>
                    </a:ext>
                  </a:extLst>
                </p14:cNvPr>
                <p14:cNvContentPartPr/>
                <p14:nvPr/>
              </p14:nvContentPartPr>
              <p14:xfrm>
                <a:off x="4183740" y="3231368"/>
                <a:ext cx="258120" cy="18756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435BF92A-0C7A-0B18-ED9D-F5A023526FE3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4174740" y="3222368"/>
                  <a:ext cx="27576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2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FBAF1C34-1854-0025-2C34-55A3D6A28FBB}"/>
                    </a:ext>
                  </a:extLst>
                </p14:cNvPr>
                <p14:cNvContentPartPr/>
                <p14:nvPr/>
              </p14:nvContentPartPr>
              <p14:xfrm>
                <a:off x="4447260" y="3371768"/>
                <a:ext cx="75600" cy="10008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FBAF1C34-1854-0025-2C34-55A3D6A28FBB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4438620" y="3362768"/>
                  <a:ext cx="9324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4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F77C2957-9C83-21E8-8DA9-FB89BECF5B05}"/>
                    </a:ext>
                  </a:extLst>
                </p14:cNvPr>
                <p14:cNvContentPartPr/>
                <p14:nvPr/>
              </p14:nvContentPartPr>
              <p14:xfrm>
                <a:off x="4509540" y="3189968"/>
                <a:ext cx="146520" cy="26532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F77C2957-9C83-21E8-8DA9-FB89BECF5B05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4500540" y="3180968"/>
                  <a:ext cx="164160" cy="28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6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CA4FF07F-5787-0513-876B-4EB1271684D3}"/>
                    </a:ext>
                  </a:extLst>
                </p14:cNvPr>
                <p14:cNvContentPartPr/>
                <p14:nvPr/>
              </p14:nvContentPartPr>
              <p14:xfrm>
                <a:off x="4629060" y="3127328"/>
                <a:ext cx="155520" cy="35172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CA4FF07F-5787-0513-876B-4EB1271684D3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4620060" y="3118688"/>
                  <a:ext cx="173160" cy="369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7" name="Group 206">
            <a:extLst>
              <a:ext uri="{FF2B5EF4-FFF2-40B4-BE49-F238E27FC236}">
                <a16:creationId xmlns:a16="http://schemas.microsoft.com/office/drawing/2014/main" id="{2F987ADB-1F0C-DFA5-9B69-D692DCDFB399}"/>
              </a:ext>
            </a:extLst>
          </p:cNvPr>
          <p:cNvGrpSpPr/>
          <p:nvPr/>
        </p:nvGrpSpPr>
        <p:grpSpPr>
          <a:xfrm>
            <a:off x="1688940" y="4146128"/>
            <a:ext cx="93240" cy="68400"/>
            <a:chOff x="1688940" y="4146128"/>
            <a:chExt cx="93240" cy="68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8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3A6DBCBD-0D24-8ADA-9532-228B827A3386}"/>
                    </a:ext>
                  </a:extLst>
                </p14:cNvPr>
                <p14:cNvContentPartPr/>
                <p14:nvPr/>
              </p14:nvContentPartPr>
              <p14:xfrm>
                <a:off x="1688940" y="4208048"/>
                <a:ext cx="88200" cy="648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3A6DBCBD-0D24-8ADA-9532-228B827A3386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1679940" y="4199408"/>
                  <a:ext cx="10584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0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392963D1-B980-11A1-D91B-5C5F4C23BD9B}"/>
                    </a:ext>
                  </a:extLst>
                </p14:cNvPr>
                <p14:cNvContentPartPr/>
                <p14:nvPr/>
              </p14:nvContentPartPr>
              <p14:xfrm>
                <a:off x="1699020" y="4146128"/>
                <a:ext cx="83160" cy="1584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392963D1-B980-11A1-D91B-5C5F4C23BD9B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1690380" y="4137128"/>
                  <a:ext cx="100800" cy="33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9" name="Group 218">
            <a:extLst>
              <a:ext uri="{FF2B5EF4-FFF2-40B4-BE49-F238E27FC236}">
                <a16:creationId xmlns:a16="http://schemas.microsoft.com/office/drawing/2014/main" id="{45CAC329-B5C9-4C19-C943-A7F3E414655C}"/>
              </a:ext>
            </a:extLst>
          </p:cNvPr>
          <p:cNvGrpSpPr/>
          <p:nvPr/>
        </p:nvGrpSpPr>
        <p:grpSpPr>
          <a:xfrm>
            <a:off x="1979460" y="3871808"/>
            <a:ext cx="1429560" cy="447480"/>
            <a:chOff x="1979460" y="3871808"/>
            <a:chExt cx="1429560" cy="447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2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573C47E3-0F95-C08C-8CA4-3AEE597EA16E}"/>
                    </a:ext>
                  </a:extLst>
                </p14:cNvPr>
                <p14:cNvContentPartPr/>
                <p14:nvPr/>
              </p14:nvContentPartPr>
              <p14:xfrm>
                <a:off x="1979460" y="4073048"/>
                <a:ext cx="237240" cy="22104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573C47E3-0F95-C08C-8CA4-3AEE597EA16E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1970460" y="4064408"/>
                  <a:ext cx="25488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4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743B1805-72A3-748D-B582-09DA1448D383}"/>
                    </a:ext>
                  </a:extLst>
                </p14:cNvPr>
                <p14:cNvContentPartPr/>
                <p14:nvPr/>
              </p14:nvContentPartPr>
              <p14:xfrm>
                <a:off x="2062620" y="4087088"/>
                <a:ext cx="81720" cy="23004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743B1805-72A3-748D-B582-09DA1448D383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2053620" y="4078448"/>
                  <a:ext cx="9936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6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A628D386-43B7-298D-2761-255A0839E3AD}"/>
                    </a:ext>
                  </a:extLst>
                </p14:cNvPr>
                <p14:cNvContentPartPr/>
                <p14:nvPr/>
              </p14:nvContentPartPr>
              <p14:xfrm>
                <a:off x="2291940" y="4025888"/>
                <a:ext cx="118080" cy="29340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A628D386-43B7-298D-2761-255A0839E3AD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2282940" y="4016888"/>
                  <a:ext cx="135720" cy="31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8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79D7FAD5-B441-5C3D-D8DB-63029AD0CDF5}"/>
                    </a:ext>
                  </a:extLst>
                </p14:cNvPr>
                <p14:cNvContentPartPr/>
                <p14:nvPr/>
              </p14:nvContentPartPr>
              <p14:xfrm>
                <a:off x="2458260" y="4156568"/>
                <a:ext cx="154800" cy="14040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79D7FAD5-B441-5C3D-D8DB-63029AD0CDF5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2449260" y="4147928"/>
                  <a:ext cx="17244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0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3BDD0EB6-E133-9206-F41C-2A8685E71BC1}"/>
                    </a:ext>
                  </a:extLst>
                </p14:cNvPr>
                <p14:cNvContentPartPr/>
                <p14:nvPr/>
              </p14:nvContentPartPr>
              <p14:xfrm>
                <a:off x="2620620" y="4010768"/>
                <a:ext cx="106920" cy="17280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3BDD0EB6-E133-9206-F41C-2A8685E71BC1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2611620" y="4001768"/>
                  <a:ext cx="12456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2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70BF89E2-4A50-DCB7-4316-1E445F0B1008}"/>
                    </a:ext>
                  </a:extLst>
                </p14:cNvPr>
                <p14:cNvContentPartPr/>
                <p14:nvPr/>
              </p14:nvContentPartPr>
              <p14:xfrm>
                <a:off x="2613060" y="3921128"/>
                <a:ext cx="360" cy="144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70BF89E2-4A50-DCB7-4316-1E445F0B1008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2604420" y="3912488"/>
                  <a:ext cx="1800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4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BA876040-E108-5077-BED8-B88FCAE0395A}"/>
                    </a:ext>
                  </a:extLst>
                </p14:cNvPr>
                <p14:cNvContentPartPr/>
                <p14:nvPr/>
              </p14:nvContentPartPr>
              <p14:xfrm>
                <a:off x="2753460" y="3906368"/>
                <a:ext cx="208080" cy="12564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BA876040-E108-5077-BED8-B88FCAE0395A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2744460" y="3897368"/>
                  <a:ext cx="22572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6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BEE9075A-9EA9-A493-1943-09FC45CA96E6}"/>
                    </a:ext>
                  </a:extLst>
                </p14:cNvPr>
                <p14:cNvContentPartPr/>
                <p14:nvPr/>
              </p14:nvContentPartPr>
              <p14:xfrm>
                <a:off x="3036060" y="3912488"/>
                <a:ext cx="57240" cy="9612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BEE9075A-9EA9-A493-1943-09FC45CA96E6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3027420" y="3903848"/>
                  <a:ext cx="7488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8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D01B4BDC-2A1B-7F6E-2F74-9B23345CA399}"/>
                    </a:ext>
                  </a:extLst>
                </p14:cNvPr>
                <p14:cNvContentPartPr/>
                <p14:nvPr/>
              </p14:nvContentPartPr>
              <p14:xfrm>
                <a:off x="2973420" y="3871808"/>
                <a:ext cx="149400" cy="3240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D01B4BDC-2A1B-7F6E-2F74-9B23345CA399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2964420" y="3862808"/>
                  <a:ext cx="16704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0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7CD28248-083D-EBF1-00AB-0065B753453B}"/>
                    </a:ext>
                  </a:extLst>
                </p14:cNvPr>
                <p14:cNvContentPartPr/>
                <p14:nvPr/>
              </p14:nvContentPartPr>
              <p14:xfrm>
                <a:off x="3235500" y="3915008"/>
                <a:ext cx="173520" cy="35280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7CD28248-083D-EBF1-00AB-0065B753453B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3226500" y="3906008"/>
                  <a:ext cx="191160" cy="370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9" name="Group 238">
            <a:extLst>
              <a:ext uri="{FF2B5EF4-FFF2-40B4-BE49-F238E27FC236}">
                <a16:creationId xmlns:a16="http://schemas.microsoft.com/office/drawing/2014/main" id="{4D2DBBF8-0157-4031-A670-418726ACE7EF}"/>
              </a:ext>
            </a:extLst>
          </p:cNvPr>
          <p:cNvGrpSpPr/>
          <p:nvPr/>
        </p:nvGrpSpPr>
        <p:grpSpPr>
          <a:xfrm>
            <a:off x="3633300" y="3782168"/>
            <a:ext cx="2554920" cy="500400"/>
            <a:chOff x="3633300" y="3782168"/>
            <a:chExt cx="2554920" cy="500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2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E551F584-7110-13BF-0012-E9A84EFBDA7C}"/>
                    </a:ext>
                  </a:extLst>
                </p14:cNvPr>
                <p14:cNvContentPartPr/>
                <p14:nvPr/>
              </p14:nvContentPartPr>
              <p14:xfrm>
                <a:off x="3662820" y="4129928"/>
                <a:ext cx="104040" cy="576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E551F584-7110-13BF-0012-E9A84EFBDA7C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3653820" y="4121288"/>
                  <a:ext cx="12168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4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FB9293E6-CD8F-6248-0F31-AEB92323177E}"/>
                    </a:ext>
                  </a:extLst>
                </p14:cNvPr>
                <p14:cNvContentPartPr/>
                <p14:nvPr/>
              </p14:nvContentPartPr>
              <p14:xfrm>
                <a:off x="3633300" y="4083488"/>
                <a:ext cx="102600" cy="36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FB9293E6-CD8F-6248-0F31-AEB92323177E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3624300" y="4074488"/>
                  <a:ext cx="12024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6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CB7CA9B2-C8F4-833E-0105-0BB659F1A4FE}"/>
                    </a:ext>
                  </a:extLst>
                </p14:cNvPr>
                <p14:cNvContentPartPr/>
                <p14:nvPr/>
              </p14:nvContentPartPr>
              <p14:xfrm>
                <a:off x="3900420" y="3948128"/>
                <a:ext cx="243360" cy="25812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CB7CA9B2-C8F4-833E-0105-0BB659F1A4FE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3891780" y="3939128"/>
                  <a:ext cx="26100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8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E4D3A17C-216F-BCED-CC32-BC089AC6F311}"/>
                    </a:ext>
                  </a:extLst>
                </p14:cNvPr>
                <p14:cNvContentPartPr/>
                <p14:nvPr/>
              </p14:nvContentPartPr>
              <p14:xfrm>
                <a:off x="3979620" y="3961448"/>
                <a:ext cx="83160" cy="24300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E4D3A17C-216F-BCED-CC32-BC089AC6F311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3970980" y="3952808"/>
                  <a:ext cx="10080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0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E0DFEA16-BE14-E022-3E00-DBAD6269C4E4}"/>
                    </a:ext>
                  </a:extLst>
                </p14:cNvPr>
                <p14:cNvContentPartPr/>
                <p14:nvPr/>
              </p14:nvContentPartPr>
              <p14:xfrm>
                <a:off x="4160700" y="3894848"/>
                <a:ext cx="110160" cy="32256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E0DFEA16-BE14-E022-3E00-DBAD6269C4E4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4151700" y="3885848"/>
                  <a:ext cx="127800" cy="34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2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77D80A7E-4C2B-1452-256A-020E3B4C36F2}"/>
                    </a:ext>
                  </a:extLst>
                </p14:cNvPr>
                <p14:cNvContentPartPr/>
                <p14:nvPr/>
              </p14:nvContentPartPr>
              <p14:xfrm>
                <a:off x="4296420" y="4062248"/>
                <a:ext cx="164520" cy="13716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77D80A7E-4C2B-1452-256A-020E3B4C36F2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4287780" y="4053248"/>
                  <a:ext cx="18216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4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626F6FBC-EFE7-3F63-0004-28398A20855D}"/>
                    </a:ext>
                  </a:extLst>
                </p14:cNvPr>
                <p14:cNvContentPartPr/>
                <p14:nvPr/>
              </p14:nvContentPartPr>
              <p14:xfrm>
                <a:off x="4447260" y="3917168"/>
                <a:ext cx="83160" cy="17784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626F6FBC-EFE7-3F63-0004-28398A20855D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4438260" y="3908528"/>
                  <a:ext cx="10080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6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F4252FB1-C76E-ABAD-C959-60D3D20FDAD0}"/>
                    </a:ext>
                  </a:extLst>
                </p14:cNvPr>
                <p14:cNvContentPartPr/>
                <p14:nvPr/>
              </p14:nvContentPartPr>
              <p14:xfrm>
                <a:off x="4395420" y="3782168"/>
                <a:ext cx="5400" cy="1440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F4252FB1-C76E-ABAD-C959-60D3D20FDAD0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4386420" y="3773168"/>
                  <a:ext cx="2304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8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67213782-FBFF-F5C7-338C-CAAB17787A09}"/>
                    </a:ext>
                  </a:extLst>
                </p14:cNvPr>
                <p14:cNvContentPartPr/>
                <p14:nvPr/>
              </p14:nvContentPartPr>
              <p14:xfrm>
                <a:off x="4525740" y="3839048"/>
                <a:ext cx="213840" cy="10332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67213782-FBFF-F5C7-338C-CAAB17787A09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4516740" y="3830408"/>
                  <a:ext cx="23148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0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AC6ADCB6-F5FE-38DD-EFC0-99B0C69FDCB6}"/>
                    </a:ext>
                  </a:extLst>
                </p14:cNvPr>
                <p14:cNvContentPartPr/>
                <p14:nvPr/>
              </p14:nvContentPartPr>
              <p14:xfrm>
                <a:off x="4805460" y="3827528"/>
                <a:ext cx="173160" cy="36108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AC6ADCB6-F5FE-38DD-EFC0-99B0C69FDCB6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4796820" y="3818528"/>
                  <a:ext cx="190800" cy="37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2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AA26AE3B-9176-ACF0-59C0-5A66A4319862}"/>
                    </a:ext>
                  </a:extLst>
                </p14:cNvPr>
                <p14:cNvContentPartPr/>
                <p14:nvPr/>
              </p14:nvContentPartPr>
              <p14:xfrm>
                <a:off x="5028300" y="3804128"/>
                <a:ext cx="83160" cy="47844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AA26AE3B-9176-ACF0-59C0-5A66A4319862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5019660" y="3795128"/>
                  <a:ext cx="100800" cy="49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4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9E10930E-C481-DF82-15C8-46D58CDAB8B8}"/>
                    </a:ext>
                  </a:extLst>
                </p14:cNvPr>
                <p14:cNvContentPartPr/>
                <p14:nvPr/>
              </p14:nvContentPartPr>
              <p14:xfrm>
                <a:off x="5194260" y="4133168"/>
                <a:ext cx="182880" cy="11160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9E10930E-C481-DF82-15C8-46D58CDAB8B8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5185620" y="4124528"/>
                  <a:ext cx="20052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6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EED64B2D-5282-FE61-21A4-2F3F45E9F480}"/>
                    </a:ext>
                  </a:extLst>
                </p14:cNvPr>
                <p14:cNvContentPartPr/>
                <p14:nvPr/>
              </p14:nvContentPartPr>
              <p14:xfrm>
                <a:off x="5495940" y="4201208"/>
                <a:ext cx="99720" cy="1800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EED64B2D-5282-FE61-21A4-2F3F45E9F480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5486940" y="4192208"/>
                  <a:ext cx="11736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8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DD8D37A6-6541-C7FF-8B62-1CA7EA4BD1AE}"/>
                    </a:ext>
                  </a:extLst>
                </p14:cNvPr>
                <p14:cNvContentPartPr/>
                <p14:nvPr/>
              </p14:nvContentPartPr>
              <p14:xfrm>
                <a:off x="5471460" y="4135328"/>
                <a:ext cx="66960" cy="1620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DD8D37A6-6541-C7FF-8B62-1CA7EA4BD1AE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5462820" y="4126688"/>
                  <a:ext cx="8460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0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9D1DCB98-D340-A014-9865-47C85449C84F}"/>
                    </a:ext>
                  </a:extLst>
                </p14:cNvPr>
                <p14:cNvContentPartPr/>
                <p14:nvPr/>
              </p14:nvContentPartPr>
              <p14:xfrm>
                <a:off x="5725260" y="4082048"/>
                <a:ext cx="267120" cy="14220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9D1DCB98-D340-A014-9865-47C85449C84F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5716260" y="4073048"/>
                  <a:ext cx="28476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2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15C40157-B9B5-68E5-601E-0033D538DEB6}"/>
                    </a:ext>
                  </a:extLst>
                </p14:cNvPr>
                <p14:cNvContentPartPr/>
                <p14:nvPr/>
              </p14:nvContentPartPr>
              <p14:xfrm>
                <a:off x="6093900" y="4103648"/>
                <a:ext cx="36360" cy="10152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15C40157-B9B5-68E5-601E-0033D538DEB6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6084900" y="4094648"/>
                  <a:ext cx="5400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4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5E69FDA4-3820-5C9D-25CA-2D6575715C69}"/>
                    </a:ext>
                  </a:extLst>
                </p14:cNvPr>
                <p14:cNvContentPartPr/>
                <p14:nvPr/>
              </p14:nvContentPartPr>
              <p14:xfrm>
                <a:off x="5987340" y="4072688"/>
                <a:ext cx="200880" cy="2160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5E69FDA4-3820-5C9D-25CA-2D6575715C69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5978340" y="4064048"/>
                  <a:ext cx="218520" cy="39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D2CA5BB-0778-0CCD-8F69-1A24C33F3CA1}"/>
              </a:ext>
            </a:extLst>
          </p:cNvPr>
          <p:cNvGrpSpPr/>
          <p:nvPr/>
        </p:nvGrpSpPr>
        <p:grpSpPr>
          <a:xfrm>
            <a:off x="6650100" y="4244408"/>
            <a:ext cx="316440" cy="176760"/>
            <a:chOff x="6650100" y="4244408"/>
            <a:chExt cx="316440" cy="176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6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0C48E0EF-A8A4-E214-4D66-BE1A3C7EE67A}"/>
                    </a:ext>
                  </a:extLst>
                </p14:cNvPr>
                <p14:cNvContentPartPr/>
                <p14:nvPr/>
              </p14:nvContentPartPr>
              <p14:xfrm>
                <a:off x="6650100" y="4287248"/>
                <a:ext cx="213840" cy="9756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0C48E0EF-A8A4-E214-4D66-BE1A3C7EE67A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6641100" y="4278608"/>
                  <a:ext cx="23148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8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85BBC0DE-C22B-2D9F-2EBD-F225ABB47DF0}"/>
                    </a:ext>
                  </a:extLst>
                </p14:cNvPr>
                <p14:cNvContentPartPr/>
                <p14:nvPr/>
              </p14:nvContentPartPr>
              <p14:xfrm>
                <a:off x="6696900" y="4244408"/>
                <a:ext cx="229320" cy="10764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85BBC0DE-C22B-2D9F-2EBD-F225ABB47DF0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6687900" y="4235768"/>
                  <a:ext cx="24696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0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A639F62E-742B-5006-A03E-66F51DE1FE27}"/>
                    </a:ext>
                  </a:extLst>
                </p14:cNvPr>
                <p14:cNvContentPartPr/>
                <p14:nvPr/>
              </p14:nvContentPartPr>
              <p14:xfrm>
                <a:off x="6805980" y="4286168"/>
                <a:ext cx="160560" cy="13500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A639F62E-742B-5006-A03E-66F51DE1FE27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6796980" y="4277168"/>
                  <a:ext cx="178200" cy="152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0" name="Group 249">
            <a:extLst>
              <a:ext uri="{FF2B5EF4-FFF2-40B4-BE49-F238E27FC236}">
                <a16:creationId xmlns:a16="http://schemas.microsoft.com/office/drawing/2014/main" id="{C78158F0-EF3A-30F8-514B-01D0ACE3BFCF}"/>
              </a:ext>
            </a:extLst>
          </p:cNvPr>
          <p:cNvGrpSpPr/>
          <p:nvPr/>
        </p:nvGrpSpPr>
        <p:grpSpPr>
          <a:xfrm>
            <a:off x="7195500" y="4194008"/>
            <a:ext cx="1039320" cy="290880"/>
            <a:chOff x="7195500" y="4194008"/>
            <a:chExt cx="1039320" cy="290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52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B10D800A-720D-6738-6531-5C0FC2BA6B75}"/>
                    </a:ext>
                  </a:extLst>
                </p14:cNvPr>
                <p14:cNvContentPartPr/>
                <p14:nvPr/>
              </p14:nvContentPartPr>
              <p14:xfrm>
                <a:off x="7195500" y="4295168"/>
                <a:ext cx="317160" cy="18972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B10D800A-720D-6738-6531-5C0FC2BA6B75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7186860" y="4286528"/>
                  <a:ext cx="33480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4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AE72EAFC-B25F-C203-3141-9224734D7618}"/>
                    </a:ext>
                  </a:extLst>
                </p14:cNvPr>
                <p14:cNvContentPartPr/>
                <p14:nvPr/>
              </p14:nvContentPartPr>
              <p14:xfrm>
                <a:off x="7694820" y="4405688"/>
                <a:ext cx="72360" cy="576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AE72EAFC-B25F-C203-3141-9224734D7618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7686180" y="4396688"/>
                  <a:ext cx="9000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6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874E9179-82E2-7A87-E9A5-3D96B258B382}"/>
                    </a:ext>
                  </a:extLst>
                </p14:cNvPr>
                <p14:cNvContentPartPr/>
                <p14:nvPr/>
              </p14:nvContentPartPr>
              <p14:xfrm>
                <a:off x="7684380" y="4335848"/>
                <a:ext cx="98640" cy="792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874E9179-82E2-7A87-E9A5-3D96B258B382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7675380" y="4326848"/>
                  <a:ext cx="11628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8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9F188F24-79FF-35F8-EFB6-75AEF0AB1EAF}"/>
                    </a:ext>
                  </a:extLst>
                </p14:cNvPr>
                <p14:cNvContentPartPr/>
                <p14:nvPr/>
              </p14:nvContentPartPr>
              <p14:xfrm>
                <a:off x="7951140" y="4194008"/>
                <a:ext cx="201600" cy="8676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9F188F24-79FF-35F8-EFB6-75AEF0AB1EAF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7942500" y="4185008"/>
                  <a:ext cx="21924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0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2A833E69-F662-5866-3876-CCF85B979498}"/>
                    </a:ext>
                  </a:extLst>
                </p14:cNvPr>
                <p14:cNvContentPartPr/>
                <p14:nvPr/>
              </p14:nvContentPartPr>
              <p14:xfrm>
                <a:off x="7960140" y="4384808"/>
                <a:ext cx="274680" cy="2088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2A833E69-F662-5866-3876-CCF85B979498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7951500" y="4376168"/>
                  <a:ext cx="292320" cy="38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3" name="Group 252">
            <a:extLst>
              <a:ext uri="{FF2B5EF4-FFF2-40B4-BE49-F238E27FC236}">
                <a16:creationId xmlns:a16="http://schemas.microsoft.com/office/drawing/2014/main" id="{05B7913C-E7EA-9351-5E07-9BBC39920EED}"/>
              </a:ext>
            </a:extLst>
          </p:cNvPr>
          <p:cNvGrpSpPr/>
          <p:nvPr/>
        </p:nvGrpSpPr>
        <p:grpSpPr>
          <a:xfrm>
            <a:off x="7979940" y="4498928"/>
            <a:ext cx="208080" cy="147600"/>
            <a:chOff x="7979940" y="4498928"/>
            <a:chExt cx="208080" cy="147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2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D76C5CD6-DA65-C5CC-12A7-698EED7CF4EE}"/>
                    </a:ext>
                  </a:extLst>
                </p14:cNvPr>
                <p14:cNvContentPartPr/>
                <p14:nvPr/>
              </p14:nvContentPartPr>
              <p14:xfrm>
                <a:off x="8070660" y="4501088"/>
                <a:ext cx="48240" cy="145440"/>
              </p14:xfrm>
            </p:contentPart>
          </mc:Choice>
          <mc:Fallback xmlns=""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D76C5CD6-DA65-C5CC-12A7-698EED7CF4EE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8062020" y="4492088"/>
                  <a:ext cx="6588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4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D0F12F9A-764D-32EF-5495-1DD6FF574378}"/>
                    </a:ext>
                  </a:extLst>
                </p14:cNvPr>
                <p14:cNvContentPartPr/>
                <p14:nvPr/>
              </p14:nvContentPartPr>
              <p14:xfrm>
                <a:off x="7979940" y="4498928"/>
                <a:ext cx="208080" cy="576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D0F12F9A-764D-32EF-5495-1DD6FF574378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7971300" y="4489928"/>
                  <a:ext cx="225720" cy="23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2" name="Group 351">
            <a:extLst>
              <a:ext uri="{FF2B5EF4-FFF2-40B4-BE49-F238E27FC236}">
                <a16:creationId xmlns:a16="http://schemas.microsoft.com/office/drawing/2014/main" id="{1483203C-B060-D624-4AED-A48DC6225B6A}"/>
              </a:ext>
            </a:extLst>
          </p:cNvPr>
          <p:cNvGrpSpPr/>
          <p:nvPr/>
        </p:nvGrpSpPr>
        <p:grpSpPr>
          <a:xfrm>
            <a:off x="941580" y="4499288"/>
            <a:ext cx="5801400" cy="1854720"/>
            <a:chOff x="941580" y="4499288"/>
            <a:chExt cx="5801400" cy="1854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6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1F4C9050-C9FE-863F-C129-B2A88E75EF94}"/>
                    </a:ext>
                  </a:extLst>
                </p14:cNvPr>
                <p14:cNvContentPartPr/>
                <p14:nvPr/>
              </p14:nvContentPartPr>
              <p14:xfrm>
                <a:off x="1217340" y="4934168"/>
                <a:ext cx="223200" cy="23364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1F4C9050-C9FE-863F-C129-B2A88E75EF94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1208340" y="4925528"/>
                  <a:ext cx="24084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8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30D27DE4-C594-5AD6-1819-4B474C1CAF45}"/>
                    </a:ext>
                  </a:extLst>
                </p14:cNvPr>
                <p14:cNvContentPartPr/>
                <p14:nvPr/>
              </p14:nvContentPartPr>
              <p14:xfrm>
                <a:off x="1268820" y="4926968"/>
                <a:ext cx="80640" cy="24876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30D27DE4-C594-5AD6-1819-4B474C1CAF45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1259820" y="4917968"/>
                  <a:ext cx="9828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0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516839DE-3577-B89B-5412-4930BC48D957}"/>
                    </a:ext>
                  </a:extLst>
                </p14:cNvPr>
                <p14:cNvContentPartPr/>
                <p14:nvPr/>
              </p14:nvContentPartPr>
              <p14:xfrm>
                <a:off x="1455660" y="4886648"/>
                <a:ext cx="116280" cy="305280"/>
              </p14:xfrm>
            </p:contentPart>
          </mc:Choice>
          <mc:Fallback xmlns=""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516839DE-3577-B89B-5412-4930BC48D957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1446660" y="4877648"/>
                  <a:ext cx="133920" cy="32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2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13FF8C64-AD7E-B6C7-6C2F-E0EF8C5B0E98}"/>
                    </a:ext>
                  </a:extLst>
                </p14:cNvPr>
                <p14:cNvContentPartPr/>
                <p14:nvPr/>
              </p14:nvContentPartPr>
              <p14:xfrm>
                <a:off x="1603260" y="5039648"/>
                <a:ext cx="137160" cy="120960"/>
              </p14:xfrm>
            </p:contentPart>
          </mc:Choice>
          <mc:Fallback xmlns=""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13FF8C64-AD7E-B6C7-6C2F-E0EF8C5B0E98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1594260" y="5031008"/>
                  <a:ext cx="15480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4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2EC1CE7C-5AEB-2089-CE5B-109EC009E2A6}"/>
                    </a:ext>
                  </a:extLst>
                </p14:cNvPr>
                <p14:cNvContentPartPr/>
                <p14:nvPr/>
              </p14:nvContentPartPr>
              <p14:xfrm>
                <a:off x="1755900" y="4888088"/>
                <a:ext cx="81360" cy="183960"/>
              </p14:xfrm>
            </p:contentPart>
          </mc:Choice>
          <mc:Fallback xmlns=""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2EC1CE7C-5AEB-2089-CE5B-109EC009E2A6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1746900" y="4879088"/>
                  <a:ext cx="9900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6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B4C599A7-E857-C5C6-5954-D353A4AF02CF}"/>
                    </a:ext>
                  </a:extLst>
                </p14:cNvPr>
                <p14:cNvContentPartPr/>
                <p14:nvPr/>
              </p14:nvContentPartPr>
              <p14:xfrm>
                <a:off x="1709100" y="4776128"/>
                <a:ext cx="8640" cy="3600"/>
              </p14:xfrm>
            </p:contentPart>
          </mc:Choice>
          <mc:Fallback xmlns=""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B4C599A7-E857-C5C6-5954-D353A4AF02CF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1700460" y="4767488"/>
                  <a:ext cx="2628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8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A5972891-54D4-9083-59EA-33E6BB7C6E91}"/>
                    </a:ext>
                  </a:extLst>
                </p14:cNvPr>
                <p14:cNvContentPartPr/>
                <p14:nvPr/>
              </p14:nvContentPartPr>
              <p14:xfrm>
                <a:off x="1854540" y="4785128"/>
                <a:ext cx="183600" cy="124920"/>
              </p14:xfrm>
            </p:contentPart>
          </mc:Choice>
          <mc:Fallback xmlns=""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A5972891-54D4-9083-59EA-33E6BB7C6E91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1845900" y="4776128"/>
                  <a:ext cx="20124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0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16C70128-77EC-4441-A109-A54B864D0F99}"/>
                    </a:ext>
                  </a:extLst>
                </p14:cNvPr>
                <p14:cNvContentPartPr/>
                <p14:nvPr/>
              </p14:nvContentPartPr>
              <p14:xfrm>
                <a:off x="2134260" y="4813928"/>
                <a:ext cx="40680" cy="95760"/>
              </p14:xfrm>
            </p:contentPart>
          </mc:Choice>
          <mc:Fallback xmlns=""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16C70128-77EC-4441-A109-A54B864D0F99}"/>
                    </a:ext>
                  </a:extLst>
                </p:cNvPr>
                <p:cNvPicPr/>
                <p:nvPr/>
              </p:nvPicPr>
              <p:blipFill>
                <a:blip r:embed="rId481"/>
                <a:stretch>
                  <a:fillRect/>
                </a:stretch>
              </p:blipFill>
              <p:spPr>
                <a:xfrm>
                  <a:off x="2125260" y="4804928"/>
                  <a:ext cx="5832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2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76CD1C4F-2E8D-9D0D-4B5A-9127BF71CB16}"/>
                    </a:ext>
                  </a:extLst>
                </p14:cNvPr>
                <p14:cNvContentPartPr/>
                <p14:nvPr/>
              </p14:nvContentPartPr>
              <p14:xfrm>
                <a:off x="2022660" y="4754528"/>
                <a:ext cx="190800" cy="46440"/>
              </p14:xfrm>
            </p:contentPart>
          </mc:Choice>
          <mc:Fallback xmlns=""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76CD1C4F-2E8D-9D0D-4B5A-9127BF71CB16}"/>
                    </a:ext>
                  </a:extLst>
                </p:cNvPr>
                <p:cNvPicPr/>
                <p:nvPr/>
              </p:nvPicPr>
              <p:blipFill>
                <a:blip r:embed="rId483"/>
                <a:stretch>
                  <a:fillRect/>
                </a:stretch>
              </p:blipFill>
              <p:spPr>
                <a:xfrm>
                  <a:off x="2013660" y="4745528"/>
                  <a:ext cx="20844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4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E8321564-62B0-945D-92BD-F129C76D07F0}"/>
                    </a:ext>
                  </a:extLst>
                </p14:cNvPr>
                <p14:cNvContentPartPr/>
                <p14:nvPr/>
              </p14:nvContentPartPr>
              <p14:xfrm>
                <a:off x="2259900" y="4843448"/>
                <a:ext cx="167400" cy="320760"/>
              </p14:xfrm>
            </p:contentPart>
          </mc:Choice>
          <mc:Fallback xmlns=""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E8321564-62B0-945D-92BD-F129C76D07F0}"/>
                    </a:ext>
                  </a:extLst>
                </p:cNvPr>
                <p:cNvPicPr/>
                <p:nvPr/>
              </p:nvPicPr>
              <p:blipFill>
                <a:blip r:embed="rId485"/>
                <a:stretch>
                  <a:fillRect/>
                </a:stretch>
              </p:blipFill>
              <p:spPr>
                <a:xfrm>
                  <a:off x="2250900" y="4834808"/>
                  <a:ext cx="185040" cy="33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6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924A154C-8148-1614-4204-664EBF0E7AC1}"/>
                    </a:ext>
                  </a:extLst>
                </p14:cNvPr>
                <p14:cNvContentPartPr/>
                <p14:nvPr/>
              </p14:nvContentPartPr>
              <p14:xfrm>
                <a:off x="2530260" y="5077448"/>
                <a:ext cx="143640" cy="9360"/>
              </p14:xfrm>
            </p:contentPart>
          </mc:Choice>
          <mc:Fallback xmlns=""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924A154C-8148-1614-4204-664EBF0E7AC1}"/>
                    </a:ext>
                  </a:extLst>
                </p:cNvPr>
                <p:cNvPicPr/>
                <p:nvPr/>
              </p:nvPicPr>
              <p:blipFill>
                <a:blip r:embed="rId487"/>
                <a:stretch>
                  <a:fillRect/>
                </a:stretch>
              </p:blipFill>
              <p:spPr>
                <a:xfrm>
                  <a:off x="2521620" y="5068808"/>
                  <a:ext cx="16128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8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BEAC60F5-9785-5B4F-AFBC-FFAC66E32E73}"/>
                    </a:ext>
                  </a:extLst>
                </p14:cNvPr>
                <p14:cNvContentPartPr/>
                <p14:nvPr/>
              </p14:nvContentPartPr>
              <p14:xfrm>
                <a:off x="2558340" y="5018048"/>
                <a:ext cx="111960" cy="21600"/>
              </p14:xfrm>
            </p:contentPart>
          </mc:Choice>
          <mc:Fallback xmlns=""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BEAC60F5-9785-5B4F-AFBC-FFAC66E32E73}"/>
                    </a:ext>
                  </a:extLst>
                </p:cNvPr>
                <p:cNvPicPr/>
                <p:nvPr/>
              </p:nvPicPr>
              <p:blipFill>
                <a:blip r:embed="rId489"/>
                <a:stretch>
                  <a:fillRect/>
                </a:stretch>
              </p:blipFill>
              <p:spPr>
                <a:xfrm>
                  <a:off x="2549700" y="5009408"/>
                  <a:ext cx="12960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0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C9537C83-1FEF-C037-4E3C-159B84079BE8}"/>
                    </a:ext>
                  </a:extLst>
                </p14:cNvPr>
                <p14:cNvContentPartPr/>
                <p14:nvPr/>
              </p14:nvContentPartPr>
              <p14:xfrm>
                <a:off x="3017700" y="4786568"/>
                <a:ext cx="43200" cy="144000"/>
              </p14:xfrm>
            </p:contentPart>
          </mc:Choice>
          <mc:Fallback xmlns=""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C9537C83-1FEF-C037-4E3C-159B84079BE8}"/>
                    </a:ext>
                  </a:extLst>
                </p:cNvPr>
                <p:cNvPicPr/>
                <p:nvPr/>
              </p:nvPicPr>
              <p:blipFill>
                <a:blip r:embed="rId491"/>
                <a:stretch>
                  <a:fillRect/>
                </a:stretch>
              </p:blipFill>
              <p:spPr>
                <a:xfrm>
                  <a:off x="3009060" y="4777928"/>
                  <a:ext cx="6084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2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9336E711-C06C-DF05-CD2F-0CD853E57028}"/>
                    </a:ext>
                  </a:extLst>
                </p14:cNvPr>
                <p14:cNvContentPartPr/>
                <p14:nvPr/>
              </p14:nvContentPartPr>
              <p14:xfrm>
                <a:off x="2963700" y="4998968"/>
                <a:ext cx="231480" cy="10080"/>
              </p14:xfrm>
            </p:contentPart>
          </mc:Choice>
          <mc:Fallback xmlns=""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9336E711-C06C-DF05-CD2F-0CD853E57028}"/>
                    </a:ext>
                  </a:extLst>
                </p:cNvPr>
                <p:cNvPicPr/>
                <p:nvPr/>
              </p:nvPicPr>
              <p:blipFill>
                <a:blip r:embed="rId493"/>
                <a:stretch>
                  <a:fillRect/>
                </a:stretch>
              </p:blipFill>
              <p:spPr>
                <a:xfrm>
                  <a:off x="2955060" y="4989968"/>
                  <a:ext cx="24912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4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A82D9368-CA06-EAD6-38E8-D6CB2C09F452}"/>
                    </a:ext>
                  </a:extLst>
                </p14:cNvPr>
                <p14:cNvContentPartPr/>
                <p14:nvPr/>
              </p14:nvContentPartPr>
              <p14:xfrm>
                <a:off x="3039660" y="5140088"/>
                <a:ext cx="51120" cy="135720"/>
              </p14:xfrm>
            </p:contentPart>
          </mc:Choice>
          <mc:Fallback xmlns=""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A82D9368-CA06-EAD6-38E8-D6CB2C09F452}"/>
                    </a:ext>
                  </a:extLst>
                </p:cNvPr>
                <p:cNvPicPr/>
                <p:nvPr/>
              </p:nvPicPr>
              <p:blipFill>
                <a:blip r:embed="rId495"/>
                <a:stretch>
                  <a:fillRect/>
                </a:stretch>
              </p:blipFill>
              <p:spPr>
                <a:xfrm>
                  <a:off x="3031020" y="5131088"/>
                  <a:ext cx="6876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6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2CF7F820-1CDC-26D3-3BC1-1C191F21C5C6}"/>
                    </a:ext>
                  </a:extLst>
                </p14:cNvPr>
                <p14:cNvContentPartPr/>
                <p14:nvPr/>
              </p14:nvContentPartPr>
              <p14:xfrm>
                <a:off x="2898540" y="5106608"/>
                <a:ext cx="234360" cy="11160"/>
              </p14:xfrm>
            </p:contentPart>
          </mc:Choice>
          <mc:Fallback xmlns=""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2CF7F820-1CDC-26D3-3BC1-1C191F21C5C6}"/>
                    </a:ext>
                  </a:extLst>
                </p:cNvPr>
                <p:cNvPicPr/>
                <p:nvPr/>
              </p:nvPicPr>
              <p:blipFill>
                <a:blip r:embed="rId497"/>
                <a:stretch>
                  <a:fillRect/>
                </a:stretch>
              </p:blipFill>
              <p:spPr>
                <a:xfrm>
                  <a:off x="2889540" y="5097968"/>
                  <a:ext cx="25200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8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EE8FC4F0-6482-4ACE-D709-8CD74CAC2DFA}"/>
                    </a:ext>
                  </a:extLst>
                </p14:cNvPr>
                <p14:cNvContentPartPr/>
                <p14:nvPr/>
              </p14:nvContentPartPr>
              <p14:xfrm>
                <a:off x="3364380" y="4851728"/>
                <a:ext cx="352440" cy="244080"/>
              </p14:xfrm>
            </p:contentPart>
          </mc:Choice>
          <mc:Fallback xmlns=""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EE8FC4F0-6482-4ACE-D709-8CD74CAC2DFA}"/>
                    </a:ext>
                  </a:extLst>
                </p:cNvPr>
                <p:cNvPicPr/>
                <p:nvPr/>
              </p:nvPicPr>
              <p:blipFill>
                <a:blip r:embed="rId499"/>
                <a:stretch>
                  <a:fillRect/>
                </a:stretch>
              </p:blipFill>
              <p:spPr>
                <a:xfrm>
                  <a:off x="3355380" y="4843088"/>
                  <a:ext cx="37008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0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9E79D3A7-1BE0-AADD-E5AE-D5CC14837EDF}"/>
                    </a:ext>
                  </a:extLst>
                </p14:cNvPr>
                <p14:cNvContentPartPr/>
                <p14:nvPr/>
              </p14:nvContentPartPr>
              <p14:xfrm>
                <a:off x="3486060" y="5158808"/>
                <a:ext cx="71640" cy="182160"/>
              </p14:xfrm>
            </p:contentPart>
          </mc:Choice>
          <mc:Fallback xmlns=""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9E79D3A7-1BE0-AADD-E5AE-D5CC14837EDF}"/>
                    </a:ext>
                  </a:extLst>
                </p:cNvPr>
                <p:cNvPicPr/>
                <p:nvPr/>
              </p:nvPicPr>
              <p:blipFill>
                <a:blip r:embed="rId501"/>
                <a:stretch>
                  <a:fillRect/>
                </a:stretch>
              </p:blipFill>
              <p:spPr>
                <a:xfrm>
                  <a:off x="3477060" y="5150168"/>
                  <a:ext cx="8928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2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DEC54DAC-365B-0C16-21CD-4E6D997F4CD9}"/>
                    </a:ext>
                  </a:extLst>
                </p14:cNvPr>
                <p14:cNvContentPartPr/>
                <p14:nvPr/>
              </p14:nvContentPartPr>
              <p14:xfrm>
                <a:off x="3557340" y="5273288"/>
                <a:ext cx="136800" cy="57240"/>
              </p14:xfrm>
            </p:contentPart>
          </mc:Choice>
          <mc:Fallback xmlns=""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DEC54DAC-365B-0C16-21CD-4E6D997F4CD9}"/>
                    </a:ext>
                  </a:extLst>
                </p:cNvPr>
                <p:cNvPicPr/>
                <p:nvPr/>
              </p:nvPicPr>
              <p:blipFill>
                <a:blip r:embed="rId503"/>
                <a:stretch>
                  <a:fillRect/>
                </a:stretch>
              </p:blipFill>
              <p:spPr>
                <a:xfrm>
                  <a:off x="3548340" y="5264288"/>
                  <a:ext cx="15444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4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F56F4AE3-8735-E7C3-DB70-411DE85249E4}"/>
                    </a:ext>
                  </a:extLst>
                </p14:cNvPr>
                <p14:cNvContentPartPr/>
                <p14:nvPr/>
              </p14:nvContentPartPr>
              <p14:xfrm>
                <a:off x="1322820" y="5703848"/>
                <a:ext cx="241920" cy="247680"/>
              </p14:xfrm>
            </p:contentPart>
          </mc:Choice>
          <mc:Fallback xmlns=""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F56F4AE3-8735-E7C3-DB70-411DE85249E4}"/>
                    </a:ext>
                  </a:extLst>
                </p:cNvPr>
                <p:cNvPicPr/>
                <p:nvPr/>
              </p:nvPicPr>
              <p:blipFill>
                <a:blip r:embed="rId505"/>
                <a:stretch>
                  <a:fillRect/>
                </a:stretch>
              </p:blipFill>
              <p:spPr>
                <a:xfrm>
                  <a:off x="1313820" y="5695208"/>
                  <a:ext cx="25956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6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90AEF1DC-F826-8EFE-1125-72A11CBF1C96}"/>
                    </a:ext>
                  </a:extLst>
                </p14:cNvPr>
                <p14:cNvContentPartPr/>
                <p14:nvPr/>
              </p14:nvContentPartPr>
              <p14:xfrm>
                <a:off x="1397700" y="5731928"/>
                <a:ext cx="103680" cy="253080"/>
              </p14:xfrm>
            </p:contentPart>
          </mc:Choice>
          <mc:Fallback xmlns=""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90AEF1DC-F826-8EFE-1125-72A11CBF1C96}"/>
                    </a:ext>
                  </a:extLst>
                </p:cNvPr>
                <p:cNvPicPr/>
                <p:nvPr/>
              </p:nvPicPr>
              <p:blipFill>
                <a:blip r:embed="rId507"/>
                <a:stretch>
                  <a:fillRect/>
                </a:stretch>
              </p:blipFill>
              <p:spPr>
                <a:xfrm>
                  <a:off x="1389060" y="5723288"/>
                  <a:ext cx="12132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8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3C761FBB-9681-A086-4B39-179B3B2E65FD}"/>
                    </a:ext>
                  </a:extLst>
                </p14:cNvPr>
                <p14:cNvContentPartPr/>
                <p14:nvPr/>
              </p14:nvContentPartPr>
              <p14:xfrm>
                <a:off x="1604340" y="5675408"/>
                <a:ext cx="73080" cy="291600"/>
              </p14:xfrm>
            </p:contentPart>
          </mc:Choice>
          <mc:Fallback xmlns=""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3C761FBB-9681-A086-4B39-179B3B2E65FD}"/>
                    </a:ext>
                  </a:extLst>
                </p:cNvPr>
                <p:cNvPicPr/>
                <p:nvPr/>
              </p:nvPicPr>
              <p:blipFill>
                <a:blip r:embed="rId509"/>
                <a:stretch>
                  <a:fillRect/>
                </a:stretch>
              </p:blipFill>
              <p:spPr>
                <a:xfrm>
                  <a:off x="1595700" y="5666408"/>
                  <a:ext cx="9072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0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73195B60-3CFD-A8EE-5B27-168218107087}"/>
                    </a:ext>
                  </a:extLst>
                </p14:cNvPr>
                <p14:cNvContentPartPr/>
                <p14:nvPr/>
              </p14:nvContentPartPr>
              <p14:xfrm>
                <a:off x="1734300" y="5827688"/>
                <a:ext cx="144720" cy="117360"/>
              </p14:xfrm>
            </p:contentPart>
          </mc:Choice>
          <mc:Fallback xmlns=""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73195B60-3CFD-A8EE-5B27-168218107087}"/>
                    </a:ext>
                  </a:extLst>
                </p:cNvPr>
                <p:cNvPicPr/>
                <p:nvPr/>
              </p:nvPicPr>
              <p:blipFill>
                <a:blip r:embed="rId511"/>
                <a:stretch>
                  <a:fillRect/>
                </a:stretch>
              </p:blipFill>
              <p:spPr>
                <a:xfrm>
                  <a:off x="1725300" y="5818688"/>
                  <a:ext cx="16236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2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609F51ED-9FF8-FA6A-4F03-4F5002DE5ACF}"/>
                    </a:ext>
                  </a:extLst>
                </p14:cNvPr>
                <p14:cNvContentPartPr/>
                <p14:nvPr/>
              </p14:nvContentPartPr>
              <p14:xfrm>
                <a:off x="1864980" y="5688728"/>
                <a:ext cx="88920" cy="177840"/>
              </p14:xfrm>
            </p:contentPart>
          </mc:Choice>
          <mc:Fallback xmlns=""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609F51ED-9FF8-FA6A-4F03-4F5002DE5ACF}"/>
                    </a:ext>
                  </a:extLst>
                </p:cNvPr>
                <p:cNvPicPr/>
                <p:nvPr/>
              </p:nvPicPr>
              <p:blipFill>
                <a:blip r:embed="rId513"/>
                <a:stretch>
                  <a:fillRect/>
                </a:stretch>
              </p:blipFill>
              <p:spPr>
                <a:xfrm>
                  <a:off x="1855980" y="5680088"/>
                  <a:ext cx="10656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4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154F2AF9-4D77-440F-1874-C327A6682899}"/>
                    </a:ext>
                  </a:extLst>
                </p14:cNvPr>
                <p14:cNvContentPartPr/>
                <p14:nvPr/>
              </p14:nvContentPartPr>
              <p14:xfrm>
                <a:off x="1807740" y="5579648"/>
                <a:ext cx="35280" cy="18360"/>
              </p14:xfrm>
            </p:contentPart>
          </mc:Choice>
          <mc:Fallback xmlns=""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154F2AF9-4D77-440F-1874-C327A6682899}"/>
                    </a:ext>
                  </a:extLst>
                </p:cNvPr>
                <p:cNvPicPr/>
                <p:nvPr/>
              </p:nvPicPr>
              <p:blipFill>
                <a:blip r:embed="rId515"/>
                <a:stretch>
                  <a:fillRect/>
                </a:stretch>
              </p:blipFill>
              <p:spPr>
                <a:xfrm>
                  <a:off x="1799100" y="5571008"/>
                  <a:ext cx="529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6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D35A17C6-E858-C8F2-C352-35FC1888B8A2}"/>
                    </a:ext>
                  </a:extLst>
                </p14:cNvPr>
                <p14:cNvContentPartPr/>
                <p14:nvPr/>
              </p14:nvContentPartPr>
              <p14:xfrm>
                <a:off x="1967940" y="5619608"/>
                <a:ext cx="189720" cy="75240"/>
              </p14:xfrm>
            </p:contentPart>
          </mc:Choice>
          <mc:Fallback xmlns=""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D35A17C6-E858-C8F2-C352-35FC1888B8A2}"/>
                    </a:ext>
                  </a:extLst>
                </p:cNvPr>
                <p:cNvPicPr/>
                <p:nvPr/>
              </p:nvPicPr>
              <p:blipFill>
                <a:blip r:embed="rId517"/>
                <a:stretch>
                  <a:fillRect/>
                </a:stretch>
              </p:blipFill>
              <p:spPr>
                <a:xfrm>
                  <a:off x="1958940" y="5610608"/>
                  <a:ext cx="20736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8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3CA106D2-2795-C6E8-1709-3766807E188E}"/>
                    </a:ext>
                  </a:extLst>
                </p14:cNvPr>
                <p14:cNvContentPartPr/>
                <p14:nvPr/>
              </p14:nvContentPartPr>
              <p14:xfrm>
                <a:off x="2176740" y="5569208"/>
                <a:ext cx="162720" cy="335520"/>
              </p14:xfrm>
            </p:contentPart>
          </mc:Choice>
          <mc:Fallback xmlns=""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3CA106D2-2795-C6E8-1709-3766807E188E}"/>
                    </a:ext>
                  </a:extLst>
                </p:cNvPr>
                <p:cNvPicPr/>
                <p:nvPr/>
              </p:nvPicPr>
              <p:blipFill>
                <a:blip r:embed="rId519"/>
                <a:stretch>
                  <a:fillRect/>
                </a:stretch>
              </p:blipFill>
              <p:spPr>
                <a:xfrm>
                  <a:off x="2167740" y="5560568"/>
                  <a:ext cx="180360" cy="35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0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BC17F64A-B5AF-8FAD-D7F0-9CA0B87983E3}"/>
                    </a:ext>
                  </a:extLst>
                </p14:cNvPr>
                <p14:cNvContentPartPr/>
                <p14:nvPr/>
              </p14:nvContentPartPr>
              <p14:xfrm>
                <a:off x="2585340" y="5852888"/>
                <a:ext cx="85320" cy="7920"/>
              </p14:xfrm>
            </p:contentPart>
          </mc:Choice>
          <mc:Fallback xmlns=""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BC17F64A-B5AF-8FAD-D7F0-9CA0B87983E3}"/>
                    </a:ext>
                  </a:extLst>
                </p:cNvPr>
                <p:cNvPicPr/>
                <p:nvPr/>
              </p:nvPicPr>
              <p:blipFill>
                <a:blip r:embed="rId521"/>
                <a:stretch>
                  <a:fillRect/>
                </a:stretch>
              </p:blipFill>
              <p:spPr>
                <a:xfrm>
                  <a:off x="2576700" y="5844248"/>
                  <a:ext cx="10296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2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BF930CAC-53B4-3BE4-8B1D-ADDE768D74C7}"/>
                    </a:ext>
                  </a:extLst>
                </p14:cNvPr>
                <p14:cNvContentPartPr/>
                <p14:nvPr/>
              </p14:nvContentPartPr>
              <p14:xfrm>
                <a:off x="2522340" y="5795648"/>
                <a:ext cx="101520" cy="7920"/>
              </p14:xfrm>
            </p:contentPart>
          </mc:Choice>
          <mc:Fallback xmlns=""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BF930CAC-53B4-3BE4-8B1D-ADDE768D74C7}"/>
                    </a:ext>
                  </a:extLst>
                </p:cNvPr>
                <p:cNvPicPr/>
                <p:nvPr/>
              </p:nvPicPr>
              <p:blipFill>
                <a:blip r:embed="rId523"/>
                <a:stretch>
                  <a:fillRect/>
                </a:stretch>
              </p:blipFill>
              <p:spPr>
                <a:xfrm>
                  <a:off x="2513700" y="5787008"/>
                  <a:ext cx="11916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4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0279B69B-BA3F-FEBA-793A-2BF19DDD6F67}"/>
                    </a:ext>
                  </a:extLst>
                </p14:cNvPr>
                <p14:cNvContentPartPr/>
                <p14:nvPr/>
              </p14:nvContentPartPr>
              <p14:xfrm>
                <a:off x="2989260" y="5568848"/>
                <a:ext cx="45720" cy="135360"/>
              </p14:xfrm>
            </p:contentPart>
          </mc:Choice>
          <mc:Fallback xmlns=""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0279B69B-BA3F-FEBA-793A-2BF19DDD6F67}"/>
                    </a:ext>
                  </a:extLst>
                </p:cNvPr>
                <p:cNvPicPr/>
                <p:nvPr/>
              </p:nvPicPr>
              <p:blipFill>
                <a:blip r:embed="rId525"/>
                <a:stretch>
                  <a:fillRect/>
                </a:stretch>
              </p:blipFill>
              <p:spPr>
                <a:xfrm>
                  <a:off x="2980260" y="5560208"/>
                  <a:ext cx="6336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6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DA978816-1C2D-0971-ADE3-BE1C425706BE}"/>
                    </a:ext>
                  </a:extLst>
                </p14:cNvPr>
                <p14:cNvContentPartPr/>
                <p14:nvPr/>
              </p14:nvContentPartPr>
              <p14:xfrm>
                <a:off x="2896020" y="5797448"/>
                <a:ext cx="294120" cy="16920"/>
              </p14:xfrm>
            </p:contentPart>
          </mc:Choice>
          <mc:Fallback xmlns=""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DA978816-1C2D-0971-ADE3-BE1C425706BE}"/>
                    </a:ext>
                  </a:extLst>
                </p:cNvPr>
                <p:cNvPicPr/>
                <p:nvPr/>
              </p:nvPicPr>
              <p:blipFill>
                <a:blip r:embed="rId527"/>
                <a:stretch>
                  <a:fillRect/>
                </a:stretch>
              </p:blipFill>
              <p:spPr>
                <a:xfrm>
                  <a:off x="2887380" y="5788448"/>
                  <a:ext cx="31176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8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52FAEDD4-B07D-3533-C326-ED588E07BB20}"/>
                    </a:ext>
                  </a:extLst>
                </p14:cNvPr>
                <p14:cNvContentPartPr/>
                <p14:nvPr/>
              </p14:nvContentPartPr>
              <p14:xfrm>
                <a:off x="3049740" y="5932088"/>
                <a:ext cx="66240" cy="156600"/>
              </p14:xfrm>
            </p:contentPart>
          </mc:Choice>
          <mc:Fallback xmlns=""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52FAEDD4-B07D-3533-C326-ED588E07BB20}"/>
                    </a:ext>
                  </a:extLst>
                </p:cNvPr>
                <p:cNvPicPr/>
                <p:nvPr/>
              </p:nvPicPr>
              <p:blipFill>
                <a:blip r:embed="rId529"/>
                <a:stretch>
                  <a:fillRect/>
                </a:stretch>
              </p:blipFill>
              <p:spPr>
                <a:xfrm>
                  <a:off x="3040740" y="5923448"/>
                  <a:ext cx="8388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0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526A548D-D7B3-48E6-6895-B755F6FC84E6}"/>
                    </a:ext>
                  </a:extLst>
                </p14:cNvPr>
                <p14:cNvContentPartPr/>
                <p14:nvPr/>
              </p14:nvContentPartPr>
              <p14:xfrm>
                <a:off x="2956140" y="5919848"/>
                <a:ext cx="188280" cy="13320"/>
              </p14:xfrm>
            </p:contentPart>
          </mc:Choice>
          <mc:Fallback xmlns=""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526A548D-D7B3-48E6-6895-B755F6FC84E6}"/>
                    </a:ext>
                  </a:extLst>
                </p:cNvPr>
                <p:cNvPicPr/>
                <p:nvPr/>
              </p:nvPicPr>
              <p:blipFill>
                <a:blip r:embed="rId531"/>
                <a:stretch>
                  <a:fillRect/>
                </a:stretch>
              </p:blipFill>
              <p:spPr>
                <a:xfrm>
                  <a:off x="2947140" y="5910848"/>
                  <a:ext cx="20592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2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B90B8289-4022-8BDE-03F8-3F825B05AB87}"/>
                    </a:ext>
                  </a:extLst>
                </p14:cNvPr>
                <p14:cNvContentPartPr/>
                <p14:nvPr/>
              </p14:nvContentPartPr>
              <p14:xfrm>
                <a:off x="3371940" y="5677568"/>
                <a:ext cx="363240" cy="230760"/>
              </p14:xfrm>
            </p:contentPart>
          </mc:Choice>
          <mc:Fallback xmlns=""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B90B8289-4022-8BDE-03F8-3F825B05AB87}"/>
                    </a:ext>
                  </a:extLst>
                </p:cNvPr>
                <p:cNvPicPr/>
                <p:nvPr/>
              </p:nvPicPr>
              <p:blipFill>
                <a:blip r:embed="rId533"/>
                <a:stretch>
                  <a:fillRect/>
                </a:stretch>
              </p:blipFill>
              <p:spPr>
                <a:xfrm>
                  <a:off x="3362940" y="5668928"/>
                  <a:ext cx="38088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4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4F473A39-D8A6-B858-54F4-27E777670028}"/>
                    </a:ext>
                  </a:extLst>
                </p14:cNvPr>
                <p14:cNvContentPartPr/>
                <p14:nvPr/>
              </p14:nvContentPartPr>
              <p14:xfrm>
                <a:off x="3470220" y="5952968"/>
                <a:ext cx="54720" cy="153720"/>
              </p14:xfrm>
            </p:contentPart>
          </mc:Choice>
          <mc:Fallback xmlns=""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4F473A39-D8A6-B858-54F4-27E777670028}"/>
                    </a:ext>
                  </a:extLst>
                </p:cNvPr>
                <p:cNvPicPr/>
                <p:nvPr/>
              </p:nvPicPr>
              <p:blipFill>
                <a:blip r:embed="rId535"/>
                <a:stretch>
                  <a:fillRect/>
                </a:stretch>
              </p:blipFill>
              <p:spPr>
                <a:xfrm>
                  <a:off x="3461580" y="5943968"/>
                  <a:ext cx="7236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6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FF7F4A81-5EDB-EC9A-9DE6-BF6171666811}"/>
                    </a:ext>
                  </a:extLst>
                </p14:cNvPr>
                <p14:cNvContentPartPr/>
                <p14:nvPr/>
              </p14:nvContentPartPr>
              <p14:xfrm>
                <a:off x="3532140" y="6042248"/>
                <a:ext cx="151560" cy="57600"/>
              </p14:xfrm>
            </p:contentPart>
          </mc:Choice>
          <mc:Fallback xmlns=""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FF7F4A81-5EDB-EC9A-9DE6-BF6171666811}"/>
                    </a:ext>
                  </a:extLst>
                </p:cNvPr>
                <p:cNvPicPr/>
                <p:nvPr/>
              </p:nvPicPr>
              <p:blipFill>
                <a:blip r:embed="rId537"/>
                <a:stretch>
                  <a:fillRect/>
                </a:stretch>
              </p:blipFill>
              <p:spPr>
                <a:xfrm>
                  <a:off x="3523500" y="6033248"/>
                  <a:ext cx="16920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8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0C09379A-C637-9FCE-D4B7-FBA8AC743BC8}"/>
                    </a:ext>
                  </a:extLst>
                </p14:cNvPr>
                <p14:cNvContentPartPr/>
                <p14:nvPr/>
              </p14:nvContentPartPr>
              <p14:xfrm>
                <a:off x="3915900" y="4862888"/>
                <a:ext cx="274320" cy="229320"/>
              </p14:xfrm>
            </p:contentPart>
          </mc:Choice>
          <mc:Fallback xmlns=""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0C09379A-C637-9FCE-D4B7-FBA8AC743BC8}"/>
                    </a:ext>
                  </a:extLst>
                </p:cNvPr>
                <p:cNvPicPr/>
                <p:nvPr/>
              </p:nvPicPr>
              <p:blipFill>
                <a:blip r:embed="rId539"/>
                <a:stretch>
                  <a:fillRect/>
                </a:stretch>
              </p:blipFill>
              <p:spPr>
                <a:xfrm>
                  <a:off x="3907260" y="4854248"/>
                  <a:ext cx="29196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0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ACA02A2E-D6DA-CC76-19D0-896194EBBC89}"/>
                    </a:ext>
                  </a:extLst>
                </p14:cNvPr>
                <p14:cNvContentPartPr/>
                <p14:nvPr/>
              </p14:nvContentPartPr>
              <p14:xfrm>
                <a:off x="4032900" y="4875488"/>
                <a:ext cx="108000" cy="243720"/>
              </p14:xfrm>
            </p:contentPart>
          </mc:Choice>
          <mc:Fallback xmlns=""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ACA02A2E-D6DA-CC76-19D0-896194EBBC89}"/>
                    </a:ext>
                  </a:extLst>
                </p:cNvPr>
                <p:cNvPicPr/>
                <p:nvPr/>
              </p:nvPicPr>
              <p:blipFill>
                <a:blip r:embed="rId541"/>
                <a:stretch>
                  <a:fillRect/>
                </a:stretch>
              </p:blipFill>
              <p:spPr>
                <a:xfrm>
                  <a:off x="4024260" y="4866488"/>
                  <a:ext cx="12564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2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6A63EFB4-D40F-2D69-7936-F3BCE1232985}"/>
                    </a:ext>
                  </a:extLst>
                </p14:cNvPr>
                <p14:cNvContentPartPr/>
                <p14:nvPr/>
              </p14:nvContentPartPr>
              <p14:xfrm>
                <a:off x="4239900" y="4772168"/>
                <a:ext cx="97920" cy="297360"/>
              </p14:xfrm>
            </p:contentPart>
          </mc:Choice>
          <mc:Fallback xmlns=""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6A63EFB4-D40F-2D69-7936-F3BCE1232985}"/>
                    </a:ext>
                  </a:extLst>
                </p:cNvPr>
                <p:cNvPicPr/>
                <p:nvPr/>
              </p:nvPicPr>
              <p:blipFill>
                <a:blip r:embed="rId543"/>
                <a:stretch>
                  <a:fillRect/>
                </a:stretch>
              </p:blipFill>
              <p:spPr>
                <a:xfrm>
                  <a:off x="4230900" y="4763168"/>
                  <a:ext cx="115560" cy="31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4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6E25F4D4-1891-4BE8-15C2-41F422AC16A6}"/>
                    </a:ext>
                  </a:extLst>
                </p14:cNvPr>
                <p14:cNvContentPartPr/>
                <p14:nvPr/>
              </p14:nvContentPartPr>
              <p14:xfrm>
                <a:off x="4373820" y="4981328"/>
                <a:ext cx="115920" cy="221040"/>
              </p14:xfrm>
            </p:contentPart>
          </mc:Choice>
          <mc:Fallback xmlns=""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6E25F4D4-1891-4BE8-15C2-41F422AC16A6}"/>
                    </a:ext>
                  </a:extLst>
                </p:cNvPr>
                <p:cNvPicPr/>
                <p:nvPr/>
              </p:nvPicPr>
              <p:blipFill>
                <a:blip r:embed="rId545"/>
                <a:stretch>
                  <a:fillRect/>
                </a:stretch>
              </p:blipFill>
              <p:spPr>
                <a:xfrm>
                  <a:off x="4365180" y="4972328"/>
                  <a:ext cx="13356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6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902F2A89-F203-74F5-3470-3D4C044E64F1}"/>
                    </a:ext>
                  </a:extLst>
                </p14:cNvPr>
                <p14:cNvContentPartPr/>
                <p14:nvPr/>
              </p14:nvContentPartPr>
              <p14:xfrm>
                <a:off x="4364100" y="4847048"/>
                <a:ext cx="5760" cy="3240"/>
              </p14:xfrm>
            </p:contentPart>
          </mc:Choice>
          <mc:Fallback xmlns=""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902F2A89-F203-74F5-3470-3D4C044E64F1}"/>
                    </a:ext>
                  </a:extLst>
                </p:cNvPr>
                <p:cNvPicPr/>
                <p:nvPr/>
              </p:nvPicPr>
              <p:blipFill>
                <a:blip r:embed="rId547"/>
                <a:stretch>
                  <a:fillRect/>
                </a:stretch>
              </p:blipFill>
              <p:spPr>
                <a:xfrm>
                  <a:off x="4355100" y="4838408"/>
                  <a:ext cx="2340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8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3DA4CAA0-53D8-FB3C-2DC5-3F0D2A6E160E}"/>
                    </a:ext>
                  </a:extLst>
                </p14:cNvPr>
                <p14:cNvContentPartPr/>
                <p14:nvPr/>
              </p14:nvContentPartPr>
              <p14:xfrm>
                <a:off x="4499100" y="4804568"/>
                <a:ext cx="106560" cy="284400"/>
              </p14:xfrm>
            </p:contentPart>
          </mc:Choice>
          <mc:Fallback xmlns=""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3DA4CAA0-53D8-FB3C-2DC5-3F0D2A6E160E}"/>
                    </a:ext>
                  </a:extLst>
                </p:cNvPr>
                <p:cNvPicPr/>
                <p:nvPr/>
              </p:nvPicPr>
              <p:blipFill>
                <a:blip r:embed="rId549"/>
                <a:stretch>
                  <a:fillRect/>
                </a:stretch>
              </p:blipFill>
              <p:spPr>
                <a:xfrm>
                  <a:off x="4490460" y="4795928"/>
                  <a:ext cx="124200" cy="30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0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FF758A6D-3B5D-3E8B-2242-FDEA3A75818D}"/>
                    </a:ext>
                  </a:extLst>
                </p14:cNvPr>
                <p14:cNvContentPartPr/>
                <p14:nvPr/>
              </p14:nvContentPartPr>
              <p14:xfrm>
                <a:off x="4635900" y="4869008"/>
                <a:ext cx="268560" cy="170640"/>
              </p14:xfrm>
            </p:contentPart>
          </mc:Choice>
          <mc:Fallback xmlns=""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FF758A6D-3B5D-3E8B-2242-FDEA3A75818D}"/>
                    </a:ext>
                  </a:extLst>
                </p:cNvPr>
                <p:cNvPicPr/>
                <p:nvPr/>
              </p:nvPicPr>
              <p:blipFill>
                <a:blip r:embed="rId551"/>
                <a:stretch>
                  <a:fillRect/>
                </a:stretch>
              </p:blipFill>
              <p:spPr>
                <a:xfrm>
                  <a:off x="4627260" y="4860368"/>
                  <a:ext cx="28620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2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1129B590-AFC7-DE20-ABB8-60C4B0C65BF6}"/>
                    </a:ext>
                  </a:extLst>
                </p14:cNvPr>
                <p14:cNvContentPartPr/>
                <p14:nvPr/>
              </p14:nvContentPartPr>
              <p14:xfrm>
                <a:off x="5035140" y="4950008"/>
                <a:ext cx="98280" cy="12960"/>
              </p14:xfrm>
            </p:contentPart>
          </mc:Choice>
          <mc:Fallback xmlns=""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1129B590-AFC7-DE20-ABB8-60C4B0C65BF6}"/>
                    </a:ext>
                  </a:extLst>
                </p:cNvPr>
                <p:cNvPicPr/>
                <p:nvPr/>
              </p:nvPicPr>
              <p:blipFill>
                <a:blip r:embed="rId553"/>
                <a:stretch>
                  <a:fillRect/>
                </a:stretch>
              </p:blipFill>
              <p:spPr>
                <a:xfrm>
                  <a:off x="5026500" y="4941008"/>
                  <a:ext cx="11592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4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EFA1ABBF-5660-7A7C-CCBC-4ECFEC928CDD}"/>
                    </a:ext>
                  </a:extLst>
                </p14:cNvPr>
                <p14:cNvContentPartPr/>
                <p14:nvPr/>
              </p14:nvContentPartPr>
              <p14:xfrm>
                <a:off x="5167620" y="4833368"/>
                <a:ext cx="60840" cy="177480"/>
              </p14:xfrm>
            </p:contentPart>
          </mc:Choice>
          <mc:Fallback xmlns=""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EFA1ABBF-5660-7A7C-CCBC-4ECFEC928CDD}"/>
                    </a:ext>
                  </a:extLst>
                </p:cNvPr>
                <p:cNvPicPr/>
                <p:nvPr/>
              </p:nvPicPr>
              <p:blipFill>
                <a:blip r:embed="rId555"/>
                <a:stretch>
                  <a:fillRect/>
                </a:stretch>
              </p:blipFill>
              <p:spPr>
                <a:xfrm>
                  <a:off x="5158620" y="4824728"/>
                  <a:ext cx="7848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6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907CDA0C-55C8-1A19-E369-8AFBD909093D}"/>
                    </a:ext>
                  </a:extLst>
                </p14:cNvPr>
                <p14:cNvContentPartPr/>
                <p14:nvPr/>
              </p14:nvContentPartPr>
              <p14:xfrm>
                <a:off x="5205060" y="4934528"/>
                <a:ext cx="130680" cy="80640"/>
              </p14:xfrm>
            </p:contentPart>
          </mc:Choice>
          <mc:Fallback xmlns=""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907CDA0C-55C8-1A19-E369-8AFBD909093D}"/>
                    </a:ext>
                  </a:extLst>
                </p:cNvPr>
                <p:cNvPicPr/>
                <p:nvPr/>
              </p:nvPicPr>
              <p:blipFill>
                <a:blip r:embed="rId557"/>
                <a:stretch>
                  <a:fillRect/>
                </a:stretch>
              </p:blipFill>
              <p:spPr>
                <a:xfrm>
                  <a:off x="5196060" y="4925528"/>
                  <a:ext cx="14832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8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CDFF3018-A4B7-F31F-F5C1-9474EFA3AECF}"/>
                    </a:ext>
                  </a:extLst>
                </p14:cNvPr>
                <p14:cNvContentPartPr/>
                <p14:nvPr/>
              </p14:nvContentPartPr>
              <p14:xfrm>
                <a:off x="5365620" y="4829768"/>
                <a:ext cx="276840" cy="169200"/>
              </p14:xfrm>
            </p:contentPart>
          </mc:Choice>
          <mc:Fallback xmlns=""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CDFF3018-A4B7-F31F-F5C1-9474EFA3AECF}"/>
                    </a:ext>
                  </a:extLst>
                </p:cNvPr>
                <p:cNvPicPr/>
                <p:nvPr/>
              </p:nvPicPr>
              <p:blipFill>
                <a:blip r:embed="rId559"/>
                <a:stretch>
                  <a:fillRect/>
                </a:stretch>
              </p:blipFill>
              <p:spPr>
                <a:xfrm>
                  <a:off x="5356620" y="4821128"/>
                  <a:ext cx="29448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0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9FE12F9A-F45A-8D71-8667-507A95E8FDC9}"/>
                    </a:ext>
                  </a:extLst>
                </p14:cNvPr>
                <p14:cNvContentPartPr/>
                <p14:nvPr/>
              </p14:nvContentPartPr>
              <p14:xfrm>
                <a:off x="5699700" y="4966568"/>
                <a:ext cx="88200" cy="97920"/>
              </p14:xfrm>
            </p:contentPart>
          </mc:Choice>
          <mc:Fallback xmlns=""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9FE12F9A-F45A-8D71-8667-507A95E8FDC9}"/>
                    </a:ext>
                  </a:extLst>
                </p:cNvPr>
                <p:cNvPicPr/>
                <p:nvPr/>
              </p:nvPicPr>
              <p:blipFill>
                <a:blip r:embed="rId561"/>
                <a:stretch>
                  <a:fillRect/>
                </a:stretch>
              </p:blipFill>
              <p:spPr>
                <a:xfrm>
                  <a:off x="5691060" y="4957928"/>
                  <a:ext cx="10584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2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1BBF87B7-9276-C945-1033-96BF12FC3535}"/>
                    </a:ext>
                  </a:extLst>
                </p14:cNvPr>
                <p14:cNvContentPartPr/>
                <p14:nvPr/>
              </p14:nvContentPartPr>
              <p14:xfrm>
                <a:off x="5792580" y="4810328"/>
                <a:ext cx="145080" cy="222840"/>
              </p14:xfrm>
            </p:contentPart>
          </mc:Choice>
          <mc:Fallback xmlns=""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1BBF87B7-9276-C945-1033-96BF12FC3535}"/>
                    </a:ext>
                  </a:extLst>
                </p:cNvPr>
                <p:cNvPicPr/>
                <p:nvPr/>
              </p:nvPicPr>
              <p:blipFill>
                <a:blip r:embed="rId563"/>
                <a:stretch>
                  <a:fillRect/>
                </a:stretch>
              </p:blipFill>
              <p:spPr>
                <a:xfrm>
                  <a:off x="5783940" y="4801328"/>
                  <a:ext cx="16272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4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1721AAE4-52E3-00C0-976D-48ED1167391B}"/>
                    </a:ext>
                  </a:extLst>
                </p14:cNvPr>
                <p14:cNvContentPartPr/>
                <p14:nvPr/>
              </p14:nvContentPartPr>
              <p14:xfrm>
                <a:off x="5891580" y="4743368"/>
                <a:ext cx="181440" cy="313920"/>
              </p14:xfrm>
            </p:contentPart>
          </mc:Choice>
          <mc:Fallback xmlns=""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1721AAE4-52E3-00C0-976D-48ED1167391B}"/>
                    </a:ext>
                  </a:extLst>
                </p:cNvPr>
                <p:cNvPicPr/>
                <p:nvPr/>
              </p:nvPicPr>
              <p:blipFill>
                <a:blip r:embed="rId565"/>
                <a:stretch>
                  <a:fillRect/>
                </a:stretch>
              </p:blipFill>
              <p:spPr>
                <a:xfrm>
                  <a:off x="5882580" y="4734368"/>
                  <a:ext cx="199080" cy="33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6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DF850451-6C0A-4CEC-FF26-F181046826C3}"/>
                    </a:ext>
                  </a:extLst>
                </p14:cNvPr>
                <p14:cNvContentPartPr/>
                <p14:nvPr/>
              </p14:nvContentPartPr>
              <p14:xfrm>
                <a:off x="4229820" y="5106968"/>
                <a:ext cx="92520" cy="99360"/>
              </p14:xfrm>
            </p:contentPart>
          </mc:Choice>
          <mc:Fallback xmlns=""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DF850451-6C0A-4CEC-FF26-F181046826C3}"/>
                    </a:ext>
                  </a:extLst>
                </p:cNvPr>
                <p:cNvPicPr/>
                <p:nvPr/>
              </p:nvPicPr>
              <p:blipFill>
                <a:blip r:embed="rId567"/>
                <a:stretch>
                  <a:fillRect/>
                </a:stretch>
              </p:blipFill>
              <p:spPr>
                <a:xfrm>
                  <a:off x="4221180" y="5097968"/>
                  <a:ext cx="11016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8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8B2CACC1-0063-CD65-9F26-D0764D4C2392}"/>
                    </a:ext>
                  </a:extLst>
                </p14:cNvPr>
                <p14:cNvContentPartPr/>
                <p14:nvPr/>
              </p14:nvContentPartPr>
              <p14:xfrm>
                <a:off x="3922020" y="5665328"/>
                <a:ext cx="215280" cy="225000"/>
              </p14:xfrm>
            </p:contentPart>
          </mc:Choice>
          <mc:Fallback xmlns=""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8B2CACC1-0063-CD65-9F26-D0764D4C2392}"/>
                    </a:ext>
                  </a:extLst>
                </p:cNvPr>
                <p:cNvPicPr/>
                <p:nvPr/>
              </p:nvPicPr>
              <p:blipFill>
                <a:blip r:embed="rId569"/>
                <a:stretch>
                  <a:fillRect/>
                </a:stretch>
              </p:blipFill>
              <p:spPr>
                <a:xfrm>
                  <a:off x="3913020" y="5656688"/>
                  <a:ext cx="23292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0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B3233694-B49F-0402-1306-65427AE39207}"/>
                    </a:ext>
                  </a:extLst>
                </p14:cNvPr>
                <p14:cNvContentPartPr/>
                <p14:nvPr/>
              </p14:nvContentPartPr>
              <p14:xfrm>
                <a:off x="3963420" y="5671448"/>
                <a:ext cx="125280" cy="235080"/>
              </p14:xfrm>
            </p:contentPart>
          </mc:Choice>
          <mc:Fallback xmlns=""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B3233694-B49F-0402-1306-65427AE39207}"/>
                    </a:ext>
                  </a:extLst>
                </p:cNvPr>
                <p:cNvPicPr/>
                <p:nvPr/>
              </p:nvPicPr>
              <p:blipFill>
                <a:blip r:embed="rId571"/>
                <a:stretch>
                  <a:fillRect/>
                </a:stretch>
              </p:blipFill>
              <p:spPr>
                <a:xfrm>
                  <a:off x="3954780" y="5662808"/>
                  <a:ext cx="14292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2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1E9A1736-A0FE-7D94-66AB-E71FDAC26AA7}"/>
                    </a:ext>
                  </a:extLst>
                </p14:cNvPr>
                <p14:cNvContentPartPr/>
                <p14:nvPr/>
              </p14:nvContentPartPr>
              <p14:xfrm>
                <a:off x="4201380" y="5870168"/>
                <a:ext cx="95040" cy="79200"/>
              </p14:xfrm>
            </p:contentPart>
          </mc:Choice>
          <mc:Fallback xmlns=""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1E9A1736-A0FE-7D94-66AB-E71FDAC26AA7}"/>
                    </a:ext>
                  </a:extLst>
                </p:cNvPr>
                <p:cNvPicPr/>
                <p:nvPr/>
              </p:nvPicPr>
              <p:blipFill>
                <a:blip r:embed="rId573"/>
                <a:stretch>
                  <a:fillRect/>
                </a:stretch>
              </p:blipFill>
              <p:spPr>
                <a:xfrm>
                  <a:off x="4192380" y="5861528"/>
                  <a:ext cx="11268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4">
              <p14:nvContentPartPr>
                <p14:cNvPr id="323" name="Ink 322">
                  <a:extLst>
                    <a:ext uri="{FF2B5EF4-FFF2-40B4-BE49-F238E27FC236}">
                      <a16:creationId xmlns:a16="http://schemas.microsoft.com/office/drawing/2014/main" id="{CD2953B0-E3AE-8D7E-9F06-4D4F0A26507A}"/>
                    </a:ext>
                  </a:extLst>
                </p14:cNvPr>
                <p14:cNvContentPartPr/>
                <p14:nvPr/>
              </p14:nvContentPartPr>
              <p14:xfrm>
                <a:off x="4307940" y="5572088"/>
                <a:ext cx="113400" cy="343080"/>
              </p14:xfrm>
            </p:contentPart>
          </mc:Choice>
          <mc:Fallback xmlns="">
            <p:pic>
              <p:nvPicPr>
                <p:cNvPr id="323" name="Ink 322">
                  <a:extLst>
                    <a:ext uri="{FF2B5EF4-FFF2-40B4-BE49-F238E27FC236}">
                      <a16:creationId xmlns:a16="http://schemas.microsoft.com/office/drawing/2014/main" id="{CD2953B0-E3AE-8D7E-9F06-4D4F0A26507A}"/>
                    </a:ext>
                  </a:extLst>
                </p:cNvPr>
                <p:cNvPicPr/>
                <p:nvPr/>
              </p:nvPicPr>
              <p:blipFill>
                <a:blip r:embed="rId575"/>
                <a:stretch>
                  <a:fillRect/>
                </a:stretch>
              </p:blipFill>
              <p:spPr>
                <a:xfrm>
                  <a:off x="4298940" y="5563448"/>
                  <a:ext cx="131040" cy="36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6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E06C104A-E18F-F5D2-9B21-E6D3087ACDC3}"/>
                    </a:ext>
                  </a:extLst>
                </p14:cNvPr>
                <p14:cNvContentPartPr/>
                <p14:nvPr/>
              </p14:nvContentPartPr>
              <p14:xfrm>
                <a:off x="4437540" y="5807168"/>
                <a:ext cx="124200" cy="229320"/>
              </p14:xfrm>
            </p:contentPart>
          </mc:Choice>
          <mc:Fallback xmlns=""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E06C104A-E18F-F5D2-9B21-E6D3087ACDC3}"/>
                    </a:ext>
                  </a:extLst>
                </p:cNvPr>
                <p:cNvPicPr/>
                <p:nvPr/>
              </p:nvPicPr>
              <p:blipFill>
                <a:blip r:embed="rId577"/>
                <a:stretch>
                  <a:fillRect/>
                </a:stretch>
              </p:blipFill>
              <p:spPr>
                <a:xfrm>
                  <a:off x="4428540" y="5798528"/>
                  <a:ext cx="14184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8">
              <p14:nvContentPartPr>
                <p14:cNvPr id="326" name="Ink 325">
                  <a:extLst>
                    <a:ext uri="{FF2B5EF4-FFF2-40B4-BE49-F238E27FC236}">
                      <a16:creationId xmlns:a16="http://schemas.microsoft.com/office/drawing/2014/main" id="{1541FF3F-CD65-03F4-6E17-C0AB0F0E088D}"/>
                    </a:ext>
                  </a:extLst>
                </p14:cNvPr>
                <p14:cNvContentPartPr/>
                <p14:nvPr/>
              </p14:nvContentPartPr>
              <p14:xfrm>
                <a:off x="4457700" y="5694128"/>
                <a:ext cx="4320" cy="8640"/>
              </p14:xfrm>
            </p:contentPart>
          </mc:Choice>
          <mc:Fallback xmlns="">
            <p:pic>
              <p:nvPicPr>
                <p:cNvPr id="326" name="Ink 325">
                  <a:extLst>
                    <a:ext uri="{FF2B5EF4-FFF2-40B4-BE49-F238E27FC236}">
                      <a16:creationId xmlns:a16="http://schemas.microsoft.com/office/drawing/2014/main" id="{1541FF3F-CD65-03F4-6E17-C0AB0F0E088D}"/>
                    </a:ext>
                  </a:extLst>
                </p:cNvPr>
                <p:cNvPicPr/>
                <p:nvPr/>
              </p:nvPicPr>
              <p:blipFill>
                <a:blip r:embed="rId579"/>
                <a:stretch>
                  <a:fillRect/>
                </a:stretch>
              </p:blipFill>
              <p:spPr>
                <a:xfrm>
                  <a:off x="4448700" y="5685128"/>
                  <a:ext cx="2196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0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4B27D358-C283-8886-328B-DB05F1140265}"/>
                    </a:ext>
                  </a:extLst>
                </p14:cNvPr>
                <p14:cNvContentPartPr/>
                <p14:nvPr/>
              </p14:nvContentPartPr>
              <p14:xfrm>
                <a:off x="4581180" y="5554808"/>
                <a:ext cx="137880" cy="372240"/>
              </p14:xfrm>
            </p:contentPart>
          </mc:Choice>
          <mc:Fallback xmlns=""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4B27D358-C283-8886-328B-DB05F1140265}"/>
                    </a:ext>
                  </a:extLst>
                </p:cNvPr>
                <p:cNvPicPr/>
                <p:nvPr/>
              </p:nvPicPr>
              <p:blipFill>
                <a:blip r:embed="rId581"/>
                <a:stretch>
                  <a:fillRect/>
                </a:stretch>
              </p:blipFill>
              <p:spPr>
                <a:xfrm>
                  <a:off x="4572540" y="5546168"/>
                  <a:ext cx="155520" cy="38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2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097DE293-C078-1112-619D-12FC46920755}"/>
                    </a:ext>
                  </a:extLst>
                </p14:cNvPr>
                <p14:cNvContentPartPr/>
                <p14:nvPr/>
              </p14:nvContentPartPr>
              <p14:xfrm>
                <a:off x="4787460" y="5557328"/>
                <a:ext cx="211320" cy="100800"/>
              </p14:xfrm>
            </p:contentPart>
          </mc:Choice>
          <mc:Fallback xmlns=""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097DE293-C078-1112-619D-12FC46920755}"/>
                    </a:ext>
                  </a:extLst>
                </p:cNvPr>
                <p:cNvPicPr/>
                <p:nvPr/>
              </p:nvPicPr>
              <p:blipFill>
                <a:blip r:embed="rId583"/>
                <a:stretch>
                  <a:fillRect/>
                </a:stretch>
              </p:blipFill>
              <p:spPr>
                <a:xfrm>
                  <a:off x="4778820" y="5548328"/>
                  <a:ext cx="22896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4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83E3253B-F835-45D1-FA26-27FE019FD6C5}"/>
                    </a:ext>
                  </a:extLst>
                </p14:cNvPr>
                <p14:cNvContentPartPr/>
                <p14:nvPr/>
              </p14:nvContentPartPr>
              <p14:xfrm>
                <a:off x="4746420" y="5740928"/>
                <a:ext cx="345240" cy="24480"/>
              </p14:xfrm>
            </p:contentPart>
          </mc:Choice>
          <mc:Fallback xmlns=""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83E3253B-F835-45D1-FA26-27FE019FD6C5}"/>
                    </a:ext>
                  </a:extLst>
                </p:cNvPr>
                <p:cNvPicPr/>
                <p:nvPr/>
              </p:nvPicPr>
              <p:blipFill>
                <a:blip r:embed="rId585"/>
                <a:stretch>
                  <a:fillRect/>
                </a:stretch>
              </p:blipFill>
              <p:spPr>
                <a:xfrm>
                  <a:off x="4737780" y="5731928"/>
                  <a:ext cx="36288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6">
              <p14:nvContentPartPr>
                <p14:cNvPr id="330" name="Ink 329">
                  <a:extLst>
                    <a:ext uri="{FF2B5EF4-FFF2-40B4-BE49-F238E27FC236}">
                      <a16:creationId xmlns:a16="http://schemas.microsoft.com/office/drawing/2014/main" id="{7F6099E8-6DF0-26E5-79B6-D007CDB79A18}"/>
                    </a:ext>
                  </a:extLst>
                </p14:cNvPr>
                <p14:cNvContentPartPr/>
                <p14:nvPr/>
              </p14:nvContentPartPr>
              <p14:xfrm>
                <a:off x="4931460" y="5860448"/>
                <a:ext cx="55440" cy="108720"/>
              </p14:xfrm>
            </p:contentPart>
          </mc:Choice>
          <mc:Fallback xmlns="">
            <p:pic>
              <p:nvPicPr>
                <p:cNvPr id="330" name="Ink 329">
                  <a:extLst>
                    <a:ext uri="{FF2B5EF4-FFF2-40B4-BE49-F238E27FC236}">
                      <a16:creationId xmlns:a16="http://schemas.microsoft.com/office/drawing/2014/main" id="{7F6099E8-6DF0-26E5-79B6-D007CDB79A18}"/>
                    </a:ext>
                  </a:extLst>
                </p:cNvPr>
                <p:cNvPicPr/>
                <p:nvPr/>
              </p:nvPicPr>
              <p:blipFill>
                <a:blip r:embed="rId587"/>
                <a:stretch>
                  <a:fillRect/>
                </a:stretch>
              </p:blipFill>
              <p:spPr>
                <a:xfrm>
                  <a:off x="4922820" y="5851448"/>
                  <a:ext cx="7308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8">
              <p14:nvContentPartPr>
                <p14:cNvPr id="331" name="Ink 330">
                  <a:extLst>
                    <a:ext uri="{FF2B5EF4-FFF2-40B4-BE49-F238E27FC236}">
                      <a16:creationId xmlns:a16="http://schemas.microsoft.com/office/drawing/2014/main" id="{4FF1B67B-5310-6BD1-1A2A-96D7C7A710A3}"/>
                    </a:ext>
                  </a:extLst>
                </p14:cNvPr>
                <p14:cNvContentPartPr/>
                <p14:nvPr/>
              </p14:nvContentPartPr>
              <p14:xfrm>
                <a:off x="4853700" y="5838128"/>
                <a:ext cx="186120" cy="21600"/>
              </p14:xfrm>
            </p:contentPart>
          </mc:Choice>
          <mc:Fallback xmlns="">
            <p:pic>
              <p:nvPicPr>
                <p:cNvPr id="331" name="Ink 330">
                  <a:extLst>
                    <a:ext uri="{FF2B5EF4-FFF2-40B4-BE49-F238E27FC236}">
                      <a16:creationId xmlns:a16="http://schemas.microsoft.com/office/drawing/2014/main" id="{4FF1B67B-5310-6BD1-1A2A-96D7C7A710A3}"/>
                    </a:ext>
                  </a:extLst>
                </p:cNvPr>
                <p:cNvPicPr/>
                <p:nvPr/>
              </p:nvPicPr>
              <p:blipFill>
                <a:blip r:embed="rId589"/>
                <a:stretch>
                  <a:fillRect/>
                </a:stretch>
              </p:blipFill>
              <p:spPr>
                <a:xfrm>
                  <a:off x="4845060" y="5829128"/>
                  <a:ext cx="20376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0">
              <p14:nvContentPartPr>
                <p14:cNvPr id="332" name="Ink 331">
                  <a:extLst>
                    <a:ext uri="{FF2B5EF4-FFF2-40B4-BE49-F238E27FC236}">
                      <a16:creationId xmlns:a16="http://schemas.microsoft.com/office/drawing/2014/main" id="{34C60F13-C4F8-C7E8-6735-1FD3F95FF559}"/>
                    </a:ext>
                  </a:extLst>
                </p14:cNvPr>
                <p14:cNvContentPartPr/>
                <p14:nvPr/>
              </p14:nvContentPartPr>
              <p14:xfrm>
                <a:off x="5304780" y="5736608"/>
                <a:ext cx="103680" cy="9720"/>
              </p14:xfrm>
            </p:contentPart>
          </mc:Choice>
          <mc:Fallback xmlns="">
            <p:pic>
              <p:nvPicPr>
                <p:cNvPr id="332" name="Ink 331">
                  <a:extLst>
                    <a:ext uri="{FF2B5EF4-FFF2-40B4-BE49-F238E27FC236}">
                      <a16:creationId xmlns:a16="http://schemas.microsoft.com/office/drawing/2014/main" id="{34C60F13-C4F8-C7E8-6735-1FD3F95FF559}"/>
                    </a:ext>
                  </a:extLst>
                </p:cNvPr>
                <p:cNvPicPr/>
                <p:nvPr/>
              </p:nvPicPr>
              <p:blipFill>
                <a:blip r:embed="rId591"/>
                <a:stretch>
                  <a:fillRect/>
                </a:stretch>
              </p:blipFill>
              <p:spPr>
                <a:xfrm>
                  <a:off x="5296140" y="5727608"/>
                  <a:ext cx="12132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2">
              <p14:nvContentPartPr>
                <p14:cNvPr id="334" name="Ink 333">
                  <a:extLst>
                    <a:ext uri="{FF2B5EF4-FFF2-40B4-BE49-F238E27FC236}">
                      <a16:creationId xmlns:a16="http://schemas.microsoft.com/office/drawing/2014/main" id="{D67A8DDA-A2D3-E025-AE63-32805D35419C}"/>
                    </a:ext>
                  </a:extLst>
                </p14:cNvPr>
                <p14:cNvContentPartPr/>
                <p14:nvPr/>
              </p14:nvContentPartPr>
              <p14:xfrm>
                <a:off x="5574420" y="5538608"/>
                <a:ext cx="207000" cy="108720"/>
              </p14:xfrm>
            </p:contentPart>
          </mc:Choice>
          <mc:Fallback xmlns="">
            <p:pic>
              <p:nvPicPr>
                <p:cNvPr id="334" name="Ink 333">
                  <a:extLst>
                    <a:ext uri="{FF2B5EF4-FFF2-40B4-BE49-F238E27FC236}">
                      <a16:creationId xmlns:a16="http://schemas.microsoft.com/office/drawing/2014/main" id="{D67A8DDA-A2D3-E025-AE63-32805D35419C}"/>
                    </a:ext>
                  </a:extLst>
                </p:cNvPr>
                <p:cNvPicPr/>
                <p:nvPr/>
              </p:nvPicPr>
              <p:blipFill>
                <a:blip r:embed="rId593"/>
                <a:stretch>
                  <a:fillRect/>
                </a:stretch>
              </p:blipFill>
              <p:spPr>
                <a:xfrm>
                  <a:off x="5565780" y="5529608"/>
                  <a:ext cx="22464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4">
              <p14:nvContentPartPr>
                <p14:cNvPr id="335" name="Ink 334">
                  <a:extLst>
                    <a:ext uri="{FF2B5EF4-FFF2-40B4-BE49-F238E27FC236}">
                      <a16:creationId xmlns:a16="http://schemas.microsoft.com/office/drawing/2014/main" id="{B401AB2D-A129-2100-81FD-2371776F4D12}"/>
                    </a:ext>
                  </a:extLst>
                </p14:cNvPr>
                <p14:cNvContentPartPr/>
                <p14:nvPr/>
              </p14:nvContentPartPr>
              <p14:xfrm>
                <a:off x="5834340" y="5559128"/>
                <a:ext cx="43560" cy="55080"/>
              </p14:xfrm>
            </p:contentPart>
          </mc:Choice>
          <mc:Fallback xmlns="">
            <p:pic>
              <p:nvPicPr>
                <p:cNvPr id="335" name="Ink 334">
                  <a:extLst>
                    <a:ext uri="{FF2B5EF4-FFF2-40B4-BE49-F238E27FC236}">
                      <a16:creationId xmlns:a16="http://schemas.microsoft.com/office/drawing/2014/main" id="{B401AB2D-A129-2100-81FD-2371776F4D12}"/>
                    </a:ext>
                  </a:extLst>
                </p:cNvPr>
                <p:cNvPicPr/>
                <p:nvPr/>
              </p:nvPicPr>
              <p:blipFill>
                <a:blip r:embed="rId595"/>
                <a:stretch>
                  <a:fillRect/>
                </a:stretch>
              </p:blipFill>
              <p:spPr>
                <a:xfrm>
                  <a:off x="5825340" y="5550128"/>
                  <a:ext cx="6120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6">
              <p14:nvContentPartPr>
                <p14:cNvPr id="336" name="Ink 335">
                  <a:extLst>
                    <a:ext uri="{FF2B5EF4-FFF2-40B4-BE49-F238E27FC236}">
                      <a16:creationId xmlns:a16="http://schemas.microsoft.com/office/drawing/2014/main" id="{2D1A85E7-90D8-A934-0415-159DFC6CB17F}"/>
                    </a:ext>
                  </a:extLst>
                </p14:cNvPr>
                <p14:cNvContentPartPr/>
                <p14:nvPr/>
              </p14:nvContentPartPr>
              <p14:xfrm>
                <a:off x="5881140" y="5548688"/>
                <a:ext cx="61920" cy="69120"/>
              </p14:xfrm>
            </p:contentPart>
          </mc:Choice>
          <mc:Fallback xmlns="">
            <p:pic>
              <p:nvPicPr>
                <p:cNvPr id="336" name="Ink 335">
                  <a:extLst>
                    <a:ext uri="{FF2B5EF4-FFF2-40B4-BE49-F238E27FC236}">
                      <a16:creationId xmlns:a16="http://schemas.microsoft.com/office/drawing/2014/main" id="{2D1A85E7-90D8-A934-0415-159DFC6CB17F}"/>
                    </a:ext>
                  </a:extLst>
                </p:cNvPr>
                <p:cNvPicPr/>
                <p:nvPr/>
              </p:nvPicPr>
              <p:blipFill>
                <a:blip r:embed="rId597"/>
                <a:stretch>
                  <a:fillRect/>
                </a:stretch>
              </p:blipFill>
              <p:spPr>
                <a:xfrm>
                  <a:off x="5872140" y="5539688"/>
                  <a:ext cx="7956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8">
              <p14:nvContentPartPr>
                <p14:cNvPr id="337" name="Ink 336">
                  <a:extLst>
                    <a:ext uri="{FF2B5EF4-FFF2-40B4-BE49-F238E27FC236}">
                      <a16:creationId xmlns:a16="http://schemas.microsoft.com/office/drawing/2014/main" id="{01528B1D-6870-8984-2011-9BBB292C7B9E}"/>
                    </a:ext>
                  </a:extLst>
                </p14:cNvPr>
                <p14:cNvContentPartPr/>
                <p14:nvPr/>
              </p14:nvContentPartPr>
              <p14:xfrm>
                <a:off x="5787540" y="5507288"/>
                <a:ext cx="140760" cy="24120"/>
              </p14:xfrm>
            </p:contentPart>
          </mc:Choice>
          <mc:Fallback xmlns="">
            <p:pic>
              <p:nvPicPr>
                <p:cNvPr id="337" name="Ink 336">
                  <a:extLst>
                    <a:ext uri="{FF2B5EF4-FFF2-40B4-BE49-F238E27FC236}">
                      <a16:creationId xmlns:a16="http://schemas.microsoft.com/office/drawing/2014/main" id="{01528B1D-6870-8984-2011-9BBB292C7B9E}"/>
                    </a:ext>
                  </a:extLst>
                </p:cNvPr>
                <p:cNvPicPr/>
                <p:nvPr/>
              </p:nvPicPr>
              <p:blipFill>
                <a:blip r:embed="rId599"/>
                <a:stretch>
                  <a:fillRect/>
                </a:stretch>
              </p:blipFill>
              <p:spPr>
                <a:xfrm>
                  <a:off x="5778900" y="5498288"/>
                  <a:ext cx="15840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0">
              <p14:nvContentPartPr>
                <p14:cNvPr id="338" name="Ink 337">
                  <a:extLst>
                    <a:ext uri="{FF2B5EF4-FFF2-40B4-BE49-F238E27FC236}">
                      <a16:creationId xmlns:a16="http://schemas.microsoft.com/office/drawing/2014/main" id="{47D4A009-E9F4-2644-2331-1565E73F1512}"/>
                    </a:ext>
                  </a:extLst>
                </p14:cNvPr>
                <p14:cNvContentPartPr/>
                <p14:nvPr/>
              </p14:nvContentPartPr>
              <p14:xfrm>
                <a:off x="6005700" y="5460128"/>
                <a:ext cx="97920" cy="143280"/>
              </p14:xfrm>
            </p:contentPart>
          </mc:Choice>
          <mc:Fallback xmlns="">
            <p:pic>
              <p:nvPicPr>
                <p:cNvPr id="338" name="Ink 337">
                  <a:extLst>
                    <a:ext uri="{FF2B5EF4-FFF2-40B4-BE49-F238E27FC236}">
                      <a16:creationId xmlns:a16="http://schemas.microsoft.com/office/drawing/2014/main" id="{47D4A009-E9F4-2644-2331-1565E73F1512}"/>
                    </a:ext>
                  </a:extLst>
                </p:cNvPr>
                <p:cNvPicPr/>
                <p:nvPr/>
              </p:nvPicPr>
              <p:blipFill>
                <a:blip r:embed="rId601"/>
                <a:stretch>
                  <a:fillRect/>
                </a:stretch>
              </p:blipFill>
              <p:spPr>
                <a:xfrm>
                  <a:off x="5997060" y="5451488"/>
                  <a:ext cx="11556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2">
              <p14:nvContentPartPr>
                <p14:cNvPr id="339" name="Ink 338">
                  <a:extLst>
                    <a:ext uri="{FF2B5EF4-FFF2-40B4-BE49-F238E27FC236}">
                      <a16:creationId xmlns:a16="http://schemas.microsoft.com/office/drawing/2014/main" id="{B5755F97-79E9-49C6-9847-055D4AB93C63}"/>
                    </a:ext>
                  </a:extLst>
                </p14:cNvPr>
                <p14:cNvContentPartPr/>
                <p14:nvPr/>
              </p14:nvContentPartPr>
              <p14:xfrm>
                <a:off x="6083820" y="5541128"/>
                <a:ext cx="140760" cy="65160"/>
              </p14:xfrm>
            </p:contentPart>
          </mc:Choice>
          <mc:Fallback xmlns="">
            <p:pic>
              <p:nvPicPr>
                <p:cNvPr id="339" name="Ink 338">
                  <a:extLst>
                    <a:ext uri="{FF2B5EF4-FFF2-40B4-BE49-F238E27FC236}">
                      <a16:creationId xmlns:a16="http://schemas.microsoft.com/office/drawing/2014/main" id="{B5755F97-79E9-49C6-9847-055D4AB93C63}"/>
                    </a:ext>
                  </a:extLst>
                </p:cNvPr>
                <p:cNvPicPr/>
                <p:nvPr/>
              </p:nvPicPr>
              <p:blipFill>
                <a:blip r:embed="rId603"/>
                <a:stretch>
                  <a:fillRect/>
                </a:stretch>
              </p:blipFill>
              <p:spPr>
                <a:xfrm>
                  <a:off x="6075180" y="5532128"/>
                  <a:ext cx="15840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4">
              <p14:nvContentPartPr>
                <p14:cNvPr id="340" name="Ink 339">
                  <a:extLst>
                    <a:ext uri="{FF2B5EF4-FFF2-40B4-BE49-F238E27FC236}">
                      <a16:creationId xmlns:a16="http://schemas.microsoft.com/office/drawing/2014/main" id="{A42B4A49-82F2-8793-7FD9-70A00E2E9A81}"/>
                    </a:ext>
                  </a:extLst>
                </p14:cNvPr>
                <p14:cNvContentPartPr/>
                <p14:nvPr/>
              </p14:nvContentPartPr>
              <p14:xfrm>
                <a:off x="5647860" y="5709608"/>
                <a:ext cx="540000" cy="47160"/>
              </p14:xfrm>
            </p:contentPart>
          </mc:Choice>
          <mc:Fallback xmlns="">
            <p:pic>
              <p:nvPicPr>
                <p:cNvPr id="340" name="Ink 339">
                  <a:extLst>
                    <a:ext uri="{FF2B5EF4-FFF2-40B4-BE49-F238E27FC236}">
                      <a16:creationId xmlns:a16="http://schemas.microsoft.com/office/drawing/2014/main" id="{A42B4A49-82F2-8793-7FD9-70A00E2E9A81}"/>
                    </a:ext>
                  </a:extLst>
                </p:cNvPr>
                <p:cNvPicPr/>
                <p:nvPr/>
              </p:nvPicPr>
              <p:blipFill>
                <a:blip r:embed="rId605"/>
                <a:stretch>
                  <a:fillRect/>
                </a:stretch>
              </p:blipFill>
              <p:spPr>
                <a:xfrm>
                  <a:off x="5638860" y="5700968"/>
                  <a:ext cx="55764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6">
              <p14:nvContentPartPr>
                <p14:cNvPr id="341" name="Ink 340">
                  <a:extLst>
                    <a:ext uri="{FF2B5EF4-FFF2-40B4-BE49-F238E27FC236}">
                      <a16:creationId xmlns:a16="http://schemas.microsoft.com/office/drawing/2014/main" id="{F16AC3AF-3ACD-8341-77A5-11023CA38A88}"/>
                    </a:ext>
                  </a:extLst>
                </p14:cNvPr>
                <p14:cNvContentPartPr/>
                <p14:nvPr/>
              </p14:nvContentPartPr>
              <p14:xfrm>
                <a:off x="5975820" y="5839568"/>
                <a:ext cx="51120" cy="145800"/>
              </p14:xfrm>
            </p:contentPart>
          </mc:Choice>
          <mc:Fallback xmlns="">
            <p:pic>
              <p:nvPicPr>
                <p:cNvPr id="341" name="Ink 340">
                  <a:extLst>
                    <a:ext uri="{FF2B5EF4-FFF2-40B4-BE49-F238E27FC236}">
                      <a16:creationId xmlns:a16="http://schemas.microsoft.com/office/drawing/2014/main" id="{F16AC3AF-3ACD-8341-77A5-11023CA38A88}"/>
                    </a:ext>
                  </a:extLst>
                </p:cNvPr>
                <p:cNvPicPr/>
                <p:nvPr/>
              </p:nvPicPr>
              <p:blipFill>
                <a:blip r:embed="rId607"/>
                <a:stretch>
                  <a:fillRect/>
                </a:stretch>
              </p:blipFill>
              <p:spPr>
                <a:xfrm>
                  <a:off x="5966820" y="5830568"/>
                  <a:ext cx="6876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8">
              <p14:nvContentPartPr>
                <p14:cNvPr id="342" name="Ink 341">
                  <a:extLst>
                    <a:ext uri="{FF2B5EF4-FFF2-40B4-BE49-F238E27FC236}">
                      <a16:creationId xmlns:a16="http://schemas.microsoft.com/office/drawing/2014/main" id="{2B4FD3B0-7A71-338A-4968-9E07EA33E48A}"/>
                    </a:ext>
                  </a:extLst>
                </p14:cNvPr>
                <p14:cNvContentPartPr/>
                <p14:nvPr/>
              </p14:nvContentPartPr>
              <p14:xfrm>
                <a:off x="5815980" y="5824808"/>
                <a:ext cx="273240" cy="30960"/>
              </p14:xfrm>
            </p:contentPart>
          </mc:Choice>
          <mc:Fallback xmlns="">
            <p:pic>
              <p:nvPicPr>
                <p:cNvPr id="342" name="Ink 341">
                  <a:extLst>
                    <a:ext uri="{FF2B5EF4-FFF2-40B4-BE49-F238E27FC236}">
                      <a16:creationId xmlns:a16="http://schemas.microsoft.com/office/drawing/2014/main" id="{2B4FD3B0-7A71-338A-4968-9E07EA33E48A}"/>
                    </a:ext>
                  </a:extLst>
                </p:cNvPr>
                <p:cNvPicPr/>
                <p:nvPr/>
              </p:nvPicPr>
              <p:blipFill>
                <a:blip r:embed="rId609"/>
                <a:stretch>
                  <a:fillRect/>
                </a:stretch>
              </p:blipFill>
              <p:spPr>
                <a:xfrm>
                  <a:off x="5807340" y="5816168"/>
                  <a:ext cx="29088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0">
              <p14:nvContentPartPr>
                <p14:cNvPr id="343" name="Ink 342">
                  <a:extLst>
                    <a:ext uri="{FF2B5EF4-FFF2-40B4-BE49-F238E27FC236}">
                      <a16:creationId xmlns:a16="http://schemas.microsoft.com/office/drawing/2014/main" id="{0E2424B2-E8C9-99C7-7054-4145F2D0E7A2}"/>
                    </a:ext>
                  </a:extLst>
                </p14:cNvPr>
                <p14:cNvContentPartPr/>
                <p14:nvPr/>
              </p14:nvContentPartPr>
              <p14:xfrm>
                <a:off x="6301980" y="5548688"/>
                <a:ext cx="135720" cy="288000"/>
              </p14:xfrm>
            </p:contentPart>
          </mc:Choice>
          <mc:Fallback xmlns="">
            <p:pic>
              <p:nvPicPr>
                <p:cNvPr id="343" name="Ink 342">
                  <a:extLst>
                    <a:ext uri="{FF2B5EF4-FFF2-40B4-BE49-F238E27FC236}">
                      <a16:creationId xmlns:a16="http://schemas.microsoft.com/office/drawing/2014/main" id="{0E2424B2-E8C9-99C7-7054-4145F2D0E7A2}"/>
                    </a:ext>
                  </a:extLst>
                </p:cNvPr>
                <p:cNvPicPr/>
                <p:nvPr/>
              </p:nvPicPr>
              <p:blipFill>
                <a:blip r:embed="rId611"/>
                <a:stretch>
                  <a:fillRect/>
                </a:stretch>
              </p:blipFill>
              <p:spPr>
                <a:xfrm>
                  <a:off x="6292980" y="5539688"/>
                  <a:ext cx="153360" cy="30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2">
              <p14:nvContentPartPr>
                <p14:cNvPr id="345" name="Ink 344">
                  <a:extLst>
                    <a:ext uri="{FF2B5EF4-FFF2-40B4-BE49-F238E27FC236}">
                      <a16:creationId xmlns:a16="http://schemas.microsoft.com/office/drawing/2014/main" id="{6B56702A-A03D-41D5-4E46-C77A7623D6CB}"/>
                    </a:ext>
                  </a:extLst>
                </p14:cNvPr>
                <p14:cNvContentPartPr/>
                <p14:nvPr/>
              </p14:nvContentPartPr>
              <p14:xfrm>
                <a:off x="6423300" y="5493248"/>
                <a:ext cx="144720" cy="394200"/>
              </p14:xfrm>
            </p:contentPart>
          </mc:Choice>
          <mc:Fallback xmlns="">
            <p:pic>
              <p:nvPicPr>
                <p:cNvPr id="345" name="Ink 344">
                  <a:extLst>
                    <a:ext uri="{FF2B5EF4-FFF2-40B4-BE49-F238E27FC236}">
                      <a16:creationId xmlns:a16="http://schemas.microsoft.com/office/drawing/2014/main" id="{6B56702A-A03D-41D5-4E46-C77A7623D6CB}"/>
                    </a:ext>
                  </a:extLst>
                </p:cNvPr>
                <p:cNvPicPr/>
                <p:nvPr/>
              </p:nvPicPr>
              <p:blipFill>
                <a:blip r:embed="rId613"/>
                <a:stretch>
                  <a:fillRect/>
                </a:stretch>
              </p:blipFill>
              <p:spPr>
                <a:xfrm>
                  <a:off x="6414660" y="5484608"/>
                  <a:ext cx="162360" cy="41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4">
              <p14:nvContentPartPr>
                <p14:cNvPr id="347" name="Ink 346">
                  <a:extLst>
                    <a:ext uri="{FF2B5EF4-FFF2-40B4-BE49-F238E27FC236}">
                      <a16:creationId xmlns:a16="http://schemas.microsoft.com/office/drawing/2014/main" id="{66AB1FFE-E572-EEBA-590A-ACA110B9AEEC}"/>
                    </a:ext>
                  </a:extLst>
                </p14:cNvPr>
                <p14:cNvContentPartPr/>
                <p14:nvPr/>
              </p14:nvContentPartPr>
              <p14:xfrm>
                <a:off x="941580" y="4499288"/>
                <a:ext cx="5407560" cy="140760"/>
              </p14:xfrm>
            </p:contentPart>
          </mc:Choice>
          <mc:Fallback xmlns="">
            <p:pic>
              <p:nvPicPr>
                <p:cNvPr id="347" name="Ink 346">
                  <a:extLst>
                    <a:ext uri="{FF2B5EF4-FFF2-40B4-BE49-F238E27FC236}">
                      <a16:creationId xmlns:a16="http://schemas.microsoft.com/office/drawing/2014/main" id="{66AB1FFE-E572-EEBA-590A-ACA110B9AEEC}"/>
                    </a:ext>
                  </a:extLst>
                </p:cNvPr>
                <p:cNvPicPr/>
                <p:nvPr/>
              </p:nvPicPr>
              <p:blipFill>
                <a:blip r:embed="rId615"/>
                <a:stretch>
                  <a:fillRect/>
                </a:stretch>
              </p:blipFill>
              <p:spPr>
                <a:xfrm>
                  <a:off x="932940" y="4490288"/>
                  <a:ext cx="542520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6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B3265671-1DF0-1BE8-5CAF-C20488CD6283}"/>
                    </a:ext>
                  </a:extLst>
                </p14:cNvPr>
                <p14:cNvContentPartPr/>
                <p14:nvPr/>
              </p14:nvContentPartPr>
              <p14:xfrm>
                <a:off x="951660" y="4649768"/>
                <a:ext cx="87120" cy="1479960"/>
              </p14:xfrm>
            </p:contentPart>
          </mc:Choice>
          <mc:Fallback xmlns=""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B3265671-1DF0-1BE8-5CAF-C20488CD6283}"/>
                    </a:ext>
                  </a:extLst>
                </p:cNvPr>
                <p:cNvPicPr/>
                <p:nvPr/>
              </p:nvPicPr>
              <p:blipFill>
                <a:blip r:embed="rId617"/>
                <a:stretch>
                  <a:fillRect/>
                </a:stretch>
              </p:blipFill>
              <p:spPr>
                <a:xfrm>
                  <a:off x="943020" y="4640768"/>
                  <a:ext cx="104760" cy="149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8">
              <p14:nvContentPartPr>
                <p14:cNvPr id="349" name="Ink 348">
                  <a:extLst>
                    <a:ext uri="{FF2B5EF4-FFF2-40B4-BE49-F238E27FC236}">
                      <a16:creationId xmlns:a16="http://schemas.microsoft.com/office/drawing/2014/main" id="{506FBB13-364A-4EC3-EDFE-06DCF4191FA4}"/>
                    </a:ext>
                  </a:extLst>
                </p14:cNvPr>
                <p14:cNvContentPartPr/>
                <p14:nvPr/>
              </p14:nvContentPartPr>
              <p14:xfrm>
                <a:off x="6270660" y="4545368"/>
                <a:ext cx="288720" cy="21600"/>
              </p14:xfrm>
            </p:contentPart>
          </mc:Choice>
          <mc:Fallback xmlns="">
            <p:pic>
              <p:nvPicPr>
                <p:cNvPr id="349" name="Ink 348">
                  <a:extLst>
                    <a:ext uri="{FF2B5EF4-FFF2-40B4-BE49-F238E27FC236}">
                      <a16:creationId xmlns:a16="http://schemas.microsoft.com/office/drawing/2014/main" id="{506FBB13-364A-4EC3-EDFE-06DCF4191FA4}"/>
                    </a:ext>
                  </a:extLst>
                </p:cNvPr>
                <p:cNvPicPr/>
                <p:nvPr/>
              </p:nvPicPr>
              <p:blipFill>
                <a:blip r:embed="rId619"/>
                <a:stretch>
                  <a:fillRect/>
                </a:stretch>
              </p:blipFill>
              <p:spPr>
                <a:xfrm>
                  <a:off x="6262020" y="4536368"/>
                  <a:ext cx="30636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0">
              <p14:nvContentPartPr>
                <p14:cNvPr id="350" name="Ink 349">
                  <a:extLst>
                    <a:ext uri="{FF2B5EF4-FFF2-40B4-BE49-F238E27FC236}">
                      <a16:creationId xmlns:a16="http://schemas.microsoft.com/office/drawing/2014/main" id="{F61DBD07-ADDE-DEF3-8EED-5FBEE2EBDB81}"/>
                    </a:ext>
                  </a:extLst>
                </p14:cNvPr>
                <p14:cNvContentPartPr/>
                <p14:nvPr/>
              </p14:nvContentPartPr>
              <p14:xfrm>
                <a:off x="6665220" y="4540688"/>
                <a:ext cx="77760" cy="1652040"/>
              </p14:xfrm>
            </p:contentPart>
          </mc:Choice>
          <mc:Fallback xmlns="">
            <p:pic>
              <p:nvPicPr>
                <p:cNvPr id="350" name="Ink 349">
                  <a:extLst>
                    <a:ext uri="{FF2B5EF4-FFF2-40B4-BE49-F238E27FC236}">
                      <a16:creationId xmlns:a16="http://schemas.microsoft.com/office/drawing/2014/main" id="{F61DBD07-ADDE-DEF3-8EED-5FBEE2EBDB81}"/>
                    </a:ext>
                  </a:extLst>
                </p:cNvPr>
                <p:cNvPicPr/>
                <p:nvPr/>
              </p:nvPicPr>
              <p:blipFill>
                <a:blip r:embed="rId621"/>
                <a:stretch>
                  <a:fillRect/>
                </a:stretch>
              </p:blipFill>
              <p:spPr>
                <a:xfrm>
                  <a:off x="6656580" y="4531688"/>
                  <a:ext cx="95400" cy="166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2">
              <p14:nvContentPartPr>
                <p14:cNvPr id="351" name="Ink 350">
                  <a:extLst>
                    <a:ext uri="{FF2B5EF4-FFF2-40B4-BE49-F238E27FC236}">
                      <a16:creationId xmlns:a16="http://schemas.microsoft.com/office/drawing/2014/main" id="{B5F3A529-D572-2ABF-9F6A-CFBD466FC8CA}"/>
                    </a:ext>
                  </a:extLst>
                </p14:cNvPr>
                <p14:cNvContentPartPr/>
                <p14:nvPr/>
              </p14:nvContentPartPr>
              <p14:xfrm>
                <a:off x="1091340" y="6192368"/>
                <a:ext cx="5636880" cy="161640"/>
              </p14:xfrm>
            </p:contentPart>
          </mc:Choice>
          <mc:Fallback xmlns="">
            <p:pic>
              <p:nvPicPr>
                <p:cNvPr id="351" name="Ink 350">
                  <a:extLst>
                    <a:ext uri="{FF2B5EF4-FFF2-40B4-BE49-F238E27FC236}">
                      <a16:creationId xmlns:a16="http://schemas.microsoft.com/office/drawing/2014/main" id="{B5F3A529-D572-2ABF-9F6A-CFBD466FC8CA}"/>
                    </a:ext>
                  </a:extLst>
                </p:cNvPr>
                <p:cNvPicPr/>
                <p:nvPr/>
              </p:nvPicPr>
              <p:blipFill>
                <a:blip r:embed="rId623"/>
                <a:stretch>
                  <a:fillRect/>
                </a:stretch>
              </p:blipFill>
              <p:spPr>
                <a:xfrm>
                  <a:off x="1082700" y="6183728"/>
                  <a:ext cx="5654520" cy="1792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9258998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A7910A4E-F8E7-341D-874F-A5888E7C4211}"/>
              </a:ext>
            </a:extLst>
          </p:cNvPr>
          <p:cNvGrpSpPr/>
          <p:nvPr/>
        </p:nvGrpSpPr>
        <p:grpSpPr>
          <a:xfrm>
            <a:off x="597428" y="431247"/>
            <a:ext cx="5801400" cy="1854720"/>
            <a:chOff x="941580" y="4499288"/>
            <a:chExt cx="5801400" cy="1854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4D1AE590-FDB7-1C23-EF67-5E1F91432F12}"/>
                    </a:ext>
                  </a:extLst>
                </p14:cNvPr>
                <p14:cNvContentPartPr/>
                <p14:nvPr/>
              </p14:nvContentPartPr>
              <p14:xfrm>
                <a:off x="1217340" y="4934168"/>
                <a:ext cx="223200" cy="23364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4D1AE590-FDB7-1C23-EF67-5E1F91432F12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208340" y="4925528"/>
                  <a:ext cx="24084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E7B2680E-0D76-5387-F506-962F98EFA8D4}"/>
                    </a:ext>
                  </a:extLst>
                </p14:cNvPr>
                <p14:cNvContentPartPr/>
                <p14:nvPr/>
              </p14:nvContentPartPr>
              <p14:xfrm>
                <a:off x="1268820" y="4926968"/>
                <a:ext cx="80640" cy="24876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E7B2680E-0D76-5387-F506-962F98EFA8D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259820" y="4917968"/>
                  <a:ext cx="9828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2BC90251-D363-D7D9-10C3-A5510AE2D6B6}"/>
                    </a:ext>
                  </a:extLst>
                </p14:cNvPr>
                <p14:cNvContentPartPr/>
                <p14:nvPr/>
              </p14:nvContentPartPr>
              <p14:xfrm>
                <a:off x="1455660" y="4886648"/>
                <a:ext cx="116280" cy="3052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2BC90251-D363-D7D9-10C3-A5510AE2D6B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446660" y="4877648"/>
                  <a:ext cx="133920" cy="32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6FF937DD-342E-9A94-355E-90691E2E8F70}"/>
                    </a:ext>
                  </a:extLst>
                </p14:cNvPr>
                <p14:cNvContentPartPr/>
                <p14:nvPr/>
              </p14:nvContentPartPr>
              <p14:xfrm>
                <a:off x="1603260" y="5039648"/>
                <a:ext cx="137160" cy="1209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6FF937DD-342E-9A94-355E-90691E2E8F70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594260" y="5031008"/>
                  <a:ext cx="15480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78FB39F3-77BC-7582-2AA1-351E203C183A}"/>
                    </a:ext>
                  </a:extLst>
                </p14:cNvPr>
                <p14:cNvContentPartPr/>
                <p14:nvPr/>
              </p14:nvContentPartPr>
              <p14:xfrm>
                <a:off x="1755900" y="4888088"/>
                <a:ext cx="81360" cy="1839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78FB39F3-77BC-7582-2AA1-351E203C183A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746900" y="4879088"/>
                  <a:ext cx="9900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BF4F2A3B-0EE3-CFEA-3061-DDE3E3CC7EE6}"/>
                    </a:ext>
                  </a:extLst>
                </p14:cNvPr>
                <p14:cNvContentPartPr/>
                <p14:nvPr/>
              </p14:nvContentPartPr>
              <p14:xfrm>
                <a:off x="1709100" y="4776128"/>
                <a:ext cx="8640" cy="36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BF4F2A3B-0EE3-CFEA-3061-DDE3E3CC7EE6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700460" y="4767488"/>
                  <a:ext cx="2628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BBA213BA-9114-B870-30D4-CAD83682B92A}"/>
                    </a:ext>
                  </a:extLst>
                </p14:cNvPr>
                <p14:cNvContentPartPr/>
                <p14:nvPr/>
              </p14:nvContentPartPr>
              <p14:xfrm>
                <a:off x="1854540" y="4785128"/>
                <a:ext cx="183600" cy="1249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BBA213BA-9114-B870-30D4-CAD83682B92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845900" y="4776128"/>
                  <a:ext cx="20124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3C1255FC-165D-3798-B08C-AA65C35A4340}"/>
                    </a:ext>
                  </a:extLst>
                </p14:cNvPr>
                <p14:cNvContentPartPr/>
                <p14:nvPr/>
              </p14:nvContentPartPr>
              <p14:xfrm>
                <a:off x="2134260" y="4813928"/>
                <a:ext cx="40680" cy="957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3C1255FC-165D-3798-B08C-AA65C35A4340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125260" y="4804928"/>
                  <a:ext cx="5832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87AE3521-5751-8AC7-7AAA-62FEBBDBEC6F}"/>
                    </a:ext>
                  </a:extLst>
                </p14:cNvPr>
                <p14:cNvContentPartPr/>
                <p14:nvPr/>
              </p14:nvContentPartPr>
              <p14:xfrm>
                <a:off x="2022660" y="4754528"/>
                <a:ext cx="190800" cy="464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87AE3521-5751-8AC7-7AAA-62FEBBDBEC6F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013660" y="4745528"/>
                  <a:ext cx="20844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E3FB720B-1599-41EF-7AD1-062E050F3D55}"/>
                    </a:ext>
                  </a:extLst>
                </p14:cNvPr>
                <p14:cNvContentPartPr/>
                <p14:nvPr/>
              </p14:nvContentPartPr>
              <p14:xfrm>
                <a:off x="2259900" y="4843448"/>
                <a:ext cx="167400" cy="3207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E3FB720B-1599-41EF-7AD1-062E050F3D55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250900" y="4834808"/>
                  <a:ext cx="185040" cy="33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C8CDA6A4-EB0B-0835-3239-16252FB548F0}"/>
                    </a:ext>
                  </a:extLst>
                </p14:cNvPr>
                <p14:cNvContentPartPr/>
                <p14:nvPr/>
              </p14:nvContentPartPr>
              <p14:xfrm>
                <a:off x="2530260" y="5077448"/>
                <a:ext cx="143640" cy="93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C8CDA6A4-EB0B-0835-3239-16252FB548F0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521620" y="5068808"/>
                  <a:ext cx="16128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1775CD59-8721-DD14-5B98-8935E8FD4D73}"/>
                    </a:ext>
                  </a:extLst>
                </p14:cNvPr>
                <p14:cNvContentPartPr/>
                <p14:nvPr/>
              </p14:nvContentPartPr>
              <p14:xfrm>
                <a:off x="2558340" y="5018048"/>
                <a:ext cx="111960" cy="216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1775CD59-8721-DD14-5B98-8935E8FD4D73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549700" y="5009408"/>
                  <a:ext cx="12960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F2C22F67-6A78-9675-0762-EB36317CCB7F}"/>
                    </a:ext>
                  </a:extLst>
                </p14:cNvPr>
                <p14:cNvContentPartPr/>
                <p14:nvPr/>
              </p14:nvContentPartPr>
              <p14:xfrm>
                <a:off x="3017700" y="4786568"/>
                <a:ext cx="43200" cy="1440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F2C22F67-6A78-9675-0762-EB36317CCB7F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009060" y="4777928"/>
                  <a:ext cx="6084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877DDF3D-3674-DF4E-0543-800E75A8194D}"/>
                    </a:ext>
                  </a:extLst>
                </p14:cNvPr>
                <p14:cNvContentPartPr/>
                <p14:nvPr/>
              </p14:nvContentPartPr>
              <p14:xfrm>
                <a:off x="2963700" y="4998968"/>
                <a:ext cx="231480" cy="100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877DDF3D-3674-DF4E-0543-800E75A8194D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955060" y="4989968"/>
                  <a:ext cx="24912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515F167B-B033-4E0C-8B76-4AB15474C88A}"/>
                    </a:ext>
                  </a:extLst>
                </p14:cNvPr>
                <p14:cNvContentPartPr/>
                <p14:nvPr/>
              </p14:nvContentPartPr>
              <p14:xfrm>
                <a:off x="3039660" y="5140088"/>
                <a:ext cx="51120" cy="1357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515F167B-B033-4E0C-8B76-4AB15474C88A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031020" y="5131088"/>
                  <a:ext cx="6876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32F3C39A-B806-2069-8B21-F6085AA2EBD4}"/>
                    </a:ext>
                  </a:extLst>
                </p14:cNvPr>
                <p14:cNvContentPartPr/>
                <p14:nvPr/>
              </p14:nvContentPartPr>
              <p14:xfrm>
                <a:off x="2898540" y="5106608"/>
                <a:ext cx="234360" cy="111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32F3C39A-B806-2069-8B21-F6085AA2EBD4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889540" y="5097968"/>
                  <a:ext cx="25200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F3659C53-63AF-296D-C8F5-E1D6833DAF1D}"/>
                    </a:ext>
                  </a:extLst>
                </p14:cNvPr>
                <p14:cNvContentPartPr/>
                <p14:nvPr/>
              </p14:nvContentPartPr>
              <p14:xfrm>
                <a:off x="3364380" y="4851728"/>
                <a:ext cx="352440" cy="2440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F3659C53-63AF-296D-C8F5-E1D6833DAF1D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355380" y="4843088"/>
                  <a:ext cx="37008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632FDC15-4CEB-F8CF-84CF-834C3A8D16E5}"/>
                    </a:ext>
                  </a:extLst>
                </p14:cNvPr>
                <p14:cNvContentPartPr/>
                <p14:nvPr/>
              </p14:nvContentPartPr>
              <p14:xfrm>
                <a:off x="3486060" y="5158808"/>
                <a:ext cx="71640" cy="1821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632FDC15-4CEB-F8CF-84CF-834C3A8D16E5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477060" y="5150168"/>
                  <a:ext cx="8928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8F70B09A-BB70-0E33-CC90-D9DE5720FFE0}"/>
                    </a:ext>
                  </a:extLst>
                </p14:cNvPr>
                <p14:cNvContentPartPr/>
                <p14:nvPr/>
              </p14:nvContentPartPr>
              <p14:xfrm>
                <a:off x="3557340" y="5273288"/>
                <a:ext cx="136800" cy="572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8F70B09A-BB70-0E33-CC90-D9DE5720FFE0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548340" y="5264288"/>
                  <a:ext cx="15444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D9011FA5-BA20-340D-A4C5-8E6814E00866}"/>
                    </a:ext>
                  </a:extLst>
                </p14:cNvPr>
                <p14:cNvContentPartPr/>
                <p14:nvPr/>
              </p14:nvContentPartPr>
              <p14:xfrm>
                <a:off x="1322820" y="5703848"/>
                <a:ext cx="241920" cy="2476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D9011FA5-BA20-340D-A4C5-8E6814E00866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313820" y="5695208"/>
                  <a:ext cx="25956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6FAFD87B-BA36-B7C9-3B4A-A88117E9A859}"/>
                    </a:ext>
                  </a:extLst>
                </p14:cNvPr>
                <p14:cNvContentPartPr/>
                <p14:nvPr/>
              </p14:nvContentPartPr>
              <p14:xfrm>
                <a:off x="1397700" y="5731928"/>
                <a:ext cx="103680" cy="2530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6FAFD87B-BA36-B7C9-3B4A-A88117E9A859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389060" y="5723288"/>
                  <a:ext cx="12132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DFD8B9BB-F92F-C922-D934-FE8B9042D46B}"/>
                    </a:ext>
                  </a:extLst>
                </p14:cNvPr>
                <p14:cNvContentPartPr/>
                <p14:nvPr/>
              </p14:nvContentPartPr>
              <p14:xfrm>
                <a:off x="1604340" y="5675408"/>
                <a:ext cx="73080" cy="2916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DFD8B9BB-F92F-C922-D934-FE8B9042D46B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595700" y="5666408"/>
                  <a:ext cx="9072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FE03D21A-0389-1E47-404E-8951F99C6D8B}"/>
                    </a:ext>
                  </a:extLst>
                </p14:cNvPr>
                <p14:cNvContentPartPr/>
                <p14:nvPr/>
              </p14:nvContentPartPr>
              <p14:xfrm>
                <a:off x="1734300" y="5827688"/>
                <a:ext cx="144720" cy="1173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FE03D21A-0389-1E47-404E-8951F99C6D8B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725300" y="5818688"/>
                  <a:ext cx="16236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695144B8-4F16-9BC9-E726-DCF59BD24649}"/>
                    </a:ext>
                  </a:extLst>
                </p14:cNvPr>
                <p14:cNvContentPartPr/>
                <p14:nvPr/>
              </p14:nvContentPartPr>
              <p14:xfrm>
                <a:off x="1864980" y="5688728"/>
                <a:ext cx="88920" cy="1778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695144B8-4F16-9BC9-E726-DCF59BD2464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855980" y="5680088"/>
                  <a:ext cx="10656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F302F7BB-87F0-0109-5915-14BB67207734}"/>
                    </a:ext>
                  </a:extLst>
                </p14:cNvPr>
                <p14:cNvContentPartPr/>
                <p14:nvPr/>
              </p14:nvContentPartPr>
              <p14:xfrm>
                <a:off x="1807740" y="5579648"/>
                <a:ext cx="35280" cy="183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F302F7BB-87F0-0109-5915-14BB67207734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799100" y="5571008"/>
                  <a:ext cx="529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A558D568-FF60-C500-74EC-C3DC2532C3EC}"/>
                    </a:ext>
                  </a:extLst>
                </p14:cNvPr>
                <p14:cNvContentPartPr/>
                <p14:nvPr/>
              </p14:nvContentPartPr>
              <p14:xfrm>
                <a:off x="1967940" y="5619608"/>
                <a:ext cx="189720" cy="752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A558D568-FF60-C500-74EC-C3DC2532C3EC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958940" y="5610608"/>
                  <a:ext cx="20736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44004FAE-3C8D-FC6B-7872-79BE0CC059E1}"/>
                    </a:ext>
                  </a:extLst>
                </p14:cNvPr>
                <p14:cNvContentPartPr/>
                <p14:nvPr/>
              </p14:nvContentPartPr>
              <p14:xfrm>
                <a:off x="2176740" y="5569208"/>
                <a:ext cx="162720" cy="3355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44004FAE-3C8D-FC6B-7872-79BE0CC059E1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167740" y="5560568"/>
                  <a:ext cx="180360" cy="35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7A4243E9-7D8D-BB9F-0F1E-9BA58E257E60}"/>
                    </a:ext>
                  </a:extLst>
                </p14:cNvPr>
                <p14:cNvContentPartPr/>
                <p14:nvPr/>
              </p14:nvContentPartPr>
              <p14:xfrm>
                <a:off x="2585340" y="5852888"/>
                <a:ext cx="85320" cy="792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7A4243E9-7D8D-BB9F-0F1E-9BA58E257E60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576700" y="5844248"/>
                  <a:ext cx="10296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A9B147EF-D6F0-6B39-EFBA-81E8C4A009E6}"/>
                    </a:ext>
                  </a:extLst>
                </p14:cNvPr>
                <p14:cNvContentPartPr/>
                <p14:nvPr/>
              </p14:nvContentPartPr>
              <p14:xfrm>
                <a:off x="2522340" y="5795648"/>
                <a:ext cx="101520" cy="79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A9B147EF-D6F0-6B39-EFBA-81E8C4A009E6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513700" y="5787008"/>
                  <a:ext cx="11916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05B144FE-34F7-6EA5-6717-EE534BA6BC3B}"/>
                    </a:ext>
                  </a:extLst>
                </p14:cNvPr>
                <p14:cNvContentPartPr/>
                <p14:nvPr/>
              </p14:nvContentPartPr>
              <p14:xfrm>
                <a:off x="2989260" y="5568848"/>
                <a:ext cx="45720" cy="1353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05B144FE-34F7-6EA5-6717-EE534BA6BC3B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980260" y="5560208"/>
                  <a:ext cx="6336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FD7600B2-E3A8-5ED6-6964-87EA03B6D1C7}"/>
                    </a:ext>
                  </a:extLst>
                </p14:cNvPr>
                <p14:cNvContentPartPr/>
                <p14:nvPr/>
              </p14:nvContentPartPr>
              <p14:xfrm>
                <a:off x="2896020" y="5797448"/>
                <a:ext cx="294120" cy="169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FD7600B2-E3A8-5ED6-6964-87EA03B6D1C7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887380" y="5788448"/>
                  <a:ext cx="31176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D5996C38-0BF1-2072-FA43-A57C095D8AB8}"/>
                    </a:ext>
                  </a:extLst>
                </p14:cNvPr>
                <p14:cNvContentPartPr/>
                <p14:nvPr/>
              </p14:nvContentPartPr>
              <p14:xfrm>
                <a:off x="3049740" y="5932088"/>
                <a:ext cx="66240" cy="1566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D5996C38-0BF1-2072-FA43-A57C095D8AB8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3040740" y="5923448"/>
                  <a:ext cx="8388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8ECB56B4-88C2-E21A-7966-C77830089F36}"/>
                    </a:ext>
                  </a:extLst>
                </p14:cNvPr>
                <p14:cNvContentPartPr/>
                <p14:nvPr/>
              </p14:nvContentPartPr>
              <p14:xfrm>
                <a:off x="2956140" y="5919848"/>
                <a:ext cx="188280" cy="1332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8ECB56B4-88C2-E21A-7966-C77830089F36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947140" y="5910848"/>
                  <a:ext cx="20592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9B72F729-4AE5-883F-E319-2C17625BBF6B}"/>
                    </a:ext>
                  </a:extLst>
                </p14:cNvPr>
                <p14:cNvContentPartPr/>
                <p14:nvPr/>
              </p14:nvContentPartPr>
              <p14:xfrm>
                <a:off x="3371940" y="5677568"/>
                <a:ext cx="363240" cy="23076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9B72F729-4AE5-883F-E319-2C17625BBF6B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362940" y="5668928"/>
                  <a:ext cx="38088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3A5FFFA9-6619-6098-4FFF-70D118CE2C85}"/>
                    </a:ext>
                  </a:extLst>
                </p14:cNvPr>
                <p14:cNvContentPartPr/>
                <p14:nvPr/>
              </p14:nvContentPartPr>
              <p14:xfrm>
                <a:off x="3470220" y="5952968"/>
                <a:ext cx="54720" cy="1537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3A5FFFA9-6619-6098-4FFF-70D118CE2C85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461580" y="5943968"/>
                  <a:ext cx="7236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D085580D-4CA3-3253-010A-41A6776D90A9}"/>
                    </a:ext>
                  </a:extLst>
                </p14:cNvPr>
                <p14:cNvContentPartPr/>
                <p14:nvPr/>
              </p14:nvContentPartPr>
              <p14:xfrm>
                <a:off x="3532140" y="6042248"/>
                <a:ext cx="151560" cy="5760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D085580D-4CA3-3253-010A-41A6776D90A9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523500" y="6033248"/>
                  <a:ext cx="16920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670D6A58-F2AF-B4D0-FE12-89130528C902}"/>
                    </a:ext>
                  </a:extLst>
                </p14:cNvPr>
                <p14:cNvContentPartPr/>
                <p14:nvPr/>
              </p14:nvContentPartPr>
              <p14:xfrm>
                <a:off x="3915900" y="4862888"/>
                <a:ext cx="274320" cy="2293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670D6A58-F2AF-B4D0-FE12-89130528C902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907260" y="4854248"/>
                  <a:ext cx="29196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E5A243BF-DD75-1A55-A235-CBC2B03DC248}"/>
                    </a:ext>
                  </a:extLst>
                </p14:cNvPr>
                <p14:cNvContentPartPr/>
                <p14:nvPr/>
              </p14:nvContentPartPr>
              <p14:xfrm>
                <a:off x="4032900" y="4875488"/>
                <a:ext cx="108000" cy="24372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E5A243BF-DD75-1A55-A235-CBC2B03DC248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024260" y="4866488"/>
                  <a:ext cx="12564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F5CE84C5-ED95-1311-07C3-8B2914009026}"/>
                    </a:ext>
                  </a:extLst>
                </p14:cNvPr>
                <p14:cNvContentPartPr/>
                <p14:nvPr/>
              </p14:nvContentPartPr>
              <p14:xfrm>
                <a:off x="4239900" y="4772168"/>
                <a:ext cx="97920" cy="2973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F5CE84C5-ED95-1311-07C3-8B2914009026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230900" y="4763168"/>
                  <a:ext cx="115560" cy="31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9E6C10AF-0804-9979-6D35-C303D99A64CF}"/>
                    </a:ext>
                  </a:extLst>
                </p14:cNvPr>
                <p14:cNvContentPartPr/>
                <p14:nvPr/>
              </p14:nvContentPartPr>
              <p14:xfrm>
                <a:off x="4373820" y="4981328"/>
                <a:ext cx="115920" cy="2210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9E6C10AF-0804-9979-6D35-C303D99A64CF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365180" y="4972328"/>
                  <a:ext cx="13356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97539297-2981-B8E5-56E7-FBC5DF2CF051}"/>
                    </a:ext>
                  </a:extLst>
                </p14:cNvPr>
                <p14:cNvContentPartPr/>
                <p14:nvPr/>
              </p14:nvContentPartPr>
              <p14:xfrm>
                <a:off x="4364100" y="4847048"/>
                <a:ext cx="5760" cy="324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97539297-2981-B8E5-56E7-FBC5DF2CF051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355100" y="4838408"/>
                  <a:ext cx="2340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22ED5C79-6BA5-84E7-50CC-B2621679DC87}"/>
                    </a:ext>
                  </a:extLst>
                </p14:cNvPr>
                <p14:cNvContentPartPr/>
                <p14:nvPr/>
              </p14:nvContentPartPr>
              <p14:xfrm>
                <a:off x="4499100" y="4804568"/>
                <a:ext cx="106560" cy="28440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22ED5C79-6BA5-84E7-50CC-B2621679DC87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4490460" y="4795928"/>
                  <a:ext cx="124200" cy="30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88DF74F1-2801-FDB9-4866-1B1B17533034}"/>
                    </a:ext>
                  </a:extLst>
                </p14:cNvPr>
                <p14:cNvContentPartPr/>
                <p14:nvPr/>
              </p14:nvContentPartPr>
              <p14:xfrm>
                <a:off x="4635900" y="4869008"/>
                <a:ext cx="268560" cy="17064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88DF74F1-2801-FDB9-4866-1B1B17533034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627260" y="4860368"/>
                  <a:ext cx="28620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DF267D77-2462-6164-5148-F6BA3E0448B0}"/>
                    </a:ext>
                  </a:extLst>
                </p14:cNvPr>
                <p14:cNvContentPartPr/>
                <p14:nvPr/>
              </p14:nvContentPartPr>
              <p14:xfrm>
                <a:off x="5035140" y="4950008"/>
                <a:ext cx="98280" cy="129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DF267D77-2462-6164-5148-F6BA3E0448B0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5026500" y="4941008"/>
                  <a:ext cx="11592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D840F716-E815-2766-185B-54B5A1481090}"/>
                    </a:ext>
                  </a:extLst>
                </p14:cNvPr>
                <p14:cNvContentPartPr/>
                <p14:nvPr/>
              </p14:nvContentPartPr>
              <p14:xfrm>
                <a:off x="5167620" y="4833368"/>
                <a:ext cx="60840" cy="1774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D840F716-E815-2766-185B-54B5A1481090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5158620" y="4824728"/>
                  <a:ext cx="7848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B478DF0E-23BF-7F88-9BB3-18811447671D}"/>
                    </a:ext>
                  </a:extLst>
                </p14:cNvPr>
                <p14:cNvContentPartPr/>
                <p14:nvPr/>
              </p14:nvContentPartPr>
              <p14:xfrm>
                <a:off x="5205060" y="4934528"/>
                <a:ext cx="130680" cy="8064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B478DF0E-23BF-7F88-9BB3-18811447671D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5196060" y="4925528"/>
                  <a:ext cx="14832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F620CE5B-C77F-87CC-0C33-1D0F9B56F6AC}"/>
                    </a:ext>
                  </a:extLst>
                </p14:cNvPr>
                <p14:cNvContentPartPr/>
                <p14:nvPr/>
              </p14:nvContentPartPr>
              <p14:xfrm>
                <a:off x="5365620" y="4829768"/>
                <a:ext cx="276840" cy="1692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F620CE5B-C77F-87CC-0C33-1D0F9B56F6AC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356620" y="4821128"/>
                  <a:ext cx="29448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65BB6828-D779-9631-6827-702C30799A39}"/>
                    </a:ext>
                  </a:extLst>
                </p14:cNvPr>
                <p14:cNvContentPartPr/>
                <p14:nvPr/>
              </p14:nvContentPartPr>
              <p14:xfrm>
                <a:off x="5699700" y="4966568"/>
                <a:ext cx="88200" cy="9792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65BB6828-D779-9631-6827-702C30799A39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5691060" y="4957928"/>
                  <a:ext cx="10584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F75BCAA4-BB77-BBC4-B621-A47F49EC6C73}"/>
                    </a:ext>
                  </a:extLst>
                </p14:cNvPr>
                <p14:cNvContentPartPr/>
                <p14:nvPr/>
              </p14:nvContentPartPr>
              <p14:xfrm>
                <a:off x="5792580" y="4810328"/>
                <a:ext cx="145080" cy="22284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F75BCAA4-BB77-BBC4-B621-A47F49EC6C73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5783940" y="4801328"/>
                  <a:ext cx="16272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43470B47-1454-ADDF-A6AE-9EF534B5BD65}"/>
                    </a:ext>
                  </a:extLst>
                </p14:cNvPr>
                <p14:cNvContentPartPr/>
                <p14:nvPr/>
              </p14:nvContentPartPr>
              <p14:xfrm>
                <a:off x="5891580" y="4743368"/>
                <a:ext cx="181440" cy="31392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43470B47-1454-ADDF-A6AE-9EF534B5BD65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5882580" y="4734368"/>
                  <a:ext cx="199080" cy="33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F0B93A78-85FC-CE75-A889-4BD23FFDB02B}"/>
                    </a:ext>
                  </a:extLst>
                </p14:cNvPr>
                <p14:cNvContentPartPr/>
                <p14:nvPr/>
              </p14:nvContentPartPr>
              <p14:xfrm>
                <a:off x="4229820" y="5106968"/>
                <a:ext cx="92520" cy="9936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F0B93A78-85FC-CE75-A889-4BD23FFDB02B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4221180" y="5097968"/>
                  <a:ext cx="11016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20BEB915-3171-9408-EC83-CC4D4AE1F0DE}"/>
                    </a:ext>
                  </a:extLst>
                </p14:cNvPr>
                <p14:cNvContentPartPr/>
                <p14:nvPr/>
              </p14:nvContentPartPr>
              <p14:xfrm>
                <a:off x="3922020" y="5665328"/>
                <a:ext cx="215280" cy="2250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20BEB915-3171-9408-EC83-CC4D4AE1F0DE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913020" y="5656688"/>
                  <a:ext cx="23292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79EF062F-5122-A419-7A01-B8142E6A57E3}"/>
                    </a:ext>
                  </a:extLst>
                </p14:cNvPr>
                <p14:cNvContentPartPr/>
                <p14:nvPr/>
              </p14:nvContentPartPr>
              <p14:xfrm>
                <a:off x="3963420" y="5671448"/>
                <a:ext cx="125280" cy="2350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79EF062F-5122-A419-7A01-B8142E6A57E3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954780" y="5662808"/>
                  <a:ext cx="14292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1B75B9DF-E32C-BE1D-8AF7-B627A6FF915B}"/>
                    </a:ext>
                  </a:extLst>
                </p14:cNvPr>
                <p14:cNvContentPartPr/>
                <p14:nvPr/>
              </p14:nvContentPartPr>
              <p14:xfrm>
                <a:off x="4201380" y="5870168"/>
                <a:ext cx="95040" cy="7920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1B75B9DF-E32C-BE1D-8AF7-B627A6FF915B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4192380" y="5861528"/>
                  <a:ext cx="11268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E20A1BCA-6889-AF36-EF80-2CF01F661964}"/>
                    </a:ext>
                  </a:extLst>
                </p14:cNvPr>
                <p14:cNvContentPartPr/>
                <p14:nvPr/>
              </p14:nvContentPartPr>
              <p14:xfrm>
                <a:off x="4307940" y="5572088"/>
                <a:ext cx="113400" cy="34308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E20A1BCA-6889-AF36-EF80-2CF01F661964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4298940" y="5563448"/>
                  <a:ext cx="131040" cy="36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23F7993B-6C43-5325-48C3-DDAD41AEAC4B}"/>
                    </a:ext>
                  </a:extLst>
                </p14:cNvPr>
                <p14:cNvContentPartPr/>
                <p14:nvPr/>
              </p14:nvContentPartPr>
              <p14:xfrm>
                <a:off x="4437540" y="5807168"/>
                <a:ext cx="124200" cy="22932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23F7993B-6C43-5325-48C3-DDAD41AEAC4B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4428540" y="5798528"/>
                  <a:ext cx="14184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5D181429-0E57-4C5D-77BD-2DBF5FD05D54}"/>
                    </a:ext>
                  </a:extLst>
                </p14:cNvPr>
                <p14:cNvContentPartPr/>
                <p14:nvPr/>
              </p14:nvContentPartPr>
              <p14:xfrm>
                <a:off x="4457700" y="5694128"/>
                <a:ext cx="4320" cy="864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5D181429-0E57-4C5D-77BD-2DBF5FD05D54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4448700" y="5685128"/>
                  <a:ext cx="2196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8DF009E5-2799-DB53-280D-946930AA487E}"/>
                    </a:ext>
                  </a:extLst>
                </p14:cNvPr>
                <p14:cNvContentPartPr/>
                <p14:nvPr/>
              </p14:nvContentPartPr>
              <p14:xfrm>
                <a:off x="4581180" y="5554808"/>
                <a:ext cx="137880" cy="37224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8DF009E5-2799-DB53-280D-946930AA487E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4572540" y="5546168"/>
                  <a:ext cx="155520" cy="38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B0884A17-4459-8BB9-8A88-4CD2F016B28B}"/>
                    </a:ext>
                  </a:extLst>
                </p14:cNvPr>
                <p14:cNvContentPartPr/>
                <p14:nvPr/>
              </p14:nvContentPartPr>
              <p14:xfrm>
                <a:off x="4787460" y="5557328"/>
                <a:ext cx="211320" cy="1008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B0884A17-4459-8BB9-8A88-4CD2F016B28B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4778820" y="5548328"/>
                  <a:ext cx="22896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C6B030BA-6EED-28F7-5A24-7959F6D28D53}"/>
                    </a:ext>
                  </a:extLst>
                </p14:cNvPr>
                <p14:cNvContentPartPr/>
                <p14:nvPr/>
              </p14:nvContentPartPr>
              <p14:xfrm>
                <a:off x="4746420" y="5740928"/>
                <a:ext cx="345240" cy="2448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C6B030BA-6EED-28F7-5A24-7959F6D28D53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4737780" y="5731928"/>
                  <a:ext cx="36288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3A55620B-F78C-6676-C373-7C4854A47663}"/>
                    </a:ext>
                  </a:extLst>
                </p14:cNvPr>
                <p14:cNvContentPartPr/>
                <p14:nvPr/>
              </p14:nvContentPartPr>
              <p14:xfrm>
                <a:off x="4931460" y="5860448"/>
                <a:ext cx="55440" cy="10872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3A55620B-F78C-6676-C373-7C4854A47663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4922820" y="5851448"/>
                  <a:ext cx="7308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2EF0E6D7-46A7-D714-4BC4-6411EF774792}"/>
                    </a:ext>
                  </a:extLst>
                </p14:cNvPr>
                <p14:cNvContentPartPr/>
                <p14:nvPr/>
              </p14:nvContentPartPr>
              <p14:xfrm>
                <a:off x="4853700" y="5838128"/>
                <a:ext cx="186120" cy="2160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2EF0E6D7-46A7-D714-4BC4-6411EF774792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4845060" y="5829128"/>
                  <a:ext cx="20376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F88A5F60-9739-814E-BBAF-42BEF1BEF688}"/>
                    </a:ext>
                  </a:extLst>
                </p14:cNvPr>
                <p14:cNvContentPartPr/>
                <p14:nvPr/>
              </p14:nvContentPartPr>
              <p14:xfrm>
                <a:off x="5304780" y="5736608"/>
                <a:ext cx="103680" cy="972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F88A5F60-9739-814E-BBAF-42BEF1BEF688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5296140" y="5727608"/>
                  <a:ext cx="12132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EF2AB95E-2244-5671-5A31-9EBBE2CEDC5E}"/>
                    </a:ext>
                  </a:extLst>
                </p14:cNvPr>
                <p14:cNvContentPartPr/>
                <p14:nvPr/>
              </p14:nvContentPartPr>
              <p14:xfrm>
                <a:off x="5574420" y="5538608"/>
                <a:ext cx="207000" cy="10872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EF2AB95E-2244-5671-5A31-9EBBE2CEDC5E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5565780" y="5529608"/>
                  <a:ext cx="22464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AC44368B-E231-F39B-0060-22809FF2A427}"/>
                    </a:ext>
                  </a:extLst>
                </p14:cNvPr>
                <p14:cNvContentPartPr/>
                <p14:nvPr/>
              </p14:nvContentPartPr>
              <p14:xfrm>
                <a:off x="5834340" y="5559128"/>
                <a:ext cx="43560" cy="5508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AC44368B-E231-F39B-0060-22809FF2A427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5825340" y="5550128"/>
                  <a:ext cx="6120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4BDFBBCE-92F4-B645-3E87-980800416BBD}"/>
                    </a:ext>
                  </a:extLst>
                </p14:cNvPr>
                <p14:cNvContentPartPr/>
                <p14:nvPr/>
              </p14:nvContentPartPr>
              <p14:xfrm>
                <a:off x="5881140" y="5548688"/>
                <a:ext cx="61920" cy="6912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4BDFBBCE-92F4-B645-3E87-980800416BBD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5872140" y="5539688"/>
                  <a:ext cx="7956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FC5ACCCD-B624-5262-462D-4D381FF42B11}"/>
                    </a:ext>
                  </a:extLst>
                </p14:cNvPr>
                <p14:cNvContentPartPr/>
                <p14:nvPr/>
              </p14:nvContentPartPr>
              <p14:xfrm>
                <a:off x="5787540" y="5507288"/>
                <a:ext cx="140760" cy="2412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FC5ACCCD-B624-5262-462D-4D381FF42B11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5778900" y="5498288"/>
                  <a:ext cx="15840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242B88E4-B377-9EE7-A7DB-8049A1F1421C}"/>
                    </a:ext>
                  </a:extLst>
                </p14:cNvPr>
                <p14:cNvContentPartPr/>
                <p14:nvPr/>
              </p14:nvContentPartPr>
              <p14:xfrm>
                <a:off x="6005700" y="5460128"/>
                <a:ext cx="97920" cy="14328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242B88E4-B377-9EE7-A7DB-8049A1F1421C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5997060" y="5451488"/>
                  <a:ext cx="11556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7DA01056-5287-5B43-E3B9-67986C24DEDE}"/>
                    </a:ext>
                  </a:extLst>
                </p14:cNvPr>
                <p14:cNvContentPartPr/>
                <p14:nvPr/>
              </p14:nvContentPartPr>
              <p14:xfrm>
                <a:off x="6083820" y="5541128"/>
                <a:ext cx="140760" cy="6516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7DA01056-5287-5B43-E3B9-67986C24DEDE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6075180" y="5532128"/>
                  <a:ext cx="15840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729C0518-8B02-D1B2-8402-192EE594CF6A}"/>
                    </a:ext>
                  </a:extLst>
                </p14:cNvPr>
                <p14:cNvContentPartPr/>
                <p14:nvPr/>
              </p14:nvContentPartPr>
              <p14:xfrm>
                <a:off x="5647860" y="5709608"/>
                <a:ext cx="540000" cy="4716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729C0518-8B02-D1B2-8402-192EE594CF6A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5638860" y="5700968"/>
                  <a:ext cx="55764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49FD3038-09C5-1DD7-0C5D-0A2E0BDA9298}"/>
                    </a:ext>
                  </a:extLst>
                </p14:cNvPr>
                <p14:cNvContentPartPr/>
                <p14:nvPr/>
              </p14:nvContentPartPr>
              <p14:xfrm>
                <a:off x="5975820" y="5839568"/>
                <a:ext cx="51120" cy="14580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49FD3038-09C5-1DD7-0C5D-0A2E0BDA9298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5966820" y="5830568"/>
                  <a:ext cx="6876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6B6ED0CD-D419-8C45-CAA0-FF9E7ACBE9A8}"/>
                    </a:ext>
                  </a:extLst>
                </p14:cNvPr>
                <p14:cNvContentPartPr/>
                <p14:nvPr/>
              </p14:nvContentPartPr>
              <p14:xfrm>
                <a:off x="5815980" y="5824808"/>
                <a:ext cx="273240" cy="3096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6B6ED0CD-D419-8C45-CAA0-FF9E7ACBE9A8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5807340" y="5816168"/>
                  <a:ext cx="29088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4F1B95CE-7C1E-5D38-0F1F-01A3CD9E2C38}"/>
                    </a:ext>
                  </a:extLst>
                </p14:cNvPr>
                <p14:cNvContentPartPr/>
                <p14:nvPr/>
              </p14:nvContentPartPr>
              <p14:xfrm>
                <a:off x="6301980" y="5548688"/>
                <a:ext cx="135720" cy="28800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4F1B95CE-7C1E-5D38-0F1F-01A3CD9E2C38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6292980" y="5539688"/>
                  <a:ext cx="153360" cy="30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6CC89002-1411-0852-5413-D006BC9A1680}"/>
                    </a:ext>
                  </a:extLst>
                </p14:cNvPr>
                <p14:cNvContentPartPr/>
                <p14:nvPr/>
              </p14:nvContentPartPr>
              <p14:xfrm>
                <a:off x="6423300" y="5493248"/>
                <a:ext cx="144720" cy="39420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6CC89002-1411-0852-5413-D006BC9A1680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6414660" y="5484608"/>
                  <a:ext cx="162360" cy="41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0E22A919-57BF-FDD9-4095-CECA0197B765}"/>
                    </a:ext>
                  </a:extLst>
                </p14:cNvPr>
                <p14:cNvContentPartPr/>
                <p14:nvPr/>
              </p14:nvContentPartPr>
              <p14:xfrm>
                <a:off x="941580" y="4499288"/>
                <a:ext cx="5407560" cy="14076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0E22A919-57BF-FDD9-4095-CECA0197B765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932940" y="4490288"/>
                  <a:ext cx="542520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A0FA825B-0F70-D67B-4F06-EF91BB208BA0}"/>
                    </a:ext>
                  </a:extLst>
                </p14:cNvPr>
                <p14:cNvContentPartPr/>
                <p14:nvPr/>
              </p14:nvContentPartPr>
              <p14:xfrm>
                <a:off x="951660" y="4649768"/>
                <a:ext cx="87120" cy="147996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A0FA825B-0F70-D67B-4F06-EF91BB208BA0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943020" y="4640768"/>
                  <a:ext cx="104760" cy="149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DA48AD15-4D61-0680-6782-C293F13A4138}"/>
                    </a:ext>
                  </a:extLst>
                </p14:cNvPr>
                <p14:cNvContentPartPr/>
                <p14:nvPr/>
              </p14:nvContentPartPr>
              <p14:xfrm>
                <a:off x="6270660" y="4545368"/>
                <a:ext cx="288720" cy="2160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DA48AD15-4D61-0680-6782-C293F13A4138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6262020" y="4536368"/>
                  <a:ext cx="30636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0DE01D70-5367-FD92-97DA-7156D9812916}"/>
                    </a:ext>
                  </a:extLst>
                </p14:cNvPr>
                <p14:cNvContentPartPr/>
                <p14:nvPr/>
              </p14:nvContentPartPr>
              <p14:xfrm>
                <a:off x="6665220" y="4540688"/>
                <a:ext cx="77760" cy="165204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0DE01D70-5367-FD92-97DA-7156D9812916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6656580" y="4531688"/>
                  <a:ext cx="95400" cy="166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CA5CB3D7-D40B-8585-02CF-EA68E5AE2B22}"/>
                    </a:ext>
                  </a:extLst>
                </p14:cNvPr>
                <p14:cNvContentPartPr/>
                <p14:nvPr/>
              </p14:nvContentPartPr>
              <p14:xfrm>
                <a:off x="1091340" y="6192368"/>
                <a:ext cx="5636880" cy="16164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CA5CB3D7-D40B-8585-02CF-EA68E5AE2B22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082700" y="6183728"/>
                  <a:ext cx="5654520" cy="179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6" name="Group 235">
            <a:extLst>
              <a:ext uri="{FF2B5EF4-FFF2-40B4-BE49-F238E27FC236}">
                <a16:creationId xmlns:a16="http://schemas.microsoft.com/office/drawing/2014/main" id="{E0E631D9-6045-C247-D295-59E918FEF18B}"/>
              </a:ext>
            </a:extLst>
          </p:cNvPr>
          <p:cNvGrpSpPr/>
          <p:nvPr/>
        </p:nvGrpSpPr>
        <p:grpSpPr>
          <a:xfrm>
            <a:off x="6669883" y="452618"/>
            <a:ext cx="5205968" cy="1912064"/>
            <a:chOff x="799020" y="763568"/>
            <a:chExt cx="10589760" cy="3889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7D3EDE73-A7B0-DB64-4552-A1B214F1DF69}"/>
                    </a:ext>
                  </a:extLst>
                </p14:cNvPr>
                <p14:cNvContentPartPr/>
                <p14:nvPr/>
              </p14:nvContentPartPr>
              <p14:xfrm>
                <a:off x="1056420" y="1812968"/>
                <a:ext cx="1014840" cy="2124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7D3EDE73-A7B0-DB64-4552-A1B214F1DF69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038115" y="1795268"/>
                  <a:ext cx="1050718" cy="5593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25D0B1D5-09C4-5B81-8A75-56968A69910A}"/>
                    </a:ext>
                  </a:extLst>
                </p14:cNvPr>
                <p14:cNvContentPartPr/>
                <p14:nvPr/>
              </p14:nvContentPartPr>
              <p14:xfrm>
                <a:off x="799020" y="1481768"/>
                <a:ext cx="143640" cy="12132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25D0B1D5-09C4-5B81-8A75-56968A69910A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780792" y="1463497"/>
                  <a:ext cx="179368" cy="15713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946F72B9-0231-DED8-0871-B5E1E98B16DB}"/>
                    </a:ext>
                  </a:extLst>
                </p14:cNvPr>
                <p14:cNvContentPartPr/>
                <p14:nvPr/>
              </p14:nvContentPartPr>
              <p14:xfrm>
                <a:off x="805860" y="1504808"/>
                <a:ext cx="108720" cy="9108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946F72B9-0231-DED8-0871-B5E1E98B16DB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787618" y="1486592"/>
                  <a:ext cx="144474" cy="12678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3D23617C-8F25-4821-CEF4-C7D7B82035C1}"/>
                    </a:ext>
                  </a:extLst>
                </p14:cNvPr>
                <p14:cNvContentPartPr/>
                <p14:nvPr/>
              </p14:nvContentPartPr>
              <p14:xfrm>
                <a:off x="1044180" y="1599848"/>
                <a:ext cx="18000" cy="6732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3D23617C-8F25-4821-CEF4-C7D7B82035C1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1026180" y="1581555"/>
                  <a:ext cx="53280" cy="10317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A566857D-7B35-3CA5-F229-5A1CDBD5ECE9}"/>
                    </a:ext>
                  </a:extLst>
                </p14:cNvPr>
                <p14:cNvContentPartPr/>
                <p14:nvPr/>
              </p14:nvContentPartPr>
              <p14:xfrm>
                <a:off x="1078740" y="1401848"/>
                <a:ext cx="121320" cy="18684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A566857D-7B35-3CA5-F229-5A1CDBD5ECE9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1060469" y="1383602"/>
                  <a:ext cx="157131" cy="22260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581EA437-5FBF-33D8-8934-B798DF226F5A}"/>
                    </a:ext>
                  </a:extLst>
                </p14:cNvPr>
                <p14:cNvContentPartPr/>
                <p14:nvPr/>
              </p14:nvContentPartPr>
              <p14:xfrm>
                <a:off x="1200060" y="1510928"/>
                <a:ext cx="140760" cy="5220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581EA437-5FBF-33D8-8934-B798DF226F5A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181827" y="1492803"/>
                  <a:ext cx="176497" cy="8772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5FDBF1BD-379A-BA2E-0303-19012D938473}"/>
                    </a:ext>
                  </a:extLst>
                </p14:cNvPr>
                <p14:cNvContentPartPr/>
                <p14:nvPr/>
              </p14:nvContentPartPr>
              <p14:xfrm>
                <a:off x="1330020" y="1391048"/>
                <a:ext cx="133920" cy="21024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5FDBF1BD-379A-BA2E-0303-19012D938473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311725" y="1372798"/>
                  <a:ext cx="169778" cy="24601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7B7C3A57-8855-0B3D-D7F6-11B0B0D1AA89}"/>
                    </a:ext>
                  </a:extLst>
                </p14:cNvPr>
                <p14:cNvContentPartPr/>
                <p14:nvPr/>
              </p14:nvContentPartPr>
              <p14:xfrm>
                <a:off x="3229380" y="1740968"/>
                <a:ext cx="2549160" cy="13392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7B7C3A57-8855-0B3D-D7F6-11B0B0D1AA89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3211078" y="1722673"/>
                  <a:ext cx="2585033" cy="16977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F8E60BB2-5AA3-ABE1-C06E-7089CAE8E157}"/>
                    </a:ext>
                  </a:extLst>
                </p14:cNvPr>
                <p14:cNvContentPartPr/>
                <p14:nvPr/>
              </p14:nvContentPartPr>
              <p14:xfrm>
                <a:off x="4290300" y="1762208"/>
                <a:ext cx="110160" cy="7308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F8E60BB2-5AA3-ABE1-C06E-7089CAE8E157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4272062" y="1744119"/>
                  <a:ext cx="145907" cy="10853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766E7E63-BD2C-53F4-C95E-3F80B4A7B727}"/>
                    </a:ext>
                  </a:extLst>
                </p14:cNvPr>
                <p14:cNvContentPartPr/>
                <p14:nvPr/>
              </p14:nvContentPartPr>
              <p14:xfrm>
                <a:off x="4327740" y="1811528"/>
                <a:ext cx="115560" cy="190620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766E7E63-BD2C-53F4-C95E-3F80B4A7B727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4309455" y="1793220"/>
                  <a:ext cx="151398" cy="194208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21C07846-414B-8C7D-DCA1-63D30031B9AA}"/>
                    </a:ext>
                  </a:extLst>
                </p14:cNvPr>
                <p14:cNvContentPartPr/>
                <p14:nvPr/>
              </p14:nvContentPartPr>
              <p14:xfrm>
                <a:off x="4390020" y="3621608"/>
                <a:ext cx="1432800" cy="13572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21C07846-414B-8C7D-DCA1-63D30031B9AA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4371716" y="3603366"/>
                  <a:ext cx="1468675" cy="17147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54DB71D4-AA7B-896B-00F7-16CE55AE1EF3}"/>
                    </a:ext>
                  </a:extLst>
                </p14:cNvPr>
                <p14:cNvContentPartPr/>
                <p14:nvPr/>
              </p14:nvContentPartPr>
              <p14:xfrm>
                <a:off x="5829300" y="3447728"/>
                <a:ext cx="46800" cy="36000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54DB71D4-AA7B-896B-00F7-16CE55AE1EF3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5811300" y="3429435"/>
                  <a:ext cx="82080" cy="39585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93972E41-91D4-85C4-C640-61EE2F171FA5}"/>
                    </a:ext>
                  </a:extLst>
                </p14:cNvPr>
                <p14:cNvContentPartPr/>
                <p14:nvPr/>
              </p14:nvContentPartPr>
              <p14:xfrm>
                <a:off x="5803020" y="3422888"/>
                <a:ext cx="1069560" cy="4284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93972E41-91D4-85C4-C640-61EE2F171FA5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5784718" y="3404735"/>
                  <a:ext cx="1105432" cy="7841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D1B81625-EBD5-402A-A26D-BEEC29D11D2C}"/>
                    </a:ext>
                  </a:extLst>
                </p14:cNvPr>
                <p14:cNvContentPartPr/>
                <p14:nvPr/>
              </p14:nvContentPartPr>
              <p14:xfrm>
                <a:off x="6836580" y="3452048"/>
                <a:ext cx="21600" cy="57276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D1B81625-EBD5-402A-A26D-BEEC29D11D2C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6818580" y="3433761"/>
                  <a:ext cx="56880" cy="60860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312A7055-35F6-FF73-C4EA-02A4504AF274}"/>
                    </a:ext>
                  </a:extLst>
                </p14:cNvPr>
                <p14:cNvContentPartPr/>
                <p14:nvPr/>
              </p14:nvContentPartPr>
              <p14:xfrm>
                <a:off x="5896620" y="4057208"/>
                <a:ext cx="904320" cy="5256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312A7055-35F6-FF73-C4EA-02A4504AF274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5878314" y="4038958"/>
                  <a:ext cx="940200" cy="8833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F6D9AC7A-CF53-897D-876F-CFA0C170F2D1}"/>
                    </a:ext>
                  </a:extLst>
                </p14:cNvPr>
                <p14:cNvContentPartPr/>
                <p14:nvPr/>
              </p14:nvContentPartPr>
              <p14:xfrm>
                <a:off x="5870340" y="3843728"/>
                <a:ext cx="31680" cy="21708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F6D9AC7A-CF53-897D-876F-CFA0C170F2D1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5852340" y="3825455"/>
                  <a:ext cx="66960" cy="25289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6583789E-F44B-FC93-DD35-9C3FA1FB2E8C}"/>
                    </a:ext>
                  </a:extLst>
                </p14:cNvPr>
                <p14:cNvContentPartPr/>
                <p14:nvPr/>
              </p14:nvContentPartPr>
              <p14:xfrm>
                <a:off x="6015060" y="3697928"/>
                <a:ext cx="135000" cy="13572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6583789E-F44B-FC93-DD35-9C3FA1FB2E8C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5996817" y="3679686"/>
                  <a:ext cx="170757" cy="17147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FEC5CC12-9D47-9699-CE20-799055F8C8EC}"/>
                    </a:ext>
                  </a:extLst>
                </p14:cNvPr>
                <p14:cNvContentPartPr/>
                <p14:nvPr/>
              </p14:nvContentPartPr>
              <p14:xfrm>
                <a:off x="6234300" y="3619088"/>
                <a:ext cx="119520" cy="21492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FEC5CC12-9D47-9699-CE20-799055F8C8EC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6216080" y="3600812"/>
                  <a:ext cx="155230" cy="2507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D30867DF-0CB5-E9EE-71CE-1C820B7C8469}"/>
                    </a:ext>
                  </a:extLst>
                </p14:cNvPr>
                <p14:cNvContentPartPr/>
                <p14:nvPr/>
              </p14:nvContentPartPr>
              <p14:xfrm>
                <a:off x="6404220" y="3745808"/>
                <a:ext cx="30600" cy="9432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D30867DF-0CB5-E9EE-71CE-1C820B7C8469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6386006" y="3727529"/>
                  <a:ext cx="66300" cy="13014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9CC04015-532D-A586-D783-93600A450AAF}"/>
                    </a:ext>
                  </a:extLst>
                </p14:cNvPr>
                <p14:cNvContentPartPr/>
                <p14:nvPr/>
              </p14:nvContentPartPr>
              <p14:xfrm>
                <a:off x="6385140" y="3695048"/>
                <a:ext cx="126000" cy="13788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9CC04015-532D-A586-D783-93600A450AAF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6366932" y="3676810"/>
                  <a:ext cx="161688" cy="17362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4E3ABAA1-961A-FC49-CB12-97B641583E30}"/>
                    </a:ext>
                  </a:extLst>
                </p14:cNvPr>
                <p14:cNvContentPartPr/>
                <p14:nvPr/>
              </p14:nvContentPartPr>
              <p14:xfrm>
                <a:off x="6325740" y="4114448"/>
                <a:ext cx="19440" cy="20412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4E3ABAA1-961A-FC49-CB12-97B641583E30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6307740" y="4096158"/>
                  <a:ext cx="54720" cy="23996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853C7108-F1D4-302C-5A39-71A14EB88898}"/>
                    </a:ext>
                  </a:extLst>
                </p14:cNvPr>
                <p14:cNvContentPartPr/>
                <p14:nvPr/>
              </p14:nvContentPartPr>
              <p14:xfrm>
                <a:off x="6277140" y="4071248"/>
                <a:ext cx="96840" cy="8028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853C7108-F1D4-302C-5A39-71A14EB88898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6258937" y="4053003"/>
                  <a:ext cx="132518" cy="11604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05A06744-31D1-E8BE-9C32-712344991F31}"/>
                    </a:ext>
                  </a:extLst>
                </p14:cNvPr>
                <p14:cNvContentPartPr/>
                <p14:nvPr/>
              </p14:nvContentPartPr>
              <p14:xfrm>
                <a:off x="6231420" y="4453208"/>
                <a:ext cx="50040" cy="14976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05A06744-31D1-E8BE-9C32-712344991F31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6213290" y="4434945"/>
                  <a:ext cx="85576" cy="18555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4B4C61EC-FC2E-07D0-F582-9FC805DEFBB1}"/>
                    </a:ext>
                  </a:extLst>
                </p14:cNvPr>
                <p14:cNvContentPartPr/>
                <p14:nvPr/>
              </p14:nvContentPartPr>
              <p14:xfrm>
                <a:off x="6099300" y="4422968"/>
                <a:ext cx="223200" cy="1944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4B4C61EC-FC2E-07D0-F582-9FC805DEFBB1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6081005" y="4404968"/>
                  <a:ext cx="259058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8DCDFAFF-4DF0-385A-2D7A-D9F9A70B514D}"/>
                    </a:ext>
                  </a:extLst>
                </p14:cNvPr>
                <p14:cNvContentPartPr/>
                <p14:nvPr/>
              </p14:nvContentPartPr>
              <p14:xfrm>
                <a:off x="6385860" y="4569488"/>
                <a:ext cx="46440" cy="8352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8DCDFAFF-4DF0-385A-2D7A-D9F9A70B514D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6367719" y="4551172"/>
                  <a:ext cx="81996" cy="11941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EFFB63B0-FEC6-93DB-63AF-9683E9AD1EC9}"/>
                    </a:ext>
                  </a:extLst>
                </p14:cNvPr>
                <p14:cNvContentPartPr/>
                <p14:nvPr/>
              </p14:nvContentPartPr>
              <p14:xfrm>
                <a:off x="6853860" y="3675968"/>
                <a:ext cx="1552680" cy="13644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EFFB63B0-FEC6-93DB-63AF-9683E9AD1EC9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6835559" y="3657727"/>
                  <a:ext cx="1588550" cy="17219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17DCB173-AFC4-C1A6-38A8-8F4CE9CE0B63}"/>
                    </a:ext>
                  </a:extLst>
                </p14:cNvPr>
                <p14:cNvContentPartPr/>
                <p14:nvPr/>
              </p14:nvContentPartPr>
              <p14:xfrm>
                <a:off x="8451540" y="3430808"/>
                <a:ext cx="167400" cy="13932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17DCB173-AFC4-C1A6-38A8-8F4CE9CE0B63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8433265" y="3412572"/>
                  <a:ext cx="203219" cy="17506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BCF4EDEE-96A4-76B4-5334-F24F3A3443F9}"/>
                    </a:ext>
                  </a:extLst>
                </p14:cNvPr>
                <p14:cNvContentPartPr/>
                <p14:nvPr/>
              </p14:nvContentPartPr>
              <p14:xfrm>
                <a:off x="8453340" y="3438008"/>
                <a:ext cx="129600" cy="12060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BCF4EDEE-96A4-76B4-5334-F24F3A3443F9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8435138" y="3419735"/>
                  <a:ext cx="165276" cy="15641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0834AB06-B6B8-87DE-19C0-D7ED56023700}"/>
                    </a:ext>
                  </a:extLst>
                </p14:cNvPr>
                <p14:cNvContentPartPr/>
                <p14:nvPr/>
              </p14:nvContentPartPr>
              <p14:xfrm>
                <a:off x="8676180" y="3564008"/>
                <a:ext cx="24840" cy="5796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0834AB06-B6B8-87DE-19C0-D7ED56023700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8658437" y="3545895"/>
                  <a:ext cx="59616" cy="9346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DC25D600-5D6A-4ED5-0B78-9A5B1A7FBCFD}"/>
                    </a:ext>
                  </a:extLst>
                </p14:cNvPr>
                <p14:cNvContentPartPr/>
                <p14:nvPr/>
              </p14:nvContentPartPr>
              <p14:xfrm>
                <a:off x="8727300" y="3330368"/>
                <a:ext cx="132480" cy="21996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DC25D600-5D6A-4ED5-0B78-9A5B1A7FBCFD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8709002" y="3312099"/>
                  <a:ext cx="168345" cy="25576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7E656125-8627-EEE1-762A-044215E90E0D}"/>
                    </a:ext>
                  </a:extLst>
                </p14:cNvPr>
                <p14:cNvContentPartPr/>
                <p14:nvPr/>
              </p14:nvContentPartPr>
              <p14:xfrm>
                <a:off x="8857980" y="3454568"/>
                <a:ext cx="169920" cy="8748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7E656125-8627-EEE1-762A-044215E90E0D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8839748" y="3436343"/>
                  <a:ext cx="205654" cy="12320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0D60A2C0-B009-5E56-3987-B5D3708D6EE8}"/>
                    </a:ext>
                  </a:extLst>
                </p14:cNvPr>
                <p14:cNvContentPartPr/>
                <p14:nvPr/>
              </p14:nvContentPartPr>
              <p14:xfrm>
                <a:off x="9003420" y="3371048"/>
                <a:ext cx="161640" cy="23472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0D60A2C0-B009-5E56-3987-B5D3708D6EE8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8985135" y="3352768"/>
                  <a:ext cx="197479" cy="27055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02071855-9EED-0CCE-AD10-FC4A658C57D7}"/>
                    </a:ext>
                  </a:extLst>
                </p14:cNvPr>
                <p14:cNvContentPartPr/>
                <p14:nvPr/>
              </p14:nvContentPartPr>
              <p14:xfrm>
                <a:off x="9516420" y="3422888"/>
                <a:ext cx="121680" cy="11700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02071855-9EED-0CCE-AD10-FC4A658C57D7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9498204" y="3404607"/>
                  <a:ext cx="157383" cy="15283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107DBE9D-5896-C65B-3B5F-DCC9EA5B7E48}"/>
                    </a:ext>
                  </a:extLst>
                </p14:cNvPr>
                <p14:cNvContentPartPr/>
                <p14:nvPr/>
              </p14:nvContentPartPr>
              <p14:xfrm>
                <a:off x="9665460" y="3445928"/>
                <a:ext cx="475920" cy="11448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107DBE9D-5896-C65B-3B5F-DCC9EA5B7E48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9647155" y="3427699"/>
                  <a:ext cx="511797" cy="15020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39FB8C07-2D26-01BE-F266-9485C73152DA}"/>
                    </a:ext>
                  </a:extLst>
                </p14:cNvPr>
                <p14:cNvContentPartPr/>
                <p14:nvPr/>
              </p14:nvContentPartPr>
              <p14:xfrm>
                <a:off x="10337220" y="3469688"/>
                <a:ext cx="131760" cy="8892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39FB8C07-2D26-01BE-F266-9485C73152DA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0319021" y="3451467"/>
                  <a:ext cx="167430" cy="12463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5B4E1F2A-2F2B-1C8A-C047-2BC46811396B}"/>
                    </a:ext>
                  </a:extLst>
                </p14:cNvPr>
                <p14:cNvContentPartPr/>
                <p14:nvPr/>
              </p14:nvContentPartPr>
              <p14:xfrm>
                <a:off x="10464660" y="3386888"/>
                <a:ext cx="134280" cy="15732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5B4E1F2A-2F2B-1C8A-C047-2BC46811396B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0446415" y="3368680"/>
                  <a:ext cx="170039" cy="19300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16D46831-9553-971F-76DE-C24DEB10706E}"/>
                    </a:ext>
                  </a:extLst>
                </p14:cNvPr>
                <p14:cNvContentPartPr/>
                <p14:nvPr/>
              </p14:nvContentPartPr>
              <p14:xfrm>
                <a:off x="10814580" y="3470408"/>
                <a:ext cx="24840" cy="6228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16D46831-9553-971F-76DE-C24DEB10706E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0796315" y="3452303"/>
                  <a:ext cx="60639" cy="9776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870C404A-6FEC-FE3F-D61F-73ABBE8E0CE3}"/>
                    </a:ext>
                  </a:extLst>
                </p14:cNvPr>
                <p14:cNvContentPartPr/>
                <p14:nvPr/>
              </p14:nvContentPartPr>
              <p14:xfrm>
                <a:off x="10795860" y="3361328"/>
                <a:ext cx="360" cy="2484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870C404A-6FEC-FE3F-D61F-73ABBE8E0CE3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0786860" y="3343063"/>
                  <a:ext cx="18000" cy="6063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543852D3-CDC6-CE1F-B729-CCCDC694AA37}"/>
                    </a:ext>
                  </a:extLst>
                </p14:cNvPr>
                <p14:cNvContentPartPr/>
                <p14:nvPr/>
              </p14:nvContentPartPr>
              <p14:xfrm>
                <a:off x="10868580" y="3470408"/>
                <a:ext cx="115920" cy="4752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543852D3-CDC6-CE1F-B729-CCCDC694AA37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10850354" y="3452131"/>
                  <a:ext cx="151644" cy="8334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39447107-03CA-ECE9-06E4-F36426171F96}"/>
                    </a:ext>
                  </a:extLst>
                </p14:cNvPr>
                <p14:cNvContentPartPr/>
                <p14:nvPr/>
              </p14:nvContentPartPr>
              <p14:xfrm>
                <a:off x="11024460" y="3422528"/>
                <a:ext cx="68400" cy="17316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39447107-03CA-ECE9-06E4-F36426171F96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1006269" y="3404262"/>
                  <a:ext cx="104055" cy="20896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D41E0012-76C1-0963-72A3-2914F92B6B4B}"/>
                    </a:ext>
                  </a:extLst>
                </p14:cNvPr>
                <p14:cNvContentPartPr/>
                <p14:nvPr/>
              </p14:nvContentPartPr>
              <p14:xfrm>
                <a:off x="11172060" y="3464288"/>
                <a:ext cx="77040" cy="3816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D41E0012-76C1-0963-72A3-2914F92B6B4B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11153890" y="3446288"/>
                  <a:ext cx="112653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9BBDE868-4217-76F1-836F-7D05A05267AD}"/>
                    </a:ext>
                  </a:extLst>
                </p14:cNvPr>
                <p14:cNvContentPartPr/>
                <p14:nvPr/>
              </p14:nvContentPartPr>
              <p14:xfrm>
                <a:off x="11284380" y="3273128"/>
                <a:ext cx="63000" cy="25488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9BBDE868-4217-76F1-836F-7D05A05267AD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11266066" y="3254818"/>
                  <a:ext cx="98895" cy="29076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B9841A08-BB94-F27A-B497-B690EFA55A57}"/>
                    </a:ext>
                  </a:extLst>
                </p14:cNvPr>
                <p14:cNvContentPartPr/>
                <p14:nvPr/>
              </p14:nvContentPartPr>
              <p14:xfrm>
                <a:off x="11388420" y="3418568"/>
                <a:ext cx="360" cy="36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B9841A08-BB94-F27A-B497-B690EFA55A57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11379420" y="3409568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2E5A03AE-E5FE-6F72-1C70-9A8248C3663F}"/>
                    </a:ext>
                  </a:extLst>
                </p14:cNvPr>
                <p14:cNvContentPartPr/>
                <p14:nvPr/>
              </p14:nvContentPartPr>
              <p14:xfrm>
                <a:off x="11230020" y="3448088"/>
                <a:ext cx="13320" cy="4248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2E5A03AE-E5FE-6F72-1C70-9A8248C3663F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11212494" y="3430088"/>
                  <a:ext cx="47672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4CDB30F4-90D1-C772-365B-E4F7018D3ED4}"/>
                    </a:ext>
                  </a:extLst>
                </p14:cNvPr>
                <p14:cNvContentPartPr/>
                <p14:nvPr/>
              </p14:nvContentPartPr>
              <p14:xfrm>
                <a:off x="11265300" y="3377888"/>
                <a:ext cx="92160" cy="4104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4CDB30F4-90D1-C772-365B-E4F7018D3ED4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11247014" y="3359567"/>
                  <a:ext cx="128000" cy="7695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36338DBA-A525-FC94-DCCA-8E3334415A3E}"/>
                    </a:ext>
                  </a:extLst>
                </p14:cNvPr>
                <p14:cNvContentPartPr/>
                <p14:nvPr/>
              </p14:nvContentPartPr>
              <p14:xfrm>
                <a:off x="9620100" y="3765248"/>
                <a:ext cx="165240" cy="11304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36338DBA-A525-FC94-DCCA-8E3334415A3E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9601821" y="3747016"/>
                  <a:ext cx="201066" cy="14877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2E58BBE3-6D56-AB64-649B-1B8DE5901978}"/>
                    </a:ext>
                  </a:extLst>
                </p14:cNvPr>
                <p14:cNvContentPartPr/>
                <p14:nvPr/>
              </p14:nvContentPartPr>
              <p14:xfrm>
                <a:off x="9624420" y="3771728"/>
                <a:ext cx="96480" cy="8316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2E58BBE3-6D56-AB64-649B-1B8DE5901978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9606147" y="3753491"/>
                  <a:ext cx="132295" cy="11890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48644399-E367-E9CD-2F2E-CDC38483941F}"/>
                    </a:ext>
                  </a:extLst>
                </p14:cNvPr>
                <p14:cNvContentPartPr/>
                <p14:nvPr/>
              </p14:nvContentPartPr>
              <p14:xfrm>
                <a:off x="9860940" y="3875768"/>
                <a:ext cx="34200" cy="9540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48644399-E367-E9CD-2F2E-CDC38483941F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9842749" y="3857562"/>
                  <a:ext cx="69855" cy="13108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70A6E975-EEB1-F76B-3753-7E52175A9190}"/>
                    </a:ext>
                  </a:extLst>
                </p14:cNvPr>
                <p14:cNvContentPartPr/>
                <p14:nvPr/>
              </p14:nvContentPartPr>
              <p14:xfrm>
                <a:off x="9888300" y="3700808"/>
                <a:ext cx="145080" cy="21276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70A6E975-EEB1-F76B-3753-7E52175A9190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9870074" y="3682530"/>
                  <a:ext cx="180803" cy="24858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5A6550D3-C20F-9E37-5FC0-BA9A6CC4219D}"/>
                    </a:ext>
                  </a:extLst>
                </p14:cNvPr>
                <p14:cNvContentPartPr/>
                <p14:nvPr/>
              </p14:nvContentPartPr>
              <p14:xfrm>
                <a:off x="10047780" y="3828968"/>
                <a:ext cx="177840" cy="7164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5A6550D3-C20F-9E37-5FC0-BA9A6CC4219D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10029484" y="3810692"/>
                  <a:ext cx="213701" cy="1074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52B3D8D9-8631-776A-7D31-09240DFF218C}"/>
                    </a:ext>
                  </a:extLst>
                </p14:cNvPr>
                <p14:cNvContentPartPr/>
                <p14:nvPr/>
              </p14:nvContentPartPr>
              <p14:xfrm>
                <a:off x="10193220" y="3728168"/>
                <a:ext cx="145800" cy="21132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52B3D8D9-8631-776A-7D31-09240DFF218C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10174995" y="3709888"/>
                  <a:ext cx="181521" cy="24714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D38D708A-4BE0-FBCB-B273-6CA9D4E26F13}"/>
                    </a:ext>
                  </a:extLst>
                </p14:cNvPr>
                <p14:cNvContentPartPr/>
                <p14:nvPr/>
              </p14:nvContentPartPr>
              <p14:xfrm>
                <a:off x="9234180" y="3150008"/>
                <a:ext cx="150120" cy="6444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D38D708A-4BE0-FBCB-B273-6CA9D4E26F13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9215962" y="3131701"/>
                  <a:ext cx="185828" cy="10032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16CE5B8A-2D2C-F567-555B-398400D63BAE}"/>
                    </a:ext>
                  </a:extLst>
                </p14:cNvPr>
                <p14:cNvContentPartPr/>
                <p14:nvPr/>
              </p14:nvContentPartPr>
              <p14:xfrm>
                <a:off x="9206100" y="3094568"/>
                <a:ext cx="120960" cy="5940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16CE5B8A-2D2C-F567-555B-398400D63BAE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9187883" y="3076458"/>
                  <a:ext cx="156665" cy="9489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24D466A2-E51D-7BFC-596B-E1DBE6C4486B}"/>
                    </a:ext>
                  </a:extLst>
                </p14:cNvPr>
                <p14:cNvContentPartPr/>
                <p14:nvPr/>
              </p14:nvContentPartPr>
              <p14:xfrm>
                <a:off x="9289260" y="3039128"/>
                <a:ext cx="266760" cy="15804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24D466A2-E51D-7BFC-596B-E1DBE6C4486B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9270989" y="3020836"/>
                  <a:ext cx="302572" cy="19389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A2092513-B785-FC19-FA5A-CAFB978154DF}"/>
                    </a:ext>
                  </a:extLst>
                </p14:cNvPr>
                <p14:cNvContentPartPr/>
                <p14:nvPr/>
              </p14:nvContentPartPr>
              <p14:xfrm>
                <a:off x="9117540" y="3085928"/>
                <a:ext cx="182880" cy="13356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A2092513-B785-FC19-FA5A-CAFB978154DF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9099252" y="3067682"/>
                  <a:ext cx="218724" cy="16932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5B72801D-8335-BAC2-B864-3C4674637864}"/>
                    </a:ext>
                  </a:extLst>
                </p14:cNvPr>
                <p14:cNvContentPartPr/>
                <p14:nvPr/>
              </p14:nvContentPartPr>
              <p14:xfrm>
                <a:off x="9669420" y="2841848"/>
                <a:ext cx="201600" cy="18936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5B72801D-8335-BAC2-B864-3C4674637864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9651159" y="2823570"/>
                  <a:ext cx="237391" cy="22518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DED2D51B-D627-204B-126A-12EC1B107A50}"/>
                    </a:ext>
                  </a:extLst>
                </p14:cNvPr>
                <p14:cNvContentPartPr/>
                <p14:nvPr/>
              </p14:nvContentPartPr>
              <p14:xfrm>
                <a:off x="9744660" y="2840768"/>
                <a:ext cx="64800" cy="20340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DED2D51B-D627-204B-126A-12EC1B107A50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9726458" y="2822477"/>
                  <a:ext cx="100476" cy="23925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800038A8-0597-2F07-7EE5-BCBF1CB05108}"/>
                    </a:ext>
                  </a:extLst>
                </p14:cNvPr>
                <p14:cNvContentPartPr/>
                <p14:nvPr/>
              </p14:nvContentPartPr>
              <p14:xfrm>
                <a:off x="9949140" y="2997728"/>
                <a:ext cx="41040" cy="9324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800038A8-0597-2F07-7EE5-BCBF1CB05108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9931140" y="2979517"/>
                  <a:ext cx="76320" cy="12893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B4427457-7D74-0309-903E-DC613C65D779}"/>
                    </a:ext>
                  </a:extLst>
                </p14:cNvPr>
                <p14:cNvContentPartPr/>
                <p14:nvPr/>
              </p14:nvContentPartPr>
              <p14:xfrm>
                <a:off x="10042740" y="2752928"/>
                <a:ext cx="119520" cy="26640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B4427457-7D74-0309-903E-DC613C65D779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10024520" y="2734631"/>
                  <a:ext cx="155230" cy="30226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B36F6B6B-7349-D265-FF2D-984D8EFD7032}"/>
                    </a:ext>
                  </a:extLst>
                </p14:cNvPr>
                <p14:cNvContentPartPr/>
                <p14:nvPr/>
              </p14:nvContentPartPr>
              <p14:xfrm>
                <a:off x="10188180" y="2883248"/>
                <a:ext cx="168120" cy="12420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B36F6B6B-7349-D265-FF2D-984D8EFD7032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10169906" y="2864983"/>
                  <a:ext cx="203937" cy="15999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555BCB8D-E02D-4073-FC19-755D6F597F07}"/>
                    </a:ext>
                  </a:extLst>
                </p14:cNvPr>
                <p14:cNvContentPartPr/>
                <p14:nvPr/>
              </p14:nvContentPartPr>
              <p14:xfrm>
                <a:off x="10369980" y="2722328"/>
                <a:ext cx="101520" cy="19692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555BCB8D-E02D-4073-FC19-755D6F597F07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10351721" y="2704027"/>
                  <a:ext cx="137308" cy="23279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A1D99A3A-C461-E61F-1DC5-2C19AC79CC7E}"/>
                    </a:ext>
                  </a:extLst>
                </p14:cNvPr>
                <p14:cNvContentPartPr/>
                <p14:nvPr/>
              </p14:nvContentPartPr>
              <p14:xfrm>
                <a:off x="10306620" y="2594528"/>
                <a:ext cx="1080" cy="1368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A1D99A3A-C461-E61F-1DC5-2C19AC79CC7E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10293120" y="2576528"/>
                  <a:ext cx="2754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0218D284-4137-2CF9-6DA1-DBBC18888E93}"/>
                    </a:ext>
                  </a:extLst>
                </p14:cNvPr>
                <p14:cNvContentPartPr/>
                <p14:nvPr/>
              </p14:nvContentPartPr>
              <p14:xfrm>
                <a:off x="10488060" y="2658968"/>
                <a:ext cx="172080" cy="12060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0218D284-4137-2CF9-6DA1-DBBC18888E93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10469831" y="2640695"/>
                  <a:ext cx="207808" cy="15641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E84EF81E-2816-5C87-0B83-DC6898D2B847}"/>
                    </a:ext>
                  </a:extLst>
                </p14:cNvPr>
                <p14:cNvContentPartPr/>
                <p14:nvPr/>
              </p14:nvContentPartPr>
              <p14:xfrm>
                <a:off x="10738980" y="2633768"/>
                <a:ext cx="142200" cy="32436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E84EF81E-2816-5C87-0B83-DC6898D2B847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10720749" y="2615504"/>
                  <a:ext cx="177932" cy="36015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3AF23862-BB61-1828-4451-C7E010A5E680}"/>
                    </a:ext>
                  </a:extLst>
                </p14:cNvPr>
                <p14:cNvContentPartPr/>
                <p14:nvPr/>
              </p14:nvContentPartPr>
              <p14:xfrm>
                <a:off x="4652820" y="1167128"/>
                <a:ext cx="295920" cy="16560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3AF23862-BB61-1828-4451-C7E010A5E680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4634553" y="1148890"/>
                  <a:ext cx="331723" cy="20134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D83E7708-3814-7879-AB3F-6209C2A085E2}"/>
                    </a:ext>
                  </a:extLst>
                </p14:cNvPr>
                <p14:cNvContentPartPr/>
                <p14:nvPr/>
              </p14:nvContentPartPr>
              <p14:xfrm>
                <a:off x="4546620" y="1245968"/>
                <a:ext cx="216720" cy="12672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D83E7708-3814-7879-AB3F-6209C2A085E2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4528378" y="1227656"/>
                  <a:ext cx="252475" cy="16261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E6BCFB2E-40D8-F434-EA2A-2F840E41D6B5}"/>
                    </a:ext>
                  </a:extLst>
                </p14:cNvPr>
                <p14:cNvContentPartPr/>
                <p14:nvPr/>
              </p14:nvContentPartPr>
              <p14:xfrm>
                <a:off x="5134500" y="953648"/>
                <a:ext cx="108000" cy="28728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E6BCFB2E-40D8-F434-EA2A-2F840E41D6B5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5116257" y="935373"/>
                  <a:ext cx="143757" cy="32309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BB4D38D1-C470-13F6-306E-F3C28EB3D1E7}"/>
                    </a:ext>
                  </a:extLst>
                </p14:cNvPr>
                <p14:cNvContentPartPr/>
                <p14:nvPr/>
              </p14:nvContentPartPr>
              <p14:xfrm>
                <a:off x="5094180" y="1142288"/>
                <a:ext cx="179280" cy="1656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BB4D38D1-C470-13F6-306E-F3C28EB3D1E7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5075960" y="1124288"/>
                  <a:ext cx="21499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E6A70711-DBC4-B379-A665-F59762C1E01F}"/>
                    </a:ext>
                  </a:extLst>
                </p14:cNvPr>
                <p14:cNvContentPartPr/>
                <p14:nvPr/>
              </p14:nvContentPartPr>
              <p14:xfrm>
                <a:off x="5303340" y="1132568"/>
                <a:ext cx="26280" cy="4356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E6A70711-DBC4-B379-A665-F59762C1E01F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5285090" y="1114418"/>
                  <a:ext cx="62050" cy="7913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6DEB960F-85A4-D3FB-420D-92983A82488E}"/>
                    </a:ext>
                  </a:extLst>
                </p14:cNvPr>
                <p14:cNvContentPartPr/>
                <p14:nvPr/>
              </p14:nvContentPartPr>
              <p14:xfrm>
                <a:off x="5278500" y="1044008"/>
                <a:ext cx="35280" cy="1620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6DEB960F-85A4-D3FB-420D-92983A82488E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5260500" y="1026399"/>
                  <a:ext cx="70560" cy="5071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85FB83B1-67BD-CDC5-1FF2-5CE3277A1D4C}"/>
                    </a:ext>
                  </a:extLst>
                </p14:cNvPr>
                <p14:cNvContentPartPr/>
                <p14:nvPr/>
              </p14:nvContentPartPr>
              <p14:xfrm>
                <a:off x="5381100" y="1105208"/>
                <a:ext cx="142200" cy="7812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85FB83B1-67BD-CDC5-1FF2-5CE3277A1D4C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5362869" y="1086956"/>
                  <a:ext cx="177932" cy="11389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F0231B97-4C0B-2CE9-B997-A6557E96E7B6}"/>
                    </a:ext>
                  </a:extLst>
                </p14:cNvPr>
                <p14:cNvContentPartPr/>
                <p14:nvPr/>
              </p14:nvContentPartPr>
              <p14:xfrm>
                <a:off x="5512140" y="981008"/>
                <a:ext cx="185400" cy="17280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F0231B97-4C0B-2CE9-B997-A6557E96E7B6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5493892" y="962703"/>
                  <a:ext cx="221166" cy="20867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8E090170-CC98-CCA0-90E1-21C1A4704B0D}"/>
                    </a:ext>
                  </a:extLst>
                </p14:cNvPr>
                <p14:cNvContentPartPr/>
                <p14:nvPr/>
              </p14:nvContentPartPr>
              <p14:xfrm>
                <a:off x="5631660" y="976688"/>
                <a:ext cx="360" cy="1836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8E090170-CC98-CCA0-90E1-21C1A4704B0D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5622660" y="959034"/>
                  <a:ext cx="18000" cy="5296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4A9656DE-FD3E-57BD-F4AF-B4EC43225982}"/>
                    </a:ext>
                  </a:extLst>
                </p14:cNvPr>
                <p14:cNvContentPartPr/>
                <p14:nvPr/>
              </p14:nvContentPartPr>
              <p14:xfrm>
                <a:off x="5746140" y="924488"/>
                <a:ext cx="72720" cy="19980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4A9656DE-FD3E-57BD-F4AF-B4EC43225982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5727960" y="906258"/>
                  <a:ext cx="108353" cy="23553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3922DFDC-8185-3E35-6C33-56D4EA20EFA5}"/>
                    </a:ext>
                  </a:extLst>
                </p14:cNvPr>
                <p14:cNvContentPartPr/>
                <p14:nvPr/>
              </p14:nvContentPartPr>
              <p14:xfrm>
                <a:off x="5724180" y="1047968"/>
                <a:ext cx="110520" cy="3276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3922DFDC-8185-3E35-6C33-56D4EA20EFA5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5705882" y="1029768"/>
                  <a:ext cx="146384" cy="6843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AED6E06B-9ADD-618B-29AF-08F552AF373C}"/>
                    </a:ext>
                  </a:extLst>
                </p14:cNvPr>
                <p14:cNvContentPartPr/>
                <p14:nvPr/>
              </p14:nvContentPartPr>
              <p14:xfrm>
                <a:off x="5870700" y="1033568"/>
                <a:ext cx="47520" cy="5544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AED6E06B-9ADD-618B-29AF-08F552AF373C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5852423" y="1015331"/>
                  <a:ext cx="83343" cy="9118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9EA7018B-9931-4DBB-B23E-1B1D270DA031}"/>
                    </a:ext>
                  </a:extLst>
                </p14:cNvPr>
                <p14:cNvContentPartPr/>
                <p14:nvPr/>
              </p14:nvContentPartPr>
              <p14:xfrm>
                <a:off x="5834340" y="929888"/>
                <a:ext cx="14760" cy="1368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9EA7018B-9931-4DBB-B23E-1B1D270DA031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5816769" y="911888"/>
                  <a:ext cx="4920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12B6BDB1-BA1A-C732-C6A3-07582D126E06}"/>
                    </a:ext>
                  </a:extLst>
                </p14:cNvPr>
                <p14:cNvContentPartPr/>
                <p14:nvPr/>
              </p14:nvContentPartPr>
              <p14:xfrm>
                <a:off x="5953140" y="991088"/>
                <a:ext cx="83160" cy="9000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12B6BDB1-BA1A-C732-C6A3-07582D126E06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5934903" y="972795"/>
                  <a:ext cx="118904" cy="12585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639A6550-5AC7-91C4-F473-864472628F89}"/>
                    </a:ext>
                  </a:extLst>
                </p14:cNvPr>
                <p14:cNvContentPartPr/>
                <p14:nvPr/>
              </p14:nvContentPartPr>
              <p14:xfrm>
                <a:off x="6078420" y="1006928"/>
                <a:ext cx="139680" cy="3816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639A6550-5AC7-91C4-F473-864472628F89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6060137" y="988928"/>
                  <a:ext cx="175514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CA5720D3-6EF5-7FE7-2B64-A816299B6076}"/>
                    </a:ext>
                  </a:extLst>
                </p14:cNvPr>
                <p14:cNvContentPartPr/>
                <p14:nvPr/>
              </p14:nvContentPartPr>
              <p14:xfrm>
                <a:off x="6234300" y="927368"/>
                <a:ext cx="81000" cy="14220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CA5720D3-6EF5-7FE7-2B64-A816299B6076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6216057" y="909137"/>
                  <a:ext cx="116757" cy="17793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DFF7E0E1-FADA-B1E5-D290-8FD5FF5CF86B}"/>
                    </a:ext>
                  </a:extLst>
                </p14:cNvPr>
                <p14:cNvContentPartPr/>
                <p14:nvPr/>
              </p14:nvContentPartPr>
              <p14:xfrm>
                <a:off x="6571260" y="945728"/>
                <a:ext cx="199800" cy="13608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DFF7E0E1-FADA-B1E5-D290-8FD5FF5CF86B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6552963" y="927438"/>
                  <a:ext cx="235662" cy="17192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7100DC1E-DF69-6116-BB49-94D427B66712}"/>
                    </a:ext>
                  </a:extLst>
                </p14:cNvPr>
                <p14:cNvContentPartPr/>
                <p14:nvPr/>
              </p14:nvContentPartPr>
              <p14:xfrm>
                <a:off x="6873300" y="940328"/>
                <a:ext cx="40680" cy="12492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7100DC1E-DF69-6116-BB49-94D427B66712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6855139" y="922065"/>
                  <a:ext cx="76275" cy="16071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6CB5469F-275F-1FF2-9E1F-C4424B99E996}"/>
                    </a:ext>
                  </a:extLst>
                </p14:cNvPr>
                <p14:cNvContentPartPr/>
                <p14:nvPr/>
              </p14:nvContentPartPr>
              <p14:xfrm>
                <a:off x="6735780" y="898208"/>
                <a:ext cx="205560" cy="2700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6CB5469F-275F-1FF2-9E1F-C4424B99E996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6717492" y="879965"/>
                  <a:ext cx="241405" cy="6275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D341509C-8177-8903-F1E6-ACDA63405096}"/>
                    </a:ext>
                  </a:extLst>
                </p14:cNvPr>
                <p14:cNvContentPartPr/>
                <p14:nvPr/>
              </p14:nvContentPartPr>
              <p14:xfrm>
                <a:off x="7125300" y="942848"/>
                <a:ext cx="106920" cy="12168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D341509C-8177-8903-F1E6-ACDA63405096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7106992" y="924632"/>
                  <a:ext cx="142804" cy="15738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E0510432-5BD6-AC1D-8772-52498EDA4546}"/>
                    </a:ext>
                  </a:extLst>
                </p14:cNvPr>
                <p14:cNvContentPartPr/>
                <p14:nvPr/>
              </p14:nvContentPartPr>
              <p14:xfrm>
                <a:off x="7262460" y="1002608"/>
                <a:ext cx="47880" cy="3492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E0510432-5BD6-AC1D-8772-52498EDA4546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7244324" y="984420"/>
                  <a:ext cx="83427" cy="7056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466D7A12-E3AD-F11F-259B-101CAF4923B0}"/>
                    </a:ext>
                  </a:extLst>
                </p14:cNvPr>
                <p14:cNvContentPartPr/>
                <p14:nvPr/>
              </p14:nvContentPartPr>
              <p14:xfrm>
                <a:off x="7247340" y="881648"/>
                <a:ext cx="5760" cy="1008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466D7A12-E3AD-F11F-259B-101CAF4923B0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7229340" y="863648"/>
                  <a:ext cx="4104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940EDA66-E827-BB66-C61F-6959FC3D589B}"/>
                    </a:ext>
                  </a:extLst>
                </p14:cNvPr>
                <p14:cNvContentPartPr/>
                <p14:nvPr/>
              </p14:nvContentPartPr>
              <p14:xfrm>
                <a:off x="7408620" y="954008"/>
                <a:ext cx="92160" cy="19044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940EDA66-E827-BB66-C61F-6959FC3D589B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7390334" y="935696"/>
                  <a:ext cx="128000" cy="22633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29DF85F9-9649-02D4-7080-817C488AB3D8}"/>
                    </a:ext>
                  </a:extLst>
                </p14:cNvPr>
                <p14:cNvContentPartPr/>
                <p14:nvPr/>
              </p14:nvContentPartPr>
              <p14:xfrm>
                <a:off x="7564500" y="966248"/>
                <a:ext cx="115920" cy="5724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29DF85F9-9649-02D4-7080-817C488AB3D8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7546274" y="948134"/>
                  <a:ext cx="151644" cy="9274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9E4AD686-F946-C929-F24E-893F4106A6DD}"/>
                    </a:ext>
                  </a:extLst>
                </p14:cNvPr>
                <p14:cNvContentPartPr/>
                <p14:nvPr/>
              </p14:nvContentPartPr>
              <p14:xfrm>
                <a:off x="7725780" y="763568"/>
                <a:ext cx="155880" cy="25596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9E4AD686-F946-C929-F24E-893F4106A6DD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7707484" y="745285"/>
                  <a:ext cx="191740" cy="29179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7FDCCB75-F03C-D92F-490A-389BA3F6A7DA}"/>
                    </a:ext>
                  </a:extLst>
                </p14:cNvPr>
                <p14:cNvContentPartPr/>
                <p14:nvPr/>
              </p14:nvContentPartPr>
              <p14:xfrm>
                <a:off x="2415420" y="1739528"/>
                <a:ext cx="28800" cy="14832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7FDCCB75-F03C-D92F-490A-389BA3F6A7DA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2397420" y="1721262"/>
                  <a:ext cx="64080" cy="18412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86B9A4DD-3D0C-12E6-E0F6-C30A40BAC289}"/>
                    </a:ext>
                  </a:extLst>
                </p14:cNvPr>
                <p14:cNvContentPartPr/>
                <p14:nvPr/>
              </p14:nvContentPartPr>
              <p14:xfrm>
                <a:off x="2296260" y="1658888"/>
                <a:ext cx="254520" cy="22752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86B9A4DD-3D0C-12E6-E0F6-C30A40BAC289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2277976" y="1640599"/>
                  <a:ext cx="290358" cy="26336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DE1F4293-541B-B1E8-07A8-2B7E8A493E42}"/>
                    </a:ext>
                  </a:extLst>
                </p14:cNvPr>
                <p14:cNvContentPartPr/>
                <p14:nvPr/>
              </p14:nvContentPartPr>
              <p14:xfrm>
                <a:off x="2551140" y="1555208"/>
                <a:ext cx="208440" cy="37224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DE1F4293-541B-B1E8-07A8-2B7E8A493E42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2532856" y="1536925"/>
                  <a:ext cx="244277" cy="40807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C3682C16-137C-E592-7305-22810917EF09}"/>
                    </a:ext>
                  </a:extLst>
                </p14:cNvPr>
                <p14:cNvContentPartPr/>
                <p14:nvPr/>
              </p14:nvContentPartPr>
              <p14:xfrm>
                <a:off x="2763180" y="1714328"/>
                <a:ext cx="214920" cy="15660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C3682C16-137C-E592-7305-22810917EF09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2744904" y="1696034"/>
                  <a:ext cx="250740" cy="19245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C09265A9-8705-DE0F-4C59-1DF27C9F0D5E}"/>
                    </a:ext>
                  </a:extLst>
                </p14:cNvPr>
                <p14:cNvContentPartPr/>
                <p14:nvPr/>
              </p14:nvContentPartPr>
              <p14:xfrm>
                <a:off x="3195540" y="1566368"/>
                <a:ext cx="24840" cy="39780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C09265A9-8705-DE0F-4C59-1DF27C9F0D5E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3177797" y="1548087"/>
                  <a:ext cx="59616" cy="43363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E1B695CC-2600-AD13-55C8-899918D74A27}"/>
                    </a:ext>
                  </a:extLst>
                </p14:cNvPr>
                <p14:cNvContentPartPr/>
                <p14:nvPr/>
              </p14:nvContentPartPr>
              <p14:xfrm>
                <a:off x="2083500" y="1485728"/>
                <a:ext cx="1028880" cy="2700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E1B695CC-2600-AD13-55C8-899918D74A27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2065193" y="1467485"/>
                  <a:ext cx="1064763" cy="6275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4AEC25D4-36D7-F417-7B30-BCE03A2C66C8}"/>
                    </a:ext>
                  </a:extLst>
                </p14:cNvPr>
                <p14:cNvContentPartPr/>
                <p14:nvPr/>
              </p14:nvContentPartPr>
              <p14:xfrm>
                <a:off x="2057220" y="1545128"/>
                <a:ext cx="65880" cy="43920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4AEC25D4-36D7-F417-7B30-BCE03A2C66C8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2039121" y="1526828"/>
                  <a:ext cx="101354" cy="47506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9E1FD52F-5132-06E4-3F89-F003DCF52343}"/>
                    </a:ext>
                  </a:extLst>
                </p14:cNvPr>
                <p14:cNvContentPartPr/>
                <p14:nvPr/>
              </p14:nvContentPartPr>
              <p14:xfrm>
                <a:off x="2187540" y="2102408"/>
                <a:ext cx="992160" cy="1224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9E1FD52F-5132-06E4-3F89-F003DCF52343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2169234" y="2084408"/>
                  <a:ext cx="1028039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E70ADAF1-C0C0-69F8-B491-9D517D713688}"/>
                    </a:ext>
                  </a:extLst>
                </p14:cNvPr>
                <p14:cNvContentPartPr/>
                <p14:nvPr/>
              </p14:nvContentPartPr>
              <p14:xfrm>
                <a:off x="2104740" y="1968848"/>
                <a:ext cx="9000" cy="10692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E70ADAF1-C0C0-69F8-B491-9D517D713688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2087432" y="1950540"/>
                  <a:ext cx="42923" cy="14280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A31D8AE0-9BDE-5570-AFEF-E339ACC9C412}"/>
                    </a:ext>
                  </a:extLst>
                </p14:cNvPr>
                <p14:cNvContentPartPr/>
                <p14:nvPr/>
              </p14:nvContentPartPr>
              <p14:xfrm>
                <a:off x="3205260" y="1968128"/>
                <a:ext cx="21600" cy="7848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A31D8AE0-9BDE-5570-AFEF-E339ACC9C412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3187260" y="1949961"/>
                  <a:ext cx="56880" cy="11408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859E6350-7A5C-138C-5895-8279D8AE670C}"/>
                    </a:ext>
                  </a:extLst>
                </p14:cNvPr>
                <p14:cNvContentPartPr/>
                <p14:nvPr/>
              </p14:nvContentPartPr>
              <p14:xfrm>
                <a:off x="1936620" y="1775528"/>
                <a:ext cx="162360" cy="9936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859E6350-7A5C-138C-5895-8279D8AE670C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1918336" y="1757263"/>
                  <a:ext cx="198196" cy="13515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30984FB9-A38D-B02D-7934-775DE973855F}"/>
                    </a:ext>
                  </a:extLst>
                </p14:cNvPr>
                <p14:cNvContentPartPr/>
                <p14:nvPr/>
              </p14:nvContentPartPr>
              <p14:xfrm>
                <a:off x="2721780" y="2145248"/>
                <a:ext cx="21240" cy="28548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30984FB9-A38D-B02D-7934-775DE973855F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2704080" y="2126948"/>
                  <a:ext cx="55932" cy="32134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EA2B04D4-CD3C-3FB6-0CD9-00790692BD94}"/>
                    </a:ext>
                  </a:extLst>
                </p14:cNvPr>
                <p14:cNvContentPartPr/>
                <p14:nvPr/>
              </p14:nvContentPartPr>
              <p14:xfrm>
                <a:off x="2689380" y="2156408"/>
                <a:ext cx="127440" cy="6516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EA2B04D4-CD3C-3FB6-0CD9-00790692BD94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2671174" y="2138308"/>
                  <a:ext cx="163123" cy="10063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82A3E135-6011-AAEC-B898-47E463F8C3E4}"/>
                    </a:ext>
                  </a:extLst>
                </p14:cNvPr>
                <p14:cNvContentPartPr/>
                <p14:nvPr/>
              </p14:nvContentPartPr>
              <p14:xfrm>
                <a:off x="2676420" y="2563568"/>
                <a:ext cx="35280" cy="15732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82A3E135-6011-AAEC-B898-47E463F8C3E4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2658420" y="2545360"/>
                  <a:ext cx="70560" cy="19300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0E848BC1-4602-C314-0A43-CED653B3E682}"/>
                    </a:ext>
                  </a:extLst>
                </p14:cNvPr>
                <p14:cNvContentPartPr/>
                <p14:nvPr/>
              </p14:nvContentPartPr>
              <p14:xfrm>
                <a:off x="2513340" y="2524688"/>
                <a:ext cx="250920" cy="1584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0E848BC1-4602-C314-0A43-CED653B3E682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2495051" y="2506688"/>
                  <a:ext cx="286766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79270EE8-90F8-A555-03F0-CAFB7761A37F}"/>
                    </a:ext>
                  </a:extLst>
                </p14:cNvPr>
                <p14:cNvContentPartPr/>
                <p14:nvPr/>
              </p14:nvContentPartPr>
              <p14:xfrm>
                <a:off x="2815020" y="2704688"/>
                <a:ext cx="27360" cy="8712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79270EE8-90F8-A555-03F0-CAFB7761A37F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2797020" y="2686385"/>
                  <a:ext cx="62640" cy="12299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AB0E6A27-964F-6C4C-1EE4-829623267FB6}"/>
                    </a:ext>
                  </a:extLst>
                </p14:cNvPr>
                <p14:cNvContentPartPr/>
                <p14:nvPr/>
              </p14:nvContentPartPr>
              <p14:xfrm>
                <a:off x="3792060" y="1496168"/>
                <a:ext cx="149400" cy="10044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AB0E6A27-964F-6C4C-1EE4-829623267FB6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3773751" y="1477972"/>
                  <a:ext cx="185285" cy="13610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732988A2-3ED8-A715-AAAD-751C277E64AB}"/>
                    </a:ext>
                  </a:extLst>
                </p14:cNvPr>
                <p14:cNvContentPartPr/>
                <p14:nvPr/>
              </p14:nvContentPartPr>
              <p14:xfrm>
                <a:off x="3824460" y="1519928"/>
                <a:ext cx="87840" cy="8568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732988A2-3ED8-A715-AAAD-751C277E64AB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3806311" y="1501775"/>
                  <a:ext cx="123412" cy="12125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A9DD565E-BFFE-7371-B63F-4AAB54375B52}"/>
                    </a:ext>
                  </a:extLst>
                </p14:cNvPr>
                <p14:cNvContentPartPr/>
                <p14:nvPr/>
              </p14:nvContentPartPr>
              <p14:xfrm>
                <a:off x="4037940" y="1589768"/>
                <a:ext cx="115920" cy="7344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A9DD565E-BFFE-7371-B63F-4AAB54375B52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4019714" y="1571590"/>
                  <a:ext cx="151644" cy="10906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6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3FA0E34D-CB41-23D6-9C7D-5543B98EE1BC}"/>
                    </a:ext>
                  </a:extLst>
                </p14:cNvPr>
                <p14:cNvContentPartPr/>
                <p14:nvPr/>
              </p14:nvContentPartPr>
              <p14:xfrm>
                <a:off x="4165740" y="1370888"/>
                <a:ext cx="66240" cy="19692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3FA0E34D-CB41-23D6-9C7D-5543B98EE1BC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4147542" y="1352587"/>
                  <a:ext cx="101908" cy="23279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8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185CD81B-1928-C699-E4A8-5708273AAFD7}"/>
                    </a:ext>
                  </a:extLst>
                </p14:cNvPr>
                <p14:cNvContentPartPr/>
                <p14:nvPr/>
              </p14:nvContentPartPr>
              <p14:xfrm>
                <a:off x="4275540" y="1387448"/>
                <a:ext cx="67320" cy="16956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185CD81B-1928-C699-E4A8-5708273AAFD7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4257247" y="1369176"/>
                  <a:ext cx="103175" cy="20537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0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7AA3E5FA-100A-72BA-D5DB-A128177590AA}"/>
                    </a:ext>
                  </a:extLst>
                </p14:cNvPr>
                <p14:cNvContentPartPr/>
                <p14:nvPr/>
              </p14:nvContentPartPr>
              <p14:xfrm>
                <a:off x="4274820" y="1462688"/>
                <a:ext cx="84600" cy="1080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7AA3E5FA-100A-72BA-D5DB-A128177590AA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4256587" y="1444688"/>
                  <a:ext cx="120336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2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5FDDDACB-0DC8-D4A9-B323-C5A5E5B64E67}"/>
                    </a:ext>
                  </a:extLst>
                </p14:cNvPr>
                <p14:cNvContentPartPr/>
                <p14:nvPr/>
              </p14:nvContentPartPr>
              <p14:xfrm>
                <a:off x="4338180" y="1355768"/>
                <a:ext cx="95040" cy="22680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5FDDDACB-0DC8-D4A9-B323-C5A5E5B64E67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4319903" y="1337478"/>
                  <a:ext cx="130863" cy="26264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4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6A3950F1-D335-5404-CE54-F71AE315D2BE}"/>
                    </a:ext>
                  </a:extLst>
                </p14:cNvPr>
                <p14:cNvContentPartPr/>
                <p14:nvPr/>
              </p14:nvContentPartPr>
              <p14:xfrm>
                <a:off x="5783220" y="1529648"/>
                <a:ext cx="26280" cy="56376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6A3950F1-D335-5404-CE54-F71AE315D2BE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5765463" y="1511344"/>
                  <a:ext cx="61083" cy="59963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6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02AA3754-7E43-7938-1AED-EB16C13EDF86}"/>
                    </a:ext>
                  </a:extLst>
                </p14:cNvPr>
                <p14:cNvContentPartPr/>
                <p14:nvPr/>
              </p14:nvContentPartPr>
              <p14:xfrm>
                <a:off x="5750100" y="1491128"/>
                <a:ext cx="910440" cy="3636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02AA3754-7E43-7938-1AED-EB16C13EDF86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5731803" y="1472948"/>
                  <a:ext cx="946301" cy="7199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8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A568F3A8-6023-2C48-D930-95C895EFBDF0}"/>
                    </a:ext>
                  </a:extLst>
                </p14:cNvPr>
                <p14:cNvContentPartPr/>
                <p14:nvPr/>
              </p14:nvContentPartPr>
              <p14:xfrm>
                <a:off x="6759180" y="1510928"/>
                <a:ext cx="62640" cy="57924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A568F3A8-6023-2C48-D930-95C895EFBDF0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6740971" y="1492644"/>
                  <a:ext cx="98330" cy="61507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0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F679274A-9069-0803-AB7C-523FBDC9D45C}"/>
                    </a:ext>
                  </a:extLst>
                </p14:cNvPr>
                <p14:cNvContentPartPr/>
                <p14:nvPr/>
              </p14:nvContentPartPr>
              <p14:xfrm>
                <a:off x="5761980" y="2145248"/>
                <a:ext cx="1033920" cy="3708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F679274A-9069-0803-AB7C-523FBDC9D45C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5743674" y="2127072"/>
                  <a:ext cx="1069800" cy="7270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2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CC107563-050A-A220-4DE0-75B19CF71A4B}"/>
                    </a:ext>
                  </a:extLst>
                </p14:cNvPr>
                <p14:cNvContentPartPr/>
                <p14:nvPr/>
              </p14:nvContentPartPr>
              <p14:xfrm>
                <a:off x="5931900" y="1760768"/>
                <a:ext cx="141480" cy="13392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CC107563-050A-A220-4DE0-75B19CF71A4B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5913668" y="1742473"/>
                  <a:ext cx="177215" cy="16977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4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11AC6FCC-194D-FF23-E2EA-016E74CC2952}"/>
                    </a:ext>
                  </a:extLst>
                </p14:cNvPr>
                <p14:cNvContentPartPr/>
                <p14:nvPr/>
              </p14:nvContentPartPr>
              <p14:xfrm>
                <a:off x="6087420" y="1655288"/>
                <a:ext cx="209880" cy="28692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11AC6FCC-194D-FF23-E2EA-016E74CC2952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6069138" y="1636990"/>
                  <a:ext cx="245713" cy="32278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6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24D0070D-C204-F2A0-9CC1-ADFEC90B4E44}"/>
                    </a:ext>
                  </a:extLst>
                </p14:cNvPr>
                <p14:cNvContentPartPr/>
                <p14:nvPr/>
              </p14:nvContentPartPr>
              <p14:xfrm>
                <a:off x="6373620" y="1819808"/>
                <a:ext cx="11880" cy="9396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24D0070D-C204-F2A0-9CC1-ADFEC90B4E44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6356149" y="1801599"/>
                  <a:ext cx="46122" cy="12965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8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BCA028C8-9AF9-81EE-4D1F-DA1CA6708E17}"/>
                    </a:ext>
                  </a:extLst>
                </p14:cNvPr>
                <p14:cNvContentPartPr/>
                <p14:nvPr/>
              </p14:nvContentPartPr>
              <p14:xfrm>
                <a:off x="6340500" y="1772648"/>
                <a:ext cx="164880" cy="16272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BCA028C8-9AF9-81EE-4D1F-DA1CA6708E17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6322261" y="1754406"/>
                  <a:ext cx="200628" cy="19847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0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9FF78D62-32EE-DFD6-5ACA-64C8E96200EA}"/>
                    </a:ext>
                  </a:extLst>
                </p14:cNvPr>
                <p14:cNvContentPartPr/>
                <p14:nvPr/>
              </p14:nvContentPartPr>
              <p14:xfrm>
                <a:off x="6811020" y="1767248"/>
                <a:ext cx="1622520" cy="8028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9FF78D62-32EE-DFD6-5ACA-64C8E96200EA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6792715" y="1749003"/>
                  <a:ext cx="1658397" cy="11604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2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6FD717FD-05FB-7612-6E3A-2560966248CF}"/>
                    </a:ext>
                  </a:extLst>
                </p14:cNvPr>
                <p14:cNvContentPartPr/>
                <p14:nvPr/>
              </p14:nvContentPartPr>
              <p14:xfrm>
                <a:off x="6240780" y="2181968"/>
                <a:ext cx="117000" cy="28440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6FD717FD-05FB-7612-6E3A-2560966248CF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6222499" y="2163690"/>
                  <a:ext cx="152831" cy="32022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4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40DE3938-9EFA-37AD-76AB-3D4B98804B8F}"/>
                    </a:ext>
                  </a:extLst>
                </p14:cNvPr>
                <p14:cNvContentPartPr/>
                <p14:nvPr/>
              </p14:nvContentPartPr>
              <p14:xfrm>
                <a:off x="6229260" y="2635928"/>
                <a:ext cx="63000" cy="15840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40DE3938-9EFA-37AD-76AB-3D4B98804B8F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6211157" y="2617679"/>
                  <a:ext cx="98483" cy="19416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6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C45C38A9-04E8-56CC-235E-8061741A4CFD}"/>
                    </a:ext>
                  </a:extLst>
                </p14:cNvPr>
                <p14:cNvContentPartPr/>
                <p14:nvPr/>
              </p14:nvContentPartPr>
              <p14:xfrm>
                <a:off x="6082740" y="2603888"/>
                <a:ext cx="287280" cy="3060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C45C38A9-04E8-56CC-235E-8061741A4CFD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6064465" y="2585674"/>
                  <a:ext cx="323099" cy="663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8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81B3D12D-9EF0-CECD-BB47-2BE226967659}"/>
                    </a:ext>
                  </a:extLst>
                </p14:cNvPr>
                <p14:cNvContentPartPr/>
                <p14:nvPr/>
              </p14:nvContentPartPr>
              <p14:xfrm>
                <a:off x="6365700" y="2751848"/>
                <a:ext cx="131400" cy="9684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81B3D12D-9EF0-CECD-BB47-2BE226967659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6347450" y="2733645"/>
                  <a:ext cx="167170" cy="13251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0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1E43ECB9-E5CE-E7DD-7121-4D21A9E1CBDF}"/>
                    </a:ext>
                  </a:extLst>
                </p14:cNvPr>
                <p14:cNvContentPartPr/>
                <p14:nvPr/>
              </p14:nvContentPartPr>
              <p14:xfrm>
                <a:off x="6679620" y="2742488"/>
                <a:ext cx="123480" cy="1116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1E43ECB9-E5CE-E7DD-7121-4D21A9E1CBDF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6661354" y="2725050"/>
                  <a:ext cx="159282" cy="4533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2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AD373A35-2CA3-6040-71F0-A7765123AA1F}"/>
                    </a:ext>
                  </a:extLst>
                </p14:cNvPr>
                <p14:cNvContentPartPr/>
                <p14:nvPr/>
              </p14:nvContentPartPr>
              <p14:xfrm>
                <a:off x="6641460" y="2686328"/>
                <a:ext cx="144000" cy="1044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AD373A35-2CA3-6040-71F0-A7765123AA1F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6623186" y="2668928"/>
                  <a:ext cx="179817" cy="4454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4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14D18249-5DAE-1AAC-9A79-451B4B501956}"/>
                    </a:ext>
                  </a:extLst>
                </p14:cNvPr>
                <p14:cNvContentPartPr/>
                <p14:nvPr/>
              </p14:nvContentPartPr>
              <p14:xfrm>
                <a:off x="6880500" y="2596688"/>
                <a:ext cx="222120" cy="16668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14D18249-5DAE-1AAC-9A79-451B4B501956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6862234" y="2578412"/>
                  <a:ext cx="257922" cy="20250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6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D48B1820-53D1-CB4E-404A-2DEA99AA734D}"/>
                    </a:ext>
                  </a:extLst>
                </p14:cNvPr>
                <p14:cNvContentPartPr/>
                <p14:nvPr/>
              </p14:nvContentPartPr>
              <p14:xfrm>
                <a:off x="7185060" y="2689928"/>
                <a:ext cx="360" cy="360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D48B1820-53D1-CB4E-404A-2DEA99AA734D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7176060" y="2671928"/>
                  <a:ext cx="1800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8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627A2133-1932-8A29-CF3B-6C65FD402A47}"/>
                    </a:ext>
                  </a:extLst>
                </p14:cNvPr>
                <p14:cNvContentPartPr/>
                <p14:nvPr/>
              </p14:nvContentPartPr>
              <p14:xfrm>
                <a:off x="7315020" y="2623688"/>
                <a:ext cx="49320" cy="11268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627A2133-1932-8A29-CF3B-6C65FD402A47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7296888" y="2605396"/>
                  <a:ext cx="84859" cy="14853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0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0B94CBAA-A95B-7CCA-9230-D8E71E0906F6}"/>
                    </a:ext>
                  </a:extLst>
                </p14:cNvPr>
                <p14:cNvContentPartPr/>
                <p14:nvPr/>
              </p14:nvContentPartPr>
              <p14:xfrm>
                <a:off x="7172460" y="2551328"/>
                <a:ext cx="221040" cy="4644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0B94CBAA-A95B-7CCA-9230-D8E71E0906F6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7154162" y="2533187"/>
                  <a:ext cx="256904" cy="8199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2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4EBDC155-AF6F-21B1-6561-69DCA9F27F9E}"/>
                    </a:ext>
                  </a:extLst>
                </p14:cNvPr>
                <p14:cNvContentPartPr/>
                <p14:nvPr/>
              </p14:nvContentPartPr>
              <p14:xfrm>
                <a:off x="7481340" y="2742848"/>
                <a:ext cx="22320" cy="6120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4EBDC155-AF6F-21B1-6561-69DCA9F27F9E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7463340" y="2724634"/>
                  <a:ext cx="57600" cy="969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4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3EB14EE8-80BE-C158-18B3-7EAB1691FFB6}"/>
                    </a:ext>
                  </a:extLst>
                </p14:cNvPr>
                <p14:cNvContentPartPr/>
                <p14:nvPr/>
              </p14:nvContentPartPr>
              <p14:xfrm>
                <a:off x="7244820" y="2557088"/>
                <a:ext cx="123480" cy="2052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3EB14EE8-80BE-C158-18B3-7EAB1691FFB6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7226554" y="2539398"/>
                  <a:ext cx="159282" cy="5519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6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C93289F3-B2C5-FF90-074C-AC9504B427BD}"/>
                    </a:ext>
                  </a:extLst>
                </p14:cNvPr>
                <p14:cNvContentPartPr/>
                <p14:nvPr/>
              </p14:nvContentPartPr>
              <p14:xfrm>
                <a:off x="8285580" y="1459448"/>
                <a:ext cx="87120" cy="8640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C93289F3-B2C5-FF90-074C-AC9504B427BD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8267430" y="1441143"/>
                  <a:ext cx="122694" cy="12227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8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36602783-D9A2-303E-E64F-450B0B9710CB}"/>
                    </a:ext>
                  </a:extLst>
                </p14:cNvPr>
                <p14:cNvContentPartPr/>
                <p14:nvPr/>
              </p14:nvContentPartPr>
              <p14:xfrm>
                <a:off x="8280540" y="1469528"/>
                <a:ext cx="84600" cy="9252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36602783-D9A2-303E-E64F-450B0B9710CB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8262307" y="1451315"/>
                  <a:ext cx="120336" cy="12821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0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059DE9E9-AB4B-1D8F-117A-D818F29D33E9}"/>
                    </a:ext>
                  </a:extLst>
                </p14:cNvPr>
                <p14:cNvContentPartPr/>
                <p14:nvPr/>
              </p14:nvContentPartPr>
              <p14:xfrm>
                <a:off x="8468460" y="1553048"/>
                <a:ext cx="88200" cy="7416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059DE9E9-AB4B-1D8F-117A-D818F29D33E9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8450237" y="1534872"/>
                  <a:ext cx="123917" cy="10978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2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50DD587A-AF0F-02C2-67BF-35EA77468D84}"/>
                    </a:ext>
                  </a:extLst>
                </p14:cNvPr>
                <p14:cNvContentPartPr/>
                <p14:nvPr/>
              </p14:nvContentPartPr>
              <p14:xfrm>
                <a:off x="8567460" y="1360808"/>
                <a:ext cx="140760" cy="22500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50DD587A-AF0F-02C2-67BF-35EA77468D84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8549227" y="1342545"/>
                  <a:ext cx="176497" cy="26079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4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99E740CB-9CAF-028F-5EB3-B33E301A163C}"/>
                    </a:ext>
                  </a:extLst>
                </p14:cNvPr>
                <p14:cNvContentPartPr/>
                <p14:nvPr/>
              </p14:nvContentPartPr>
              <p14:xfrm>
                <a:off x="8712540" y="1485008"/>
                <a:ext cx="129600" cy="6084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99E740CB-9CAF-028F-5EB3-B33E301A163C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8694338" y="1466683"/>
                  <a:ext cx="165276" cy="9675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6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111993F6-698E-8177-321E-B676128BB9F8}"/>
                    </a:ext>
                  </a:extLst>
                </p14:cNvPr>
                <p14:cNvContentPartPr/>
                <p14:nvPr/>
              </p14:nvContentPartPr>
              <p14:xfrm>
                <a:off x="8816580" y="1360088"/>
                <a:ext cx="176400" cy="25560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111993F6-698E-8177-321E-B676128BB9F8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8798281" y="1341831"/>
                  <a:ext cx="212266" cy="29138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8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792E3C29-8128-53EF-D76D-1E528B782D2E}"/>
                    </a:ext>
                  </a:extLst>
                </p14:cNvPr>
                <p14:cNvContentPartPr/>
                <p14:nvPr/>
              </p14:nvContentPartPr>
              <p14:xfrm>
                <a:off x="9382860" y="1537568"/>
                <a:ext cx="182160" cy="576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792E3C29-8128-53EF-D76D-1E528B782D2E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9364571" y="1519568"/>
                  <a:ext cx="218007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0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524AF031-73C8-538F-AD73-FC3AC8863B93}"/>
                    </a:ext>
                  </a:extLst>
                </p14:cNvPr>
                <p14:cNvContentPartPr/>
                <p14:nvPr/>
              </p14:nvContentPartPr>
              <p14:xfrm>
                <a:off x="9341460" y="1474568"/>
                <a:ext cx="171720" cy="1656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524AF031-73C8-538F-AD73-FC3AC8863B93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9323192" y="1456568"/>
                  <a:ext cx="207525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2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0D9C6D74-8A11-DC6F-5679-1D85A9AF2AA2}"/>
                    </a:ext>
                  </a:extLst>
                </p14:cNvPr>
                <p14:cNvContentPartPr/>
                <p14:nvPr/>
              </p14:nvContentPartPr>
              <p14:xfrm>
                <a:off x="9538740" y="1438928"/>
                <a:ext cx="201960" cy="15588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0D9C6D74-8A11-DC6F-5679-1D85A9AF2AA2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9520447" y="1420632"/>
                  <a:ext cx="237815" cy="1917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4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153BA53B-AF77-D575-3166-525592C809D3}"/>
                    </a:ext>
                  </a:extLst>
                </p14:cNvPr>
                <p14:cNvContentPartPr/>
                <p14:nvPr/>
              </p14:nvContentPartPr>
              <p14:xfrm>
                <a:off x="9230580" y="1412288"/>
                <a:ext cx="189360" cy="17712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153BA53B-AF77-D575-3166-525592C809D3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9212302" y="1394066"/>
                  <a:ext cx="225185" cy="21283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6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52E4590B-834B-B001-8A5E-895C13E01878}"/>
                    </a:ext>
                  </a:extLst>
                </p14:cNvPr>
                <p14:cNvContentPartPr/>
                <p14:nvPr/>
              </p14:nvContentPartPr>
              <p14:xfrm>
                <a:off x="9868140" y="1357208"/>
                <a:ext cx="223200" cy="25956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52E4590B-834B-B001-8A5E-895C13E01878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9849905" y="1338929"/>
                  <a:ext cx="258941" cy="29538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8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785C4DE4-5E7B-DB59-FDFB-8E410023D764}"/>
                    </a:ext>
                  </a:extLst>
                </p14:cNvPr>
                <p14:cNvContentPartPr/>
                <p14:nvPr/>
              </p14:nvContentPartPr>
              <p14:xfrm>
                <a:off x="9903780" y="1381328"/>
                <a:ext cx="114120" cy="21564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785C4DE4-5E7B-DB59-FDFB-8E410023D764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9885492" y="1363053"/>
                  <a:ext cx="149965" cy="25145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0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FAEF1EE7-F28B-8578-3630-3842FC0712CE}"/>
                    </a:ext>
                  </a:extLst>
                </p14:cNvPr>
                <p14:cNvContentPartPr/>
                <p14:nvPr/>
              </p14:nvContentPartPr>
              <p14:xfrm>
                <a:off x="10115460" y="1592288"/>
                <a:ext cx="142560" cy="8676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FAEF1EE7-F28B-8578-3630-3842FC0712CE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10097183" y="1574061"/>
                  <a:ext cx="178383" cy="12248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2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7B9F7631-CAD4-8F42-BBF4-2C71DE353439}"/>
                    </a:ext>
                  </a:extLst>
                </p14:cNvPr>
                <p14:cNvContentPartPr/>
                <p14:nvPr/>
              </p14:nvContentPartPr>
              <p14:xfrm>
                <a:off x="10267020" y="1322288"/>
                <a:ext cx="113760" cy="30456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7B9F7631-CAD4-8F42-BBF4-2C71DE353439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10248789" y="1303985"/>
                  <a:ext cx="149492" cy="34043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4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A6E4B6B7-F3B5-31A0-900E-63100A0962CD}"/>
                    </a:ext>
                  </a:extLst>
                </p14:cNvPr>
                <p14:cNvContentPartPr/>
                <p14:nvPr/>
              </p14:nvContentPartPr>
              <p14:xfrm>
                <a:off x="10390860" y="1478888"/>
                <a:ext cx="150840" cy="11124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A6E4B6B7-F3B5-31A0-900E-63100A0962CD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10372643" y="1460712"/>
                  <a:ext cx="186546" cy="14686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6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F176CCAF-4FEF-49F5-2F9A-100724381D6B}"/>
                    </a:ext>
                  </a:extLst>
                </p14:cNvPr>
                <p14:cNvContentPartPr/>
                <p14:nvPr/>
              </p14:nvContentPartPr>
              <p14:xfrm>
                <a:off x="10555380" y="1298528"/>
                <a:ext cx="93600" cy="21420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F176CCAF-4FEF-49F5-2F9A-100724381D6B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10537099" y="1280252"/>
                  <a:ext cx="129431" cy="25002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8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FFC486AE-9F4A-E35A-C27C-0F807D0EC406}"/>
                    </a:ext>
                  </a:extLst>
                </p14:cNvPr>
                <p14:cNvContentPartPr/>
                <p14:nvPr/>
              </p14:nvContentPartPr>
              <p14:xfrm>
                <a:off x="10509660" y="1175768"/>
                <a:ext cx="6120" cy="1944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FFC486AE-9F4A-E35A-C27C-0F807D0EC406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10492660" y="1157768"/>
                  <a:ext cx="3944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0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A289739E-2C1F-9E60-26C8-860351BD822C}"/>
                    </a:ext>
                  </a:extLst>
                </p14:cNvPr>
                <p14:cNvContentPartPr/>
                <p14:nvPr/>
              </p14:nvContentPartPr>
              <p14:xfrm>
                <a:off x="10655820" y="1264688"/>
                <a:ext cx="183240" cy="9180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A289739E-2C1F-9E60-26C8-860351BD822C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10637569" y="1246474"/>
                  <a:ext cx="219012" cy="1275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2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243FC119-2121-2557-D761-F0F2C24360C3}"/>
                    </a:ext>
                  </a:extLst>
                </p14:cNvPr>
                <p14:cNvContentPartPr/>
                <p14:nvPr/>
              </p14:nvContentPartPr>
              <p14:xfrm>
                <a:off x="10899900" y="1252088"/>
                <a:ext cx="129240" cy="30456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243FC119-2121-2557-D761-F0F2C24360C3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10881646" y="1233785"/>
                  <a:ext cx="165018" cy="34043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4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90CCF3C4-E492-2987-0985-9DF5BE94B0B0}"/>
                    </a:ext>
                  </a:extLst>
                </p14:cNvPr>
                <p14:cNvContentPartPr/>
                <p14:nvPr/>
              </p14:nvContentPartPr>
              <p14:xfrm>
                <a:off x="10027620" y="1818368"/>
                <a:ext cx="756000" cy="4824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90CCF3C4-E492-2987-0985-9DF5BE94B0B0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10009324" y="1800095"/>
                  <a:ext cx="791861" cy="8405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6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7E701A5F-691B-818C-6D9B-E0CC654AC820}"/>
                    </a:ext>
                  </a:extLst>
                </p14:cNvPr>
                <p14:cNvContentPartPr/>
                <p14:nvPr/>
              </p14:nvContentPartPr>
              <p14:xfrm>
                <a:off x="9823860" y="3157928"/>
                <a:ext cx="839520" cy="83160"/>
              </p14:xfrm>
            </p:contentPart>
          </mc:Choice>
          <mc:Fallback xmlns=""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7E701A5F-691B-818C-6D9B-E0CC654AC820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9805562" y="3139691"/>
                  <a:ext cx="875384" cy="118904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8" name="Group 247">
            <a:extLst>
              <a:ext uri="{FF2B5EF4-FFF2-40B4-BE49-F238E27FC236}">
                <a16:creationId xmlns:a16="http://schemas.microsoft.com/office/drawing/2014/main" id="{13077CA3-0504-805B-CDEC-78FD8E9352B0}"/>
              </a:ext>
            </a:extLst>
          </p:cNvPr>
          <p:cNvGrpSpPr/>
          <p:nvPr/>
        </p:nvGrpSpPr>
        <p:grpSpPr>
          <a:xfrm>
            <a:off x="949860" y="2575448"/>
            <a:ext cx="1118160" cy="446040"/>
            <a:chOff x="949860" y="2575448"/>
            <a:chExt cx="1118160" cy="446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8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4543B4CF-8189-0BAF-11B9-7C18D96BC8FD}"/>
                    </a:ext>
                  </a:extLst>
                </p14:cNvPr>
                <p14:cNvContentPartPr/>
                <p14:nvPr/>
              </p14:nvContentPartPr>
              <p14:xfrm>
                <a:off x="949860" y="2711888"/>
                <a:ext cx="212400" cy="25956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4543B4CF-8189-0BAF-11B9-7C18D96BC8FD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940860" y="2702888"/>
                  <a:ext cx="230040" cy="27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0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33891593-EDCC-7725-72C6-88A1F6501008}"/>
                    </a:ext>
                  </a:extLst>
                </p14:cNvPr>
                <p14:cNvContentPartPr/>
                <p14:nvPr/>
              </p14:nvContentPartPr>
              <p14:xfrm>
                <a:off x="1024380" y="2727368"/>
                <a:ext cx="66960" cy="23436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33891593-EDCC-7725-72C6-88A1F6501008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1015380" y="2718728"/>
                  <a:ext cx="8460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2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5A45D879-8805-80F8-008F-CB89A2D34713}"/>
                    </a:ext>
                  </a:extLst>
                </p14:cNvPr>
                <p14:cNvContentPartPr/>
                <p14:nvPr/>
              </p14:nvContentPartPr>
              <p14:xfrm>
                <a:off x="1248660" y="2925008"/>
                <a:ext cx="32760" cy="9648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5A45D879-8805-80F8-008F-CB89A2D34713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1240020" y="2916008"/>
                  <a:ext cx="5040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4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2233E24F-4C95-228B-1FB9-9E02A6C7FB7D}"/>
                    </a:ext>
                  </a:extLst>
                </p14:cNvPr>
                <p14:cNvContentPartPr/>
                <p14:nvPr/>
              </p14:nvContentPartPr>
              <p14:xfrm>
                <a:off x="1308420" y="2689928"/>
                <a:ext cx="99720" cy="27036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2233E24F-4C95-228B-1FB9-9E02A6C7FB7D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1299780" y="2680928"/>
                  <a:ext cx="117360" cy="28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6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FA80A6B7-E234-3343-B96B-CA73DA9A32C8}"/>
                    </a:ext>
                  </a:extLst>
                </p14:cNvPr>
                <p14:cNvContentPartPr/>
                <p14:nvPr/>
              </p14:nvContentPartPr>
              <p14:xfrm>
                <a:off x="1438380" y="2826008"/>
                <a:ext cx="129600" cy="12024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FA80A6B7-E234-3343-B96B-CA73DA9A32C8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1429380" y="2817008"/>
                  <a:ext cx="14724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8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4C5676F8-8D3A-58A3-DEDC-B68C08703C3A}"/>
                    </a:ext>
                  </a:extLst>
                </p14:cNvPr>
                <p14:cNvContentPartPr/>
                <p14:nvPr/>
              </p14:nvContentPartPr>
              <p14:xfrm>
                <a:off x="1543140" y="2696408"/>
                <a:ext cx="101880" cy="16668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4C5676F8-8D3A-58A3-DEDC-B68C08703C3A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1534140" y="2687408"/>
                  <a:ext cx="11952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0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F522E696-4E1F-215C-4597-E782B74D7868}"/>
                    </a:ext>
                  </a:extLst>
                </p14:cNvPr>
                <p14:cNvContentPartPr/>
                <p14:nvPr/>
              </p14:nvContentPartPr>
              <p14:xfrm>
                <a:off x="1522260" y="2575448"/>
                <a:ext cx="4320" cy="360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F522E696-4E1F-215C-4597-E782B74D7868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1513260" y="2566808"/>
                  <a:ext cx="2196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1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35773997-3E05-546E-3EAF-A9572A0D4F9B}"/>
                    </a:ext>
                  </a:extLst>
                </p14:cNvPr>
                <p14:cNvContentPartPr/>
                <p14:nvPr/>
              </p14:nvContentPartPr>
              <p14:xfrm>
                <a:off x="1662300" y="2626208"/>
                <a:ext cx="186120" cy="7632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35773997-3E05-546E-3EAF-A9572A0D4F9B}"/>
                    </a:ext>
                  </a:extLst>
                </p:cNvPr>
                <p:cNvPicPr/>
                <p:nvPr/>
              </p:nvPicPr>
              <p:blipFill>
                <a:blip r:embed="rId482"/>
                <a:stretch>
                  <a:fillRect/>
                </a:stretch>
              </p:blipFill>
              <p:spPr>
                <a:xfrm>
                  <a:off x="1653660" y="2617208"/>
                  <a:ext cx="20376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3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0DE83103-F3D3-9EC9-BF23-754FC6890E08}"/>
                    </a:ext>
                  </a:extLst>
                </p14:cNvPr>
                <p14:cNvContentPartPr/>
                <p14:nvPr/>
              </p14:nvContentPartPr>
              <p14:xfrm>
                <a:off x="1943100" y="2623688"/>
                <a:ext cx="124920" cy="31068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0DE83103-F3D3-9EC9-BF23-754FC6890E08}"/>
                    </a:ext>
                  </a:extLst>
                </p:cNvPr>
                <p:cNvPicPr/>
                <p:nvPr/>
              </p:nvPicPr>
              <p:blipFill>
                <a:blip r:embed="rId484"/>
                <a:stretch>
                  <a:fillRect/>
                </a:stretch>
              </p:blipFill>
              <p:spPr>
                <a:xfrm>
                  <a:off x="1934100" y="2614688"/>
                  <a:ext cx="142560" cy="32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5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A327AAB7-216E-ABD4-60EA-515D9D1D9F93}"/>
                    </a:ext>
                  </a:extLst>
                </p14:cNvPr>
                <p14:cNvContentPartPr/>
                <p14:nvPr/>
              </p14:nvContentPartPr>
              <p14:xfrm>
                <a:off x="1921500" y="2680208"/>
                <a:ext cx="27000" cy="6804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A327AAB7-216E-ABD4-60EA-515D9D1D9F93}"/>
                    </a:ext>
                  </a:extLst>
                </p:cNvPr>
                <p:cNvPicPr/>
                <p:nvPr/>
              </p:nvPicPr>
              <p:blipFill>
                <a:blip r:embed="rId486"/>
                <a:stretch>
                  <a:fillRect/>
                </a:stretch>
              </p:blipFill>
              <p:spPr>
                <a:xfrm>
                  <a:off x="1912500" y="2671208"/>
                  <a:ext cx="44640" cy="85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1" name="Group 250">
            <a:extLst>
              <a:ext uri="{FF2B5EF4-FFF2-40B4-BE49-F238E27FC236}">
                <a16:creationId xmlns:a16="http://schemas.microsoft.com/office/drawing/2014/main" id="{B28BE1FA-1A28-EC73-37F1-C67D76F1799A}"/>
              </a:ext>
            </a:extLst>
          </p:cNvPr>
          <p:cNvGrpSpPr/>
          <p:nvPr/>
        </p:nvGrpSpPr>
        <p:grpSpPr>
          <a:xfrm>
            <a:off x="2234340" y="2770208"/>
            <a:ext cx="131760" cy="66600"/>
            <a:chOff x="2234340" y="2770208"/>
            <a:chExt cx="131760" cy="66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7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7596570A-5773-28DB-4263-9664578AB300}"/>
                    </a:ext>
                  </a:extLst>
                </p14:cNvPr>
                <p14:cNvContentPartPr/>
                <p14:nvPr/>
              </p14:nvContentPartPr>
              <p14:xfrm>
                <a:off x="2239380" y="2826008"/>
                <a:ext cx="126720" cy="1080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7596570A-5773-28DB-4263-9664578AB300}"/>
                    </a:ext>
                  </a:extLst>
                </p:cNvPr>
                <p:cNvPicPr/>
                <p:nvPr/>
              </p:nvPicPr>
              <p:blipFill>
                <a:blip r:embed="rId488"/>
                <a:stretch>
                  <a:fillRect/>
                </a:stretch>
              </p:blipFill>
              <p:spPr>
                <a:xfrm>
                  <a:off x="2230380" y="2817008"/>
                  <a:ext cx="14436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9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D56C509C-8E09-D925-8FA4-257275FED595}"/>
                    </a:ext>
                  </a:extLst>
                </p14:cNvPr>
                <p14:cNvContentPartPr/>
                <p14:nvPr/>
              </p14:nvContentPartPr>
              <p14:xfrm>
                <a:off x="2234340" y="2770208"/>
                <a:ext cx="98640" cy="972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D56C509C-8E09-D925-8FA4-257275FED595}"/>
                    </a:ext>
                  </a:extLst>
                </p:cNvPr>
                <p:cNvPicPr/>
                <p:nvPr/>
              </p:nvPicPr>
              <p:blipFill>
                <a:blip r:embed="rId490"/>
                <a:stretch>
                  <a:fillRect/>
                </a:stretch>
              </p:blipFill>
              <p:spPr>
                <a:xfrm>
                  <a:off x="2225700" y="2761208"/>
                  <a:ext cx="116280" cy="27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91">
            <p14:nvContentPartPr>
              <p14:cNvPr id="252" name="Ink 251">
                <a:extLst>
                  <a:ext uri="{FF2B5EF4-FFF2-40B4-BE49-F238E27FC236}">
                    <a16:creationId xmlns:a16="http://schemas.microsoft.com/office/drawing/2014/main" id="{630939EE-4E8C-9A62-95BD-2D073FFFB64F}"/>
                  </a:ext>
                </a:extLst>
              </p14:cNvPr>
              <p14:cNvContentPartPr/>
              <p14:nvPr/>
            </p14:nvContentPartPr>
            <p14:xfrm>
              <a:off x="2651220" y="2537648"/>
              <a:ext cx="9360" cy="85680"/>
            </p14:xfrm>
          </p:contentPart>
        </mc:Choice>
        <mc:Fallback xmlns="">
          <p:pic>
            <p:nvPicPr>
              <p:cNvPr id="252" name="Ink 251">
                <a:extLst>
                  <a:ext uri="{FF2B5EF4-FFF2-40B4-BE49-F238E27FC236}">
                    <a16:creationId xmlns:a16="http://schemas.microsoft.com/office/drawing/2014/main" id="{630939EE-4E8C-9A62-95BD-2D073FFFB64F}"/>
                  </a:ext>
                </a:extLst>
              </p:cNvPr>
              <p:cNvPicPr/>
              <p:nvPr/>
            </p:nvPicPr>
            <p:blipFill>
              <a:blip r:embed="rId492"/>
              <a:stretch>
                <a:fillRect/>
              </a:stretch>
            </p:blipFill>
            <p:spPr>
              <a:xfrm>
                <a:off x="2642220" y="2529008"/>
                <a:ext cx="27000" cy="10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3">
            <p14:nvContentPartPr>
              <p14:cNvPr id="253" name="Ink 252">
                <a:extLst>
                  <a:ext uri="{FF2B5EF4-FFF2-40B4-BE49-F238E27FC236}">
                    <a16:creationId xmlns:a16="http://schemas.microsoft.com/office/drawing/2014/main" id="{AB434F7C-DC0F-8286-9A71-B7176F3258BE}"/>
                  </a:ext>
                </a:extLst>
              </p14:cNvPr>
              <p14:cNvContentPartPr/>
              <p14:nvPr/>
            </p14:nvContentPartPr>
            <p14:xfrm>
              <a:off x="2556900" y="2737808"/>
              <a:ext cx="248760" cy="18000"/>
            </p14:xfrm>
          </p:contentPart>
        </mc:Choice>
        <mc:Fallback xmlns="">
          <p:pic>
            <p:nvPicPr>
              <p:cNvPr id="253" name="Ink 252">
                <a:extLst>
                  <a:ext uri="{FF2B5EF4-FFF2-40B4-BE49-F238E27FC236}">
                    <a16:creationId xmlns:a16="http://schemas.microsoft.com/office/drawing/2014/main" id="{AB434F7C-DC0F-8286-9A71-B7176F3258BE}"/>
                  </a:ext>
                </a:extLst>
              </p:cNvPr>
              <p:cNvPicPr/>
              <p:nvPr/>
            </p:nvPicPr>
            <p:blipFill>
              <a:blip r:embed="rId494"/>
              <a:stretch>
                <a:fillRect/>
              </a:stretch>
            </p:blipFill>
            <p:spPr>
              <a:xfrm>
                <a:off x="2547900" y="2729168"/>
                <a:ext cx="266400" cy="35640"/>
              </a:xfrm>
              <a:prstGeom prst="rect">
                <a:avLst/>
              </a:prstGeom>
            </p:spPr>
          </p:pic>
        </mc:Fallback>
      </mc:AlternateContent>
      <p:grpSp>
        <p:nvGrpSpPr>
          <p:cNvPr id="257" name="Group 256">
            <a:extLst>
              <a:ext uri="{FF2B5EF4-FFF2-40B4-BE49-F238E27FC236}">
                <a16:creationId xmlns:a16="http://schemas.microsoft.com/office/drawing/2014/main" id="{BAFAF91E-E242-7E49-4A5B-148C0A477504}"/>
              </a:ext>
            </a:extLst>
          </p:cNvPr>
          <p:cNvGrpSpPr/>
          <p:nvPr/>
        </p:nvGrpSpPr>
        <p:grpSpPr>
          <a:xfrm>
            <a:off x="2587860" y="2852648"/>
            <a:ext cx="259200" cy="204840"/>
            <a:chOff x="2587860" y="2852648"/>
            <a:chExt cx="259200" cy="204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95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DF20BEF9-45F7-F7A1-1DF8-2E5CCB422B5C}"/>
                    </a:ext>
                  </a:extLst>
                </p14:cNvPr>
                <p14:cNvContentPartPr/>
                <p14:nvPr/>
              </p14:nvContentPartPr>
              <p14:xfrm>
                <a:off x="2659860" y="2893688"/>
                <a:ext cx="32040" cy="10908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DF20BEF9-45F7-F7A1-1DF8-2E5CCB422B5C}"/>
                    </a:ext>
                  </a:extLst>
                </p:cNvPr>
                <p:cNvPicPr/>
                <p:nvPr/>
              </p:nvPicPr>
              <p:blipFill>
                <a:blip r:embed="rId496"/>
                <a:stretch>
                  <a:fillRect/>
                </a:stretch>
              </p:blipFill>
              <p:spPr>
                <a:xfrm>
                  <a:off x="2651220" y="2884688"/>
                  <a:ext cx="4968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7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4284D9FE-726E-474D-D7AE-DE8011A4D8A9}"/>
                    </a:ext>
                  </a:extLst>
                </p14:cNvPr>
                <p14:cNvContentPartPr/>
                <p14:nvPr/>
              </p14:nvContentPartPr>
              <p14:xfrm>
                <a:off x="2587860" y="2852648"/>
                <a:ext cx="160560" cy="1908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4284D9FE-726E-474D-D7AE-DE8011A4D8A9}"/>
                    </a:ext>
                  </a:extLst>
                </p:cNvPr>
                <p:cNvPicPr/>
                <p:nvPr/>
              </p:nvPicPr>
              <p:blipFill>
                <a:blip r:embed="rId498"/>
                <a:stretch>
                  <a:fillRect/>
                </a:stretch>
              </p:blipFill>
              <p:spPr>
                <a:xfrm>
                  <a:off x="2579220" y="2843648"/>
                  <a:ext cx="17820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9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F43AD946-D399-6EDA-F670-9F21B81ED228}"/>
                    </a:ext>
                  </a:extLst>
                </p14:cNvPr>
                <p14:cNvContentPartPr/>
                <p14:nvPr/>
              </p14:nvContentPartPr>
              <p14:xfrm>
                <a:off x="2815740" y="2976848"/>
                <a:ext cx="31320" cy="80640"/>
              </p14:xfrm>
            </p:contentPart>
          </mc:Choice>
          <mc:Fallback xmlns=""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F43AD946-D399-6EDA-F670-9F21B81ED228}"/>
                    </a:ext>
                  </a:extLst>
                </p:cNvPr>
                <p:cNvPicPr/>
                <p:nvPr/>
              </p:nvPicPr>
              <p:blipFill>
                <a:blip r:embed="rId500"/>
                <a:stretch>
                  <a:fillRect/>
                </a:stretch>
              </p:blipFill>
              <p:spPr>
                <a:xfrm>
                  <a:off x="2806740" y="2967848"/>
                  <a:ext cx="48960" cy="98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1" name="Group 260">
            <a:extLst>
              <a:ext uri="{FF2B5EF4-FFF2-40B4-BE49-F238E27FC236}">
                <a16:creationId xmlns:a16="http://schemas.microsoft.com/office/drawing/2014/main" id="{1806B4C0-67CB-0380-6E25-D0C57008471C}"/>
              </a:ext>
            </a:extLst>
          </p:cNvPr>
          <p:cNvGrpSpPr/>
          <p:nvPr/>
        </p:nvGrpSpPr>
        <p:grpSpPr>
          <a:xfrm>
            <a:off x="3091500" y="2680568"/>
            <a:ext cx="310680" cy="406080"/>
            <a:chOff x="3091500" y="2680568"/>
            <a:chExt cx="310680" cy="406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01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356CFB1C-227C-B812-C392-D6A0B66CABD5}"/>
                    </a:ext>
                  </a:extLst>
                </p14:cNvPr>
                <p14:cNvContentPartPr/>
                <p14:nvPr/>
              </p14:nvContentPartPr>
              <p14:xfrm>
                <a:off x="3091500" y="2680568"/>
                <a:ext cx="310680" cy="195480"/>
              </p14:xfrm>
            </p:contentPart>
          </mc:Choice>
          <mc:Fallback xmlns=""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356CFB1C-227C-B812-C392-D6A0B66CABD5}"/>
                    </a:ext>
                  </a:extLst>
                </p:cNvPr>
                <p:cNvPicPr/>
                <p:nvPr/>
              </p:nvPicPr>
              <p:blipFill>
                <a:blip r:embed="rId502"/>
                <a:stretch>
                  <a:fillRect/>
                </a:stretch>
              </p:blipFill>
              <p:spPr>
                <a:xfrm>
                  <a:off x="3082860" y="2671568"/>
                  <a:ext cx="32832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3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A342D6B8-11C0-99A4-B4DA-28257BD46233}"/>
                    </a:ext>
                  </a:extLst>
                </p14:cNvPr>
                <p14:cNvContentPartPr/>
                <p14:nvPr/>
              </p14:nvContentPartPr>
              <p14:xfrm>
                <a:off x="3212820" y="2927168"/>
                <a:ext cx="50760" cy="159480"/>
              </p14:xfrm>
            </p:contentPart>
          </mc:Choice>
          <mc:Fallback xmlns=""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A342D6B8-11C0-99A4-B4DA-28257BD46233}"/>
                    </a:ext>
                  </a:extLst>
                </p:cNvPr>
                <p:cNvPicPr/>
                <p:nvPr/>
              </p:nvPicPr>
              <p:blipFill>
                <a:blip r:embed="rId504"/>
                <a:stretch>
                  <a:fillRect/>
                </a:stretch>
              </p:blipFill>
              <p:spPr>
                <a:xfrm>
                  <a:off x="3203820" y="2918528"/>
                  <a:ext cx="6840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5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1817EA30-2671-F5A0-B52B-68601BFB0060}"/>
                    </a:ext>
                  </a:extLst>
                </p14:cNvPr>
                <p14:cNvContentPartPr/>
                <p14:nvPr/>
              </p14:nvContentPartPr>
              <p14:xfrm>
                <a:off x="3275820" y="3017168"/>
                <a:ext cx="121320" cy="50400"/>
              </p14:xfrm>
            </p:contentPart>
          </mc:Choice>
          <mc:Fallback xmlns=""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1817EA30-2671-F5A0-B52B-68601BFB0060}"/>
                    </a:ext>
                  </a:extLst>
                </p:cNvPr>
                <p:cNvPicPr/>
                <p:nvPr/>
              </p:nvPicPr>
              <p:blipFill>
                <a:blip r:embed="rId506"/>
                <a:stretch>
                  <a:fillRect/>
                </a:stretch>
              </p:blipFill>
              <p:spPr>
                <a:xfrm>
                  <a:off x="3266820" y="3008528"/>
                  <a:ext cx="138960" cy="68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5" name="Group 274">
            <a:extLst>
              <a:ext uri="{FF2B5EF4-FFF2-40B4-BE49-F238E27FC236}">
                <a16:creationId xmlns:a16="http://schemas.microsoft.com/office/drawing/2014/main" id="{60949044-EB8A-23CC-073C-FE3164BDEE46}"/>
              </a:ext>
            </a:extLst>
          </p:cNvPr>
          <p:cNvGrpSpPr/>
          <p:nvPr/>
        </p:nvGrpSpPr>
        <p:grpSpPr>
          <a:xfrm>
            <a:off x="3600180" y="2530808"/>
            <a:ext cx="1222200" cy="465480"/>
            <a:chOff x="3600180" y="2530808"/>
            <a:chExt cx="1222200" cy="465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07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3A299FDC-EBD0-3018-218A-6E10A06C3F93}"/>
                    </a:ext>
                  </a:extLst>
                </p14:cNvPr>
                <p14:cNvContentPartPr/>
                <p14:nvPr/>
              </p14:nvContentPartPr>
              <p14:xfrm>
                <a:off x="3600180" y="2637368"/>
                <a:ext cx="254160" cy="234720"/>
              </p14:xfrm>
            </p:contentPart>
          </mc:Choice>
          <mc:Fallback xmlns=""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3A299FDC-EBD0-3018-218A-6E10A06C3F93}"/>
                    </a:ext>
                  </a:extLst>
                </p:cNvPr>
                <p:cNvPicPr/>
                <p:nvPr/>
              </p:nvPicPr>
              <p:blipFill>
                <a:blip r:embed="rId508"/>
                <a:stretch>
                  <a:fillRect/>
                </a:stretch>
              </p:blipFill>
              <p:spPr>
                <a:xfrm>
                  <a:off x="3591180" y="2628368"/>
                  <a:ext cx="27180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9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B346C54A-65FA-921B-5206-210FEFD27D06}"/>
                    </a:ext>
                  </a:extLst>
                </p14:cNvPr>
                <p14:cNvContentPartPr/>
                <p14:nvPr/>
              </p14:nvContentPartPr>
              <p14:xfrm>
                <a:off x="3685500" y="2652128"/>
                <a:ext cx="91800" cy="206640"/>
              </p14:xfrm>
            </p:contentPart>
          </mc:Choice>
          <mc:Fallback xmlns=""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B346C54A-65FA-921B-5206-210FEFD27D06}"/>
                    </a:ext>
                  </a:extLst>
                </p:cNvPr>
                <p:cNvPicPr/>
                <p:nvPr/>
              </p:nvPicPr>
              <p:blipFill>
                <a:blip r:embed="rId510"/>
                <a:stretch>
                  <a:fillRect/>
                </a:stretch>
              </p:blipFill>
              <p:spPr>
                <a:xfrm>
                  <a:off x="3676500" y="2643488"/>
                  <a:ext cx="10944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1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FEB0FD87-EE86-1F8F-F0AD-6AB24D4DD660}"/>
                    </a:ext>
                  </a:extLst>
                </p14:cNvPr>
                <p14:cNvContentPartPr/>
                <p14:nvPr/>
              </p14:nvContentPartPr>
              <p14:xfrm>
                <a:off x="3870180" y="2815928"/>
                <a:ext cx="120600" cy="89280"/>
              </p14:xfrm>
            </p:contentPart>
          </mc:Choice>
          <mc:Fallback xmlns=""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FEB0FD87-EE86-1F8F-F0AD-6AB24D4DD660}"/>
                    </a:ext>
                  </a:extLst>
                </p:cNvPr>
                <p:cNvPicPr/>
                <p:nvPr/>
              </p:nvPicPr>
              <p:blipFill>
                <a:blip r:embed="rId512"/>
                <a:stretch>
                  <a:fillRect/>
                </a:stretch>
              </p:blipFill>
              <p:spPr>
                <a:xfrm>
                  <a:off x="3861180" y="2806928"/>
                  <a:ext cx="13824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3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DB9E9D86-43FD-8651-4E58-0DA2DC559E67}"/>
                    </a:ext>
                  </a:extLst>
                </p14:cNvPr>
                <p14:cNvContentPartPr/>
                <p14:nvPr/>
              </p14:nvContentPartPr>
              <p14:xfrm>
                <a:off x="4019940" y="2594888"/>
                <a:ext cx="141840" cy="278640"/>
              </p14:xfrm>
            </p:contentPart>
          </mc:Choice>
          <mc:Fallback xmlns=""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DB9E9D86-43FD-8651-4E58-0DA2DC559E67}"/>
                    </a:ext>
                  </a:extLst>
                </p:cNvPr>
                <p:cNvPicPr/>
                <p:nvPr/>
              </p:nvPicPr>
              <p:blipFill>
                <a:blip r:embed="rId514"/>
                <a:stretch>
                  <a:fillRect/>
                </a:stretch>
              </p:blipFill>
              <p:spPr>
                <a:xfrm>
                  <a:off x="4010940" y="2585888"/>
                  <a:ext cx="15948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5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2CD3B466-373C-77BB-32A9-5EE666BB648C}"/>
                    </a:ext>
                  </a:extLst>
                </p14:cNvPr>
                <p14:cNvContentPartPr/>
                <p14:nvPr/>
              </p14:nvContentPartPr>
              <p14:xfrm>
                <a:off x="4233780" y="2801168"/>
                <a:ext cx="87840" cy="195120"/>
              </p14:xfrm>
            </p:contentPart>
          </mc:Choice>
          <mc:Fallback xmlns=""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2CD3B466-373C-77BB-32A9-5EE666BB648C}"/>
                    </a:ext>
                  </a:extLst>
                </p:cNvPr>
                <p:cNvPicPr/>
                <p:nvPr/>
              </p:nvPicPr>
              <p:blipFill>
                <a:blip r:embed="rId516"/>
                <a:stretch>
                  <a:fillRect/>
                </a:stretch>
              </p:blipFill>
              <p:spPr>
                <a:xfrm>
                  <a:off x="4224780" y="2792168"/>
                  <a:ext cx="10548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7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98EEB5FE-0442-57E4-1BE8-B9D53CAC5397}"/>
                    </a:ext>
                  </a:extLst>
                </p14:cNvPr>
                <p14:cNvContentPartPr/>
                <p14:nvPr/>
              </p14:nvContentPartPr>
              <p14:xfrm>
                <a:off x="4264380" y="2737808"/>
                <a:ext cx="6480" cy="5760"/>
              </p14:xfrm>
            </p:contentPart>
          </mc:Choice>
          <mc:Fallback xmlns=""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98EEB5FE-0442-57E4-1BE8-B9D53CAC5397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4255380" y="2728808"/>
                  <a:ext cx="2412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8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F3EBD510-40F7-9F5A-6ADA-6176106D5BAD}"/>
                    </a:ext>
                  </a:extLst>
                </p14:cNvPr>
                <p14:cNvContentPartPr/>
                <p14:nvPr/>
              </p14:nvContentPartPr>
              <p14:xfrm>
                <a:off x="4224780" y="2692448"/>
                <a:ext cx="42120" cy="31680"/>
              </p14:xfrm>
            </p:contentPart>
          </mc:Choice>
          <mc:Fallback xmlns=""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F3EBD510-40F7-9F5A-6ADA-6176106D5BAD}"/>
                    </a:ext>
                  </a:extLst>
                </p:cNvPr>
                <p:cNvPicPr/>
                <p:nvPr/>
              </p:nvPicPr>
              <p:blipFill>
                <a:blip r:embed="rId519"/>
                <a:stretch>
                  <a:fillRect/>
                </a:stretch>
              </p:blipFill>
              <p:spPr>
                <a:xfrm>
                  <a:off x="4216140" y="2683448"/>
                  <a:ext cx="5976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0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5BE5ADD2-6ABA-E24D-E777-48C0697839D5}"/>
                    </a:ext>
                  </a:extLst>
                </p14:cNvPr>
                <p14:cNvContentPartPr/>
                <p14:nvPr/>
              </p14:nvContentPartPr>
              <p14:xfrm>
                <a:off x="4375980" y="2530808"/>
                <a:ext cx="79920" cy="352800"/>
              </p14:xfrm>
            </p:contentPart>
          </mc:Choice>
          <mc:Fallback xmlns=""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5BE5ADD2-6ABA-E24D-E777-48C0697839D5}"/>
                    </a:ext>
                  </a:extLst>
                </p:cNvPr>
                <p:cNvPicPr/>
                <p:nvPr/>
              </p:nvPicPr>
              <p:blipFill>
                <a:blip r:embed="rId521"/>
                <a:stretch>
                  <a:fillRect/>
                </a:stretch>
              </p:blipFill>
              <p:spPr>
                <a:xfrm>
                  <a:off x="4367340" y="2522168"/>
                  <a:ext cx="97560" cy="37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2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C7BDEBD1-E00E-473C-6C01-5031D27056C0}"/>
                    </a:ext>
                  </a:extLst>
                </p14:cNvPr>
                <p14:cNvContentPartPr/>
                <p14:nvPr/>
              </p14:nvContentPartPr>
              <p14:xfrm>
                <a:off x="4531860" y="2538728"/>
                <a:ext cx="160200" cy="105840"/>
              </p14:xfrm>
            </p:contentPart>
          </mc:Choice>
          <mc:Fallback xmlns=""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C7BDEBD1-E00E-473C-6C01-5031D27056C0}"/>
                    </a:ext>
                  </a:extLst>
                </p:cNvPr>
                <p:cNvPicPr/>
                <p:nvPr/>
              </p:nvPicPr>
              <p:blipFill>
                <a:blip r:embed="rId523"/>
                <a:stretch>
                  <a:fillRect/>
                </a:stretch>
              </p:blipFill>
              <p:spPr>
                <a:xfrm>
                  <a:off x="4523220" y="2530088"/>
                  <a:ext cx="17784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4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AA9D16F8-07C5-4868-C886-7410FCFC1178}"/>
                    </a:ext>
                  </a:extLst>
                </p14:cNvPr>
                <p14:cNvContentPartPr/>
                <p14:nvPr/>
              </p14:nvContentPartPr>
              <p14:xfrm>
                <a:off x="4783500" y="2602808"/>
                <a:ext cx="34200" cy="67320"/>
              </p14:xfrm>
            </p:contentPart>
          </mc:Choice>
          <mc:Fallback xmlns=""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AA9D16F8-07C5-4868-C886-7410FCFC1178}"/>
                    </a:ext>
                  </a:extLst>
                </p:cNvPr>
                <p:cNvPicPr/>
                <p:nvPr/>
              </p:nvPicPr>
              <p:blipFill>
                <a:blip r:embed="rId525"/>
                <a:stretch>
                  <a:fillRect/>
                </a:stretch>
              </p:blipFill>
              <p:spPr>
                <a:xfrm>
                  <a:off x="4774860" y="2593808"/>
                  <a:ext cx="5184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6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AE78C56B-8F40-0EFB-DEBF-73CF1549DD46}"/>
                    </a:ext>
                  </a:extLst>
                </p14:cNvPr>
                <p14:cNvContentPartPr/>
                <p14:nvPr/>
              </p14:nvContentPartPr>
              <p14:xfrm>
                <a:off x="4494060" y="2758328"/>
                <a:ext cx="328320" cy="10800"/>
              </p14:xfrm>
            </p:contentPart>
          </mc:Choice>
          <mc:Fallback xmlns=""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AE78C56B-8F40-0EFB-DEBF-73CF1549DD46}"/>
                    </a:ext>
                  </a:extLst>
                </p:cNvPr>
                <p:cNvPicPr/>
                <p:nvPr/>
              </p:nvPicPr>
              <p:blipFill>
                <a:blip r:embed="rId527"/>
                <a:stretch>
                  <a:fillRect/>
                </a:stretch>
              </p:blipFill>
              <p:spPr>
                <a:xfrm>
                  <a:off x="4485060" y="2749688"/>
                  <a:ext cx="345960" cy="28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0" name="Group 279">
            <a:extLst>
              <a:ext uri="{FF2B5EF4-FFF2-40B4-BE49-F238E27FC236}">
                <a16:creationId xmlns:a16="http://schemas.microsoft.com/office/drawing/2014/main" id="{437E62B3-AF4C-A485-3D34-089CBA58B242}"/>
              </a:ext>
            </a:extLst>
          </p:cNvPr>
          <p:cNvGrpSpPr/>
          <p:nvPr/>
        </p:nvGrpSpPr>
        <p:grpSpPr>
          <a:xfrm>
            <a:off x="4588020" y="2882168"/>
            <a:ext cx="253800" cy="208800"/>
            <a:chOff x="4588020" y="2882168"/>
            <a:chExt cx="253800" cy="208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8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05839865-5C9F-5137-5A2C-BE25DDF5378C}"/>
                    </a:ext>
                  </a:extLst>
                </p14:cNvPr>
                <p14:cNvContentPartPr/>
                <p14:nvPr/>
              </p14:nvContentPartPr>
              <p14:xfrm>
                <a:off x="4659660" y="2908448"/>
                <a:ext cx="34200" cy="117720"/>
              </p14:xfrm>
            </p:contentPart>
          </mc:Choice>
          <mc:Fallback xmlns=""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05839865-5C9F-5137-5A2C-BE25DDF5378C}"/>
                    </a:ext>
                  </a:extLst>
                </p:cNvPr>
                <p:cNvPicPr/>
                <p:nvPr/>
              </p:nvPicPr>
              <p:blipFill>
                <a:blip r:embed="rId529"/>
                <a:stretch>
                  <a:fillRect/>
                </a:stretch>
              </p:blipFill>
              <p:spPr>
                <a:xfrm>
                  <a:off x="4651020" y="2899448"/>
                  <a:ext cx="5184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0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8724EA21-B322-5F50-9EF6-1FFD9C8666A8}"/>
                    </a:ext>
                  </a:extLst>
                </p14:cNvPr>
                <p14:cNvContentPartPr/>
                <p14:nvPr/>
              </p14:nvContentPartPr>
              <p14:xfrm>
                <a:off x="4588020" y="2882168"/>
                <a:ext cx="155520" cy="22320"/>
              </p14:xfrm>
            </p:contentPart>
          </mc:Choice>
          <mc:Fallback xmlns=""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8724EA21-B322-5F50-9EF6-1FFD9C8666A8}"/>
                    </a:ext>
                  </a:extLst>
                </p:cNvPr>
                <p:cNvPicPr/>
                <p:nvPr/>
              </p:nvPicPr>
              <p:blipFill>
                <a:blip r:embed="rId531"/>
                <a:stretch>
                  <a:fillRect/>
                </a:stretch>
              </p:blipFill>
              <p:spPr>
                <a:xfrm>
                  <a:off x="4579380" y="2873528"/>
                  <a:ext cx="17316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2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E000A78D-E060-FEC1-2237-9110244040BE}"/>
                    </a:ext>
                  </a:extLst>
                </p14:cNvPr>
                <p14:cNvContentPartPr/>
                <p14:nvPr/>
              </p14:nvContentPartPr>
              <p14:xfrm>
                <a:off x="4809780" y="3018248"/>
                <a:ext cx="32040" cy="72720"/>
              </p14:xfrm>
            </p:contentPart>
          </mc:Choice>
          <mc:Fallback xmlns=""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E000A78D-E060-FEC1-2237-9110244040BE}"/>
                    </a:ext>
                  </a:extLst>
                </p:cNvPr>
                <p:cNvPicPr/>
                <p:nvPr/>
              </p:nvPicPr>
              <p:blipFill>
                <a:blip r:embed="rId533"/>
                <a:stretch>
                  <a:fillRect/>
                </a:stretch>
              </p:blipFill>
              <p:spPr>
                <a:xfrm>
                  <a:off x="4801140" y="3009608"/>
                  <a:ext cx="49680" cy="90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4" name="Group 293">
            <a:extLst>
              <a:ext uri="{FF2B5EF4-FFF2-40B4-BE49-F238E27FC236}">
                <a16:creationId xmlns:a16="http://schemas.microsoft.com/office/drawing/2014/main" id="{0A137A9F-7EFE-AA3C-7D75-E174E199EB49}"/>
              </a:ext>
            </a:extLst>
          </p:cNvPr>
          <p:cNvGrpSpPr/>
          <p:nvPr/>
        </p:nvGrpSpPr>
        <p:grpSpPr>
          <a:xfrm>
            <a:off x="5060340" y="2544488"/>
            <a:ext cx="1027800" cy="487080"/>
            <a:chOff x="5060340" y="2544488"/>
            <a:chExt cx="1027800" cy="487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34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269C33D2-B353-0D64-FD0D-6AFFACBA3521}"/>
                    </a:ext>
                  </a:extLst>
                </p14:cNvPr>
                <p14:cNvContentPartPr/>
                <p14:nvPr/>
              </p14:nvContentPartPr>
              <p14:xfrm>
                <a:off x="5060340" y="2773808"/>
                <a:ext cx="99000" cy="11160"/>
              </p14:xfrm>
            </p:contentPart>
          </mc:Choice>
          <mc:Fallback xmlns=""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269C33D2-B353-0D64-FD0D-6AFFACBA3521}"/>
                    </a:ext>
                  </a:extLst>
                </p:cNvPr>
                <p:cNvPicPr/>
                <p:nvPr/>
              </p:nvPicPr>
              <p:blipFill>
                <a:blip r:embed="rId535"/>
                <a:stretch>
                  <a:fillRect/>
                </a:stretch>
              </p:blipFill>
              <p:spPr>
                <a:xfrm>
                  <a:off x="5051340" y="2764808"/>
                  <a:ext cx="11664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6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218701A1-FEA8-4858-DC0F-3305CC48309B}"/>
                    </a:ext>
                  </a:extLst>
                </p14:cNvPr>
                <p14:cNvContentPartPr/>
                <p14:nvPr/>
              </p14:nvContentPartPr>
              <p14:xfrm>
                <a:off x="5247180" y="2570408"/>
                <a:ext cx="127800" cy="117000"/>
              </p14:xfrm>
            </p:contentPart>
          </mc:Choice>
          <mc:Fallback xmlns=""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218701A1-FEA8-4858-DC0F-3305CC48309B}"/>
                    </a:ext>
                  </a:extLst>
                </p:cNvPr>
                <p:cNvPicPr/>
                <p:nvPr/>
              </p:nvPicPr>
              <p:blipFill>
                <a:blip r:embed="rId537"/>
                <a:stretch>
                  <a:fillRect/>
                </a:stretch>
              </p:blipFill>
              <p:spPr>
                <a:xfrm>
                  <a:off x="5238540" y="2561408"/>
                  <a:ext cx="14544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8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1D626640-EB39-279C-C1AB-FAF10DC86F39}"/>
                    </a:ext>
                  </a:extLst>
                </p14:cNvPr>
                <p14:cNvContentPartPr/>
                <p14:nvPr/>
              </p14:nvContentPartPr>
              <p14:xfrm>
                <a:off x="5416380" y="2627648"/>
                <a:ext cx="43200" cy="58320"/>
              </p14:xfrm>
            </p:contentPart>
          </mc:Choice>
          <mc:Fallback xmlns=""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1D626640-EB39-279C-C1AB-FAF10DC86F39}"/>
                    </a:ext>
                  </a:extLst>
                </p:cNvPr>
                <p:cNvPicPr/>
                <p:nvPr/>
              </p:nvPicPr>
              <p:blipFill>
                <a:blip r:embed="rId539"/>
                <a:stretch>
                  <a:fillRect/>
                </a:stretch>
              </p:blipFill>
              <p:spPr>
                <a:xfrm>
                  <a:off x="5407740" y="2618648"/>
                  <a:ext cx="6084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0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A2FE9C3F-0B84-7AB7-88ED-498C82957F6D}"/>
                    </a:ext>
                  </a:extLst>
                </p14:cNvPr>
                <p14:cNvContentPartPr/>
                <p14:nvPr/>
              </p14:nvContentPartPr>
              <p14:xfrm>
                <a:off x="5475780" y="2602808"/>
                <a:ext cx="45720" cy="72720"/>
              </p14:xfrm>
            </p:contentPart>
          </mc:Choice>
          <mc:Fallback xmlns=""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A2FE9C3F-0B84-7AB7-88ED-498C82957F6D}"/>
                    </a:ext>
                  </a:extLst>
                </p:cNvPr>
                <p:cNvPicPr/>
                <p:nvPr/>
              </p:nvPicPr>
              <p:blipFill>
                <a:blip r:embed="rId541"/>
                <a:stretch>
                  <a:fillRect/>
                </a:stretch>
              </p:blipFill>
              <p:spPr>
                <a:xfrm>
                  <a:off x="5467140" y="2593808"/>
                  <a:ext cx="6336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2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9FE2CEF3-9F8C-719D-D708-98F14734C785}"/>
                    </a:ext>
                  </a:extLst>
                </p14:cNvPr>
                <p14:cNvContentPartPr/>
                <p14:nvPr/>
              </p14:nvContentPartPr>
              <p14:xfrm>
                <a:off x="5346180" y="2570768"/>
                <a:ext cx="145800" cy="16560"/>
              </p14:xfrm>
            </p:contentPart>
          </mc:Choice>
          <mc:Fallback xmlns=""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9FE2CEF3-9F8C-719D-D708-98F14734C785}"/>
                    </a:ext>
                  </a:extLst>
                </p:cNvPr>
                <p:cNvPicPr/>
                <p:nvPr/>
              </p:nvPicPr>
              <p:blipFill>
                <a:blip r:embed="rId543"/>
                <a:stretch>
                  <a:fillRect/>
                </a:stretch>
              </p:blipFill>
              <p:spPr>
                <a:xfrm>
                  <a:off x="5337180" y="2562128"/>
                  <a:ext cx="16344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4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A51955BF-343C-01A7-08F4-C919389ACEDC}"/>
                    </a:ext>
                  </a:extLst>
                </p14:cNvPr>
                <p14:cNvContentPartPr/>
                <p14:nvPr/>
              </p14:nvContentPartPr>
              <p14:xfrm>
                <a:off x="5584860" y="2544488"/>
                <a:ext cx="70560" cy="135000"/>
              </p14:xfrm>
            </p:contentPart>
          </mc:Choice>
          <mc:Fallback xmlns=""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A51955BF-343C-01A7-08F4-C919389ACEDC}"/>
                    </a:ext>
                  </a:extLst>
                </p:cNvPr>
                <p:cNvPicPr/>
                <p:nvPr/>
              </p:nvPicPr>
              <p:blipFill>
                <a:blip r:embed="rId545"/>
                <a:stretch>
                  <a:fillRect/>
                </a:stretch>
              </p:blipFill>
              <p:spPr>
                <a:xfrm>
                  <a:off x="5576220" y="2535848"/>
                  <a:ext cx="8820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6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BDA9F12E-33BE-5220-8D9E-33EBB5FCF7C5}"/>
                    </a:ext>
                  </a:extLst>
                </p14:cNvPr>
                <p14:cNvContentPartPr/>
                <p14:nvPr/>
              </p14:nvContentPartPr>
              <p14:xfrm>
                <a:off x="5656860" y="2620088"/>
                <a:ext cx="130320" cy="50760"/>
              </p14:xfrm>
            </p:contentPart>
          </mc:Choice>
          <mc:Fallback xmlns=""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BDA9F12E-33BE-5220-8D9E-33EBB5FCF7C5}"/>
                    </a:ext>
                  </a:extLst>
                </p:cNvPr>
                <p:cNvPicPr/>
                <p:nvPr/>
              </p:nvPicPr>
              <p:blipFill>
                <a:blip r:embed="rId547"/>
                <a:stretch>
                  <a:fillRect/>
                </a:stretch>
              </p:blipFill>
              <p:spPr>
                <a:xfrm>
                  <a:off x="5647860" y="2611448"/>
                  <a:ext cx="14796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8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8972D444-71C5-DA85-5B1D-A36D05C1EE92}"/>
                    </a:ext>
                  </a:extLst>
                </p14:cNvPr>
                <p14:cNvContentPartPr/>
                <p14:nvPr/>
              </p14:nvContentPartPr>
              <p14:xfrm>
                <a:off x="5310180" y="2769128"/>
                <a:ext cx="441360" cy="25920"/>
              </p14:xfrm>
            </p:contentPart>
          </mc:Choice>
          <mc:Fallback xmlns=""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8972D444-71C5-DA85-5B1D-A36D05C1EE92}"/>
                    </a:ext>
                  </a:extLst>
                </p:cNvPr>
                <p:cNvPicPr/>
                <p:nvPr/>
              </p:nvPicPr>
              <p:blipFill>
                <a:blip r:embed="rId549"/>
                <a:stretch>
                  <a:fillRect/>
                </a:stretch>
              </p:blipFill>
              <p:spPr>
                <a:xfrm>
                  <a:off x="5301540" y="2760128"/>
                  <a:ext cx="45900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0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5359F4C2-6EE8-9FF6-E258-1B56E2B2271F}"/>
                    </a:ext>
                  </a:extLst>
                </p14:cNvPr>
                <p14:cNvContentPartPr/>
                <p14:nvPr/>
              </p14:nvContentPartPr>
              <p14:xfrm>
                <a:off x="5485860" y="2878928"/>
                <a:ext cx="39600" cy="127440"/>
              </p14:xfrm>
            </p:contentPart>
          </mc:Choice>
          <mc:Fallback xmlns=""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5359F4C2-6EE8-9FF6-E258-1B56E2B2271F}"/>
                    </a:ext>
                  </a:extLst>
                </p:cNvPr>
                <p:cNvPicPr/>
                <p:nvPr/>
              </p:nvPicPr>
              <p:blipFill>
                <a:blip r:embed="rId551"/>
                <a:stretch>
                  <a:fillRect/>
                </a:stretch>
              </p:blipFill>
              <p:spPr>
                <a:xfrm>
                  <a:off x="5476860" y="2870288"/>
                  <a:ext cx="5724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2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7AAF8030-FE9E-87D8-1676-B3727942C11B}"/>
                    </a:ext>
                  </a:extLst>
                </p14:cNvPr>
                <p14:cNvContentPartPr/>
                <p14:nvPr/>
              </p14:nvContentPartPr>
              <p14:xfrm>
                <a:off x="5424300" y="2865968"/>
                <a:ext cx="160920" cy="8280"/>
              </p14:xfrm>
            </p:contentPart>
          </mc:Choice>
          <mc:Fallback xmlns=""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7AAF8030-FE9E-87D8-1676-B3727942C11B}"/>
                    </a:ext>
                  </a:extLst>
                </p:cNvPr>
                <p:cNvPicPr/>
                <p:nvPr/>
              </p:nvPicPr>
              <p:blipFill>
                <a:blip r:embed="rId553"/>
                <a:stretch>
                  <a:fillRect/>
                </a:stretch>
              </p:blipFill>
              <p:spPr>
                <a:xfrm>
                  <a:off x="5415300" y="2857328"/>
                  <a:ext cx="17856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4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536D0DDB-2254-B032-0CAD-D350AC2FED6B}"/>
                    </a:ext>
                  </a:extLst>
                </p14:cNvPr>
                <p14:cNvContentPartPr/>
                <p14:nvPr/>
              </p14:nvContentPartPr>
              <p14:xfrm>
                <a:off x="5652540" y="2971448"/>
                <a:ext cx="34200" cy="60120"/>
              </p14:xfrm>
            </p:contentPart>
          </mc:Choice>
          <mc:Fallback xmlns=""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536D0DDB-2254-B032-0CAD-D350AC2FED6B}"/>
                    </a:ext>
                  </a:extLst>
                </p:cNvPr>
                <p:cNvPicPr/>
                <p:nvPr/>
              </p:nvPicPr>
              <p:blipFill>
                <a:blip r:embed="rId555"/>
                <a:stretch>
                  <a:fillRect/>
                </a:stretch>
              </p:blipFill>
              <p:spPr>
                <a:xfrm>
                  <a:off x="5643540" y="2962808"/>
                  <a:ext cx="5184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6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834B9C00-47DD-DCDF-E501-D5C80D9F8933}"/>
                    </a:ext>
                  </a:extLst>
                </p14:cNvPr>
                <p14:cNvContentPartPr/>
                <p14:nvPr/>
              </p14:nvContentPartPr>
              <p14:xfrm>
                <a:off x="5854500" y="2577608"/>
                <a:ext cx="126360" cy="289440"/>
              </p14:xfrm>
            </p:contentPart>
          </mc:Choice>
          <mc:Fallback xmlns=""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834B9C00-47DD-DCDF-E501-D5C80D9F8933}"/>
                    </a:ext>
                  </a:extLst>
                </p:cNvPr>
                <p:cNvPicPr/>
                <p:nvPr/>
              </p:nvPicPr>
              <p:blipFill>
                <a:blip r:embed="rId557"/>
                <a:stretch>
                  <a:fillRect/>
                </a:stretch>
              </p:blipFill>
              <p:spPr>
                <a:xfrm>
                  <a:off x="5845500" y="2568968"/>
                  <a:ext cx="144000" cy="30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8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B926F43C-0942-0878-5ED0-11B34BAD1974}"/>
                    </a:ext>
                  </a:extLst>
                </p14:cNvPr>
                <p14:cNvContentPartPr/>
                <p14:nvPr/>
              </p14:nvContentPartPr>
              <p14:xfrm>
                <a:off x="5969340" y="2551688"/>
                <a:ext cx="118800" cy="365040"/>
              </p14:xfrm>
            </p:contentPart>
          </mc:Choice>
          <mc:Fallback xmlns=""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B926F43C-0942-0878-5ED0-11B34BAD1974}"/>
                    </a:ext>
                  </a:extLst>
                </p:cNvPr>
                <p:cNvPicPr/>
                <p:nvPr/>
              </p:nvPicPr>
              <p:blipFill>
                <a:blip r:embed="rId559"/>
                <a:stretch>
                  <a:fillRect/>
                </a:stretch>
              </p:blipFill>
              <p:spPr>
                <a:xfrm>
                  <a:off x="5960700" y="2542688"/>
                  <a:ext cx="136440" cy="382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6" name="Group 305">
            <a:extLst>
              <a:ext uri="{FF2B5EF4-FFF2-40B4-BE49-F238E27FC236}">
                <a16:creationId xmlns:a16="http://schemas.microsoft.com/office/drawing/2014/main" id="{928B157A-3D74-5537-109E-3D8288A45A39}"/>
              </a:ext>
            </a:extLst>
          </p:cNvPr>
          <p:cNvGrpSpPr/>
          <p:nvPr/>
        </p:nvGrpSpPr>
        <p:grpSpPr>
          <a:xfrm>
            <a:off x="1017900" y="3324968"/>
            <a:ext cx="1200600" cy="527040"/>
            <a:chOff x="1017900" y="3324968"/>
            <a:chExt cx="1200600" cy="527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0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D347BD90-8037-A67C-8BD7-F54A3B86BD60}"/>
                    </a:ext>
                  </a:extLst>
                </p14:cNvPr>
                <p14:cNvContentPartPr/>
                <p14:nvPr/>
              </p14:nvContentPartPr>
              <p14:xfrm>
                <a:off x="1017900" y="3499208"/>
                <a:ext cx="222840" cy="246600"/>
              </p14:xfrm>
            </p:contentPart>
          </mc:Choice>
          <mc:Fallback xmlns=""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D347BD90-8037-A67C-8BD7-F54A3B86BD60}"/>
                    </a:ext>
                  </a:extLst>
                </p:cNvPr>
                <p:cNvPicPr/>
                <p:nvPr/>
              </p:nvPicPr>
              <p:blipFill>
                <a:blip r:embed="rId561"/>
                <a:stretch>
                  <a:fillRect/>
                </a:stretch>
              </p:blipFill>
              <p:spPr>
                <a:xfrm>
                  <a:off x="1008900" y="3490568"/>
                  <a:ext cx="24048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2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E747BC29-14E3-00C8-736F-BE447965DDD3}"/>
                    </a:ext>
                  </a:extLst>
                </p14:cNvPr>
                <p14:cNvContentPartPr/>
                <p14:nvPr/>
              </p14:nvContentPartPr>
              <p14:xfrm>
                <a:off x="1061100" y="3507128"/>
                <a:ext cx="107280" cy="250920"/>
              </p14:xfrm>
            </p:contentPart>
          </mc:Choice>
          <mc:Fallback xmlns=""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E747BC29-14E3-00C8-736F-BE447965DDD3}"/>
                    </a:ext>
                  </a:extLst>
                </p:cNvPr>
                <p:cNvPicPr/>
                <p:nvPr/>
              </p:nvPicPr>
              <p:blipFill>
                <a:blip r:embed="rId563"/>
                <a:stretch>
                  <a:fillRect/>
                </a:stretch>
              </p:blipFill>
              <p:spPr>
                <a:xfrm>
                  <a:off x="1052100" y="3498488"/>
                  <a:ext cx="12492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4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BB31EC04-221C-1E21-1EDF-0DA0715F8C01}"/>
                    </a:ext>
                  </a:extLst>
                </p14:cNvPr>
                <p14:cNvContentPartPr/>
                <p14:nvPr/>
              </p14:nvContentPartPr>
              <p14:xfrm>
                <a:off x="1313100" y="3760928"/>
                <a:ext cx="102240" cy="91080"/>
              </p14:xfrm>
            </p:contentPart>
          </mc:Choice>
          <mc:Fallback xmlns=""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BB31EC04-221C-1E21-1EDF-0DA0715F8C01}"/>
                    </a:ext>
                  </a:extLst>
                </p:cNvPr>
                <p:cNvPicPr/>
                <p:nvPr/>
              </p:nvPicPr>
              <p:blipFill>
                <a:blip r:embed="rId565"/>
                <a:stretch>
                  <a:fillRect/>
                </a:stretch>
              </p:blipFill>
              <p:spPr>
                <a:xfrm>
                  <a:off x="1304100" y="3752288"/>
                  <a:ext cx="11988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6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B672FB5F-CF80-C021-FC68-0323AF27111E}"/>
                    </a:ext>
                  </a:extLst>
                </p14:cNvPr>
                <p14:cNvContentPartPr/>
                <p14:nvPr/>
              </p14:nvContentPartPr>
              <p14:xfrm>
                <a:off x="1386900" y="3445208"/>
                <a:ext cx="124920" cy="327600"/>
              </p14:xfrm>
            </p:contentPart>
          </mc:Choice>
          <mc:Fallback xmlns=""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B672FB5F-CF80-C021-FC68-0323AF27111E}"/>
                    </a:ext>
                  </a:extLst>
                </p:cNvPr>
                <p:cNvPicPr/>
                <p:nvPr/>
              </p:nvPicPr>
              <p:blipFill>
                <a:blip r:embed="rId567"/>
                <a:stretch>
                  <a:fillRect/>
                </a:stretch>
              </p:blipFill>
              <p:spPr>
                <a:xfrm>
                  <a:off x="1377900" y="3436568"/>
                  <a:ext cx="142560" cy="34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8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0CCBA5F4-6125-0C10-D861-9DA0F04A7EE9}"/>
                    </a:ext>
                  </a:extLst>
                </p14:cNvPr>
                <p14:cNvContentPartPr/>
                <p14:nvPr/>
              </p14:nvContentPartPr>
              <p14:xfrm>
                <a:off x="1501380" y="3596408"/>
                <a:ext cx="181800" cy="150120"/>
              </p14:xfrm>
            </p:contentPart>
          </mc:Choice>
          <mc:Fallback xmlns=""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0CCBA5F4-6125-0C10-D861-9DA0F04A7EE9}"/>
                    </a:ext>
                  </a:extLst>
                </p:cNvPr>
                <p:cNvPicPr/>
                <p:nvPr/>
              </p:nvPicPr>
              <p:blipFill>
                <a:blip r:embed="rId569"/>
                <a:stretch>
                  <a:fillRect/>
                </a:stretch>
              </p:blipFill>
              <p:spPr>
                <a:xfrm>
                  <a:off x="1492740" y="3587408"/>
                  <a:ext cx="19944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0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652D2FFA-7E7C-B74B-F580-A46B04B53A14}"/>
                    </a:ext>
                  </a:extLst>
                </p14:cNvPr>
                <p14:cNvContentPartPr/>
                <p14:nvPr/>
              </p14:nvContentPartPr>
              <p14:xfrm>
                <a:off x="1621980" y="3470408"/>
                <a:ext cx="85680" cy="156240"/>
              </p14:xfrm>
            </p:contentPart>
          </mc:Choice>
          <mc:Fallback xmlns=""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652D2FFA-7E7C-B74B-F580-A46B04B53A14}"/>
                    </a:ext>
                  </a:extLst>
                </p:cNvPr>
                <p:cNvPicPr/>
                <p:nvPr/>
              </p:nvPicPr>
              <p:blipFill>
                <a:blip r:embed="rId571"/>
                <a:stretch>
                  <a:fillRect/>
                </a:stretch>
              </p:blipFill>
              <p:spPr>
                <a:xfrm>
                  <a:off x="1612980" y="3461408"/>
                  <a:ext cx="10332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2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CB31E0D2-2E77-5443-1B57-E4D3A569ED8F}"/>
                    </a:ext>
                  </a:extLst>
                </p14:cNvPr>
                <p14:cNvContentPartPr/>
                <p14:nvPr/>
              </p14:nvContentPartPr>
              <p14:xfrm>
                <a:off x="1574100" y="3328928"/>
                <a:ext cx="12600" cy="3600"/>
              </p14:xfrm>
            </p:contentPart>
          </mc:Choice>
          <mc:Fallback xmlns=""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CB31E0D2-2E77-5443-1B57-E4D3A569ED8F}"/>
                    </a:ext>
                  </a:extLst>
                </p:cNvPr>
                <p:cNvPicPr/>
                <p:nvPr/>
              </p:nvPicPr>
              <p:blipFill>
                <a:blip r:embed="rId573"/>
                <a:stretch>
                  <a:fillRect/>
                </a:stretch>
              </p:blipFill>
              <p:spPr>
                <a:xfrm>
                  <a:off x="1565100" y="3320288"/>
                  <a:ext cx="3024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4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B5239D87-50C1-1535-2D54-A1F64D703906}"/>
                    </a:ext>
                  </a:extLst>
                </p14:cNvPr>
                <p14:cNvContentPartPr/>
                <p14:nvPr/>
              </p14:nvContentPartPr>
              <p14:xfrm>
                <a:off x="1710900" y="3355568"/>
                <a:ext cx="171000" cy="111240"/>
              </p14:xfrm>
            </p:contentPart>
          </mc:Choice>
          <mc:Fallback xmlns=""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B5239D87-50C1-1535-2D54-A1F64D703906}"/>
                    </a:ext>
                  </a:extLst>
                </p:cNvPr>
                <p:cNvPicPr/>
                <p:nvPr/>
              </p:nvPicPr>
              <p:blipFill>
                <a:blip r:embed="rId575"/>
                <a:stretch>
                  <a:fillRect/>
                </a:stretch>
              </p:blipFill>
              <p:spPr>
                <a:xfrm>
                  <a:off x="1701900" y="3346568"/>
                  <a:ext cx="18864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6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717D1F35-2E13-3BA4-700E-668C9B1425C7}"/>
                    </a:ext>
                  </a:extLst>
                </p14:cNvPr>
                <p14:cNvContentPartPr/>
                <p14:nvPr/>
              </p14:nvContentPartPr>
              <p14:xfrm>
                <a:off x="1943100" y="3462488"/>
                <a:ext cx="121320" cy="101880"/>
              </p14:xfrm>
            </p:contentPart>
          </mc:Choice>
          <mc:Fallback xmlns=""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717D1F35-2E13-3BA4-700E-668C9B1425C7}"/>
                    </a:ext>
                  </a:extLst>
                </p:cNvPr>
                <p:cNvPicPr/>
                <p:nvPr/>
              </p:nvPicPr>
              <p:blipFill>
                <a:blip r:embed="rId577"/>
                <a:stretch>
                  <a:fillRect/>
                </a:stretch>
              </p:blipFill>
              <p:spPr>
                <a:xfrm>
                  <a:off x="1934100" y="3453848"/>
                  <a:ext cx="13896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8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C02DBE3F-0B8E-497F-89F5-EE2FA57C265E}"/>
                    </a:ext>
                  </a:extLst>
                </p14:cNvPr>
                <p14:cNvContentPartPr/>
                <p14:nvPr/>
              </p14:nvContentPartPr>
              <p14:xfrm>
                <a:off x="2020860" y="3324968"/>
                <a:ext cx="197640" cy="464400"/>
              </p14:xfrm>
            </p:contentPart>
          </mc:Choice>
          <mc:Fallback xmlns=""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C02DBE3F-0B8E-497F-89F5-EE2FA57C265E}"/>
                    </a:ext>
                  </a:extLst>
                </p:cNvPr>
                <p:cNvPicPr/>
                <p:nvPr/>
              </p:nvPicPr>
              <p:blipFill>
                <a:blip r:embed="rId579"/>
                <a:stretch>
                  <a:fillRect/>
                </a:stretch>
              </p:blipFill>
              <p:spPr>
                <a:xfrm>
                  <a:off x="2011860" y="3315968"/>
                  <a:ext cx="215280" cy="482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8" name="Group 317">
            <a:extLst>
              <a:ext uri="{FF2B5EF4-FFF2-40B4-BE49-F238E27FC236}">
                <a16:creationId xmlns:a16="http://schemas.microsoft.com/office/drawing/2014/main" id="{B4F0D524-43A9-59B5-83EF-7A89B8D7DA8B}"/>
              </a:ext>
            </a:extLst>
          </p:cNvPr>
          <p:cNvGrpSpPr/>
          <p:nvPr/>
        </p:nvGrpSpPr>
        <p:grpSpPr>
          <a:xfrm>
            <a:off x="2369340" y="3593168"/>
            <a:ext cx="114120" cy="54360"/>
            <a:chOff x="2369340" y="3593168"/>
            <a:chExt cx="114120" cy="54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80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2949EA75-B9C1-B4EC-B763-030511101FE6}"/>
                    </a:ext>
                  </a:extLst>
                </p14:cNvPr>
                <p14:cNvContentPartPr/>
                <p14:nvPr/>
              </p14:nvContentPartPr>
              <p14:xfrm>
                <a:off x="2369340" y="3641768"/>
                <a:ext cx="114120" cy="5760"/>
              </p14:xfrm>
            </p:contentPart>
          </mc:Choice>
          <mc:Fallback xmlns=""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2949EA75-B9C1-B4EC-B763-030511101FE6}"/>
                    </a:ext>
                  </a:extLst>
                </p:cNvPr>
                <p:cNvPicPr/>
                <p:nvPr/>
              </p:nvPicPr>
              <p:blipFill>
                <a:blip r:embed="rId581"/>
                <a:stretch>
                  <a:fillRect/>
                </a:stretch>
              </p:blipFill>
              <p:spPr>
                <a:xfrm>
                  <a:off x="2360700" y="3633128"/>
                  <a:ext cx="13176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2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770C61F0-0143-87C7-BE83-B5823EA1F246}"/>
                    </a:ext>
                  </a:extLst>
                </p14:cNvPr>
                <p14:cNvContentPartPr/>
                <p14:nvPr/>
              </p14:nvContentPartPr>
              <p14:xfrm>
                <a:off x="2370780" y="3593168"/>
                <a:ext cx="86760" cy="12600"/>
              </p14:xfrm>
            </p:contentPart>
          </mc:Choice>
          <mc:Fallback xmlns=""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770C61F0-0143-87C7-BE83-B5823EA1F246}"/>
                    </a:ext>
                  </a:extLst>
                </p:cNvPr>
                <p:cNvPicPr/>
                <p:nvPr/>
              </p:nvPicPr>
              <p:blipFill>
                <a:blip r:embed="rId583"/>
                <a:stretch>
                  <a:fillRect/>
                </a:stretch>
              </p:blipFill>
              <p:spPr>
                <a:xfrm>
                  <a:off x="2362140" y="3584528"/>
                  <a:ext cx="104400" cy="30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4" name="Group 333">
            <a:extLst>
              <a:ext uri="{FF2B5EF4-FFF2-40B4-BE49-F238E27FC236}">
                <a16:creationId xmlns:a16="http://schemas.microsoft.com/office/drawing/2014/main" id="{8C28B314-5C8F-A227-9B22-B858696ED0DA}"/>
              </a:ext>
            </a:extLst>
          </p:cNvPr>
          <p:cNvGrpSpPr/>
          <p:nvPr/>
        </p:nvGrpSpPr>
        <p:grpSpPr>
          <a:xfrm>
            <a:off x="2677500" y="3362408"/>
            <a:ext cx="2304720" cy="576360"/>
            <a:chOff x="2677500" y="3362408"/>
            <a:chExt cx="2304720" cy="576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84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008BD923-16F2-60FD-AE34-51371EEFEA0C}"/>
                    </a:ext>
                  </a:extLst>
                </p14:cNvPr>
                <p14:cNvContentPartPr/>
                <p14:nvPr/>
              </p14:nvContentPartPr>
              <p14:xfrm>
                <a:off x="2700180" y="3403808"/>
                <a:ext cx="22680" cy="97560"/>
              </p14:xfrm>
            </p:contentPart>
          </mc:Choice>
          <mc:Fallback xmlns=""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008BD923-16F2-60FD-AE34-51371EEFEA0C}"/>
                    </a:ext>
                  </a:extLst>
                </p:cNvPr>
                <p:cNvPicPr/>
                <p:nvPr/>
              </p:nvPicPr>
              <p:blipFill>
                <a:blip r:embed="rId585"/>
                <a:stretch>
                  <a:fillRect/>
                </a:stretch>
              </p:blipFill>
              <p:spPr>
                <a:xfrm>
                  <a:off x="2691180" y="3395168"/>
                  <a:ext cx="4032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6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DE0393E3-2B98-4F76-A44C-F6CB047D0E36}"/>
                    </a:ext>
                  </a:extLst>
                </p14:cNvPr>
                <p14:cNvContentPartPr/>
                <p14:nvPr/>
              </p14:nvContentPartPr>
              <p14:xfrm>
                <a:off x="2683980" y="3584528"/>
                <a:ext cx="168480" cy="5400"/>
              </p14:xfrm>
            </p:contentPart>
          </mc:Choice>
          <mc:Fallback xmlns=""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DE0393E3-2B98-4F76-A44C-F6CB047D0E36}"/>
                    </a:ext>
                  </a:extLst>
                </p:cNvPr>
                <p:cNvPicPr/>
                <p:nvPr/>
              </p:nvPicPr>
              <p:blipFill>
                <a:blip r:embed="rId587"/>
                <a:stretch>
                  <a:fillRect/>
                </a:stretch>
              </p:blipFill>
              <p:spPr>
                <a:xfrm>
                  <a:off x="2675340" y="3575888"/>
                  <a:ext cx="18612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8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D2ADA2F3-B38A-C7A4-28B1-48750C76EE3C}"/>
                    </a:ext>
                  </a:extLst>
                </p14:cNvPr>
                <p14:cNvContentPartPr/>
                <p14:nvPr/>
              </p14:nvContentPartPr>
              <p14:xfrm>
                <a:off x="2745180" y="3719888"/>
                <a:ext cx="44640" cy="129960"/>
              </p14:xfrm>
            </p:contentPart>
          </mc:Choice>
          <mc:Fallback xmlns=""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D2ADA2F3-B38A-C7A4-28B1-48750C76EE3C}"/>
                    </a:ext>
                  </a:extLst>
                </p:cNvPr>
                <p:cNvPicPr/>
                <p:nvPr/>
              </p:nvPicPr>
              <p:blipFill>
                <a:blip r:embed="rId589"/>
                <a:stretch>
                  <a:fillRect/>
                </a:stretch>
              </p:blipFill>
              <p:spPr>
                <a:xfrm>
                  <a:off x="2736540" y="3710888"/>
                  <a:ext cx="6228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0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EAA324F3-FFAB-1755-EDD2-8E20DA3AEFD3}"/>
                    </a:ext>
                  </a:extLst>
                </p14:cNvPr>
                <p14:cNvContentPartPr/>
                <p14:nvPr/>
              </p14:nvContentPartPr>
              <p14:xfrm>
                <a:off x="2677500" y="3677408"/>
                <a:ext cx="133200" cy="26640"/>
              </p14:xfrm>
            </p:contentPart>
          </mc:Choice>
          <mc:Fallback xmlns=""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EAA324F3-FFAB-1755-EDD2-8E20DA3AEFD3}"/>
                    </a:ext>
                  </a:extLst>
                </p:cNvPr>
                <p:cNvPicPr/>
                <p:nvPr/>
              </p:nvPicPr>
              <p:blipFill>
                <a:blip r:embed="rId591"/>
                <a:stretch>
                  <a:fillRect/>
                </a:stretch>
              </p:blipFill>
              <p:spPr>
                <a:xfrm>
                  <a:off x="2668860" y="3668768"/>
                  <a:ext cx="15084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2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2A0F9D1F-045F-6F2E-27E7-CCB7E27891D2}"/>
                    </a:ext>
                  </a:extLst>
                </p14:cNvPr>
                <p14:cNvContentPartPr/>
                <p14:nvPr/>
              </p14:nvContentPartPr>
              <p14:xfrm>
                <a:off x="2841660" y="3818168"/>
                <a:ext cx="140040" cy="83880"/>
              </p14:xfrm>
            </p:contentPart>
          </mc:Choice>
          <mc:Fallback xmlns=""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2A0F9D1F-045F-6F2E-27E7-CCB7E27891D2}"/>
                    </a:ext>
                  </a:extLst>
                </p:cNvPr>
                <p:cNvPicPr/>
                <p:nvPr/>
              </p:nvPicPr>
              <p:blipFill>
                <a:blip r:embed="rId593"/>
                <a:stretch>
                  <a:fillRect/>
                </a:stretch>
              </p:blipFill>
              <p:spPr>
                <a:xfrm>
                  <a:off x="2833020" y="3809528"/>
                  <a:ext cx="15768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4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3866685A-1AF2-45DB-C0E7-45BC10FA078B}"/>
                    </a:ext>
                  </a:extLst>
                </p14:cNvPr>
                <p14:cNvContentPartPr/>
                <p14:nvPr/>
              </p14:nvContentPartPr>
              <p14:xfrm>
                <a:off x="3073860" y="3493088"/>
                <a:ext cx="324000" cy="212040"/>
              </p14:xfrm>
            </p:contentPart>
          </mc:Choice>
          <mc:Fallback xmlns=""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3866685A-1AF2-45DB-C0E7-45BC10FA078B}"/>
                    </a:ext>
                  </a:extLst>
                </p:cNvPr>
                <p:cNvPicPr/>
                <p:nvPr/>
              </p:nvPicPr>
              <p:blipFill>
                <a:blip r:embed="rId595"/>
                <a:stretch>
                  <a:fillRect/>
                </a:stretch>
              </p:blipFill>
              <p:spPr>
                <a:xfrm>
                  <a:off x="3065220" y="3484448"/>
                  <a:ext cx="34164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6">
              <p14:nvContentPartPr>
                <p14:cNvPr id="315" name="Ink 314">
                  <a:extLst>
                    <a:ext uri="{FF2B5EF4-FFF2-40B4-BE49-F238E27FC236}">
                      <a16:creationId xmlns:a16="http://schemas.microsoft.com/office/drawing/2014/main" id="{452C9BDD-F64B-7B7E-9FA6-972EE4A5707B}"/>
                    </a:ext>
                  </a:extLst>
                </p14:cNvPr>
                <p14:cNvContentPartPr/>
                <p14:nvPr/>
              </p14:nvContentPartPr>
              <p14:xfrm>
                <a:off x="3184740" y="3787208"/>
                <a:ext cx="47160" cy="147240"/>
              </p14:xfrm>
            </p:contentPart>
          </mc:Choice>
          <mc:Fallback xmlns="">
            <p:pic>
              <p:nvPicPr>
                <p:cNvPr id="315" name="Ink 314">
                  <a:extLst>
                    <a:ext uri="{FF2B5EF4-FFF2-40B4-BE49-F238E27FC236}">
                      <a16:creationId xmlns:a16="http://schemas.microsoft.com/office/drawing/2014/main" id="{452C9BDD-F64B-7B7E-9FA6-972EE4A5707B}"/>
                    </a:ext>
                  </a:extLst>
                </p:cNvPr>
                <p:cNvPicPr/>
                <p:nvPr/>
              </p:nvPicPr>
              <p:blipFill>
                <a:blip r:embed="rId597"/>
                <a:stretch>
                  <a:fillRect/>
                </a:stretch>
              </p:blipFill>
              <p:spPr>
                <a:xfrm>
                  <a:off x="3175740" y="3778208"/>
                  <a:ext cx="6480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8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81509B8F-70D5-9A59-1409-D56AB8065726}"/>
                    </a:ext>
                  </a:extLst>
                </p14:cNvPr>
                <p14:cNvContentPartPr/>
                <p14:nvPr/>
              </p14:nvContentPartPr>
              <p14:xfrm>
                <a:off x="3222180" y="3865328"/>
                <a:ext cx="134280" cy="73440"/>
              </p14:xfrm>
            </p:contentPart>
          </mc:Choice>
          <mc:Fallback xmlns=""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81509B8F-70D5-9A59-1409-D56AB8065726}"/>
                    </a:ext>
                  </a:extLst>
                </p:cNvPr>
                <p:cNvPicPr/>
                <p:nvPr/>
              </p:nvPicPr>
              <p:blipFill>
                <a:blip r:embed="rId599"/>
                <a:stretch>
                  <a:fillRect/>
                </a:stretch>
              </p:blipFill>
              <p:spPr>
                <a:xfrm>
                  <a:off x="3213540" y="3856328"/>
                  <a:ext cx="15192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0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E42917E3-9141-7309-9581-4183E680DEE4}"/>
                    </a:ext>
                  </a:extLst>
                </p14:cNvPr>
                <p14:cNvContentPartPr/>
                <p14:nvPr/>
              </p14:nvContentPartPr>
              <p14:xfrm>
                <a:off x="3542220" y="3463568"/>
                <a:ext cx="308520" cy="270360"/>
              </p14:xfrm>
            </p:contentPart>
          </mc:Choice>
          <mc:Fallback xmlns=""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E42917E3-9141-7309-9581-4183E680DEE4}"/>
                    </a:ext>
                  </a:extLst>
                </p:cNvPr>
                <p:cNvPicPr/>
                <p:nvPr/>
              </p:nvPicPr>
              <p:blipFill>
                <a:blip r:embed="rId601"/>
                <a:stretch>
                  <a:fillRect/>
                </a:stretch>
              </p:blipFill>
              <p:spPr>
                <a:xfrm>
                  <a:off x="3533220" y="3454568"/>
                  <a:ext cx="326160" cy="28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2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B06C65A5-EE3C-0994-50E5-2CD50487BEC9}"/>
                    </a:ext>
                  </a:extLst>
                </p14:cNvPr>
                <p14:cNvContentPartPr/>
                <p14:nvPr/>
              </p14:nvContentPartPr>
              <p14:xfrm>
                <a:off x="3611700" y="3497048"/>
                <a:ext cx="160560" cy="243000"/>
              </p14:xfrm>
            </p:contentPart>
          </mc:Choice>
          <mc:Fallback xmlns=""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B06C65A5-EE3C-0994-50E5-2CD50487BEC9}"/>
                    </a:ext>
                  </a:extLst>
                </p:cNvPr>
                <p:cNvPicPr/>
                <p:nvPr/>
              </p:nvPicPr>
              <p:blipFill>
                <a:blip r:embed="rId603"/>
                <a:stretch>
                  <a:fillRect/>
                </a:stretch>
              </p:blipFill>
              <p:spPr>
                <a:xfrm>
                  <a:off x="3602700" y="3488048"/>
                  <a:ext cx="17820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4">
              <p14:nvContentPartPr>
                <p14:cNvPr id="321" name="Ink 320">
                  <a:extLst>
                    <a:ext uri="{FF2B5EF4-FFF2-40B4-BE49-F238E27FC236}">
                      <a16:creationId xmlns:a16="http://schemas.microsoft.com/office/drawing/2014/main" id="{3FCEC54D-DBD2-6EF8-C2AB-01F534E7A861}"/>
                    </a:ext>
                  </a:extLst>
                </p14:cNvPr>
                <p14:cNvContentPartPr/>
                <p14:nvPr/>
              </p14:nvContentPartPr>
              <p14:xfrm>
                <a:off x="3885300" y="3694328"/>
                <a:ext cx="117000" cy="99720"/>
              </p14:xfrm>
            </p:contentPart>
          </mc:Choice>
          <mc:Fallback xmlns="">
            <p:pic>
              <p:nvPicPr>
                <p:cNvPr id="321" name="Ink 320">
                  <a:extLst>
                    <a:ext uri="{FF2B5EF4-FFF2-40B4-BE49-F238E27FC236}">
                      <a16:creationId xmlns:a16="http://schemas.microsoft.com/office/drawing/2014/main" id="{3FCEC54D-DBD2-6EF8-C2AB-01F534E7A861}"/>
                    </a:ext>
                  </a:extLst>
                </p:cNvPr>
                <p:cNvPicPr/>
                <p:nvPr/>
              </p:nvPicPr>
              <p:blipFill>
                <a:blip r:embed="rId605"/>
                <a:stretch>
                  <a:fillRect/>
                </a:stretch>
              </p:blipFill>
              <p:spPr>
                <a:xfrm>
                  <a:off x="3876300" y="3685328"/>
                  <a:ext cx="13464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6">
              <p14:nvContentPartPr>
                <p14:cNvPr id="323" name="Ink 322">
                  <a:extLst>
                    <a:ext uri="{FF2B5EF4-FFF2-40B4-BE49-F238E27FC236}">
                      <a16:creationId xmlns:a16="http://schemas.microsoft.com/office/drawing/2014/main" id="{86634253-E51E-B8F5-2B55-D239FCD7616B}"/>
                    </a:ext>
                  </a:extLst>
                </p14:cNvPr>
                <p14:cNvContentPartPr/>
                <p14:nvPr/>
              </p14:nvContentPartPr>
              <p14:xfrm>
                <a:off x="4093380" y="3431888"/>
                <a:ext cx="124920" cy="340560"/>
              </p14:xfrm>
            </p:contentPart>
          </mc:Choice>
          <mc:Fallback xmlns="">
            <p:pic>
              <p:nvPicPr>
                <p:cNvPr id="323" name="Ink 322">
                  <a:extLst>
                    <a:ext uri="{FF2B5EF4-FFF2-40B4-BE49-F238E27FC236}">
                      <a16:creationId xmlns:a16="http://schemas.microsoft.com/office/drawing/2014/main" id="{86634253-E51E-B8F5-2B55-D239FCD7616B}"/>
                    </a:ext>
                  </a:extLst>
                </p:cNvPr>
                <p:cNvPicPr/>
                <p:nvPr/>
              </p:nvPicPr>
              <p:blipFill>
                <a:blip r:embed="rId607"/>
                <a:stretch>
                  <a:fillRect/>
                </a:stretch>
              </p:blipFill>
              <p:spPr>
                <a:xfrm>
                  <a:off x="4084380" y="3423248"/>
                  <a:ext cx="142560" cy="35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8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FF3A8E2C-9D90-842F-2E3D-A379808ABCC2}"/>
                    </a:ext>
                  </a:extLst>
                </p14:cNvPr>
                <p14:cNvContentPartPr/>
                <p14:nvPr/>
              </p14:nvContentPartPr>
              <p14:xfrm>
                <a:off x="4278420" y="3633128"/>
                <a:ext cx="96480" cy="236880"/>
              </p14:xfrm>
            </p:contentPart>
          </mc:Choice>
          <mc:Fallback xmlns=""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FF3A8E2C-9D90-842F-2E3D-A379808ABCC2}"/>
                    </a:ext>
                  </a:extLst>
                </p:cNvPr>
                <p:cNvPicPr/>
                <p:nvPr/>
              </p:nvPicPr>
              <p:blipFill>
                <a:blip r:embed="rId609"/>
                <a:stretch>
                  <a:fillRect/>
                </a:stretch>
              </p:blipFill>
              <p:spPr>
                <a:xfrm>
                  <a:off x="4269780" y="3624128"/>
                  <a:ext cx="11412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0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DF548E07-064C-0E79-B77D-350E2045B3CE}"/>
                    </a:ext>
                  </a:extLst>
                </p14:cNvPr>
                <p14:cNvContentPartPr/>
                <p14:nvPr/>
              </p14:nvContentPartPr>
              <p14:xfrm>
                <a:off x="4261500" y="3506768"/>
                <a:ext cx="9360" cy="6480"/>
              </p14:xfrm>
            </p:contentPart>
          </mc:Choice>
          <mc:Fallback xmlns=""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DF548E07-064C-0E79-B77D-350E2045B3CE}"/>
                    </a:ext>
                  </a:extLst>
                </p:cNvPr>
                <p:cNvPicPr/>
                <p:nvPr/>
              </p:nvPicPr>
              <p:blipFill>
                <a:blip r:embed="rId611"/>
                <a:stretch>
                  <a:fillRect/>
                </a:stretch>
              </p:blipFill>
              <p:spPr>
                <a:xfrm>
                  <a:off x="4252500" y="3497768"/>
                  <a:ext cx="2700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2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4D2FB6B9-310F-09FB-A9E8-9DA434F0C818}"/>
                    </a:ext>
                  </a:extLst>
                </p14:cNvPr>
                <p14:cNvContentPartPr/>
                <p14:nvPr/>
              </p14:nvContentPartPr>
              <p14:xfrm>
                <a:off x="4399740" y="3380408"/>
                <a:ext cx="109440" cy="376920"/>
              </p14:xfrm>
            </p:contentPart>
          </mc:Choice>
          <mc:Fallback xmlns=""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4D2FB6B9-310F-09FB-A9E8-9DA434F0C818}"/>
                    </a:ext>
                  </a:extLst>
                </p:cNvPr>
                <p:cNvPicPr/>
                <p:nvPr/>
              </p:nvPicPr>
              <p:blipFill>
                <a:blip r:embed="rId613"/>
                <a:stretch>
                  <a:fillRect/>
                </a:stretch>
              </p:blipFill>
              <p:spPr>
                <a:xfrm>
                  <a:off x="4391100" y="3371408"/>
                  <a:ext cx="127080" cy="39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4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50263E46-AEE7-7BB2-DBD3-1D8BAE23D7DA}"/>
                    </a:ext>
                  </a:extLst>
                </p14:cNvPr>
                <p14:cNvContentPartPr/>
                <p14:nvPr/>
              </p14:nvContentPartPr>
              <p14:xfrm>
                <a:off x="4553100" y="3362408"/>
                <a:ext cx="205560" cy="123840"/>
              </p14:xfrm>
            </p:contentPart>
          </mc:Choice>
          <mc:Fallback xmlns=""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50263E46-AEE7-7BB2-DBD3-1D8BAE23D7DA}"/>
                    </a:ext>
                  </a:extLst>
                </p:cNvPr>
                <p:cNvPicPr/>
                <p:nvPr/>
              </p:nvPicPr>
              <p:blipFill>
                <a:blip r:embed="rId615"/>
                <a:stretch>
                  <a:fillRect/>
                </a:stretch>
              </p:blipFill>
              <p:spPr>
                <a:xfrm>
                  <a:off x="4544460" y="3353768"/>
                  <a:ext cx="22320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6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8406E068-87A8-4B05-0832-7CE23ADA0947}"/>
                    </a:ext>
                  </a:extLst>
                </p14:cNvPr>
                <p14:cNvContentPartPr/>
                <p14:nvPr/>
              </p14:nvContentPartPr>
              <p14:xfrm>
                <a:off x="4795380" y="3425408"/>
                <a:ext cx="130320" cy="87120"/>
              </p14:xfrm>
            </p:contentPart>
          </mc:Choice>
          <mc:Fallback xmlns=""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8406E068-87A8-4B05-0832-7CE23ADA0947}"/>
                    </a:ext>
                  </a:extLst>
                </p:cNvPr>
                <p:cNvPicPr/>
                <p:nvPr/>
              </p:nvPicPr>
              <p:blipFill>
                <a:blip r:embed="rId617"/>
                <a:stretch>
                  <a:fillRect/>
                </a:stretch>
              </p:blipFill>
              <p:spPr>
                <a:xfrm>
                  <a:off x="4786380" y="3416408"/>
                  <a:ext cx="14796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8">
              <p14:nvContentPartPr>
                <p14:cNvPr id="330" name="Ink 329">
                  <a:extLst>
                    <a:ext uri="{FF2B5EF4-FFF2-40B4-BE49-F238E27FC236}">
                      <a16:creationId xmlns:a16="http://schemas.microsoft.com/office/drawing/2014/main" id="{0715DD1B-31E1-0659-8C0D-3B18BAD20355}"/>
                    </a:ext>
                  </a:extLst>
                </p14:cNvPr>
                <p14:cNvContentPartPr/>
                <p14:nvPr/>
              </p14:nvContentPartPr>
              <p14:xfrm>
                <a:off x="4577220" y="3588848"/>
                <a:ext cx="379440" cy="16920"/>
              </p14:xfrm>
            </p:contentPart>
          </mc:Choice>
          <mc:Fallback xmlns="">
            <p:pic>
              <p:nvPicPr>
                <p:cNvPr id="330" name="Ink 329">
                  <a:extLst>
                    <a:ext uri="{FF2B5EF4-FFF2-40B4-BE49-F238E27FC236}">
                      <a16:creationId xmlns:a16="http://schemas.microsoft.com/office/drawing/2014/main" id="{0715DD1B-31E1-0659-8C0D-3B18BAD20355}"/>
                    </a:ext>
                  </a:extLst>
                </p:cNvPr>
                <p:cNvPicPr/>
                <p:nvPr/>
              </p:nvPicPr>
              <p:blipFill>
                <a:blip r:embed="rId619"/>
                <a:stretch>
                  <a:fillRect/>
                </a:stretch>
              </p:blipFill>
              <p:spPr>
                <a:xfrm>
                  <a:off x="4568580" y="3580208"/>
                  <a:ext cx="39708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0">
              <p14:nvContentPartPr>
                <p14:cNvPr id="331" name="Ink 330">
                  <a:extLst>
                    <a:ext uri="{FF2B5EF4-FFF2-40B4-BE49-F238E27FC236}">
                      <a16:creationId xmlns:a16="http://schemas.microsoft.com/office/drawing/2014/main" id="{0D6F06DE-381F-560B-0A79-EFEB85308E77}"/>
                    </a:ext>
                  </a:extLst>
                </p14:cNvPr>
                <p14:cNvContentPartPr/>
                <p14:nvPr/>
              </p14:nvContentPartPr>
              <p14:xfrm>
                <a:off x="4735980" y="3703328"/>
                <a:ext cx="52920" cy="92160"/>
              </p14:xfrm>
            </p:contentPart>
          </mc:Choice>
          <mc:Fallback xmlns="">
            <p:pic>
              <p:nvPicPr>
                <p:cNvPr id="331" name="Ink 330">
                  <a:extLst>
                    <a:ext uri="{FF2B5EF4-FFF2-40B4-BE49-F238E27FC236}">
                      <a16:creationId xmlns:a16="http://schemas.microsoft.com/office/drawing/2014/main" id="{0D6F06DE-381F-560B-0A79-EFEB85308E77}"/>
                    </a:ext>
                  </a:extLst>
                </p:cNvPr>
                <p:cNvPicPr/>
                <p:nvPr/>
              </p:nvPicPr>
              <p:blipFill>
                <a:blip r:embed="rId621"/>
                <a:stretch>
                  <a:fillRect/>
                </a:stretch>
              </p:blipFill>
              <p:spPr>
                <a:xfrm>
                  <a:off x="4726980" y="3694328"/>
                  <a:ext cx="7056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2">
              <p14:nvContentPartPr>
                <p14:cNvPr id="332" name="Ink 331">
                  <a:extLst>
                    <a:ext uri="{FF2B5EF4-FFF2-40B4-BE49-F238E27FC236}">
                      <a16:creationId xmlns:a16="http://schemas.microsoft.com/office/drawing/2014/main" id="{26F8772E-B037-4D0C-1399-288E4C3FFCA5}"/>
                    </a:ext>
                  </a:extLst>
                </p14:cNvPr>
                <p14:cNvContentPartPr/>
                <p14:nvPr/>
              </p14:nvContentPartPr>
              <p14:xfrm>
                <a:off x="4634460" y="3664808"/>
                <a:ext cx="187200" cy="6480"/>
              </p14:xfrm>
            </p:contentPart>
          </mc:Choice>
          <mc:Fallback xmlns="">
            <p:pic>
              <p:nvPicPr>
                <p:cNvPr id="332" name="Ink 331">
                  <a:extLst>
                    <a:ext uri="{FF2B5EF4-FFF2-40B4-BE49-F238E27FC236}">
                      <a16:creationId xmlns:a16="http://schemas.microsoft.com/office/drawing/2014/main" id="{26F8772E-B037-4D0C-1399-288E4C3FFCA5}"/>
                    </a:ext>
                  </a:extLst>
                </p:cNvPr>
                <p:cNvPicPr/>
                <p:nvPr/>
              </p:nvPicPr>
              <p:blipFill>
                <a:blip r:embed="rId623"/>
                <a:stretch>
                  <a:fillRect/>
                </a:stretch>
              </p:blipFill>
              <p:spPr>
                <a:xfrm>
                  <a:off x="4625460" y="3655808"/>
                  <a:ext cx="20484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4">
              <p14:nvContentPartPr>
                <p14:cNvPr id="333" name="Ink 332">
                  <a:extLst>
                    <a:ext uri="{FF2B5EF4-FFF2-40B4-BE49-F238E27FC236}">
                      <a16:creationId xmlns:a16="http://schemas.microsoft.com/office/drawing/2014/main" id="{5B29B814-D657-89C7-5E32-FF4EAF37E755}"/>
                    </a:ext>
                  </a:extLst>
                </p14:cNvPr>
                <p14:cNvContentPartPr/>
                <p14:nvPr/>
              </p14:nvContentPartPr>
              <p14:xfrm>
                <a:off x="4852260" y="3776408"/>
                <a:ext cx="129960" cy="63360"/>
              </p14:xfrm>
            </p:contentPart>
          </mc:Choice>
          <mc:Fallback xmlns="">
            <p:pic>
              <p:nvPicPr>
                <p:cNvPr id="333" name="Ink 332">
                  <a:extLst>
                    <a:ext uri="{FF2B5EF4-FFF2-40B4-BE49-F238E27FC236}">
                      <a16:creationId xmlns:a16="http://schemas.microsoft.com/office/drawing/2014/main" id="{5B29B814-D657-89C7-5E32-FF4EAF37E755}"/>
                    </a:ext>
                  </a:extLst>
                </p:cNvPr>
                <p:cNvPicPr/>
                <p:nvPr/>
              </p:nvPicPr>
              <p:blipFill>
                <a:blip r:embed="rId625"/>
                <a:stretch>
                  <a:fillRect/>
                </a:stretch>
              </p:blipFill>
              <p:spPr>
                <a:xfrm>
                  <a:off x="4843620" y="3767768"/>
                  <a:ext cx="147600" cy="81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26">
            <p14:nvContentPartPr>
              <p14:cNvPr id="335" name="Ink 334">
                <a:extLst>
                  <a:ext uri="{FF2B5EF4-FFF2-40B4-BE49-F238E27FC236}">
                    <a16:creationId xmlns:a16="http://schemas.microsoft.com/office/drawing/2014/main" id="{397BB82A-8903-2465-401B-9D954661C211}"/>
                  </a:ext>
                </a:extLst>
              </p14:cNvPr>
              <p14:cNvContentPartPr/>
              <p14:nvPr/>
            </p14:nvContentPartPr>
            <p14:xfrm>
              <a:off x="5148900" y="3604328"/>
              <a:ext cx="93240" cy="21960"/>
            </p14:xfrm>
          </p:contentPart>
        </mc:Choice>
        <mc:Fallback xmlns="">
          <p:pic>
            <p:nvPicPr>
              <p:cNvPr id="335" name="Ink 334">
                <a:extLst>
                  <a:ext uri="{FF2B5EF4-FFF2-40B4-BE49-F238E27FC236}">
                    <a16:creationId xmlns:a16="http://schemas.microsoft.com/office/drawing/2014/main" id="{397BB82A-8903-2465-401B-9D954661C211}"/>
                  </a:ext>
                </a:extLst>
              </p:cNvPr>
              <p:cNvPicPr/>
              <p:nvPr/>
            </p:nvPicPr>
            <p:blipFill>
              <a:blip r:embed="rId627"/>
              <a:stretch>
                <a:fillRect/>
              </a:stretch>
            </p:blipFill>
            <p:spPr>
              <a:xfrm>
                <a:off x="5140260" y="3595688"/>
                <a:ext cx="110880" cy="39600"/>
              </a:xfrm>
              <a:prstGeom prst="rect">
                <a:avLst/>
              </a:prstGeom>
            </p:spPr>
          </p:pic>
        </mc:Fallback>
      </mc:AlternateContent>
      <p:grpSp>
        <p:nvGrpSpPr>
          <p:cNvPr id="348" name="Group 347">
            <a:extLst>
              <a:ext uri="{FF2B5EF4-FFF2-40B4-BE49-F238E27FC236}">
                <a16:creationId xmlns:a16="http://schemas.microsoft.com/office/drawing/2014/main" id="{4B9B9D4F-992A-7EC1-2746-FA1369ABA7D8}"/>
              </a:ext>
            </a:extLst>
          </p:cNvPr>
          <p:cNvGrpSpPr/>
          <p:nvPr/>
        </p:nvGrpSpPr>
        <p:grpSpPr>
          <a:xfrm>
            <a:off x="5387580" y="3314528"/>
            <a:ext cx="816840" cy="536400"/>
            <a:chOff x="5387580" y="3314528"/>
            <a:chExt cx="816840" cy="536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28">
              <p14:nvContentPartPr>
                <p14:cNvPr id="336" name="Ink 335">
                  <a:extLst>
                    <a:ext uri="{FF2B5EF4-FFF2-40B4-BE49-F238E27FC236}">
                      <a16:creationId xmlns:a16="http://schemas.microsoft.com/office/drawing/2014/main" id="{9C6D5BF2-5B04-81B3-F74A-3CA2D223B366}"/>
                    </a:ext>
                  </a:extLst>
                </p14:cNvPr>
                <p14:cNvContentPartPr/>
                <p14:nvPr/>
              </p14:nvContentPartPr>
              <p14:xfrm>
                <a:off x="5387580" y="3391568"/>
                <a:ext cx="135000" cy="104400"/>
              </p14:xfrm>
            </p:contentPart>
          </mc:Choice>
          <mc:Fallback xmlns="">
            <p:pic>
              <p:nvPicPr>
                <p:cNvPr id="336" name="Ink 335">
                  <a:extLst>
                    <a:ext uri="{FF2B5EF4-FFF2-40B4-BE49-F238E27FC236}">
                      <a16:creationId xmlns:a16="http://schemas.microsoft.com/office/drawing/2014/main" id="{9C6D5BF2-5B04-81B3-F74A-3CA2D223B366}"/>
                    </a:ext>
                  </a:extLst>
                </p:cNvPr>
                <p:cNvPicPr/>
                <p:nvPr/>
              </p:nvPicPr>
              <p:blipFill>
                <a:blip r:embed="rId629"/>
                <a:stretch>
                  <a:fillRect/>
                </a:stretch>
              </p:blipFill>
              <p:spPr>
                <a:xfrm>
                  <a:off x="5378580" y="3382928"/>
                  <a:ext cx="15264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0">
              <p14:nvContentPartPr>
                <p14:cNvPr id="337" name="Ink 336">
                  <a:extLst>
                    <a:ext uri="{FF2B5EF4-FFF2-40B4-BE49-F238E27FC236}">
                      <a16:creationId xmlns:a16="http://schemas.microsoft.com/office/drawing/2014/main" id="{B803FB41-3EC4-8E71-928E-5DAD201F207E}"/>
                    </a:ext>
                  </a:extLst>
                </p14:cNvPr>
                <p14:cNvContentPartPr/>
                <p14:nvPr/>
              </p14:nvContentPartPr>
              <p14:xfrm>
                <a:off x="5548500" y="3423608"/>
                <a:ext cx="61920" cy="56520"/>
              </p14:xfrm>
            </p:contentPart>
          </mc:Choice>
          <mc:Fallback xmlns="">
            <p:pic>
              <p:nvPicPr>
                <p:cNvPr id="337" name="Ink 336">
                  <a:extLst>
                    <a:ext uri="{FF2B5EF4-FFF2-40B4-BE49-F238E27FC236}">
                      <a16:creationId xmlns:a16="http://schemas.microsoft.com/office/drawing/2014/main" id="{B803FB41-3EC4-8E71-928E-5DAD201F207E}"/>
                    </a:ext>
                  </a:extLst>
                </p:cNvPr>
                <p:cNvPicPr/>
                <p:nvPr/>
              </p:nvPicPr>
              <p:blipFill>
                <a:blip r:embed="rId631"/>
                <a:stretch>
                  <a:fillRect/>
                </a:stretch>
              </p:blipFill>
              <p:spPr>
                <a:xfrm>
                  <a:off x="5539860" y="3414968"/>
                  <a:ext cx="7956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2">
              <p14:nvContentPartPr>
                <p14:cNvPr id="338" name="Ink 337">
                  <a:extLst>
                    <a:ext uri="{FF2B5EF4-FFF2-40B4-BE49-F238E27FC236}">
                      <a16:creationId xmlns:a16="http://schemas.microsoft.com/office/drawing/2014/main" id="{530ADFF3-2A6A-102C-CA07-FE92EB83E0BB}"/>
                    </a:ext>
                  </a:extLst>
                </p14:cNvPr>
                <p14:cNvContentPartPr/>
                <p14:nvPr/>
              </p14:nvContentPartPr>
              <p14:xfrm>
                <a:off x="5600700" y="3397688"/>
                <a:ext cx="40680" cy="70560"/>
              </p14:xfrm>
            </p:contentPart>
          </mc:Choice>
          <mc:Fallback xmlns="">
            <p:pic>
              <p:nvPicPr>
                <p:cNvPr id="338" name="Ink 337">
                  <a:extLst>
                    <a:ext uri="{FF2B5EF4-FFF2-40B4-BE49-F238E27FC236}">
                      <a16:creationId xmlns:a16="http://schemas.microsoft.com/office/drawing/2014/main" id="{530ADFF3-2A6A-102C-CA07-FE92EB83E0BB}"/>
                    </a:ext>
                  </a:extLst>
                </p:cNvPr>
                <p:cNvPicPr/>
                <p:nvPr/>
              </p:nvPicPr>
              <p:blipFill>
                <a:blip r:embed="rId633"/>
                <a:stretch>
                  <a:fillRect/>
                </a:stretch>
              </p:blipFill>
              <p:spPr>
                <a:xfrm>
                  <a:off x="5591700" y="3388688"/>
                  <a:ext cx="5832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4">
              <p14:nvContentPartPr>
                <p14:cNvPr id="339" name="Ink 338">
                  <a:extLst>
                    <a:ext uri="{FF2B5EF4-FFF2-40B4-BE49-F238E27FC236}">
                      <a16:creationId xmlns:a16="http://schemas.microsoft.com/office/drawing/2014/main" id="{68DC9F60-A5F0-98CC-52BB-D4ADF79B7961}"/>
                    </a:ext>
                  </a:extLst>
                </p14:cNvPr>
                <p14:cNvContentPartPr/>
                <p14:nvPr/>
              </p14:nvContentPartPr>
              <p14:xfrm>
                <a:off x="5482620" y="3360968"/>
                <a:ext cx="170280" cy="11160"/>
              </p14:xfrm>
            </p:contentPart>
          </mc:Choice>
          <mc:Fallback xmlns="">
            <p:pic>
              <p:nvPicPr>
                <p:cNvPr id="339" name="Ink 338">
                  <a:extLst>
                    <a:ext uri="{FF2B5EF4-FFF2-40B4-BE49-F238E27FC236}">
                      <a16:creationId xmlns:a16="http://schemas.microsoft.com/office/drawing/2014/main" id="{68DC9F60-A5F0-98CC-52BB-D4ADF79B7961}"/>
                    </a:ext>
                  </a:extLst>
                </p:cNvPr>
                <p:cNvPicPr/>
                <p:nvPr/>
              </p:nvPicPr>
              <p:blipFill>
                <a:blip r:embed="rId635"/>
                <a:stretch>
                  <a:fillRect/>
                </a:stretch>
              </p:blipFill>
              <p:spPr>
                <a:xfrm>
                  <a:off x="5473620" y="3351968"/>
                  <a:ext cx="18792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6">
              <p14:nvContentPartPr>
                <p14:cNvPr id="340" name="Ink 339">
                  <a:extLst>
                    <a:ext uri="{FF2B5EF4-FFF2-40B4-BE49-F238E27FC236}">
                      <a16:creationId xmlns:a16="http://schemas.microsoft.com/office/drawing/2014/main" id="{75F2F147-0969-D996-61AC-600B15A6C5E3}"/>
                    </a:ext>
                  </a:extLst>
                </p14:cNvPr>
                <p14:cNvContentPartPr/>
                <p14:nvPr/>
              </p14:nvContentPartPr>
              <p14:xfrm>
                <a:off x="5751180" y="3314528"/>
                <a:ext cx="66240" cy="158040"/>
              </p14:xfrm>
            </p:contentPart>
          </mc:Choice>
          <mc:Fallback xmlns="">
            <p:pic>
              <p:nvPicPr>
                <p:cNvPr id="340" name="Ink 339">
                  <a:extLst>
                    <a:ext uri="{FF2B5EF4-FFF2-40B4-BE49-F238E27FC236}">
                      <a16:creationId xmlns:a16="http://schemas.microsoft.com/office/drawing/2014/main" id="{75F2F147-0969-D996-61AC-600B15A6C5E3}"/>
                    </a:ext>
                  </a:extLst>
                </p:cNvPr>
                <p:cNvPicPr/>
                <p:nvPr/>
              </p:nvPicPr>
              <p:blipFill>
                <a:blip r:embed="rId637"/>
                <a:stretch>
                  <a:fillRect/>
                </a:stretch>
              </p:blipFill>
              <p:spPr>
                <a:xfrm>
                  <a:off x="5742540" y="3305528"/>
                  <a:ext cx="8388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8">
              <p14:nvContentPartPr>
                <p14:cNvPr id="341" name="Ink 340">
                  <a:extLst>
                    <a:ext uri="{FF2B5EF4-FFF2-40B4-BE49-F238E27FC236}">
                      <a16:creationId xmlns:a16="http://schemas.microsoft.com/office/drawing/2014/main" id="{90514AEA-69D4-7BFB-EDDA-4DAEDCF5495C}"/>
                    </a:ext>
                  </a:extLst>
                </p14:cNvPr>
                <p14:cNvContentPartPr/>
                <p14:nvPr/>
              </p14:nvContentPartPr>
              <p14:xfrm>
                <a:off x="5796900" y="3379688"/>
                <a:ext cx="173160" cy="77760"/>
              </p14:xfrm>
            </p:contentPart>
          </mc:Choice>
          <mc:Fallback xmlns="">
            <p:pic>
              <p:nvPicPr>
                <p:cNvPr id="341" name="Ink 340">
                  <a:extLst>
                    <a:ext uri="{FF2B5EF4-FFF2-40B4-BE49-F238E27FC236}">
                      <a16:creationId xmlns:a16="http://schemas.microsoft.com/office/drawing/2014/main" id="{90514AEA-69D4-7BFB-EDDA-4DAEDCF5495C}"/>
                    </a:ext>
                  </a:extLst>
                </p:cNvPr>
                <p:cNvPicPr/>
                <p:nvPr/>
              </p:nvPicPr>
              <p:blipFill>
                <a:blip r:embed="rId639"/>
                <a:stretch>
                  <a:fillRect/>
                </a:stretch>
              </p:blipFill>
              <p:spPr>
                <a:xfrm>
                  <a:off x="5788260" y="3371048"/>
                  <a:ext cx="19080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0">
              <p14:nvContentPartPr>
                <p14:cNvPr id="342" name="Ink 341">
                  <a:extLst>
                    <a:ext uri="{FF2B5EF4-FFF2-40B4-BE49-F238E27FC236}">
                      <a16:creationId xmlns:a16="http://schemas.microsoft.com/office/drawing/2014/main" id="{72998AC7-D301-2318-95B3-1C54CB797751}"/>
                    </a:ext>
                  </a:extLst>
                </p14:cNvPr>
                <p14:cNvContentPartPr/>
                <p14:nvPr/>
              </p14:nvContentPartPr>
              <p14:xfrm>
                <a:off x="5486580" y="3574448"/>
                <a:ext cx="416520" cy="21600"/>
              </p14:xfrm>
            </p:contentPart>
          </mc:Choice>
          <mc:Fallback xmlns="">
            <p:pic>
              <p:nvPicPr>
                <p:cNvPr id="342" name="Ink 341">
                  <a:extLst>
                    <a:ext uri="{FF2B5EF4-FFF2-40B4-BE49-F238E27FC236}">
                      <a16:creationId xmlns:a16="http://schemas.microsoft.com/office/drawing/2014/main" id="{72998AC7-D301-2318-95B3-1C54CB797751}"/>
                    </a:ext>
                  </a:extLst>
                </p:cNvPr>
                <p:cNvPicPr/>
                <p:nvPr/>
              </p:nvPicPr>
              <p:blipFill>
                <a:blip r:embed="rId641"/>
                <a:stretch>
                  <a:fillRect/>
                </a:stretch>
              </p:blipFill>
              <p:spPr>
                <a:xfrm>
                  <a:off x="5477580" y="3565448"/>
                  <a:ext cx="43416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2">
              <p14:nvContentPartPr>
                <p14:cNvPr id="343" name="Ink 342">
                  <a:extLst>
                    <a:ext uri="{FF2B5EF4-FFF2-40B4-BE49-F238E27FC236}">
                      <a16:creationId xmlns:a16="http://schemas.microsoft.com/office/drawing/2014/main" id="{7EDB6B23-9271-27B8-49A9-574C04D66BF4}"/>
                    </a:ext>
                  </a:extLst>
                </p14:cNvPr>
                <p14:cNvContentPartPr/>
                <p14:nvPr/>
              </p14:nvContentPartPr>
              <p14:xfrm>
                <a:off x="5665140" y="3691088"/>
                <a:ext cx="35640" cy="106560"/>
              </p14:xfrm>
            </p:contentPart>
          </mc:Choice>
          <mc:Fallback xmlns="">
            <p:pic>
              <p:nvPicPr>
                <p:cNvPr id="343" name="Ink 342">
                  <a:extLst>
                    <a:ext uri="{FF2B5EF4-FFF2-40B4-BE49-F238E27FC236}">
                      <a16:creationId xmlns:a16="http://schemas.microsoft.com/office/drawing/2014/main" id="{7EDB6B23-9271-27B8-49A9-574C04D66BF4}"/>
                    </a:ext>
                  </a:extLst>
                </p:cNvPr>
                <p:cNvPicPr/>
                <p:nvPr/>
              </p:nvPicPr>
              <p:blipFill>
                <a:blip r:embed="rId643"/>
                <a:stretch>
                  <a:fillRect/>
                </a:stretch>
              </p:blipFill>
              <p:spPr>
                <a:xfrm>
                  <a:off x="5656140" y="3682088"/>
                  <a:ext cx="5328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4">
              <p14:nvContentPartPr>
                <p14:cNvPr id="344" name="Ink 343">
                  <a:extLst>
                    <a:ext uri="{FF2B5EF4-FFF2-40B4-BE49-F238E27FC236}">
                      <a16:creationId xmlns:a16="http://schemas.microsoft.com/office/drawing/2014/main" id="{7CDB5F60-034B-0F42-6264-A457AF625A0C}"/>
                    </a:ext>
                  </a:extLst>
                </p14:cNvPr>
                <p14:cNvContentPartPr/>
                <p14:nvPr/>
              </p14:nvContentPartPr>
              <p14:xfrm>
                <a:off x="5571180" y="3664808"/>
                <a:ext cx="174960" cy="14400"/>
              </p14:xfrm>
            </p:contentPart>
          </mc:Choice>
          <mc:Fallback xmlns="">
            <p:pic>
              <p:nvPicPr>
                <p:cNvPr id="344" name="Ink 343">
                  <a:extLst>
                    <a:ext uri="{FF2B5EF4-FFF2-40B4-BE49-F238E27FC236}">
                      <a16:creationId xmlns:a16="http://schemas.microsoft.com/office/drawing/2014/main" id="{7CDB5F60-034B-0F42-6264-A457AF625A0C}"/>
                    </a:ext>
                  </a:extLst>
                </p:cNvPr>
                <p:cNvPicPr/>
                <p:nvPr/>
              </p:nvPicPr>
              <p:blipFill>
                <a:blip r:embed="rId645"/>
                <a:stretch>
                  <a:fillRect/>
                </a:stretch>
              </p:blipFill>
              <p:spPr>
                <a:xfrm>
                  <a:off x="5562540" y="3655808"/>
                  <a:ext cx="19260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6">
              <p14:nvContentPartPr>
                <p14:cNvPr id="345" name="Ink 344">
                  <a:extLst>
                    <a:ext uri="{FF2B5EF4-FFF2-40B4-BE49-F238E27FC236}">
                      <a16:creationId xmlns:a16="http://schemas.microsoft.com/office/drawing/2014/main" id="{DF44BE95-37EE-E3EE-2148-42B85BDAA97D}"/>
                    </a:ext>
                  </a:extLst>
                </p14:cNvPr>
                <p14:cNvContentPartPr/>
                <p14:nvPr/>
              </p14:nvContentPartPr>
              <p14:xfrm>
                <a:off x="5761620" y="3787208"/>
                <a:ext cx="109080" cy="63720"/>
              </p14:xfrm>
            </p:contentPart>
          </mc:Choice>
          <mc:Fallback xmlns="">
            <p:pic>
              <p:nvPicPr>
                <p:cNvPr id="345" name="Ink 344">
                  <a:extLst>
                    <a:ext uri="{FF2B5EF4-FFF2-40B4-BE49-F238E27FC236}">
                      <a16:creationId xmlns:a16="http://schemas.microsoft.com/office/drawing/2014/main" id="{DF44BE95-37EE-E3EE-2148-42B85BDAA97D}"/>
                    </a:ext>
                  </a:extLst>
                </p:cNvPr>
                <p:cNvPicPr/>
                <p:nvPr/>
              </p:nvPicPr>
              <p:blipFill>
                <a:blip r:embed="rId647"/>
                <a:stretch>
                  <a:fillRect/>
                </a:stretch>
              </p:blipFill>
              <p:spPr>
                <a:xfrm>
                  <a:off x="5752620" y="3778208"/>
                  <a:ext cx="12672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8">
              <p14:nvContentPartPr>
                <p14:cNvPr id="346" name="Ink 345">
                  <a:extLst>
                    <a:ext uri="{FF2B5EF4-FFF2-40B4-BE49-F238E27FC236}">
                      <a16:creationId xmlns:a16="http://schemas.microsoft.com/office/drawing/2014/main" id="{5C475363-4DA6-BF63-8FE7-BAB07194D270}"/>
                    </a:ext>
                  </a:extLst>
                </p14:cNvPr>
                <p14:cNvContentPartPr/>
                <p14:nvPr/>
              </p14:nvContentPartPr>
              <p14:xfrm>
                <a:off x="6011100" y="3401648"/>
                <a:ext cx="115920" cy="288720"/>
              </p14:xfrm>
            </p:contentPart>
          </mc:Choice>
          <mc:Fallback xmlns="">
            <p:pic>
              <p:nvPicPr>
                <p:cNvPr id="346" name="Ink 345">
                  <a:extLst>
                    <a:ext uri="{FF2B5EF4-FFF2-40B4-BE49-F238E27FC236}">
                      <a16:creationId xmlns:a16="http://schemas.microsoft.com/office/drawing/2014/main" id="{5C475363-4DA6-BF63-8FE7-BAB07194D270}"/>
                    </a:ext>
                  </a:extLst>
                </p:cNvPr>
                <p:cNvPicPr/>
                <p:nvPr/>
              </p:nvPicPr>
              <p:blipFill>
                <a:blip r:embed="rId649"/>
                <a:stretch>
                  <a:fillRect/>
                </a:stretch>
              </p:blipFill>
              <p:spPr>
                <a:xfrm>
                  <a:off x="6002100" y="3393008"/>
                  <a:ext cx="133560" cy="30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0">
              <p14:nvContentPartPr>
                <p14:cNvPr id="347" name="Ink 346">
                  <a:extLst>
                    <a:ext uri="{FF2B5EF4-FFF2-40B4-BE49-F238E27FC236}">
                      <a16:creationId xmlns:a16="http://schemas.microsoft.com/office/drawing/2014/main" id="{22B4448B-C987-4547-910C-4FBA5C723AD2}"/>
                    </a:ext>
                  </a:extLst>
                </p14:cNvPr>
                <p14:cNvContentPartPr/>
                <p14:nvPr/>
              </p14:nvContentPartPr>
              <p14:xfrm>
                <a:off x="6104340" y="3360248"/>
                <a:ext cx="100080" cy="320040"/>
              </p14:xfrm>
            </p:contentPart>
          </mc:Choice>
          <mc:Fallback xmlns="">
            <p:pic>
              <p:nvPicPr>
                <p:cNvPr id="347" name="Ink 346">
                  <a:extLst>
                    <a:ext uri="{FF2B5EF4-FFF2-40B4-BE49-F238E27FC236}">
                      <a16:creationId xmlns:a16="http://schemas.microsoft.com/office/drawing/2014/main" id="{22B4448B-C987-4547-910C-4FBA5C723AD2}"/>
                    </a:ext>
                  </a:extLst>
                </p:cNvPr>
                <p:cNvPicPr/>
                <p:nvPr/>
              </p:nvPicPr>
              <p:blipFill>
                <a:blip r:embed="rId651"/>
                <a:stretch>
                  <a:fillRect/>
                </a:stretch>
              </p:blipFill>
              <p:spPr>
                <a:xfrm>
                  <a:off x="6095700" y="3351608"/>
                  <a:ext cx="117720" cy="337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8" name="Group 357">
            <a:extLst>
              <a:ext uri="{FF2B5EF4-FFF2-40B4-BE49-F238E27FC236}">
                <a16:creationId xmlns:a16="http://schemas.microsoft.com/office/drawing/2014/main" id="{DA31B000-EDB5-6BAC-63C6-2EAE30329DA2}"/>
              </a:ext>
            </a:extLst>
          </p:cNvPr>
          <p:cNvGrpSpPr/>
          <p:nvPr/>
        </p:nvGrpSpPr>
        <p:grpSpPr>
          <a:xfrm>
            <a:off x="6794820" y="2627648"/>
            <a:ext cx="1252080" cy="259920"/>
            <a:chOff x="6794820" y="2627648"/>
            <a:chExt cx="1252080" cy="259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52">
              <p14:nvContentPartPr>
                <p14:cNvPr id="349" name="Ink 348">
                  <a:extLst>
                    <a:ext uri="{FF2B5EF4-FFF2-40B4-BE49-F238E27FC236}">
                      <a16:creationId xmlns:a16="http://schemas.microsoft.com/office/drawing/2014/main" id="{719D1192-0AB1-F9B3-12DE-CD74E1E756A8}"/>
                    </a:ext>
                  </a:extLst>
                </p14:cNvPr>
                <p14:cNvContentPartPr/>
                <p14:nvPr/>
              </p14:nvContentPartPr>
              <p14:xfrm>
                <a:off x="6794820" y="2727368"/>
                <a:ext cx="194760" cy="88560"/>
              </p14:xfrm>
            </p:contentPart>
          </mc:Choice>
          <mc:Fallback xmlns="">
            <p:pic>
              <p:nvPicPr>
                <p:cNvPr id="349" name="Ink 348">
                  <a:extLst>
                    <a:ext uri="{FF2B5EF4-FFF2-40B4-BE49-F238E27FC236}">
                      <a16:creationId xmlns:a16="http://schemas.microsoft.com/office/drawing/2014/main" id="{719D1192-0AB1-F9B3-12DE-CD74E1E756A8}"/>
                    </a:ext>
                  </a:extLst>
                </p:cNvPr>
                <p:cNvPicPr/>
                <p:nvPr/>
              </p:nvPicPr>
              <p:blipFill>
                <a:blip r:embed="rId653"/>
                <a:stretch>
                  <a:fillRect/>
                </a:stretch>
              </p:blipFill>
              <p:spPr>
                <a:xfrm>
                  <a:off x="6786180" y="2718728"/>
                  <a:ext cx="21240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4">
              <p14:nvContentPartPr>
                <p14:cNvPr id="350" name="Ink 349">
                  <a:extLst>
                    <a:ext uri="{FF2B5EF4-FFF2-40B4-BE49-F238E27FC236}">
                      <a16:creationId xmlns:a16="http://schemas.microsoft.com/office/drawing/2014/main" id="{45558F03-1FA0-D710-14B9-EFE7D6364014}"/>
                    </a:ext>
                  </a:extLst>
                </p14:cNvPr>
                <p14:cNvContentPartPr/>
                <p14:nvPr/>
              </p14:nvContentPartPr>
              <p14:xfrm>
                <a:off x="7101900" y="2840408"/>
                <a:ext cx="40320" cy="47160"/>
              </p14:xfrm>
            </p:contentPart>
          </mc:Choice>
          <mc:Fallback xmlns="">
            <p:pic>
              <p:nvPicPr>
                <p:cNvPr id="350" name="Ink 349">
                  <a:extLst>
                    <a:ext uri="{FF2B5EF4-FFF2-40B4-BE49-F238E27FC236}">
                      <a16:creationId xmlns:a16="http://schemas.microsoft.com/office/drawing/2014/main" id="{45558F03-1FA0-D710-14B9-EFE7D6364014}"/>
                    </a:ext>
                  </a:extLst>
                </p:cNvPr>
                <p:cNvPicPr/>
                <p:nvPr/>
              </p:nvPicPr>
              <p:blipFill>
                <a:blip r:embed="rId655"/>
                <a:stretch>
                  <a:fillRect/>
                </a:stretch>
              </p:blipFill>
              <p:spPr>
                <a:xfrm>
                  <a:off x="7092900" y="2831768"/>
                  <a:ext cx="5796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6">
              <p14:nvContentPartPr>
                <p14:cNvPr id="351" name="Ink 350">
                  <a:extLst>
                    <a:ext uri="{FF2B5EF4-FFF2-40B4-BE49-F238E27FC236}">
                      <a16:creationId xmlns:a16="http://schemas.microsoft.com/office/drawing/2014/main" id="{ECA4827F-D0E9-638D-A011-19C7AF4AEA29}"/>
                    </a:ext>
                  </a:extLst>
                </p14:cNvPr>
                <p14:cNvContentPartPr/>
                <p14:nvPr/>
              </p14:nvContentPartPr>
              <p14:xfrm>
                <a:off x="7230420" y="2782448"/>
                <a:ext cx="74520" cy="2880"/>
              </p14:xfrm>
            </p:contentPart>
          </mc:Choice>
          <mc:Fallback xmlns="">
            <p:pic>
              <p:nvPicPr>
                <p:cNvPr id="351" name="Ink 350">
                  <a:extLst>
                    <a:ext uri="{FF2B5EF4-FFF2-40B4-BE49-F238E27FC236}">
                      <a16:creationId xmlns:a16="http://schemas.microsoft.com/office/drawing/2014/main" id="{ECA4827F-D0E9-638D-A011-19C7AF4AEA29}"/>
                    </a:ext>
                  </a:extLst>
                </p:cNvPr>
                <p:cNvPicPr/>
                <p:nvPr/>
              </p:nvPicPr>
              <p:blipFill>
                <a:blip r:embed="rId657"/>
                <a:stretch>
                  <a:fillRect/>
                </a:stretch>
              </p:blipFill>
              <p:spPr>
                <a:xfrm>
                  <a:off x="7221780" y="2773448"/>
                  <a:ext cx="9216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8">
              <p14:nvContentPartPr>
                <p14:cNvPr id="352" name="Ink 351">
                  <a:extLst>
                    <a:ext uri="{FF2B5EF4-FFF2-40B4-BE49-F238E27FC236}">
                      <a16:creationId xmlns:a16="http://schemas.microsoft.com/office/drawing/2014/main" id="{470C84D3-8F8A-13F3-7197-DAB6B6E37BA9}"/>
                    </a:ext>
                  </a:extLst>
                </p14:cNvPr>
                <p14:cNvContentPartPr/>
                <p14:nvPr/>
              </p14:nvContentPartPr>
              <p14:xfrm>
                <a:off x="7211340" y="2729528"/>
                <a:ext cx="78120" cy="3600"/>
              </p14:xfrm>
            </p:contentPart>
          </mc:Choice>
          <mc:Fallback xmlns="">
            <p:pic>
              <p:nvPicPr>
                <p:cNvPr id="352" name="Ink 351">
                  <a:extLst>
                    <a:ext uri="{FF2B5EF4-FFF2-40B4-BE49-F238E27FC236}">
                      <a16:creationId xmlns:a16="http://schemas.microsoft.com/office/drawing/2014/main" id="{470C84D3-8F8A-13F3-7197-DAB6B6E37BA9}"/>
                    </a:ext>
                  </a:extLst>
                </p:cNvPr>
                <p:cNvPicPr/>
                <p:nvPr/>
              </p:nvPicPr>
              <p:blipFill>
                <a:blip r:embed="rId659"/>
                <a:stretch>
                  <a:fillRect/>
                </a:stretch>
              </p:blipFill>
              <p:spPr>
                <a:xfrm>
                  <a:off x="7202340" y="2720528"/>
                  <a:ext cx="9576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0">
              <p14:nvContentPartPr>
                <p14:cNvPr id="354" name="Ink 353">
                  <a:extLst>
                    <a:ext uri="{FF2B5EF4-FFF2-40B4-BE49-F238E27FC236}">
                      <a16:creationId xmlns:a16="http://schemas.microsoft.com/office/drawing/2014/main" id="{F00F4EF1-40AE-BA31-3620-D5216BA6088E}"/>
                    </a:ext>
                  </a:extLst>
                </p14:cNvPr>
                <p14:cNvContentPartPr/>
                <p14:nvPr/>
              </p14:nvContentPartPr>
              <p14:xfrm>
                <a:off x="7382700" y="2627648"/>
                <a:ext cx="270360" cy="199800"/>
              </p14:xfrm>
            </p:contentPart>
          </mc:Choice>
          <mc:Fallback xmlns="">
            <p:pic>
              <p:nvPicPr>
                <p:cNvPr id="354" name="Ink 353">
                  <a:extLst>
                    <a:ext uri="{FF2B5EF4-FFF2-40B4-BE49-F238E27FC236}">
                      <a16:creationId xmlns:a16="http://schemas.microsoft.com/office/drawing/2014/main" id="{F00F4EF1-40AE-BA31-3620-D5216BA6088E}"/>
                    </a:ext>
                  </a:extLst>
                </p:cNvPr>
                <p:cNvPicPr/>
                <p:nvPr/>
              </p:nvPicPr>
              <p:blipFill>
                <a:blip r:embed="rId661"/>
                <a:stretch>
                  <a:fillRect/>
                </a:stretch>
              </p:blipFill>
              <p:spPr>
                <a:xfrm>
                  <a:off x="7373700" y="2618648"/>
                  <a:ext cx="28800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2">
              <p14:nvContentPartPr>
                <p14:cNvPr id="355" name="Ink 354">
                  <a:extLst>
                    <a:ext uri="{FF2B5EF4-FFF2-40B4-BE49-F238E27FC236}">
                      <a16:creationId xmlns:a16="http://schemas.microsoft.com/office/drawing/2014/main" id="{0A218780-D591-AB12-32A8-2EBA768F7851}"/>
                    </a:ext>
                  </a:extLst>
                </p14:cNvPr>
                <p14:cNvContentPartPr/>
                <p14:nvPr/>
              </p14:nvContentPartPr>
              <p14:xfrm>
                <a:off x="7839900" y="2727368"/>
                <a:ext cx="40320" cy="88560"/>
              </p14:xfrm>
            </p:contentPart>
          </mc:Choice>
          <mc:Fallback xmlns="">
            <p:pic>
              <p:nvPicPr>
                <p:cNvPr id="355" name="Ink 354">
                  <a:extLst>
                    <a:ext uri="{FF2B5EF4-FFF2-40B4-BE49-F238E27FC236}">
                      <a16:creationId xmlns:a16="http://schemas.microsoft.com/office/drawing/2014/main" id="{0A218780-D591-AB12-32A8-2EBA768F7851}"/>
                    </a:ext>
                  </a:extLst>
                </p:cNvPr>
                <p:cNvPicPr/>
                <p:nvPr/>
              </p:nvPicPr>
              <p:blipFill>
                <a:blip r:embed="rId663"/>
                <a:stretch>
                  <a:fillRect/>
                </a:stretch>
              </p:blipFill>
              <p:spPr>
                <a:xfrm>
                  <a:off x="7830900" y="2718728"/>
                  <a:ext cx="5796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4">
              <p14:nvContentPartPr>
                <p14:cNvPr id="356" name="Ink 355">
                  <a:extLst>
                    <a:ext uri="{FF2B5EF4-FFF2-40B4-BE49-F238E27FC236}">
                      <a16:creationId xmlns:a16="http://schemas.microsoft.com/office/drawing/2014/main" id="{16CF28B5-783D-B1A5-13F5-16F1738AD812}"/>
                    </a:ext>
                  </a:extLst>
                </p14:cNvPr>
                <p14:cNvContentPartPr/>
                <p14:nvPr/>
              </p14:nvContentPartPr>
              <p14:xfrm>
                <a:off x="7718220" y="2657528"/>
                <a:ext cx="194400" cy="7920"/>
              </p14:xfrm>
            </p:contentPart>
          </mc:Choice>
          <mc:Fallback xmlns="">
            <p:pic>
              <p:nvPicPr>
                <p:cNvPr id="356" name="Ink 355">
                  <a:extLst>
                    <a:ext uri="{FF2B5EF4-FFF2-40B4-BE49-F238E27FC236}">
                      <a16:creationId xmlns:a16="http://schemas.microsoft.com/office/drawing/2014/main" id="{16CF28B5-783D-B1A5-13F5-16F1738AD812}"/>
                    </a:ext>
                  </a:extLst>
                </p:cNvPr>
                <p:cNvPicPr/>
                <p:nvPr/>
              </p:nvPicPr>
              <p:blipFill>
                <a:blip r:embed="rId665"/>
                <a:stretch>
                  <a:fillRect/>
                </a:stretch>
              </p:blipFill>
              <p:spPr>
                <a:xfrm>
                  <a:off x="7709580" y="2648888"/>
                  <a:ext cx="21204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6">
              <p14:nvContentPartPr>
                <p14:cNvPr id="357" name="Ink 356">
                  <a:extLst>
                    <a:ext uri="{FF2B5EF4-FFF2-40B4-BE49-F238E27FC236}">
                      <a16:creationId xmlns:a16="http://schemas.microsoft.com/office/drawing/2014/main" id="{3D92E9C4-F0D8-C22A-DE4A-6EC05467C6DB}"/>
                    </a:ext>
                  </a:extLst>
                </p14:cNvPr>
                <p14:cNvContentPartPr/>
                <p14:nvPr/>
              </p14:nvContentPartPr>
              <p14:xfrm>
                <a:off x="8013060" y="2810528"/>
                <a:ext cx="33840" cy="62280"/>
              </p14:xfrm>
            </p:contentPart>
          </mc:Choice>
          <mc:Fallback xmlns="">
            <p:pic>
              <p:nvPicPr>
                <p:cNvPr id="357" name="Ink 356">
                  <a:extLst>
                    <a:ext uri="{FF2B5EF4-FFF2-40B4-BE49-F238E27FC236}">
                      <a16:creationId xmlns:a16="http://schemas.microsoft.com/office/drawing/2014/main" id="{3D92E9C4-F0D8-C22A-DE4A-6EC05467C6DB}"/>
                    </a:ext>
                  </a:extLst>
                </p:cNvPr>
                <p:cNvPicPr/>
                <p:nvPr/>
              </p:nvPicPr>
              <p:blipFill>
                <a:blip r:embed="rId667"/>
                <a:stretch>
                  <a:fillRect/>
                </a:stretch>
              </p:blipFill>
              <p:spPr>
                <a:xfrm>
                  <a:off x="8004420" y="2801888"/>
                  <a:ext cx="51480" cy="79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8" name="Group 367">
            <a:extLst>
              <a:ext uri="{FF2B5EF4-FFF2-40B4-BE49-F238E27FC236}">
                <a16:creationId xmlns:a16="http://schemas.microsoft.com/office/drawing/2014/main" id="{5DC89E0C-0DFE-1504-E22F-3B19563928E0}"/>
              </a:ext>
            </a:extLst>
          </p:cNvPr>
          <p:cNvGrpSpPr/>
          <p:nvPr/>
        </p:nvGrpSpPr>
        <p:grpSpPr>
          <a:xfrm>
            <a:off x="6915780" y="3387248"/>
            <a:ext cx="1286640" cy="260280"/>
            <a:chOff x="6915780" y="3387248"/>
            <a:chExt cx="1286640" cy="260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68">
              <p14:nvContentPartPr>
                <p14:cNvPr id="359" name="Ink 358">
                  <a:extLst>
                    <a:ext uri="{FF2B5EF4-FFF2-40B4-BE49-F238E27FC236}">
                      <a16:creationId xmlns:a16="http://schemas.microsoft.com/office/drawing/2014/main" id="{0FDBDBA2-F82A-6DAC-99A8-68634ECEFF54}"/>
                    </a:ext>
                  </a:extLst>
                </p14:cNvPr>
                <p14:cNvContentPartPr/>
                <p14:nvPr/>
              </p14:nvContentPartPr>
              <p14:xfrm>
                <a:off x="6915780" y="3476528"/>
                <a:ext cx="187200" cy="101880"/>
              </p14:xfrm>
            </p:contentPart>
          </mc:Choice>
          <mc:Fallback xmlns="">
            <p:pic>
              <p:nvPicPr>
                <p:cNvPr id="359" name="Ink 358">
                  <a:extLst>
                    <a:ext uri="{FF2B5EF4-FFF2-40B4-BE49-F238E27FC236}">
                      <a16:creationId xmlns:a16="http://schemas.microsoft.com/office/drawing/2014/main" id="{0FDBDBA2-F82A-6DAC-99A8-68634ECEFF54}"/>
                    </a:ext>
                  </a:extLst>
                </p:cNvPr>
                <p:cNvPicPr/>
                <p:nvPr/>
              </p:nvPicPr>
              <p:blipFill>
                <a:blip r:embed="rId669"/>
                <a:stretch>
                  <a:fillRect/>
                </a:stretch>
              </p:blipFill>
              <p:spPr>
                <a:xfrm>
                  <a:off x="6907140" y="3467528"/>
                  <a:ext cx="20484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0">
              <p14:nvContentPartPr>
                <p14:cNvPr id="360" name="Ink 359">
                  <a:extLst>
                    <a:ext uri="{FF2B5EF4-FFF2-40B4-BE49-F238E27FC236}">
                      <a16:creationId xmlns:a16="http://schemas.microsoft.com/office/drawing/2014/main" id="{08DB4DEB-22B3-37D4-1237-25DCD9139771}"/>
                    </a:ext>
                  </a:extLst>
                </p14:cNvPr>
                <p14:cNvContentPartPr/>
                <p14:nvPr/>
              </p14:nvContentPartPr>
              <p14:xfrm>
                <a:off x="7174620" y="3550688"/>
                <a:ext cx="119520" cy="96840"/>
              </p14:xfrm>
            </p:contentPart>
          </mc:Choice>
          <mc:Fallback xmlns="">
            <p:pic>
              <p:nvPicPr>
                <p:cNvPr id="360" name="Ink 359">
                  <a:extLst>
                    <a:ext uri="{FF2B5EF4-FFF2-40B4-BE49-F238E27FC236}">
                      <a16:creationId xmlns:a16="http://schemas.microsoft.com/office/drawing/2014/main" id="{08DB4DEB-22B3-37D4-1237-25DCD9139771}"/>
                    </a:ext>
                  </a:extLst>
                </p:cNvPr>
                <p:cNvPicPr/>
                <p:nvPr/>
              </p:nvPicPr>
              <p:blipFill>
                <a:blip r:embed="rId671"/>
                <a:stretch>
                  <a:fillRect/>
                </a:stretch>
              </p:blipFill>
              <p:spPr>
                <a:xfrm>
                  <a:off x="7165980" y="3542048"/>
                  <a:ext cx="13716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2">
              <p14:nvContentPartPr>
                <p14:cNvPr id="361" name="Ink 360">
                  <a:extLst>
                    <a:ext uri="{FF2B5EF4-FFF2-40B4-BE49-F238E27FC236}">
                      <a16:creationId xmlns:a16="http://schemas.microsoft.com/office/drawing/2014/main" id="{4FD69460-81E3-EA4A-0FE6-6E38E8E142B9}"/>
                    </a:ext>
                  </a:extLst>
                </p14:cNvPr>
                <p14:cNvContentPartPr/>
                <p14:nvPr/>
              </p14:nvContentPartPr>
              <p14:xfrm>
                <a:off x="7377660" y="3512888"/>
                <a:ext cx="93600" cy="14760"/>
              </p14:xfrm>
            </p:contentPart>
          </mc:Choice>
          <mc:Fallback xmlns="">
            <p:pic>
              <p:nvPicPr>
                <p:cNvPr id="361" name="Ink 360">
                  <a:extLst>
                    <a:ext uri="{FF2B5EF4-FFF2-40B4-BE49-F238E27FC236}">
                      <a16:creationId xmlns:a16="http://schemas.microsoft.com/office/drawing/2014/main" id="{4FD69460-81E3-EA4A-0FE6-6E38E8E142B9}"/>
                    </a:ext>
                  </a:extLst>
                </p:cNvPr>
                <p:cNvPicPr/>
                <p:nvPr/>
              </p:nvPicPr>
              <p:blipFill>
                <a:blip r:embed="rId673"/>
                <a:stretch>
                  <a:fillRect/>
                </a:stretch>
              </p:blipFill>
              <p:spPr>
                <a:xfrm>
                  <a:off x="7368660" y="3504248"/>
                  <a:ext cx="11124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4">
              <p14:nvContentPartPr>
                <p14:cNvPr id="362" name="Ink 361">
                  <a:extLst>
                    <a:ext uri="{FF2B5EF4-FFF2-40B4-BE49-F238E27FC236}">
                      <a16:creationId xmlns:a16="http://schemas.microsoft.com/office/drawing/2014/main" id="{38D044B3-015C-0B08-2AE9-4E069A6B57C9}"/>
                    </a:ext>
                  </a:extLst>
                </p14:cNvPr>
                <p14:cNvContentPartPr/>
                <p14:nvPr/>
              </p14:nvContentPartPr>
              <p14:xfrm>
                <a:off x="7361820" y="3464288"/>
                <a:ext cx="78120" cy="11520"/>
              </p14:xfrm>
            </p:contentPart>
          </mc:Choice>
          <mc:Fallback xmlns="">
            <p:pic>
              <p:nvPicPr>
                <p:cNvPr id="362" name="Ink 361">
                  <a:extLst>
                    <a:ext uri="{FF2B5EF4-FFF2-40B4-BE49-F238E27FC236}">
                      <a16:creationId xmlns:a16="http://schemas.microsoft.com/office/drawing/2014/main" id="{38D044B3-015C-0B08-2AE9-4E069A6B57C9}"/>
                    </a:ext>
                  </a:extLst>
                </p:cNvPr>
                <p:cNvPicPr/>
                <p:nvPr/>
              </p:nvPicPr>
              <p:blipFill>
                <a:blip r:embed="rId675"/>
                <a:stretch>
                  <a:fillRect/>
                </a:stretch>
              </p:blipFill>
              <p:spPr>
                <a:xfrm>
                  <a:off x="7353180" y="3455648"/>
                  <a:ext cx="9576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6">
              <p14:nvContentPartPr>
                <p14:cNvPr id="364" name="Ink 363">
                  <a:extLst>
                    <a:ext uri="{FF2B5EF4-FFF2-40B4-BE49-F238E27FC236}">
                      <a16:creationId xmlns:a16="http://schemas.microsoft.com/office/drawing/2014/main" id="{456FA764-E4C3-F0A4-EE9B-5C75E7193F0E}"/>
                    </a:ext>
                  </a:extLst>
                </p14:cNvPr>
                <p14:cNvContentPartPr/>
                <p14:nvPr/>
              </p14:nvContentPartPr>
              <p14:xfrm>
                <a:off x="7590060" y="3427208"/>
                <a:ext cx="228960" cy="138600"/>
              </p14:xfrm>
            </p:contentPart>
          </mc:Choice>
          <mc:Fallback xmlns="">
            <p:pic>
              <p:nvPicPr>
                <p:cNvPr id="364" name="Ink 363">
                  <a:extLst>
                    <a:ext uri="{FF2B5EF4-FFF2-40B4-BE49-F238E27FC236}">
                      <a16:creationId xmlns:a16="http://schemas.microsoft.com/office/drawing/2014/main" id="{456FA764-E4C3-F0A4-EE9B-5C75E7193F0E}"/>
                    </a:ext>
                  </a:extLst>
                </p:cNvPr>
                <p:cNvPicPr/>
                <p:nvPr/>
              </p:nvPicPr>
              <p:blipFill>
                <a:blip r:embed="rId677"/>
                <a:stretch>
                  <a:fillRect/>
                </a:stretch>
              </p:blipFill>
              <p:spPr>
                <a:xfrm>
                  <a:off x="7581060" y="3418208"/>
                  <a:ext cx="24660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8">
              <p14:nvContentPartPr>
                <p14:cNvPr id="365" name="Ink 364">
                  <a:extLst>
                    <a:ext uri="{FF2B5EF4-FFF2-40B4-BE49-F238E27FC236}">
                      <a16:creationId xmlns:a16="http://schemas.microsoft.com/office/drawing/2014/main" id="{18BD3400-90B4-B312-9755-7509331506DE}"/>
                    </a:ext>
                  </a:extLst>
                </p14:cNvPr>
                <p14:cNvContentPartPr/>
                <p14:nvPr/>
              </p14:nvContentPartPr>
              <p14:xfrm>
                <a:off x="7942860" y="3423608"/>
                <a:ext cx="58680" cy="115200"/>
              </p14:xfrm>
            </p:contentPart>
          </mc:Choice>
          <mc:Fallback xmlns="">
            <p:pic>
              <p:nvPicPr>
                <p:cNvPr id="365" name="Ink 364">
                  <a:extLst>
                    <a:ext uri="{FF2B5EF4-FFF2-40B4-BE49-F238E27FC236}">
                      <a16:creationId xmlns:a16="http://schemas.microsoft.com/office/drawing/2014/main" id="{18BD3400-90B4-B312-9755-7509331506DE}"/>
                    </a:ext>
                  </a:extLst>
                </p:cNvPr>
                <p:cNvPicPr/>
                <p:nvPr/>
              </p:nvPicPr>
              <p:blipFill>
                <a:blip r:embed="rId679"/>
                <a:stretch>
                  <a:fillRect/>
                </a:stretch>
              </p:blipFill>
              <p:spPr>
                <a:xfrm>
                  <a:off x="7934220" y="3414968"/>
                  <a:ext cx="7632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0">
              <p14:nvContentPartPr>
                <p14:cNvPr id="366" name="Ink 365">
                  <a:extLst>
                    <a:ext uri="{FF2B5EF4-FFF2-40B4-BE49-F238E27FC236}">
                      <a16:creationId xmlns:a16="http://schemas.microsoft.com/office/drawing/2014/main" id="{18A726F2-E193-830A-C037-A327BE984154}"/>
                    </a:ext>
                  </a:extLst>
                </p14:cNvPr>
                <p14:cNvContentPartPr/>
                <p14:nvPr/>
              </p14:nvContentPartPr>
              <p14:xfrm>
                <a:off x="7854300" y="3387248"/>
                <a:ext cx="193680" cy="10800"/>
              </p14:xfrm>
            </p:contentPart>
          </mc:Choice>
          <mc:Fallback xmlns="">
            <p:pic>
              <p:nvPicPr>
                <p:cNvPr id="366" name="Ink 365">
                  <a:extLst>
                    <a:ext uri="{FF2B5EF4-FFF2-40B4-BE49-F238E27FC236}">
                      <a16:creationId xmlns:a16="http://schemas.microsoft.com/office/drawing/2014/main" id="{18A726F2-E193-830A-C037-A327BE984154}"/>
                    </a:ext>
                  </a:extLst>
                </p:cNvPr>
                <p:cNvPicPr/>
                <p:nvPr/>
              </p:nvPicPr>
              <p:blipFill>
                <a:blip r:embed="rId681"/>
                <a:stretch>
                  <a:fillRect/>
                </a:stretch>
              </p:blipFill>
              <p:spPr>
                <a:xfrm>
                  <a:off x="7845300" y="3378608"/>
                  <a:ext cx="21132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2">
              <p14:nvContentPartPr>
                <p14:cNvPr id="367" name="Ink 366">
                  <a:extLst>
                    <a:ext uri="{FF2B5EF4-FFF2-40B4-BE49-F238E27FC236}">
                      <a16:creationId xmlns:a16="http://schemas.microsoft.com/office/drawing/2014/main" id="{1C4E76A6-9A28-1E66-FEAF-F8D9F9F07FA8}"/>
                    </a:ext>
                  </a:extLst>
                </p14:cNvPr>
                <p14:cNvContentPartPr/>
                <p14:nvPr/>
              </p14:nvContentPartPr>
              <p14:xfrm>
                <a:off x="8083980" y="3543488"/>
                <a:ext cx="118440" cy="83520"/>
              </p14:xfrm>
            </p:contentPart>
          </mc:Choice>
          <mc:Fallback xmlns="">
            <p:pic>
              <p:nvPicPr>
                <p:cNvPr id="367" name="Ink 366">
                  <a:extLst>
                    <a:ext uri="{FF2B5EF4-FFF2-40B4-BE49-F238E27FC236}">
                      <a16:creationId xmlns:a16="http://schemas.microsoft.com/office/drawing/2014/main" id="{1C4E76A6-9A28-1E66-FEAF-F8D9F9F07FA8}"/>
                    </a:ext>
                  </a:extLst>
                </p:cNvPr>
                <p:cNvPicPr/>
                <p:nvPr/>
              </p:nvPicPr>
              <p:blipFill>
                <a:blip r:embed="rId683"/>
                <a:stretch>
                  <a:fillRect/>
                </a:stretch>
              </p:blipFill>
              <p:spPr>
                <a:xfrm>
                  <a:off x="8074980" y="3534488"/>
                  <a:ext cx="136080" cy="101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5" name="Group 384">
            <a:extLst>
              <a:ext uri="{FF2B5EF4-FFF2-40B4-BE49-F238E27FC236}">
                <a16:creationId xmlns:a16="http://schemas.microsoft.com/office/drawing/2014/main" id="{DEDA898B-8F11-5749-6DB2-AEA729E33AC5}"/>
              </a:ext>
            </a:extLst>
          </p:cNvPr>
          <p:cNvGrpSpPr/>
          <p:nvPr/>
        </p:nvGrpSpPr>
        <p:grpSpPr>
          <a:xfrm>
            <a:off x="3765060" y="2197448"/>
            <a:ext cx="1477440" cy="276480"/>
            <a:chOff x="3765060" y="2197448"/>
            <a:chExt cx="1477440" cy="276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84">
              <p14:nvContentPartPr>
                <p14:cNvPr id="369" name="Ink 368">
                  <a:extLst>
                    <a:ext uri="{FF2B5EF4-FFF2-40B4-BE49-F238E27FC236}">
                      <a16:creationId xmlns:a16="http://schemas.microsoft.com/office/drawing/2014/main" id="{C555DB24-65B6-EB77-7E49-0F756332380A}"/>
                    </a:ext>
                  </a:extLst>
                </p14:cNvPr>
                <p14:cNvContentPartPr/>
                <p14:nvPr/>
              </p14:nvContentPartPr>
              <p14:xfrm>
                <a:off x="3855420" y="2364848"/>
                <a:ext cx="150480" cy="75600"/>
              </p14:xfrm>
            </p:contentPart>
          </mc:Choice>
          <mc:Fallback xmlns="">
            <p:pic>
              <p:nvPicPr>
                <p:cNvPr id="369" name="Ink 368">
                  <a:extLst>
                    <a:ext uri="{FF2B5EF4-FFF2-40B4-BE49-F238E27FC236}">
                      <a16:creationId xmlns:a16="http://schemas.microsoft.com/office/drawing/2014/main" id="{C555DB24-65B6-EB77-7E49-0F756332380A}"/>
                    </a:ext>
                  </a:extLst>
                </p:cNvPr>
                <p:cNvPicPr/>
                <p:nvPr/>
              </p:nvPicPr>
              <p:blipFill>
                <a:blip r:embed="rId685"/>
                <a:stretch>
                  <a:fillRect/>
                </a:stretch>
              </p:blipFill>
              <p:spPr>
                <a:xfrm>
                  <a:off x="3846780" y="2355848"/>
                  <a:ext cx="16812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6">
              <p14:nvContentPartPr>
                <p14:cNvPr id="370" name="Ink 369">
                  <a:extLst>
                    <a:ext uri="{FF2B5EF4-FFF2-40B4-BE49-F238E27FC236}">
                      <a16:creationId xmlns:a16="http://schemas.microsoft.com/office/drawing/2014/main" id="{0D008FDB-0AD9-CD44-C349-E1DCE4D40CBD}"/>
                    </a:ext>
                  </a:extLst>
                </p14:cNvPr>
                <p14:cNvContentPartPr/>
                <p14:nvPr/>
              </p14:nvContentPartPr>
              <p14:xfrm>
                <a:off x="3765060" y="2394008"/>
                <a:ext cx="142560" cy="79920"/>
              </p14:xfrm>
            </p:contentPart>
          </mc:Choice>
          <mc:Fallback xmlns="">
            <p:pic>
              <p:nvPicPr>
                <p:cNvPr id="370" name="Ink 369">
                  <a:extLst>
                    <a:ext uri="{FF2B5EF4-FFF2-40B4-BE49-F238E27FC236}">
                      <a16:creationId xmlns:a16="http://schemas.microsoft.com/office/drawing/2014/main" id="{0D008FDB-0AD9-CD44-C349-E1DCE4D40CBD}"/>
                    </a:ext>
                  </a:extLst>
                </p:cNvPr>
                <p:cNvPicPr/>
                <p:nvPr/>
              </p:nvPicPr>
              <p:blipFill>
                <a:blip r:embed="rId687"/>
                <a:stretch>
                  <a:fillRect/>
                </a:stretch>
              </p:blipFill>
              <p:spPr>
                <a:xfrm>
                  <a:off x="3756060" y="2385008"/>
                  <a:ext cx="16020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8">
              <p14:nvContentPartPr>
                <p14:cNvPr id="371" name="Ink 370">
                  <a:extLst>
                    <a:ext uri="{FF2B5EF4-FFF2-40B4-BE49-F238E27FC236}">
                      <a16:creationId xmlns:a16="http://schemas.microsoft.com/office/drawing/2014/main" id="{6B00D1B2-A040-080D-2C74-B9984C2AE04E}"/>
                    </a:ext>
                  </a:extLst>
                </p14:cNvPr>
                <p14:cNvContentPartPr/>
                <p14:nvPr/>
              </p14:nvContentPartPr>
              <p14:xfrm>
                <a:off x="4177620" y="2213648"/>
                <a:ext cx="98280" cy="201960"/>
              </p14:xfrm>
            </p:contentPart>
          </mc:Choice>
          <mc:Fallback xmlns="">
            <p:pic>
              <p:nvPicPr>
                <p:cNvPr id="371" name="Ink 370">
                  <a:extLst>
                    <a:ext uri="{FF2B5EF4-FFF2-40B4-BE49-F238E27FC236}">
                      <a16:creationId xmlns:a16="http://schemas.microsoft.com/office/drawing/2014/main" id="{6B00D1B2-A040-080D-2C74-B9984C2AE04E}"/>
                    </a:ext>
                  </a:extLst>
                </p:cNvPr>
                <p:cNvPicPr/>
                <p:nvPr/>
              </p:nvPicPr>
              <p:blipFill>
                <a:blip r:embed="rId689"/>
                <a:stretch>
                  <a:fillRect/>
                </a:stretch>
              </p:blipFill>
              <p:spPr>
                <a:xfrm>
                  <a:off x="4168980" y="2205008"/>
                  <a:ext cx="11592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0">
              <p14:nvContentPartPr>
                <p14:cNvPr id="372" name="Ink 371">
                  <a:extLst>
                    <a:ext uri="{FF2B5EF4-FFF2-40B4-BE49-F238E27FC236}">
                      <a16:creationId xmlns:a16="http://schemas.microsoft.com/office/drawing/2014/main" id="{97121DCA-957D-E57C-A61C-1C0AF45E1DD1}"/>
                    </a:ext>
                  </a:extLst>
                </p14:cNvPr>
                <p14:cNvContentPartPr/>
                <p14:nvPr/>
              </p14:nvContentPartPr>
              <p14:xfrm>
                <a:off x="4144500" y="2337488"/>
                <a:ext cx="100440" cy="16200"/>
              </p14:xfrm>
            </p:contentPart>
          </mc:Choice>
          <mc:Fallback xmlns="">
            <p:pic>
              <p:nvPicPr>
                <p:cNvPr id="372" name="Ink 371">
                  <a:extLst>
                    <a:ext uri="{FF2B5EF4-FFF2-40B4-BE49-F238E27FC236}">
                      <a16:creationId xmlns:a16="http://schemas.microsoft.com/office/drawing/2014/main" id="{97121DCA-957D-E57C-A61C-1C0AF45E1DD1}"/>
                    </a:ext>
                  </a:extLst>
                </p:cNvPr>
                <p:cNvPicPr/>
                <p:nvPr/>
              </p:nvPicPr>
              <p:blipFill>
                <a:blip r:embed="rId691"/>
                <a:stretch>
                  <a:fillRect/>
                </a:stretch>
              </p:blipFill>
              <p:spPr>
                <a:xfrm>
                  <a:off x="4135860" y="2328488"/>
                  <a:ext cx="11808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2">
              <p14:nvContentPartPr>
                <p14:cNvPr id="373" name="Ink 372">
                  <a:extLst>
                    <a:ext uri="{FF2B5EF4-FFF2-40B4-BE49-F238E27FC236}">
                      <a16:creationId xmlns:a16="http://schemas.microsoft.com/office/drawing/2014/main" id="{C323888C-9EE6-9BA6-695D-4266452E5E27}"/>
                    </a:ext>
                  </a:extLst>
                </p14:cNvPr>
                <p14:cNvContentPartPr/>
                <p14:nvPr/>
              </p14:nvContentPartPr>
              <p14:xfrm>
                <a:off x="4317300" y="2348288"/>
                <a:ext cx="9000" cy="20160"/>
              </p14:xfrm>
            </p:contentPart>
          </mc:Choice>
          <mc:Fallback xmlns="">
            <p:pic>
              <p:nvPicPr>
                <p:cNvPr id="373" name="Ink 372">
                  <a:extLst>
                    <a:ext uri="{FF2B5EF4-FFF2-40B4-BE49-F238E27FC236}">
                      <a16:creationId xmlns:a16="http://schemas.microsoft.com/office/drawing/2014/main" id="{C323888C-9EE6-9BA6-695D-4266452E5E27}"/>
                    </a:ext>
                  </a:extLst>
                </p:cNvPr>
                <p:cNvPicPr/>
                <p:nvPr/>
              </p:nvPicPr>
              <p:blipFill>
                <a:blip r:embed="rId693"/>
                <a:stretch>
                  <a:fillRect/>
                </a:stretch>
              </p:blipFill>
              <p:spPr>
                <a:xfrm>
                  <a:off x="4308300" y="2339288"/>
                  <a:ext cx="2664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4">
              <p14:nvContentPartPr>
                <p14:cNvPr id="374" name="Ink 373">
                  <a:extLst>
                    <a:ext uri="{FF2B5EF4-FFF2-40B4-BE49-F238E27FC236}">
                      <a16:creationId xmlns:a16="http://schemas.microsoft.com/office/drawing/2014/main" id="{FCEFF991-BE31-B11E-FDA5-9B593FCB4036}"/>
                    </a:ext>
                  </a:extLst>
                </p14:cNvPr>
                <p14:cNvContentPartPr/>
                <p14:nvPr/>
              </p14:nvContentPartPr>
              <p14:xfrm>
                <a:off x="4317300" y="2233808"/>
                <a:ext cx="6840" cy="11880"/>
              </p14:xfrm>
            </p:contentPart>
          </mc:Choice>
          <mc:Fallback xmlns="">
            <p:pic>
              <p:nvPicPr>
                <p:cNvPr id="374" name="Ink 373">
                  <a:extLst>
                    <a:ext uri="{FF2B5EF4-FFF2-40B4-BE49-F238E27FC236}">
                      <a16:creationId xmlns:a16="http://schemas.microsoft.com/office/drawing/2014/main" id="{FCEFF991-BE31-B11E-FDA5-9B593FCB4036}"/>
                    </a:ext>
                  </a:extLst>
                </p:cNvPr>
                <p:cNvPicPr/>
                <p:nvPr/>
              </p:nvPicPr>
              <p:blipFill>
                <a:blip r:embed="rId695"/>
                <a:stretch>
                  <a:fillRect/>
                </a:stretch>
              </p:blipFill>
              <p:spPr>
                <a:xfrm>
                  <a:off x="4308300" y="2225168"/>
                  <a:ext cx="2448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6">
              <p14:nvContentPartPr>
                <p14:cNvPr id="375" name="Ink 374">
                  <a:extLst>
                    <a:ext uri="{FF2B5EF4-FFF2-40B4-BE49-F238E27FC236}">
                      <a16:creationId xmlns:a16="http://schemas.microsoft.com/office/drawing/2014/main" id="{5CEC899E-4271-5CE8-11DF-38DFB1F45C1C}"/>
                    </a:ext>
                  </a:extLst>
                </p14:cNvPr>
                <p14:cNvContentPartPr/>
                <p14:nvPr/>
              </p14:nvContentPartPr>
              <p14:xfrm>
                <a:off x="4402980" y="2301488"/>
                <a:ext cx="96480" cy="63360"/>
              </p14:xfrm>
            </p:contentPart>
          </mc:Choice>
          <mc:Fallback xmlns="">
            <p:pic>
              <p:nvPicPr>
                <p:cNvPr id="375" name="Ink 374">
                  <a:extLst>
                    <a:ext uri="{FF2B5EF4-FFF2-40B4-BE49-F238E27FC236}">
                      <a16:creationId xmlns:a16="http://schemas.microsoft.com/office/drawing/2014/main" id="{5CEC899E-4271-5CE8-11DF-38DFB1F45C1C}"/>
                    </a:ext>
                  </a:extLst>
                </p:cNvPr>
                <p:cNvPicPr/>
                <p:nvPr/>
              </p:nvPicPr>
              <p:blipFill>
                <a:blip r:embed="rId697"/>
                <a:stretch>
                  <a:fillRect/>
                </a:stretch>
              </p:blipFill>
              <p:spPr>
                <a:xfrm>
                  <a:off x="4394340" y="2292488"/>
                  <a:ext cx="11412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8">
              <p14:nvContentPartPr>
                <p14:cNvPr id="376" name="Ink 375">
                  <a:extLst>
                    <a:ext uri="{FF2B5EF4-FFF2-40B4-BE49-F238E27FC236}">
                      <a16:creationId xmlns:a16="http://schemas.microsoft.com/office/drawing/2014/main" id="{47F3C5C5-76A0-0229-218E-524F1840B41C}"/>
                    </a:ext>
                  </a:extLst>
                </p14:cNvPr>
                <p14:cNvContentPartPr/>
                <p14:nvPr/>
              </p14:nvContentPartPr>
              <p14:xfrm>
                <a:off x="4530420" y="2212928"/>
                <a:ext cx="141840" cy="147600"/>
              </p14:xfrm>
            </p:contentPart>
          </mc:Choice>
          <mc:Fallback xmlns="">
            <p:pic>
              <p:nvPicPr>
                <p:cNvPr id="376" name="Ink 375">
                  <a:extLst>
                    <a:ext uri="{FF2B5EF4-FFF2-40B4-BE49-F238E27FC236}">
                      <a16:creationId xmlns:a16="http://schemas.microsoft.com/office/drawing/2014/main" id="{47F3C5C5-76A0-0229-218E-524F1840B41C}"/>
                    </a:ext>
                  </a:extLst>
                </p:cNvPr>
                <p:cNvPicPr/>
                <p:nvPr/>
              </p:nvPicPr>
              <p:blipFill>
                <a:blip r:embed="rId699"/>
                <a:stretch>
                  <a:fillRect/>
                </a:stretch>
              </p:blipFill>
              <p:spPr>
                <a:xfrm>
                  <a:off x="4521420" y="2204288"/>
                  <a:ext cx="15948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0">
              <p14:nvContentPartPr>
                <p14:cNvPr id="377" name="Ink 376">
                  <a:extLst>
                    <a:ext uri="{FF2B5EF4-FFF2-40B4-BE49-F238E27FC236}">
                      <a16:creationId xmlns:a16="http://schemas.microsoft.com/office/drawing/2014/main" id="{B2DF62A3-A818-D7ED-4867-B4B6185ABDDD}"/>
                    </a:ext>
                  </a:extLst>
                </p14:cNvPr>
                <p14:cNvContentPartPr/>
                <p14:nvPr/>
              </p14:nvContentPartPr>
              <p14:xfrm>
                <a:off x="4592700" y="2197448"/>
                <a:ext cx="14760" cy="24480"/>
              </p14:xfrm>
            </p:contentPart>
          </mc:Choice>
          <mc:Fallback xmlns="">
            <p:pic>
              <p:nvPicPr>
                <p:cNvPr id="377" name="Ink 376">
                  <a:extLst>
                    <a:ext uri="{FF2B5EF4-FFF2-40B4-BE49-F238E27FC236}">
                      <a16:creationId xmlns:a16="http://schemas.microsoft.com/office/drawing/2014/main" id="{B2DF62A3-A818-D7ED-4867-B4B6185ABDDD}"/>
                    </a:ext>
                  </a:extLst>
                </p:cNvPr>
                <p:cNvPicPr/>
                <p:nvPr/>
              </p:nvPicPr>
              <p:blipFill>
                <a:blip r:embed="rId701"/>
                <a:stretch>
                  <a:fillRect/>
                </a:stretch>
              </p:blipFill>
              <p:spPr>
                <a:xfrm>
                  <a:off x="4583700" y="2188808"/>
                  <a:ext cx="3240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2">
              <p14:nvContentPartPr>
                <p14:cNvPr id="378" name="Ink 377">
                  <a:extLst>
                    <a:ext uri="{FF2B5EF4-FFF2-40B4-BE49-F238E27FC236}">
                      <a16:creationId xmlns:a16="http://schemas.microsoft.com/office/drawing/2014/main" id="{BC8134D8-0592-5829-C91A-0014B48FC1D2}"/>
                    </a:ext>
                  </a:extLst>
                </p14:cNvPr>
                <p14:cNvContentPartPr/>
                <p14:nvPr/>
              </p14:nvContentPartPr>
              <p14:xfrm>
                <a:off x="4712220" y="2218328"/>
                <a:ext cx="61920" cy="117360"/>
              </p14:xfrm>
            </p:contentPart>
          </mc:Choice>
          <mc:Fallback xmlns="">
            <p:pic>
              <p:nvPicPr>
                <p:cNvPr id="378" name="Ink 377">
                  <a:extLst>
                    <a:ext uri="{FF2B5EF4-FFF2-40B4-BE49-F238E27FC236}">
                      <a16:creationId xmlns:a16="http://schemas.microsoft.com/office/drawing/2014/main" id="{BC8134D8-0592-5829-C91A-0014B48FC1D2}"/>
                    </a:ext>
                  </a:extLst>
                </p:cNvPr>
                <p:cNvPicPr/>
                <p:nvPr/>
              </p:nvPicPr>
              <p:blipFill>
                <a:blip r:embed="rId703"/>
                <a:stretch>
                  <a:fillRect/>
                </a:stretch>
              </p:blipFill>
              <p:spPr>
                <a:xfrm>
                  <a:off x="4703220" y="2209328"/>
                  <a:ext cx="7956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4">
              <p14:nvContentPartPr>
                <p14:cNvPr id="379" name="Ink 378">
                  <a:extLst>
                    <a:ext uri="{FF2B5EF4-FFF2-40B4-BE49-F238E27FC236}">
                      <a16:creationId xmlns:a16="http://schemas.microsoft.com/office/drawing/2014/main" id="{A6B09806-CC3D-8917-9D27-B13ADF80A81C}"/>
                    </a:ext>
                  </a:extLst>
                </p14:cNvPr>
                <p14:cNvContentPartPr/>
                <p14:nvPr/>
              </p14:nvContentPartPr>
              <p14:xfrm>
                <a:off x="4696380" y="2306528"/>
                <a:ext cx="157680" cy="7560"/>
              </p14:xfrm>
            </p:contentPart>
          </mc:Choice>
          <mc:Fallback xmlns="">
            <p:pic>
              <p:nvPicPr>
                <p:cNvPr id="379" name="Ink 378">
                  <a:extLst>
                    <a:ext uri="{FF2B5EF4-FFF2-40B4-BE49-F238E27FC236}">
                      <a16:creationId xmlns:a16="http://schemas.microsoft.com/office/drawing/2014/main" id="{A6B09806-CC3D-8917-9D27-B13ADF80A81C}"/>
                    </a:ext>
                  </a:extLst>
                </p:cNvPr>
                <p:cNvPicPr/>
                <p:nvPr/>
              </p:nvPicPr>
              <p:blipFill>
                <a:blip r:embed="rId705"/>
                <a:stretch>
                  <a:fillRect/>
                </a:stretch>
              </p:blipFill>
              <p:spPr>
                <a:xfrm>
                  <a:off x="4687740" y="2297888"/>
                  <a:ext cx="17532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6">
              <p14:nvContentPartPr>
                <p14:cNvPr id="380" name="Ink 379">
                  <a:extLst>
                    <a:ext uri="{FF2B5EF4-FFF2-40B4-BE49-F238E27FC236}">
                      <a16:creationId xmlns:a16="http://schemas.microsoft.com/office/drawing/2014/main" id="{F603BBCE-FB0B-A1DC-415D-C8E5B68D5222}"/>
                    </a:ext>
                  </a:extLst>
                </p14:cNvPr>
                <p14:cNvContentPartPr/>
                <p14:nvPr/>
              </p14:nvContentPartPr>
              <p14:xfrm>
                <a:off x="4805460" y="2285648"/>
                <a:ext cx="54360" cy="68760"/>
              </p14:xfrm>
            </p:contentPart>
          </mc:Choice>
          <mc:Fallback xmlns="">
            <p:pic>
              <p:nvPicPr>
                <p:cNvPr id="380" name="Ink 379">
                  <a:extLst>
                    <a:ext uri="{FF2B5EF4-FFF2-40B4-BE49-F238E27FC236}">
                      <a16:creationId xmlns:a16="http://schemas.microsoft.com/office/drawing/2014/main" id="{F603BBCE-FB0B-A1DC-415D-C8E5B68D5222}"/>
                    </a:ext>
                  </a:extLst>
                </p:cNvPr>
                <p:cNvPicPr/>
                <p:nvPr/>
              </p:nvPicPr>
              <p:blipFill>
                <a:blip r:embed="rId707"/>
                <a:stretch>
                  <a:fillRect/>
                </a:stretch>
              </p:blipFill>
              <p:spPr>
                <a:xfrm>
                  <a:off x="4796820" y="2277008"/>
                  <a:ext cx="7200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8">
              <p14:nvContentPartPr>
                <p14:cNvPr id="381" name="Ink 380">
                  <a:extLst>
                    <a:ext uri="{FF2B5EF4-FFF2-40B4-BE49-F238E27FC236}">
                      <a16:creationId xmlns:a16="http://schemas.microsoft.com/office/drawing/2014/main" id="{118ABD74-E4C9-0409-7A5D-34C91510F08C}"/>
                    </a:ext>
                  </a:extLst>
                </p14:cNvPr>
                <p14:cNvContentPartPr/>
                <p14:nvPr/>
              </p14:nvContentPartPr>
              <p14:xfrm>
                <a:off x="4818060" y="2210768"/>
                <a:ext cx="8640" cy="7920"/>
              </p14:xfrm>
            </p:contentPart>
          </mc:Choice>
          <mc:Fallback xmlns="">
            <p:pic>
              <p:nvPicPr>
                <p:cNvPr id="381" name="Ink 380">
                  <a:extLst>
                    <a:ext uri="{FF2B5EF4-FFF2-40B4-BE49-F238E27FC236}">
                      <a16:creationId xmlns:a16="http://schemas.microsoft.com/office/drawing/2014/main" id="{118ABD74-E4C9-0409-7A5D-34C91510F08C}"/>
                    </a:ext>
                  </a:extLst>
                </p:cNvPr>
                <p:cNvPicPr/>
                <p:nvPr/>
              </p:nvPicPr>
              <p:blipFill>
                <a:blip r:embed="rId709"/>
                <a:stretch>
                  <a:fillRect/>
                </a:stretch>
              </p:blipFill>
              <p:spPr>
                <a:xfrm>
                  <a:off x="4809060" y="2202128"/>
                  <a:ext cx="2628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0">
              <p14:nvContentPartPr>
                <p14:cNvPr id="382" name="Ink 381">
                  <a:extLst>
                    <a:ext uri="{FF2B5EF4-FFF2-40B4-BE49-F238E27FC236}">
                      <a16:creationId xmlns:a16="http://schemas.microsoft.com/office/drawing/2014/main" id="{621B875D-BE05-BA02-126F-06785652F506}"/>
                    </a:ext>
                  </a:extLst>
                </p14:cNvPr>
                <p14:cNvContentPartPr/>
                <p14:nvPr/>
              </p14:nvContentPartPr>
              <p14:xfrm>
                <a:off x="4925700" y="2274488"/>
                <a:ext cx="63000" cy="38160"/>
              </p14:xfrm>
            </p:contentPart>
          </mc:Choice>
          <mc:Fallback xmlns="">
            <p:pic>
              <p:nvPicPr>
                <p:cNvPr id="382" name="Ink 381">
                  <a:extLst>
                    <a:ext uri="{FF2B5EF4-FFF2-40B4-BE49-F238E27FC236}">
                      <a16:creationId xmlns:a16="http://schemas.microsoft.com/office/drawing/2014/main" id="{621B875D-BE05-BA02-126F-06785652F506}"/>
                    </a:ext>
                  </a:extLst>
                </p:cNvPr>
                <p:cNvPicPr/>
                <p:nvPr/>
              </p:nvPicPr>
              <p:blipFill>
                <a:blip r:embed="rId711"/>
                <a:stretch>
                  <a:fillRect/>
                </a:stretch>
              </p:blipFill>
              <p:spPr>
                <a:xfrm>
                  <a:off x="4917060" y="2265488"/>
                  <a:ext cx="8064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2">
              <p14:nvContentPartPr>
                <p14:cNvPr id="383" name="Ink 382">
                  <a:extLst>
                    <a:ext uri="{FF2B5EF4-FFF2-40B4-BE49-F238E27FC236}">
                      <a16:creationId xmlns:a16="http://schemas.microsoft.com/office/drawing/2014/main" id="{1B2D3217-0057-AFE0-2C56-50AE13AB8975}"/>
                    </a:ext>
                  </a:extLst>
                </p14:cNvPr>
                <p14:cNvContentPartPr/>
                <p14:nvPr/>
              </p14:nvContentPartPr>
              <p14:xfrm>
                <a:off x="5029020" y="2278448"/>
                <a:ext cx="76320" cy="24840"/>
              </p14:xfrm>
            </p:contentPart>
          </mc:Choice>
          <mc:Fallback xmlns="">
            <p:pic>
              <p:nvPicPr>
                <p:cNvPr id="383" name="Ink 382">
                  <a:extLst>
                    <a:ext uri="{FF2B5EF4-FFF2-40B4-BE49-F238E27FC236}">
                      <a16:creationId xmlns:a16="http://schemas.microsoft.com/office/drawing/2014/main" id="{1B2D3217-0057-AFE0-2C56-50AE13AB8975}"/>
                    </a:ext>
                  </a:extLst>
                </p:cNvPr>
                <p:cNvPicPr/>
                <p:nvPr/>
              </p:nvPicPr>
              <p:blipFill>
                <a:blip r:embed="rId713"/>
                <a:stretch>
                  <a:fillRect/>
                </a:stretch>
              </p:blipFill>
              <p:spPr>
                <a:xfrm>
                  <a:off x="5020020" y="2269448"/>
                  <a:ext cx="9396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4">
              <p14:nvContentPartPr>
                <p14:cNvPr id="384" name="Ink 383">
                  <a:extLst>
                    <a:ext uri="{FF2B5EF4-FFF2-40B4-BE49-F238E27FC236}">
                      <a16:creationId xmlns:a16="http://schemas.microsoft.com/office/drawing/2014/main" id="{DBB9627D-DF9E-BDE4-21E1-311D3003649E}"/>
                    </a:ext>
                  </a:extLst>
                </p14:cNvPr>
                <p14:cNvContentPartPr/>
                <p14:nvPr/>
              </p14:nvContentPartPr>
              <p14:xfrm>
                <a:off x="5168340" y="2222648"/>
                <a:ext cx="74160" cy="109440"/>
              </p14:xfrm>
            </p:contentPart>
          </mc:Choice>
          <mc:Fallback xmlns="">
            <p:pic>
              <p:nvPicPr>
                <p:cNvPr id="384" name="Ink 383">
                  <a:extLst>
                    <a:ext uri="{FF2B5EF4-FFF2-40B4-BE49-F238E27FC236}">
                      <a16:creationId xmlns:a16="http://schemas.microsoft.com/office/drawing/2014/main" id="{DBB9627D-DF9E-BDE4-21E1-311D3003649E}"/>
                    </a:ext>
                  </a:extLst>
                </p:cNvPr>
                <p:cNvPicPr/>
                <p:nvPr/>
              </p:nvPicPr>
              <p:blipFill>
                <a:blip r:embed="rId715"/>
                <a:stretch>
                  <a:fillRect/>
                </a:stretch>
              </p:blipFill>
              <p:spPr>
                <a:xfrm>
                  <a:off x="5159340" y="2213648"/>
                  <a:ext cx="91800" cy="127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8" name="Group 387">
            <a:extLst>
              <a:ext uri="{FF2B5EF4-FFF2-40B4-BE49-F238E27FC236}">
                <a16:creationId xmlns:a16="http://schemas.microsoft.com/office/drawing/2014/main" id="{BA0905DA-14C7-1D15-00E4-6904D572AB06}"/>
              </a:ext>
            </a:extLst>
          </p:cNvPr>
          <p:cNvGrpSpPr/>
          <p:nvPr/>
        </p:nvGrpSpPr>
        <p:grpSpPr>
          <a:xfrm>
            <a:off x="2363940" y="4447448"/>
            <a:ext cx="103680" cy="67680"/>
            <a:chOff x="2363940" y="4447448"/>
            <a:chExt cx="103680" cy="67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16">
              <p14:nvContentPartPr>
                <p14:cNvPr id="386" name="Ink 385">
                  <a:extLst>
                    <a:ext uri="{FF2B5EF4-FFF2-40B4-BE49-F238E27FC236}">
                      <a16:creationId xmlns:a16="http://schemas.microsoft.com/office/drawing/2014/main" id="{ED8F6BEC-C5BF-B1FC-8FDE-60D724F24AAA}"/>
                    </a:ext>
                  </a:extLst>
                </p14:cNvPr>
                <p14:cNvContentPartPr/>
                <p14:nvPr/>
              </p14:nvContentPartPr>
              <p14:xfrm>
                <a:off x="2363940" y="4503968"/>
                <a:ext cx="103680" cy="11160"/>
              </p14:xfrm>
            </p:contentPart>
          </mc:Choice>
          <mc:Fallback xmlns="">
            <p:pic>
              <p:nvPicPr>
                <p:cNvPr id="386" name="Ink 385">
                  <a:extLst>
                    <a:ext uri="{FF2B5EF4-FFF2-40B4-BE49-F238E27FC236}">
                      <a16:creationId xmlns:a16="http://schemas.microsoft.com/office/drawing/2014/main" id="{ED8F6BEC-C5BF-B1FC-8FDE-60D724F24AAA}"/>
                    </a:ext>
                  </a:extLst>
                </p:cNvPr>
                <p:cNvPicPr/>
                <p:nvPr/>
              </p:nvPicPr>
              <p:blipFill>
                <a:blip r:embed="rId717"/>
                <a:stretch>
                  <a:fillRect/>
                </a:stretch>
              </p:blipFill>
              <p:spPr>
                <a:xfrm>
                  <a:off x="2354940" y="4495328"/>
                  <a:ext cx="12132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8">
              <p14:nvContentPartPr>
                <p14:cNvPr id="387" name="Ink 386">
                  <a:extLst>
                    <a:ext uri="{FF2B5EF4-FFF2-40B4-BE49-F238E27FC236}">
                      <a16:creationId xmlns:a16="http://schemas.microsoft.com/office/drawing/2014/main" id="{34CB4568-6CCC-E11B-2CED-FBEE4A138144}"/>
                    </a:ext>
                  </a:extLst>
                </p14:cNvPr>
                <p14:cNvContentPartPr/>
                <p14:nvPr/>
              </p14:nvContentPartPr>
              <p14:xfrm>
                <a:off x="2379780" y="4447448"/>
                <a:ext cx="83160" cy="10440"/>
              </p14:xfrm>
            </p:contentPart>
          </mc:Choice>
          <mc:Fallback xmlns="">
            <p:pic>
              <p:nvPicPr>
                <p:cNvPr id="387" name="Ink 386">
                  <a:extLst>
                    <a:ext uri="{FF2B5EF4-FFF2-40B4-BE49-F238E27FC236}">
                      <a16:creationId xmlns:a16="http://schemas.microsoft.com/office/drawing/2014/main" id="{34CB4568-6CCC-E11B-2CED-FBEE4A138144}"/>
                    </a:ext>
                  </a:extLst>
                </p:cNvPr>
                <p:cNvPicPr/>
                <p:nvPr/>
              </p:nvPicPr>
              <p:blipFill>
                <a:blip r:embed="rId719"/>
                <a:stretch>
                  <a:fillRect/>
                </a:stretch>
              </p:blipFill>
              <p:spPr>
                <a:xfrm>
                  <a:off x="2370780" y="4438448"/>
                  <a:ext cx="100800" cy="28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20">
            <p14:nvContentPartPr>
              <p14:cNvPr id="389" name="Ink 388">
                <a:extLst>
                  <a:ext uri="{FF2B5EF4-FFF2-40B4-BE49-F238E27FC236}">
                    <a16:creationId xmlns:a16="http://schemas.microsoft.com/office/drawing/2014/main" id="{EA89B8DF-1D81-059F-16FE-024FF6BEFCB5}"/>
                  </a:ext>
                </a:extLst>
              </p14:cNvPr>
              <p14:cNvContentPartPr/>
              <p14:nvPr/>
            </p14:nvContentPartPr>
            <p14:xfrm>
              <a:off x="2794860" y="4187528"/>
              <a:ext cx="47160" cy="124560"/>
            </p14:xfrm>
          </p:contentPart>
        </mc:Choice>
        <mc:Fallback xmlns="">
          <p:pic>
            <p:nvPicPr>
              <p:cNvPr id="389" name="Ink 388">
                <a:extLst>
                  <a:ext uri="{FF2B5EF4-FFF2-40B4-BE49-F238E27FC236}">
                    <a16:creationId xmlns:a16="http://schemas.microsoft.com/office/drawing/2014/main" id="{EA89B8DF-1D81-059F-16FE-024FF6BEFCB5}"/>
                  </a:ext>
                </a:extLst>
              </p:cNvPr>
              <p:cNvPicPr/>
              <p:nvPr/>
            </p:nvPicPr>
            <p:blipFill>
              <a:blip r:embed="rId721"/>
              <a:stretch>
                <a:fillRect/>
              </a:stretch>
            </p:blipFill>
            <p:spPr>
              <a:xfrm>
                <a:off x="2786220" y="4178528"/>
                <a:ext cx="64800" cy="14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2">
            <p14:nvContentPartPr>
              <p14:cNvPr id="390" name="Ink 389">
                <a:extLst>
                  <a:ext uri="{FF2B5EF4-FFF2-40B4-BE49-F238E27FC236}">
                    <a16:creationId xmlns:a16="http://schemas.microsoft.com/office/drawing/2014/main" id="{F8E942C1-B39B-735A-50B5-E80020ADD277}"/>
                  </a:ext>
                </a:extLst>
              </p14:cNvPr>
              <p14:cNvContentPartPr/>
              <p14:nvPr/>
            </p14:nvContentPartPr>
            <p14:xfrm>
              <a:off x="2708820" y="4447088"/>
              <a:ext cx="372240" cy="19080"/>
            </p14:xfrm>
          </p:contentPart>
        </mc:Choice>
        <mc:Fallback xmlns="">
          <p:pic>
            <p:nvPicPr>
              <p:cNvPr id="390" name="Ink 389">
                <a:extLst>
                  <a:ext uri="{FF2B5EF4-FFF2-40B4-BE49-F238E27FC236}">
                    <a16:creationId xmlns:a16="http://schemas.microsoft.com/office/drawing/2014/main" id="{F8E942C1-B39B-735A-50B5-E80020ADD277}"/>
                  </a:ext>
                </a:extLst>
              </p:cNvPr>
              <p:cNvPicPr/>
              <p:nvPr/>
            </p:nvPicPr>
            <p:blipFill>
              <a:blip r:embed="rId723"/>
              <a:stretch>
                <a:fillRect/>
              </a:stretch>
            </p:blipFill>
            <p:spPr>
              <a:xfrm>
                <a:off x="2700180" y="4438448"/>
                <a:ext cx="389880" cy="36720"/>
              </a:xfrm>
              <a:prstGeom prst="rect">
                <a:avLst/>
              </a:prstGeom>
            </p:spPr>
          </p:pic>
        </mc:Fallback>
      </mc:AlternateContent>
      <p:grpSp>
        <p:nvGrpSpPr>
          <p:cNvPr id="395" name="Group 394">
            <a:extLst>
              <a:ext uri="{FF2B5EF4-FFF2-40B4-BE49-F238E27FC236}">
                <a16:creationId xmlns:a16="http://schemas.microsoft.com/office/drawing/2014/main" id="{01DFBBA3-18C5-4287-ACE7-BB07C500924C}"/>
              </a:ext>
            </a:extLst>
          </p:cNvPr>
          <p:cNvGrpSpPr/>
          <p:nvPr/>
        </p:nvGrpSpPr>
        <p:grpSpPr>
          <a:xfrm>
            <a:off x="2697660" y="4554368"/>
            <a:ext cx="485280" cy="209160"/>
            <a:chOff x="2697660" y="4554368"/>
            <a:chExt cx="485280" cy="209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24">
              <p14:nvContentPartPr>
                <p14:cNvPr id="391" name="Ink 390">
                  <a:extLst>
                    <a:ext uri="{FF2B5EF4-FFF2-40B4-BE49-F238E27FC236}">
                      <a16:creationId xmlns:a16="http://schemas.microsoft.com/office/drawing/2014/main" id="{D2747279-CBE4-CAFA-415E-3D519B72099A}"/>
                    </a:ext>
                  </a:extLst>
                </p14:cNvPr>
                <p14:cNvContentPartPr/>
                <p14:nvPr/>
              </p14:nvContentPartPr>
              <p14:xfrm>
                <a:off x="2697660" y="4594328"/>
                <a:ext cx="218520" cy="154080"/>
              </p14:xfrm>
            </p:contentPart>
          </mc:Choice>
          <mc:Fallback xmlns="">
            <p:pic>
              <p:nvPicPr>
                <p:cNvPr id="391" name="Ink 390">
                  <a:extLst>
                    <a:ext uri="{FF2B5EF4-FFF2-40B4-BE49-F238E27FC236}">
                      <a16:creationId xmlns:a16="http://schemas.microsoft.com/office/drawing/2014/main" id="{D2747279-CBE4-CAFA-415E-3D519B72099A}"/>
                    </a:ext>
                  </a:extLst>
                </p:cNvPr>
                <p:cNvPicPr/>
                <p:nvPr/>
              </p:nvPicPr>
              <p:blipFill>
                <a:blip r:embed="rId725"/>
                <a:stretch>
                  <a:fillRect/>
                </a:stretch>
              </p:blipFill>
              <p:spPr>
                <a:xfrm>
                  <a:off x="2688660" y="4585328"/>
                  <a:ext cx="23616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6">
              <p14:nvContentPartPr>
                <p14:cNvPr id="392" name="Ink 391">
                  <a:extLst>
                    <a:ext uri="{FF2B5EF4-FFF2-40B4-BE49-F238E27FC236}">
                      <a16:creationId xmlns:a16="http://schemas.microsoft.com/office/drawing/2014/main" id="{3DBF70E8-8166-5AD4-CD54-B0C4BCCCC4B9}"/>
                    </a:ext>
                  </a:extLst>
                </p14:cNvPr>
                <p14:cNvContentPartPr/>
                <p14:nvPr/>
              </p14:nvContentPartPr>
              <p14:xfrm>
                <a:off x="3007980" y="4634288"/>
                <a:ext cx="64440" cy="83880"/>
              </p14:xfrm>
            </p:contentPart>
          </mc:Choice>
          <mc:Fallback xmlns="">
            <p:pic>
              <p:nvPicPr>
                <p:cNvPr id="392" name="Ink 391">
                  <a:extLst>
                    <a:ext uri="{FF2B5EF4-FFF2-40B4-BE49-F238E27FC236}">
                      <a16:creationId xmlns:a16="http://schemas.microsoft.com/office/drawing/2014/main" id="{3DBF70E8-8166-5AD4-CD54-B0C4BCCCC4B9}"/>
                    </a:ext>
                  </a:extLst>
                </p:cNvPr>
                <p:cNvPicPr/>
                <p:nvPr/>
              </p:nvPicPr>
              <p:blipFill>
                <a:blip r:embed="rId727"/>
                <a:stretch>
                  <a:fillRect/>
                </a:stretch>
              </p:blipFill>
              <p:spPr>
                <a:xfrm>
                  <a:off x="2999340" y="4625288"/>
                  <a:ext cx="8208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8">
              <p14:nvContentPartPr>
                <p14:cNvPr id="393" name="Ink 392">
                  <a:extLst>
                    <a:ext uri="{FF2B5EF4-FFF2-40B4-BE49-F238E27FC236}">
                      <a16:creationId xmlns:a16="http://schemas.microsoft.com/office/drawing/2014/main" id="{73D3D399-B925-5475-C24C-C82B7A82E8B4}"/>
                    </a:ext>
                  </a:extLst>
                </p14:cNvPr>
                <p14:cNvContentPartPr/>
                <p14:nvPr/>
              </p14:nvContentPartPr>
              <p14:xfrm>
                <a:off x="2889180" y="4554368"/>
                <a:ext cx="186840" cy="48960"/>
              </p14:xfrm>
            </p:contentPart>
          </mc:Choice>
          <mc:Fallback xmlns="">
            <p:pic>
              <p:nvPicPr>
                <p:cNvPr id="393" name="Ink 392">
                  <a:extLst>
                    <a:ext uri="{FF2B5EF4-FFF2-40B4-BE49-F238E27FC236}">
                      <a16:creationId xmlns:a16="http://schemas.microsoft.com/office/drawing/2014/main" id="{73D3D399-B925-5475-C24C-C82B7A82E8B4}"/>
                    </a:ext>
                  </a:extLst>
                </p:cNvPr>
                <p:cNvPicPr/>
                <p:nvPr/>
              </p:nvPicPr>
              <p:blipFill>
                <a:blip r:embed="rId729"/>
                <a:stretch>
                  <a:fillRect/>
                </a:stretch>
              </p:blipFill>
              <p:spPr>
                <a:xfrm>
                  <a:off x="2880540" y="4545368"/>
                  <a:ext cx="20448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0">
              <p14:nvContentPartPr>
                <p14:cNvPr id="394" name="Ink 393">
                  <a:extLst>
                    <a:ext uri="{FF2B5EF4-FFF2-40B4-BE49-F238E27FC236}">
                      <a16:creationId xmlns:a16="http://schemas.microsoft.com/office/drawing/2014/main" id="{60357775-3377-B51B-6AC6-7F5EB619C96C}"/>
                    </a:ext>
                  </a:extLst>
                </p14:cNvPr>
                <p14:cNvContentPartPr/>
                <p14:nvPr/>
              </p14:nvContentPartPr>
              <p14:xfrm>
                <a:off x="3153420" y="4707008"/>
                <a:ext cx="29520" cy="56520"/>
              </p14:xfrm>
            </p:contentPart>
          </mc:Choice>
          <mc:Fallback xmlns="">
            <p:pic>
              <p:nvPicPr>
                <p:cNvPr id="394" name="Ink 393">
                  <a:extLst>
                    <a:ext uri="{FF2B5EF4-FFF2-40B4-BE49-F238E27FC236}">
                      <a16:creationId xmlns:a16="http://schemas.microsoft.com/office/drawing/2014/main" id="{60357775-3377-B51B-6AC6-7F5EB619C96C}"/>
                    </a:ext>
                  </a:extLst>
                </p:cNvPr>
                <p:cNvPicPr/>
                <p:nvPr/>
              </p:nvPicPr>
              <p:blipFill>
                <a:blip r:embed="rId731"/>
                <a:stretch>
                  <a:fillRect/>
                </a:stretch>
              </p:blipFill>
              <p:spPr>
                <a:xfrm>
                  <a:off x="3144780" y="4698008"/>
                  <a:ext cx="47160" cy="74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6" name="Group 405">
            <a:extLst>
              <a:ext uri="{FF2B5EF4-FFF2-40B4-BE49-F238E27FC236}">
                <a16:creationId xmlns:a16="http://schemas.microsoft.com/office/drawing/2014/main" id="{32AE2625-B8E8-4B18-624E-9FB9B2883467}"/>
              </a:ext>
            </a:extLst>
          </p:cNvPr>
          <p:cNvGrpSpPr/>
          <p:nvPr/>
        </p:nvGrpSpPr>
        <p:grpSpPr>
          <a:xfrm>
            <a:off x="10042020" y="2658248"/>
            <a:ext cx="1095480" cy="252360"/>
            <a:chOff x="10042020" y="2658248"/>
            <a:chExt cx="1095480" cy="252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32">
              <p14:nvContentPartPr>
                <p14:cNvPr id="396" name="Ink 395">
                  <a:extLst>
                    <a:ext uri="{FF2B5EF4-FFF2-40B4-BE49-F238E27FC236}">
                      <a16:creationId xmlns:a16="http://schemas.microsoft.com/office/drawing/2014/main" id="{4F89B5FB-82AF-3B05-63EC-0FD0E6D98C36}"/>
                    </a:ext>
                  </a:extLst>
                </p14:cNvPr>
                <p14:cNvContentPartPr/>
                <p14:nvPr/>
              </p14:nvContentPartPr>
              <p14:xfrm>
                <a:off x="10163340" y="2710808"/>
                <a:ext cx="48240" cy="122400"/>
              </p14:xfrm>
            </p:contentPart>
          </mc:Choice>
          <mc:Fallback xmlns="">
            <p:pic>
              <p:nvPicPr>
                <p:cNvPr id="396" name="Ink 395">
                  <a:extLst>
                    <a:ext uri="{FF2B5EF4-FFF2-40B4-BE49-F238E27FC236}">
                      <a16:creationId xmlns:a16="http://schemas.microsoft.com/office/drawing/2014/main" id="{4F89B5FB-82AF-3B05-63EC-0FD0E6D98C36}"/>
                    </a:ext>
                  </a:extLst>
                </p:cNvPr>
                <p:cNvPicPr/>
                <p:nvPr/>
              </p:nvPicPr>
              <p:blipFill>
                <a:blip r:embed="rId733"/>
                <a:stretch>
                  <a:fillRect/>
                </a:stretch>
              </p:blipFill>
              <p:spPr>
                <a:xfrm>
                  <a:off x="10154340" y="2702168"/>
                  <a:ext cx="6588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4">
              <p14:nvContentPartPr>
                <p14:cNvPr id="397" name="Ink 396">
                  <a:extLst>
                    <a:ext uri="{FF2B5EF4-FFF2-40B4-BE49-F238E27FC236}">
                      <a16:creationId xmlns:a16="http://schemas.microsoft.com/office/drawing/2014/main" id="{88B3B25F-3E65-4252-87EB-C6FCA9774C3D}"/>
                    </a:ext>
                  </a:extLst>
                </p14:cNvPr>
                <p14:cNvContentPartPr/>
                <p14:nvPr/>
              </p14:nvContentPartPr>
              <p14:xfrm>
                <a:off x="10042020" y="2674088"/>
                <a:ext cx="207360" cy="11880"/>
              </p14:xfrm>
            </p:contentPart>
          </mc:Choice>
          <mc:Fallback xmlns="">
            <p:pic>
              <p:nvPicPr>
                <p:cNvPr id="397" name="Ink 396">
                  <a:extLst>
                    <a:ext uri="{FF2B5EF4-FFF2-40B4-BE49-F238E27FC236}">
                      <a16:creationId xmlns:a16="http://schemas.microsoft.com/office/drawing/2014/main" id="{88B3B25F-3E65-4252-87EB-C6FCA9774C3D}"/>
                    </a:ext>
                  </a:extLst>
                </p:cNvPr>
                <p:cNvPicPr/>
                <p:nvPr/>
              </p:nvPicPr>
              <p:blipFill>
                <a:blip r:embed="rId735"/>
                <a:stretch>
                  <a:fillRect/>
                </a:stretch>
              </p:blipFill>
              <p:spPr>
                <a:xfrm>
                  <a:off x="10033020" y="2665448"/>
                  <a:ext cx="22500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6">
              <p14:nvContentPartPr>
                <p14:cNvPr id="398" name="Ink 397">
                  <a:extLst>
                    <a:ext uri="{FF2B5EF4-FFF2-40B4-BE49-F238E27FC236}">
                      <a16:creationId xmlns:a16="http://schemas.microsoft.com/office/drawing/2014/main" id="{D3AEDBEF-F896-AB0F-ADD3-A9EB0589B3C1}"/>
                    </a:ext>
                  </a:extLst>
                </p14:cNvPr>
                <p14:cNvContentPartPr/>
                <p14:nvPr/>
              </p14:nvContentPartPr>
              <p14:xfrm>
                <a:off x="10271340" y="2826008"/>
                <a:ext cx="131760" cy="84600"/>
              </p14:xfrm>
            </p:contentPart>
          </mc:Choice>
          <mc:Fallback xmlns="">
            <p:pic>
              <p:nvPicPr>
                <p:cNvPr id="398" name="Ink 397">
                  <a:extLst>
                    <a:ext uri="{FF2B5EF4-FFF2-40B4-BE49-F238E27FC236}">
                      <a16:creationId xmlns:a16="http://schemas.microsoft.com/office/drawing/2014/main" id="{D3AEDBEF-F896-AB0F-ADD3-A9EB0589B3C1}"/>
                    </a:ext>
                  </a:extLst>
                </p:cNvPr>
                <p:cNvPicPr/>
                <p:nvPr/>
              </p:nvPicPr>
              <p:blipFill>
                <a:blip r:embed="rId737"/>
                <a:stretch>
                  <a:fillRect/>
                </a:stretch>
              </p:blipFill>
              <p:spPr>
                <a:xfrm>
                  <a:off x="10262340" y="2817368"/>
                  <a:ext cx="14940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8">
              <p14:nvContentPartPr>
                <p14:cNvPr id="399" name="Ink 398">
                  <a:extLst>
                    <a:ext uri="{FF2B5EF4-FFF2-40B4-BE49-F238E27FC236}">
                      <a16:creationId xmlns:a16="http://schemas.microsoft.com/office/drawing/2014/main" id="{48ECBDB5-BACF-41F2-FAC7-6AB825ECF23B}"/>
                    </a:ext>
                  </a:extLst>
                </p14:cNvPr>
                <p14:cNvContentPartPr/>
                <p14:nvPr/>
              </p14:nvContentPartPr>
              <p14:xfrm>
                <a:off x="10463220" y="2815928"/>
                <a:ext cx="62640" cy="5400"/>
              </p14:xfrm>
            </p:contentPart>
          </mc:Choice>
          <mc:Fallback xmlns="">
            <p:pic>
              <p:nvPicPr>
                <p:cNvPr id="399" name="Ink 398">
                  <a:extLst>
                    <a:ext uri="{FF2B5EF4-FFF2-40B4-BE49-F238E27FC236}">
                      <a16:creationId xmlns:a16="http://schemas.microsoft.com/office/drawing/2014/main" id="{48ECBDB5-BACF-41F2-FAC7-6AB825ECF23B}"/>
                    </a:ext>
                  </a:extLst>
                </p:cNvPr>
                <p:cNvPicPr/>
                <p:nvPr/>
              </p:nvPicPr>
              <p:blipFill>
                <a:blip r:embed="rId739"/>
                <a:stretch>
                  <a:fillRect/>
                </a:stretch>
              </p:blipFill>
              <p:spPr>
                <a:xfrm>
                  <a:off x="10454580" y="2807288"/>
                  <a:ext cx="8028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0">
              <p14:nvContentPartPr>
                <p14:cNvPr id="400" name="Ink 399">
                  <a:extLst>
                    <a:ext uri="{FF2B5EF4-FFF2-40B4-BE49-F238E27FC236}">
                      <a16:creationId xmlns:a16="http://schemas.microsoft.com/office/drawing/2014/main" id="{A1B0346E-9D7D-5251-18B7-4F2BF342220E}"/>
                    </a:ext>
                  </a:extLst>
                </p14:cNvPr>
                <p14:cNvContentPartPr/>
                <p14:nvPr/>
              </p14:nvContentPartPr>
              <p14:xfrm>
                <a:off x="10431180" y="2750408"/>
                <a:ext cx="95040" cy="13680"/>
              </p14:xfrm>
            </p:contentPart>
          </mc:Choice>
          <mc:Fallback xmlns="">
            <p:pic>
              <p:nvPicPr>
                <p:cNvPr id="400" name="Ink 399">
                  <a:extLst>
                    <a:ext uri="{FF2B5EF4-FFF2-40B4-BE49-F238E27FC236}">
                      <a16:creationId xmlns:a16="http://schemas.microsoft.com/office/drawing/2014/main" id="{A1B0346E-9D7D-5251-18B7-4F2BF342220E}"/>
                    </a:ext>
                  </a:extLst>
                </p:cNvPr>
                <p:cNvPicPr/>
                <p:nvPr/>
              </p:nvPicPr>
              <p:blipFill>
                <a:blip r:embed="rId741"/>
                <a:stretch>
                  <a:fillRect/>
                </a:stretch>
              </p:blipFill>
              <p:spPr>
                <a:xfrm>
                  <a:off x="10422180" y="2741768"/>
                  <a:ext cx="11268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2">
              <p14:nvContentPartPr>
                <p14:cNvPr id="401" name="Ink 400">
                  <a:extLst>
                    <a:ext uri="{FF2B5EF4-FFF2-40B4-BE49-F238E27FC236}">
                      <a16:creationId xmlns:a16="http://schemas.microsoft.com/office/drawing/2014/main" id="{D558B89F-A234-8663-3E89-C331C31C6ED1}"/>
                    </a:ext>
                  </a:extLst>
                </p14:cNvPr>
                <p14:cNvContentPartPr/>
                <p14:nvPr/>
              </p14:nvContentPartPr>
              <p14:xfrm>
                <a:off x="10639980" y="2686328"/>
                <a:ext cx="210240" cy="153360"/>
              </p14:xfrm>
            </p:contentPart>
          </mc:Choice>
          <mc:Fallback xmlns="">
            <p:pic>
              <p:nvPicPr>
                <p:cNvPr id="401" name="Ink 400">
                  <a:extLst>
                    <a:ext uri="{FF2B5EF4-FFF2-40B4-BE49-F238E27FC236}">
                      <a16:creationId xmlns:a16="http://schemas.microsoft.com/office/drawing/2014/main" id="{D558B89F-A234-8663-3E89-C331C31C6ED1}"/>
                    </a:ext>
                  </a:extLst>
                </p:cNvPr>
                <p:cNvPicPr/>
                <p:nvPr/>
              </p:nvPicPr>
              <p:blipFill>
                <a:blip r:embed="rId743"/>
                <a:stretch>
                  <a:fillRect/>
                </a:stretch>
              </p:blipFill>
              <p:spPr>
                <a:xfrm>
                  <a:off x="10630980" y="2677328"/>
                  <a:ext cx="22788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4">
              <p14:nvContentPartPr>
                <p14:cNvPr id="402" name="Ink 401">
                  <a:extLst>
                    <a:ext uri="{FF2B5EF4-FFF2-40B4-BE49-F238E27FC236}">
                      <a16:creationId xmlns:a16="http://schemas.microsoft.com/office/drawing/2014/main" id="{D1697A0F-946B-37CA-EF77-4BD7A6122A0A}"/>
                    </a:ext>
                  </a:extLst>
                </p14:cNvPr>
                <p14:cNvContentPartPr/>
                <p14:nvPr/>
              </p14:nvContentPartPr>
              <p14:xfrm>
                <a:off x="10931220" y="2701448"/>
                <a:ext cx="70200" cy="120240"/>
              </p14:xfrm>
            </p:contentPart>
          </mc:Choice>
          <mc:Fallback xmlns="">
            <p:pic>
              <p:nvPicPr>
                <p:cNvPr id="402" name="Ink 401">
                  <a:extLst>
                    <a:ext uri="{FF2B5EF4-FFF2-40B4-BE49-F238E27FC236}">
                      <a16:creationId xmlns:a16="http://schemas.microsoft.com/office/drawing/2014/main" id="{D1697A0F-946B-37CA-EF77-4BD7A6122A0A}"/>
                    </a:ext>
                  </a:extLst>
                </p:cNvPr>
                <p:cNvPicPr/>
                <p:nvPr/>
              </p:nvPicPr>
              <p:blipFill>
                <a:blip r:embed="rId745"/>
                <a:stretch>
                  <a:fillRect/>
                </a:stretch>
              </p:blipFill>
              <p:spPr>
                <a:xfrm>
                  <a:off x="10922220" y="2692808"/>
                  <a:ext cx="8784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6">
              <p14:nvContentPartPr>
                <p14:cNvPr id="403" name="Ink 402">
                  <a:extLst>
                    <a:ext uri="{FF2B5EF4-FFF2-40B4-BE49-F238E27FC236}">
                      <a16:creationId xmlns:a16="http://schemas.microsoft.com/office/drawing/2014/main" id="{067EE56D-FFE0-F760-4A29-4FB720A957EA}"/>
                    </a:ext>
                  </a:extLst>
                </p14:cNvPr>
                <p14:cNvContentPartPr/>
                <p14:nvPr/>
              </p14:nvContentPartPr>
              <p14:xfrm>
                <a:off x="10835100" y="2658248"/>
                <a:ext cx="174240" cy="28080"/>
              </p14:xfrm>
            </p:contentPart>
          </mc:Choice>
          <mc:Fallback xmlns="">
            <p:pic>
              <p:nvPicPr>
                <p:cNvPr id="403" name="Ink 402">
                  <a:extLst>
                    <a:ext uri="{FF2B5EF4-FFF2-40B4-BE49-F238E27FC236}">
                      <a16:creationId xmlns:a16="http://schemas.microsoft.com/office/drawing/2014/main" id="{067EE56D-FFE0-F760-4A29-4FB720A957EA}"/>
                    </a:ext>
                  </a:extLst>
                </p:cNvPr>
                <p:cNvPicPr/>
                <p:nvPr/>
              </p:nvPicPr>
              <p:blipFill>
                <a:blip r:embed="rId747"/>
                <a:stretch>
                  <a:fillRect/>
                </a:stretch>
              </p:blipFill>
              <p:spPr>
                <a:xfrm>
                  <a:off x="10826100" y="2649608"/>
                  <a:ext cx="19188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8">
              <p14:nvContentPartPr>
                <p14:cNvPr id="404" name="Ink 403">
                  <a:extLst>
                    <a:ext uri="{FF2B5EF4-FFF2-40B4-BE49-F238E27FC236}">
                      <a16:creationId xmlns:a16="http://schemas.microsoft.com/office/drawing/2014/main" id="{02F92DEB-EA4C-936E-2EBC-2E9C15A5FC3C}"/>
                    </a:ext>
                  </a:extLst>
                </p14:cNvPr>
                <p14:cNvContentPartPr/>
                <p14:nvPr/>
              </p14:nvContentPartPr>
              <p14:xfrm>
                <a:off x="11097180" y="2826008"/>
                <a:ext cx="40320" cy="51840"/>
              </p14:xfrm>
            </p:contentPart>
          </mc:Choice>
          <mc:Fallback xmlns="">
            <p:pic>
              <p:nvPicPr>
                <p:cNvPr id="404" name="Ink 403">
                  <a:extLst>
                    <a:ext uri="{FF2B5EF4-FFF2-40B4-BE49-F238E27FC236}">
                      <a16:creationId xmlns:a16="http://schemas.microsoft.com/office/drawing/2014/main" id="{02F92DEB-EA4C-936E-2EBC-2E9C15A5FC3C}"/>
                    </a:ext>
                  </a:extLst>
                </p:cNvPr>
                <p:cNvPicPr/>
                <p:nvPr/>
              </p:nvPicPr>
              <p:blipFill>
                <a:blip r:embed="rId749"/>
                <a:stretch>
                  <a:fillRect/>
                </a:stretch>
              </p:blipFill>
              <p:spPr>
                <a:xfrm>
                  <a:off x="11088540" y="2817368"/>
                  <a:ext cx="5796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0">
              <p14:nvContentPartPr>
                <p14:cNvPr id="405" name="Ink 404">
                  <a:extLst>
                    <a:ext uri="{FF2B5EF4-FFF2-40B4-BE49-F238E27FC236}">
                      <a16:creationId xmlns:a16="http://schemas.microsoft.com/office/drawing/2014/main" id="{B42D1BDF-D490-6398-EEE6-38E148706077}"/>
                    </a:ext>
                  </a:extLst>
                </p14:cNvPr>
                <p14:cNvContentPartPr/>
                <p14:nvPr/>
              </p14:nvContentPartPr>
              <p14:xfrm>
                <a:off x="10775340" y="2685968"/>
                <a:ext cx="6480" cy="12600"/>
              </p14:xfrm>
            </p:contentPart>
          </mc:Choice>
          <mc:Fallback xmlns="">
            <p:pic>
              <p:nvPicPr>
                <p:cNvPr id="405" name="Ink 404">
                  <a:extLst>
                    <a:ext uri="{FF2B5EF4-FFF2-40B4-BE49-F238E27FC236}">
                      <a16:creationId xmlns:a16="http://schemas.microsoft.com/office/drawing/2014/main" id="{B42D1BDF-D490-6398-EEE6-38E148706077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10766340" y="2676968"/>
                  <a:ext cx="24120" cy="30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8" name="Group 417">
            <a:extLst>
              <a:ext uri="{FF2B5EF4-FFF2-40B4-BE49-F238E27FC236}">
                <a16:creationId xmlns:a16="http://schemas.microsoft.com/office/drawing/2014/main" id="{9B7EEF0A-51EE-E801-A394-8B06245DF9D5}"/>
              </a:ext>
            </a:extLst>
          </p:cNvPr>
          <p:cNvGrpSpPr/>
          <p:nvPr/>
        </p:nvGrpSpPr>
        <p:grpSpPr>
          <a:xfrm>
            <a:off x="10209060" y="3101408"/>
            <a:ext cx="620280" cy="245520"/>
            <a:chOff x="10209060" y="3101408"/>
            <a:chExt cx="620280" cy="245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51">
              <p14:nvContentPartPr>
                <p14:cNvPr id="407" name="Ink 406">
                  <a:extLst>
                    <a:ext uri="{FF2B5EF4-FFF2-40B4-BE49-F238E27FC236}">
                      <a16:creationId xmlns:a16="http://schemas.microsoft.com/office/drawing/2014/main" id="{FE315624-FDC7-DB59-CB19-8D2035668301}"/>
                    </a:ext>
                  </a:extLst>
                </p14:cNvPr>
                <p14:cNvContentPartPr/>
                <p14:nvPr/>
              </p14:nvContentPartPr>
              <p14:xfrm>
                <a:off x="10245060" y="3215888"/>
                <a:ext cx="15840" cy="46080"/>
              </p14:xfrm>
            </p:contentPart>
          </mc:Choice>
          <mc:Fallback xmlns="">
            <p:pic>
              <p:nvPicPr>
                <p:cNvPr id="407" name="Ink 406">
                  <a:extLst>
                    <a:ext uri="{FF2B5EF4-FFF2-40B4-BE49-F238E27FC236}">
                      <a16:creationId xmlns:a16="http://schemas.microsoft.com/office/drawing/2014/main" id="{FE315624-FDC7-DB59-CB19-8D2035668301}"/>
                    </a:ext>
                  </a:extLst>
                </p:cNvPr>
                <p:cNvPicPr/>
                <p:nvPr/>
              </p:nvPicPr>
              <p:blipFill>
                <a:blip r:embed="rId752"/>
                <a:stretch>
                  <a:fillRect/>
                </a:stretch>
              </p:blipFill>
              <p:spPr>
                <a:xfrm>
                  <a:off x="10236060" y="3206888"/>
                  <a:ext cx="3348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3">
              <p14:nvContentPartPr>
                <p14:cNvPr id="408" name="Ink 407">
                  <a:extLst>
                    <a:ext uri="{FF2B5EF4-FFF2-40B4-BE49-F238E27FC236}">
                      <a16:creationId xmlns:a16="http://schemas.microsoft.com/office/drawing/2014/main" id="{C96FF38D-89AF-FDBF-F926-148F62A77CBE}"/>
                    </a:ext>
                  </a:extLst>
                </p14:cNvPr>
                <p14:cNvContentPartPr/>
                <p14:nvPr/>
              </p14:nvContentPartPr>
              <p14:xfrm>
                <a:off x="10209060" y="3111848"/>
                <a:ext cx="4320" cy="6480"/>
              </p14:xfrm>
            </p:contentPart>
          </mc:Choice>
          <mc:Fallback xmlns="">
            <p:pic>
              <p:nvPicPr>
                <p:cNvPr id="408" name="Ink 407">
                  <a:extLst>
                    <a:ext uri="{FF2B5EF4-FFF2-40B4-BE49-F238E27FC236}">
                      <a16:creationId xmlns:a16="http://schemas.microsoft.com/office/drawing/2014/main" id="{C96FF38D-89AF-FDBF-F926-148F62A77CBE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10200060" y="3103208"/>
                  <a:ext cx="2196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4">
              <p14:nvContentPartPr>
                <p14:cNvPr id="409" name="Ink 408">
                  <a:extLst>
                    <a:ext uri="{FF2B5EF4-FFF2-40B4-BE49-F238E27FC236}">
                      <a16:creationId xmlns:a16="http://schemas.microsoft.com/office/drawing/2014/main" id="{D96B52B6-AF99-8594-2A82-01C9EAA2FF49}"/>
                    </a:ext>
                  </a:extLst>
                </p14:cNvPr>
                <p14:cNvContentPartPr/>
                <p14:nvPr/>
              </p14:nvContentPartPr>
              <p14:xfrm>
                <a:off x="10315260" y="3101408"/>
                <a:ext cx="103680" cy="245520"/>
              </p14:xfrm>
            </p:contentPart>
          </mc:Choice>
          <mc:Fallback xmlns="">
            <p:pic>
              <p:nvPicPr>
                <p:cNvPr id="409" name="Ink 408">
                  <a:extLst>
                    <a:ext uri="{FF2B5EF4-FFF2-40B4-BE49-F238E27FC236}">
                      <a16:creationId xmlns:a16="http://schemas.microsoft.com/office/drawing/2014/main" id="{D96B52B6-AF99-8594-2A82-01C9EAA2FF49}"/>
                    </a:ext>
                  </a:extLst>
                </p:cNvPr>
                <p:cNvPicPr/>
                <p:nvPr/>
              </p:nvPicPr>
              <p:blipFill>
                <a:blip r:embed="rId755"/>
                <a:stretch>
                  <a:fillRect/>
                </a:stretch>
              </p:blipFill>
              <p:spPr>
                <a:xfrm>
                  <a:off x="10306260" y="3092768"/>
                  <a:ext cx="12132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6">
              <p14:nvContentPartPr>
                <p14:cNvPr id="410" name="Ink 409">
                  <a:extLst>
                    <a:ext uri="{FF2B5EF4-FFF2-40B4-BE49-F238E27FC236}">
                      <a16:creationId xmlns:a16="http://schemas.microsoft.com/office/drawing/2014/main" id="{7596C693-4029-677A-3B98-4A6BCC04249C}"/>
                    </a:ext>
                  </a:extLst>
                </p14:cNvPr>
                <p14:cNvContentPartPr/>
                <p14:nvPr/>
              </p14:nvContentPartPr>
              <p14:xfrm>
                <a:off x="10364580" y="3273128"/>
                <a:ext cx="360" cy="360"/>
              </p14:xfrm>
            </p:contentPart>
          </mc:Choice>
          <mc:Fallback xmlns="">
            <p:pic>
              <p:nvPicPr>
                <p:cNvPr id="410" name="Ink 409">
                  <a:extLst>
                    <a:ext uri="{FF2B5EF4-FFF2-40B4-BE49-F238E27FC236}">
                      <a16:creationId xmlns:a16="http://schemas.microsoft.com/office/drawing/2014/main" id="{7596C693-4029-677A-3B98-4A6BCC04249C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10355940" y="3264128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7">
              <p14:nvContentPartPr>
                <p14:cNvPr id="411" name="Ink 410">
                  <a:extLst>
                    <a:ext uri="{FF2B5EF4-FFF2-40B4-BE49-F238E27FC236}">
                      <a16:creationId xmlns:a16="http://schemas.microsoft.com/office/drawing/2014/main" id="{E7AD38CE-6C4F-F869-EFA9-90A18689BBC2}"/>
                    </a:ext>
                  </a:extLst>
                </p14:cNvPr>
                <p14:cNvContentPartPr/>
                <p14:nvPr/>
              </p14:nvContentPartPr>
              <p14:xfrm>
                <a:off x="10494540" y="3173768"/>
                <a:ext cx="188280" cy="79920"/>
              </p14:xfrm>
            </p:contentPart>
          </mc:Choice>
          <mc:Fallback xmlns="">
            <p:pic>
              <p:nvPicPr>
                <p:cNvPr id="411" name="Ink 410">
                  <a:extLst>
                    <a:ext uri="{FF2B5EF4-FFF2-40B4-BE49-F238E27FC236}">
                      <a16:creationId xmlns:a16="http://schemas.microsoft.com/office/drawing/2014/main" id="{E7AD38CE-6C4F-F869-EFA9-90A18689BBC2}"/>
                    </a:ext>
                  </a:extLst>
                </p:cNvPr>
                <p:cNvPicPr/>
                <p:nvPr/>
              </p:nvPicPr>
              <p:blipFill>
                <a:blip r:embed="rId758"/>
                <a:stretch>
                  <a:fillRect/>
                </a:stretch>
              </p:blipFill>
              <p:spPr>
                <a:xfrm>
                  <a:off x="10485900" y="3164768"/>
                  <a:ext cx="20592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9">
              <p14:nvContentPartPr>
                <p14:cNvPr id="412" name="Ink 411">
                  <a:extLst>
                    <a:ext uri="{FF2B5EF4-FFF2-40B4-BE49-F238E27FC236}">
                      <a16:creationId xmlns:a16="http://schemas.microsoft.com/office/drawing/2014/main" id="{22A829D9-F20D-DF22-33B0-002DFD9B741B}"/>
                    </a:ext>
                  </a:extLst>
                </p14:cNvPr>
                <p14:cNvContentPartPr/>
                <p14:nvPr/>
              </p14:nvContentPartPr>
              <p14:xfrm>
                <a:off x="10733580" y="3171248"/>
                <a:ext cx="95760" cy="93240"/>
              </p14:xfrm>
            </p:contentPart>
          </mc:Choice>
          <mc:Fallback xmlns="">
            <p:pic>
              <p:nvPicPr>
                <p:cNvPr id="412" name="Ink 411">
                  <a:extLst>
                    <a:ext uri="{FF2B5EF4-FFF2-40B4-BE49-F238E27FC236}">
                      <a16:creationId xmlns:a16="http://schemas.microsoft.com/office/drawing/2014/main" id="{22A829D9-F20D-DF22-33B0-002DFD9B741B}"/>
                    </a:ext>
                  </a:extLst>
                </p:cNvPr>
                <p:cNvPicPr/>
                <p:nvPr/>
              </p:nvPicPr>
              <p:blipFill>
                <a:blip r:embed="rId760"/>
                <a:stretch>
                  <a:fillRect/>
                </a:stretch>
              </p:blipFill>
              <p:spPr>
                <a:xfrm>
                  <a:off x="10724580" y="3162248"/>
                  <a:ext cx="113400" cy="110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7" name="Group 416">
            <a:extLst>
              <a:ext uri="{FF2B5EF4-FFF2-40B4-BE49-F238E27FC236}">
                <a16:creationId xmlns:a16="http://schemas.microsoft.com/office/drawing/2014/main" id="{372F2F77-8328-A076-04B1-EB8E54788EE4}"/>
              </a:ext>
            </a:extLst>
          </p:cNvPr>
          <p:cNvGrpSpPr/>
          <p:nvPr/>
        </p:nvGrpSpPr>
        <p:grpSpPr>
          <a:xfrm>
            <a:off x="11015100" y="3064688"/>
            <a:ext cx="603720" cy="203760"/>
            <a:chOff x="11015100" y="3064688"/>
            <a:chExt cx="603720" cy="203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61">
              <p14:nvContentPartPr>
                <p14:cNvPr id="413" name="Ink 412">
                  <a:extLst>
                    <a:ext uri="{FF2B5EF4-FFF2-40B4-BE49-F238E27FC236}">
                      <a16:creationId xmlns:a16="http://schemas.microsoft.com/office/drawing/2014/main" id="{AB21D2F9-71A4-89F9-167C-7A6A39277DE4}"/>
                    </a:ext>
                  </a:extLst>
                </p14:cNvPr>
                <p14:cNvContentPartPr/>
                <p14:nvPr/>
              </p14:nvContentPartPr>
              <p14:xfrm>
                <a:off x="11015100" y="3064688"/>
                <a:ext cx="93240" cy="178560"/>
              </p14:xfrm>
            </p:contentPart>
          </mc:Choice>
          <mc:Fallback xmlns="">
            <p:pic>
              <p:nvPicPr>
                <p:cNvPr id="413" name="Ink 412">
                  <a:extLst>
                    <a:ext uri="{FF2B5EF4-FFF2-40B4-BE49-F238E27FC236}">
                      <a16:creationId xmlns:a16="http://schemas.microsoft.com/office/drawing/2014/main" id="{AB21D2F9-71A4-89F9-167C-7A6A39277DE4}"/>
                    </a:ext>
                  </a:extLst>
                </p:cNvPr>
                <p:cNvPicPr/>
                <p:nvPr/>
              </p:nvPicPr>
              <p:blipFill>
                <a:blip r:embed="rId762"/>
                <a:stretch>
                  <a:fillRect/>
                </a:stretch>
              </p:blipFill>
              <p:spPr>
                <a:xfrm>
                  <a:off x="11006100" y="3056048"/>
                  <a:ext cx="11088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3">
              <p14:nvContentPartPr>
                <p14:cNvPr id="414" name="Ink 413">
                  <a:extLst>
                    <a:ext uri="{FF2B5EF4-FFF2-40B4-BE49-F238E27FC236}">
                      <a16:creationId xmlns:a16="http://schemas.microsoft.com/office/drawing/2014/main" id="{66998B12-3F60-B667-710E-5E736B0CF5F6}"/>
                    </a:ext>
                  </a:extLst>
                </p14:cNvPr>
                <p14:cNvContentPartPr/>
                <p14:nvPr/>
              </p14:nvContentPartPr>
              <p14:xfrm>
                <a:off x="11155500" y="3162608"/>
                <a:ext cx="77760" cy="105840"/>
              </p14:xfrm>
            </p:contentPart>
          </mc:Choice>
          <mc:Fallback xmlns="">
            <p:pic>
              <p:nvPicPr>
                <p:cNvPr id="414" name="Ink 413">
                  <a:extLst>
                    <a:ext uri="{FF2B5EF4-FFF2-40B4-BE49-F238E27FC236}">
                      <a16:creationId xmlns:a16="http://schemas.microsoft.com/office/drawing/2014/main" id="{66998B12-3F60-B667-710E-5E736B0CF5F6}"/>
                    </a:ext>
                  </a:extLst>
                </p:cNvPr>
                <p:cNvPicPr/>
                <p:nvPr/>
              </p:nvPicPr>
              <p:blipFill>
                <a:blip r:embed="rId764"/>
                <a:stretch>
                  <a:fillRect/>
                </a:stretch>
              </p:blipFill>
              <p:spPr>
                <a:xfrm>
                  <a:off x="11146860" y="3153968"/>
                  <a:ext cx="9540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5">
              <p14:nvContentPartPr>
                <p14:cNvPr id="415" name="Ink 414">
                  <a:extLst>
                    <a:ext uri="{FF2B5EF4-FFF2-40B4-BE49-F238E27FC236}">
                      <a16:creationId xmlns:a16="http://schemas.microsoft.com/office/drawing/2014/main" id="{20E7A080-6D97-E10A-B7A0-4BE43A0F6D55}"/>
                    </a:ext>
                  </a:extLst>
                </p14:cNvPr>
                <p14:cNvContentPartPr/>
                <p14:nvPr/>
              </p14:nvContentPartPr>
              <p14:xfrm>
                <a:off x="11253060" y="3200048"/>
                <a:ext cx="171360" cy="52200"/>
              </p14:xfrm>
            </p:contentPart>
          </mc:Choice>
          <mc:Fallback xmlns="">
            <p:pic>
              <p:nvPicPr>
                <p:cNvPr id="415" name="Ink 414">
                  <a:extLst>
                    <a:ext uri="{FF2B5EF4-FFF2-40B4-BE49-F238E27FC236}">
                      <a16:creationId xmlns:a16="http://schemas.microsoft.com/office/drawing/2014/main" id="{20E7A080-6D97-E10A-B7A0-4BE43A0F6D55}"/>
                    </a:ext>
                  </a:extLst>
                </p:cNvPr>
                <p:cNvPicPr/>
                <p:nvPr/>
              </p:nvPicPr>
              <p:blipFill>
                <a:blip r:embed="rId766"/>
                <a:stretch>
                  <a:fillRect/>
                </a:stretch>
              </p:blipFill>
              <p:spPr>
                <a:xfrm>
                  <a:off x="11244420" y="3191048"/>
                  <a:ext cx="18900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7">
              <p14:nvContentPartPr>
                <p14:cNvPr id="416" name="Ink 415">
                  <a:extLst>
                    <a:ext uri="{FF2B5EF4-FFF2-40B4-BE49-F238E27FC236}">
                      <a16:creationId xmlns:a16="http://schemas.microsoft.com/office/drawing/2014/main" id="{B816FF05-E61A-EA67-52CD-3A8275C87A46}"/>
                    </a:ext>
                  </a:extLst>
                </p14:cNvPr>
                <p14:cNvContentPartPr/>
                <p14:nvPr/>
              </p14:nvContentPartPr>
              <p14:xfrm>
                <a:off x="11476620" y="3195008"/>
                <a:ext cx="142200" cy="42120"/>
              </p14:xfrm>
            </p:contentPart>
          </mc:Choice>
          <mc:Fallback xmlns="">
            <p:pic>
              <p:nvPicPr>
                <p:cNvPr id="416" name="Ink 415">
                  <a:extLst>
                    <a:ext uri="{FF2B5EF4-FFF2-40B4-BE49-F238E27FC236}">
                      <a16:creationId xmlns:a16="http://schemas.microsoft.com/office/drawing/2014/main" id="{B816FF05-E61A-EA67-52CD-3A8275C87A46}"/>
                    </a:ext>
                  </a:extLst>
                </p:cNvPr>
                <p:cNvPicPr/>
                <p:nvPr/>
              </p:nvPicPr>
              <p:blipFill>
                <a:blip r:embed="rId768"/>
                <a:stretch>
                  <a:fillRect/>
                </a:stretch>
              </p:blipFill>
              <p:spPr>
                <a:xfrm>
                  <a:off x="11467620" y="3186368"/>
                  <a:ext cx="159840" cy="59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7" name="Group 426">
            <a:extLst>
              <a:ext uri="{FF2B5EF4-FFF2-40B4-BE49-F238E27FC236}">
                <a16:creationId xmlns:a16="http://schemas.microsoft.com/office/drawing/2014/main" id="{9047DCB8-E642-2E7E-4015-0644A2CD5AC3}"/>
              </a:ext>
            </a:extLst>
          </p:cNvPr>
          <p:cNvGrpSpPr/>
          <p:nvPr/>
        </p:nvGrpSpPr>
        <p:grpSpPr>
          <a:xfrm>
            <a:off x="10332540" y="3395888"/>
            <a:ext cx="1584720" cy="297720"/>
            <a:chOff x="10332540" y="3395888"/>
            <a:chExt cx="1584720" cy="297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69">
              <p14:nvContentPartPr>
                <p14:cNvPr id="419" name="Ink 418">
                  <a:extLst>
                    <a:ext uri="{FF2B5EF4-FFF2-40B4-BE49-F238E27FC236}">
                      <a16:creationId xmlns:a16="http://schemas.microsoft.com/office/drawing/2014/main" id="{C021C0CC-137F-56A6-B228-B3E9D7B4667E}"/>
                    </a:ext>
                  </a:extLst>
                </p14:cNvPr>
                <p14:cNvContentPartPr/>
                <p14:nvPr/>
              </p14:nvContentPartPr>
              <p14:xfrm>
                <a:off x="10332540" y="3507128"/>
                <a:ext cx="122760" cy="100080"/>
              </p14:xfrm>
            </p:contentPart>
          </mc:Choice>
          <mc:Fallback xmlns="">
            <p:pic>
              <p:nvPicPr>
                <p:cNvPr id="419" name="Ink 418">
                  <a:extLst>
                    <a:ext uri="{FF2B5EF4-FFF2-40B4-BE49-F238E27FC236}">
                      <a16:creationId xmlns:a16="http://schemas.microsoft.com/office/drawing/2014/main" id="{C021C0CC-137F-56A6-B228-B3E9D7B4667E}"/>
                    </a:ext>
                  </a:extLst>
                </p:cNvPr>
                <p:cNvPicPr/>
                <p:nvPr/>
              </p:nvPicPr>
              <p:blipFill>
                <a:blip r:embed="rId770"/>
                <a:stretch>
                  <a:fillRect/>
                </a:stretch>
              </p:blipFill>
              <p:spPr>
                <a:xfrm>
                  <a:off x="10323540" y="3498128"/>
                  <a:ext cx="14040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1">
              <p14:nvContentPartPr>
                <p14:cNvPr id="420" name="Ink 419">
                  <a:extLst>
                    <a:ext uri="{FF2B5EF4-FFF2-40B4-BE49-F238E27FC236}">
                      <a16:creationId xmlns:a16="http://schemas.microsoft.com/office/drawing/2014/main" id="{5E906891-3F7C-678D-C277-04DC447EB3A5}"/>
                    </a:ext>
                  </a:extLst>
                </p14:cNvPr>
                <p14:cNvContentPartPr/>
                <p14:nvPr/>
              </p14:nvContentPartPr>
              <p14:xfrm>
                <a:off x="10479420" y="3542048"/>
                <a:ext cx="321480" cy="47520"/>
              </p14:xfrm>
            </p:contentPart>
          </mc:Choice>
          <mc:Fallback xmlns="">
            <p:pic>
              <p:nvPicPr>
                <p:cNvPr id="420" name="Ink 419">
                  <a:extLst>
                    <a:ext uri="{FF2B5EF4-FFF2-40B4-BE49-F238E27FC236}">
                      <a16:creationId xmlns:a16="http://schemas.microsoft.com/office/drawing/2014/main" id="{5E906891-3F7C-678D-C277-04DC447EB3A5}"/>
                    </a:ext>
                  </a:extLst>
                </p:cNvPr>
                <p:cNvPicPr/>
                <p:nvPr/>
              </p:nvPicPr>
              <p:blipFill>
                <a:blip r:embed="rId772"/>
                <a:stretch>
                  <a:fillRect/>
                </a:stretch>
              </p:blipFill>
              <p:spPr>
                <a:xfrm>
                  <a:off x="10470780" y="3533048"/>
                  <a:ext cx="33912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3">
              <p14:nvContentPartPr>
                <p14:cNvPr id="421" name="Ink 420">
                  <a:extLst>
                    <a:ext uri="{FF2B5EF4-FFF2-40B4-BE49-F238E27FC236}">
                      <a16:creationId xmlns:a16="http://schemas.microsoft.com/office/drawing/2014/main" id="{E63A8E46-5ECA-260A-9EFE-B32274F955D0}"/>
                    </a:ext>
                  </a:extLst>
                </p14:cNvPr>
                <p14:cNvContentPartPr/>
                <p14:nvPr/>
              </p14:nvContentPartPr>
              <p14:xfrm>
                <a:off x="10857780" y="3536648"/>
                <a:ext cx="64080" cy="133560"/>
              </p14:xfrm>
            </p:contentPart>
          </mc:Choice>
          <mc:Fallback xmlns="">
            <p:pic>
              <p:nvPicPr>
                <p:cNvPr id="421" name="Ink 420">
                  <a:extLst>
                    <a:ext uri="{FF2B5EF4-FFF2-40B4-BE49-F238E27FC236}">
                      <a16:creationId xmlns:a16="http://schemas.microsoft.com/office/drawing/2014/main" id="{E63A8E46-5ECA-260A-9EFE-B32274F955D0}"/>
                    </a:ext>
                  </a:extLst>
                </p:cNvPr>
                <p:cNvPicPr/>
                <p:nvPr/>
              </p:nvPicPr>
              <p:blipFill>
                <a:blip r:embed="rId774"/>
                <a:stretch>
                  <a:fillRect/>
                </a:stretch>
              </p:blipFill>
              <p:spPr>
                <a:xfrm>
                  <a:off x="10848780" y="3527648"/>
                  <a:ext cx="8172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5">
              <p14:nvContentPartPr>
                <p14:cNvPr id="423" name="Ink 422">
                  <a:extLst>
                    <a:ext uri="{FF2B5EF4-FFF2-40B4-BE49-F238E27FC236}">
                      <a16:creationId xmlns:a16="http://schemas.microsoft.com/office/drawing/2014/main" id="{FBA6FF8E-B6AE-C1DB-A328-BF9D11EFA10E}"/>
                    </a:ext>
                  </a:extLst>
                </p14:cNvPr>
                <p14:cNvContentPartPr/>
                <p14:nvPr/>
              </p14:nvContentPartPr>
              <p14:xfrm>
                <a:off x="10961820" y="3395888"/>
                <a:ext cx="242640" cy="204840"/>
              </p14:xfrm>
            </p:contentPart>
          </mc:Choice>
          <mc:Fallback xmlns="">
            <p:pic>
              <p:nvPicPr>
                <p:cNvPr id="423" name="Ink 422">
                  <a:extLst>
                    <a:ext uri="{FF2B5EF4-FFF2-40B4-BE49-F238E27FC236}">
                      <a16:creationId xmlns:a16="http://schemas.microsoft.com/office/drawing/2014/main" id="{FBA6FF8E-B6AE-C1DB-A328-BF9D11EFA10E}"/>
                    </a:ext>
                  </a:extLst>
                </p:cNvPr>
                <p:cNvPicPr/>
                <p:nvPr/>
              </p:nvPicPr>
              <p:blipFill>
                <a:blip r:embed="rId776"/>
                <a:stretch>
                  <a:fillRect/>
                </a:stretch>
              </p:blipFill>
              <p:spPr>
                <a:xfrm>
                  <a:off x="10953180" y="3387248"/>
                  <a:ext cx="26028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7">
              <p14:nvContentPartPr>
                <p14:cNvPr id="424" name="Ink 423">
                  <a:extLst>
                    <a:ext uri="{FF2B5EF4-FFF2-40B4-BE49-F238E27FC236}">
                      <a16:creationId xmlns:a16="http://schemas.microsoft.com/office/drawing/2014/main" id="{3A4C878C-754F-7C0F-9499-96D987BC90FE}"/>
                    </a:ext>
                  </a:extLst>
                </p14:cNvPr>
                <p14:cNvContentPartPr/>
                <p14:nvPr/>
              </p14:nvContentPartPr>
              <p14:xfrm>
                <a:off x="11357100" y="3402728"/>
                <a:ext cx="119880" cy="162720"/>
              </p14:xfrm>
            </p:contentPart>
          </mc:Choice>
          <mc:Fallback xmlns="">
            <p:pic>
              <p:nvPicPr>
                <p:cNvPr id="424" name="Ink 423">
                  <a:extLst>
                    <a:ext uri="{FF2B5EF4-FFF2-40B4-BE49-F238E27FC236}">
                      <a16:creationId xmlns:a16="http://schemas.microsoft.com/office/drawing/2014/main" id="{3A4C878C-754F-7C0F-9499-96D987BC90FE}"/>
                    </a:ext>
                  </a:extLst>
                </p:cNvPr>
                <p:cNvPicPr/>
                <p:nvPr/>
              </p:nvPicPr>
              <p:blipFill>
                <a:blip r:embed="rId778"/>
                <a:stretch>
                  <a:fillRect/>
                </a:stretch>
              </p:blipFill>
              <p:spPr>
                <a:xfrm>
                  <a:off x="11348100" y="3394088"/>
                  <a:ext cx="13752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9">
              <p14:nvContentPartPr>
                <p14:cNvPr id="425" name="Ink 424">
                  <a:extLst>
                    <a:ext uri="{FF2B5EF4-FFF2-40B4-BE49-F238E27FC236}">
                      <a16:creationId xmlns:a16="http://schemas.microsoft.com/office/drawing/2014/main" id="{903DC3FD-CF75-5D3F-2D16-5F835F8200A8}"/>
                    </a:ext>
                  </a:extLst>
                </p14:cNvPr>
                <p14:cNvContentPartPr/>
                <p14:nvPr/>
              </p14:nvContentPartPr>
              <p14:xfrm>
                <a:off x="11509740" y="3502088"/>
                <a:ext cx="97920" cy="191520"/>
              </p14:xfrm>
            </p:contentPart>
          </mc:Choice>
          <mc:Fallback xmlns="">
            <p:pic>
              <p:nvPicPr>
                <p:cNvPr id="425" name="Ink 424">
                  <a:extLst>
                    <a:ext uri="{FF2B5EF4-FFF2-40B4-BE49-F238E27FC236}">
                      <a16:creationId xmlns:a16="http://schemas.microsoft.com/office/drawing/2014/main" id="{903DC3FD-CF75-5D3F-2D16-5F835F8200A8}"/>
                    </a:ext>
                  </a:extLst>
                </p:cNvPr>
                <p:cNvPicPr/>
                <p:nvPr/>
              </p:nvPicPr>
              <p:blipFill>
                <a:blip r:embed="rId780"/>
                <a:stretch>
                  <a:fillRect/>
                </a:stretch>
              </p:blipFill>
              <p:spPr>
                <a:xfrm>
                  <a:off x="11500740" y="3493088"/>
                  <a:ext cx="11556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1">
              <p14:nvContentPartPr>
                <p14:cNvPr id="426" name="Ink 425">
                  <a:extLst>
                    <a:ext uri="{FF2B5EF4-FFF2-40B4-BE49-F238E27FC236}">
                      <a16:creationId xmlns:a16="http://schemas.microsoft.com/office/drawing/2014/main" id="{575A3428-4DB6-ADB0-E90B-B7CA79420884}"/>
                    </a:ext>
                  </a:extLst>
                </p14:cNvPr>
                <p14:cNvContentPartPr/>
                <p14:nvPr/>
              </p14:nvContentPartPr>
              <p14:xfrm>
                <a:off x="11711340" y="3400568"/>
                <a:ext cx="205920" cy="169200"/>
              </p14:xfrm>
            </p:contentPart>
          </mc:Choice>
          <mc:Fallback xmlns="">
            <p:pic>
              <p:nvPicPr>
                <p:cNvPr id="426" name="Ink 425">
                  <a:extLst>
                    <a:ext uri="{FF2B5EF4-FFF2-40B4-BE49-F238E27FC236}">
                      <a16:creationId xmlns:a16="http://schemas.microsoft.com/office/drawing/2014/main" id="{575A3428-4DB6-ADB0-E90B-B7CA79420884}"/>
                    </a:ext>
                  </a:extLst>
                </p:cNvPr>
                <p:cNvPicPr/>
                <p:nvPr/>
              </p:nvPicPr>
              <p:blipFill>
                <a:blip r:embed="rId782"/>
                <a:stretch>
                  <a:fillRect/>
                </a:stretch>
              </p:blipFill>
              <p:spPr>
                <a:xfrm>
                  <a:off x="11702700" y="3391928"/>
                  <a:ext cx="223560" cy="186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3" name="Group 432">
            <a:extLst>
              <a:ext uri="{FF2B5EF4-FFF2-40B4-BE49-F238E27FC236}">
                <a16:creationId xmlns:a16="http://schemas.microsoft.com/office/drawing/2014/main" id="{69B49477-A947-8342-0C0A-715DCD51F289}"/>
              </a:ext>
            </a:extLst>
          </p:cNvPr>
          <p:cNvGrpSpPr/>
          <p:nvPr/>
        </p:nvGrpSpPr>
        <p:grpSpPr>
          <a:xfrm>
            <a:off x="3335220" y="4322168"/>
            <a:ext cx="361440" cy="483840"/>
            <a:chOff x="3335220" y="4322168"/>
            <a:chExt cx="361440" cy="483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83">
              <p14:nvContentPartPr>
                <p14:cNvPr id="428" name="Ink 427">
                  <a:extLst>
                    <a:ext uri="{FF2B5EF4-FFF2-40B4-BE49-F238E27FC236}">
                      <a16:creationId xmlns:a16="http://schemas.microsoft.com/office/drawing/2014/main" id="{50C32600-025F-A4FA-FABA-BC1C236D0A1F}"/>
                    </a:ext>
                  </a:extLst>
                </p14:cNvPr>
                <p14:cNvContentPartPr/>
                <p14:nvPr/>
              </p14:nvContentPartPr>
              <p14:xfrm>
                <a:off x="3335220" y="4322168"/>
                <a:ext cx="361440" cy="235800"/>
              </p14:xfrm>
            </p:contentPart>
          </mc:Choice>
          <mc:Fallback xmlns="">
            <p:pic>
              <p:nvPicPr>
                <p:cNvPr id="428" name="Ink 427">
                  <a:extLst>
                    <a:ext uri="{FF2B5EF4-FFF2-40B4-BE49-F238E27FC236}">
                      <a16:creationId xmlns:a16="http://schemas.microsoft.com/office/drawing/2014/main" id="{50C32600-025F-A4FA-FABA-BC1C236D0A1F}"/>
                    </a:ext>
                  </a:extLst>
                </p:cNvPr>
                <p:cNvPicPr/>
                <p:nvPr/>
              </p:nvPicPr>
              <p:blipFill>
                <a:blip r:embed="rId784"/>
                <a:stretch>
                  <a:fillRect/>
                </a:stretch>
              </p:blipFill>
              <p:spPr>
                <a:xfrm>
                  <a:off x="3326580" y="4313168"/>
                  <a:ext cx="37908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5">
              <p14:nvContentPartPr>
                <p14:cNvPr id="429" name="Ink 428">
                  <a:extLst>
                    <a:ext uri="{FF2B5EF4-FFF2-40B4-BE49-F238E27FC236}">
                      <a16:creationId xmlns:a16="http://schemas.microsoft.com/office/drawing/2014/main" id="{C40134FA-B94B-0D23-0359-44C1E9D41BA2}"/>
                    </a:ext>
                  </a:extLst>
                </p14:cNvPr>
                <p14:cNvContentPartPr/>
                <p14:nvPr/>
              </p14:nvContentPartPr>
              <p14:xfrm>
                <a:off x="3446100" y="4631408"/>
                <a:ext cx="133200" cy="165600"/>
              </p14:xfrm>
            </p:contentPart>
          </mc:Choice>
          <mc:Fallback xmlns="">
            <p:pic>
              <p:nvPicPr>
                <p:cNvPr id="429" name="Ink 428">
                  <a:extLst>
                    <a:ext uri="{FF2B5EF4-FFF2-40B4-BE49-F238E27FC236}">
                      <a16:creationId xmlns:a16="http://schemas.microsoft.com/office/drawing/2014/main" id="{C40134FA-B94B-0D23-0359-44C1E9D41BA2}"/>
                    </a:ext>
                  </a:extLst>
                </p:cNvPr>
                <p:cNvPicPr/>
                <p:nvPr/>
              </p:nvPicPr>
              <p:blipFill>
                <a:blip r:embed="rId786"/>
                <a:stretch>
                  <a:fillRect/>
                </a:stretch>
              </p:blipFill>
              <p:spPr>
                <a:xfrm>
                  <a:off x="3437460" y="4622408"/>
                  <a:ext cx="15084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7">
              <p14:nvContentPartPr>
                <p14:cNvPr id="430" name="Ink 429">
                  <a:extLst>
                    <a:ext uri="{FF2B5EF4-FFF2-40B4-BE49-F238E27FC236}">
                      <a16:creationId xmlns:a16="http://schemas.microsoft.com/office/drawing/2014/main" id="{59B838B3-01CD-9318-06FD-5C73B5A861BF}"/>
                    </a:ext>
                  </a:extLst>
                </p14:cNvPr>
                <p14:cNvContentPartPr/>
                <p14:nvPr/>
              </p14:nvContentPartPr>
              <p14:xfrm>
                <a:off x="3423420" y="4627448"/>
                <a:ext cx="57600" cy="141480"/>
              </p14:xfrm>
            </p:contentPart>
          </mc:Choice>
          <mc:Fallback xmlns="">
            <p:pic>
              <p:nvPicPr>
                <p:cNvPr id="430" name="Ink 429">
                  <a:extLst>
                    <a:ext uri="{FF2B5EF4-FFF2-40B4-BE49-F238E27FC236}">
                      <a16:creationId xmlns:a16="http://schemas.microsoft.com/office/drawing/2014/main" id="{59B838B3-01CD-9318-06FD-5C73B5A861BF}"/>
                    </a:ext>
                  </a:extLst>
                </p:cNvPr>
                <p:cNvPicPr/>
                <p:nvPr/>
              </p:nvPicPr>
              <p:blipFill>
                <a:blip r:embed="rId788"/>
                <a:stretch>
                  <a:fillRect/>
                </a:stretch>
              </p:blipFill>
              <p:spPr>
                <a:xfrm>
                  <a:off x="3414780" y="4618448"/>
                  <a:ext cx="7524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9">
              <p14:nvContentPartPr>
                <p14:cNvPr id="432" name="Ink 431">
                  <a:extLst>
                    <a:ext uri="{FF2B5EF4-FFF2-40B4-BE49-F238E27FC236}">
                      <a16:creationId xmlns:a16="http://schemas.microsoft.com/office/drawing/2014/main" id="{8A4BA47B-FDCC-9985-909F-6973DB7E7962}"/>
                    </a:ext>
                  </a:extLst>
                </p14:cNvPr>
                <p14:cNvContentPartPr/>
                <p14:nvPr/>
              </p14:nvContentPartPr>
              <p14:xfrm>
                <a:off x="3522420" y="4805648"/>
                <a:ext cx="360" cy="360"/>
              </p14:xfrm>
            </p:contentPart>
          </mc:Choice>
          <mc:Fallback xmlns="">
            <p:pic>
              <p:nvPicPr>
                <p:cNvPr id="432" name="Ink 431">
                  <a:extLst>
                    <a:ext uri="{FF2B5EF4-FFF2-40B4-BE49-F238E27FC236}">
                      <a16:creationId xmlns:a16="http://schemas.microsoft.com/office/drawing/2014/main" id="{8A4BA47B-FDCC-9985-909F-6973DB7E7962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3513420" y="4796648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2" name="Group 441">
            <a:extLst>
              <a:ext uri="{FF2B5EF4-FFF2-40B4-BE49-F238E27FC236}">
                <a16:creationId xmlns:a16="http://schemas.microsoft.com/office/drawing/2014/main" id="{69E8D669-8710-165E-8E35-0F94320EF2F9}"/>
              </a:ext>
            </a:extLst>
          </p:cNvPr>
          <p:cNvGrpSpPr/>
          <p:nvPr/>
        </p:nvGrpSpPr>
        <p:grpSpPr>
          <a:xfrm>
            <a:off x="3891420" y="4251968"/>
            <a:ext cx="835920" cy="429120"/>
            <a:chOff x="3891420" y="4251968"/>
            <a:chExt cx="835920" cy="429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90">
              <p14:nvContentPartPr>
                <p14:cNvPr id="434" name="Ink 433">
                  <a:extLst>
                    <a:ext uri="{FF2B5EF4-FFF2-40B4-BE49-F238E27FC236}">
                      <a16:creationId xmlns:a16="http://schemas.microsoft.com/office/drawing/2014/main" id="{47C3A3AF-FADA-0BC0-B832-97008E4E5D50}"/>
                    </a:ext>
                  </a:extLst>
                </p14:cNvPr>
                <p14:cNvContentPartPr/>
                <p14:nvPr/>
              </p14:nvContentPartPr>
              <p14:xfrm>
                <a:off x="3891420" y="4350608"/>
                <a:ext cx="177120" cy="199800"/>
              </p14:xfrm>
            </p:contentPart>
          </mc:Choice>
          <mc:Fallback xmlns="">
            <p:pic>
              <p:nvPicPr>
                <p:cNvPr id="434" name="Ink 433">
                  <a:extLst>
                    <a:ext uri="{FF2B5EF4-FFF2-40B4-BE49-F238E27FC236}">
                      <a16:creationId xmlns:a16="http://schemas.microsoft.com/office/drawing/2014/main" id="{47C3A3AF-FADA-0BC0-B832-97008E4E5D50}"/>
                    </a:ext>
                  </a:extLst>
                </p:cNvPr>
                <p:cNvPicPr/>
                <p:nvPr/>
              </p:nvPicPr>
              <p:blipFill>
                <a:blip r:embed="rId791"/>
                <a:stretch>
                  <a:fillRect/>
                </a:stretch>
              </p:blipFill>
              <p:spPr>
                <a:xfrm>
                  <a:off x="3882420" y="4341968"/>
                  <a:ext cx="19476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2">
              <p14:nvContentPartPr>
                <p14:cNvPr id="435" name="Ink 434">
                  <a:extLst>
                    <a:ext uri="{FF2B5EF4-FFF2-40B4-BE49-F238E27FC236}">
                      <a16:creationId xmlns:a16="http://schemas.microsoft.com/office/drawing/2014/main" id="{70634F61-322C-C238-ECD2-311D32719834}"/>
                    </a:ext>
                  </a:extLst>
                </p14:cNvPr>
                <p14:cNvContentPartPr/>
                <p14:nvPr/>
              </p14:nvContentPartPr>
              <p14:xfrm>
                <a:off x="3927420" y="4341248"/>
                <a:ext cx="86400" cy="235800"/>
              </p14:xfrm>
            </p:contentPart>
          </mc:Choice>
          <mc:Fallback xmlns="">
            <p:pic>
              <p:nvPicPr>
                <p:cNvPr id="435" name="Ink 434">
                  <a:extLst>
                    <a:ext uri="{FF2B5EF4-FFF2-40B4-BE49-F238E27FC236}">
                      <a16:creationId xmlns:a16="http://schemas.microsoft.com/office/drawing/2014/main" id="{70634F61-322C-C238-ECD2-311D32719834}"/>
                    </a:ext>
                  </a:extLst>
                </p:cNvPr>
                <p:cNvPicPr/>
                <p:nvPr/>
              </p:nvPicPr>
              <p:blipFill>
                <a:blip r:embed="rId793"/>
                <a:stretch>
                  <a:fillRect/>
                </a:stretch>
              </p:blipFill>
              <p:spPr>
                <a:xfrm>
                  <a:off x="3918780" y="4332248"/>
                  <a:ext cx="10404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4">
              <p14:nvContentPartPr>
                <p14:cNvPr id="436" name="Ink 435">
                  <a:extLst>
                    <a:ext uri="{FF2B5EF4-FFF2-40B4-BE49-F238E27FC236}">
                      <a16:creationId xmlns:a16="http://schemas.microsoft.com/office/drawing/2014/main" id="{9982E1F9-D148-F490-E9FE-4D766DB8A543}"/>
                    </a:ext>
                  </a:extLst>
                </p14:cNvPr>
                <p14:cNvContentPartPr/>
                <p14:nvPr/>
              </p14:nvContentPartPr>
              <p14:xfrm>
                <a:off x="4129740" y="4535288"/>
                <a:ext cx="125640" cy="83520"/>
              </p14:xfrm>
            </p:contentPart>
          </mc:Choice>
          <mc:Fallback xmlns="">
            <p:pic>
              <p:nvPicPr>
                <p:cNvPr id="436" name="Ink 435">
                  <a:extLst>
                    <a:ext uri="{FF2B5EF4-FFF2-40B4-BE49-F238E27FC236}">
                      <a16:creationId xmlns:a16="http://schemas.microsoft.com/office/drawing/2014/main" id="{9982E1F9-D148-F490-E9FE-4D766DB8A543}"/>
                    </a:ext>
                  </a:extLst>
                </p:cNvPr>
                <p:cNvPicPr/>
                <p:nvPr/>
              </p:nvPicPr>
              <p:blipFill>
                <a:blip r:embed="rId795"/>
                <a:stretch>
                  <a:fillRect/>
                </a:stretch>
              </p:blipFill>
              <p:spPr>
                <a:xfrm>
                  <a:off x="4120740" y="4526648"/>
                  <a:ext cx="14328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6">
              <p14:nvContentPartPr>
                <p14:cNvPr id="437" name="Ink 436">
                  <a:extLst>
                    <a:ext uri="{FF2B5EF4-FFF2-40B4-BE49-F238E27FC236}">
                      <a16:creationId xmlns:a16="http://schemas.microsoft.com/office/drawing/2014/main" id="{2D9EA76E-E7ED-F816-7707-4196A55F36DB}"/>
                    </a:ext>
                  </a:extLst>
                </p14:cNvPr>
                <p14:cNvContentPartPr/>
                <p14:nvPr/>
              </p14:nvContentPartPr>
              <p14:xfrm>
                <a:off x="4292100" y="4272848"/>
                <a:ext cx="108000" cy="345960"/>
              </p14:xfrm>
            </p:contentPart>
          </mc:Choice>
          <mc:Fallback xmlns="">
            <p:pic>
              <p:nvPicPr>
                <p:cNvPr id="437" name="Ink 436">
                  <a:extLst>
                    <a:ext uri="{FF2B5EF4-FFF2-40B4-BE49-F238E27FC236}">
                      <a16:creationId xmlns:a16="http://schemas.microsoft.com/office/drawing/2014/main" id="{2D9EA76E-E7ED-F816-7707-4196A55F36DB}"/>
                    </a:ext>
                  </a:extLst>
                </p:cNvPr>
                <p:cNvPicPr/>
                <p:nvPr/>
              </p:nvPicPr>
              <p:blipFill>
                <a:blip r:embed="rId797"/>
                <a:stretch>
                  <a:fillRect/>
                </a:stretch>
              </p:blipFill>
              <p:spPr>
                <a:xfrm>
                  <a:off x="4283100" y="4263848"/>
                  <a:ext cx="125640" cy="36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8">
              <p14:nvContentPartPr>
                <p14:cNvPr id="438" name="Ink 437">
                  <a:extLst>
                    <a:ext uri="{FF2B5EF4-FFF2-40B4-BE49-F238E27FC236}">
                      <a16:creationId xmlns:a16="http://schemas.microsoft.com/office/drawing/2014/main" id="{3DC65541-C26A-3F00-9DCA-75C88CEDAA62}"/>
                    </a:ext>
                  </a:extLst>
                </p14:cNvPr>
                <p14:cNvContentPartPr/>
                <p14:nvPr/>
              </p14:nvContentPartPr>
              <p14:xfrm>
                <a:off x="4467060" y="4471928"/>
                <a:ext cx="95400" cy="209160"/>
              </p14:xfrm>
            </p:contentPart>
          </mc:Choice>
          <mc:Fallback xmlns="">
            <p:pic>
              <p:nvPicPr>
                <p:cNvPr id="438" name="Ink 437">
                  <a:extLst>
                    <a:ext uri="{FF2B5EF4-FFF2-40B4-BE49-F238E27FC236}">
                      <a16:creationId xmlns:a16="http://schemas.microsoft.com/office/drawing/2014/main" id="{3DC65541-C26A-3F00-9DCA-75C88CEDAA62}"/>
                    </a:ext>
                  </a:extLst>
                </p:cNvPr>
                <p:cNvPicPr/>
                <p:nvPr/>
              </p:nvPicPr>
              <p:blipFill>
                <a:blip r:embed="rId799"/>
                <a:stretch>
                  <a:fillRect/>
                </a:stretch>
              </p:blipFill>
              <p:spPr>
                <a:xfrm>
                  <a:off x="4458060" y="4463288"/>
                  <a:ext cx="11304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0">
              <p14:nvContentPartPr>
                <p14:cNvPr id="439" name="Ink 438">
                  <a:extLst>
                    <a:ext uri="{FF2B5EF4-FFF2-40B4-BE49-F238E27FC236}">
                      <a16:creationId xmlns:a16="http://schemas.microsoft.com/office/drawing/2014/main" id="{0E7429B8-6BC9-7817-EA07-4E49453908DD}"/>
                    </a:ext>
                  </a:extLst>
                </p14:cNvPr>
                <p14:cNvContentPartPr/>
                <p14:nvPr/>
              </p14:nvContentPartPr>
              <p14:xfrm>
                <a:off x="4473180" y="4357808"/>
                <a:ext cx="1440" cy="1440"/>
              </p14:xfrm>
            </p:contentPart>
          </mc:Choice>
          <mc:Fallback xmlns="">
            <p:pic>
              <p:nvPicPr>
                <p:cNvPr id="439" name="Ink 438">
                  <a:extLst>
                    <a:ext uri="{FF2B5EF4-FFF2-40B4-BE49-F238E27FC236}">
                      <a16:creationId xmlns:a16="http://schemas.microsoft.com/office/drawing/2014/main" id="{0E7429B8-6BC9-7817-EA07-4E49453908DD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4464180" y="4348808"/>
                  <a:ext cx="1908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1">
              <p14:nvContentPartPr>
                <p14:cNvPr id="441" name="Ink 440">
                  <a:extLst>
                    <a:ext uri="{FF2B5EF4-FFF2-40B4-BE49-F238E27FC236}">
                      <a16:creationId xmlns:a16="http://schemas.microsoft.com/office/drawing/2014/main" id="{10B4CFF8-E9A9-77BD-B75F-E69ADD095D96}"/>
                    </a:ext>
                  </a:extLst>
                </p14:cNvPr>
                <p14:cNvContentPartPr/>
                <p14:nvPr/>
              </p14:nvContentPartPr>
              <p14:xfrm>
                <a:off x="4593060" y="4251968"/>
                <a:ext cx="134280" cy="349920"/>
              </p14:xfrm>
            </p:contentPart>
          </mc:Choice>
          <mc:Fallback xmlns="">
            <p:pic>
              <p:nvPicPr>
                <p:cNvPr id="441" name="Ink 440">
                  <a:extLst>
                    <a:ext uri="{FF2B5EF4-FFF2-40B4-BE49-F238E27FC236}">
                      <a16:creationId xmlns:a16="http://schemas.microsoft.com/office/drawing/2014/main" id="{10B4CFF8-E9A9-77BD-B75F-E69ADD095D96}"/>
                    </a:ext>
                  </a:extLst>
                </p:cNvPr>
                <p:cNvPicPr/>
                <p:nvPr/>
              </p:nvPicPr>
              <p:blipFill>
                <a:blip r:embed="rId802"/>
                <a:stretch>
                  <a:fillRect/>
                </a:stretch>
              </p:blipFill>
              <p:spPr>
                <a:xfrm>
                  <a:off x="4584420" y="4242968"/>
                  <a:ext cx="151920" cy="367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1" name="Group 470">
            <a:extLst>
              <a:ext uri="{FF2B5EF4-FFF2-40B4-BE49-F238E27FC236}">
                <a16:creationId xmlns:a16="http://schemas.microsoft.com/office/drawing/2014/main" id="{823676CE-8B29-9A4E-2BBA-CCBDC36B4228}"/>
              </a:ext>
            </a:extLst>
          </p:cNvPr>
          <p:cNvGrpSpPr/>
          <p:nvPr/>
        </p:nvGrpSpPr>
        <p:grpSpPr>
          <a:xfrm>
            <a:off x="4753980" y="4094288"/>
            <a:ext cx="1870560" cy="667440"/>
            <a:chOff x="4753980" y="4094288"/>
            <a:chExt cx="1870560" cy="667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03">
              <p14:nvContentPartPr>
                <p14:cNvPr id="443" name="Ink 442">
                  <a:extLst>
                    <a:ext uri="{FF2B5EF4-FFF2-40B4-BE49-F238E27FC236}">
                      <a16:creationId xmlns:a16="http://schemas.microsoft.com/office/drawing/2014/main" id="{686806D8-06E4-EBFF-22CF-06D24406A734}"/>
                    </a:ext>
                  </a:extLst>
                </p14:cNvPr>
                <p14:cNvContentPartPr/>
                <p14:nvPr/>
              </p14:nvContentPartPr>
              <p14:xfrm>
                <a:off x="4791060" y="4255208"/>
                <a:ext cx="181800" cy="92520"/>
              </p14:xfrm>
            </p:contentPart>
          </mc:Choice>
          <mc:Fallback xmlns="">
            <p:pic>
              <p:nvPicPr>
                <p:cNvPr id="443" name="Ink 442">
                  <a:extLst>
                    <a:ext uri="{FF2B5EF4-FFF2-40B4-BE49-F238E27FC236}">
                      <a16:creationId xmlns:a16="http://schemas.microsoft.com/office/drawing/2014/main" id="{686806D8-06E4-EBFF-22CF-06D24406A734}"/>
                    </a:ext>
                  </a:extLst>
                </p:cNvPr>
                <p:cNvPicPr/>
                <p:nvPr/>
              </p:nvPicPr>
              <p:blipFill>
                <a:blip r:embed="rId804"/>
                <a:stretch>
                  <a:fillRect/>
                </a:stretch>
              </p:blipFill>
              <p:spPr>
                <a:xfrm>
                  <a:off x="4782420" y="4246208"/>
                  <a:ext cx="19944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5">
              <p14:nvContentPartPr>
                <p14:cNvPr id="444" name="Ink 443">
                  <a:extLst>
                    <a:ext uri="{FF2B5EF4-FFF2-40B4-BE49-F238E27FC236}">
                      <a16:creationId xmlns:a16="http://schemas.microsoft.com/office/drawing/2014/main" id="{3A45782B-015C-8BD0-1E21-EE1581B0E454}"/>
                    </a:ext>
                  </a:extLst>
                </p14:cNvPr>
                <p14:cNvContentPartPr/>
                <p14:nvPr/>
              </p14:nvContentPartPr>
              <p14:xfrm>
                <a:off x="5034060" y="4293008"/>
                <a:ext cx="109080" cy="72360"/>
              </p14:xfrm>
            </p:contentPart>
          </mc:Choice>
          <mc:Fallback xmlns="">
            <p:pic>
              <p:nvPicPr>
                <p:cNvPr id="444" name="Ink 443">
                  <a:extLst>
                    <a:ext uri="{FF2B5EF4-FFF2-40B4-BE49-F238E27FC236}">
                      <a16:creationId xmlns:a16="http://schemas.microsoft.com/office/drawing/2014/main" id="{3A45782B-015C-8BD0-1E21-EE1581B0E454}"/>
                    </a:ext>
                  </a:extLst>
                </p:cNvPr>
                <p:cNvPicPr/>
                <p:nvPr/>
              </p:nvPicPr>
              <p:blipFill>
                <a:blip r:embed="rId806"/>
                <a:stretch>
                  <a:fillRect/>
                </a:stretch>
              </p:blipFill>
              <p:spPr>
                <a:xfrm>
                  <a:off x="5025420" y="4284008"/>
                  <a:ext cx="12672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7">
              <p14:nvContentPartPr>
                <p14:cNvPr id="446" name="Ink 445">
                  <a:extLst>
                    <a:ext uri="{FF2B5EF4-FFF2-40B4-BE49-F238E27FC236}">
                      <a16:creationId xmlns:a16="http://schemas.microsoft.com/office/drawing/2014/main" id="{868F1276-98C2-1339-2931-5D5901D12F77}"/>
                    </a:ext>
                  </a:extLst>
                </p14:cNvPr>
                <p14:cNvContentPartPr/>
                <p14:nvPr/>
              </p14:nvContentPartPr>
              <p14:xfrm>
                <a:off x="4753980" y="4436288"/>
                <a:ext cx="462960" cy="27000"/>
              </p14:xfrm>
            </p:contentPart>
          </mc:Choice>
          <mc:Fallback xmlns="">
            <p:pic>
              <p:nvPicPr>
                <p:cNvPr id="446" name="Ink 445">
                  <a:extLst>
                    <a:ext uri="{FF2B5EF4-FFF2-40B4-BE49-F238E27FC236}">
                      <a16:creationId xmlns:a16="http://schemas.microsoft.com/office/drawing/2014/main" id="{868F1276-98C2-1339-2931-5D5901D12F77}"/>
                    </a:ext>
                  </a:extLst>
                </p:cNvPr>
                <p:cNvPicPr/>
                <p:nvPr/>
              </p:nvPicPr>
              <p:blipFill>
                <a:blip r:embed="rId808"/>
                <a:stretch>
                  <a:fillRect/>
                </a:stretch>
              </p:blipFill>
              <p:spPr>
                <a:xfrm>
                  <a:off x="4745340" y="4427288"/>
                  <a:ext cx="48060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9">
              <p14:nvContentPartPr>
                <p14:cNvPr id="448" name="Ink 447">
                  <a:extLst>
                    <a:ext uri="{FF2B5EF4-FFF2-40B4-BE49-F238E27FC236}">
                      <a16:creationId xmlns:a16="http://schemas.microsoft.com/office/drawing/2014/main" id="{6F107D6B-95BD-DB63-59FE-2B01B2143544}"/>
                    </a:ext>
                  </a:extLst>
                </p14:cNvPr>
                <p14:cNvContentPartPr/>
                <p14:nvPr/>
              </p14:nvContentPartPr>
              <p14:xfrm>
                <a:off x="4847220" y="4580288"/>
                <a:ext cx="202680" cy="143640"/>
              </p14:xfrm>
            </p:contentPart>
          </mc:Choice>
          <mc:Fallback xmlns="">
            <p:pic>
              <p:nvPicPr>
                <p:cNvPr id="448" name="Ink 447">
                  <a:extLst>
                    <a:ext uri="{FF2B5EF4-FFF2-40B4-BE49-F238E27FC236}">
                      <a16:creationId xmlns:a16="http://schemas.microsoft.com/office/drawing/2014/main" id="{6F107D6B-95BD-DB63-59FE-2B01B2143544}"/>
                    </a:ext>
                  </a:extLst>
                </p:cNvPr>
                <p:cNvPicPr/>
                <p:nvPr/>
              </p:nvPicPr>
              <p:blipFill>
                <a:blip r:embed="rId810"/>
                <a:stretch>
                  <a:fillRect/>
                </a:stretch>
              </p:blipFill>
              <p:spPr>
                <a:xfrm>
                  <a:off x="4838220" y="4571648"/>
                  <a:ext cx="22032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1">
              <p14:nvContentPartPr>
                <p14:cNvPr id="449" name="Ink 448">
                  <a:extLst>
                    <a:ext uri="{FF2B5EF4-FFF2-40B4-BE49-F238E27FC236}">
                      <a16:creationId xmlns:a16="http://schemas.microsoft.com/office/drawing/2014/main" id="{6AD27745-3B20-38BC-C496-623B6909322C}"/>
                    </a:ext>
                  </a:extLst>
                </p14:cNvPr>
                <p14:cNvContentPartPr/>
                <p14:nvPr/>
              </p14:nvContentPartPr>
              <p14:xfrm>
                <a:off x="5125140" y="4605848"/>
                <a:ext cx="59760" cy="94680"/>
              </p14:xfrm>
            </p:contentPart>
          </mc:Choice>
          <mc:Fallback xmlns="">
            <p:pic>
              <p:nvPicPr>
                <p:cNvPr id="449" name="Ink 448">
                  <a:extLst>
                    <a:ext uri="{FF2B5EF4-FFF2-40B4-BE49-F238E27FC236}">
                      <a16:creationId xmlns:a16="http://schemas.microsoft.com/office/drawing/2014/main" id="{6AD27745-3B20-38BC-C496-623B6909322C}"/>
                    </a:ext>
                  </a:extLst>
                </p:cNvPr>
                <p:cNvPicPr/>
                <p:nvPr/>
              </p:nvPicPr>
              <p:blipFill>
                <a:blip r:embed="rId812"/>
                <a:stretch>
                  <a:fillRect/>
                </a:stretch>
              </p:blipFill>
              <p:spPr>
                <a:xfrm>
                  <a:off x="5116500" y="4596848"/>
                  <a:ext cx="7740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3">
              <p14:nvContentPartPr>
                <p14:cNvPr id="450" name="Ink 449">
                  <a:extLst>
                    <a:ext uri="{FF2B5EF4-FFF2-40B4-BE49-F238E27FC236}">
                      <a16:creationId xmlns:a16="http://schemas.microsoft.com/office/drawing/2014/main" id="{5F1C6F15-6367-8770-3440-DB365587811C}"/>
                    </a:ext>
                  </a:extLst>
                </p14:cNvPr>
                <p14:cNvContentPartPr/>
                <p14:nvPr/>
              </p14:nvContentPartPr>
              <p14:xfrm>
                <a:off x="5008140" y="4557968"/>
                <a:ext cx="203400" cy="24840"/>
              </p14:xfrm>
            </p:contentPart>
          </mc:Choice>
          <mc:Fallback xmlns="">
            <p:pic>
              <p:nvPicPr>
                <p:cNvPr id="450" name="Ink 449">
                  <a:extLst>
                    <a:ext uri="{FF2B5EF4-FFF2-40B4-BE49-F238E27FC236}">
                      <a16:creationId xmlns:a16="http://schemas.microsoft.com/office/drawing/2014/main" id="{5F1C6F15-6367-8770-3440-DB365587811C}"/>
                    </a:ext>
                  </a:extLst>
                </p:cNvPr>
                <p:cNvPicPr/>
                <p:nvPr/>
              </p:nvPicPr>
              <p:blipFill>
                <a:blip r:embed="rId814"/>
                <a:stretch>
                  <a:fillRect/>
                </a:stretch>
              </p:blipFill>
              <p:spPr>
                <a:xfrm>
                  <a:off x="4999140" y="4549328"/>
                  <a:ext cx="22104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5">
              <p14:nvContentPartPr>
                <p14:cNvPr id="451" name="Ink 450">
                  <a:extLst>
                    <a:ext uri="{FF2B5EF4-FFF2-40B4-BE49-F238E27FC236}">
                      <a16:creationId xmlns:a16="http://schemas.microsoft.com/office/drawing/2014/main" id="{56D7D322-D7C0-C44B-E8F9-B529D2642814}"/>
                    </a:ext>
                  </a:extLst>
                </p14:cNvPr>
                <p14:cNvContentPartPr/>
                <p14:nvPr/>
              </p14:nvContentPartPr>
              <p14:xfrm>
                <a:off x="5273820" y="4686128"/>
                <a:ext cx="25920" cy="50760"/>
              </p14:xfrm>
            </p:contentPart>
          </mc:Choice>
          <mc:Fallback xmlns="">
            <p:pic>
              <p:nvPicPr>
                <p:cNvPr id="451" name="Ink 450">
                  <a:extLst>
                    <a:ext uri="{FF2B5EF4-FFF2-40B4-BE49-F238E27FC236}">
                      <a16:creationId xmlns:a16="http://schemas.microsoft.com/office/drawing/2014/main" id="{56D7D322-D7C0-C44B-E8F9-B529D2642814}"/>
                    </a:ext>
                  </a:extLst>
                </p:cNvPr>
                <p:cNvPicPr/>
                <p:nvPr/>
              </p:nvPicPr>
              <p:blipFill>
                <a:blip r:embed="rId816"/>
                <a:stretch>
                  <a:fillRect/>
                </a:stretch>
              </p:blipFill>
              <p:spPr>
                <a:xfrm>
                  <a:off x="5264820" y="4677128"/>
                  <a:ext cx="4356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7">
              <p14:nvContentPartPr>
                <p14:cNvPr id="453" name="Ink 452">
                  <a:extLst>
                    <a:ext uri="{FF2B5EF4-FFF2-40B4-BE49-F238E27FC236}">
                      <a16:creationId xmlns:a16="http://schemas.microsoft.com/office/drawing/2014/main" id="{7755D7EB-EEA3-BCAE-9255-BE54732378C4}"/>
                    </a:ext>
                  </a:extLst>
                </p14:cNvPr>
                <p14:cNvContentPartPr/>
                <p14:nvPr/>
              </p14:nvContentPartPr>
              <p14:xfrm>
                <a:off x="5397660" y="4410368"/>
                <a:ext cx="130320" cy="11160"/>
              </p14:xfrm>
            </p:contentPart>
          </mc:Choice>
          <mc:Fallback xmlns="">
            <p:pic>
              <p:nvPicPr>
                <p:cNvPr id="453" name="Ink 452">
                  <a:extLst>
                    <a:ext uri="{FF2B5EF4-FFF2-40B4-BE49-F238E27FC236}">
                      <a16:creationId xmlns:a16="http://schemas.microsoft.com/office/drawing/2014/main" id="{7755D7EB-EEA3-BCAE-9255-BE54732378C4}"/>
                    </a:ext>
                  </a:extLst>
                </p:cNvPr>
                <p:cNvPicPr/>
                <p:nvPr/>
              </p:nvPicPr>
              <p:blipFill>
                <a:blip r:embed="rId818"/>
                <a:stretch>
                  <a:fillRect/>
                </a:stretch>
              </p:blipFill>
              <p:spPr>
                <a:xfrm>
                  <a:off x="5389020" y="4401368"/>
                  <a:ext cx="14796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9">
              <p14:nvContentPartPr>
                <p14:cNvPr id="454" name="Ink 453">
                  <a:extLst>
                    <a:ext uri="{FF2B5EF4-FFF2-40B4-BE49-F238E27FC236}">
                      <a16:creationId xmlns:a16="http://schemas.microsoft.com/office/drawing/2014/main" id="{820024B8-7614-3753-1A84-605B352BD820}"/>
                    </a:ext>
                  </a:extLst>
                </p14:cNvPr>
                <p14:cNvContentPartPr/>
                <p14:nvPr/>
              </p14:nvContentPartPr>
              <p14:xfrm>
                <a:off x="5662980" y="4201928"/>
                <a:ext cx="117360" cy="110880"/>
              </p14:xfrm>
            </p:contentPart>
          </mc:Choice>
          <mc:Fallback xmlns="">
            <p:pic>
              <p:nvPicPr>
                <p:cNvPr id="454" name="Ink 453">
                  <a:extLst>
                    <a:ext uri="{FF2B5EF4-FFF2-40B4-BE49-F238E27FC236}">
                      <a16:creationId xmlns:a16="http://schemas.microsoft.com/office/drawing/2014/main" id="{820024B8-7614-3753-1A84-605B352BD820}"/>
                    </a:ext>
                  </a:extLst>
                </p:cNvPr>
                <p:cNvPicPr/>
                <p:nvPr/>
              </p:nvPicPr>
              <p:blipFill>
                <a:blip r:embed="rId820"/>
                <a:stretch>
                  <a:fillRect/>
                </a:stretch>
              </p:blipFill>
              <p:spPr>
                <a:xfrm>
                  <a:off x="5653980" y="4193288"/>
                  <a:ext cx="13500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1">
              <p14:nvContentPartPr>
                <p14:cNvPr id="455" name="Ink 454">
                  <a:extLst>
                    <a:ext uri="{FF2B5EF4-FFF2-40B4-BE49-F238E27FC236}">
                      <a16:creationId xmlns:a16="http://schemas.microsoft.com/office/drawing/2014/main" id="{DFACF140-E8C0-244E-ED14-385D58DAE92A}"/>
                    </a:ext>
                  </a:extLst>
                </p14:cNvPr>
                <p14:cNvContentPartPr/>
                <p14:nvPr/>
              </p14:nvContentPartPr>
              <p14:xfrm>
                <a:off x="5849820" y="4270328"/>
                <a:ext cx="51480" cy="59040"/>
              </p14:xfrm>
            </p:contentPart>
          </mc:Choice>
          <mc:Fallback xmlns="">
            <p:pic>
              <p:nvPicPr>
                <p:cNvPr id="455" name="Ink 454">
                  <a:extLst>
                    <a:ext uri="{FF2B5EF4-FFF2-40B4-BE49-F238E27FC236}">
                      <a16:creationId xmlns:a16="http://schemas.microsoft.com/office/drawing/2014/main" id="{DFACF140-E8C0-244E-ED14-385D58DAE92A}"/>
                    </a:ext>
                  </a:extLst>
                </p:cNvPr>
                <p:cNvPicPr/>
                <p:nvPr/>
              </p:nvPicPr>
              <p:blipFill>
                <a:blip r:embed="rId822"/>
                <a:stretch>
                  <a:fillRect/>
                </a:stretch>
              </p:blipFill>
              <p:spPr>
                <a:xfrm>
                  <a:off x="5841180" y="4261688"/>
                  <a:ext cx="6912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3">
              <p14:nvContentPartPr>
                <p14:cNvPr id="456" name="Ink 455">
                  <a:extLst>
                    <a:ext uri="{FF2B5EF4-FFF2-40B4-BE49-F238E27FC236}">
                      <a16:creationId xmlns:a16="http://schemas.microsoft.com/office/drawing/2014/main" id="{DAD0186E-37C9-0788-3C28-5C53BC784D4F}"/>
                    </a:ext>
                  </a:extLst>
                </p14:cNvPr>
                <p14:cNvContentPartPr/>
                <p14:nvPr/>
              </p14:nvContentPartPr>
              <p14:xfrm>
                <a:off x="5907060" y="4249808"/>
                <a:ext cx="40680" cy="63000"/>
              </p14:xfrm>
            </p:contentPart>
          </mc:Choice>
          <mc:Fallback xmlns="">
            <p:pic>
              <p:nvPicPr>
                <p:cNvPr id="456" name="Ink 455">
                  <a:extLst>
                    <a:ext uri="{FF2B5EF4-FFF2-40B4-BE49-F238E27FC236}">
                      <a16:creationId xmlns:a16="http://schemas.microsoft.com/office/drawing/2014/main" id="{DAD0186E-37C9-0788-3C28-5C53BC784D4F}"/>
                    </a:ext>
                  </a:extLst>
                </p:cNvPr>
                <p:cNvPicPr/>
                <p:nvPr/>
              </p:nvPicPr>
              <p:blipFill>
                <a:blip r:embed="rId824"/>
                <a:stretch>
                  <a:fillRect/>
                </a:stretch>
              </p:blipFill>
              <p:spPr>
                <a:xfrm>
                  <a:off x="5898060" y="4240808"/>
                  <a:ext cx="5832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5">
              <p14:nvContentPartPr>
                <p14:cNvPr id="457" name="Ink 456">
                  <a:extLst>
                    <a:ext uri="{FF2B5EF4-FFF2-40B4-BE49-F238E27FC236}">
                      <a16:creationId xmlns:a16="http://schemas.microsoft.com/office/drawing/2014/main" id="{F0043ED3-87BB-5D55-9E6B-2EC921FDE1B3}"/>
                    </a:ext>
                  </a:extLst>
                </p14:cNvPr>
                <p14:cNvContentPartPr/>
                <p14:nvPr/>
              </p14:nvContentPartPr>
              <p14:xfrm>
                <a:off x="5808420" y="4193648"/>
                <a:ext cx="135360" cy="25920"/>
              </p14:xfrm>
            </p:contentPart>
          </mc:Choice>
          <mc:Fallback xmlns="">
            <p:pic>
              <p:nvPicPr>
                <p:cNvPr id="457" name="Ink 456">
                  <a:extLst>
                    <a:ext uri="{FF2B5EF4-FFF2-40B4-BE49-F238E27FC236}">
                      <a16:creationId xmlns:a16="http://schemas.microsoft.com/office/drawing/2014/main" id="{F0043ED3-87BB-5D55-9E6B-2EC921FDE1B3}"/>
                    </a:ext>
                  </a:extLst>
                </p:cNvPr>
                <p:cNvPicPr/>
                <p:nvPr/>
              </p:nvPicPr>
              <p:blipFill>
                <a:blip r:embed="rId826"/>
                <a:stretch>
                  <a:fillRect/>
                </a:stretch>
              </p:blipFill>
              <p:spPr>
                <a:xfrm>
                  <a:off x="5799780" y="4185008"/>
                  <a:ext cx="15300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7">
              <p14:nvContentPartPr>
                <p14:cNvPr id="458" name="Ink 457">
                  <a:extLst>
                    <a:ext uri="{FF2B5EF4-FFF2-40B4-BE49-F238E27FC236}">
                      <a16:creationId xmlns:a16="http://schemas.microsoft.com/office/drawing/2014/main" id="{BDEC94DA-C159-D321-09C0-3B762203333F}"/>
                    </a:ext>
                  </a:extLst>
                </p14:cNvPr>
                <p14:cNvContentPartPr/>
                <p14:nvPr/>
              </p14:nvContentPartPr>
              <p14:xfrm>
                <a:off x="6030540" y="4094288"/>
                <a:ext cx="141480" cy="218160"/>
              </p14:xfrm>
            </p:contentPart>
          </mc:Choice>
          <mc:Fallback xmlns="">
            <p:pic>
              <p:nvPicPr>
                <p:cNvPr id="458" name="Ink 457">
                  <a:extLst>
                    <a:ext uri="{FF2B5EF4-FFF2-40B4-BE49-F238E27FC236}">
                      <a16:creationId xmlns:a16="http://schemas.microsoft.com/office/drawing/2014/main" id="{BDEC94DA-C159-D321-09C0-3B762203333F}"/>
                    </a:ext>
                  </a:extLst>
                </p:cNvPr>
                <p:cNvPicPr/>
                <p:nvPr/>
              </p:nvPicPr>
              <p:blipFill>
                <a:blip r:embed="rId828"/>
                <a:stretch>
                  <a:fillRect/>
                </a:stretch>
              </p:blipFill>
              <p:spPr>
                <a:xfrm>
                  <a:off x="6021540" y="4085288"/>
                  <a:ext cx="15912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9">
              <p14:nvContentPartPr>
                <p14:cNvPr id="460" name="Ink 459">
                  <a:extLst>
                    <a:ext uri="{FF2B5EF4-FFF2-40B4-BE49-F238E27FC236}">
                      <a16:creationId xmlns:a16="http://schemas.microsoft.com/office/drawing/2014/main" id="{5B220BD2-13AD-FB23-AE42-4E45705DB905}"/>
                    </a:ext>
                  </a:extLst>
                </p14:cNvPr>
                <p14:cNvContentPartPr/>
                <p14:nvPr/>
              </p14:nvContentPartPr>
              <p14:xfrm>
                <a:off x="5736060" y="4405328"/>
                <a:ext cx="498960" cy="18360"/>
              </p14:xfrm>
            </p:contentPart>
          </mc:Choice>
          <mc:Fallback xmlns="">
            <p:pic>
              <p:nvPicPr>
                <p:cNvPr id="460" name="Ink 459">
                  <a:extLst>
                    <a:ext uri="{FF2B5EF4-FFF2-40B4-BE49-F238E27FC236}">
                      <a16:creationId xmlns:a16="http://schemas.microsoft.com/office/drawing/2014/main" id="{5B220BD2-13AD-FB23-AE42-4E45705DB905}"/>
                    </a:ext>
                  </a:extLst>
                </p:cNvPr>
                <p:cNvPicPr/>
                <p:nvPr/>
              </p:nvPicPr>
              <p:blipFill>
                <a:blip r:embed="rId830"/>
                <a:stretch>
                  <a:fillRect/>
                </a:stretch>
              </p:blipFill>
              <p:spPr>
                <a:xfrm>
                  <a:off x="5727060" y="4396328"/>
                  <a:ext cx="5166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1">
              <p14:nvContentPartPr>
                <p14:cNvPr id="462" name="Ink 461">
                  <a:extLst>
                    <a:ext uri="{FF2B5EF4-FFF2-40B4-BE49-F238E27FC236}">
                      <a16:creationId xmlns:a16="http://schemas.microsoft.com/office/drawing/2014/main" id="{A5BE8999-2148-24F7-F202-B1A5F91CF67C}"/>
                    </a:ext>
                  </a:extLst>
                </p14:cNvPr>
                <p14:cNvContentPartPr/>
                <p14:nvPr/>
              </p14:nvContentPartPr>
              <p14:xfrm>
                <a:off x="5818140" y="4581368"/>
                <a:ext cx="168840" cy="139680"/>
              </p14:xfrm>
            </p:contentPart>
          </mc:Choice>
          <mc:Fallback xmlns="">
            <p:pic>
              <p:nvPicPr>
                <p:cNvPr id="462" name="Ink 461">
                  <a:extLst>
                    <a:ext uri="{FF2B5EF4-FFF2-40B4-BE49-F238E27FC236}">
                      <a16:creationId xmlns:a16="http://schemas.microsoft.com/office/drawing/2014/main" id="{A5BE8999-2148-24F7-F202-B1A5F91CF67C}"/>
                    </a:ext>
                  </a:extLst>
                </p:cNvPr>
                <p:cNvPicPr/>
                <p:nvPr/>
              </p:nvPicPr>
              <p:blipFill>
                <a:blip r:embed="rId832"/>
                <a:stretch>
                  <a:fillRect/>
                </a:stretch>
              </p:blipFill>
              <p:spPr>
                <a:xfrm>
                  <a:off x="5809500" y="4572728"/>
                  <a:ext cx="18648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3">
              <p14:nvContentPartPr>
                <p14:cNvPr id="463" name="Ink 462">
                  <a:extLst>
                    <a:ext uri="{FF2B5EF4-FFF2-40B4-BE49-F238E27FC236}">
                      <a16:creationId xmlns:a16="http://schemas.microsoft.com/office/drawing/2014/main" id="{B95E52B9-D229-7934-07F1-590F6C9EB4AC}"/>
                    </a:ext>
                  </a:extLst>
                </p14:cNvPr>
                <p14:cNvContentPartPr/>
                <p14:nvPr/>
              </p14:nvContentPartPr>
              <p14:xfrm>
                <a:off x="6067980" y="4639328"/>
                <a:ext cx="48960" cy="70560"/>
              </p14:xfrm>
            </p:contentPart>
          </mc:Choice>
          <mc:Fallback xmlns="">
            <p:pic>
              <p:nvPicPr>
                <p:cNvPr id="463" name="Ink 462">
                  <a:extLst>
                    <a:ext uri="{FF2B5EF4-FFF2-40B4-BE49-F238E27FC236}">
                      <a16:creationId xmlns:a16="http://schemas.microsoft.com/office/drawing/2014/main" id="{B95E52B9-D229-7934-07F1-590F6C9EB4AC}"/>
                    </a:ext>
                  </a:extLst>
                </p:cNvPr>
                <p:cNvPicPr/>
                <p:nvPr/>
              </p:nvPicPr>
              <p:blipFill>
                <a:blip r:embed="rId834"/>
                <a:stretch>
                  <a:fillRect/>
                </a:stretch>
              </p:blipFill>
              <p:spPr>
                <a:xfrm>
                  <a:off x="6059340" y="4630688"/>
                  <a:ext cx="6660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5">
              <p14:nvContentPartPr>
                <p14:cNvPr id="464" name="Ink 463">
                  <a:extLst>
                    <a:ext uri="{FF2B5EF4-FFF2-40B4-BE49-F238E27FC236}">
                      <a16:creationId xmlns:a16="http://schemas.microsoft.com/office/drawing/2014/main" id="{154120E7-AD7F-115A-BD86-D3C0AF08D77A}"/>
                    </a:ext>
                  </a:extLst>
                </p14:cNvPr>
                <p14:cNvContentPartPr/>
                <p14:nvPr/>
              </p14:nvContentPartPr>
              <p14:xfrm>
                <a:off x="5981220" y="4575968"/>
                <a:ext cx="139320" cy="32400"/>
              </p14:xfrm>
            </p:contentPart>
          </mc:Choice>
          <mc:Fallback xmlns="">
            <p:pic>
              <p:nvPicPr>
                <p:cNvPr id="464" name="Ink 463">
                  <a:extLst>
                    <a:ext uri="{FF2B5EF4-FFF2-40B4-BE49-F238E27FC236}">
                      <a16:creationId xmlns:a16="http://schemas.microsoft.com/office/drawing/2014/main" id="{154120E7-AD7F-115A-BD86-D3C0AF08D77A}"/>
                    </a:ext>
                  </a:extLst>
                </p:cNvPr>
                <p:cNvPicPr/>
                <p:nvPr/>
              </p:nvPicPr>
              <p:blipFill>
                <a:blip r:embed="rId836"/>
                <a:stretch>
                  <a:fillRect/>
                </a:stretch>
              </p:blipFill>
              <p:spPr>
                <a:xfrm>
                  <a:off x="5972220" y="4567328"/>
                  <a:ext cx="15696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7">
              <p14:nvContentPartPr>
                <p14:cNvPr id="465" name="Ink 464">
                  <a:extLst>
                    <a:ext uri="{FF2B5EF4-FFF2-40B4-BE49-F238E27FC236}">
                      <a16:creationId xmlns:a16="http://schemas.microsoft.com/office/drawing/2014/main" id="{EEB5FDE4-5938-5D9C-9FE2-08C8334A6D66}"/>
                    </a:ext>
                  </a:extLst>
                </p14:cNvPr>
                <p14:cNvContentPartPr/>
                <p14:nvPr/>
              </p14:nvContentPartPr>
              <p14:xfrm>
                <a:off x="6190380" y="4700168"/>
                <a:ext cx="43560" cy="61560"/>
              </p14:xfrm>
            </p:contentPart>
          </mc:Choice>
          <mc:Fallback xmlns="">
            <p:pic>
              <p:nvPicPr>
                <p:cNvPr id="465" name="Ink 464">
                  <a:extLst>
                    <a:ext uri="{FF2B5EF4-FFF2-40B4-BE49-F238E27FC236}">
                      <a16:creationId xmlns:a16="http://schemas.microsoft.com/office/drawing/2014/main" id="{EEB5FDE4-5938-5D9C-9FE2-08C8334A6D66}"/>
                    </a:ext>
                  </a:extLst>
                </p:cNvPr>
                <p:cNvPicPr/>
                <p:nvPr/>
              </p:nvPicPr>
              <p:blipFill>
                <a:blip r:embed="rId838"/>
                <a:stretch>
                  <a:fillRect/>
                </a:stretch>
              </p:blipFill>
              <p:spPr>
                <a:xfrm>
                  <a:off x="6181740" y="4691168"/>
                  <a:ext cx="6120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9">
              <p14:nvContentPartPr>
                <p14:cNvPr id="466" name="Ink 465">
                  <a:extLst>
                    <a:ext uri="{FF2B5EF4-FFF2-40B4-BE49-F238E27FC236}">
                      <a16:creationId xmlns:a16="http://schemas.microsoft.com/office/drawing/2014/main" id="{5E5D24C9-3CE6-4C2B-635B-9D7D99C1709B}"/>
                    </a:ext>
                  </a:extLst>
                </p14:cNvPr>
                <p14:cNvContentPartPr/>
                <p14:nvPr/>
              </p14:nvContentPartPr>
              <p14:xfrm>
                <a:off x="6104340" y="4602968"/>
                <a:ext cx="360" cy="360"/>
              </p14:xfrm>
            </p:contentPart>
          </mc:Choice>
          <mc:Fallback xmlns="">
            <p:pic>
              <p:nvPicPr>
                <p:cNvPr id="466" name="Ink 465">
                  <a:extLst>
                    <a:ext uri="{FF2B5EF4-FFF2-40B4-BE49-F238E27FC236}">
                      <a16:creationId xmlns:a16="http://schemas.microsoft.com/office/drawing/2014/main" id="{5E5D24C9-3CE6-4C2B-635B-9D7D99C1709B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6095700" y="4594328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0">
              <p14:nvContentPartPr>
                <p14:cNvPr id="468" name="Ink 467">
                  <a:extLst>
                    <a:ext uri="{FF2B5EF4-FFF2-40B4-BE49-F238E27FC236}">
                      <a16:creationId xmlns:a16="http://schemas.microsoft.com/office/drawing/2014/main" id="{836EA8CB-6763-AA23-4611-71CF8DE73E6B}"/>
                    </a:ext>
                  </a:extLst>
                </p14:cNvPr>
                <p14:cNvContentPartPr/>
                <p14:nvPr/>
              </p14:nvContentPartPr>
              <p14:xfrm>
                <a:off x="6327900" y="4261688"/>
                <a:ext cx="156240" cy="294480"/>
              </p14:xfrm>
            </p:contentPart>
          </mc:Choice>
          <mc:Fallback xmlns="">
            <p:pic>
              <p:nvPicPr>
                <p:cNvPr id="468" name="Ink 467">
                  <a:extLst>
                    <a:ext uri="{FF2B5EF4-FFF2-40B4-BE49-F238E27FC236}">
                      <a16:creationId xmlns:a16="http://schemas.microsoft.com/office/drawing/2014/main" id="{836EA8CB-6763-AA23-4611-71CF8DE73E6B}"/>
                    </a:ext>
                  </a:extLst>
                </p:cNvPr>
                <p:cNvPicPr/>
                <p:nvPr/>
              </p:nvPicPr>
              <p:blipFill>
                <a:blip r:embed="rId841"/>
                <a:stretch>
                  <a:fillRect/>
                </a:stretch>
              </p:blipFill>
              <p:spPr>
                <a:xfrm>
                  <a:off x="6318900" y="4253048"/>
                  <a:ext cx="173880" cy="31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2">
              <p14:nvContentPartPr>
                <p14:cNvPr id="470" name="Ink 469">
                  <a:extLst>
                    <a:ext uri="{FF2B5EF4-FFF2-40B4-BE49-F238E27FC236}">
                      <a16:creationId xmlns:a16="http://schemas.microsoft.com/office/drawing/2014/main" id="{FDE3BE7D-814D-E0F2-4644-C262C70F5F71}"/>
                    </a:ext>
                  </a:extLst>
                </p14:cNvPr>
                <p14:cNvContentPartPr/>
                <p14:nvPr/>
              </p14:nvContentPartPr>
              <p14:xfrm>
                <a:off x="6404580" y="4183568"/>
                <a:ext cx="219960" cy="420480"/>
              </p14:xfrm>
            </p:contentPart>
          </mc:Choice>
          <mc:Fallback xmlns="">
            <p:pic>
              <p:nvPicPr>
                <p:cNvPr id="470" name="Ink 469">
                  <a:extLst>
                    <a:ext uri="{FF2B5EF4-FFF2-40B4-BE49-F238E27FC236}">
                      <a16:creationId xmlns:a16="http://schemas.microsoft.com/office/drawing/2014/main" id="{FDE3BE7D-814D-E0F2-4644-C262C70F5F71}"/>
                    </a:ext>
                  </a:extLst>
                </p:cNvPr>
                <p:cNvPicPr/>
                <p:nvPr/>
              </p:nvPicPr>
              <p:blipFill>
                <a:blip r:embed="rId843"/>
                <a:stretch>
                  <a:fillRect/>
                </a:stretch>
              </p:blipFill>
              <p:spPr>
                <a:xfrm>
                  <a:off x="6395940" y="4174928"/>
                  <a:ext cx="237600" cy="438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6" name="Group 475">
            <a:extLst>
              <a:ext uri="{FF2B5EF4-FFF2-40B4-BE49-F238E27FC236}">
                <a16:creationId xmlns:a16="http://schemas.microsoft.com/office/drawing/2014/main" id="{ADD26713-3E36-3AB7-8151-D4BC46AB5EF6}"/>
              </a:ext>
            </a:extLst>
          </p:cNvPr>
          <p:cNvGrpSpPr/>
          <p:nvPr/>
        </p:nvGrpSpPr>
        <p:grpSpPr>
          <a:xfrm>
            <a:off x="7948260" y="4390568"/>
            <a:ext cx="426960" cy="239040"/>
            <a:chOff x="7948260" y="4390568"/>
            <a:chExt cx="426960" cy="239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44">
              <p14:nvContentPartPr>
                <p14:cNvPr id="472" name="Ink 471">
                  <a:extLst>
                    <a:ext uri="{FF2B5EF4-FFF2-40B4-BE49-F238E27FC236}">
                      <a16:creationId xmlns:a16="http://schemas.microsoft.com/office/drawing/2014/main" id="{955C5EC5-8CA0-27B7-6F36-4D03B5EA5162}"/>
                    </a:ext>
                  </a:extLst>
                </p14:cNvPr>
                <p14:cNvContentPartPr/>
                <p14:nvPr/>
              </p14:nvContentPartPr>
              <p14:xfrm>
                <a:off x="7948260" y="4390568"/>
                <a:ext cx="145440" cy="214200"/>
              </p14:xfrm>
            </p:contentPart>
          </mc:Choice>
          <mc:Fallback xmlns="">
            <p:pic>
              <p:nvPicPr>
                <p:cNvPr id="472" name="Ink 471">
                  <a:extLst>
                    <a:ext uri="{FF2B5EF4-FFF2-40B4-BE49-F238E27FC236}">
                      <a16:creationId xmlns:a16="http://schemas.microsoft.com/office/drawing/2014/main" id="{955C5EC5-8CA0-27B7-6F36-4D03B5EA5162}"/>
                    </a:ext>
                  </a:extLst>
                </p:cNvPr>
                <p:cNvPicPr/>
                <p:nvPr/>
              </p:nvPicPr>
              <p:blipFill>
                <a:blip r:embed="rId845"/>
                <a:stretch>
                  <a:fillRect/>
                </a:stretch>
              </p:blipFill>
              <p:spPr>
                <a:xfrm>
                  <a:off x="7939620" y="4381928"/>
                  <a:ext cx="16308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6">
              <p14:nvContentPartPr>
                <p14:cNvPr id="473" name="Ink 472">
                  <a:extLst>
                    <a:ext uri="{FF2B5EF4-FFF2-40B4-BE49-F238E27FC236}">
                      <a16:creationId xmlns:a16="http://schemas.microsoft.com/office/drawing/2014/main" id="{3D6ED59D-A9D7-5984-7F90-E432FA761C71}"/>
                    </a:ext>
                  </a:extLst>
                </p14:cNvPr>
                <p14:cNvContentPartPr/>
                <p14:nvPr/>
              </p14:nvContentPartPr>
              <p14:xfrm>
                <a:off x="8109180" y="4489568"/>
                <a:ext cx="123480" cy="135000"/>
              </p14:xfrm>
            </p:contentPart>
          </mc:Choice>
          <mc:Fallback xmlns="">
            <p:pic>
              <p:nvPicPr>
                <p:cNvPr id="473" name="Ink 472">
                  <a:extLst>
                    <a:ext uri="{FF2B5EF4-FFF2-40B4-BE49-F238E27FC236}">
                      <a16:creationId xmlns:a16="http://schemas.microsoft.com/office/drawing/2014/main" id="{3D6ED59D-A9D7-5984-7F90-E432FA761C71}"/>
                    </a:ext>
                  </a:extLst>
                </p:cNvPr>
                <p:cNvPicPr/>
                <p:nvPr/>
              </p:nvPicPr>
              <p:blipFill>
                <a:blip r:embed="rId847"/>
                <a:stretch>
                  <a:fillRect/>
                </a:stretch>
              </p:blipFill>
              <p:spPr>
                <a:xfrm>
                  <a:off x="8100540" y="4480928"/>
                  <a:ext cx="14112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8">
              <p14:nvContentPartPr>
                <p14:cNvPr id="474" name="Ink 473">
                  <a:extLst>
                    <a:ext uri="{FF2B5EF4-FFF2-40B4-BE49-F238E27FC236}">
                      <a16:creationId xmlns:a16="http://schemas.microsoft.com/office/drawing/2014/main" id="{D5F259DF-889B-7BCC-4C85-92749983B01C}"/>
                    </a:ext>
                  </a:extLst>
                </p14:cNvPr>
                <p14:cNvContentPartPr/>
                <p14:nvPr/>
              </p14:nvContentPartPr>
              <p14:xfrm>
                <a:off x="8280900" y="4414328"/>
                <a:ext cx="93240" cy="215280"/>
              </p14:xfrm>
            </p:contentPart>
          </mc:Choice>
          <mc:Fallback xmlns="">
            <p:pic>
              <p:nvPicPr>
                <p:cNvPr id="474" name="Ink 473">
                  <a:extLst>
                    <a:ext uri="{FF2B5EF4-FFF2-40B4-BE49-F238E27FC236}">
                      <a16:creationId xmlns:a16="http://schemas.microsoft.com/office/drawing/2014/main" id="{D5F259DF-889B-7BCC-4C85-92749983B01C}"/>
                    </a:ext>
                  </a:extLst>
                </p:cNvPr>
                <p:cNvPicPr/>
                <p:nvPr/>
              </p:nvPicPr>
              <p:blipFill>
                <a:blip r:embed="rId849"/>
                <a:stretch>
                  <a:fillRect/>
                </a:stretch>
              </p:blipFill>
              <p:spPr>
                <a:xfrm>
                  <a:off x="8272260" y="4405328"/>
                  <a:ext cx="11088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0">
              <p14:nvContentPartPr>
                <p14:cNvPr id="475" name="Ink 474">
                  <a:extLst>
                    <a:ext uri="{FF2B5EF4-FFF2-40B4-BE49-F238E27FC236}">
                      <a16:creationId xmlns:a16="http://schemas.microsoft.com/office/drawing/2014/main" id="{B9189EA5-93AB-5A1A-4E1D-67F5C03CE942}"/>
                    </a:ext>
                  </a:extLst>
                </p14:cNvPr>
                <p14:cNvContentPartPr/>
                <p14:nvPr/>
              </p14:nvContentPartPr>
              <p14:xfrm>
                <a:off x="8240940" y="4514048"/>
                <a:ext cx="134280" cy="11160"/>
              </p14:xfrm>
            </p:contentPart>
          </mc:Choice>
          <mc:Fallback xmlns="">
            <p:pic>
              <p:nvPicPr>
                <p:cNvPr id="475" name="Ink 474">
                  <a:extLst>
                    <a:ext uri="{FF2B5EF4-FFF2-40B4-BE49-F238E27FC236}">
                      <a16:creationId xmlns:a16="http://schemas.microsoft.com/office/drawing/2014/main" id="{B9189EA5-93AB-5A1A-4E1D-67F5C03CE942}"/>
                    </a:ext>
                  </a:extLst>
                </p:cNvPr>
                <p:cNvPicPr/>
                <p:nvPr/>
              </p:nvPicPr>
              <p:blipFill>
                <a:blip r:embed="rId851"/>
                <a:stretch>
                  <a:fillRect/>
                </a:stretch>
              </p:blipFill>
              <p:spPr>
                <a:xfrm>
                  <a:off x="8232300" y="4505408"/>
                  <a:ext cx="151920" cy="28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52">
            <p14:nvContentPartPr>
              <p14:cNvPr id="477" name="Ink 476">
                <a:extLst>
                  <a:ext uri="{FF2B5EF4-FFF2-40B4-BE49-F238E27FC236}">
                    <a16:creationId xmlns:a16="http://schemas.microsoft.com/office/drawing/2014/main" id="{517D90A7-FD1F-28B1-984E-82C5603EA345}"/>
                  </a:ext>
                </a:extLst>
              </p14:cNvPr>
              <p14:cNvContentPartPr/>
              <p14:nvPr/>
            </p14:nvContentPartPr>
            <p14:xfrm>
              <a:off x="8618580" y="4356008"/>
              <a:ext cx="137520" cy="285120"/>
            </p14:xfrm>
          </p:contentPart>
        </mc:Choice>
        <mc:Fallback xmlns="">
          <p:pic>
            <p:nvPicPr>
              <p:cNvPr id="477" name="Ink 476">
                <a:extLst>
                  <a:ext uri="{FF2B5EF4-FFF2-40B4-BE49-F238E27FC236}">
                    <a16:creationId xmlns:a16="http://schemas.microsoft.com/office/drawing/2014/main" id="{517D90A7-FD1F-28B1-984E-82C5603EA345}"/>
                  </a:ext>
                </a:extLst>
              </p:cNvPr>
              <p:cNvPicPr/>
              <p:nvPr/>
            </p:nvPicPr>
            <p:blipFill>
              <a:blip r:embed="rId853"/>
              <a:stretch>
                <a:fillRect/>
              </a:stretch>
            </p:blipFill>
            <p:spPr>
              <a:xfrm>
                <a:off x="8609580" y="4347368"/>
                <a:ext cx="155160" cy="302760"/>
              </a:xfrm>
              <a:prstGeom prst="rect">
                <a:avLst/>
              </a:prstGeom>
            </p:spPr>
          </p:pic>
        </mc:Fallback>
      </mc:AlternateContent>
      <p:grpSp>
        <p:nvGrpSpPr>
          <p:cNvPr id="487" name="Group 486">
            <a:extLst>
              <a:ext uri="{FF2B5EF4-FFF2-40B4-BE49-F238E27FC236}">
                <a16:creationId xmlns:a16="http://schemas.microsoft.com/office/drawing/2014/main" id="{8D525F29-EBF4-03F7-A905-4A7F4D6FDA41}"/>
              </a:ext>
            </a:extLst>
          </p:cNvPr>
          <p:cNvGrpSpPr/>
          <p:nvPr/>
        </p:nvGrpSpPr>
        <p:grpSpPr>
          <a:xfrm>
            <a:off x="8905860" y="4358888"/>
            <a:ext cx="1014120" cy="232560"/>
            <a:chOff x="8905860" y="4358888"/>
            <a:chExt cx="1014120" cy="232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54">
              <p14:nvContentPartPr>
                <p14:cNvPr id="478" name="Ink 477">
                  <a:extLst>
                    <a:ext uri="{FF2B5EF4-FFF2-40B4-BE49-F238E27FC236}">
                      <a16:creationId xmlns:a16="http://schemas.microsoft.com/office/drawing/2014/main" id="{70696270-2012-122D-20F5-83D6B51D9683}"/>
                    </a:ext>
                  </a:extLst>
                </p14:cNvPr>
                <p14:cNvContentPartPr/>
                <p14:nvPr/>
              </p14:nvContentPartPr>
              <p14:xfrm>
                <a:off x="8915940" y="4545368"/>
                <a:ext cx="114120" cy="6120"/>
              </p14:xfrm>
            </p:contentPart>
          </mc:Choice>
          <mc:Fallback xmlns="">
            <p:pic>
              <p:nvPicPr>
                <p:cNvPr id="478" name="Ink 477">
                  <a:extLst>
                    <a:ext uri="{FF2B5EF4-FFF2-40B4-BE49-F238E27FC236}">
                      <a16:creationId xmlns:a16="http://schemas.microsoft.com/office/drawing/2014/main" id="{70696270-2012-122D-20F5-83D6B51D9683}"/>
                    </a:ext>
                  </a:extLst>
                </p:cNvPr>
                <p:cNvPicPr/>
                <p:nvPr/>
              </p:nvPicPr>
              <p:blipFill>
                <a:blip r:embed="rId855"/>
                <a:stretch>
                  <a:fillRect/>
                </a:stretch>
              </p:blipFill>
              <p:spPr>
                <a:xfrm>
                  <a:off x="8906940" y="4536728"/>
                  <a:ext cx="13176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6">
              <p14:nvContentPartPr>
                <p14:cNvPr id="479" name="Ink 478">
                  <a:extLst>
                    <a:ext uri="{FF2B5EF4-FFF2-40B4-BE49-F238E27FC236}">
                      <a16:creationId xmlns:a16="http://schemas.microsoft.com/office/drawing/2014/main" id="{C2202859-FC3D-863E-FCCF-DFCDFE6AB7F2}"/>
                    </a:ext>
                  </a:extLst>
                </p14:cNvPr>
                <p14:cNvContentPartPr/>
                <p14:nvPr/>
              </p14:nvContentPartPr>
              <p14:xfrm>
                <a:off x="8905860" y="4496768"/>
                <a:ext cx="103320" cy="7920"/>
              </p14:xfrm>
            </p:contentPart>
          </mc:Choice>
          <mc:Fallback xmlns="">
            <p:pic>
              <p:nvPicPr>
                <p:cNvPr id="479" name="Ink 478">
                  <a:extLst>
                    <a:ext uri="{FF2B5EF4-FFF2-40B4-BE49-F238E27FC236}">
                      <a16:creationId xmlns:a16="http://schemas.microsoft.com/office/drawing/2014/main" id="{C2202859-FC3D-863E-FCCF-DFCDFE6AB7F2}"/>
                    </a:ext>
                  </a:extLst>
                </p:cNvPr>
                <p:cNvPicPr/>
                <p:nvPr/>
              </p:nvPicPr>
              <p:blipFill>
                <a:blip r:embed="rId857"/>
                <a:stretch>
                  <a:fillRect/>
                </a:stretch>
              </p:blipFill>
              <p:spPr>
                <a:xfrm>
                  <a:off x="8896860" y="4488128"/>
                  <a:ext cx="12096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8">
              <p14:nvContentPartPr>
                <p14:cNvPr id="480" name="Ink 479">
                  <a:extLst>
                    <a:ext uri="{FF2B5EF4-FFF2-40B4-BE49-F238E27FC236}">
                      <a16:creationId xmlns:a16="http://schemas.microsoft.com/office/drawing/2014/main" id="{AE1C3C52-CAB7-AD4F-35BA-693625D18BF6}"/>
                    </a:ext>
                  </a:extLst>
                </p14:cNvPr>
                <p14:cNvContentPartPr/>
                <p14:nvPr/>
              </p14:nvContentPartPr>
              <p14:xfrm>
                <a:off x="9153180" y="4504328"/>
                <a:ext cx="44640" cy="87120"/>
              </p14:xfrm>
            </p:contentPart>
          </mc:Choice>
          <mc:Fallback xmlns="">
            <p:pic>
              <p:nvPicPr>
                <p:cNvPr id="480" name="Ink 479">
                  <a:extLst>
                    <a:ext uri="{FF2B5EF4-FFF2-40B4-BE49-F238E27FC236}">
                      <a16:creationId xmlns:a16="http://schemas.microsoft.com/office/drawing/2014/main" id="{AE1C3C52-CAB7-AD4F-35BA-693625D18BF6}"/>
                    </a:ext>
                  </a:extLst>
                </p:cNvPr>
                <p:cNvPicPr/>
                <p:nvPr/>
              </p:nvPicPr>
              <p:blipFill>
                <a:blip r:embed="rId859"/>
                <a:stretch>
                  <a:fillRect/>
                </a:stretch>
              </p:blipFill>
              <p:spPr>
                <a:xfrm>
                  <a:off x="9144540" y="4495328"/>
                  <a:ext cx="6228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0">
              <p14:nvContentPartPr>
                <p14:cNvPr id="481" name="Ink 480">
                  <a:extLst>
                    <a:ext uri="{FF2B5EF4-FFF2-40B4-BE49-F238E27FC236}">
                      <a16:creationId xmlns:a16="http://schemas.microsoft.com/office/drawing/2014/main" id="{570165A8-E97B-6F11-36D5-2F4DDD7FD578}"/>
                    </a:ext>
                  </a:extLst>
                </p14:cNvPr>
                <p14:cNvContentPartPr/>
                <p14:nvPr/>
              </p14:nvContentPartPr>
              <p14:xfrm>
                <a:off x="9116100" y="4374368"/>
                <a:ext cx="2160" cy="2160"/>
              </p14:xfrm>
            </p:contentPart>
          </mc:Choice>
          <mc:Fallback xmlns="">
            <p:pic>
              <p:nvPicPr>
                <p:cNvPr id="481" name="Ink 480">
                  <a:extLst>
                    <a:ext uri="{FF2B5EF4-FFF2-40B4-BE49-F238E27FC236}">
                      <a16:creationId xmlns:a16="http://schemas.microsoft.com/office/drawing/2014/main" id="{570165A8-E97B-6F11-36D5-2F4DDD7FD578}"/>
                    </a:ext>
                  </a:extLst>
                </p:cNvPr>
                <p:cNvPicPr/>
                <p:nvPr/>
              </p:nvPicPr>
              <p:blipFill>
                <a:blip r:embed="rId861"/>
                <a:stretch>
                  <a:fillRect/>
                </a:stretch>
              </p:blipFill>
              <p:spPr>
                <a:xfrm>
                  <a:off x="9107100" y="4365728"/>
                  <a:ext cx="1980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2">
              <p14:nvContentPartPr>
                <p14:cNvPr id="482" name="Ink 481">
                  <a:extLst>
                    <a:ext uri="{FF2B5EF4-FFF2-40B4-BE49-F238E27FC236}">
                      <a16:creationId xmlns:a16="http://schemas.microsoft.com/office/drawing/2014/main" id="{56DC949C-82DC-20BE-CB87-61C7B74DF3F0}"/>
                    </a:ext>
                  </a:extLst>
                </p14:cNvPr>
                <p14:cNvContentPartPr/>
                <p14:nvPr/>
              </p14:nvContentPartPr>
              <p14:xfrm>
                <a:off x="9331020" y="4462568"/>
                <a:ext cx="41400" cy="98280"/>
              </p14:xfrm>
            </p:contentPart>
          </mc:Choice>
          <mc:Fallback xmlns="">
            <p:pic>
              <p:nvPicPr>
                <p:cNvPr id="482" name="Ink 481">
                  <a:extLst>
                    <a:ext uri="{FF2B5EF4-FFF2-40B4-BE49-F238E27FC236}">
                      <a16:creationId xmlns:a16="http://schemas.microsoft.com/office/drawing/2014/main" id="{56DC949C-82DC-20BE-CB87-61C7B74DF3F0}"/>
                    </a:ext>
                  </a:extLst>
                </p:cNvPr>
                <p:cNvPicPr/>
                <p:nvPr/>
              </p:nvPicPr>
              <p:blipFill>
                <a:blip r:embed="rId863"/>
                <a:stretch>
                  <a:fillRect/>
                </a:stretch>
              </p:blipFill>
              <p:spPr>
                <a:xfrm>
                  <a:off x="9322020" y="4453928"/>
                  <a:ext cx="5904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4">
              <p14:nvContentPartPr>
                <p14:cNvPr id="483" name="Ink 482">
                  <a:extLst>
                    <a:ext uri="{FF2B5EF4-FFF2-40B4-BE49-F238E27FC236}">
                      <a16:creationId xmlns:a16="http://schemas.microsoft.com/office/drawing/2014/main" id="{0883647F-375D-C205-1105-A3E710099814}"/>
                    </a:ext>
                  </a:extLst>
                </p14:cNvPr>
                <p14:cNvContentPartPr/>
                <p14:nvPr/>
              </p14:nvContentPartPr>
              <p14:xfrm>
                <a:off x="9289620" y="4509368"/>
                <a:ext cx="135000" cy="5760"/>
              </p14:xfrm>
            </p:contentPart>
          </mc:Choice>
          <mc:Fallback xmlns="">
            <p:pic>
              <p:nvPicPr>
                <p:cNvPr id="483" name="Ink 482">
                  <a:extLst>
                    <a:ext uri="{FF2B5EF4-FFF2-40B4-BE49-F238E27FC236}">
                      <a16:creationId xmlns:a16="http://schemas.microsoft.com/office/drawing/2014/main" id="{0883647F-375D-C205-1105-A3E710099814}"/>
                    </a:ext>
                  </a:extLst>
                </p:cNvPr>
                <p:cNvPicPr/>
                <p:nvPr/>
              </p:nvPicPr>
              <p:blipFill>
                <a:blip r:embed="rId865"/>
                <a:stretch>
                  <a:fillRect/>
                </a:stretch>
              </p:blipFill>
              <p:spPr>
                <a:xfrm>
                  <a:off x="9280980" y="4500368"/>
                  <a:ext cx="1526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6">
              <p14:nvContentPartPr>
                <p14:cNvPr id="484" name="Ink 483">
                  <a:extLst>
                    <a:ext uri="{FF2B5EF4-FFF2-40B4-BE49-F238E27FC236}">
                      <a16:creationId xmlns:a16="http://schemas.microsoft.com/office/drawing/2014/main" id="{02BDD912-4923-25AD-3E85-F3B7746DCCFA}"/>
                    </a:ext>
                  </a:extLst>
                </p14:cNvPr>
                <p14:cNvContentPartPr/>
                <p14:nvPr/>
              </p14:nvContentPartPr>
              <p14:xfrm>
                <a:off x="9481500" y="4358888"/>
                <a:ext cx="81720" cy="212400"/>
              </p14:xfrm>
            </p:contentPart>
          </mc:Choice>
          <mc:Fallback xmlns="">
            <p:pic>
              <p:nvPicPr>
                <p:cNvPr id="484" name="Ink 483">
                  <a:extLst>
                    <a:ext uri="{FF2B5EF4-FFF2-40B4-BE49-F238E27FC236}">
                      <a16:creationId xmlns:a16="http://schemas.microsoft.com/office/drawing/2014/main" id="{02BDD912-4923-25AD-3E85-F3B7746DCCFA}"/>
                    </a:ext>
                  </a:extLst>
                </p:cNvPr>
                <p:cNvPicPr/>
                <p:nvPr/>
              </p:nvPicPr>
              <p:blipFill>
                <a:blip r:embed="rId867"/>
                <a:stretch>
                  <a:fillRect/>
                </a:stretch>
              </p:blipFill>
              <p:spPr>
                <a:xfrm>
                  <a:off x="9472860" y="4349888"/>
                  <a:ext cx="9936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8">
              <p14:nvContentPartPr>
                <p14:cNvPr id="485" name="Ink 484">
                  <a:extLst>
                    <a:ext uri="{FF2B5EF4-FFF2-40B4-BE49-F238E27FC236}">
                      <a16:creationId xmlns:a16="http://schemas.microsoft.com/office/drawing/2014/main" id="{C2EA95C6-2B46-C9C2-CF4A-B6C102A9C0C4}"/>
                    </a:ext>
                  </a:extLst>
                </p14:cNvPr>
                <p14:cNvContentPartPr/>
                <p14:nvPr/>
              </p14:nvContentPartPr>
              <p14:xfrm>
                <a:off x="9585900" y="4504328"/>
                <a:ext cx="109080" cy="67680"/>
              </p14:xfrm>
            </p:contentPart>
          </mc:Choice>
          <mc:Fallback xmlns="">
            <p:pic>
              <p:nvPicPr>
                <p:cNvPr id="485" name="Ink 484">
                  <a:extLst>
                    <a:ext uri="{FF2B5EF4-FFF2-40B4-BE49-F238E27FC236}">
                      <a16:creationId xmlns:a16="http://schemas.microsoft.com/office/drawing/2014/main" id="{C2EA95C6-2B46-C9C2-CF4A-B6C102A9C0C4}"/>
                    </a:ext>
                  </a:extLst>
                </p:cNvPr>
                <p:cNvPicPr/>
                <p:nvPr/>
              </p:nvPicPr>
              <p:blipFill>
                <a:blip r:embed="rId869"/>
                <a:stretch>
                  <a:fillRect/>
                </a:stretch>
              </p:blipFill>
              <p:spPr>
                <a:xfrm>
                  <a:off x="9576900" y="4495328"/>
                  <a:ext cx="12672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0">
              <p14:nvContentPartPr>
                <p14:cNvPr id="486" name="Ink 485">
                  <a:extLst>
                    <a:ext uri="{FF2B5EF4-FFF2-40B4-BE49-F238E27FC236}">
                      <a16:creationId xmlns:a16="http://schemas.microsoft.com/office/drawing/2014/main" id="{97C34AA5-4BB6-5308-BA38-065B26C1DBBE}"/>
                    </a:ext>
                  </a:extLst>
                </p14:cNvPr>
                <p14:cNvContentPartPr/>
                <p14:nvPr/>
              </p14:nvContentPartPr>
              <p14:xfrm>
                <a:off x="9694260" y="4400648"/>
                <a:ext cx="225720" cy="184320"/>
              </p14:xfrm>
            </p:contentPart>
          </mc:Choice>
          <mc:Fallback xmlns="">
            <p:pic>
              <p:nvPicPr>
                <p:cNvPr id="486" name="Ink 485">
                  <a:extLst>
                    <a:ext uri="{FF2B5EF4-FFF2-40B4-BE49-F238E27FC236}">
                      <a16:creationId xmlns:a16="http://schemas.microsoft.com/office/drawing/2014/main" id="{97C34AA5-4BB6-5308-BA38-065B26C1DBBE}"/>
                    </a:ext>
                  </a:extLst>
                </p:cNvPr>
                <p:cNvPicPr/>
                <p:nvPr/>
              </p:nvPicPr>
              <p:blipFill>
                <a:blip r:embed="rId871"/>
                <a:stretch>
                  <a:fillRect/>
                </a:stretch>
              </p:blipFill>
              <p:spPr>
                <a:xfrm>
                  <a:off x="9685620" y="4391648"/>
                  <a:ext cx="243360" cy="201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3" name="Group 502">
            <a:extLst>
              <a:ext uri="{FF2B5EF4-FFF2-40B4-BE49-F238E27FC236}">
                <a16:creationId xmlns:a16="http://schemas.microsoft.com/office/drawing/2014/main" id="{C06F5C51-D2D1-95F8-1464-48620F851D4C}"/>
              </a:ext>
            </a:extLst>
          </p:cNvPr>
          <p:cNvGrpSpPr/>
          <p:nvPr/>
        </p:nvGrpSpPr>
        <p:grpSpPr>
          <a:xfrm>
            <a:off x="10275660" y="4375448"/>
            <a:ext cx="1543680" cy="311400"/>
            <a:chOff x="10275660" y="4375448"/>
            <a:chExt cx="1543680" cy="311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72">
              <p14:nvContentPartPr>
                <p14:cNvPr id="489" name="Ink 488">
                  <a:extLst>
                    <a:ext uri="{FF2B5EF4-FFF2-40B4-BE49-F238E27FC236}">
                      <a16:creationId xmlns:a16="http://schemas.microsoft.com/office/drawing/2014/main" id="{365E31F7-D825-4D09-2DC5-C52F5BE456BE}"/>
                    </a:ext>
                  </a:extLst>
                </p14:cNvPr>
                <p14:cNvContentPartPr/>
                <p14:nvPr/>
              </p14:nvContentPartPr>
              <p14:xfrm>
                <a:off x="10275660" y="4375448"/>
                <a:ext cx="21960" cy="9720"/>
              </p14:xfrm>
            </p:contentPart>
          </mc:Choice>
          <mc:Fallback xmlns="">
            <p:pic>
              <p:nvPicPr>
                <p:cNvPr id="489" name="Ink 488">
                  <a:extLst>
                    <a:ext uri="{FF2B5EF4-FFF2-40B4-BE49-F238E27FC236}">
                      <a16:creationId xmlns:a16="http://schemas.microsoft.com/office/drawing/2014/main" id="{365E31F7-D825-4D09-2DC5-C52F5BE456BE}"/>
                    </a:ext>
                  </a:extLst>
                </p:cNvPr>
                <p:cNvPicPr/>
                <p:nvPr/>
              </p:nvPicPr>
              <p:blipFill>
                <a:blip r:embed="rId873"/>
                <a:stretch>
                  <a:fillRect/>
                </a:stretch>
              </p:blipFill>
              <p:spPr>
                <a:xfrm>
                  <a:off x="10267020" y="4366808"/>
                  <a:ext cx="3960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4">
              <p14:nvContentPartPr>
                <p14:cNvPr id="488" name="Ink 487">
                  <a:extLst>
                    <a:ext uri="{FF2B5EF4-FFF2-40B4-BE49-F238E27FC236}">
                      <a16:creationId xmlns:a16="http://schemas.microsoft.com/office/drawing/2014/main" id="{A5013D01-78C6-51AC-F24D-7FE7306E7807}"/>
                    </a:ext>
                  </a:extLst>
                </p14:cNvPr>
                <p14:cNvContentPartPr/>
                <p14:nvPr/>
              </p14:nvContentPartPr>
              <p14:xfrm>
                <a:off x="10286820" y="4493888"/>
                <a:ext cx="43920" cy="78120"/>
              </p14:xfrm>
            </p:contentPart>
          </mc:Choice>
          <mc:Fallback xmlns="">
            <p:pic>
              <p:nvPicPr>
                <p:cNvPr id="488" name="Ink 487">
                  <a:extLst>
                    <a:ext uri="{FF2B5EF4-FFF2-40B4-BE49-F238E27FC236}">
                      <a16:creationId xmlns:a16="http://schemas.microsoft.com/office/drawing/2014/main" id="{A5013D01-78C6-51AC-F24D-7FE7306E7807}"/>
                    </a:ext>
                  </a:extLst>
                </p:cNvPr>
                <p:cNvPicPr/>
                <p:nvPr/>
              </p:nvPicPr>
              <p:blipFill>
                <a:blip r:embed="rId875"/>
                <a:stretch>
                  <a:fillRect/>
                </a:stretch>
              </p:blipFill>
              <p:spPr>
                <a:xfrm>
                  <a:off x="10277820" y="4485248"/>
                  <a:ext cx="6156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6">
              <p14:nvContentPartPr>
                <p14:cNvPr id="490" name="Ink 489">
                  <a:extLst>
                    <a:ext uri="{FF2B5EF4-FFF2-40B4-BE49-F238E27FC236}">
                      <a16:creationId xmlns:a16="http://schemas.microsoft.com/office/drawing/2014/main" id="{6C3FA6DF-ECC5-A76F-268E-0DD59BFE8624}"/>
                    </a:ext>
                  </a:extLst>
                </p14:cNvPr>
                <p14:cNvContentPartPr/>
                <p14:nvPr/>
              </p14:nvContentPartPr>
              <p14:xfrm>
                <a:off x="10444140" y="4545728"/>
                <a:ext cx="71640" cy="11160"/>
              </p14:xfrm>
            </p:contentPart>
          </mc:Choice>
          <mc:Fallback xmlns="">
            <p:pic>
              <p:nvPicPr>
                <p:cNvPr id="490" name="Ink 489">
                  <a:extLst>
                    <a:ext uri="{FF2B5EF4-FFF2-40B4-BE49-F238E27FC236}">
                      <a16:creationId xmlns:a16="http://schemas.microsoft.com/office/drawing/2014/main" id="{6C3FA6DF-ECC5-A76F-268E-0DD59BFE8624}"/>
                    </a:ext>
                  </a:extLst>
                </p:cNvPr>
                <p:cNvPicPr/>
                <p:nvPr/>
              </p:nvPicPr>
              <p:blipFill>
                <a:blip r:embed="rId877"/>
                <a:stretch>
                  <a:fillRect/>
                </a:stretch>
              </p:blipFill>
              <p:spPr>
                <a:xfrm>
                  <a:off x="10435500" y="4536728"/>
                  <a:ext cx="8928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8">
              <p14:nvContentPartPr>
                <p14:cNvPr id="491" name="Ink 490">
                  <a:extLst>
                    <a:ext uri="{FF2B5EF4-FFF2-40B4-BE49-F238E27FC236}">
                      <a16:creationId xmlns:a16="http://schemas.microsoft.com/office/drawing/2014/main" id="{B4900CA3-EB9D-14C7-DB14-137FBA7D14A0}"/>
                    </a:ext>
                  </a:extLst>
                </p14:cNvPr>
                <p14:cNvContentPartPr/>
                <p14:nvPr/>
              </p14:nvContentPartPr>
              <p14:xfrm>
                <a:off x="10461780" y="4489928"/>
                <a:ext cx="23040" cy="4320"/>
              </p14:xfrm>
            </p:contentPart>
          </mc:Choice>
          <mc:Fallback xmlns="">
            <p:pic>
              <p:nvPicPr>
                <p:cNvPr id="491" name="Ink 490">
                  <a:extLst>
                    <a:ext uri="{FF2B5EF4-FFF2-40B4-BE49-F238E27FC236}">
                      <a16:creationId xmlns:a16="http://schemas.microsoft.com/office/drawing/2014/main" id="{B4900CA3-EB9D-14C7-DB14-137FBA7D14A0}"/>
                    </a:ext>
                  </a:extLst>
                </p:cNvPr>
                <p:cNvPicPr/>
                <p:nvPr/>
              </p:nvPicPr>
              <p:blipFill>
                <a:blip r:embed="rId879"/>
                <a:stretch>
                  <a:fillRect/>
                </a:stretch>
              </p:blipFill>
              <p:spPr>
                <a:xfrm>
                  <a:off x="10452780" y="4480928"/>
                  <a:ext cx="4068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0">
              <p14:nvContentPartPr>
                <p14:cNvPr id="492" name="Ink 491">
                  <a:extLst>
                    <a:ext uri="{FF2B5EF4-FFF2-40B4-BE49-F238E27FC236}">
                      <a16:creationId xmlns:a16="http://schemas.microsoft.com/office/drawing/2014/main" id="{55237FF2-5B5B-9E6C-9545-11EEAE3E3284}"/>
                    </a:ext>
                  </a:extLst>
                </p14:cNvPr>
                <p14:cNvContentPartPr/>
                <p14:nvPr/>
              </p14:nvContentPartPr>
              <p14:xfrm>
                <a:off x="10565460" y="4482728"/>
                <a:ext cx="137880" cy="115920"/>
              </p14:xfrm>
            </p:contentPart>
          </mc:Choice>
          <mc:Fallback xmlns="">
            <p:pic>
              <p:nvPicPr>
                <p:cNvPr id="492" name="Ink 491">
                  <a:extLst>
                    <a:ext uri="{FF2B5EF4-FFF2-40B4-BE49-F238E27FC236}">
                      <a16:creationId xmlns:a16="http://schemas.microsoft.com/office/drawing/2014/main" id="{55237FF2-5B5B-9E6C-9545-11EEAE3E3284}"/>
                    </a:ext>
                  </a:extLst>
                </p:cNvPr>
                <p:cNvPicPr/>
                <p:nvPr/>
              </p:nvPicPr>
              <p:blipFill>
                <a:blip r:embed="rId881"/>
                <a:stretch>
                  <a:fillRect/>
                </a:stretch>
              </p:blipFill>
              <p:spPr>
                <a:xfrm>
                  <a:off x="10556460" y="4473728"/>
                  <a:ext cx="15552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2">
              <p14:nvContentPartPr>
                <p14:cNvPr id="493" name="Ink 492">
                  <a:extLst>
                    <a:ext uri="{FF2B5EF4-FFF2-40B4-BE49-F238E27FC236}">
                      <a16:creationId xmlns:a16="http://schemas.microsoft.com/office/drawing/2014/main" id="{BCAF3F96-1A8F-76E3-A747-B2D050E74A72}"/>
                    </a:ext>
                  </a:extLst>
                </p14:cNvPr>
                <p14:cNvContentPartPr/>
                <p14:nvPr/>
              </p14:nvContentPartPr>
              <p14:xfrm>
                <a:off x="10719900" y="4634288"/>
                <a:ext cx="55800" cy="38880"/>
              </p14:xfrm>
            </p:contentPart>
          </mc:Choice>
          <mc:Fallback xmlns="">
            <p:pic>
              <p:nvPicPr>
                <p:cNvPr id="493" name="Ink 492">
                  <a:extLst>
                    <a:ext uri="{FF2B5EF4-FFF2-40B4-BE49-F238E27FC236}">
                      <a16:creationId xmlns:a16="http://schemas.microsoft.com/office/drawing/2014/main" id="{BCAF3F96-1A8F-76E3-A747-B2D050E74A72}"/>
                    </a:ext>
                  </a:extLst>
                </p:cNvPr>
                <p:cNvPicPr/>
                <p:nvPr/>
              </p:nvPicPr>
              <p:blipFill>
                <a:blip r:embed="rId883"/>
                <a:stretch>
                  <a:fillRect/>
                </a:stretch>
              </p:blipFill>
              <p:spPr>
                <a:xfrm>
                  <a:off x="10710900" y="4625288"/>
                  <a:ext cx="7344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4">
              <p14:nvContentPartPr>
                <p14:cNvPr id="494" name="Ink 493">
                  <a:extLst>
                    <a:ext uri="{FF2B5EF4-FFF2-40B4-BE49-F238E27FC236}">
                      <a16:creationId xmlns:a16="http://schemas.microsoft.com/office/drawing/2014/main" id="{AA6AFE67-77D5-2BA9-2375-C3CDADEF0CFA}"/>
                    </a:ext>
                  </a:extLst>
                </p14:cNvPr>
                <p14:cNvContentPartPr/>
                <p14:nvPr/>
              </p14:nvContentPartPr>
              <p14:xfrm>
                <a:off x="10795860" y="4473008"/>
                <a:ext cx="34920" cy="108720"/>
              </p14:xfrm>
            </p:contentPart>
          </mc:Choice>
          <mc:Fallback xmlns="">
            <p:pic>
              <p:nvPicPr>
                <p:cNvPr id="494" name="Ink 493">
                  <a:extLst>
                    <a:ext uri="{FF2B5EF4-FFF2-40B4-BE49-F238E27FC236}">
                      <a16:creationId xmlns:a16="http://schemas.microsoft.com/office/drawing/2014/main" id="{AA6AFE67-77D5-2BA9-2375-C3CDADEF0CFA}"/>
                    </a:ext>
                  </a:extLst>
                </p:cNvPr>
                <p:cNvPicPr/>
                <p:nvPr/>
              </p:nvPicPr>
              <p:blipFill>
                <a:blip r:embed="rId885"/>
                <a:stretch>
                  <a:fillRect/>
                </a:stretch>
              </p:blipFill>
              <p:spPr>
                <a:xfrm>
                  <a:off x="10787220" y="4464368"/>
                  <a:ext cx="5256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6">
              <p14:nvContentPartPr>
                <p14:cNvPr id="495" name="Ink 494">
                  <a:extLst>
                    <a:ext uri="{FF2B5EF4-FFF2-40B4-BE49-F238E27FC236}">
                      <a16:creationId xmlns:a16="http://schemas.microsoft.com/office/drawing/2014/main" id="{53BCD332-8B2D-1D5A-D24A-9EE78E53965A}"/>
                    </a:ext>
                  </a:extLst>
                </p14:cNvPr>
                <p14:cNvContentPartPr/>
                <p14:nvPr/>
              </p14:nvContentPartPr>
              <p14:xfrm>
                <a:off x="10874700" y="4623848"/>
                <a:ext cx="56880" cy="63000"/>
              </p14:xfrm>
            </p:contentPart>
          </mc:Choice>
          <mc:Fallback xmlns="">
            <p:pic>
              <p:nvPicPr>
                <p:cNvPr id="495" name="Ink 494">
                  <a:extLst>
                    <a:ext uri="{FF2B5EF4-FFF2-40B4-BE49-F238E27FC236}">
                      <a16:creationId xmlns:a16="http://schemas.microsoft.com/office/drawing/2014/main" id="{53BCD332-8B2D-1D5A-D24A-9EE78E53965A}"/>
                    </a:ext>
                  </a:extLst>
                </p:cNvPr>
                <p:cNvPicPr/>
                <p:nvPr/>
              </p:nvPicPr>
              <p:blipFill>
                <a:blip r:embed="rId887"/>
                <a:stretch>
                  <a:fillRect/>
                </a:stretch>
              </p:blipFill>
              <p:spPr>
                <a:xfrm>
                  <a:off x="10865700" y="4614848"/>
                  <a:ext cx="7452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8">
              <p14:nvContentPartPr>
                <p14:cNvPr id="496" name="Ink 495">
                  <a:extLst>
                    <a:ext uri="{FF2B5EF4-FFF2-40B4-BE49-F238E27FC236}">
                      <a16:creationId xmlns:a16="http://schemas.microsoft.com/office/drawing/2014/main" id="{F243D2AC-FF2E-5B6E-9CB7-A081E67CF94F}"/>
                    </a:ext>
                  </a:extLst>
                </p14:cNvPr>
                <p14:cNvContentPartPr/>
                <p14:nvPr/>
              </p14:nvContentPartPr>
              <p14:xfrm>
                <a:off x="11055780" y="4577048"/>
                <a:ext cx="360" cy="360"/>
              </p14:xfrm>
            </p:contentPart>
          </mc:Choice>
          <mc:Fallback xmlns="">
            <p:pic>
              <p:nvPicPr>
                <p:cNvPr id="496" name="Ink 495">
                  <a:extLst>
                    <a:ext uri="{FF2B5EF4-FFF2-40B4-BE49-F238E27FC236}">
                      <a16:creationId xmlns:a16="http://schemas.microsoft.com/office/drawing/2014/main" id="{F243D2AC-FF2E-5B6E-9CB7-A081E67CF94F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11046780" y="4568048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9">
              <p14:nvContentPartPr>
                <p14:cNvPr id="497" name="Ink 496">
                  <a:extLst>
                    <a:ext uri="{FF2B5EF4-FFF2-40B4-BE49-F238E27FC236}">
                      <a16:creationId xmlns:a16="http://schemas.microsoft.com/office/drawing/2014/main" id="{D345409A-0EF6-BE77-B525-88293D42B3C1}"/>
                    </a:ext>
                  </a:extLst>
                </p14:cNvPr>
                <p14:cNvContentPartPr/>
                <p14:nvPr/>
              </p14:nvContentPartPr>
              <p14:xfrm>
                <a:off x="11138940" y="4566608"/>
                <a:ext cx="73080" cy="18000"/>
              </p14:xfrm>
            </p:contentPart>
          </mc:Choice>
          <mc:Fallback xmlns="">
            <p:pic>
              <p:nvPicPr>
                <p:cNvPr id="497" name="Ink 496">
                  <a:extLst>
                    <a:ext uri="{FF2B5EF4-FFF2-40B4-BE49-F238E27FC236}">
                      <a16:creationId xmlns:a16="http://schemas.microsoft.com/office/drawing/2014/main" id="{D345409A-0EF6-BE77-B525-88293D42B3C1}"/>
                    </a:ext>
                  </a:extLst>
                </p:cNvPr>
                <p:cNvPicPr/>
                <p:nvPr/>
              </p:nvPicPr>
              <p:blipFill>
                <a:blip r:embed="rId890"/>
                <a:stretch>
                  <a:fillRect/>
                </a:stretch>
              </p:blipFill>
              <p:spPr>
                <a:xfrm>
                  <a:off x="11129940" y="4557968"/>
                  <a:ext cx="9072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1">
              <p14:nvContentPartPr>
                <p14:cNvPr id="499" name="Ink 498">
                  <a:extLst>
                    <a:ext uri="{FF2B5EF4-FFF2-40B4-BE49-F238E27FC236}">
                      <a16:creationId xmlns:a16="http://schemas.microsoft.com/office/drawing/2014/main" id="{6B1746F1-1E72-FD8B-4428-7B9B1BB7682C}"/>
                    </a:ext>
                  </a:extLst>
                </p14:cNvPr>
                <p14:cNvContentPartPr/>
                <p14:nvPr/>
              </p14:nvContentPartPr>
              <p14:xfrm>
                <a:off x="11307420" y="4634288"/>
                <a:ext cx="65520" cy="14760"/>
              </p14:xfrm>
            </p:contentPart>
          </mc:Choice>
          <mc:Fallback xmlns="">
            <p:pic>
              <p:nvPicPr>
                <p:cNvPr id="499" name="Ink 498">
                  <a:extLst>
                    <a:ext uri="{FF2B5EF4-FFF2-40B4-BE49-F238E27FC236}">
                      <a16:creationId xmlns:a16="http://schemas.microsoft.com/office/drawing/2014/main" id="{6B1746F1-1E72-FD8B-4428-7B9B1BB7682C}"/>
                    </a:ext>
                  </a:extLst>
                </p:cNvPr>
                <p:cNvPicPr/>
                <p:nvPr/>
              </p:nvPicPr>
              <p:blipFill>
                <a:blip r:embed="rId892"/>
                <a:stretch>
                  <a:fillRect/>
                </a:stretch>
              </p:blipFill>
              <p:spPr>
                <a:xfrm>
                  <a:off x="11298780" y="4625288"/>
                  <a:ext cx="8316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3">
              <p14:nvContentPartPr>
                <p14:cNvPr id="500" name="Ink 499">
                  <a:extLst>
                    <a:ext uri="{FF2B5EF4-FFF2-40B4-BE49-F238E27FC236}">
                      <a16:creationId xmlns:a16="http://schemas.microsoft.com/office/drawing/2014/main" id="{CFB6C6D7-6C56-6691-C590-530C88B3182B}"/>
                    </a:ext>
                  </a:extLst>
                </p14:cNvPr>
                <p14:cNvContentPartPr/>
                <p14:nvPr/>
              </p14:nvContentPartPr>
              <p14:xfrm>
                <a:off x="11393460" y="4425488"/>
                <a:ext cx="176400" cy="141840"/>
              </p14:xfrm>
            </p:contentPart>
          </mc:Choice>
          <mc:Fallback xmlns="">
            <p:pic>
              <p:nvPicPr>
                <p:cNvPr id="500" name="Ink 499">
                  <a:extLst>
                    <a:ext uri="{FF2B5EF4-FFF2-40B4-BE49-F238E27FC236}">
                      <a16:creationId xmlns:a16="http://schemas.microsoft.com/office/drawing/2014/main" id="{CFB6C6D7-6C56-6691-C590-530C88B3182B}"/>
                    </a:ext>
                  </a:extLst>
                </p:cNvPr>
                <p:cNvPicPr/>
                <p:nvPr/>
              </p:nvPicPr>
              <p:blipFill>
                <a:blip r:embed="rId894"/>
                <a:stretch>
                  <a:fillRect/>
                </a:stretch>
              </p:blipFill>
              <p:spPr>
                <a:xfrm>
                  <a:off x="11384460" y="4416848"/>
                  <a:ext cx="19404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5">
              <p14:nvContentPartPr>
                <p14:cNvPr id="501" name="Ink 500">
                  <a:extLst>
                    <a:ext uri="{FF2B5EF4-FFF2-40B4-BE49-F238E27FC236}">
                      <a16:creationId xmlns:a16="http://schemas.microsoft.com/office/drawing/2014/main" id="{5C236A0E-D7F2-05B8-1B49-6DA77FF31828}"/>
                    </a:ext>
                  </a:extLst>
                </p14:cNvPr>
                <p14:cNvContentPartPr/>
                <p14:nvPr/>
              </p14:nvContentPartPr>
              <p14:xfrm>
                <a:off x="11617380" y="4518368"/>
                <a:ext cx="72720" cy="28080"/>
              </p14:xfrm>
            </p:contentPart>
          </mc:Choice>
          <mc:Fallback xmlns="">
            <p:pic>
              <p:nvPicPr>
                <p:cNvPr id="501" name="Ink 500">
                  <a:extLst>
                    <a:ext uri="{FF2B5EF4-FFF2-40B4-BE49-F238E27FC236}">
                      <a16:creationId xmlns:a16="http://schemas.microsoft.com/office/drawing/2014/main" id="{5C236A0E-D7F2-05B8-1B49-6DA77FF31828}"/>
                    </a:ext>
                  </a:extLst>
                </p:cNvPr>
                <p:cNvPicPr/>
                <p:nvPr/>
              </p:nvPicPr>
              <p:blipFill>
                <a:blip r:embed="rId896"/>
                <a:stretch>
                  <a:fillRect/>
                </a:stretch>
              </p:blipFill>
              <p:spPr>
                <a:xfrm>
                  <a:off x="11608740" y="4509368"/>
                  <a:ext cx="9036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7">
              <p14:nvContentPartPr>
                <p14:cNvPr id="502" name="Ink 501">
                  <a:extLst>
                    <a:ext uri="{FF2B5EF4-FFF2-40B4-BE49-F238E27FC236}">
                      <a16:creationId xmlns:a16="http://schemas.microsoft.com/office/drawing/2014/main" id="{2B9C3E11-C916-0539-4A04-6FF7703B1DEB}"/>
                    </a:ext>
                  </a:extLst>
                </p14:cNvPr>
                <p14:cNvContentPartPr/>
                <p14:nvPr/>
              </p14:nvContentPartPr>
              <p14:xfrm>
                <a:off x="11767500" y="4462568"/>
                <a:ext cx="51840" cy="140400"/>
              </p14:xfrm>
            </p:contentPart>
          </mc:Choice>
          <mc:Fallback xmlns="">
            <p:pic>
              <p:nvPicPr>
                <p:cNvPr id="502" name="Ink 501">
                  <a:extLst>
                    <a:ext uri="{FF2B5EF4-FFF2-40B4-BE49-F238E27FC236}">
                      <a16:creationId xmlns:a16="http://schemas.microsoft.com/office/drawing/2014/main" id="{2B9C3E11-C916-0539-4A04-6FF7703B1DEB}"/>
                    </a:ext>
                  </a:extLst>
                </p:cNvPr>
                <p:cNvPicPr/>
                <p:nvPr/>
              </p:nvPicPr>
              <p:blipFill>
                <a:blip r:embed="rId898"/>
                <a:stretch>
                  <a:fillRect/>
                </a:stretch>
              </p:blipFill>
              <p:spPr>
                <a:xfrm>
                  <a:off x="11758860" y="4453928"/>
                  <a:ext cx="69480" cy="158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1" name="Group 510">
            <a:extLst>
              <a:ext uri="{FF2B5EF4-FFF2-40B4-BE49-F238E27FC236}">
                <a16:creationId xmlns:a16="http://schemas.microsoft.com/office/drawing/2014/main" id="{9A87CC4D-3104-68E0-92FA-869EE09D4E08}"/>
              </a:ext>
            </a:extLst>
          </p:cNvPr>
          <p:cNvGrpSpPr/>
          <p:nvPr/>
        </p:nvGrpSpPr>
        <p:grpSpPr>
          <a:xfrm>
            <a:off x="10318860" y="4795208"/>
            <a:ext cx="1030320" cy="230040"/>
            <a:chOff x="10318860" y="4795208"/>
            <a:chExt cx="1030320" cy="230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99">
              <p14:nvContentPartPr>
                <p14:cNvPr id="504" name="Ink 503">
                  <a:extLst>
                    <a:ext uri="{FF2B5EF4-FFF2-40B4-BE49-F238E27FC236}">
                      <a16:creationId xmlns:a16="http://schemas.microsoft.com/office/drawing/2014/main" id="{56FBBD97-719E-84C3-846E-D482BC39692C}"/>
                    </a:ext>
                  </a:extLst>
                </p14:cNvPr>
                <p14:cNvContentPartPr/>
                <p14:nvPr/>
              </p14:nvContentPartPr>
              <p14:xfrm>
                <a:off x="11019420" y="4795208"/>
                <a:ext cx="31320" cy="165600"/>
              </p14:xfrm>
            </p:contentPart>
          </mc:Choice>
          <mc:Fallback xmlns="">
            <p:pic>
              <p:nvPicPr>
                <p:cNvPr id="504" name="Ink 503">
                  <a:extLst>
                    <a:ext uri="{FF2B5EF4-FFF2-40B4-BE49-F238E27FC236}">
                      <a16:creationId xmlns:a16="http://schemas.microsoft.com/office/drawing/2014/main" id="{56FBBD97-719E-84C3-846E-D482BC39692C}"/>
                    </a:ext>
                  </a:extLst>
                </p:cNvPr>
                <p:cNvPicPr/>
                <p:nvPr/>
              </p:nvPicPr>
              <p:blipFill>
                <a:blip r:embed="rId900"/>
                <a:stretch>
                  <a:fillRect/>
                </a:stretch>
              </p:blipFill>
              <p:spPr>
                <a:xfrm>
                  <a:off x="11010420" y="4786568"/>
                  <a:ext cx="4896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1">
              <p14:nvContentPartPr>
                <p14:cNvPr id="505" name="Ink 504">
                  <a:extLst>
                    <a:ext uri="{FF2B5EF4-FFF2-40B4-BE49-F238E27FC236}">
                      <a16:creationId xmlns:a16="http://schemas.microsoft.com/office/drawing/2014/main" id="{AFC3AB05-5CB6-6790-F082-81DC02114980}"/>
                    </a:ext>
                  </a:extLst>
                </p14:cNvPr>
                <p14:cNvContentPartPr/>
                <p14:nvPr/>
              </p14:nvContentPartPr>
              <p14:xfrm>
                <a:off x="11066580" y="4893848"/>
                <a:ext cx="90000" cy="65520"/>
              </p14:xfrm>
            </p:contentPart>
          </mc:Choice>
          <mc:Fallback xmlns="">
            <p:pic>
              <p:nvPicPr>
                <p:cNvPr id="505" name="Ink 504">
                  <a:extLst>
                    <a:ext uri="{FF2B5EF4-FFF2-40B4-BE49-F238E27FC236}">
                      <a16:creationId xmlns:a16="http://schemas.microsoft.com/office/drawing/2014/main" id="{AFC3AB05-5CB6-6790-F082-81DC02114980}"/>
                    </a:ext>
                  </a:extLst>
                </p:cNvPr>
                <p:cNvPicPr/>
                <p:nvPr/>
              </p:nvPicPr>
              <p:blipFill>
                <a:blip r:embed="rId902"/>
                <a:stretch>
                  <a:fillRect/>
                </a:stretch>
              </p:blipFill>
              <p:spPr>
                <a:xfrm>
                  <a:off x="11057940" y="4885208"/>
                  <a:ext cx="10764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3">
              <p14:nvContentPartPr>
                <p14:cNvPr id="506" name="Ink 505">
                  <a:extLst>
                    <a:ext uri="{FF2B5EF4-FFF2-40B4-BE49-F238E27FC236}">
                      <a16:creationId xmlns:a16="http://schemas.microsoft.com/office/drawing/2014/main" id="{0CE46392-9437-14B2-5DA3-CE72DCCDF004}"/>
                    </a:ext>
                  </a:extLst>
                </p14:cNvPr>
                <p14:cNvContentPartPr/>
                <p14:nvPr/>
              </p14:nvContentPartPr>
              <p14:xfrm>
                <a:off x="10794420" y="4903568"/>
                <a:ext cx="129960" cy="85320"/>
              </p14:xfrm>
            </p:contentPart>
          </mc:Choice>
          <mc:Fallback xmlns="">
            <p:pic>
              <p:nvPicPr>
                <p:cNvPr id="506" name="Ink 505">
                  <a:extLst>
                    <a:ext uri="{FF2B5EF4-FFF2-40B4-BE49-F238E27FC236}">
                      <a16:creationId xmlns:a16="http://schemas.microsoft.com/office/drawing/2014/main" id="{0CE46392-9437-14B2-5DA3-CE72DCCDF004}"/>
                    </a:ext>
                  </a:extLst>
                </p:cNvPr>
                <p:cNvPicPr/>
                <p:nvPr/>
              </p:nvPicPr>
              <p:blipFill>
                <a:blip r:embed="rId904"/>
                <a:stretch>
                  <a:fillRect/>
                </a:stretch>
              </p:blipFill>
              <p:spPr>
                <a:xfrm>
                  <a:off x="10785780" y="4894928"/>
                  <a:ext cx="14760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5">
              <p14:nvContentPartPr>
                <p14:cNvPr id="507" name="Ink 506">
                  <a:extLst>
                    <a:ext uri="{FF2B5EF4-FFF2-40B4-BE49-F238E27FC236}">
                      <a16:creationId xmlns:a16="http://schemas.microsoft.com/office/drawing/2014/main" id="{90B5DDF6-3C3C-0DD8-0590-F6B8D07395C8}"/>
                    </a:ext>
                  </a:extLst>
                </p14:cNvPr>
                <p14:cNvContentPartPr/>
                <p14:nvPr/>
              </p14:nvContentPartPr>
              <p14:xfrm>
                <a:off x="11251980" y="4867928"/>
                <a:ext cx="97200" cy="81720"/>
              </p14:xfrm>
            </p:contentPart>
          </mc:Choice>
          <mc:Fallback xmlns="">
            <p:pic>
              <p:nvPicPr>
                <p:cNvPr id="507" name="Ink 506">
                  <a:extLst>
                    <a:ext uri="{FF2B5EF4-FFF2-40B4-BE49-F238E27FC236}">
                      <a16:creationId xmlns:a16="http://schemas.microsoft.com/office/drawing/2014/main" id="{90B5DDF6-3C3C-0DD8-0590-F6B8D07395C8}"/>
                    </a:ext>
                  </a:extLst>
                </p:cNvPr>
                <p:cNvPicPr/>
                <p:nvPr/>
              </p:nvPicPr>
              <p:blipFill>
                <a:blip r:embed="rId906"/>
                <a:stretch>
                  <a:fillRect/>
                </a:stretch>
              </p:blipFill>
              <p:spPr>
                <a:xfrm>
                  <a:off x="11243340" y="4859288"/>
                  <a:ext cx="11484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7">
              <p14:nvContentPartPr>
                <p14:cNvPr id="509" name="Ink 508">
                  <a:extLst>
                    <a:ext uri="{FF2B5EF4-FFF2-40B4-BE49-F238E27FC236}">
                      <a16:creationId xmlns:a16="http://schemas.microsoft.com/office/drawing/2014/main" id="{E5AB2FAA-96B1-2110-8D70-80F6C606A2C7}"/>
                    </a:ext>
                  </a:extLst>
                </p14:cNvPr>
                <p14:cNvContentPartPr/>
                <p14:nvPr/>
              </p14:nvContentPartPr>
              <p14:xfrm>
                <a:off x="10318860" y="4973048"/>
                <a:ext cx="108720" cy="19800"/>
              </p14:xfrm>
            </p:contentPart>
          </mc:Choice>
          <mc:Fallback xmlns="">
            <p:pic>
              <p:nvPicPr>
                <p:cNvPr id="509" name="Ink 508">
                  <a:extLst>
                    <a:ext uri="{FF2B5EF4-FFF2-40B4-BE49-F238E27FC236}">
                      <a16:creationId xmlns:a16="http://schemas.microsoft.com/office/drawing/2014/main" id="{E5AB2FAA-96B1-2110-8D70-80F6C606A2C7}"/>
                    </a:ext>
                  </a:extLst>
                </p:cNvPr>
                <p:cNvPicPr/>
                <p:nvPr/>
              </p:nvPicPr>
              <p:blipFill>
                <a:blip r:embed="rId908"/>
                <a:stretch>
                  <a:fillRect/>
                </a:stretch>
              </p:blipFill>
              <p:spPr>
                <a:xfrm>
                  <a:off x="10310220" y="4964048"/>
                  <a:ext cx="12636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9">
              <p14:nvContentPartPr>
                <p14:cNvPr id="510" name="Ink 509">
                  <a:extLst>
                    <a:ext uri="{FF2B5EF4-FFF2-40B4-BE49-F238E27FC236}">
                      <a16:creationId xmlns:a16="http://schemas.microsoft.com/office/drawing/2014/main" id="{C1B76423-72AA-596B-4545-358CF577BF51}"/>
                    </a:ext>
                  </a:extLst>
                </p14:cNvPr>
                <p14:cNvContentPartPr/>
                <p14:nvPr/>
              </p14:nvContentPartPr>
              <p14:xfrm>
                <a:off x="10514340" y="4919768"/>
                <a:ext cx="178200" cy="105480"/>
              </p14:xfrm>
            </p:contentPart>
          </mc:Choice>
          <mc:Fallback xmlns="">
            <p:pic>
              <p:nvPicPr>
                <p:cNvPr id="510" name="Ink 509">
                  <a:extLst>
                    <a:ext uri="{FF2B5EF4-FFF2-40B4-BE49-F238E27FC236}">
                      <a16:creationId xmlns:a16="http://schemas.microsoft.com/office/drawing/2014/main" id="{C1B76423-72AA-596B-4545-358CF577BF51}"/>
                    </a:ext>
                  </a:extLst>
                </p:cNvPr>
                <p:cNvPicPr/>
                <p:nvPr/>
              </p:nvPicPr>
              <p:blipFill>
                <a:blip r:embed="rId910"/>
                <a:stretch>
                  <a:fillRect/>
                </a:stretch>
              </p:blipFill>
              <p:spPr>
                <a:xfrm>
                  <a:off x="10505700" y="4910768"/>
                  <a:ext cx="195840" cy="123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4" name="Group 513">
            <a:extLst>
              <a:ext uri="{FF2B5EF4-FFF2-40B4-BE49-F238E27FC236}">
                <a16:creationId xmlns:a16="http://schemas.microsoft.com/office/drawing/2014/main" id="{79C313FD-19FD-5BE4-18FB-8BA8671A0E1F}"/>
              </a:ext>
            </a:extLst>
          </p:cNvPr>
          <p:cNvGrpSpPr/>
          <p:nvPr/>
        </p:nvGrpSpPr>
        <p:grpSpPr>
          <a:xfrm>
            <a:off x="11482020" y="4873328"/>
            <a:ext cx="234720" cy="119520"/>
            <a:chOff x="11482020" y="4873328"/>
            <a:chExt cx="234720" cy="119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11">
              <p14:nvContentPartPr>
                <p14:cNvPr id="512" name="Ink 511">
                  <a:extLst>
                    <a:ext uri="{FF2B5EF4-FFF2-40B4-BE49-F238E27FC236}">
                      <a16:creationId xmlns:a16="http://schemas.microsoft.com/office/drawing/2014/main" id="{B4517E30-4A9D-0035-2454-9E11A4AA3B78}"/>
                    </a:ext>
                  </a:extLst>
                </p14:cNvPr>
                <p14:cNvContentPartPr/>
                <p14:nvPr/>
              </p14:nvContentPartPr>
              <p14:xfrm>
                <a:off x="11482020" y="4873328"/>
                <a:ext cx="217440" cy="115920"/>
              </p14:xfrm>
            </p:contentPart>
          </mc:Choice>
          <mc:Fallback xmlns="">
            <p:pic>
              <p:nvPicPr>
                <p:cNvPr id="512" name="Ink 511">
                  <a:extLst>
                    <a:ext uri="{FF2B5EF4-FFF2-40B4-BE49-F238E27FC236}">
                      <a16:creationId xmlns:a16="http://schemas.microsoft.com/office/drawing/2014/main" id="{B4517E30-4A9D-0035-2454-9E11A4AA3B78}"/>
                    </a:ext>
                  </a:extLst>
                </p:cNvPr>
                <p:cNvPicPr/>
                <p:nvPr/>
              </p:nvPicPr>
              <p:blipFill>
                <a:blip r:embed="rId912"/>
                <a:stretch>
                  <a:fillRect/>
                </a:stretch>
              </p:blipFill>
              <p:spPr>
                <a:xfrm>
                  <a:off x="11473020" y="4864688"/>
                  <a:ext cx="23508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3">
              <p14:nvContentPartPr>
                <p14:cNvPr id="513" name="Ink 512">
                  <a:extLst>
                    <a:ext uri="{FF2B5EF4-FFF2-40B4-BE49-F238E27FC236}">
                      <a16:creationId xmlns:a16="http://schemas.microsoft.com/office/drawing/2014/main" id="{A0280641-6D51-47CE-3E26-96E76369517F}"/>
                    </a:ext>
                  </a:extLst>
                </p14:cNvPr>
                <p14:cNvContentPartPr/>
                <p14:nvPr/>
              </p14:nvContentPartPr>
              <p14:xfrm>
                <a:off x="11632500" y="4899248"/>
                <a:ext cx="84240" cy="93600"/>
              </p14:xfrm>
            </p:contentPart>
          </mc:Choice>
          <mc:Fallback xmlns="">
            <p:pic>
              <p:nvPicPr>
                <p:cNvPr id="513" name="Ink 512">
                  <a:extLst>
                    <a:ext uri="{FF2B5EF4-FFF2-40B4-BE49-F238E27FC236}">
                      <a16:creationId xmlns:a16="http://schemas.microsoft.com/office/drawing/2014/main" id="{A0280641-6D51-47CE-3E26-96E76369517F}"/>
                    </a:ext>
                  </a:extLst>
                </p:cNvPr>
                <p:cNvPicPr/>
                <p:nvPr/>
              </p:nvPicPr>
              <p:blipFill>
                <a:blip r:embed="rId914"/>
                <a:stretch>
                  <a:fillRect/>
                </a:stretch>
              </p:blipFill>
              <p:spPr>
                <a:xfrm>
                  <a:off x="11623500" y="4890248"/>
                  <a:ext cx="101880" cy="111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5" name="Group 524">
            <a:extLst>
              <a:ext uri="{FF2B5EF4-FFF2-40B4-BE49-F238E27FC236}">
                <a16:creationId xmlns:a16="http://schemas.microsoft.com/office/drawing/2014/main" id="{35291638-ABAE-2A45-3B3A-ECC7EA4D1A4D}"/>
              </a:ext>
            </a:extLst>
          </p:cNvPr>
          <p:cNvGrpSpPr/>
          <p:nvPr/>
        </p:nvGrpSpPr>
        <p:grpSpPr>
          <a:xfrm>
            <a:off x="1065060" y="5049728"/>
            <a:ext cx="1185480" cy="478800"/>
            <a:chOff x="1065060" y="5049728"/>
            <a:chExt cx="1185480" cy="478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15">
              <p14:nvContentPartPr>
                <p14:cNvPr id="515" name="Ink 514">
                  <a:extLst>
                    <a:ext uri="{FF2B5EF4-FFF2-40B4-BE49-F238E27FC236}">
                      <a16:creationId xmlns:a16="http://schemas.microsoft.com/office/drawing/2014/main" id="{3B87308E-22B9-1DFE-3EF7-165E2D2EA937}"/>
                    </a:ext>
                  </a:extLst>
                </p14:cNvPr>
                <p14:cNvContentPartPr/>
                <p14:nvPr/>
              </p14:nvContentPartPr>
              <p14:xfrm>
                <a:off x="1065060" y="5214968"/>
                <a:ext cx="215640" cy="232560"/>
              </p14:xfrm>
            </p:contentPart>
          </mc:Choice>
          <mc:Fallback xmlns="">
            <p:pic>
              <p:nvPicPr>
                <p:cNvPr id="515" name="Ink 514">
                  <a:extLst>
                    <a:ext uri="{FF2B5EF4-FFF2-40B4-BE49-F238E27FC236}">
                      <a16:creationId xmlns:a16="http://schemas.microsoft.com/office/drawing/2014/main" id="{3B87308E-22B9-1DFE-3EF7-165E2D2EA937}"/>
                    </a:ext>
                  </a:extLst>
                </p:cNvPr>
                <p:cNvPicPr/>
                <p:nvPr/>
              </p:nvPicPr>
              <p:blipFill>
                <a:blip r:embed="rId916"/>
                <a:stretch>
                  <a:fillRect/>
                </a:stretch>
              </p:blipFill>
              <p:spPr>
                <a:xfrm>
                  <a:off x="1056060" y="5206328"/>
                  <a:ext cx="23328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7">
              <p14:nvContentPartPr>
                <p14:cNvPr id="516" name="Ink 515">
                  <a:extLst>
                    <a:ext uri="{FF2B5EF4-FFF2-40B4-BE49-F238E27FC236}">
                      <a16:creationId xmlns:a16="http://schemas.microsoft.com/office/drawing/2014/main" id="{BEB3A70B-C623-5BB9-5C81-17C5DAFAD724}"/>
                    </a:ext>
                  </a:extLst>
                </p14:cNvPr>
                <p14:cNvContentPartPr/>
                <p14:nvPr/>
              </p14:nvContentPartPr>
              <p14:xfrm>
                <a:off x="1137780" y="5235848"/>
                <a:ext cx="77760" cy="250200"/>
              </p14:xfrm>
            </p:contentPart>
          </mc:Choice>
          <mc:Fallback xmlns="">
            <p:pic>
              <p:nvPicPr>
                <p:cNvPr id="516" name="Ink 515">
                  <a:extLst>
                    <a:ext uri="{FF2B5EF4-FFF2-40B4-BE49-F238E27FC236}">
                      <a16:creationId xmlns:a16="http://schemas.microsoft.com/office/drawing/2014/main" id="{BEB3A70B-C623-5BB9-5C81-17C5DAFAD724}"/>
                    </a:ext>
                  </a:extLst>
                </p:cNvPr>
                <p:cNvPicPr/>
                <p:nvPr/>
              </p:nvPicPr>
              <p:blipFill>
                <a:blip r:embed="rId918"/>
                <a:stretch>
                  <a:fillRect/>
                </a:stretch>
              </p:blipFill>
              <p:spPr>
                <a:xfrm>
                  <a:off x="1128780" y="5227208"/>
                  <a:ext cx="9540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9">
              <p14:nvContentPartPr>
                <p14:cNvPr id="517" name="Ink 516">
                  <a:extLst>
                    <a:ext uri="{FF2B5EF4-FFF2-40B4-BE49-F238E27FC236}">
                      <a16:creationId xmlns:a16="http://schemas.microsoft.com/office/drawing/2014/main" id="{C446A36C-967B-55B8-542E-409F28981322}"/>
                    </a:ext>
                  </a:extLst>
                </p14:cNvPr>
                <p14:cNvContentPartPr/>
                <p14:nvPr/>
              </p14:nvContentPartPr>
              <p14:xfrm>
                <a:off x="1319580" y="5425568"/>
                <a:ext cx="117360" cy="102960"/>
              </p14:xfrm>
            </p:contentPart>
          </mc:Choice>
          <mc:Fallback xmlns="">
            <p:pic>
              <p:nvPicPr>
                <p:cNvPr id="517" name="Ink 516">
                  <a:extLst>
                    <a:ext uri="{FF2B5EF4-FFF2-40B4-BE49-F238E27FC236}">
                      <a16:creationId xmlns:a16="http://schemas.microsoft.com/office/drawing/2014/main" id="{C446A36C-967B-55B8-542E-409F28981322}"/>
                    </a:ext>
                  </a:extLst>
                </p:cNvPr>
                <p:cNvPicPr/>
                <p:nvPr/>
              </p:nvPicPr>
              <p:blipFill>
                <a:blip r:embed="rId920"/>
                <a:stretch>
                  <a:fillRect/>
                </a:stretch>
              </p:blipFill>
              <p:spPr>
                <a:xfrm>
                  <a:off x="1310580" y="5416928"/>
                  <a:ext cx="13500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1">
              <p14:nvContentPartPr>
                <p14:cNvPr id="518" name="Ink 517">
                  <a:extLst>
                    <a:ext uri="{FF2B5EF4-FFF2-40B4-BE49-F238E27FC236}">
                      <a16:creationId xmlns:a16="http://schemas.microsoft.com/office/drawing/2014/main" id="{B9D78255-4E2B-2262-3D17-77A28FF03283}"/>
                    </a:ext>
                  </a:extLst>
                </p14:cNvPr>
                <p14:cNvContentPartPr/>
                <p14:nvPr/>
              </p14:nvContentPartPr>
              <p14:xfrm>
                <a:off x="1438380" y="5185448"/>
                <a:ext cx="104400" cy="280440"/>
              </p14:xfrm>
            </p:contentPart>
          </mc:Choice>
          <mc:Fallback xmlns="">
            <p:pic>
              <p:nvPicPr>
                <p:cNvPr id="518" name="Ink 517">
                  <a:extLst>
                    <a:ext uri="{FF2B5EF4-FFF2-40B4-BE49-F238E27FC236}">
                      <a16:creationId xmlns:a16="http://schemas.microsoft.com/office/drawing/2014/main" id="{B9D78255-4E2B-2262-3D17-77A28FF03283}"/>
                    </a:ext>
                  </a:extLst>
                </p:cNvPr>
                <p:cNvPicPr/>
                <p:nvPr/>
              </p:nvPicPr>
              <p:blipFill>
                <a:blip r:embed="rId922"/>
                <a:stretch>
                  <a:fillRect/>
                </a:stretch>
              </p:blipFill>
              <p:spPr>
                <a:xfrm>
                  <a:off x="1429740" y="5176448"/>
                  <a:ext cx="122040" cy="29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3">
              <p14:nvContentPartPr>
                <p14:cNvPr id="519" name="Ink 518">
                  <a:extLst>
                    <a:ext uri="{FF2B5EF4-FFF2-40B4-BE49-F238E27FC236}">
                      <a16:creationId xmlns:a16="http://schemas.microsoft.com/office/drawing/2014/main" id="{3D9C4D9C-C8F2-61CE-EE25-490963480819}"/>
                    </a:ext>
                  </a:extLst>
                </p14:cNvPr>
                <p14:cNvContentPartPr/>
                <p14:nvPr/>
              </p14:nvContentPartPr>
              <p14:xfrm>
                <a:off x="1531620" y="5329808"/>
                <a:ext cx="146880" cy="116640"/>
              </p14:xfrm>
            </p:contentPart>
          </mc:Choice>
          <mc:Fallback xmlns="">
            <p:pic>
              <p:nvPicPr>
                <p:cNvPr id="519" name="Ink 518">
                  <a:extLst>
                    <a:ext uri="{FF2B5EF4-FFF2-40B4-BE49-F238E27FC236}">
                      <a16:creationId xmlns:a16="http://schemas.microsoft.com/office/drawing/2014/main" id="{3D9C4D9C-C8F2-61CE-EE25-490963480819}"/>
                    </a:ext>
                  </a:extLst>
                </p:cNvPr>
                <p:cNvPicPr/>
                <p:nvPr/>
              </p:nvPicPr>
              <p:blipFill>
                <a:blip r:embed="rId924"/>
                <a:stretch>
                  <a:fillRect/>
                </a:stretch>
              </p:blipFill>
              <p:spPr>
                <a:xfrm>
                  <a:off x="1522620" y="5320808"/>
                  <a:ext cx="16452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5">
              <p14:nvContentPartPr>
                <p14:cNvPr id="520" name="Ink 519">
                  <a:extLst>
                    <a:ext uri="{FF2B5EF4-FFF2-40B4-BE49-F238E27FC236}">
                      <a16:creationId xmlns:a16="http://schemas.microsoft.com/office/drawing/2014/main" id="{FEAFAD27-906A-DEE5-F39C-F440003EB85B}"/>
                    </a:ext>
                  </a:extLst>
                </p14:cNvPr>
                <p14:cNvContentPartPr/>
                <p14:nvPr/>
              </p14:nvContentPartPr>
              <p14:xfrm>
                <a:off x="1641420" y="5174648"/>
                <a:ext cx="89280" cy="198360"/>
              </p14:xfrm>
            </p:contentPart>
          </mc:Choice>
          <mc:Fallback xmlns="">
            <p:pic>
              <p:nvPicPr>
                <p:cNvPr id="520" name="Ink 519">
                  <a:extLst>
                    <a:ext uri="{FF2B5EF4-FFF2-40B4-BE49-F238E27FC236}">
                      <a16:creationId xmlns:a16="http://schemas.microsoft.com/office/drawing/2014/main" id="{FEAFAD27-906A-DEE5-F39C-F440003EB85B}"/>
                    </a:ext>
                  </a:extLst>
                </p:cNvPr>
                <p:cNvPicPr/>
                <p:nvPr/>
              </p:nvPicPr>
              <p:blipFill>
                <a:blip r:embed="rId926"/>
                <a:stretch>
                  <a:fillRect/>
                </a:stretch>
              </p:blipFill>
              <p:spPr>
                <a:xfrm>
                  <a:off x="1632780" y="5165648"/>
                  <a:ext cx="10692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7">
              <p14:nvContentPartPr>
                <p14:cNvPr id="521" name="Ink 520">
                  <a:extLst>
                    <a:ext uri="{FF2B5EF4-FFF2-40B4-BE49-F238E27FC236}">
                      <a16:creationId xmlns:a16="http://schemas.microsoft.com/office/drawing/2014/main" id="{4B2438CB-FC8E-AA8D-035D-211FEF20DECF}"/>
                    </a:ext>
                  </a:extLst>
                </p14:cNvPr>
                <p14:cNvContentPartPr/>
                <p14:nvPr/>
              </p14:nvContentPartPr>
              <p14:xfrm>
                <a:off x="1589580" y="5049728"/>
                <a:ext cx="2160" cy="1080"/>
              </p14:xfrm>
            </p:contentPart>
          </mc:Choice>
          <mc:Fallback xmlns="">
            <p:pic>
              <p:nvPicPr>
                <p:cNvPr id="521" name="Ink 520">
                  <a:extLst>
                    <a:ext uri="{FF2B5EF4-FFF2-40B4-BE49-F238E27FC236}">
                      <a16:creationId xmlns:a16="http://schemas.microsoft.com/office/drawing/2014/main" id="{4B2438CB-FC8E-AA8D-035D-211FEF20DECF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1580940" y="5041088"/>
                  <a:ext cx="1980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8">
              <p14:nvContentPartPr>
                <p14:cNvPr id="522" name="Ink 521">
                  <a:extLst>
                    <a:ext uri="{FF2B5EF4-FFF2-40B4-BE49-F238E27FC236}">
                      <a16:creationId xmlns:a16="http://schemas.microsoft.com/office/drawing/2014/main" id="{D314C29F-DEA0-1ABA-AFB5-B613B83D4417}"/>
                    </a:ext>
                  </a:extLst>
                </p14:cNvPr>
                <p14:cNvContentPartPr/>
                <p14:nvPr/>
              </p14:nvContentPartPr>
              <p14:xfrm>
                <a:off x="1740420" y="5101928"/>
                <a:ext cx="196920" cy="109440"/>
              </p14:xfrm>
            </p:contentPart>
          </mc:Choice>
          <mc:Fallback xmlns="">
            <p:pic>
              <p:nvPicPr>
                <p:cNvPr id="522" name="Ink 521">
                  <a:extLst>
                    <a:ext uri="{FF2B5EF4-FFF2-40B4-BE49-F238E27FC236}">
                      <a16:creationId xmlns:a16="http://schemas.microsoft.com/office/drawing/2014/main" id="{D314C29F-DEA0-1ABA-AFB5-B613B83D4417}"/>
                    </a:ext>
                  </a:extLst>
                </p:cNvPr>
                <p:cNvPicPr/>
                <p:nvPr/>
              </p:nvPicPr>
              <p:blipFill>
                <a:blip r:embed="rId929"/>
                <a:stretch>
                  <a:fillRect/>
                </a:stretch>
              </p:blipFill>
              <p:spPr>
                <a:xfrm>
                  <a:off x="1731420" y="5092928"/>
                  <a:ext cx="21456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0">
              <p14:nvContentPartPr>
                <p14:cNvPr id="523" name="Ink 522">
                  <a:extLst>
                    <a:ext uri="{FF2B5EF4-FFF2-40B4-BE49-F238E27FC236}">
                      <a16:creationId xmlns:a16="http://schemas.microsoft.com/office/drawing/2014/main" id="{720E6D13-0AF7-1303-999B-C7172AFAFA4B}"/>
                    </a:ext>
                  </a:extLst>
                </p14:cNvPr>
                <p14:cNvContentPartPr/>
                <p14:nvPr/>
              </p14:nvContentPartPr>
              <p14:xfrm>
                <a:off x="1989540" y="5202368"/>
                <a:ext cx="119160" cy="67320"/>
              </p14:xfrm>
            </p:contentPart>
          </mc:Choice>
          <mc:Fallback xmlns="">
            <p:pic>
              <p:nvPicPr>
                <p:cNvPr id="523" name="Ink 522">
                  <a:extLst>
                    <a:ext uri="{FF2B5EF4-FFF2-40B4-BE49-F238E27FC236}">
                      <a16:creationId xmlns:a16="http://schemas.microsoft.com/office/drawing/2014/main" id="{720E6D13-0AF7-1303-999B-C7172AFAFA4B}"/>
                    </a:ext>
                  </a:extLst>
                </p:cNvPr>
                <p:cNvPicPr/>
                <p:nvPr/>
              </p:nvPicPr>
              <p:blipFill>
                <a:blip r:embed="rId931"/>
                <a:stretch>
                  <a:fillRect/>
                </a:stretch>
              </p:blipFill>
              <p:spPr>
                <a:xfrm>
                  <a:off x="1980900" y="5193368"/>
                  <a:ext cx="13680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2">
              <p14:nvContentPartPr>
                <p14:cNvPr id="524" name="Ink 523">
                  <a:extLst>
                    <a:ext uri="{FF2B5EF4-FFF2-40B4-BE49-F238E27FC236}">
                      <a16:creationId xmlns:a16="http://schemas.microsoft.com/office/drawing/2014/main" id="{681530DD-96E2-A329-AB93-1AD262188D35}"/>
                    </a:ext>
                  </a:extLst>
                </p14:cNvPr>
                <p14:cNvContentPartPr/>
                <p14:nvPr/>
              </p14:nvContentPartPr>
              <p14:xfrm>
                <a:off x="2062260" y="5096528"/>
                <a:ext cx="188280" cy="392400"/>
              </p14:xfrm>
            </p:contentPart>
          </mc:Choice>
          <mc:Fallback xmlns="">
            <p:pic>
              <p:nvPicPr>
                <p:cNvPr id="524" name="Ink 523">
                  <a:extLst>
                    <a:ext uri="{FF2B5EF4-FFF2-40B4-BE49-F238E27FC236}">
                      <a16:creationId xmlns:a16="http://schemas.microsoft.com/office/drawing/2014/main" id="{681530DD-96E2-A329-AB93-1AD262188D35}"/>
                    </a:ext>
                  </a:extLst>
                </p:cNvPr>
                <p:cNvPicPr/>
                <p:nvPr/>
              </p:nvPicPr>
              <p:blipFill>
                <a:blip r:embed="rId933"/>
                <a:stretch>
                  <a:fillRect/>
                </a:stretch>
              </p:blipFill>
              <p:spPr>
                <a:xfrm>
                  <a:off x="2053620" y="5087888"/>
                  <a:ext cx="205920" cy="410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8" name="Group 527">
            <a:extLst>
              <a:ext uri="{FF2B5EF4-FFF2-40B4-BE49-F238E27FC236}">
                <a16:creationId xmlns:a16="http://schemas.microsoft.com/office/drawing/2014/main" id="{A17FFE7E-1EC5-77AF-3784-C49A4B8DEE58}"/>
              </a:ext>
            </a:extLst>
          </p:cNvPr>
          <p:cNvGrpSpPr/>
          <p:nvPr/>
        </p:nvGrpSpPr>
        <p:grpSpPr>
          <a:xfrm>
            <a:off x="2431260" y="5303528"/>
            <a:ext cx="109440" cy="74520"/>
            <a:chOff x="2431260" y="5303528"/>
            <a:chExt cx="109440" cy="74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34">
              <p14:nvContentPartPr>
                <p14:cNvPr id="526" name="Ink 525">
                  <a:extLst>
                    <a:ext uri="{FF2B5EF4-FFF2-40B4-BE49-F238E27FC236}">
                      <a16:creationId xmlns:a16="http://schemas.microsoft.com/office/drawing/2014/main" id="{AE2FE64F-3BC7-DE2C-F8D9-F1B2B32C6D3A}"/>
                    </a:ext>
                  </a:extLst>
                </p14:cNvPr>
                <p14:cNvContentPartPr/>
                <p14:nvPr/>
              </p14:nvContentPartPr>
              <p14:xfrm>
                <a:off x="2437020" y="5361488"/>
                <a:ext cx="103680" cy="16560"/>
              </p14:xfrm>
            </p:contentPart>
          </mc:Choice>
          <mc:Fallback xmlns="">
            <p:pic>
              <p:nvPicPr>
                <p:cNvPr id="526" name="Ink 525">
                  <a:extLst>
                    <a:ext uri="{FF2B5EF4-FFF2-40B4-BE49-F238E27FC236}">
                      <a16:creationId xmlns:a16="http://schemas.microsoft.com/office/drawing/2014/main" id="{AE2FE64F-3BC7-DE2C-F8D9-F1B2B32C6D3A}"/>
                    </a:ext>
                  </a:extLst>
                </p:cNvPr>
                <p:cNvPicPr/>
                <p:nvPr/>
              </p:nvPicPr>
              <p:blipFill>
                <a:blip r:embed="rId935"/>
                <a:stretch>
                  <a:fillRect/>
                </a:stretch>
              </p:blipFill>
              <p:spPr>
                <a:xfrm>
                  <a:off x="2428380" y="5352848"/>
                  <a:ext cx="12132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6">
              <p14:nvContentPartPr>
                <p14:cNvPr id="527" name="Ink 526">
                  <a:extLst>
                    <a:ext uri="{FF2B5EF4-FFF2-40B4-BE49-F238E27FC236}">
                      <a16:creationId xmlns:a16="http://schemas.microsoft.com/office/drawing/2014/main" id="{44C471C7-D5E8-4581-EF16-1CD1CC972001}"/>
                    </a:ext>
                  </a:extLst>
                </p14:cNvPr>
                <p14:cNvContentPartPr/>
                <p14:nvPr/>
              </p14:nvContentPartPr>
              <p14:xfrm>
                <a:off x="2431260" y="5303528"/>
                <a:ext cx="78120" cy="16920"/>
              </p14:xfrm>
            </p:contentPart>
          </mc:Choice>
          <mc:Fallback xmlns="">
            <p:pic>
              <p:nvPicPr>
                <p:cNvPr id="527" name="Ink 526">
                  <a:extLst>
                    <a:ext uri="{FF2B5EF4-FFF2-40B4-BE49-F238E27FC236}">
                      <a16:creationId xmlns:a16="http://schemas.microsoft.com/office/drawing/2014/main" id="{44C471C7-D5E8-4581-EF16-1CD1CC972001}"/>
                    </a:ext>
                  </a:extLst>
                </p:cNvPr>
                <p:cNvPicPr/>
                <p:nvPr/>
              </p:nvPicPr>
              <p:blipFill>
                <a:blip r:embed="rId937"/>
                <a:stretch>
                  <a:fillRect/>
                </a:stretch>
              </p:blipFill>
              <p:spPr>
                <a:xfrm>
                  <a:off x="2422620" y="5294528"/>
                  <a:ext cx="95760" cy="34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38">
            <p14:nvContentPartPr>
              <p14:cNvPr id="529" name="Ink 528">
                <a:extLst>
                  <a:ext uri="{FF2B5EF4-FFF2-40B4-BE49-F238E27FC236}">
                    <a16:creationId xmlns:a16="http://schemas.microsoft.com/office/drawing/2014/main" id="{BE3FD057-6F42-F34A-F333-410F7E597A21}"/>
                  </a:ext>
                </a:extLst>
              </p14:cNvPr>
              <p14:cNvContentPartPr/>
              <p14:nvPr/>
            </p14:nvContentPartPr>
            <p14:xfrm>
              <a:off x="2795220" y="5060168"/>
              <a:ext cx="56880" cy="119160"/>
            </p14:xfrm>
          </p:contentPart>
        </mc:Choice>
        <mc:Fallback xmlns="">
          <p:pic>
            <p:nvPicPr>
              <p:cNvPr id="529" name="Ink 528">
                <a:extLst>
                  <a:ext uri="{FF2B5EF4-FFF2-40B4-BE49-F238E27FC236}">
                    <a16:creationId xmlns:a16="http://schemas.microsoft.com/office/drawing/2014/main" id="{BE3FD057-6F42-F34A-F333-410F7E597A21}"/>
                  </a:ext>
                </a:extLst>
              </p:cNvPr>
              <p:cNvPicPr/>
              <p:nvPr/>
            </p:nvPicPr>
            <p:blipFill>
              <a:blip r:embed="rId939"/>
              <a:stretch>
                <a:fillRect/>
              </a:stretch>
            </p:blipFill>
            <p:spPr>
              <a:xfrm>
                <a:off x="2786220" y="5051168"/>
                <a:ext cx="74520" cy="13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0">
            <p14:nvContentPartPr>
              <p14:cNvPr id="530" name="Ink 529">
                <a:extLst>
                  <a:ext uri="{FF2B5EF4-FFF2-40B4-BE49-F238E27FC236}">
                    <a16:creationId xmlns:a16="http://schemas.microsoft.com/office/drawing/2014/main" id="{84036697-4759-397B-9AD8-F4B4826F9ABA}"/>
                  </a:ext>
                </a:extLst>
              </p14:cNvPr>
              <p14:cNvContentPartPr/>
              <p14:nvPr/>
            </p14:nvContentPartPr>
            <p14:xfrm>
              <a:off x="2716740" y="5304248"/>
              <a:ext cx="301320" cy="11880"/>
            </p14:xfrm>
          </p:contentPart>
        </mc:Choice>
        <mc:Fallback xmlns="">
          <p:pic>
            <p:nvPicPr>
              <p:cNvPr id="530" name="Ink 529">
                <a:extLst>
                  <a:ext uri="{FF2B5EF4-FFF2-40B4-BE49-F238E27FC236}">
                    <a16:creationId xmlns:a16="http://schemas.microsoft.com/office/drawing/2014/main" id="{84036697-4759-397B-9AD8-F4B4826F9ABA}"/>
                  </a:ext>
                </a:extLst>
              </p:cNvPr>
              <p:cNvPicPr/>
              <p:nvPr/>
            </p:nvPicPr>
            <p:blipFill>
              <a:blip r:embed="rId941"/>
              <a:stretch>
                <a:fillRect/>
              </a:stretch>
            </p:blipFill>
            <p:spPr>
              <a:xfrm>
                <a:off x="2708100" y="5295608"/>
                <a:ext cx="318960" cy="2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2">
            <p14:nvContentPartPr>
              <p14:cNvPr id="531" name="Ink 530">
                <a:extLst>
                  <a:ext uri="{FF2B5EF4-FFF2-40B4-BE49-F238E27FC236}">
                    <a16:creationId xmlns:a16="http://schemas.microsoft.com/office/drawing/2014/main" id="{270C69BB-87B3-C1B6-9E0C-6725BF39AED0}"/>
                  </a:ext>
                </a:extLst>
              </p14:cNvPr>
              <p14:cNvContentPartPr/>
              <p14:nvPr/>
            </p14:nvContentPartPr>
            <p14:xfrm>
              <a:off x="2786220" y="5409728"/>
              <a:ext cx="208080" cy="127080"/>
            </p14:xfrm>
          </p:contentPart>
        </mc:Choice>
        <mc:Fallback xmlns="">
          <p:pic>
            <p:nvPicPr>
              <p:cNvPr id="531" name="Ink 530">
                <a:extLst>
                  <a:ext uri="{FF2B5EF4-FFF2-40B4-BE49-F238E27FC236}">
                    <a16:creationId xmlns:a16="http://schemas.microsoft.com/office/drawing/2014/main" id="{270C69BB-87B3-C1B6-9E0C-6725BF39AED0}"/>
                  </a:ext>
                </a:extLst>
              </p:cNvPr>
              <p:cNvPicPr/>
              <p:nvPr/>
            </p:nvPicPr>
            <p:blipFill>
              <a:blip r:embed="rId943"/>
              <a:stretch>
                <a:fillRect/>
              </a:stretch>
            </p:blipFill>
            <p:spPr>
              <a:xfrm>
                <a:off x="2777580" y="5401088"/>
                <a:ext cx="225720" cy="14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4">
            <p14:nvContentPartPr>
              <p14:cNvPr id="532" name="Ink 531">
                <a:extLst>
                  <a:ext uri="{FF2B5EF4-FFF2-40B4-BE49-F238E27FC236}">
                    <a16:creationId xmlns:a16="http://schemas.microsoft.com/office/drawing/2014/main" id="{1A8905EB-6EA4-1FDE-0BCD-4533CB654B96}"/>
                  </a:ext>
                </a:extLst>
              </p14:cNvPr>
              <p14:cNvContentPartPr/>
              <p14:nvPr/>
            </p14:nvContentPartPr>
            <p14:xfrm>
              <a:off x="3191580" y="5168888"/>
              <a:ext cx="286200" cy="183600"/>
            </p14:xfrm>
          </p:contentPart>
        </mc:Choice>
        <mc:Fallback xmlns="">
          <p:pic>
            <p:nvPicPr>
              <p:cNvPr id="532" name="Ink 531">
                <a:extLst>
                  <a:ext uri="{FF2B5EF4-FFF2-40B4-BE49-F238E27FC236}">
                    <a16:creationId xmlns:a16="http://schemas.microsoft.com/office/drawing/2014/main" id="{1A8905EB-6EA4-1FDE-0BCD-4533CB654B96}"/>
                  </a:ext>
                </a:extLst>
              </p:cNvPr>
              <p:cNvPicPr/>
              <p:nvPr/>
            </p:nvPicPr>
            <p:blipFill>
              <a:blip r:embed="rId945"/>
              <a:stretch>
                <a:fillRect/>
              </a:stretch>
            </p:blipFill>
            <p:spPr>
              <a:xfrm>
                <a:off x="3182580" y="5159888"/>
                <a:ext cx="303840" cy="201240"/>
              </a:xfrm>
              <a:prstGeom prst="rect">
                <a:avLst/>
              </a:prstGeom>
            </p:spPr>
          </p:pic>
        </mc:Fallback>
      </mc:AlternateContent>
      <p:grpSp>
        <p:nvGrpSpPr>
          <p:cNvPr id="538" name="Group 537">
            <a:extLst>
              <a:ext uri="{FF2B5EF4-FFF2-40B4-BE49-F238E27FC236}">
                <a16:creationId xmlns:a16="http://schemas.microsoft.com/office/drawing/2014/main" id="{204BED2E-C219-08BC-952C-34E62954E7C6}"/>
              </a:ext>
            </a:extLst>
          </p:cNvPr>
          <p:cNvGrpSpPr/>
          <p:nvPr/>
        </p:nvGrpSpPr>
        <p:grpSpPr>
          <a:xfrm>
            <a:off x="3208500" y="5442488"/>
            <a:ext cx="433800" cy="152640"/>
            <a:chOff x="3208500" y="5442488"/>
            <a:chExt cx="433800" cy="152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46">
              <p14:nvContentPartPr>
                <p14:cNvPr id="533" name="Ink 532">
                  <a:extLst>
                    <a:ext uri="{FF2B5EF4-FFF2-40B4-BE49-F238E27FC236}">
                      <a16:creationId xmlns:a16="http://schemas.microsoft.com/office/drawing/2014/main" id="{9723F84B-785F-D317-3C2D-90DD2AA6B9F1}"/>
                    </a:ext>
                  </a:extLst>
                </p14:cNvPr>
                <p14:cNvContentPartPr/>
                <p14:nvPr/>
              </p14:nvContentPartPr>
              <p14:xfrm>
                <a:off x="3229740" y="5532848"/>
                <a:ext cx="50760" cy="62280"/>
              </p14:xfrm>
            </p:contentPart>
          </mc:Choice>
          <mc:Fallback xmlns="">
            <p:pic>
              <p:nvPicPr>
                <p:cNvPr id="533" name="Ink 532">
                  <a:extLst>
                    <a:ext uri="{FF2B5EF4-FFF2-40B4-BE49-F238E27FC236}">
                      <a16:creationId xmlns:a16="http://schemas.microsoft.com/office/drawing/2014/main" id="{9723F84B-785F-D317-3C2D-90DD2AA6B9F1}"/>
                    </a:ext>
                  </a:extLst>
                </p:cNvPr>
                <p:cNvPicPr/>
                <p:nvPr/>
              </p:nvPicPr>
              <p:blipFill>
                <a:blip r:embed="rId947"/>
                <a:stretch>
                  <a:fillRect/>
                </a:stretch>
              </p:blipFill>
              <p:spPr>
                <a:xfrm>
                  <a:off x="3220740" y="5523848"/>
                  <a:ext cx="6840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8">
              <p14:nvContentPartPr>
                <p14:cNvPr id="534" name="Ink 533">
                  <a:extLst>
                    <a:ext uri="{FF2B5EF4-FFF2-40B4-BE49-F238E27FC236}">
                      <a16:creationId xmlns:a16="http://schemas.microsoft.com/office/drawing/2014/main" id="{ADE7E7AC-9FE0-7E04-BE0B-E7833DD5A69A}"/>
                    </a:ext>
                  </a:extLst>
                </p14:cNvPr>
                <p14:cNvContentPartPr/>
                <p14:nvPr/>
              </p14:nvContentPartPr>
              <p14:xfrm>
                <a:off x="3208500" y="5442488"/>
                <a:ext cx="59400" cy="7920"/>
              </p14:xfrm>
            </p:contentPart>
          </mc:Choice>
          <mc:Fallback xmlns="">
            <p:pic>
              <p:nvPicPr>
                <p:cNvPr id="534" name="Ink 533">
                  <a:extLst>
                    <a:ext uri="{FF2B5EF4-FFF2-40B4-BE49-F238E27FC236}">
                      <a16:creationId xmlns:a16="http://schemas.microsoft.com/office/drawing/2014/main" id="{ADE7E7AC-9FE0-7E04-BE0B-E7833DD5A69A}"/>
                    </a:ext>
                  </a:extLst>
                </p:cNvPr>
                <p:cNvPicPr/>
                <p:nvPr/>
              </p:nvPicPr>
              <p:blipFill>
                <a:blip r:embed="rId949"/>
                <a:stretch>
                  <a:fillRect/>
                </a:stretch>
              </p:blipFill>
              <p:spPr>
                <a:xfrm>
                  <a:off x="3199860" y="5433488"/>
                  <a:ext cx="7704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0">
              <p14:nvContentPartPr>
                <p14:cNvPr id="535" name="Ink 534">
                  <a:extLst>
                    <a:ext uri="{FF2B5EF4-FFF2-40B4-BE49-F238E27FC236}">
                      <a16:creationId xmlns:a16="http://schemas.microsoft.com/office/drawing/2014/main" id="{7C12983D-F5BD-5F3C-A71E-61F371A40CFF}"/>
                    </a:ext>
                  </a:extLst>
                </p14:cNvPr>
                <p14:cNvContentPartPr/>
                <p14:nvPr/>
              </p14:nvContentPartPr>
              <p14:xfrm>
                <a:off x="3350700" y="5543288"/>
                <a:ext cx="83520" cy="5760"/>
              </p14:xfrm>
            </p:contentPart>
          </mc:Choice>
          <mc:Fallback xmlns="">
            <p:pic>
              <p:nvPicPr>
                <p:cNvPr id="535" name="Ink 534">
                  <a:extLst>
                    <a:ext uri="{FF2B5EF4-FFF2-40B4-BE49-F238E27FC236}">
                      <a16:creationId xmlns:a16="http://schemas.microsoft.com/office/drawing/2014/main" id="{7C12983D-F5BD-5F3C-A71E-61F371A40CFF}"/>
                    </a:ext>
                  </a:extLst>
                </p:cNvPr>
                <p:cNvPicPr/>
                <p:nvPr/>
              </p:nvPicPr>
              <p:blipFill>
                <a:blip r:embed="rId951"/>
                <a:stretch>
                  <a:fillRect/>
                </a:stretch>
              </p:blipFill>
              <p:spPr>
                <a:xfrm>
                  <a:off x="3342060" y="5534288"/>
                  <a:ext cx="10116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2">
              <p14:nvContentPartPr>
                <p14:cNvPr id="536" name="Ink 535">
                  <a:extLst>
                    <a:ext uri="{FF2B5EF4-FFF2-40B4-BE49-F238E27FC236}">
                      <a16:creationId xmlns:a16="http://schemas.microsoft.com/office/drawing/2014/main" id="{00D44BF0-4428-33FD-D33F-563F461E7242}"/>
                    </a:ext>
                  </a:extLst>
                </p14:cNvPr>
                <p14:cNvContentPartPr/>
                <p14:nvPr/>
              </p14:nvContentPartPr>
              <p14:xfrm>
                <a:off x="3333780" y="5475608"/>
                <a:ext cx="95400" cy="5760"/>
              </p14:xfrm>
            </p:contentPart>
          </mc:Choice>
          <mc:Fallback xmlns="">
            <p:pic>
              <p:nvPicPr>
                <p:cNvPr id="536" name="Ink 535">
                  <a:extLst>
                    <a:ext uri="{FF2B5EF4-FFF2-40B4-BE49-F238E27FC236}">
                      <a16:creationId xmlns:a16="http://schemas.microsoft.com/office/drawing/2014/main" id="{00D44BF0-4428-33FD-D33F-563F461E7242}"/>
                    </a:ext>
                  </a:extLst>
                </p:cNvPr>
                <p:cNvPicPr/>
                <p:nvPr/>
              </p:nvPicPr>
              <p:blipFill>
                <a:blip r:embed="rId953"/>
                <a:stretch>
                  <a:fillRect/>
                </a:stretch>
              </p:blipFill>
              <p:spPr>
                <a:xfrm>
                  <a:off x="3325140" y="5466608"/>
                  <a:ext cx="1130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4">
              <p14:nvContentPartPr>
                <p14:cNvPr id="537" name="Ink 536">
                  <a:extLst>
                    <a:ext uri="{FF2B5EF4-FFF2-40B4-BE49-F238E27FC236}">
                      <a16:creationId xmlns:a16="http://schemas.microsoft.com/office/drawing/2014/main" id="{4B8C6F00-CE99-3551-C007-5751A9AC4AB6}"/>
                    </a:ext>
                  </a:extLst>
                </p14:cNvPr>
                <p14:cNvContentPartPr/>
                <p14:nvPr/>
              </p14:nvContentPartPr>
              <p14:xfrm>
                <a:off x="3519900" y="5490728"/>
                <a:ext cx="122400" cy="85320"/>
              </p14:xfrm>
            </p:contentPart>
          </mc:Choice>
          <mc:Fallback xmlns="">
            <p:pic>
              <p:nvPicPr>
                <p:cNvPr id="537" name="Ink 536">
                  <a:extLst>
                    <a:ext uri="{FF2B5EF4-FFF2-40B4-BE49-F238E27FC236}">
                      <a16:creationId xmlns:a16="http://schemas.microsoft.com/office/drawing/2014/main" id="{4B8C6F00-CE99-3551-C007-5751A9AC4AB6}"/>
                    </a:ext>
                  </a:extLst>
                </p:cNvPr>
                <p:cNvPicPr/>
                <p:nvPr/>
              </p:nvPicPr>
              <p:blipFill>
                <a:blip r:embed="rId955"/>
                <a:stretch>
                  <a:fillRect/>
                </a:stretch>
              </p:blipFill>
              <p:spPr>
                <a:xfrm>
                  <a:off x="3511260" y="5481728"/>
                  <a:ext cx="140040" cy="102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2" name="Group 541">
            <a:extLst>
              <a:ext uri="{FF2B5EF4-FFF2-40B4-BE49-F238E27FC236}">
                <a16:creationId xmlns:a16="http://schemas.microsoft.com/office/drawing/2014/main" id="{C05E617B-B6A7-44D2-5A83-8BB0D6DB7633}"/>
              </a:ext>
            </a:extLst>
          </p:cNvPr>
          <p:cNvGrpSpPr/>
          <p:nvPr/>
        </p:nvGrpSpPr>
        <p:grpSpPr>
          <a:xfrm>
            <a:off x="3148020" y="4963328"/>
            <a:ext cx="409680" cy="123840"/>
            <a:chOff x="3148020" y="4963328"/>
            <a:chExt cx="409680" cy="123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56">
              <p14:nvContentPartPr>
                <p14:cNvPr id="539" name="Ink 538">
                  <a:extLst>
                    <a:ext uri="{FF2B5EF4-FFF2-40B4-BE49-F238E27FC236}">
                      <a16:creationId xmlns:a16="http://schemas.microsoft.com/office/drawing/2014/main" id="{C0B3B307-EFB0-3518-3A27-5B7E4821E3BC}"/>
                    </a:ext>
                  </a:extLst>
                </p14:cNvPr>
                <p14:cNvContentPartPr/>
                <p14:nvPr/>
              </p14:nvContentPartPr>
              <p14:xfrm>
                <a:off x="3148020" y="4963328"/>
                <a:ext cx="153720" cy="123840"/>
              </p14:xfrm>
            </p:contentPart>
          </mc:Choice>
          <mc:Fallback xmlns="">
            <p:pic>
              <p:nvPicPr>
                <p:cNvPr id="539" name="Ink 538">
                  <a:extLst>
                    <a:ext uri="{FF2B5EF4-FFF2-40B4-BE49-F238E27FC236}">
                      <a16:creationId xmlns:a16="http://schemas.microsoft.com/office/drawing/2014/main" id="{C0B3B307-EFB0-3518-3A27-5B7E4821E3BC}"/>
                    </a:ext>
                  </a:extLst>
                </p:cNvPr>
                <p:cNvPicPr/>
                <p:nvPr/>
              </p:nvPicPr>
              <p:blipFill>
                <a:blip r:embed="rId957"/>
                <a:stretch>
                  <a:fillRect/>
                </a:stretch>
              </p:blipFill>
              <p:spPr>
                <a:xfrm>
                  <a:off x="3139380" y="4954688"/>
                  <a:ext cx="17136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8">
              <p14:nvContentPartPr>
                <p14:cNvPr id="540" name="Ink 539">
                  <a:extLst>
                    <a:ext uri="{FF2B5EF4-FFF2-40B4-BE49-F238E27FC236}">
                      <a16:creationId xmlns:a16="http://schemas.microsoft.com/office/drawing/2014/main" id="{7757B592-73D8-4B0F-74BE-6DFC280D1DDF}"/>
                    </a:ext>
                  </a:extLst>
                </p14:cNvPr>
                <p14:cNvContentPartPr/>
                <p14:nvPr/>
              </p14:nvContentPartPr>
              <p14:xfrm>
                <a:off x="3395340" y="5022008"/>
                <a:ext cx="65160" cy="7200"/>
              </p14:xfrm>
            </p:contentPart>
          </mc:Choice>
          <mc:Fallback xmlns="">
            <p:pic>
              <p:nvPicPr>
                <p:cNvPr id="540" name="Ink 539">
                  <a:extLst>
                    <a:ext uri="{FF2B5EF4-FFF2-40B4-BE49-F238E27FC236}">
                      <a16:creationId xmlns:a16="http://schemas.microsoft.com/office/drawing/2014/main" id="{7757B592-73D8-4B0F-74BE-6DFC280D1DDF}"/>
                    </a:ext>
                  </a:extLst>
                </p:cNvPr>
                <p:cNvPicPr/>
                <p:nvPr/>
              </p:nvPicPr>
              <p:blipFill>
                <a:blip r:embed="rId959"/>
                <a:stretch>
                  <a:fillRect/>
                </a:stretch>
              </p:blipFill>
              <p:spPr>
                <a:xfrm>
                  <a:off x="3386700" y="5013368"/>
                  <a:ext cx="8280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0">
              <p14:nvContentPartPr>
                <p14:cNvPr id="541" name="Ink 540">
                  <a:extLst>
                    <a:ext uri="{FF2B5EF4-FFF2-40B4-BE49-F238E27FC236}">
                      <a16:creationId xmlns:a16="http://schemas.microsoft.com/office/drawing/2014/main" id="{A7C41174-B257-5B94-7CBC-D256036F372D}"/>
                    </a:ext>
                  </a:extLst>
                </p14:cNvPr>
                <p14:cNvContentPartPr/>
                <p14:nvPr/>
              </p14:nvContentPartPr>
              <p14:xfrm>
                <a:off x="3518820" y="4979528"/>
                <a:ext cx="38880" cy="62640"/>
              </p14:xfrm>
            </p:contentPart>
          </mc:Choice>
          <mc:Fallback xmlns="">
            <p:pic>
              <p:nvPicPr>
                <p:cNvPr id="541" name="Ink 540">
                  <a:extLst>
                    <a:ext uri="{FF2B5EF4-FFF2-40B4-BE49-F238E27FC236}">
                      <a16:creationId xmlns:a16="http://schemas.microsoft.com/office/drawing/2014/main" id="{A7C41174-B257-5B94-7CBC-D256036F372D}"/>
                    </a:ext>
                  </a:extLst>
                </p:cNvPr>
                <p:cNvPicPr/>
                <p:nvPr/>
              </p:nvPicPr>
              <p:blipFill>
                <a:blip r:embed="rId961"/>
                <a:stretch>
                  <a:fillRect/>
                </a:stretch>
              </p:blipFill>
              <p:spPr>
                <a:xfrm>
                  <a:off x="3509820" y="4970528"/>
                  <a:ext cx="56520" cy="80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62">
            <p14:nvContentPartPr>
              <p14:cNvPr id="543" name="Ink 542">
                <a:extLst>
                  <a:ext uri="{FF2B5EF4-FFF2-40B4-BE49-F238E27FC236}">
                    <a16:creationId xmlns:a16="http://schemas.microsoft.com/office/drawing/2014/main" id="{A7ED9813-8873-9225-7BD3-4308FF8ED883}"/>
                  </a:ext>
                </a:extLst>
              </p14:cNvPr>
              <p14:cNvContentPartPr/>
              <p14:nvPr/>
            </p14:nvContentPartPr>
            <p14:xfrm>
              <a:off x="3827340" y="5088608"/>
              <a:ext cx="48240" cy="107640"/>
            </p14:xfrm>
          </p:contentPart>
        </mc:Choice>
        <mc:Fallback xmlns="">
          <p:pic>
            <p:nvPicPr>
              <p:cNvPr id="543" name="Ink 542">
                <a:extLst>
                  <a:ext uri="{FF2B5EF4-FFF2-40B4-BE49-F238E27FC236}">
                    <a16:creationId xmlns:a16="http://schemas.microsoft.com/office/drawing/2014/main" id="{A7ED9813-8873-9225-7BD3-4308FF8ED883}"/>
                  </a:ext>
                </a:extLst>
              </p:cNvPr>
              <p:cNvPicPr/>
              <p:nvPr/>
            </p:nvPicPr>
            <p:blipFill>
              <a:blip r:embed="rId963"/>
              <a:stretch>
                <a:fillRect/>
              </a:stretch>
            </p:blipFill>
            <p:spPr>
              <a:xfrm>
                <a:off x="3818340" y="5079608"/>
                <a:ext cx="65880" cy="12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4">
            <p14:nvContentPartPr>
              <p14:cNvPr id="544" name="Ink 543">
                <a:extLst>
                  <a:ext uri="{FF2B5EF4-FFF2-40B4-BE49-F238E27FC236}">
                    <a16:creationId xmlns:a16="http://schemas.microsoft.com/office/drawing/2014/main" id="{F59A9BD3-D0E9-4940-07C5-B55574DC96DC}"/>
                  </a:ext>
                </a:extLst>
              </p14:cNvPr>
              <p14:cNvContentPartPr/>
              <p14:nvPr/>
            </p14:nvContentPartPr>
            <p14:xfrm>
              <a:off x="3762180" y="5298488"/>
              <a:ext cx="243720" cy="9720"/>
            </p14:xfrm>
          </p:contentPart>
        </mc:Choice>
        <mc:Fallback xmlns="">
          <p:pic>
            <p:nvPicPr>
              <p:cNvPr id="544" name="Ink 543">
                <a:extLst>
                  <a:ext uri="{FF2B5EF4-FFF2-40B4-BE49-F238E27FC236}">
                    <a16:creationId xmlns:a16="http://schemas.microsoft.com/office/drawing/2014/main" id="{F59A9BD3-D0E9-4940-07C5-B55574DC96DC}"/>
                  </a:ext>
                </a:extLst>
              </p:cNvPr>
              <p:cNvPicPr/>
              <p:nvPr/>
            </p:nvPicPr>
            <p:blipFill>
              <a:blip r:embed="rId965"/>
              <a:stretch>
                <a:fillRect/>
              </a:stretch>
            </p:blipFill>
            <p:spPr>
              <a:xfrm>
                <a:off x="3753540" y="5289488"/>
                <a:ext cx="261360" cy="27360"/>
              </a:xfrm>
              <a:prstGeom prst="rect">
                <a:avLst/>
              </a:prstGeom>
            </p:spPr>
          </p:pic>
        </mc:Fallback>
      </mc:AlternateContent>
      <p:grpSp>
        <p:nvGrpSpPr>
          <p:cNvPr id="548" name="Group 547">
            <a:extLst>
              <a:ext uri="{FF2B5EF4-FFF2-40B4-BE49-F238E27FC236}">
                <a16:creationId xmlns:a16="http://schemas.microsoft.com/office/drawing/2014/main" id="{790CFDE8-646D-4238-21B4-DBDDE4B45C31}"/>
              </a:ext>
            </a:extLst>
          </p:cNvPr>
          <p:cNvGrpSpPr/>
          <p:nvPr/>
        </p:nvGrpSpPr>
        <p:grpSpPr>
          <a:xfrm>
            <a:off x="3756420" y="5416208"/>
            <a:ext cx="254520" cy="163080"/>
            <a:chOff x="3756420" y="5416208"/>
            <a:chExt cx="254520" cy="163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66">
              <p14:nvContentPartPr>
                <p14:cNvPr id="545" name="Ink 544">
                  <a:extLst>
                    <a:ext uri="{FF2B5EF4-FFF2-40B4-BE49-F238E27FC236}">
                      <a16:creationId xmlns:a16="http://schemas.microsoft.com/office/drawing/2014/main" id="{01D2D188-0E3E-FFEA-8D94-400B10F3374C}"/>
                    </a:ext>
                  </a:extLst>
                </p14:cNvPr>
                <p14:cNvContentPartPr/>
                <p14:nvPr/>
              </p14:nvContentPartPr>
              <p14:xfrm>
                <a:off x="3854700" y="5444648"/>
                <a:ext cx="47520" cy="90000"/>
              </p14:xfrm>
            </p:contentPart>
          </mc:Choice>
          <mc:Fallback xmlns="">
            <p:pic>
              <p:nvPicPr>
                <p:cNvPr id="545" name="Ink 544">
                  <a:extLst>
                    <a:ext uri="{FF2B5EF4-FFF2-40B4-BE49-F238E27FC236}">
                      <a16:creationId xmlns:a16="http://schemas.microsoft.com/office/drawing/2014/main" id="{01D2D188-0E3E-FFEA-8D94-400B10F3374C}"/>
                    </a:ext>
                  </a:extLst>
                </p:cNvPr>
                <p:cNvPicPr/>
                <p:nvPr/>
              </p:nvPicPr>
              <p:blipFill>
                <a:blip r:embed="rId967"/>
                <a:stretch>
                  <a:fillRect/>
                </a:stretch>
              </p:blipFill>
              <p:spPr>
                <a:xfrm>
                  <a:off x="3846060" y="5436008"/>
                  <a:ext cx="6516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8">
              <p14:nvContentPartPr>
                <p14:cNvPr id="546" name="Ink 545">
                  <a:extLst>
                    <a:ext uri="{FF2B5EF4-FFF2-40B4-BE49-F238E27FC236}">
                      <a16:creationId xmlns:a16="http://schemas.microsoft.com/office/drawing/2014/main" id="{AC069409-D49B-0AA8-1134-002CF41672D8}"/>
                    </a:ext>
                  </a:extLst>
                </p14:cNvPr>
                <p14:cNvContentPartPr/>
                <p14:nvPr/>
              </p14:nvContentPartPr>
              <p14:xfrm>
                <a:off x="3756420" y="5416208"/>
                <a:ext cx="176760" cy="10080"/>
              </p14:xfrm>
            </p:contentPart>
          </mc:Choice>
          <mc:Fallback xmlns="">
            <p:pic>
              <p:nvPicPr>
                <p:cNvPr id="546" name="Ink 545">
                  <a:extLst>
                    <a:ext uri="{FF2B5EF4-FFF2-40B4-BE49-F238E27FC236}">
                      <a16:creationId xmlns:a16="http://schemas.microsoft.com/office/drawing/2014/main" id="{AC069409-D49B-0AA8-1134-002CF41672D8}"/>
                    </a:ext>
                  </a:extLst>
                </p:cNvPr>
                <p:cNvPicPr/>
                <p:nvPr/>
              </p:nvPicPr>
              <p:blipFill>
                <a:blip r:embed="rId969"/>
                <a:stretch>
                  <a:fillRect/>
                </a:stretch>
              </p:blipFill>
              <p:spPr>
                <a:xfrm>
                  <a:off x="3747420" y="5407568"/>
                  <a:ext cx="19440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0">
              <p14:nvContentPartPr>
                <p14:cNvPr id="547" name="Ink 546">
                  <a:extLst>
                    <a:ext uri="{FF2B5EF4-FFF2-40B4-BE49-F238E27FC236}">
                      <a16:creationId xmlns:a16="http://schemas.microsoft.com/office/drawing/2014/main" id="{0C63B90E-2E3F-F57C-4B37-F3BA69CABA06}"/>
                    </a:ext>
                  </a:extLst>
                </p14:cNvPr>
                <p14:cNvContentPartPr/>
                <p14:nvPr/>
              </p14:nvContentPartPr>
              <p14:xfrm>
                <a:off x="3995100" y="5517368"/>
                <a:ext cx="15840" cy="61920"/>
              </p14:xfrm>
            </p:contentPart>
          </mc:Choice>
          <mc:Fallback xmlns="">
            <p:pic>
              <p:nvPicPr>
                <p:cNvPr id="547" name="Ink 546">
                  <a:extLst>
                    <a:ext uri="{FF2B5EF4-FFF2-40B4-BE49-F238E27FC236}">
                      <a16:creationId xmlns:a16="http://schemas.microsoft.com/office/drawing/2014/main" id="{0C63B90E-2E3F-F57C-4B37-F3BA69CABA06}"/>
                    </a:ext>
                  </a:extLst>
                </p:cNvPr>
                <p:cNvPicPr/>
                <p:nvPr/>
              </p:nvPicPr>
              <p:blipFill>
                <a:blip r:embed="rId971"/>
                <a:stretch>
                  <a:fillRect/>
                </a:stretch>
              </p:blipFill>
              <p:spPr>
                <a:xfrm>
                  <a:off x="3986460" y="5508728"/>
                  <a:ext cx="33480" cy="79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72">
            <p14:nvContentPartPr>
              <p14:cNvPr id="549" name="Ink 548">
                <a:extLst>
                  <a:ext uri="{FF2B5EF4-FFF2-40B4-BE49-F238E27FC236}">
                    <a16:creationId xmlns:a16="http://schemas.microsoft.com/office/drawing/2014/main" id="{4DD6FFD4-DA64-F38E-3A98-8FD1F52CE3D3}"/>
                  </a:ext>
                </a:extLst>
              </p14:cNvPr>
              <p14:cNvContentPartPr/>
              <p14:nvPr/>
            </p14:nvContentPartPr>
            <p14:xfrm>
              <a:off x="4247820" y="5173928"/>
              <a:ext cx="293760" cy="189360"/>
            </p14:xfrm>
          </p:contentPart>
        </mc:Choice>
        <mc:Fallback xmlns="">
          <p:pic>
            <p:nvPicPr>
              <p:cNvPr id="549" name="Ink 548">
                <a:extLst>
                  <a:ext uri="{FF2B5EF4-FFF2-40B4-BE49-F238E27FC236}">
                    <a16:creationId xmlns:a16="http://schemas.microsoft.com/office/drawing/2014/main" id="{4DD6FFD4-DA64-F38E-3A98-8FD1F52CE3D3}"/>
                  </a:ext>
                </a:extLst>
              </p:cNvPr>
              <p:cNvPicPr/>
              <p:nvPr/>
            </p:nvPicPr>
            <p:blipFill>
              <a:blip r:embed="rId973"/>
              <a:stretch>
                <a:fillRect/>
              </a:stretch>
            </p:blipFill>
            <p:spPr>
              <a:xfrm>
                <a:off x="4239180" y="5164928"/>
                <a:ext cx="311400" cy="207000"/>
              </a:xfrm>
              <a:prstGeom prst="rect">
                <a:avLst/>
              </a:prstGeom>
            </p:spPr>
          </p:pic>
        </mc:Fallback>
      </mc:AlternateContent>
      <p:grpSp>
        <p:nvGrpSpPr>
          <p:cNvPr id="552" name="Group 551">
            <a:extLst>
              <a:ext uri="{FF2B5EF4-FFF2-40B4-BE49-F238E27FC236}">
                <a16:creationId xmlns:a16="http://schemas.microsoft.com/office/drawing/2014/main" id="{89B9C74A-78F4-14A9-04B4-017A43F84E2E}"/>
              </a:ext>
            </a:extLst>
          </p:cNvPr>
          <p:cNvGrpSpPr/>
          <p:nvPr/>
        </p:nvGrpSpPr>
        <p:grpSpPr>
          <a:xfrm>
            <a:off x="4297140" y="5464088"/>
            <a:ext cx="207360" cy="152280"/>
            <a:chOff x="4297140" y="5464088"/>
            <a:chExt cx="207360" cy="152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74">
              <p14:nvContentPartPr>
                <p14:cNvPr id="550" name="Ink 549">
                  <a:extLst>
                    <a:ext uri="{FF2B5EF4-FFF2-40B4-BE49-F238E27FC236}">
                      <a16:creationId xmlns:a16="http://schemas.microsoft.com/office/drawing/2014/main" id="{1F8A476E-EC46-DFC8-F9AE-B802930B6064}"/>
                    </a:ext>
                  </a:extLst>
                </p14:cNvPr>
                <p14:cNvContentPartPr/>
                <p14:nvPr/>
              </p14:nvContentPartPr>
              <p14:xfrm>
                <a:off x="4297140" y="5464088"/>
                <a:ext cx="50760" cy="151560"/>
              </p14:xfrm>
            </p:contentPart>
          </mc:Choice>
          <mc:Fallback xmlns="">
            <p:pic>
              <p:nvPicPr>
                <p:cNvPr id="550" name="Ink 549">
                  <a:extLst>
                    <a:ext uri="{FF2B5EF4-FFF2-40B4-BE49-F238E27FC236}">
                      <a16:creationId xmlns:a16="http://schemas.microsoft.com/office/drawing/2014/main" id="{1F8A476E-EC46-DFC8-F9AE-B802930B6064}"/>
                    </a:ext>
                  </a:extLst>
                </p:cNvPr>
                <p:cNvPicPr/>
                <p:nvPr/>
              </p:nvPicPr>
              <p:blipFill>
                <a:blip r:embed="rId975"/>
                <a:stretch>
                  <a:fillRect/>
                </a:stretch>
              </p:blipFill>
              <p:spPr>
                <a:xfrm>
                  <a:off x="4288140" y="5455448"/>
                  <a:ext cx="6840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6">
              <p14:nvContentPartPr>
                <p14:cNvPr id="551" name="Ink 550">
                  <a:extLst>
                    <a:ext uri="{FF2B5EF4-FFF2-40B4-BE49-F238E27FC236}">
                      <a16:creationId xmlns:a16="http://schemas.microsoft.com/office/drawing/2014/main" id="{C81DF877-AA88-8CCE-071C-B55D6E71B3A6}"/>
                    </a:ext>
                  </a:extLst>
                </p14:cNvPr>
                <p14:cNvContentPartPr/>
                <p14:nvPr/>
              </p14:nvContentPartPr>
              <p14:xfrm>
                <a:off x="4361940" y="5537528"/>
                <a:ext cx="142560" cy="78840"/>
              </p14:xfrm>
            </p:contentPart>
          </mc:Choice>
          <mc:Fallback xmlns="">
            <p:pic>
              <p:nvPicPr>
                <p:cNvPr id="551" name="Ink 550">
                  <a:extLst>
                    <a:ext uri="{FF2B5EF4-FFF2-40B4-BE49-F238E27FC236}">
                      <a16:creationId xmlns:a16="http://schemas.microsoft.com/office/drawing/2014/main" id="{C81DF877-AA88-8CCE-071C-B55D6E71B3A6}"/>
                    </a:ext>
                  </a:extLst>
                </p:cNvPr>
                <p:cNvPicPr/>
                <p:nvPr/>
              </p:nvPicPr>
              <p:blipFill>
                <a:blip r:embed="rId977"/>
                <a:stretch>
                  <a:fillRect/>
                </a:stretch>
              </p:blipFill>
              <p:spPr>
                <a:xfrm>
                  <a:off x="4353300" y="5528528"/>
                  <a:ext cx="160200" cy="96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60" name="Group 559">
            <a:extLst>
              <a:ext uri="{FF2B5EF4-FFF2-40B4-BE49-F238E27FC236}">
                <a16:creationId xmlns:a16="http://schemas.microsoft.com/office/drawing/2014/main" id="{B466D5E1-848E-CE0A-6E8B-08788FE3BA88}"/>
              </a:ext>
            </a:extLst>
          </p:cNvPr>
          <p:cNvGrpSpPr/>
          <p:nvPr/>
        </p:nvGrpSpPr>
        <p:grpSpPr>
          <a:xfrm>
            <a:off x="4737060" y="5056568"/>
            <a:ext cx="822240" cy="426240"/>
            <a:chOff x="4737060" y="5056568"/>
            <a:chExt cx="822240" cy="426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78">
              <p14:nvContentPartPr>
                <p14:cNvPr id="553" name="Ink 552">
                  <a:extLst>
                    <a:ext uri="{FF2B5EF4-FFF2-40B4-BE49-F238E27FC236}">
                      <a16:creationId xmlns:a16="http://schemas.microsoft.com/office/drawing/2014/main" id="{58FB6005-C7B8-C829-7E92-7FDABF3FD993}"/>
                    </a:ext>
                  </a:extLst>
                </p14:cNvPr>
                <p14:cNvContentPartPr/>
                <p14:nvPr/>
              </p14:nvContentPartPr>
              <p14:xfrm>
                <a:off x="4737060" y="5167448"/>
                <a:ext cx="299520" cy="236520"/>
              </p14:xfrm>
            </p:contentPart>
          </mc:Choice>
          <mc:Fallback xmlns="">
            <p:pic>
              <p:nvPicPr>
                <p:cNvPr id="553" name="Ink 552">
                  <a:extLst>
                    <a:ext uri="{FF2B5EF4-FFF2-40B4-BE49-F238E27FC236}">
                      <a16:creationId xmlns:a16="http://schemas.microsoft.com/office/drawing/2014/main" id="{58FB6005-C7B8-C829-7E92-7FDABF3FD993}"/>
                    </a:ext>
                  </a:extLst>
                </p:cNvPr>
                <p:cNvPicPr/>
                <p:nvPr/>
              </p:nvPicPr>
              <p:blipFill>
                <a:blip r:embed="rId979"/>
                <a:stretch>
                  <a:fillRect/>
                </a:stretch>
              </p:blipFill>
              <p:spPr>
                <a:xfrm>
                  <a:off x="4728420" y="5158808"/>
                  <a:ext cx="31716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0">
              <p14:nvContentPartPr>
                <p14:cNvPr id="554" name="Ink 553">
                  <a:extLst>
                    <a:ext uri="{FF2B5EF4-FFF2-40B4-BE49-F238E27FC236}">
                      <a16:creationId xmlns:a16="http://schemas.microsoft.com/office/drawing/2014/main" id="{2D1DF09F-DD6A-C7AF-59FC-BA3C578AC02A}"/>
                    </a:ext>
                  </a:extLst>
                </p14:cNvPr>
                <p14:cNvContentPartPr/>
                <p14:nvPr/>
              </p14:nvContentPartPr>
              <p14:xfrm>
                <a:off x="4811580" y="5174648"/>
                <a:ext cx="119160" cy="264600"/>
              </p14:xfrm>
            </p:contentPart>
          </mc:Choice>
          <mc:Fallback xmlns="">
            <p:pic>
              <p:nvPicPr>
                <p:cNvPr id="554" name="Ink 553">
                  <a:extLst>
                    <a:ext uri="{FF2B5EF4-FFF2-40B4-BE49-F238E27FC236}">
                      <a16:creationId xmlns:a16="http://schemas.microsoft.com/office/drawing/2014/main" id="{2D1DF09F-DD6A-C7AF-59FC-BA3C578AC02A}"/>
                    </a:ext>
                  </a:extLst>
                </p:cNvPr>
                <p:cNvPicPr/>
                <p:nvPr/>
              </p:nvPicPr>
              <p:blipFill>
                <a:blip r:embed="rId981"/>
                <a:stretch>
                  <a:fillRect/>
                </a:stretch>
              </p:blipFill>
              <p:spPr>
                <a:xfrm>
                  <a:off x="4802580" y="5165648"/>
                  <a:ext cx="13680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2">
              <p14:nvContentPartPr>
                <p14:cNvPr id="555" name="Ink 554">
                  <a:extLst>
                    <a:ext uri="{FF2B5EF4-FFF2-40B4-BE49-F238E27FC236}">
                      <a16:creationId xmlns:a16="http://schemas.microsoft.com/office/drawing/2014/main" id="{9B342243-698F-6710-5053-01D659597681}"/>
                    </a:ext>
                  </a:extLst>
                </p14:cNvPr>
                <p14:cNvContentPartPr/>
                <p14:nvPr/>
              </p14:nvContentPartPr>
              <p14:xfrm>
                <a:off x="5065740" y="5376608"/>
                <a:ext cx="114120" cy="73800"/>
              </p14:xfrm>
            </p:contentPart>
          </mc:Choice>
          <mc:Fallback xmlns="">
            <p:pic>
              <p:nvPicPr>
                <p:cNvPr id="555" name="Ink 554">
                  <a:extLst>
                    <a:ext uri="{FF2B5EF4-FFF2-40B4-BE49-F238E27FC236}">
                      <a16:creationId xmlns:a16="http://schemas.microsoft.com/office/drawing/2014/main" id="{9B342243-698F-6710-5053-01D659597681}"/>
                    </a:ext>
                  </a:extLst>
                </p:cNvPr>
                <p:cNvPicPr/>
                <p:nvPr/>
              </p:nvPicPr>
              <p:blipFill>
                <a:blip r:embed="rId983"/>
                <a:stretch>
                  <a:fillRect/>
                </a:stretch>
              </p:blipFill>
              <p:spPr>
                <a:xfrm>
                  <a:off x="5057100" y="5367608"/>
                  <a:ext cx="13176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4">
              <p14:nvContentPartPr>
                <p14:cNvPr id="556" name="Ink 555">
                  <a:extLst>
                    <a:ext uri="{FF2B5EF4-FFF2-40B4-BE49-F238E27FC236}">
                      <a16:creationId xmlns:a16="http://schemas.microsoft.com/office/drawing/2014/main" id="{80407E3E-2FFA-1608-B2DA-768AD5D9BEDB}"/>
                    </a:ext>
                  </a:extLst>
                </p14:cNvPr>
                <p14:cNvContentPartPr/>
                <p14:nvPr/>
              </p14:nvContentPartPr>
              <p14:xfrm>
                <a:off x="5173020" y="5076008"/>
                <a:ext cx="138600" cy="324000"/>
              </p14:xfrm>
            </p:contentPart>
          </mc:Choice>
          <mc:Fallback xmlns="">
            <p:pic>
              <p:nvPicPr>
                <p:cNvPr id="556" name="Ink 555">
                  <a:extLst>
                    <a:ext uri="{FF2B5EF4-FFF2-40B4-BE49-F238E27FC236}">
                      <a16:creationId xmlns:a16="http://schemas.microsoft.com/office/drawing/2014/main" id="{80407E3E-2FFA-1608-B2DA-768AD5D9BEDB}"/>
                    </a:ext>
                  </a:extLst>
                </p:cNvPr>
                <p:cNvPicPr/>
                <p:nvPr/>
              </p:nvPicPr>
              <p:blipFill>
                <a:blip r:embed="rId985"/>
                <a:stretch>
                  <a:fillRect/>
                </a:stretch>
              </p:blipFill>
              <p:spPr>
                <a:xfrm>
                  <a:off x="5164380" y="5067368"/>
                  <a:ext cx="156240" cy="34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6">
              <p14:nvContentPartPr>
                <p14:cNvPr id="557" name="Ink 556">
                  <a:extLst>
                    <a:ext uri="{FF2B5EF4-FFF2-40B4-BE49-F238E27FC236}">
                      <a16:creationId xmlns:a16="http://schemas.microsoft.com/office/drawing/2014/main" id="{D005D877-11BC-67EB-F407-F137217EF0FE}"/>
                    </a:ext>
                  </a:extLst>
                </p14:cNvPr>
                <p14:cNvContentPartPr/>
                <p14:nvPr/>
              </p14:nvContentPartPr>
              <p14:xfrm>
                <a:off x="5336460" y="5287688"/>
                <a:ext cx="101880" cy="195120"/>
              </p14:xfrm>
            </p:contentPart>
          </mc:Choice>
          <mc:Fallback xmlns="">
            <p:pic>
              <p:nvPicPr>
                <p:cNvPr id="557" name="Ink 556">
                  <a:extLst>
                    <a:ext uri="{FF2B5EF4-FFF2-40B4-BE49-F238E27FC236}">
                      <a16:creationId xmlns:a16="http://schemas.microsoft.com/office/drawing/2014/main" id="{D005D877-11BC-67EB-F407-F137217EF0FE}"/>
                    </a:ext>
                  </a:extLst>
                </p:cNvPr>
                <p:cNvPicPr/>
                <p:nvPr/>
              </p:nvPicPr>
              <p:blipFill>
                <a:blip r:embed="rId987"/>
                <a:stretch>
                  <a:fillRect/>
                </a:stretch>
              </p:blipFill>
              <p:spPr>
                <a:xfrm>
                  <a:off x="5327820" y="5279048"/>
                  <a:ext cx="11952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8">
              <p14:nvContentPartPr>
                <p14:cNvPr id="558" name="Ink 557">
                  <a:extLst>
                    <a:ext uri="{FF2B5EF4-FFF2-40B4-BE49-F238E27FC236}">
                      <a16:creationId xmlns:a16="http://schemas.microsoft.com/office/drawing/2014/main" id="{5D1B1D8B-3794-4D5C-0A31-8D9B284BA135}"/>
                    </a:ext>
                  </a:extLst>
                </p14:cNvPr>
                <p14:cNvContentPartPr/>
                <p14:nvPr/>
              </p14:nvContentPartPr>
              <p14:xfrm>
                <a:off x="5327460" y="5148368"/>
                <a:ext cx="8640" cy="9720"/>
              </p14:xfrm>
            </p:contentPart>
          </mc:Choice>
          <mc:Fallback xmlns="">
            <p:pic>
              <p:nvPicPr>
                <p:cNvPr id="558" name="Ink 557">
                  <a:extLst>
                    <a:ext uri="{FF2B5EF4-FFF2-40B4-BE49-F238E27FC236}">
                      <a16:creationId xmlns:a16="http://schemas.microsoft.com/office/drawing/2014/main" id="{5D1B1D8B-3794-4D5C-0A31-8D9B284BA135}"/>
                    </a:ext>
                  </a:extLst>
                </p:cNvPr>
                <p:cNvPicPr/>
                <p:nvPr/>
              </p:nvPicPr>
              <p:blipFill>
                <a:blip r:embed="rId989"/>
                <a:stretch>
                  <a:fillRect/>
                </a:stretch>
              </p:blipFill>
              <p:spPr>
                <a:xfrm>
                  <a:off x="5318460" y="5139728"/>
                  <a:ext cx="2628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0">
              <p14:nvContentPartPr>
                <p14:cNvPr id="559" name="Ink 558">
                  <a:extLst>
                    <a:ext uri="{FF2B5EF4-FFF2-40B4-BE49-F238E27FC236}">
                      <a16:creationId xmlns:a16="http://schemas.microsoft.com/office/drawing/2014/main" id="{8D8163AC-A5BC-D5DB-665B-0AB5533EA010}"/>
                    </a:ext>
                  </a:extLst>
                </p14:cNvPr>
                <p14:cNvContentPartPr/>
                <p14:nvPr/>
              </p14:nvContentPartPr>
              <p14:xfrm>
                <a:off x="5428260" y="5056568"/>
                <a:ext cx="131040" cy="314280"/>
              </p14:xfrm>
            </p:contentPart>
          </mc:Choice>
          <mc:Fallback xmlns="">
            <p:pic>
              <p:nvPicPr>
                <p:cNvPr id="559" name="Ink 558">
                  <a:extLst>
                    <a:ext uri="{FF2B5EF4-FFF2-40B4-BE49-F238E27FC236}">
                      <a16:creationId xmlns:a16="http://schemas.microsoft.com/office/drawing/2014/main" id="{8D8163AC-A5BC-D5DB-665B-0AB5533EA010}"/>
                    </a:ext>
                  </a:extLst>
                </p:cNvPr>
                <p:cNvPicPr/>
                <p:nvPr/>
              </p:nvPicPr>
              <p:blipFill>
                <a:blip r:embed="rId991"/>
                <a:stretch>
                  <a:fillRect/>
                </a:stretch>
              </p:blipFill>
              <p:spPr>
                <a:xfrm>
                  <a:off x="5419620" y="5047928"/>
                  <a:ext cx="148680" cy="331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92">
            <p14:nvContentPartPr>
              <p14:cNvPr id="583" name="Ink 582">
                <a:extLst>
                  <a:ext uri="{FF2B5EF4-FFF2-40B4-BE49-F238E27FC236}">
                    <a16:creationId xmlns:a16="http://schemas.microsoft.com/office/drawing/2014/main" id="{31F8B6C3-2EF5-DBEA-F17F-8E1CA5266331}"/>
                  </a:ext>
                </a:extLst>
              </p14:cNvPr>
              <p14:cNvContentPartPr/>
              <p14:nvPr/>
            </p14:nvContentPartPr>
            <p14:xfrm>
              <a:off x="5668020" y="5025968"/>
              <a:ext cx="199440" cy="66240"/>
            </p14:xfrm>
          </p:contentPart>
        </mc:Choice>
        <mc:Fallback xmlns="">
          <p:pic>
            <p:nvPicPr>
              <p:cNvPr id="583" name="Ink 582">
                <a:extLst>
                  <a:ext uri="{FF2B5EF4-FFF2-40B4-BE49-F238E27FC236}">
                    <a16:creationId xmlns:a16="http://schemas.microsoft.com/office/drawing/2014/main" id="{31F8B6C3-2EF5-DBEA-F17F-8E1CA5266331}"/>
                  </a:ext>
                </a:extLst>
              </p:cNvPr>
              <p:cNvPicPr/>
              <p:nvPr/>
            </p:nvPicPr>
            <p:blipFill>
              <a:blip r:embed="rId993"/>
              <a:stretch>
                <a:fillRect/>
              </a:stretch>
            </p:blipFill>
            <p:spPr>
              <a:xfrm>
                <a:off x="5659020" y="5017328"/>
                <a:ext cx="217080" cy="83880"/>
              </a:xfrm>
              <a:prstGeom prst="rect">
                <a:avLst/>
              </a:prstGeom>
            </p:spPr>
          </p:pic>
        </mc:Fallback>
      </mc:AlternateContent>
      <p:grpSp>
        <p:nvGrpSpPr>
          <p:cNvPr id="588" name="Group 587">
            <a:extLst>
              <a:ext uri="{FF2B5EF4-FFF2-40B4-BE49-F238E27FC236}">
                <a16:creationId xmlns:a16="http://schemas.microsoft.com/office/drawing/2014/main" id="{B92F86DD-58DE-9C11-E5D6-B51784C553EE}"/>
              </a:ext>
            </a:extLst>
          </p:cNvPr>
          <p:cNvGrpSpPr/>
          <p:nvPr/>
        </p:nvGrpSpPr>
        <p:grpSpPr>
          <a:xfrm>
            <a:off x="5632380" y="5070248"/>
            <a:ext cx="441360" cy="161640"/>
            <a:chOff x="5632380" y="5070248"/>
            <a:chExt cx="441360" cy="161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94">
              <p14:nvContentPartPr>
                <p14:cNvPr id="586" name="Ink 585">
                  <a:extLst>
                    <a:ext uri="{FF2B5EF4-FFF2-40B4-BE49-F238E27FC236}">
                      <a16:creationId xmlns:a16="http://schemas.microsoft.com/office/drawing/2014/main" id="{7E72064D-E7E4-0887-574B-D2281CA74E3F}"/>
                    </a:ext>
                  </a:extLst>
                </p14:cNvPr>
                <p14:cNvContentPartPr/>
                <p14:nvPr/>
              </p14:nvContentPartPr>
              <p14:xfrm>
                <a:off x="5917500" y="5070248"/>
                <a:ext cx="140400" cy="68760"/>
              </p14:xfrm>
            </p:contentPart>
          </mc:Choice>
          <mc:Fallback xmlns="">
            <p:pic>
              <p:nvPicPr>
                <p:cNvPr id="586" name="Ink 585">
                  <a:extLst>
                    <a:ext uri="{FF2B5EF4-FFF2-40B4-BE49-F238E27FC236}">
                      <a16:creationId xmlns:a16="http://schemas.microsoft.com/office/drawing/2014/main" id="{7E72064D-E7E4-0887-574B-D2281CA74E3F}"/>
                    </a:ext>
                  </a:extLst>
                </p:cNvPr>
                <p:cNvPicPr/>
                <p:nvPr/>
              </p:nvPicPr>
              <p:blipFill>
                <a:blip r:embed="rId995"/>
                <a:stretch>
                  <a:fillRect/>
                </a:stretch>
              </p:blipFill>
              <p:spPr>
                <a:xfrm>
                  <a:off x="5908500" y="5061248"/>
                  <a:ext cx="15804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6">
              <p14:nvContentPartPr>
                <p14:cNvPr id="587" name="Ink 586">
                  <a:extLst>
                    <a:ext uri="{FF2B5EF4-FFF2-40B4-BE49-F238E27FC236}">
                      <a16:creationId xmlns:a16="http://schemas.microsoft.com/office/drawing/2014/main" id="{E5CCD78F-0578-151C-BC15-7A3A45699FF0}"/>
                    </a:ext>
                  </a:extLst>
                </p14:cNvPr>
                <p14:cNvContentPartPr/>
                <p14:nvPr/>
              </p14:nvContentPartPr>
              <p14:xfrm>
                <a:off x="5632380" y="5210648"/>
                <a:ext cx="441360" cy="21240"/>
              </p14:xfrm>
            </p:contentPart>
          </mc:Choice>
          <mc:Fallback xmlns="">
            <p:pic>
              <p:nvPicPr>
                <p:cNvPr id="587" name="Ink 586">
                  <a:extLst>
                    <a:ext uri="{FF2B5EF4-FFF2-40B4-BE49-F238E27FC236}">
                      <a16:creationId xmlns:a16="http://schemas.microsoft.com/office/drawing/2014/main" id="{E5CCD78F-0578-151C-BC15-7A3A45699FF0}"/>
                    </a:ext>
                  </a:extLst>
                </p:cNvPr>
                <p:cNvPicPr/>
                <p:nvPr/>
              </p:nvPicPr>
              <p:blipFill>
                <a:blip r:embed="rId997"/>
                <a:stretch>
                  <a:fillRect/>
                </a:stretch>
              </p:blipFill>
              <p:spPr>
                <a:xfrm>
                  <a:off x="5623380" y="5201648"/>
                  <a:ext cx="459000" cy="38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93" name="Group 592">
            <a:extLst>
              <a:ext uri="{FF2B5EF4-FFF2-40B4-BE49-F238E27FC236}">
                <a16:creationId xmlns:a16="http://schemas.microsoft.com/office/drawing/2014/main" id="{74FE4E04-76E3-335C-36C4-6B0750262B34}"/>
              </a:ext>
            </a:extLst>
          </p:cNvPr>
          <p:cNvGrpSpPr/>
          <p:nvPr/>
        </p:nvGrpSpPr>
        <p:grpSpPr>
          <a:xfrm>
            <a:off x="5693940" y="5342408"/>
            <a:ext cx="457200" cy="216720"/>
            <a:chOff x="5693940" y="5342408"/>
            <a:chExt cx="457200" cy="216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98">
              <p14:nvContentPartPr>
                <p14:cNvPr id="589" name="Ink 588">
                  <a:extLst>
                    <a:ext uri="{FF2B5EF4-FFF2-40B4-BE49-F238E27FC236}">
                      <a16:creationId xmlns:a16="http://schemas.microsoft.com/office/drawing/2014/main" id="{C7538A1D-7DF7-3A89-C562-92B0992E5CDB}"/>
                    </a:ext>
                  </a:extLst>
                </p14:cNvPr>
                <p14:cNvContentPartPr/>
                <p14:nvPr/>
              </p14:nvContentPartPr>
              <p14:xfrm>
                <a:off x="5693940" y="5351768"/>
                <a:ext cx="178920" cy="149040"/>
              </p14:xfrm>
            </p:contentPart>
          </mc:Choice>
          <mc:Fallback xmlns="">
            <p:pic>
              <p:nvPicPr>
                <p:cNvPr id="589" name="Ink 588">
                  <a:extLst>
                    <a:ext uri="{FF2B5EF4-FFF2-40B4-BE49-F238E27FC236}">
                      <a16:creationId xmlns:a16="http://schemas.microsoft.com/office/drawing/2014/main" id="{C7538A1D-7DF7-3A89-C562-92B0992E5CDB}"/>
                    </a:ext>
                  </a:extLst>
                </p:cNvPr>
                <p:cNvPicPr/>
                <p:nvPr/>
              </p:nvPicPr>
              <p:blipFill>
                <a:blip r:embed="rId999"/>
                <a:stretch>
                  <a:fillRect/>
                </a:stretch>
              </p:blipFill>
              <p:spPr>
                <a:xfrm>
                  <a:off x="5685300" y="5342768"/>
                  <a:ext cx="19656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0">
              <p14:nvContentPartPr>
                <p14:cNvPr id="590" name="Ink 589">
                  <a:extLst>
                    <a:ext uri="{FF2B5EF4-FFF2-40B4-BE49-F238E27FC236}">
                      <a16:creationId xmlns:a16="http://schemas.microsoft.com/office/drawing/2014/main" id="{D35527E0-8E81-5B32-42D1-32B14732EAD9}"/>
                    </a:ext>
                  </a:extLst>
                </p14:cNvPr>
                <p14:cNvContentPartPr/>
                <p14:nvPr/>
              </p14:nvContentPartPr>
              <p14:xfrm>
                <a:off x="5979780" y="5387408"/>
                <a:ext cx="48600" cy="91440"/>
              </p14:xfrm>
            </p:contentPart>
          </mc:Choice>
          <mc:Fallback xmlns="">
            <p:pic>
              <p:nvPicPr>
                <p:cNvPr id="590" name="Ink 589">
                  <a:extLst>
                    <a:ext uri="{FF2B5EF4-FFF2-40B4-BE49-F238E27FC236}">
                      <a16:creationId xmlns:a16="http://schemas.microsoft.com/office/drawing/2014/main" id="{D35527E0-8E81-5B32-42D1-32B14732EAD9}"/>
                    </a:ext>
                  </a:extLst>
                </p:cNvPr>
                <p:cNvPicPr/>
                <p:nvPr/>
              </p:nvPicPr>
              <p:blipFill>
                <a:blip r:embed="rId1001"/>
                <a:stretch>
                  <a:fillRect/>
                </a:stretch>
              </p:blipFill>
              <p:spPr>
                <a:xfrm>
                  <a:off x="5971140" y="5378768"/>
                  <a:ext cx="6624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2">
              <p14:nvContentPartPr>
                <p14:cNvPr id="591" name="Ink 590">
                  <a:extLst>
                    <a:ext uri="{FF2B5EF4-FFF2-40B4-BE49-F238E27FC236}">
                      <a16:creationId xmlns:a16="http://schemas.microsoft.com/office/drawing/2014/main" id="{1A513024-B1C8-6026-9281-EAFFD46379F4}"/>
                    </a:ext>
                  </a:extLst>
                </p14:cNvPr>
                <p14:cNvContentPartPr/>
                <p14:nvPr/>
              </p14:nvContentPartPr>
              <p14:xfrm>
                <a:off x="5905620" y="5342408"/>
                <a:ext cx="162720" cy="25200"/>
              </p14:xfrm>
            </p:contentPart>
          </mc:Choice>
          <mc:Fallback xmlns="">
            <p:pic>
              <p:nvPicPr>
                <p:cNvPr id="591" name="Ink 590">
                  <a:extLst>
                    <a:ext uri="{FF2B5EF4-FFF2-40B4-BE49-F238E27FC236}">
                      <a16:creationId xmlns:a16="http://schemas.microsoft.com/office/drawing/2014/main" id="{1A513024-B1C8-6026-9281-EAFFD46379F4}"/>
                    </a:ext>
                  </a:extLst>
                </p:cNvPr>
                <p:cNvPicPr/>
                <p:nvPr/>
              </p:nvPicPr>
              <p:blipFill>
                <a:blip r:embed="rId1003"/>
                <a:stretch>
                  <a:fillRect/>
                </a:stretch>
              </p:blipFill>
              <p:spPr>
                <a:xfrm>
                  <a:off x="5896980" y="5333768"/>
                  <a:ext cx="18036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4">
              <p14:nvContentPartPr>
                <p14:cNvPr id="592" name="Ink 591">
                  <a:extLst>
                    <a:ext uri="{FF2B5EF4-FFF2-40B4-BE49-F238E27FC236}">
                      <a16:creationId xmlns:a16="http://schemas.microsoft.com/office/drawing/2014/main" id="{34E87460-9A4D-1C0F-074B-024AD1999A0C}"/>
                    </a:ext>
                  </a:extLst>
                </p14:cNvPr>
                <p14:cNvContentPartPr/>
                <p14:nvPr/>
              </p14:nvContentPartPr>
              <p14:xfrm>
                <a:off x="6130620" y="5496488"/>
                <a:ext cx="20520" cy="62640"/>
              </p14:xfrm>
            </p:contentPart>
          </mc:Choice>
          <mc:Fallback xmlns="">
            <p:pic>
              <p:nvPicPr>
                <p:cNvPr id="592" name="Ink 591">
                  <a:extLst>
                    <a:ext uri="{FF2B5EF4-FFF2-40B4-BE49-F238E27FC236}">
                      <a16:creationId xmlns:a16="http://schemas.microsoft.com/office/drawing/2014/main" id="{34E87460-9A4D-1C0F-074B-024AD1999A0C}"/>
                    </a:ext>
                  </a:extLst>
                </p:cNvPr>
                <p:cNvPicPr/>
                <p:nvPr/>
              </p:nvPicPr>
              <p:blipFill>
                <a:blip r:embed="rId1005"/>
                <a:stretch>
                  <a:fillRect/>
                </a:stretch>
              </p:blipFill>
              <p:spPr>
                <a:xfrm>
                  <a:off x="6121620" y="5487848"/>
                  <a:ext cx="38160" cy="80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02" name="Group 601">
            <a:extLst>
              <a:ext uri="{FF2B5EF4-FFF2-40B4-BE49-F238E27FC236}">
                <a16:creationId xmlns:a16="http://schemas.microsoft.com/office/drawing/2014/main" id="{5BA1A256-EE04-BC6E-EF37-1F90BD88EA8C}"/>
              </a:ext>
            </a:extLst>
          </p:cNvPr>
          <p:cNvGrpSpPr/>
          <p:nvPr/>
        </p:nvGrpSpPr>
        <p:grpSpPr>
          <a:xfrm>
            <a:off x="6337620" y="5034248"/>
            <a:ext cx="788760" cy="271080"/>
            <a:chOff x="6337620" y="5034248"/>
            <a:chExt cx="788760" cy="271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06">
              <p14:nvContentPartPr>
                <p14:cNvPr id="594" name="Ink 593">
                  <a:extLst>
                    <a:ext uri="{FF2B5EF4-FFF2-40B4-BE49-F238E27FC236}">
                      <a16:creationId xmlns:a16="http://schemas.microsoft.com/office/drawing/2014/main" id="{26F977B2-2B90-C264-9F74-C2184F7F403A}"/>
                    </a:ext>
                  </a:extLst>
                </p14:cNvPr>
                <p14:cNvContentPartPr/>
                <p14:nvPr/>
              </p14:nvContentPartPr>
              <p14:xfrm>
                <a:off x="6337620" y="5247728"/>
                <a:ext cx="104760" cy="9360"/>
              </p14:xfrm>
            </p:contentPart>
          </mc:Choice>
          <mc:Fallback xmlns="">
            <p:pic>
              <p:nvPicPr>
                <p:cNvPr id="594" name="Ink 593">
                  <a:extLst>
                    <a:ext uri="{FF2B5EF4-FFF2-40B4-BE49-F238E27FC236}">
                      <a16:creationId xmlns:a16="http://schemas.microsoft.com/office/drawing/2014/main" id="{26F977B2-2B90-C264-9F74-C2184F7F403A}"/>
                    </a:ext>
                  </a:extLst>
                </p:cNvPr>
                <p:cNvPicPr/>
                <p:nvPr/>
              </p:nvPicPr>
              <p:blipFill>
                <a:blip r:embed="rId1007"/>
                <a:stretch>
                  <a:fillRect/>
                </a:stretch>
              </p:blipFill>
              <p:spPr>
                <a:xfrm>
                  <a:off x="6328980" y="5238728"/>
                  <a:ext cx="12240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8">
              <p14:nvContentPartPr>
                <p14:cNvPr id="595" name="Ink 594">
                  <a:extLst>
                    <a:ext uri="{FF2B5EF4-FFF2-40B4-BE49-F238E27FC236}">
                      <a16:creationId xmlns:a16="http://schemas.microsoft.com/office/drawing/2014/main" id="{1A0524BC-F16B-3ED2-F08E-82EDF527F307}"/>
                    </a:ext>
                  </a:extLst>
                </p14:cNvPr>
                <p14:cNvContentPartPr/>
                <p14:nvPr/>
              </p14:nvContentPartPr>
              <p14:xfrm>
                <a:off x="6561540" y="5064128"/>
                <a:ext cx="187200" cy="127440"/>
              </p14:xfrm>
            </p:contentPart>
          </mc:Choice>
          <mc:Fallback xmlns="">
            <p:pic>
              <p:nvPicPr>
                <p:cNvPr id="595" name="Ink 594">
                  <a:extLst>
                    <a:ext uri="{FF2B5EF4-FFF2-40B4-BE49-F238E27FC236}">
                      <a16:creationId xmlns:a16="http://schemas.microsoft.com/office/drawing/2014/main" id="{1A0524BC-F16B-3ED2-F08E-82EDF527F307}"/>
                    </a:ext>
                  </a:extLst>
                </p:cNvPr>
                <p:cNvPicPr/>
                <p:nvPr/>
              </p:nvPicPr>
              <p:blipFill>
                <a:blip r:embed="rId1009"/>
                <a:stretch>
                  <a:fillRect/>
                </a:stretch>
              </p:blipFill>
              <p:spPr>
                <a:xfrm>
                  <a:off x="6552900" y="5055128"/>
                  <a:ext cx="20484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0">
              <p14:nvContentPartPr>
                <p14:cNvPr id="596" name="Ink 595">
                  <a:extLst>
                    <a:ext uri="{FF2B5EF4-FFF2-40B4-BE49-F238E27FC236}">
                      <a16:creationId xmlns:a16="http://schemas.microsoft.com/office/drawing/2014/main" id="{E01DE0E5-00C8-923C-A899-81C9FFC1B082}"/>
                    </a:ext>
                  </a:extLst>
                </p14:cNvPr>
                <p14:cNvContentPartPr/>
                <p14:nvPr/>
              </p14:nvContentPartPr>
              <p14:xfrm>
                <a:off x="6825420" y="5132888"/>
                <a:ext cx="37080" cy="74520"/>
              </p14:xfrm>
            </p:contentPart>
          </mc:Choice>
          <mc:Fallback xmlns="">
            <p:pic>
              <p:nvPicPr>
                <p:cNvPr id="596" name="Ink 595">
                  <a:extLst>
                    <a:ext uri="{FF2B5EF4-FFF2-40B4-BE49-F238E27FC236}">
                      <a16:creationId xmlns:a16="http://schemas.microsoft.com/office/drawing/2014/main" id="{E01DE0E5-00C8-923C-A899-81C9FFC1B082}"/>
                    </a:ext>
                  </a:extLst>
                </p:cNvPr>
                <p:cNvPicPr/>
                <p:nvPr/>
              </p:nvPicPr>
              <p:blipFill>
                <a:blip r:embed="rId1011"/>
                <a:stretch>
                  <a:fillRect/>
                </a:stretch>
              </p:blipFill>
              <p:spPr>
                <a:xfrm>
                  <a:off x="6816780" y="5124248"/>
                  <a:ext cx="5472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2">
              <p14:nvContentPartPr>
                <p14:cNvPr id="597" name="Ink 596">
                  <a:extLst>
                    <a:ext uri="{FF2B5EF4-FFF2-40B4-BE49-F238E27FC236}">
                      <a16:creationId xmlns:a16="http://schemas.microsoft.com/office/drawing/2014/main" id="{1435978D-1F0A-2081-C35E-95A12410246C}"/>
                    </a:ext>
                  </a:extLst>
                </p14:cNvPr>
                <p14:cNvContentPartPr/>
                <p14:nvPr/>
              </p14:nvContentPartPr>
              <p14:xfrm>
                <a:off x="6873300" y="5117408"/>
                <a:ext cx="78480" cy="84600"/>
              </p14:xfrm>
            </p:contentPart>
          </mc:Choice>
          <mc:Fallback xmlns="">
            <p:pic>
              <p:nvPicPr>
                <p:cNvPr id="597" name="Ink 596">
                  <a:extLst>
                    <a:ext uri="{FF2B5EF4-FFF2-40B4-BE49-F238E27FC236}">
                      <a16:creationId xmlns:a16="http://schemas.microsoft.com/office/drawing/2014/main" id="{1435978D-1F0A-2081-C35E-95A12410246C}"/>
                    </a:ext>
                  </a:extLst>
                </p:cNvPr>
                <p:cNvPicPr/>
                <p:nvPr/>
              </p:nvPicPr>
              <p:blipFill>
                <a:blip r:embed="rId1013"/>
                <a:stretch>
                  <a:fillRect/>
                </a:stretch>
              </p:blipFill>
              <p:spPr>
                <a:xfrm>
                  <a:off x="6864660" y="5108408"/>
                  <a:ext cx="9612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4">
              <p14:nvContentPartPr>
                <p14:cNvPr id="598" name="Ink 597">
                  <a:extLst>
                    <a:ext uri="{FF2B5EF4-FFF2-40B4-BE49-F238E27FC236}">
                      <a16:creationId xmlns:a16="http://schemas.microsoft.com/office/drawing/2014/main" id="{5DB3A2A6-7765-8C4F-2B94-E2EBCF271079}"/>
                    </a:ext>
                  </a:extLst>
                </p14:cNvPr>
                <p14:cNvContentPartPr/>
                <p14:nvPr/>
              </p14:nvContentPartPr>
              <p14:xfrm>
                <a:off x="6780420" y="5076728"/>
                <a:ext cx="145080" cy="14760"/>
              </p14:xfrm>
            </p:contentPart>
          </mc:Choice>
          <mc:Fallback xmlns="">
            <p:pic>
              <p:nvPicPr>
                <p:cNvPr id="598" name="Ink 597">
                  <a:extLst>
                    <a:ext uri="{FF2B5EF4-FFF2-40B4-BE49-F238E27FC236}">
                      <a16:creationId xmlns:a16="http://schemas.microsoft.com/office/drawing/2014/main" id="{5DB3A2A6-7765-8C4F-2B94-E2EBCF271079}"/>
                    </a:ext>
                  </a:extLst>
                </p:cNvPr>
                <p:cNvPicPr/>
                <p:nvPr/>
              </p:nvPicPr>
              <p:blipFill>
                <a:blip r:embed="rId1015"/>
                <a:stretch>
                  <a:fillRect/>
                </a:stretch>
              </p:blipFill>
              <p:spPr>
                <a:xfrm>
                  <a:off x="6771780" y="5068088"/>
                  <a:ext cx="16272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6">
              <p14:nvContentPartPr>
                <p14:cNvPr id="599" name="Ink 598">
                  <a:extLst>
                    <a:ext uri="{FF2B5EF4-FFF2-40B4-BE49-F238E27FC236}">
                      <a16:creationId xmlns:a16="http://schemas.microsoft.com/office/drawing/2014/main" id="{8B4E2A36-DFC4-266A-76DE-404AFA3F10C6}"/>
                    </a:ext>
                  </a:extLst>
                </p14:cNvPr>
                <p14:cNvContentPartPr/>
                <p14:nvPr/>
              </p14:nvContentPartPr>
              <p14:xfrm>
                <a:off x="7039620" y="5122448"/>
                <a:ext cx="57240" cy="59760"/>
              </p14:xfrm>
            </p:contentPart>
          </mc:Choice>
          <mc:Fallback xmlns="">
            <p:pic>
              <p:nvPicPr>
                <p:cNvPr id="599" name="Ink 598">
                  <a:extLst>
                    <a:ext uri="{FF2B5EF4-FFF2-40B4-BE49-F238E27FC236}">
                      <a16:creationId xmlns:a16="http://schemas.microsoft.com/office/drawing/2014/main" id="{8B4E2A36-DFC4-266A-76DE-404AFA3F10C6}"/>
                    </a:ext>
                  </a:extLst>
                </p:cNvPr>
                <p:cNvPicPr/>
                <p:nvPr/>
              </p:nvPicPr>
              <p:blipFill>
                <a:blip r:embed="rId1017"/>
                <a:stretch>
                  <a:fillRect/>
                </a:stretch>
              </p:blipFill>
              <p:spPr>
                <a:xfrm>
                  <a:off x="7030980" y="5113808"/>
                  <a:ext cx="7488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8">
              <p14:nvContentPartPr>
                <p14:cNvPr id="600" name="Ink 599">
                  <a:extLst>
                    <a:ext uri="{FF2B5EF4-FFF2-40B4-BE49-F238E27FC236}">
                      <a16:creationId xmlns:a16="http://schemas.microsoft.com/office/drawing/2014/main" id="{7499ADB9-4511-65A6-6068-DFBA5D59B1AC}"/>
                    </a:ext>
                  </a:extLst>
                </p14:cNvPr>
                <p14:cNvContentPartPr/>
                <p14:nvPr/>
              </p14:nvContentPartPr>
              <p14:xfrm>
                <a:off x="7027380" y="5034248"/>
                <a:ext cx="12600" cy="6480"/>
              </p14:xfrm>
            </p:contentPart>
          </mc:Choice>
          <mc:Fallback xmlns="">
            <p:pic>
              <p:nvPicPr>
                <p:cNvPr id="600" name="Ink 599">
                  <a:extLst>
                    <a:ext uri="{FF2B5EF4-FFF2-40B4-BE49-F238E27FC236}">
                      <a16:creationId xmlns:a16="http://schemas.microsoft.com/office/drawing/2014/main" id="{7499ADB9-4511-65A6-6068-DFBA5D59B1AC}"/>
                    </a:ext>
                  </a:extLst>
                </p:cNvPr>
                <p:cNvPicPr/>
                <p:nvPr/>
              </p:nvPicPr>
              <p:blipFill>
                <a:blip r:embed="rId1019"/>
                <a:stretch>
                  <a:fillRect/>
                </a:stretch>
              </p:blipFill>
              <p:spPr>
                <a:xfrm>
                  <a:off x="7018740" y="5025248"/>
                  <a:ext cx="3024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0">
              <p14:nvContentPartPr>
                <p14:cNvPr id="601" name="Ink 600">
                  <a:extLst>
                    <a:ext uri="{FF2B5EF4-FFF2-40B4-BE49-F238E27FC236}">
                      <a16:creationId xmlns:a16="http://schemas.microsoft.com/office/drawing/2014/main" id="{469FCE8C-B3B0-C0C1-FB6E-ED9330BCACBA}"/>
                    </a:ext>
                  </a:extLst>
                </p14:cNvPr>
                <p14:cNvContentPartPr/>
                <p14:nvPr/>
              </p14:nvContentPartPr>
              <p14:xfrm>
                <a:off x="6614460" y="5293808"/>
                <a:ext cx="511920" cy="11520"/>
              </p14:xfrm>
            </p:contentPart>
          </mc:Choice>
          <mc:Fallback xmlns="">
            <p:pic>
              <p:nvPicPr>
                <p:cNvPr id="601" name="Ink 600">
                  <a:extLst>
                    <a:ext uri="{FF2B5EF4-FFF2-40B4-BE49-F238E27FC236}">
                      <a16:creationId xmlns:a16="http://schemas.microsoft.com/office/drawing/2014/main" id="{469FCE8C-B3B0-C0C1-FB6E-ED9330BCACBA}"/>
                    </a:ext>
                  </a:extLst>
                </p:cNvPr>
                <p:cNvPicPr/>
                <p:nvPr/>
              </p:nvPicPr>
              <p:blipFill>
                <a:blip r:embed="rId1021"/>
                <a:stretch>
                  <a:fillRect/>
                </a:stretch>
              </p:blipFill>
              <p:spPr>
                <a:xfrm>
                  <a:off x="6605460" y="5285168"/>
                  <a:ext cx="529560" cy="29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07" name="Group 606">
            <a:extLst>
              <a:ext uri="{FF2B5EF4-FFF2-40B4-BE49-F238E27FC236}">
                <a16:creationId xmlns:a16="http://schemas.microsoft.com/office/drawing/2014/main" id="{97FD6699-D0DC-62F0-D253-8BF2C58B965F}"/>
              </a:ext>
            </a:extLst>
          </p:cNvPr>
          <p:cNvGrpSpPr/>
          <p:nvPr/>
        </p:nvGrpSpPr>
        <p:grpSpPr>
          <a:xfrm>
            <a:off x="6661980" y="5381648"/>
            <a:ext cx="415800" cy="196920"/>
            <a:chOff x="6661980" y="5381648"/>
            <a:chExt cx="415800" cy="196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22">
              <p14:nvContentPartPr>
                <p14:cNvPr id="603" name="Ink 602">
                  <a:extLst>
                    <a:ext uri="{FF2B5EF4-FFF2-40B4-BE49-F238E27FC236}">
                      <a16:creationId xmlns:a16="http://schemas.microsoft.com/office/drawing/2014/main" id="{42ACC4FC-4F03-2341-65B1-4CBC5915E26F}"/>
                    </a:ext>
                  </a:extLst>
                </p14:cNvPr>
                <p14:cNvContentPartPr/>
                <p14:nvPr/>
              </p14:nvContentPartPr>
              <p14:xfrm>
                <a:off x="6661980" y="5419808"/>
                <a:ext cx="166680" cy="127800"/>
              </p14:xfrm>
            </p:contentPart>
          </mc:Choice>
          <mc:Fallback xmlns="">
            <p:pic>
              <p:nvPicPr>
                <p:cNvPr id="603" name="Ink 602">
                  <a:extLst>
                    <a:ext uri="{FF2B5EF4-FFF2-40B4-BE49-F238E27FC236}">
                      <a16:creationId xmlns:a16="http://schemas.microsoft.com/office/drawing/2014/main" id="{42ACC4FC-4F03-2341-65B1-4CBC5915E26F}"/>
                    </a:ext>
                  </a:extLst>
                </p:cNvPr>
                <p:cNvPicPr/>
                <p:nvPr/>
              </p:nvPicPr>
              <p:blipFill>
                <a:blip r:embed="rId1023"/>
                <a:stretch>
                  <a:fillRect/>
                </a:stretch>
              </p:blipFill>
              <p:spPr>
                <a:xfrm>
                  <a:off x="6652980" y="5411168"/>
                  <a:ext cx="18432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4">
              <p14:nvContentPartPr>
                <p14:cNvPr id="604" name="Ink 603">
                  <a:extLst>
                    <a:ext uri="{FF2B5EF4-FFF2-40B4-BE49-F238E27FC236}">
                      <a16:creationId xmlns:a16="http://schemas.microsoft.com/office/drawing/2014/main" id="{E1AC2AB3-6351-0B5F-8E1B-38435AAB1998}"/>
                    </a:ext>
                  </a:extLst>
                </p14:cNvPr>
                <p14:cNvContentPartPr/>
                <p14:nvPr/>
              </p14:nvContentPartPr>
              <p14:xfrm>
                <a:off x="6920100" y="5460128"/>
                <a:ext cx="39240" cy="68400"/>
              </p14:xfrm>
            </p:contentPart>
          </mc:Choice>
          <mc:Fallback xmlns="">
            <p:pic>
              <p:nvPicPr>
                <p:cNvPr id="604" name="Ink 603">
                  <a:extLst>
                    <a:ext uri="{FF2B5EF4-FFF2-40B4-BE49-F238E27FC236}">
                      <a16:creationId xmlns:a16="http://schemas.microsoft.com/office/drawing/2014/main" id="{E1AC2AB3-6351-0B5F-8E1B-38435AAB1998}"/>
                    </a:ext>
                  </a:extLst>
                </p:cNvPr>
                <p:cNvPicPr/>
                <p:nvPr/>
              </p:nvPicPr>
              <p:blipFill>
                <a:blip r:embed="rId1025"/>
                <a:stretch>
                  <a:fillRect/>
                </a:stretch>
              </p:blipFill>
              <p:spPr>
                <a:xfrm>
                  <a:off x="6911460" y="5451488"/>
                  <a:ext cx="5688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6">
              <p14:nvContentPartPr>
                <p14:cNvPr id="605" name="Ink 604">
                  <a:extLst>
                    <a:ext uri="{FF2B5EF4-FFF2-40B4-BE49-F238E27FC236}">
                      <a16:creationId xmlns:a16="http://schemas.microsoft.com/office/drawing/2014/main" id="{254F99A1-F57E-61C6-B304-4D20B7813B56}"/>
                    </a:ext>
                  </a:extLst>
                </p14:cNvPr>
                <p14:cNvContentPartPr/>
                <p14:nvPr/>
              </p14:nvContentPartPr>
              <p14:xfrm>
                <a:off x="6805980" y="5381648"/>
                <a:ext cx="177120" cy="27000"/>
              </p14:xfrm>
            </p:contentPart>
          </mc:Choice>
          <mc:Fallback xmlns="">
            <p:pic>
              <p:nvPicPr>
                <p:cNvPr id="605" name="Ink 604">
                  <a:extLst>
                    <a:ext uri="{FF2B5EF4-FFF2-40B4-BE49-F238E27FC236}">
                      <a16:creationId xmlns:a16="http://schemas.microsoft.com/office/drawing/2014/main" id="{254F99A1-F57E-61C6-B304-4D20B7813B56}"/>
                    </a:ext>
                  </a:extLst>
                </p:cNvPr>
                <p:cNvPicPr/>
                <p:nvPr/>
              </p:nvPicPr>
              <p:blipFill>
                <a:blip r:embed="rId1027"/>
                <a:stretch>
                  <a:fillRect/>
                </a:stretch>
              </p:blipFill>
              <p:spPr>
                <a:xfrm>
                  <a:off x="6796980" y="5372648"/>
                  <a:ext cx="19476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8">
              <p14:nvContentPartPr>
                <p14:cNvPr id="606" name="Ink 605">
                  <a:extLst>
                    <a:ext uri="{FF2B5EF4-FFF2-40B4-BE49-F238E27FC236}">
                      <a16:creationId xmlns:a16="http://schemas.microsoft.com/office/drawing/2014/main" id="{D9F0A26E-9108-3225-8BAB-4BF5D7D5315A}"/>
                    </a:ext>
                  </a:extLst>
                </p14:cNvPr>
                <p14:cNvContentPartPr/>
                <p14:nvPr/>
              </p14:nvContentPartPr>
              <p14:xfrm>
                <a:off x="7050060" y="5527808"/>
                <a:ext cx="27720" cy="50760"/>
              </p14:xfrm>
            </p:contentPart>
          </mc:Choice>
          <mc:Fallback xmlns="">
            <p:pic>
              <p:nvPicPr>
                <p:cNvPr id="606" name="Ink 605">
                  <a:extLst>
                    <a:ext uri="{FF2B5EF4-FFF2-40B4-BE49-F238E27FC236}">
                      <a16:creationId xmlns:a16="http://schemas.microsoft.com/office/drawing/2014/main" id="{D9F0A26E-9108-3225-8BAB-4BF5D7D5315A}"/>
                    </a:ext>
                  </a:extLst>
                </p:cNvPr>
                <p:cNvPicPr/>
                <p:nvPr/>
              </p:nvPicPr>
              <p:blipFill>
                <a:blip r:embed="rId1029"/>
                <a:stretch>
                  <a:fillRect/>
                </a:stretch>
              </p:blipFill>
              <p:spPr>
                <a:xfrm>
                  <a:off x="7041060" y="5518808"/>
                  <a:ext cx="45360" cy="68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30">
            <p14:nvContentPartPr>
              <p14:cNvPr id="608" name="Ink 607">
                <a:extLst>
                  <a:ext uri="{FF2B5EF4-FFF2-40B4-BE49-F238E27FC236}">
                    <a16:creationId xmlns:a16="http://schemas.microsoft.com/office/drawing/2014/main" id="{1A5C5923-B5AD-6CAF-4233-7BFD8D614AD8}"/>
                  </a:ext>
                </a:extLst>
              </p14:cNvPr>
              <p14:cNvContentPartPr/>
              <p14:nvPr/>
            </p14:nvContentPartPr>
            <p14:xfrm>
              <a:off x="7299180" y="5269688"/>
              <a:ext cx="83520" cy="18720"/>
            </p14:xfrm>
          </p:contentPart>
        </mc:Choice>
        <mc:Fallback xmlns="">
          <p:pic>
            <p:nvPicPr>
              <p:cNvPr id="608" name="Ink 607">
                <a:extLst>
                  <a:ext uri="{FF2B5EF4-FFF2-40B4-BE49-F238E27FC236}">
                    <a16:creationId xmlns:a16="http://schemas.microsoft.com/office/drawing/2014/main" id="{1A5C5923-B5AD-6CAF-4233-7BFD8D614AD8}"/>
                  </a:ext>
                </a:extLst>
              </p:cNvPr>
              <p:cNvPicPr/>
              <p:nvPr/>
            </p:nvPicPr>
            <p:blipFill>
              <a:blip r:embed="rId1031"/>
              <a:stretch>
                <a:fillRect/>
              </a:stretch>
            </p:blipFill>
            <p:spPr>
              <a:xfrm>
                <a:off x="7290540" y="5261048"/>
                <a:ext cx="101160" cy="36360"/>
              </a:xfrm>
              <a:prstGeom prst="rect">
                <a:avLst/>
              </a:prstGeom>
            </p:spPr>
          </p:pic>
        </mc:Fallback>
      </mc:AlternateContent>
      <p:grpSp>
        <p:nvGrpSpPr>
          <p:cNvPr id="617" name="Group 616">
            <a:extLst>
              <a:ext uri="{FF2B5EF4-FFF2-40B4-BE49-F238E27FC236}">
                <a16:creationId xmlns:a16="http://schemas.microsoft.com/office/drawing/2014/main" id="{4D12580B-DCF8-9EA7-05E2-23CB879C8ED5}"/>
              </a:ext>
            </a:extLst>
          </p:cNvPr>
          <p:cNvGrpSpPr/>
          <p:nvPr/>
        </p:nvGrpSpPr>
        <p:grpSpPr>
          <a:xfrm>
            <a:off x="7484220" y="5017688"/>
            <a:ext cx="827280" cy="165600"/>
            <a:chOff x="7484220" y="5017688"/>
            <a:chExt cx="827280" cy="165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32">
              <p14:nvContentPartPr>
                <p14:cNvPr id="609" name="Ink 608">
                  <a:extLst>
                    <a:ext uri="{FF2B5EF4-FFF2-40B4-BE49-F238E27FC236}">
                      <a16:creationId xmlns:a16="http://schemas.microsoft.com/office/drawing/2014/main" id="{FA508283-D82A-4BBB-4F57-58807210779D}"/>
                    </a:ext>
                  </a:extLst>
                </p14:cNvPr>
                <p14:cNvContentPartPr/>
                <p14:nvPr/>
              </p14:nvContentPartPr>
              <p14:xfrm>
                <a:off x="7484220" y="5054048"/>
                <a:ext cx="139320" cy="116640"/>
              </p14:xfrm>
            </p:contentPart>
          </mc:Choice>
          <mc:Fallback xmlns="">
            <p:pic>
              <p:nvPicPr>
                <p:cNvPr id="609" name="Ink 608">
                  <a:extLst>
                    <a:ext uri="{FF2B5EF4-FFF2-40B4-BE49-F238E27FC236}">
                      <a16:creationId xmlns:a16="http://schemas.microsoft.com/office/drawing/2014/main" id="{FA508283-D82A-4BBB-4F57-58807210779D}"/>
                    </a:ext>
                  </a:extLst>
                </p:cNvPr>
                <p:cNvPicPr/>
                <p:nvPr/>
              </p:nvPicPr>
              <p:blipFill>
                <a:blip r:embed="rId1033"/>
                <a:stretch>
                  <a:fillRect/>
                </a:stretch>
              </p:blipFill>
              <p:spPr>
                <a:xfrm>
                  <a:off x="7475220" y="5045408"/>
                  <a:ext cx="15696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4">
              <p14:nvContentPartPr>
                <p14:cNvPr id="610" name="Ink 609">
                  <a:extLst>
                    <a:ext uri="{FF2B5EF4-FFF2-40B4-BE49-F238E27FC236}">
                      <a16:creationId xmlns:a16="http://schemas.microsoft.com/office/drawing/2014/main" id="{DBE1F0FA-4DE3-1824-D9C1-933A0F083667}"/>
                    </a:ext>
                  </a:extLst>
                </p14:cNvPr>
                <p14:cNvContentPartPr/>
                <p14:nvPr/>
              </p14:nvContentPartPr>
              <p14:xfrm>
                <a:off x="7681500" y="5106968"/>
                <a:ext cx="48960" cy="71280"/>
              </p14:xfrm>
            </p:contentPart>
          </mc:Choice>
          <mc:Fallback xmlns="">
            <p:pic>
              <p:nvPicPr>
                <p:cNvPr id="610" name="Ink 609">
                  <a:extLst>
                    <a:ext uri="{FF2B5EF4-FFF2-40B4-BE49-F238E27FC236}">
                      <a16:creationId xmlns:a16="http://schemas.microsoft.com/office/drawing/2014/main" id="{DBE1F0FA-4DE3-1824-D9C1-933A0F083667}"/>
                    </a:ext>
                  </a:extLst>
                </p:cNvPr>
                <p:cNvPicPr/>
                <p:nvPr/>
              </p:nvPicPr>
              <p:blipFill>
                <a:blip r:embed="rId1035"/>
                <a:stretch>
                  <a:fillRect/>
                </a:stretch>
              </p:blipFill>
              <p:spPr>
                <a:xfrm>
                  <a:off x="7672860" y="5097968"/>
                  <a:ext cx="6660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6">
              <p14:nvContentPartPr>
                <p14:cNvPr id="611" name="Ink 610">
                  <a:extLst>
                    <a:ext uri="{FF2B5EF4-FFF2-40B4-BE49-F238E27FC236}">
                      <a16:creationId xmlns:a16="http://schemas.microsoft.com/office/drawing/2014/main" id="{08B25012-A355-0F90-7FE0-E2B7BDA3B07C}"/>
                    </a:ext>
                  </a:extLst>
                </p14:cNvPr>
                <p14:cNvContentPartPr/>
                <p14:nvPr/>
              </p14:nvContentPartPr>
              <p14:xfrm>
                <a:off x="7735860" y="5101928"/>
                <a:ext cx="57600" cy="67680"/>
              </p14:xfrm>
            </p:contentPart>
          </mc:Choice>
          <mc:Fallback xmlns="">
            <p:pic>
              <p:nvPicPr>
                <p:cNvPr id="611" name="Ink 610">
                  <a:extLst>
                    <a:ext uri="{FF2B5EF4-FFF2-40B4-BE49-F238E27FC236}">
                      <a16:creationId xmlns:a16="http://schemas.microsoft.com/office/drawing/2014/main" id="{08B25012-A355-0F90-7FE0-E2B7BDA3B07C}"/>
                    </a:ext>
                  </a:extLst>
                </p:cNvPr>
                <p:cNvPicPr/>
                <p:nvPr/>
              </p:nvPicPr>
              <p:blipFill>
                <a:blip r:embed="rId1037"/>
                <a:stretch>
                  <a:fillRect/>
                </a:stretch>
              </p:blipFill>
              <p:spPr>
                <a:xfrm>
                  <a:off x="7726860" y="5092928"/>
                  <a:ext cx="7524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8">
              <p14:nvContentPartPr>
                <p14:cNvPr id="612" name="Ink 611">
                  <a:extLst>
                    <a:ext uri="{FF2B5EF4-FFF2-40B4-BE49-F238E27FC236}">
                      <a16:creationId xmlns:a16="http://schemas.microsoft.com/office/drawing/2014/main" id="{D655B001-7973-C966-DF89-D5F5500DA972}"/>
                    </a:ext>
                  </a:extLst>
                </p14:cNvPr>
                <p14:cNvContentPartPr/>
                <p14:nvPr/>
              </p14:nvContentPartPr>
              <p14:xfrm>
                <a:off x="7632180" y="5038928"/>
                <a:ext cx="129960" cy="21600"/>
              </p14:xfrm>
            </p:contentPart>
          </mc:Choice>
          <mc:Fallback xmlns="">
            <p:pic>
              <p:nvPicPr>
                <p:cNvPr id="612" name="Ink 611">
                  <a:extLst>
                    <a:ext uri="{FF2B5EF4-FFF2-40B4-BE49-F238E27FC236}">
                      <a16:creationId xmlns:a16="http://schemas.microsoft.com/office/drawing/2014/main" id="{D655B001-7973-C966-DF89-D5F5500DA972}"/>
                    </a:ext>
                  </a:extLst>
                </p:cNvPr>
                <p:cNvPicPr/>
                <p:nvPr/>
              </p:nvPicPr>
              <p:blipFill>
                <a:blip r:embed="rId1039"/>
                <a:stretch>
                  <a:fillRect/>
                </a:stretch>
              </p:blipFill>
              <p:spPr>
                <a:xfrm>
                  <a:off x="7623540" y="5030288"/>
                  <a:ext cx="14760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0">
              <p14:nvContentPartPr>
                <p14:cNvPr id="613" name="Ink 612">
                  <a:extLst>
                    <a:ext uri="{FF2B5EF4-FFF2-40B4-BE49-F238E27FC236}">
                      <a16:creationId xmlns:a16="http://schemas.microsoft.com/office/drawing/2014/main" id="{7D1696E4-4613-8036-3F19-CBF34EE4E556}"/>
                    </a:ext>
                  </a:extLst>
                </p14:cNvPr>
                <p14:cNvContentPartPr/>
                <p14:nvPr/>
              </p14:nvContentPartPr>
              <p14:xfrm>
                <a:off x="7849980" y="5018768"/>
                <a:ext cx="68040" cy="149760"/>
              </p14:xfrm>
            </p:contentPart>
          </mc:Choice>
          <mc:Fallback xmlns="">
            <p:pic>
              <p:nvPicPr>
                <p:cNvPr id="613" name="Ink 612">
                  <a:extLst>
                    <a:ext uri="{FF2B5EF4-FFF2-40B4-BE49-F238E27FC236}">
                      <a16:creationId xmlns:a16="http://schemas.microsoft.com/office/drawing/2014/main" id="{7D1696E4-4613-8036-3F19-CBF34EE4E556}"/>
                    </a:ext>
                  </a:extLst>
                </p:cNvPr>
                <p:cNvPicPr/>
                <p:nvPr/>
              </p:nvPicPr>
              <p:blipFill>
                <a:blip r:embed="rId1041"/>
                <a:stretch>
                  <a:fillRect/>
                </a:stretch>
              </p:blipFill>
              <p:spPr>
                <a:xfrm>
                  <a:off x="7841340" y="5009768"/>
                  <a:ext cx="8568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2">
              <p14:nvContentPartPr>
                <p14:cNvPr id="614" name="Ink 613">
                  <a:extLst>
                    <a:ext uri="{FF2B5EF4-FFF2-40B4-BE49-F238E27FC236}">
                      <a16:creationId xmlns:a16="http://schemas.microsoft.com/office/drawing/2014/main" id="{709ED82A-BD8E-6AB0-257E-D2C0D0B96E9B}"/>
                    </a:ext>
                  </a:extLst>
                </p14:cNvPr>
                <p14:cNvContentPartPr/>
                <p14:nvPr/>
              </p14:nvContentPartPr>
              <p14:xfrm>
                <a:off x="7910820" y="5083208"/>
                <a:ext cx="114120" cy="61560"/>
              </p14:xfrm>
            </p:contentPart>
          </mc:Choice>
          <mc:Fallback xmlns="">
            <p:pic>
              <p:nvPicPr>
                <p:cNvPr id="614" name="Ink 613">
                  <a:extLst>
                    <a:ext uri="{FF2B5EF4-FFF2-40B4-BE49-F238E27FC236}">
                      <a16:creationId xmlns:a16="http://schemas.microsoft.com/office/drawing/2014/main" id="{709ED82A-BD8E-6AB0-257E-D2C0D0B96E9B}"/>
                    </a:ext>
                  </a:extLst>
                </p:cNvPr>
                <p:cNvPicPr/>
                <p:nvPr/>
              </p:nvPicPr>
              <p:blipFill>
                <a:blip r:embed="rId1043"/>
                <a:stretch>
                  <a:fillRect/>
                </a:stretch>
              </p:blipFill>
              <p:spPr>
                <a:xfrm>
                  <a:off x="7901820" y="5074568"/>
                  <a:ext cx="13176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4">
              <p14:nvContentPartPr>
                <p14:cNvPr id="616" name="Ink 615">
                  <a:extLst>
                    <a:ext uri="{FF2B5EF4-FFF2-40B4-BE49-F238E27FC236}">
                      <a16:creationId xmlns:a16="http://schemas.microsoft.com/office/drawing/2014/main" id="{C9FE9F87-BE1B-D70C-14F2-59F92D11F365}"/>
                    </a:ext>
                  </a:extLst>
                </p14:cNvPr>
                <p14:cNvContentPartPr/>
                <p14:nvPr/>
              </p14:nvContentPartPr>
              <p14:xfrm>
                <a:off x="8076420" y="5017688"/>
                <a:ext cx="235080" cy="165600"/>
              </p14:xfrm>
            </p:contentPart>
          </mc:Choice>
          <mc:Fallback xmlns="">
            <p:pic>
              <p:nvPicPr>
                <p:cNvPr id="616" name="Ink 615">
                  <a:extLst>
                    <a:ext uri="{FF2B5EF4-FFF2-40B4-BE49-F238E27FC236}">
                      <a16:creationId xmlns:a16="http://schemas.microsoft.com/office/drawing/2014/main" id="{C9FE9F87-BE1B-D70C-14F2-59F92D11F365}"/>
                    </a:ext>
                  </a:extLst>
                </p:cNvPr>
                <p:cNvPicPr/>
                <p:nvPr/>
              </p:nvPicPr>
              <p:blipFill>
                <a:blip r:embed="rId1045"/>
                <a:stretch>
                  <a:fillRect/>
                </a:stretch>
              </p:blipFill>
              <p:spPr>
                <a:xfrm>
                  <a:off x="8067780" y="5009048"/>
                  <a:ext cx="252720" cy="183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46">
            <p14:nvContentPartPr>
              <p14:cNvPr id="618" name="Ink 617">
                <a:extLst>
                  <a:ext uri="{FF2B5EF4-FFF2-40B4-BE49-F238E27FC236}">
                    <a16:creationId xmlns:a16="http://schemas.microsoft.com/office/drawing/2014/main" id="{2691942A-46E8-9322-7EF1-4B5F2AA27AF1}"/>
                  </a:ext>
                </a:extLst>
              </p14:cNvPr>
              <p14:cNvContentPartPr/>
              <p14:nvPr/>
            </p14:nvContentPartPr>
            <p14:xfrm>
              <a:off x="7555500" y="5262488"/>
              <a:ext cx="791280" cy="25560"/>
            </p14:xfrm>
          </p:contentPart>
        </mc:Choice>
        <mc:Fallback xmlns="">
          <p:pic>
            <p:nvPicPr>
              <p:cNvPr id="618" name="Ink 617">
                <a:extLst>
                  <a:ext uri="{FF2B5EF4-FFF2-40B4-BE49-F238E27FC236}">
                    <a16:creationId xmlns:a16="http://schemas.microsoft.com/office/drawing/2014/main" id="{2691942A-46E8-9322-7EF1-4B5F2AA27AF1}"/>
                  </a:ext>
                </a:extLst>
              </p:cNvPr>
              <p:cNvPicPr/>
              <p:nvPr/>
            </p:nvPicPr>
            <p:blipFill>
              <a:blip r:embed="rId1047"/>
              <a:stretch>
                <a:fillRect/>
              </a:stretch>
            </p:blipFill>
            <p:spPr>
              <a:xfrm>
                <a:off x="7546860" y="5253848"/>
                <a:ext cx="808920" cy="43200"/>
              </a:xfrm>
              <a:prstGeom prst="rect">
                <a:avLst/>
              </a:prstGeom>
            </p:spPr>
          </p:pic>
        </mc:Fallback>
      </mc:AlternateContent>
      <p:grpSp>
        <p:nvGrpSpPr>
          <p:cNvPr id="624" name="Group 623">
            <a:extLst>
              <a:ext uri="{FF2B5EF4-FFF2-40B4-BE49-F238E27FC236}">
                <a16:creationId xmlns:a16="http://schemas.microsoft.com/office/drawing/2014/main" id="{83ADB958-622D-8DBB-2CA8-42679889AB25}"/>
              </a:ext>
            </a:extLst>
          </p:cNvPr>
          <p:cNvGrpSpPr/>
          <p:nvPr/>
        </p:nvGrpSpPr>
        <p:grpSpPr>
          <a:xfrm>
            <a:off x="7708500" y="5371208"/>
            <a:ext cx="472320" cy="148320"/>
            <a:chOff x="7708500" y="5371208"/>
            <a:chExt cx="472320" cy="148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48">
              <p14:nvContentPartPr>
                <p14:cNvPr id="619" name="Ink 618">
                  <a:extLst>
                    <a:ext uri="{FF2B5EF4-FFF2-40B4-BE49-F238E27FC236}">
                      <a16:creationId xmlns:a16="http://schemas.microsoft.com/office/drawing/2014/main" id="{2C552758-EE24-1C37-116E-517E47C7CC76}"/>
                    </a:ext>
                  </a:extLst>
                </p14:cNvPr>
                <p14:cNvContentPartPr/>
                <p14:nvPr/>
              </p14:nvContentPartPr>
              <p14:xfrm>
                <a:off x="7708500" y="5378768"/>
                <a:ext cx="207720" cy="140760"/>
              </p14:xfrm>
            </p:contentPart>
          </mc:Choice>
          <mc:Fallback xmlns="">
            <p:pic>
              <p:nvPicPr>
                <p:cNvPr id="619" name="Ink 618">
                  <a:extLst>
                    <a:ext uri="{FF2B5EF4-FFF2-40B4-BE49-F238E27FC236}">
                      <a16:creationId xmlns:a16="http://schemas.microsoft.com/office/drawing/2014/main" id="{2C552758-EE24-1C37-116E-517E47C7CC76}"/>
                    </a:ext>
                  </a:extLst>
                </p:cNvPr>
                <p:cNvPicPr/>
                <p:nvPr/>
              </p:nvPicPr>
              <p:blipFill>
                <a:blip r:embed="rId1049"/>
                <a:stretch>
                  <a:fillRect/>
                </a:stretch>
              </p:blipFill>
              <p:spPr>
                <a:xfrm>
                  <a:off x="7699860" y="5369768"/>
                  <a:ext cx="22536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0">
              <p14:nvContentPartPr>
                <p14:cNvPr id="620" name="Ink 619">
                  <a:extLst>
                    <a:ext uri="{FF2B5EF4-FFF2-40B4-BE49-F238E27FC236}">
                      <a16:creationId xmlns:a16="http://schemas.microsoft.com/office/drawing/2014/main" id="{02D376A7-026B-E21A-FB9B-9EA6157EEFE4}"/>
                    </a:ext>
                  </a:extLst>
                </p14:cNvPr>
                <p14:cNvContentPartPr/>
                <p14:nvPr/>
              </p14:nvContentPartPr>
              <p14:xfrm>
                <a:off x="8018100" y="5426288"/>
                <a:ext cx="43560" cy="76320"/>
              </p14:xfrm>
            </p:contentPart>
          </mc:Choice>
          <mc:Fallback xmlns="">
            <p:pic>
              <p:nvPicPr>
                <p:cNvPr id="620" name="Ink 619">
                  <a:extLst>
                    <a:ext uri="{FF2B5EF4-FFF2-40B4-BE49-F238E27FC236}">
                      <a16:creationId xmlns:a16="http://schemas.microsoft.com/office/drawing/2014/main" id="{02D376A7-026B-E21A-FB9B-9EA6157EEFE4}"/>
                    </a:ext>
                  </a:extLst>
                </p:cNvPr>
                <p:cNvPicPr/>
                <p:nvPr/>
              </p:nvPicPr>
              <p:blipFill>
                <a:blip r:embed="rId1051"/>
                <a:stretch>
                  <a:fillRect/>
                </a:stretch>
              </p:blipFill>
              <p:spPr>
                <a:xfrm>
                  <a:off x="8009460" y="5417648"/>
                  <a:ext cx="6120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2">
              <p14:nvContentPartPr>
                <p14:cNvPr id="621" name="Ink 620">
                  <a:extLst>
                    <a:ext uri="{FF2B5EF4-FFF2-40B4-BE49-F238E27FC236}">
                      <a16:creationId xmlns:a16="http://schemas.microsoft.com/office/drawing/2014/main" id="{714BA91E-280E-76AD-5707-8EE2931F8F69}"/>
                    </a:ext>
                  </a:extLst>
                </p14:cNvPr>
                <p14:cNvContentPartPr/>
                <p14:nvPr/>
              </p14:nvContentPartPr>
              <p14:xfrm>
                <a:off x="7959780" y="5371208"/>
                <a:ext cx="129600" cy="25560"/>
              </p14:xfrm>
            </p:contentPart>
          </mc:Choice>
          <mc:Fallback xmlns="">
            <p:pic>
              <p:nvPicPr>
                <p:cNvPr id="621" name="Ink 620">
                  <a:extLst>
                    <a:ext uri="{FF2B5EF4-FFF2-40B4-BE49-F238E27FC236}">
                      <a16:creationId xmlns:a16="http://schemas.microsoft.com/office/drawing/2014/main" id="{714BA91E-280E-76AD-5707-8EE2931F8F69}"/>
                    </a:ext>
                  </a:extLst>
                </p:cNvPr>
                <p:cNvPicPr/>
                <p:nvPr/>
              </p:nvPicPr>
              <p:blipFill>
                <a:blip r:embed="rId1053"/>
                <a:stretch>
                  <a:fillRect/>
                </a:stretch>
              </p:blipFill>
              <p:spPr>
                <a:xfrm>
                  <a:off x="7951140" y="5362568"/>
                  <a:ext cx="14724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4">
              <p14:nvContentPartPr>
                <p14:cNvPr id="622" name="Ink 621">
                  <a:extLst>
                    <a:ext uri="{FF2B5EF4-FFF2-40B4-BE49-F238E27FC236}">
                      <a16:creationId xmlns:a16="http://schemas.microsoft.com/office/drawing/2014/main" id="{76906881-6EED-1CA5-0ECC-65869BC974A8}"/>
                    </a:ext>
                  </a:extLst>
                </p14:cNvPr>
                <p14:cNvContentPartPr/>
                <p14:nvPr/>
              </p14:nvContentPartPr>
              <p14:xfrm>
                <a:off x="7829100" y="5408288"/>
                <a:ext cx="5760" cy="24840"/>
              </p14:xfrm>
            </p:contentPart>
          </mc:Choice>
          <mc:Fallback xmlns="">
            <p:pic>
              <p:nvPicPr>
                <p:cNvPr id="622" name="Ink 621">
                  <a:extLst>
                    <a:ext uri="{FF2B5EF4-FFF2-40B4-BE49-F238E27FC236}">
                      <a16:creationId xmlns:a16="http://schemas.microsoft.com/office/drawing/2014/main" id="{76906881-6EED-1CA5-0ECC-65869BC974A8}"/>
                    </a:ext>
                  </a:extLst>
                </p:cNvPr>
                <p:cNvPicPr/>
                <p:nvPr/>
              </p:nvPicPr>
              <p:blipFill>
                <a:blip r:embed="rId1055"/>
                <a:stretch>
                  <a:fillRect/>
                </a:stretch>
              </p:blipFill>
              <p:spPr>
                <a:xfrm>
                  <a:off x="7820460" y="5399288"/>
                  <a:ext cx="2340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6">
              <p14:nvContentPartPr>
                <p14:cNvPr id="623" name="Ink 622">
                  <a:extLst>
                    <a:ext uri="{FF2B5EF4-FFF2-40B4-BE49-F238E27FC236}">
                      <a16:creationId xmlns:a16="http://schemas.microsoft.com/office/drawing/2014/main" id="{22E82D06-8A81-A6AA-0C00-540EA3E1C57D}"/>
                    </a:ext>
                  </a:extLst>
                </p14:cNvPr>
                <p14:cNvContentPartPr/>
                <p14:nvPr/>
              </p14:nvContentPartPr>
              <p14:xfrm>
                <a:off x="8153460" y="5475968"/>
                <a:ext cx="27360" cy="39240"/>
              </p14:xfrm>
            </p:contentPart>
          </mc:Choice>
          <mc:Fallback xmlns="">
            <p:pic>
              <p:nvPicPr>
                <p:cNvPr id="623" name="Ink 622">
                  <a:extLst>
                    <a:ext uri="{FF2B5EF4-FFF2-40B4-BE49-F238E27FC236}">
                      <a16:creationId xmlns:a16="http://schemas.microsoft.com/office/drawing/2014/main" id="{22E82D06-8A81-A6AA-0C00-540EA3E1C57D}"/>
                    </a:ext>
                  </a:extLst>
                </p:cNvPr>
                <p:cNvPicPr/>
                <p:nvPr/>
              </p:nvPicPr>
              <p:blipFill>
                <a:blip r:embed="rId1057"/>
                <a:stretch>
                  <a:fillRect/>
                </a:stretch>
              </p:blipFill>
              <p:spPr>
                <a:xfrm>
                  <a:off x="8144820" y="5466968"/>
                  <a:ext cx="45000" cy="56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27" name="Group 626">
            <a:extLst>
              <a:ext uri="{FF2B5EF4-FFF2-40B4-BE49-F238E27FC236}">
                <a16:creationId xmlns:a16="http://schemas.microsoft.com/office/drawing/2014/main" id="{A48BF3B4-4C9B-A871-5A99-1C4AFCC999C5}"/>
              </a:ext>
            </a:extLst>
          </p:cNvPr>
          <p:cNvGrpSpPr/>
          <p:nvPr/>
        </p:nvGrpSpPr>
        <p:grpSpPr>
          <a:xfrm>
            <a:off x="8468460" y="5008328"/>
            <a:ext cx="286920" cy="431280"/>
            <a:chOff x="8468460" y="5008328"/>
            <a:chExt cx="286920" cy="431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58">
              <p14:nvContentPartPr>
                <p14:cNvPr id="625" name="Ink 624">
                  <a:extLst>
                    <a:ext uri="{FF2B5EF4-FFF2-40B4-BE49-F238E27FC236}">
                      <a16:creationId xmlns:a16="http://schemas.microsoft.com/office/drawing/2014/main" id="{206E0536-1FFE-94F5-8CD0-61FF25ADB751}"/>
                    </a:ext>
                  </a:extLst>
                </p14:cNvPr>
                <p14:cNvContentPartPr/>
                <p14:nvPr/>
              </p14:nvContentPartPr>
              <p14:xfrm>
                <a:off x="8468460" y="5070968"/>
                <a:ext cx="161640" cy="343440"/>
              </p14:xfrm>
            </p:contentPart>
          </mc:Choice>
          <mc:Fallback xmlns="">
            <p:pic>
              <p:nvPicPr>
                <p:cNvPr id="625" name="Ink 624">
                  <a:extLst>
                    <a:ext uri="{FF2B5EF4-FFF2-40B4-BE49-F238E27FC236}">
                      <a16:creationId xmlns:a16="http://schemas.microsoft.com/office/drawing/2014/main" id="{206E0536-1FFE-94F5-8CD0-61FF25ADB751}"/>
                    </a:ext>
                  </a:extLst>
                </p:cNvPr>
                <p:cNvPicPr/>
                <p:nvPr/>
              </p:nvPicPr>
              <p:blipFill>
                <a:blip r:embed="rId1059"/>
                <a:stretch>
                  <a:fillRect/>
                </a:stretch>
              </p:blipFill>
              <p:spPr>
                <a:xfrm>
                  <a:off x="8459460" y="5062328"/>
                  <a:ext cx="179280" cy="36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0">
              <p14:nvContentPartPr>
                <p14:cNvPr id="626" name="Ink 625">
                  <a:extLst>
                    <a:ext uri="{FF2B5EF4-FFF2-40B4-BE49-F238E27FC236}">
                      <a16:creationId xmlns:a16="http://schemas.microsoft.com/office/drawing/2014/main" id="{BB4D5F53-3B6C-6CEB-FAE3-66620B4482B3}"/>
                    </a:ext>
                  </a:extLst>
                </p14:cNvPr>
                <p14:cNvContentPartPr/>
                <p14:nvPr/>
              </p14:nvContentPartPr>
              <p14:xfrm>
                <a:off x="8546220" y="5008328"/>
                <a:ext cx="209160" cy="431280"/>
              </p14:xfrm>
            </p:contentPart>
          </mc:Choice>
          <mc:Fallback xmlns="">
            <p:pic>
              <p:nvPicPr>
                <p:cNvPr id="626" name="Ink 625">
                  <a:extLst>
                    <a:ext uri="{FF2B5EF4-FFF2-40B4-BE49-F238E27FC236}">
                      <a16:creationId xmlns:a16="http://schemas.microsoft.com/office/drawing/2014/main" id="{BB4D5F53-3B6C-6CEB-FAE3-66620B4482B3}"/>
                    </a:ext>
                  </a:extLst>
                </p:cNvPr>
                <p:cNvPicPr/>
                <p:nvPr/>
              </p:nvPicPr>
              <p:blipFill>
                <a:blip r:embed="rId1061"/>
                <a:stretch>
                  <a:fillRect/>
                </a:stretch>
              </p:blipFill>
              <p:spPr>
                <a:xfrm>
                  <a:off x="8537580" y="4999328"/>
                  <a:ext cx="226800" cy="448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62">
            <p14:nvContentPartPr>
              <p14:cNvPr id="628" name="Ink 627">
                <a:extLst>
                  <a:ext uri="{FF2B5EF4-FFF2-40B4-BE49-F238E27FC236}">
                    <a16:creationId xmlns:a16="http://schemas.microsoft.com/office/drawing/2014/main" id="{02E714A9-3F7B-4F63-C1E8-5AB37294DE6E}"/>
                  </a:ext>
                </a:extLst>
              </p14:cNvPr>
              <p14:cNvContentPartPr/>
              <p14:nvPr/>
            </p14:nvContentPartPr>
            <p14:xfrm>
              <a:off x="8108460" y="4953968"/>
              <a:ext cx="173160" cy="223200"/>
            </p14:xfrm>
          </p:contentPart>
        </mc:Choice>
        <mc:Fallback xmlns="">
          <p:pic>
            <p:nvPicPr>
              <p:cNvPr id="628" name="Ink 627">
                <a:extLst>
                  <a:ext uri="{FF2B5EF4-FFF2-40B4-BE49-F238E27FC236}">
                    <a16:creationId xmlns:a16="http://schemas.microsoft.com/office/drawing/2014/main" id="{02E714A9-3F7B-4F63-C1E8-5AB37294DE6E}"/>
                  </a:ext>
                </a:extLst>
              </p:cNvPr>
              <p:cNvPicPr/>
              <p:nvPr/>
            </p:nvPicPr>
            <p:blipFill>
              <a:blip r:embed="rId1063"/>
              <a:stretch>
                <a:fillRect/>
              </a:stretch>
            </p:blipFill>
            <p:spPr>
              <a:xfrm>
                <a:off x="8099460" y="4945328"/>
                <a:ext cx="190800" cy="24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4">
            <p14:nvContentPartPr>
              <p14:cNvPr id="629" name="Ink 628">
                <a:extLst>
                  <a:ext uri="{FF2B5EF4-FFF2-40B4-BE49-F238E27FC236}">
                    <a16:creationId xmlns:a16="http://schemas.microsoft.com/office/drawing/2014/main" id="{45F3C793-18D1-3B68-7E21-4CD8C4CA7315}"/>
                  </a:ext>
                </a:extLst>
              </p14:cNvPr>
              <p14:cNvContentPartPr/>
              <p14:nvPr/>
            </p14:nvContentPartPr>
            <p14:xfrm>
              <a:off x="7751700" y="5375168"/>
              <a:ext cx="135720" cy="145080"/>
            </p14:xfrm>
          </p:contentPart>
        </mc:Choice>
        <mc:Fallback xmlns="">
          <p:pic>
            <p:nvPicPr>
              <p:cNvPr id="629" name="Ink 628">
                <a:extLst>
                  <a:ext uri="{FF2B5EF4-FFF2-40B4-BE49-F238E27FC236}">
                    <a16:creationId xmlns:a16="http://schemas.microsoft.com/office/drawing/2014/main" id="{45F3C793-18D1-3B68-7E21-4CD8C4CA7315}"/>
                  </a:ext>
                </a:extLst>
              </p:cNvPr>
              <p:cNvPicPr/>
              <p:nvPr/>
            </p:nvPicPr>
            <p:blipFill>
              <a:blip r:embed="rId1065"/>
              <a:stretch>
                <a:fillRect/>
              </a:stretch>
            </p:blipFill>
            <p:spPr>
              <a:xfrm>
                <a:off x="7742700" y="5366528"/>
                <a:ext cx="153360" cy="162720"/>
              </a:xfrm>
              <a:prstGeom prst="rect">
                <a:avLst/>
              </a:prstGeom>
            </p:spPr>
          </p:pic>
        </mc:Fallback>
      </mc:AlternateContent>
      <p:grpSp>
        <p:nvGrpSpPr>
          <p:cNvPr id="632" name="Group 631">
            <a:extLst>
              <a:ext uri="{FF2B5EF4-FFF2-40B4-BE49-F238E27FC236}">
                <a16:creationId xmlns:a16="http://schemas.microsoft.com/office/drawing/2014/main" id="{5AB361F5-82D9-C0B5-B6EA-BBECCD0F1D63}"/>
              </a:ext>
            </a:extLst>
          </p:cNvPr>
          <p:cNvGrpSpPr/>
          <p:nvPr/>
        </p:nvGrpSpPr>
        <p:grpSpPr>
          <a:xfrm>
            <a:off x="2471940" y="5969168"/>
            <a:ext cx="120600" cy="78480"/>
            <a:chOff x="2471940" y="5969168"/>
            <a:chExt cx="120600" cy="78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66">
              <p14:nvContentPartPr>
                <p14:cNvPr id="630" name="Ink 629">
                  <a:extLst>
                    <a:ext uri="{FF2B5EF4-FFF2-40B4-BE49-F238E27FC236}">
                      <a16:creationId xmlns:a16="http://schemas.microsoft.com/office/drawing/2014/main" id="{9811FEDD-E63A-7D7F-7FF0-5B9F595D3455}"/>
                    </a:ext>
                  </a:extLst>
                </p14:cNvPr>
                <p14:cNvContentPartPr/>
                <p14:nvPr/>
              </p14:nvContentPartPr>
              <p14:xfrm>
                <a:off x="2471940" y="6036488"/>
                <a:ext cx="110520" cy="11160"/>
              </p14:xfrm>
            </p:contentPart>
          </mc:Choice>
          <mc:Fallback xmlns="">
            <p:pic>
              <p:nvPicPr>
                <p:cNvPr id="630" name="Ink 629">
                  <a:extLst>
                    <a:ext uri="{FF2B5EF4-FFF2-40B4-BE49-F238E27FC236}">
                      <a16:creationId xmlns:a16="http://schemas.microsoft.com/office/drawing/2014/main" id="{9811FEDD-E63A-7D7F-7FF0-5B9F595D3455}"/>
                    </a:ext>
                  </a:extLst>
                </p:cNvPr>
                <p:cNvPicPr/>
                <p:nvPr/>
              </p:nvPicPr>
              <p:blipFill>
                <a:blip r:embed="rId1067"/>
                <a:stretch>
                  <a:fillRect/>
                </a:stretch>
              </p:blipFill>
              <p:spPr>
                <a:xfrm>
                  <a:off x="2462940" y="6027848"/>
                  <a:ext cx="12816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8">
              <p14:nvContentPartPr>
                <p14:cNvPr id="631" name="Ink 630">
                  <a:extLst>
                    <a:ext uri="{FF2B5EF4-FFF2-40B4-BE49-F238E27FC236}">
                      <a16:creationId xmlns:a16="http://schemas.microsoft.com/office/drawing/2014/main" id="{46C8D766-E887-8F22-2A79-8E3A68F9E674}"/>
                    </a:ext>
                  </a:extLst>
                </p14:cNvPr>
                <p14:cNvContentPartPr/>
                <p14:nvPr/>
              </p14:nvContentPartPr>
              <p14:xfrm>
                <a:off x="2485980" y="5969168"/>
                <a:ext cx="106560" cy="5760"/>
              </p14:xfrm>
            </p:contentPart>
          </mc:Choice>
          <mc:Fallback xmlns="">
            <p:pic>
              <p:nvPicPr>
                <p:cNvPr id="631" name="Ink 630">
                  <a:extLst>
                    <a:ext uri="{FF2B5EF4-FFF2-40B4-BE49-F238E27FC236}">
                      <a16:creationId xmlns:a16="http://schemas.microsoft.com/office/drawing/2014/main" id="{46C8D766-E887-8F22-2A79-8E3A68F9E674}"/>
                    </a:ext>
                  </a:extLst>
                </p:cNvPr>
                <p:cNvPicPr/>
                <p:nvPr/>
              </p:nvPicPr>
              <p:blipFill>
                <a:blip r:embed="rId1069"/>
                <a:stretch>
                  <a:fillRect/>
                </a:stretch>
              </p:blipFill>
              <p:spPr>
                <a:xfrm>
                  <a:off x="2477340" y="5960528"/>
                  <a:ext cx="124200" cy="23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36" name="Group 635">
            <a:extLst>
              <a:ext uri="{FF2B5EF4-FFF2-40B4-BE49-F238E27FC236}">
                <a16:creationId xmlns:a16="http://schemas.microsoft.com/office/drawing/2014/main" id="{DA717007-941C-2FE2-987D-D782568D4897}"/>
              </a:ext>
            </a:extLst>
          </p:cNvPr>
          <p:cNvGrpSpPr/>
          <p:nvPr/>
        </p:nvGrpSpPr>
        <p:grpSpPr>
          <a:xfrm>
            <a:off x="2861100" y="5728328"/>
            <a:ext cx="131760" cy="157680"/>
            <a:chOff x="2861100" y="5728328"/>
            <a:chExt cx="131760" cy="157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70">
              <p14:nvContentPartPr>
                <p14:cNvPr id="633" name="Ink 632">
                  <a:extLst>
                    <a:ext uri="{FF2B5EF4-FFF2-40B4-BE49-F238E27FC236}">
                      <a16:creationId xmlns:a16="http://schemas.microsoft.com/office/drawing/2014/main" id="{3E0F78DF-02B4-5C1D-2A1D-C242D692C976}"/>
                    </a:ext>
                  </a:extLst>
                </p14:cNvPr>
                <p14:cNvContentPartPr/>
                <p14:nvPr/>
              </p14:nvContentPartPr>
              <p14:xfrm>
                <a:off x="2869740" y="5728328"/>
                <a:ext cx="22320" cy="87120"/>
              </p14:xfrm>
            </p:contentPart>
          </mc:Choice>
          <mc:Fallback xmlns="">
            <p:pic>
              <p:nvPicPr>
                <p:cNvPr id="633" name="Ink 632">
                  <a:extLst>
                    <a:ext uri="{FF2B5EF4-FFF2-40B4-BE49-F238E27FC236}">
                      <a16:creationId xmlns:a16="http://schemas.microsoft.com/office/drawing/2014/main" id="{3E0F78DF-02B4-5C1D-2A1D-C242D692C976}"/>
                    </a:ext>
                  </a:extLst>
                </p:cNvPr>
                <p:cNvPicPr/>
                <p:nvPr/>
              </p:nvPicPr>
              <p:blipFill>
                <a:blip r:embed="rId1071"/>
                <a:stretch>
                  <a:fillRect/>
                </a:stretch>
              </p:blipFill>
              <p:spPr>
                <a:xfrm>
                  <a:off x="2861100" y="5719328"/>
                  <a:ext cx="3996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2">
              <p14:nvContentPartPr>
                <p14:cNvPr id="634" name="Ink 633">
                  <a:extLst>
                    <a:ext uri="{FF2B5EF4-FFF2-40B4-BE49-F238E27FC236}">
                      <a16:creationId xmlns:a16="http://schemas.microsoft.com/office/drawing/2014/main" id="{D1FDA4D1-086F-D44B-E7E4-4BACB60C1CD4}"/>
                    </a:ext>
                  </a:extLst>
                </p14:cNvPr>
                <p14:cNvContentPartPr/>
                <p14:nvPr/>
              </p14:nvContentPartPr>
              <p14:xfrm>
                <a:off x="2861100" y="5860448"/>
                <a:ext cx="131760" cy="25560"/>
              </p14:xfrm>
            </p:contentPart>
          </mc:Choice>
          <mc:Fallback xmlns="">
            <p:pic>
              <p:nvPicPr>
                <p:cNvPr id="634" name="Ink 633">
                  <a:extLst>
                    <a:ext uri="{FF2B5EF4-FFF2-40B4-BE49-F238E27FC236}">
                      <a16:creationId xmlns:a16="http://schemas.microsoft.com/office/drawing/2014/main" id="{D1FDA4D1-086F-D44B-E7E4-4BACB60C1CD4}"/>
                    </a:ext>
                  </a:extLst>
                </p:cNvPr>
                <p:cNvPicPr/>
                <p:nvPr/>
              </p:nvPicPr>
              <p:blipFill>
                <a:blip r:embed="rId1073"/>
                <a:stretch>
                  <a:fillRect/>
                </a:stretch>
              </p:blipFill>
              <p:spPr>
                <a:xfrm>
                  <a:off x="2852100" y="5851448"/>
                  <a:ext cx="149400" cy="43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74">
            <p14:nvContentPartPr>
              <p14:cNvPr id="635" name="Ink 634">
                <a:extLst>
                  <a:ext uri="{FF2B5EF4-FFF2-40B4-BE49-F238E27FC236}">
                    <a16:creationId xmlns:a16="http://schemas.microsoft.com/office/drawing/2014/main" id="{3AE1BC8B-C98B-815E-49C9-782410418AE2}"/>
                  </a:ext>
                </a:extLst>
              </p14:cNvPr>
              <p14:cNvContentPartPr/>
              <p14:nvPr/>
            </p14:nvContentPartPr>
            <p14:xfrm>
              <a:off x="2856780" y="6002288"/>
              <a:ext cx="197640" cy="108000"/>
            </p14:xfrm>
          </p:contentPart>
        </mc:Choice>
        <mc:Fallback xmlns="">
          <p:pic>
            <p:nvPicPr>
              <p:cNvPr id="635" name="Ink 634">
                <a:extLst>
                  <a:ext uri="{FF2B5EF4-FFF2-40B4-BE49-F238E27FC236}">
                    <a16:creationId xmlns:a16="http://schemas.microsoft.com/office/drawing/2014/main" id="{3AE1BC8B-C98B-815E-49C9-782410418AE2}"/>
                  </a:ext>
                </a:extLst>
              </p:cNvPr>
              <p:cNvPicPr/>
              <p:nvPr/>
            </p:nvPicPr>
            <p:blipFill>
              <a:blip r:embed="rId1075"/>
              <a:stretch>
                <a:fillRect/>
              </a:stretch>
            </p:blipFill>
            <p:spPr>
              <a:xfrm>
                <a:off x="2848140" y="5993648"/>
                <a:ext cx="215280" cy="12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76">
            <p14:nvContentPartPr>
              <p14:cNvPr id="637" name="Ink 636">
                <a:extLst>
                  <a:ext uri="{FF2B5EF4-FFF2-40B4-BE49-F238E27FC236}">
                    <a16:creationId xmlns:a16="http://schemas.microsoft.com/office/drawing/2014/main" id="{5E4AE2BF-B89E-19B1-915F-8AB1ACFE1B34}"/>
                  </a:ext>
                </a:extLst>
              </p14:cNvPr>
              <p14:cNvContentPartPr/>
              <p14:nvPr/>
            </p14:nvContentPartPr>
            <p14:xfrm>
              <a:off x="3282660" y="5814728"/>
              <a:ext cx="297000" cy="181800"/>
            </p14:xfrm>
          </p:contentPart>
        </mc:Choice>
        <mc:Fallback xmlns="">
          <p:pic>
            <p:nvPicPr>
              <p:cNvPr id="637" name="Ink 636">
                <a:extLst>
                  <a:ext uri="{FF2B5EF4-FFF2-40B4-BE49-F238E27FC236}">
                    <a16:creationId xmlns:a16="http://schemas.microsoft.com/office/drawing/2014/main" id="{5E4AE2BF-B89E-19B1-915F-8AB1ACFE1B34}"/>
                  </a:ext>
                </a:extLst>
              </p:cNvPr>
              <p:cNvPicPr/>
              <p:nvPr/>
            </p:nvPicPr>
            <p:blipFill>
              <a:blip r:embed="rId1077"/>
              <a:stretch>
                <a:fillRect/>
              </a:stretch>
            </p:blipFill>
            <p:spPr>
              <a:xfrm>
                <a:off x="3274020" y="5806088"/>
                <a:ext cx="314640" cy="199440"/>
              </a:xfrm>
              <a:prstGeom prst="rect">
                <a:avLst/>
              </a:prstGeom>
            </p:spPr>
          </p:pic>
        </mc:Fallback>
      </mc:AlternateContent>
      <p:grpSp>
        <p:nvGrpSpPr>
          <p:cNvPr id="647" name="Group 646">
            <a:extLst>
              <a:ext uri="{FF2B5EF4-FFF2-40B4-BE49-F238E27FC236}">
                <a16:creationId xmlns:a16="http://schemas.microsoft.com/office/drawing/2014/main" id="{D8D145E1-565C-29C1-C178-360029DFAA21}"/>
              </a:ext>
            </a:extLst>
          </p:cNvPr>
          <p:cNvGrpSpPr/>
          <p:nvPr/>
        </p:nvGrpSpPr>
        <p:grpSpPr>
          <a:xfrm>
            <a:off x="3290940" y="6099128"/>
            <a:ext cx="389160" cy="136080"/>
            <a:chOff x="3290940" y="6099128"/>
            <a:chExt cx="389160" cy="136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78">
              <p14:nvContentPartPr>
                <p14:cNvPr id="638" name="Ink 637">
                  <a:extLst>
                    <a:ext uri="{FF2B5EF4-FFF2-40B4-BE49-F238E27FC236}">
                      <a16:creationId xmlns:a16="http://schemas.microsoft.com/office/drawing/2014/main" id="{BE2B6829-F367-593C-6300-147735191FEC}"/>
                    </a:ext>
                  </a:extLst>
                </p14:cNvPr>
                <p14:cNvContentPartPr/>
                <p14:nvPr/>
              </p14:nvContentPartPr>
              <p14:xfrm>
                <a:off x="3290940" y="6166808"/>
                <a:ext cx="59400" cy="68400"/>
              </p14:xfrm>
            </p:contentPart>
          </mc:Choice>
          <mc:Fallback xmlns="">
            <p:pic>
              <p:nvPicPr>
                <p:cNvPr id="638" name="Ink 637">
                  <a:extLst>
                    <a:ext uri="{FF2B5EF4-FFF2-40B4-BE49-F238E27FC236}">
                      <a16:creationId xmlns:a16="http://schemas.microsoft.com/office/drawing/2014/main" id="{BE2B6829-F367-593C-6300-147735191FEC}"/>
                    </a:ext>
                  </a:extLst>
                </p:cNvPr>
                <p:cNvPicPr/>
                <p:nvPr/>
              </p:nvPicPr>
              <p:blipFill>
                <a:blip r:embed="rId1079"/>
                <a:stretch>
                  <a:fillRect/>
                </a:stretch>
              </p:blipFill>
              <p:spPr>
                <a:xfrm>
                  <a:off x="3282300" y="6158168"/>
                  <a:ext cx="7704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0">
              <p14:nvContentPartPr>
                <p14:cNvPr id="639" name="Ink 638">
                  <a:extLst>
                    <a:ext uri="{FF2B5EF4-FFF2-40B4-BE49-F238E27FC236}">
                      <a16:creationId xmlns:a16="http://schemas.microsoft.com/office/drawing/2014/main" id="{A3F6561A-0BD5-168E-4332-DE4BD05BE0D3}"/>
                    </a:ext>
                  </a:extLst>
                </p14:cNvPr>
                <p14:cNvContentPartPr/>
                <p14:nvPr/>
              </p14:nvContentPartPr>
              <p14:xfrm>
                <a:off x="3296700" y="6099128"/>
                <a:ext cx="18360" cy="5760"/>
              </p14:xfrm>
            </p:contentPart>
          </mc:Choice>
          <mc:Fallback xmlns="">
            <p:pic>
              <p:nvPicPr>
                <p:cNvPr id="639" name="Ink 638">
                  <a:extLst>
                    <a:ext uri="{FF2B5EF4-FFF2-40B4-BE49-F238E27FC236}">
                      <a16:creationId xmlns:a16="http://schemas.microsoft.com/office/drawing/2014/main" id="{A3F6561A-0BD5-168E-4332-DE4BD05BE0D3}"/>
                    </a:ext>
                  </a:extLst>
                </p:cNvPr>
                <p:cNvPicPr/>
                <p:nvPr/>
              </p:nvPicPr>
              <p:blipFill>
                <a:blip r:embed="rId1081"/>
                <a:stretch>
                  <a:fillRect/>
                </a:stretch>
              </p:blipFill>
              <p:spPr>
                <a:xfrm>
                  <a:off x="3287700" y="6090488"/>
                  <a:ext cx="3600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2">
              <p14:nvContentPartPr>
                <p14:cNvPr id="640" name="Ink 639">
                  <a:extLst>
                    <a:ext uri="{FF2B5EF4-FFF2-40B4-BE49-F238E27FC236}">
                      <a16:creationId xmlns:a16="http://schemas.microsoft.com/office/drawing/2014/main" id="{1A7BB1F7-0BBA-775E-F1A1-59E8A2DAEADD}"/>
                    </a:ext>
                  </a:extLst>
                </p14:cNvPr>
                <p14:cNvContentPartPr/>
                <p14:nvPr/>
              </p14:nvContentPartPr>
              <p14:xfrm>
                <a:off x="3413340" y="6185168"/>
                <a:ext cx="104040" cy="7920"/>
              </p14:xfrm>
            </p:contentPart>
          </mc:Choice>
          <mc:Fallback xmlns="">
            <p:pic>
              <p:nvPicPr>
                <p:cNvPr id="640" name="Ink 639">
                  <a:extLst>
                    <a:ext uri="{FF2B5EF4-FFF2-40B4-BE49-F238E27FC236}">
                      <a16:creationId xmlns:a16="http://schemas.microsoft.com/office/drawing/2014/main" id="{1A7BB1F7-0BBA-775E-F1A1-59E8A2DAEADD}"/>
                    </a:ext>
                  </a:extLst>
                </p:cNvPr>
                <p:cNvPicPr/>
                <p:nvPr/>
              </p:nvPicPr>
              <p:blipFill>
                <a:blip r:embed="rId1083"/>
                <a:stretch>
                  <a:fillRect/>
                </a:stretch>
              </p:blipFill>
              <p:spPr>
                <a:xfrm>
                  <a:off x="3404700" y="6176528"/>
                  <a:ext cx="12168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4">
              <p14:nvContentPartPr>
                <p14:cNvPr id="641" name="Ink 640">
                  <a:extLst>
                    <a:ext uri="{FF2B5EF4-FFF2-40B4-BE49-F238E27FC236}">
                      <a16:creationId xmlns:a16="http://schemas.microsoft.com/office/drawing/2014/main" id="{23890646-B911-6AEE-B633-E5E687CA6C5C}"/>
                    </a:ext>
                  </a:extLst>
                </p14:cNvPr>
                <p14:cNvContentPartPr/>
                <p14:nvPr/>
              </p14:nvContentPartPr>
              <p14:xfrm>
                <a:off x="3391380" y="6135128"/>
                <a:ext cx="115920" cy="16560"/>
              </p14:xfrm>
            </p:contentPart>
          </mc:Choice>
          <mc:Fallback xmlns="">
            <p:pic>
              <p:nvPicPr>
                <p:cNvPr id="641" name="Ink 640">
                  <a:extLst>
                    <a:ext uri="{FF2B5EF4-FFF2-40B4-BE49-F238E27FC236}">
                      <a16:creationId xmlns:a16="http://schemas.microsoft.com/office/drawing/2014/main" id="{23890646-B911-6AEE-B633-E5E687CA6C5C}"/>
                    </a:ext>
                  </a:extLst>
                </p:cNvPr>
                <p:cNvPicPr/>
                <p:nvPr/>
              </p:nvPicPr>
              <p:blipFill>
                <a:blip r:embed="rId1085"/>
                <a:stretch>
                  <a:fillRect/>
                </a:stretch>
              </p:blipFill>
              <p:spPr>
                <a:xfrm>
                  <a:off x="3382380" y="6126128"/>
                  <a:ext cx="13356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6">
              <p14:nvContentPartPr>
                <p14:cNvPr id="642" name="Ink 641">
                  <a:extLst>
                    <a:ext uri="{FF2B5EF4-FFF2-40B4-BE49-F238E27FC236}">
                      <a16:creationId xmlns:a16="http://schemas.microsoft.com/office/drawing/2014/main" id="{F006E390-6461-ECB3-5FBD-E70368F223F4}"/>
                    </a:ext>
                  </a:extLst>
                </p14:cNvPr>
                <p14:cNvContentPartPr/>
                <p14:nvPr/>
              </p14:nvContentPartPr>
              <p14:xfrm>
                <a:off x="3574980" y="6136928"/>
                <a:ext cx="105120" cy="72360"/>
              </p14:xfrm>
            </p:contentPart>
          </mc:Choice>
          <mc:Fallback xmlns="">
            <p:pic>
              <p:nvPicPr>
                <p:cNvPr id="642" name="Ink 641">
                  <a:extLst>
                    <a:ext uri="{FF2B5EF4-FFF2-40B4-BE49-F238E27FC236}">
                      <a16:creationId xmlns:a16="http://schemas.microsoft.com/office/drawing/2014/main" id="{F006E390-6461-ECB3-5FBD-E70368F223F4}"/>
                    </a:ext>
                  </a:extLst>
                </p:cNvPr>
                <p:cNvPicPr/>
                <p:nvPr/>
              </p:nvPicPr>
              <p:blipFill>
                <a:blip r:embed="rId1087"/>
                <a:stretch>
                  <a:fillRect/>
                </a:stretch>
              </p:blipFill>
              <p:spPr>
                <a:xfrm>
                  <a:off x="3566340" y="6127928"/>
                  <a:ext cx="122760" cy="90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46" name="Group 645">
            <a:extLst>
              <a:ext uri="{FF2B5EF4-FFF2-40B4-BE49-F238E27FC236}">
                <a16:creationId xmlns:a16="http://schemas.microsoft.com/office/drawing/2014/main" id="{B29C425E-84BE-E5B0-D943-D4C2F74F5100}"/>
              </a:ext>
            </a:extLst>
          </p:cNvPr>
          <p:cNvGrpSpPr/>
          <p:nvPr/>
        </p:nvGrpSpPr>
        <p:grpSpPr>
          <a:xfrm>
            <a:off x="3289140" y="5674328"/>
            <a:ext cx="351720" cy="81000"/>
            <a:chOff x="3289140" y="5674328"/>
            <a:chExt cx="351720" cy="81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88">
              <p14:nvContentPartPr>
                <p14:cNvPr id="643" name="Ink 642">
                  <a:extLst>
                    <a:ext uri="{FF2B5EF4-FFF2-40B4-BE49-F238E27FC236}">
                      <a16:creationId xmlns:a16="http://schemas.microsoft.com/office/drawing/2014/main" id="{0E6F03E3-5532-9717-AAAA-7989A5EF60B0}"/>
                    </a:ext>
                  </a:extLst>
                </p14:cNvPr>
                <p14:cNvContentPartPr/>
                <p14:nvPr/>
              </p14:nvContentPartPr>
              <p14:xfrm>
                <a:off x="3289140" y="5674328"/>
                <a:ext cx="136440" cy="81000"/>
              </p14:xfrm>
            </p:contentPart>
          </mc:Choice>
          <mc:Fallback xmlns="">
            <p:pic>
              <p:nvPicPr>
                <p:cNvPr id="643" name="Ink 642">
                  <a:extLst>
                    <a:ext uri="{FF2B5EF4-FFF2-40B4-BE49-F238E27FC236}">
                      <a16:creationId xmlns:a16="http://schemas.microsoft.com/office/drawing/2014/main" id="{0E6F03E3-5532-9717-AAAA-7989A5EF60B0}"/>
                    </a:ext>
                  </a:extLst>
                </p:cNvPr>
                <p:cNvPicPr/>
                <p:nvPr/>
              </p:nvPicPr>
              <p:blipFill>
                <a:blip r:embed="rId1089"/>
                <a:stretch>
                  <a:fillRect/>
                </a:stretch>
              </p:blipFill>
              <p:spPr>
                <a:xfrm>
                  <a:off x="3280500" y="5665328"/>
                  <a:ext cx="15408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0">
              <p14:nvContentPartPr>
                <p14:cNvPr id="644" name="Ink 643">
                  <a:extLst>
                    <a:ext uri="{FF2B5EF4-FFF2-40B4-BE49-F238E27FC236}">
                      <a16:creationId xmlns:a16="http://schemas.microsoft.com/office/drawing/2014/main" id="{8C9C2879-2BAC-6751-D4CE-A30D3E4C759B}"/>
                    </a:ext>
                  </a:extLst>
                </p14:cNvPr>
                <p14:cNvContentPartPr/>
                <p14:nvPr/>
              </p14:nvContentPartPr>
              <p14:xfrm>
                <a:off x="3480660" y="5727968"/>
                <a:ext cx="63000" cy="7200"/>
              </p14:xfrm>
            </p:contentPart>
          </mc:Choice>
          <mc:Fallback xmlns="">
            <p:pic>
              <p:nvPicPr>
                <p:cNvPr id="644" name="Ink 643">
                  <a:extLst>
                    <a:ext uri="{FF2B5EF4-FFF2-40B4-BE49-F238E27FC236}">
                      <a16:creationId xmlns:a16="http://schemas.microsoft.com/office/drawing/2014/main" id="{8C9C2879-2BAC-6751-D4CE-A30D3E4C759B}"/>
                    </a:ext>
                  </a:extLst>
                </p:cNvPr>
                <p:cNvPicPr/>
                <p:nvPr/>
              </p:nvPicPr>
              <p:blipFill>
                <a:blip r:embed="rId1091"/>
                <a:stretch>
                  <a:fillRect/>
                </a:stretch>
              </p:blipFill>
              <p:spPr>
                <a:xfrm>
                  <a:off x="3471660" y="5719328"/>
                  <a:ext cx="8064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2">
              <p14:nvContentPartPr>
                <p14:cNvPr id="645" name="Ink 644">
                  <a:extLst>
                    <a:ext uri="{FF2B5EF4-FFF2-40B4-BE49-F238E27FC236}">
                      <a16:creationId xmlns:a16="http://schemas.microsoft.com/office/drawing/2014/main" id="{CCBEFB9D-A050-D3EC-7BA5-0EB598276AF1}"/>
                    </a:ext>
                  </a:extLst>
                </p14:cNvPr>
                <p14:cNvContentPartPr/>
                <p14:nvPr/>
              </p14:nvContentPartPr>
              <p14:xfrm>
                <a:off x="3595140" y="5683688"/>
                <a:ext cx="45720" cy="63360"/>
              </p14:xfrm>
            </p:contentPart>
          </mc:Choice>
          <mc:Fallback xmlns="">
            <p:pic>
              <p:nvPicPr>
                <p:cNvPr id="645" name="Ink 644">
                  <a:extLst>
                    <a:ext uri="{FF2B5EF4-FFF2-40B4-BE49-F238E27FC236}">
                      <a16:creationId xmlns:a16="http://schemas.microsoft.com/office/drawing/2014/main" id="{CCBEFB9D-A050-D3EC-7BA5-0EB598276AF1}"/>
                    </a:ext>
                  </a:extLst>
                </p:cNvPr>
                <p:cNvPicPr/>
                <p:nvPr/>
              </p:nvPicPr>
              <p:blipFill>
                <a:blip r:embed="rId1093"/>
                <a:stretch>
                  <a:fillRect/>
                </a:stretch>
              </p:blipFill>
              <p:spPr>
                <a:xfrm>
                  <a:off x="3586140" y="5674688"/>
                  <a:ext cx="63360" cy="81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54" name="Group 653">
            <a:extLst>
              <a:ext uri="{FF2B5EF4-FFF2-40B4-BE49-F238E27FC236}">
                <a16:creationId xmlns:a16="http://schemas.microsoft.com/office/drawing/2014/main" id="{3CC28C0F-FF8B-4457-3E4F-58FEE28E3FC4}"/>
              </a:ext>
            </a:extLst>
          </p:cNvPr>
          <p:cNvGrpSpPr/>
          <p:nvPr/>
        </p:nvGrpSpPr>
        <p:grpSpPr>
          <a:xfrm>
            <a:off x="3933900" y="5737688"/>
            <a:ext cx="155160" cy="158400"/>
            <a:chOff x="3933900" y="5737688"/>
            <a:chExt cx="155160" cy="158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94">
              <p14:nvContentPartPr>
                <p14:cNvPr id="648" name="Ink 647">
                  <a:extLst>
                    <a:ext uri="{FF2B5EF4-FFF2-40B4-BE49-F238E27FC236}">
                      <a16:creationId xmlns:a16="http://schemas.microsoft.com/office/drawing/2014/main" id="{378C7118-AAFE-9683-97A9-812D2C7EC574}"/>
                    </a:ext>
                  </a:extLst>
                </p14:cNvPr>
                <p14:cNvContentPartPr/>
                <p14:nvPr/>
              </p14:nvContentPartPr>
              <p14:xfrm>
                <a:off x="3937860" y="5737688"/>
                <a:ext cx="39960" cy="72000"/>
              </p14:xfrm>
            </p:contentPart>
          </mc:Choice>
          <mc:Fallback xmlns="">
            <p:pic>
              <p:nvPicPr>
                <p:cNvPr id="648" name="Ink 647">
                  <a:extLst>
                    <a:ext uri="{FF2B5EF4-FFF2-40B4-BE49-F238E27FC236}">
                      <a16:creationId xmlns:a16="http://schemas.microsoft.com/office/drawing/2014/main" id="{378C7118-AAFE-9683-97A9-812D2C7EC574}"/>
                    </a:ext>
                  </a:extLst>
                </p:cNvPr>
                <p:cNvPicPr/>
                <p:nvPr/>
              </p:nvPicPr>
              <p:blipFill>
                <a:blip r:embed="rId1095"/>
                <a:stretch>
                  <a:fillRect/>
                </a:stretch>
              </p:blipFill>
              <p:spPr>
                <a:xfrm>
                  <a:off x="3929220" y="5729048"/>
                  <a:ext cx="5760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6">
              <p14:nvContentPartPr>
                <p14:cNvPr id="649" name="Ink 648">
                  <a:extLst>
                    <a:ext uri="{FF2B5EF4-FFF2-40B4-BE49-F238E27FC236}">
                      <a16:creationId xmlns:a16="http://schemas.microsoft.com/office/drawing/2014/main" id="{9A778545-67DB-6743-9A2E-D2839F7689C2}"/>
                    </a:ext>
                  </a:extLst>
                </p14:cNvPr>
                <p14:cNvContentPartPr/>
                <p14:nvPr/>
              </p14:nvContentPartPr>
              <p14:xfrm>
                <a:off x="3933900" y="5880968"/>
                <a:ext cx="155160" cy="15120"/>
              </p14:xfrm>
            </p:contentPart>
          </mc:Choice>
          <mc:Fallback xmlns="">
            <p:pic>
              <p:nvPicPr>
                <p:cNvPr id="649" name="Ink 648">
                  <a:extLst>
                    <a:ext uri="{FF2B5EF4-FFF2-40B4-BE49-F238E27FC236}">
                      <a16:creationId xmlns:a16="http://schemas.microsoft.com/office/drawing/2014/main" id="{9A778545-67DB-6743-9A2E-D2839F7689C2}"/>
                    </a:ext>
                  </a:extLst>
                </p:cNvPr>
                <p:cNvPicPr/>
                <p:nvPr/>
              </p:nvPicPr>
              <p:blipFill>
                <a:blip r:embed="rId1097"/>
                <a:stretch>
                  <a:fillRect/>
                </a:stretch>
              </p:blipFill>
              <p:spPr>
                <a:xfrm>
                  <a:off x="3924900" y="5871968"/>
                  <a:ext cx="172800" cy="32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53" name="Group 652">
            <a:extLst>
              <a:ext uri="{FF2B5EF4-FFF2-40B4-BE49-F238E27FC236}">
                <a16:creationId xmlns:a16="http://schemas.microsoft.com/office/drawing/2014/main" id="{11B203BE-F48F-15E0-EC55-6A0AF38A19DF}"/>
              </a:ext>
            </a:extLst>
          </p:cNvPr>
          <p:cNvGrpSpPr/>
          <p:nvPr/>
        </p:nvGrpSpPr>
        <p:grpSpPr>
          <a:xfrm>
            <a:off x="3938580" y="5981768"/>
            <a:ext cx="217800" cy="181440"/>
            <a:chOff x="3938580" y="5981768"/>
            <a:chExt cx="217800" cy="181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98">
              <p14:nvContentPartPr>
                <p14:cNvPr id="650" name="Ink 649">
                  <a:extLst>
                    <a:ext uri="{FF2B5EF4-FFF2-40B4-BE49-F238E27FC236}">
                      <a16:creationId xmlns:a16="http://schemas.microsoft.com/office/drawing/2014/main" id="{AF5F8CB5-2F6E-8DB2-5E17-B737817C26AE}"/>
                    </a:ext>
                  </a:extLst>
                </p14:cNvPr>
                <p14:cNvContentPartPr/>
                <p14:nvPr/>
              </p14:nvContentPartPr>
              <p14:xfrm>
                <a:off x="3995100" y="5990048"/>
                <a:ext cx="24480" cy="103680"/>
              </p14:xfrm>
            </p:contentPart>
          </mc:Choice>
          <mc:Fallback xmlns="">
            <p:pic>
              <p:nvPicPr>
                <p:cNvPr id="650" name="Ink 649">
                  <a:extLst>
                    <a:ext uri="{FF2B5EF4-FFF2-40B4-BE49-F238E27FC236}">
                      <a16:creationId xmlns:a16="http://schemas.microsoft.com/office/drawing/2014/main" id="{AF5F8CB5-2F6E-8DB2-5E17-B737817C26AE}"/>
                    </a:ext>
                  </a:extLst>
                </p:cNvPr>
                <p:cNvPicPr/>
                <p:nvPr/>
              </p:nvPicPr>
              <p:blipFill>
                <a:blip r:embed="rId1099"/>
                <a:stretch>
                  <a:fillRect/>
                </a:stretch>
              </p:blipFill>
              <p:spPr>
                <a:xfrm>
                  <a:off x="3986460" y="5981408"/>
                  <a:ext cx="4212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0">
              <p14:nvContentPartPr>
                <p14:cNvPr id="651" name="Ink 650">
                  <a:extLst>
                    <a:ext uri="{FF2B5EF4-FFF2-40B4-BE49-F238E27FC236}">
                      <a16:creationId xmlns:a16="http://schemas.microsoft.com/office/drawing/2014/main" id="{B1B33222-3FDB-C73D-4C8A-871F4B021A8C}"/>
                    </a:ext>
                  </a:extLst>
                </p14:cNvPr>
                <p14:cNvContentPartPr/>
                <p14:nvPr/>
              </p14:nvContentPartPr>
              <p14:xfrm>
                <a:off x="3938580" y="5981768"/>
                <a:ext cx="119160" cy="14040"/>
              </p14:xfrm>
            </p:contentPart>
          </mc:Choice>
          <mc:Fallback xmlns="">
            <p:pic>
              <p:nvPicPr>
                <p:cNvPr id="651" name="Ink 650">
                  <a:extLst>
                    <a:ext uri="{FF2B5EF4-FFF2-40B4-BE49-F238E27FC236}">
                      <a16:creationId xmlns:a16="http://schemas.microsoft.com/office/drawing/2014/main" id="{B1B33222-3FDB-C73D-4C8A-871F4B021A8C}"/>
                    </a:ext>
                  </a:extLst>
                </p:cNvPr>
                <p:cNvPicPr/>
                <p:nvPr/>
              </p:nvPicPr>
              <p:blipFill>
                <a:blip r:embed="rId1101"/>
                <a:stretch>
                  <a:fillRect/>
                </a:stretch>
              </p:blipFill>
              <p:spPr>
                <a:xfrm>
                  <a:off x="3929940" y="5972768"/>
                  <a:ext cx="13680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2">
              <p14:nvContentPartPr>
                <p14:cNvPr id="652" name="Ink 651">
                  <a:extLst>
                    <a:ext uri="{FF2B5EF4-FFF2-40B4-BE49-F238E27FC236}">
                      <a16:creationId xmlns:a16="http://schemas.microsoft.com/office/drawing/2014/main" id="{A41BD40F-86D0-4457-9CD5-6BA8C3DE773D}"/>
                    </a:ext>
                  </a:extLst>
                </p14:cNvPr>
                <p14:cNvContentPartPr/>
                <p14:nvPr/>
              </p14:nvContentPartPr>
              <p14:xfrm>
                <a:off x="4119660" y="6104528"/>
                <a:ext cx="36720" cy="58680"/>
              </p14:xfrm>
            </p:contentPart>
          </mc:Choice>
          <mc:Fallback xmlns="">
            <p:pic>
              <p:nvPicPr>
                <p:cNvPr id="652" name="Ink 651">
                  <a:extLst>
                    <a:ext uri="{FF2B5EF4-FFF2-40B4-BE49-F238E27FC236}">
                      <a16:creationId xmlns:a16="http://schemas.microsoft.com/office/drawing/2014/main" id="{A41BD40F-86D0-4457-9CD5-6BA8C3DE773D}"/>
                    </a:ext>
                  </a:extLst>
                </p:cNvPr>
                <p:cNvPicPr/>
                <p:nvPr/>
              </p:nvPicPr>
              <p:blipFill>
                <a:blip r:embed="rId1103"/>
                <a:stretch>
                  <a:fillRect/>
                </a:stretch>
              </p:blipFill>
              <p:spPr>
                <a:xfrm>
                  <a:off x="4111020" y="6095528"/>
                  <a:ext cx="54360" cy="76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04">
            <p14:nvContentPartPr>
              <p14:cNvPr id="655" name="Ink 654">
                <a:extLst>
                  <a:ext uri="{FF2B5EF4-FFF2-40B4-BE49-F238E27FC236}">
                    <a16:creationId xmlns:a16="http://schemas.microsoft.com/office/drawing/2014/main" id="{795E5441-A620-228C-BAB4-9710F0359158}"/>
                  </a:ext>
                </a:extLst>
              </p14:cNvPr>
              <p14:cNvContentPartPr/>
              <p14:nvPr/>
            </p14:nvContentPartPr>
            <p14:xfrm>
              <a:off x="4293540" y="5776928"/>
              <a:ext cx="300240" cy="205920"/>
            </p14:xfrm>
          </p:contentPart>
        </mc:Choice>
        <mc:Fallback xmlns="">
          <p:pic>
            <p:nvPicPr>
              <p:cNvPr id="655" name="Ink 654">
                <a:extLst>
                  <a:ext uri="{FF2B5EF4-FFF2-40B4-BE49-F238E27FC236}">
                    <a16:creationId xmlns:a16="http://schemas.microsoft.com/office/drawing/2014/main" id="{795E5441-A620-228C-BAB4-9710F0359158}"/>
                  </a:ext>
                </a:extLst>
              </p:cNvPr>
              <p:cNvPicPr/>
              <p:nvPr/>
            </p:nvPicPr>
            <p:blipFill>
              <a:blip r:embed="rId1105"/>
              <a:stretch>
                <a:fillRect/>
              </a:stretch>
            </p:blipFill>
            <p:spPr>
              <a:xfrm>
                <a:off x="4284540" y="5767928"/>
                <a:ext cx="317880" cy="223560"/>
              </a:xfrm>
              <a:prstGeom prst="rect">
                <a:avLst/>
              </a:prstGeom>
            </p:spPr>
          </p:pic>
        </mc:Fallback>
      </mc:AlternateContent>
      <p:grpSp>
        <p:nvGrpSpPr>
          <p:cNvPr id="658" name="Group 657">
            <a:extLst>
              <a:ext uri="{FF2B5EF4-FFF2-40B4-BE49-F238E27FC236}">
                <a16:creationId xmlns:a16="http://schemas.microsoft.com/office/drawing/2014/main" id="{9B9DBC67-B6E5-438F-C204-9FB8DE050A73}"/>
              </a:ext>
            </a:extLst>
          </p:cNvPr>
          <p:cNvGrpSpPr/>
          <p:nvPr/>
        </p:nvGrpSpPr>
        <p:grpSpPr>
          <a:xfrm>
            <a:off x="4398300" y="6085808"/>
            <a:ext cx="181080" cy="133200"/>
            <a:chOff x="4398300" y="6085808"/>
            <a:chExt cx="181080" cy="133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06">
              <p14:nvContentPartPr>
                <p14:cNvPr id="656" name="Ink 655">
                  <a:extLst>
                    <a:ext uri="{FF2B5EF4-FFF2-40B4-BE49-F238E27FC236}">
                      <a16:creationId xmlns:a16="http://schemas.microsoft.com/office/drawing/2014/main" id="{B8318253-13A4-3A95-E2B6-796576E6670E}"/>
                    </a:ext>
                  </a:extLst>
                </p14:cNvPr>
                <p14:cNvContentPartPr/>
                <p14:nvPr/>
              </p14:nvContentPartPr>
              <p14:xfrm>
                <a:off x="4398300" y="6085808"/>
                <a:ext cx="23040" cy="122400"/>
              </p14:xfrm>
            </p:contentPart>
          </mc:Choice>
          <mc:Fallback xmlns="">
            <p:pic>
              <p:nvPicPr>
                <p:cNvPr id="656" name="Ink 655">
                  <a:extLst>
                    <a:ext uri="{FF2B5EF4-FFF2-40B4-BE49-F238E27FC236}">
                      <a16:creationId xmlns:a16="http://schemas.microsoft.com/office/drawing/2014/main" id="{B8318253-13A4-3A95-E2B6-796576E6670E}"/>
                    </a:ext>
                  </a:extLst>
                </p:cNvPr>
                <p:cNvPicPr/>
                <p:nvPr/>
              </p:nvPicPr>
              <p:blipFill>
                <a:blip r:embed="rId1107"/>
                <a:stretch>
                  <a:fillRect/>
                </a:stretch>
              </p:blipFill>
              <p:spPr>
                <a:xfrm>
                  <a:off x="4389660" y="6077168"/>
                  <a:ext cx="4068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8">
              <p14:nvContentPartPr>
                <p14:cNvPr id="657" name="Ink 656">
                  <a:extLst>
                    <a:ext uri="{FF2B5EF4-FFF2-40B4-BE49-F238E27FC236}">
                      <a16:creationId xmlns:a16="http://schemas.microsoft.com/office/drawing/2014/main" id="{9D227DC2-44A4-3900-F7EE-1AEAF13634D8}"/>
                    </a:ext>
                  </a:extLst>
                </p14:cNvPr>
                <p14:cNvContentPartPr/>
                <p14:nvPr/>
              </p14:nvContentPartPr>
              <p14:xfrm>
                <a:off x="4435380" y="6156368"/>
                <a:ext cx="144000" cy="62640"/>
              </p14:xfrm>
            </p:contentPart>
          </mc:Choice>
          <mc:Fallback xmlns="">
            <p:pic>
              <p:nvPicPr>
                <p:cNvPr id="657" name="Ink 656">
                  <a:extLst>
                    <a:ext uri="{FF2B5EF4-FFF2-40B4-BE49-F238E27FC236}">
                      <a16:creationId xmlns:a16="http://schemas.microsoft.com/office/drawing/2014/main" id="{9D227DC2-44A4-3900-F7EE-1AEAF13634D8}"/>
                    </a:ext>
                  </a:extLst>
                </p:cNvPr>
                <p:cNvPicPr/>
                <p:nvPr/>
              </p:nvPicPr>
              <p:blipFill>
                <a:blip r:embed="rId1109"/>
                <a:stretch>
                  <a:fillRect/>
                </a:stretch>
              </p:blipFill>
              <p:spPr>
                <a:xfrm>
                  <a:off x="4426380" y="6147728"/>
                  <a:ext cx="161640" cy="80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81" name="Group 680">
            <a:extLst>
              <a:ext uri="{FF2B5EF4-FFF2-40B4-BE49-F238E27FC236}">
                <a16:creationId xmlns:a16="http://schemas.microsoft.com/office/drawing/2014/main" id="{18EE0DE2-2387-C626-55B7-CFCFE6594173}"/>
              </a:ext>
            </a:extLst>
          </p:cNvPr>
          <p:cNvGrpSpPr/>
          <p:nvPr/>
        </p:nvGrpSpPr>
        <p:grpSpPr>
          <a:xfrm>
            <a:off x="4794300" y="5667488"/>
            <a:ext cx="1954080" cy="462600"/>
            <a:chOff x="4794300" y="5667488"/>
            <a:chExt cx="1954080" cy="462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10">
              <p14:nvContentPartPr>
                <p14:cNvPr id="659" name="Ink 658">
                  <a:extLst>
                    <a:ext uri="{FF2B5EF4-FFF2-40B4-BE49-F238E27FC236}">
                      <a16:creationId xmlns:a16="http://schemas.microsoft.com/office/drawing/2014/main" id="{A1E4E352-D0B8-9E80-450C-C5344C7A4E74}"/>
                    </a:ext>
                  </a:extLst>
                </p14:cNvPr>
                <p14:cNvContentPartPr/>
                <p14:nvPr/>
              </p14:nvContentPartPr>
              <p14:xfrm>
                <a:off x="4794300" y="5761808"/>
                <a:ext cx="231480" cy="222480"/>
              </p14:xfrm>
            </p:contentPart>
          </mc:Choice>
          <mc:Fallback xmlns="">
            <p:pic>
              <p:nvPicPr>
                <p:cNvPr id="659" name="Ink 658">
                  <a:extLst>
                    <a:ext uri="{FF2B5EF4-FFF2-40B4-BE49-F238E27FC236}">
                      <a16:creationId xmlns:a16="http://schemas.microsoft.com/office/drawing/2014/main" id="{A1E4E352-D0B8-9E80-450C-C5344C7A4E74}"/>
                    </a:ext>
                  </a:extLst>
                </p:cNvPr>
                <p:cNvPicPr/>
                <p:nvPr/>
              </p:nvPicPr>
              <p:blipFill>
                <a:blip r:embed="rId1111"/>
                <a:stretch>
                  <a:fillRect/>
                </a:stretch>
              </p:blipFill>
              <p:spPr>
                <a:xfrm>
                  <a:off x="4785660" y="5752808"/>
                  <a:ext cx="24912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2">
              <p14:nvContentPartPr>
                <p14:cNvPr id="660" name="Ink 659">
                  <a:extLst>
                    <a:ext uri="{FF2B5EF4-FFF2-40B4-BE49-F238E27FC236}">
                      <a16:creationId xmlns:a16="http://schemas.microsoft.com/office/drawing/2014/main" id="{C874C70E-ED61-CD73-A10C-D057AA482FD2}"/>
                    </a:ext>
                  </a:extLst>
                </p14:cNvPr>
                <p14:cNvContentPartPr/>
                <p14:nvPr/>
              </p14:nvContentPartPr>
              <p14:xfrm>
                <a:off x="4851180" y="5780168"/>
                <a:ext cx="115920" cy="214920"/>
              </p14:xfrm>
            </p:contentPart>
          </mc:Choice>
          <mc:Fallback xmlns="">
            <p:pic>
              <p:nvPicPr>
                <p:cNvPr id="660" name="Ink 659">
                  <a:extLst>
                    <a:ext uri="{FF2B5EF4-FFF2-40B4-BE49-F238E27FC236}">
                      <a16:creationId xmlns:a16="http://schemas.microsoft.com/office/drawing/2014/main" id="{C874C70E-ED61-CD73-A10C-D057AA482FD2}"/>
                    </a:ext>
                  </a:extLst>
                </p:cNvPr>
                <p:cNvPicPr/>
                <p:nvPr/>
              </p:nvPicPr>
              <p:blipFill>
                <a:blip r:embed="rId1113"/>
                <a:stretch>
                  <a:fillRect/>
                </a:stretch>
              </p:blipFill>
              <p:spPr>
                <a:xfrm>
                  <a:off x="4842540" y="5771528"/>
                  <a:ext cx="13356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4">
              <p14:nvContentPartPr>
                <p14:cNvPr id="661" name="Ink 660">
                  <a:extLst>
                    <a:ext uri="{FF2B5EF4-FFF2-40B4-BE49-F238E27FC236}">
                      <a16:creationId xmlns:a16="http://schemas.microsoft.com/office/drawing/2014/main" id="{15414E6F-6C52-D6FF-94D9-C83341837136}"/>
                    </a:ext>
                  </a:extLst>
                </p14:cNvPr>
                <p14:cNvContentPartPr/>
                <p14:nvPr/>
              </p14:nvContentPartPr>
              <p14:xfrm>
                <a:off x="5088060" y="5953328"/>
                <a:ext cx="136800" cy="90000"/>
              </p14:xfrm>
            </p:contentPart>
          </mc:Choice>
          <mc:Fallback xmlns="">
            <p:pic>
              <p:nvPicPr>
                <p:cNvPr id="661" name="Ink 660">
                  <a:extLst>
                    <a:ext uri="{FF2B5EF4-FFF2-40B4-BE49-F238E27FC236}">
                      <a16:creationId xmlns:a16="http://schemas.microsoft.com/office/drawing/2014/main" id="{15414E6F-6C52-D6FF-94D9-C83341837136}"/>
                    </a:ext>
                  </a:extLst>
                </p:cNvPr>
                <p:cNvPicPr/>
                <p:nvPr/>
              </p:nvPicPr>
              <p:blipFill>
                <a:blip r:embed="rId1115"/>
                <a:stretch>
                  <a:fillRect/>
                </a:stretch>
              </p:blipFill>
              <p:spPr>
                <a:xfrm>
                  <a:off x="5079060" y="5944328"/>
                  <a:ext cx="15444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6">
              <p14:nvContentPartPr>
                <p14:cNvPr id="662" name="Ink 661">
                  <a:extLst>
                    <a:ext uri="{FF2B5EF4-FFF2-40B4-BE49-F238E27FC236}">
                      <a16:creationId xmlns:a16="http://schemas.microsoft.com/office/drawing/2014/main" id="{ED704283-A699-EFEB-71A5-26438BE854A8}"/>
                    </a:ext>
                  </a:extLst>
                </p14:cNvPr>
                <p14:cNvContentPartPr/>
                <p14:nvPr/>
              </p14:nvContentPartPr>
              <p14:xfrm>
                <a:off x="5252940" y="5688728"/>
                <a:ext cx="95760" cy="309240"/>
              </p14:xfrm>
            </p:contentPart>
          </mc:Choice>
          <mc:Fallback xmlns="">
            <p:pic>
              <p:nvPicPr>
                <p:cNvPr id="662" name="Ink 661">
                  <a:extLst>
                    <a:ext uri="{FF2B5EF4-FFF2-40B4-BE49-F238E27FC236}">
                      <a16:creationId xmlns:a16="http://schemas.microsoft.com/office/drawing/2014/main" id="{ED704283-A699-EFEB-71A5-26438BE854A8}"/>
                    </a:ext>
                  </a:extLst>
                </p:cNvPr>
                <p:cNvPicPr/>
                <p:nvPr/>
              </p:nvPicPr>
              <p:blipFill>
                <a:blip r:embed="rId1117"/>
                <a:stretch>
                  <a:fillRect/>
                </a:stretch>
              </p:blipFill>
              <p:spPr>
                <a:xfrm>
                  <a:off x="5244300" y="5680088"/>
                  <a:ext cx="113400" cy="32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8">
              <p14:nvContentPartPr>
                <p14:cNvPr id="663" name="Ink 662">
                  <a:extLst>
                    <a:ext uri="{FF2B5EF4-FFF2-40B4-BE49-F238E27FC236}">
                      <a16:creationId xmlns:a16="http://schemas.microsoft.com/office/drawing/2014/main" id="{66A4EE19-73BE-FD58-BB6D-C7EFE94F45AC}"/>
                    </a:ext>
                  </a:extLst>
                </p14:cNvPr>
                <p14:cNvContentPartPr/>
                <p14:nvPr/>
              </p14:nvContentPartPr>
              <p14:xfrm>
                <a:off x="5377860" y="5874848"/>
                <a:ext cx="109080" cy="203760"/>
              </p14:xfrm>
            </p:contentPart>
          </mc:Choice>
          <mc:Fallback xmlns="">
            <p:pic>
              <p:nvPicPr>
                <p:cNvPr id="663" name="Ink 662">
                  <a:extLst>
                    <a:ext uri="{FF2B5EF4-FFF2-40B4-BE49-F238E27FC236}">
                      <a16:creationId xmlns:a16="http://schemas.microsoft.com/office/drawing/2014/main" id="{66A4EE19-73BE-FD58-BB6D-C7EFE94F45AC}"/>
                    </a:ext>
                  </a:extLst>
                </p:cNvPr>
                <p:cNvPicPr/>
                <p:nvPr/>
              </p:nvPicPr>
              <p:blipFill>
                <a:blip r:embed="rId1119"/>
                <a:stretch>
                  <a:fillRect/>
                </a:stretch>
              </p:blipFill>
              <p:spPr>
                <a:xfrm>
                  <a:off x="5368860" y="5866208"/>
                  <a:ext cx="12672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0">
              <p14:nvContentPartPr>
                <p14:cNvPr id="664" name="Ink 663">
                  <a:extLst>
                    <a:ext uri="{FF2B5EF4-FFF2-40B4-BE49-F238E27FC236}">
                      <a16:creationId xmlns:a16="http://schemas.microsoft.com/office/drawing/2014/main" id="{EE7C7B59-D7E7-4226-CB60-CB66BB9AE2E6}"/>
                    </a:ext>
                  </a:extLst>
                </p14:cNvPr>
                <p14:cNvContentPartPr/>
                <p14:nvPr/>
              </p14:nvContentPartPr>
              <p14:xfrm>
                <a:off x="5389020" y="5775848"/>
                <a:ext cx="9000" cy="6120"/>
              </p14:xfrm>
            </p:contentPart>
          </mc:Choice>
          <mc:Fallback xmlns="">
            <p:pic>
              <p:nvPicPr>
                <p:cNvPr id="664" name="Ink 663">
                  <a:extLst>
                    <a:ext uri="{FF2B5EF4-FFF2-40B4-BE49-F238E27FC236}">
                      <a16:creationId xmlns:a16="http://schemas.microsoft.com/office/drawing/2014/main" id="{EE7C7B59-D7E7-4226-CB60-CB66BB9AE2E6}"/>
                    </a:ext>
                  </a:extLst>
                </p:cNvPr>
                <p:cNvPicPr/>
                <p:nvPr/>
              </p:nvPicPr>
              <p:blipFill>
                <a:blip r:embed="rId1121"/>
                <a:stretch>
                  <a:fillRect/>
                </a:stretch>
              </p:blipFill>
              <p:spPr>
                <a:xfrm>
                  <a:off x="5380380" y="5767208"/>
                  <a:ext cx="2664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2">
              <p14:nvContentPartPr>
                <p14:cNvPr id="666" name="Ink 665">
                  <a:extLst>
                    <a:ext uri="{FF2B5EF4-FFF2-40B4-BE49-F238E27FC236}">
                      <a16:creationId xmlns:a16="http://schemas.microsoft.com/office/drawing/2014/main" id="{5DE1A94C-47B8-92AE-0201-8B0CA1986502}"/>
                    </a:ext>
                  </a:extLst>
                </p14:cNvPr>
                <p14:cNvContentPartPr/>
                <p14:nvPr/>
              </p14:nvContentPartPr>
              <p14:xfrm>
                <a:off x="5516460" y="5667488"/>
                <a:ext cx="111600" cy="373680"/>
              </p14:xfrm>
            </p:contentPart>
          </mc:Choice>
          <mc:Fallback xmlns="">
            <p:pic>
              <p:nvPicPr>
                <p:cNvPr id="666" name="Ink 665">
                  <a:extLst>
                    <a:ext uri="{FF2B5EF4-FFF2-40B4-BE49-F238E27FC236}">
                      <a16:creationId xmlns:a16="http://schemas.microsoft.com/office/drawing/2014/main" id="{5DE1A94C-47B8-92AE-0201-8B0CA1986502}"/>
                    </a:ext>
                  </a:extLst>
                </p:cNvPr>
                <p:cNvPicPr/>
                <p:nvPr/>
              </p:nvPicPr>
              <p:blipFill>
                <a:blip r:embed="rId1123"/>
                <a:stretch>
                  <a:fillRect/>
                </a:stretch>
              </p:blipFill>
              <p:spPr>
                <a:xfrm>
                  <a:off x="5507820" y="5658488"/>
                  <a:ext cx="129240" cy="39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4">
              <p14:nvContentPartPr>
                <p14:cNvPr id="668" name="Ink 667">
                  <a:extLst>
                    <a:ext uri="{FF2B5EF4-FFF2-40B4-BE49-F238E27FC236}">
                      <a16:creationId xmlns:a16="http://schemas.microsoft.com/office/drawing/2014/main" id="{F5F3890E-4407-F380-3A0A-7248FBB2DEE5}"/>
                    </a:ext>
                  </a:extLst>
                </p14:cNvPr>
                <p14:cNvContentPartPr/>
                <p14:nvPr/>
              </p14:nvContentPartPr>
              <p14:xfrm>
                <a:off x="5682420" y="5750648"/>
                <a:ext cx="189000" cy="79920"/>
              </p14:xfrm>
            </p:contentPart>
          </mc:Choice>
          <mc:Fallback xmlns="">
            <p:pic>
              <p:nvPicPr>
                <p:cNvPr id="668" name="Ink 667">
                  <a:extLst>
                    <a:ext uri="{FF2B5EF4-FFF2-40B4-BE49-F238E27FC236}">
                      <a16:creationId xmlns:a16="http://schemas.microsoft.com/office/drawing/2014/main" id="{F5F3890E-4407-F380-3A0A-7248FBB2DEE5}"/>
                    </a:ext>
                  </a:extLst>
                </p:cNvPr>
                <p:cNvPicPr/>
                <p:nvPr/>
              </p:nvPicPr>
              <p:blipFill>
                <a:blip r:embed="rId1125"/>
                <a:stretch>
                  <a:fillRect/>
                </a:stretch>
              </p:blipFill>
              <p:spPr>
                <a:xfrm>
                  <a:off x="5673780" y="5742008"/>
                  <a:ext cx="20664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6">
              <p14:nvContentPartPr>
                <p14:cNvPr id="669" name="Ink 668">
                  <a:extLst>
                    <a:ext uri="{FF2B5EF4-FFF2-40B4-BE49-F238E27FC236}">
                      <a16:creationId xmlns:a16="http://schemas.microsoft.com/office/drawing/2014/main" id="{1FA13CD2-9EB6-50ED-9C55-551987D1F0D5}"/>
                    </a:ext>
                  </a:extLst>
                </p14:cNvPr>
                <p14:cNvContentPartPr/>
                <p14:nvPr/>
              </p14:nvContentPartPr>
              <p14:xfrm>
                <a:off x="5902020" y="5783048"/>
                <a:ext cx="136800" cy="80640"/>
              </p14:xfrm>
            </p:contentPart>
          </mc:Choice>
          <mc:Fallback xmlns="">
            <p:pic>
              <p:nvPicPr>
                <p:cNvPr id="669" name="Ink 668">
                  <a:extLst>
                    <a:ext uri="{FF2B5EF4-FFF2-40B4-BE49-F238E27FC236}">
                      <a16:creationId xmlns:a16="http://schemas.microsoft.com/office/drawing/2014/main" id="{1FA13CD2-9EB6-50ED-9C55-551987D1F0D5}"/>
                    </a:ext>
                  </a:extLst>
                </p:cNvPr>
                <p:cNvPicPr/>
                <p:nvPr/>
              </p:nvPicPr>
              <p:blipFill>
                <a:blip r:embed="rId1127"/>
                <a:stretch>
                  <a:fillRect/>
                </a:stretch>
              </p:blipFill>
              <p:spPr>
                <a:xfrm>
                  <a:off x="5893020" y="5774408"/>
                  <a:ext cx="15444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8">
              <p14:nvContentPartPr>
                <p14:cNvPr id="671" name="Ink 670">
                  <a:extLst>
                    <a:ext uri="{FF2B5EF4-FFF2-40B4-BE49-F238E27FC236}">
                      <a16:creationId xmlns:a16="http://schemas.microsoft.com/office/drawing/2014/main" id="{0726FACC-0A57-D2C1-C2CD-8EE3DEAD106E}"/>
                    </a:ext>
                  </a:extLst>
                </p14:cNvPr>
                <p14:cNvContentPartPr/>
                <p14:nvPr/>
              </p14:nvContentPartPr>
              <p14:xfrm>
                <a:off x="6070860" y="5776928"/>
                <a:ext cx="127440" cy="5760"/>
              </p14:xfrm>
            </p:contentPart>
          </mc:Choice>
          <mc:Fallback xmlns="">
            <p:pic>
              <p:nvPicPr>
                <p:cNvPr id="671" name="Ink 670">
                  <a:extLst>
                    <a:ext uri="{FF2B5EF4-FFF2-40B4-BE49-F238E27FC236}">
                      <a16:creationId xmlns:a16="http://schemas.microsoft.com/office/drawing/2014/main" id="{0726FACC-0A57-D2C1-C2CD-8EE3DEAD106E}"/>
                    </a:ext>
                  </a:extLst>
                </p:cNvPr>
                <p:cNvPicPr/>
                <p:nvPr/>
              </p:nvPicPr>
              <p:blipFill>
                <a:blip r:embed="rId1129"/>
                <a:stretch>
                  <a:fillRect/>
                </a:stretch>
              </p:blipFill>
              <p:spPr>
                <a:xfrm>
                  <a:off x="6061860" y="5768288"/>
                  <a:ext cx="14508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0">
              <p14:nvContentPartPr>
                <p14:cNvPr id="672" name="Ink 671">
                  <a:extLst>
                    <a:ext uri="{FF2B5EF4-FFF2-40B4-BE49-F238E27FC236}">
                      <a16:creationId xmlns:a16="http://schemas.microsoft.com/office/drawing/2014/main" id="{ECE2DA8B-3A91-1DF8-626B-C4D622D4A61F}"/>
                    </a:ext>
                  </a:extLst>
                </p14:cNvPr>
                <p14:cNvContentPartPr/>
                <p14:nvPr/>
              </p14:nvContentPartPr>
              <p14:xfrm>
                <a:off x="6234300" y="5720408"/>
                <a:ext cx="159480" cy="99000"/>
              </p14:xfrm>
            </p:contentPart>
          </mc:Choice>
          <mc:Fallback xmlns="">
            <p:pic>
              <p:nvPicPr>
                <p:cNvPr id="672" name="Ink 671">
                  <a:extLst>
                    <a:ext uri="{FF2B5EF4-FFF2-40B4-BE49-F238E27FC236}">
                      <a16:creationId xmlns:a16="http://schemas.microsoft.com/office/drawing/2014/main" id="{ECE2DA8B-3A91-1DF8-626B-C4D622D4A61F}"/>
                    </a:ext>
                  </a:extLst>
                </p:cNvPr>
                <p:cNvPicPr/>
                <p:nvPr/>
              </p:nvPicPr>
              <p:blipFill>
                <a:blip r:embed="rId1131"/>
                <a:stretch>
                  <a:fillRect/>
                </a:stretch>
              </p:blipFill>
              <p:spPr>
                <a:xfrm>
                  <a:off x="6225660" y="5711408"/>
                  <a:ext cx="17712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2">
              <p14:nvContentPartPr>
                <p14:cNvPr id="673" name="Ink 672">
                  <a:extLst>
                    <a:ext uri="{FF2B5EF4-FFF2-40B4-BE49-F238E27FC236}">
                      <a16:creationId xmlns:a16="http://schemas.microsoft.com/office/drawing/2014/main" id="{C5F987B6-443A-D110-E803-F99126AF85FB}"/>
                    </a:ext>
                  </a:extLst>
                </p14:cNvPr>
                <p14:cNvContentPartPr/>
                <p14:nvPr/>
              </p14:nvContentPartPr>
              <p14:xfrm>
                <a:off x="6436980" y="5761448"/>
                <a:ext cx="65520" cy="51480"/>
              </p14:xfrm>
            </p:contentPart>
          </mc:Choice>
          <mc:Fallback xmlns="">
            <p:pic>
              <p:nvPicPr>
                <p:cNvPr id="673" name="Ink 672">
                  <a:extLst>
                    <a:ext uri="{FF2B5EF4-FFF2-40B4-BE49-F238E27FC236}">
                      <a16:creationId xmlns:a16="http://schemas.microsoft.com/office/drawing/2014/main" id="{C5F987B6-443A-D110-E803-F99126AF85FB}"/>
                    </a:ext>
                  </a:extLst>
                </p:cNvPr>
                <p:cNvPicPr/>
                <p:nvPr/>
              </p:nvPicPr>
              <p:blipFill>
                <a:blip r:embed="rId1133"/>
                <a:stretch>
                  <a:fillRect/>
                </a:stretch>
              </p:blipFill>
              <p:spPr>
                <a:xfrm>
                  <a:off x="6428340" y="5752808"/>
                  <a:ext cx="8316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4">
              <p14:nvContentPartPr>
                <p14:cNvPr id="674" name="Ink 673">
                  <a:extLst>
                    <a:ext uri="{FF2B5EF4-FFF2-40B4-BE49-F238E27FC236}">
                      <a16:creationId xmlns:a16="http://schemas.microsoft.com/office/drawing/2014/main" id="{50FCF49A-C43C-248C-1EBF-467372513E68}"/>
                    </a:ext>
                  </a:extLst>
                </p14:cNvPr>
                <p14:cNvContentPartPr/>
                <p14:nvPr/>
              </p14:nvContentPartPr>
              <p14:xfrm>
                <a:off x="6509700" y="5745968"/>
                <a:ext cx="96480" cy="73080"/>
              </p14:xfrm>
            </p:contentPart>
          </mc:Choice>
          <mc:Fallback xmlns="">
            <p:pic>
              <p:nvPicPr>
                <p:cNvPr id="674" name="Ink 673">
                  <a:extLst>
                    <a:ext uri="{FF2B5EF4-FFF2-40B4-BE49-F238E27FC236}">
                      <a16:creationId xmlns:a16="http://schemas.microsoft.com/office/drawing/2014/main" id="{50FCF49A-C43C-248C-1EBF-467372513E68}"/>
                    </a:ext>
                  </a:extLst>
                </p:cNvPr>
                <p:cNvPicPr/>
                <p:nvPr/>
              </p:nvPicPr>
              <p:blipFill>
                <a:blip r:embed="rId1135"/>
                <a:stretch>
                  <a:fillRect/>
                </a:stretch>
              </p:blipFill>
              <p:spPr>
                <a:xfrm>
                  <a:off x="6501060" y="5737328"/>
                  <a:ext cx="11412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6">
              <p14:nvContentPartPr>
                <p14:cNvPr id="675" name="Ink 674">
                  <a:extLst>
                    <a:ext uri="{FF2B5EF4-FFF2-40B4-BE49-F238E27FC236}">
                      <a16:creationId xmlns:a16="http://schemas.microsoft.com/office/drawing/2014/main" id="{64E64D1D-FF1F-43B0-A1AB-60281B73D527}"/>
                    </a:ext>
                  </a:extLst>
                </p14:cNvPr>
                <p14:cNvContentPartPr/>
                <p14:nvPr/>
              </p14:nvContentPartPr>
              <p14:xfrm>
                <a:off x="6381180" y="5698448"/>
                <a:ext cx="196200" cy="33120"/>
              </p14:xfrm>
            </p:contentPart>
          </mc:Choice>
          <mc:Fallback xmlns="">
            <p:pic>
              <p:nvPicPr>
                <p:cNvPr id="675" name="Ink 674">
                  <a:extLst>
                    <a:ext uri="{FF2B5EF4-FFF2-40B4-BE49-F238E27FC236}">
                      <a16:creationId xmlns:a16="http://schemas.microsoft.com/office/drawing/2014/main" id="{64E64D1D-FF1F-43B0-A1AB-60281B73D527}"/>
                    </a:ext>
                  </a:extLst>
                </p:cNvPr>
                <p:cNvPicPr/>
                <p:nvPr/>
              </p:nvPicPr>
              <p:blipFill>
                <a:blip r:embed="rId1137"/>
                <a:stretch>
                  <a:fillRect/>
                </a:stretch>
              </p:blipFill>
              <p:spPr>
                <a:xfrm>
                  <a:off x="6372540" y="5689808"/>
                  <a:ext cx="21384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8">
              <p14:nvContentPartPr>
                <p14:cNvPr id="676" name="Ink 675">
                  <a:extLst>
                    <a:ext uri="{FF2B5EF4-FFF2-40B4-BE49-F238E27FC236}">
                      <a16:creationId xmlns:a16="http://schemas.microsoft.com/office/drawing/2014/main" id="{8BCA83E6-4C06-E4CA-54C8-939F387D08AB}"/>
                    </a:ext>
                  </a:extLst>
                </p14:cNvPr>
                <p14:cNvContentPartPr/>
                <p14:nvPr/>
              </p14:nvContentPartPr>
              <p14:xfrm>
                <a:off x="6690060" y="5766848"/>
                <a:ext cx="58320" cy="62280"/>
              </p14:xfrm>
            </p:contentPart>
          </mc:Choice>
          <mc:Fallback xmlns="">
            <p:pic>
              <p:nvPicPr>
                <p:cNvPr id="676" name="Ink 675">
                  <a:extLst>
                    <a:ext uri="{FF2B5EF4-FFF2-40B4-BE49-F238E27FC236}">
                      <a16:creationId xmlns:a16="http://schemas.microsoft.com/office/drawing/2014/main" id="{8BCA83E6-4C06-E4CA-54C8-939F387D08AB}"/>
                    </a:ext>
                  </a:extLst>
                </p:cNvPr>
                <p:cNvPicPr/>
                <p:nvPr/>
              </p:nvPicPr>
              <p:blipFill>
                <a:blip r:embed="rId1139"/>
                <a:stretch>
                  <a:fillRect/>
                </a:stretch>
              </p:blipFill>
              <p:spPr>
                <a:xfrm>
                  <a:off x="6681420" y="5757848"/>
                  <a:ext cx="7596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0">
              <p14:nvContentPartPr>
                <p14:cNvPr id="677" name="Ink 676">
                  <a:extLst>
                    <a:ext uri="{FF2B5EF4-FFF2-40B4-BE49-F238E27FC236}">
                      <a16:creationId xmlns:a16="http://schemas.microsoft.com/office/drawing/2014/main" id="{0DF490BE-9519-ECDD-942C-96A399400050}"/>
                    </a:ext>
                  </a:extLst>
                </p14:cNvPr>
                <p14:cNvContentPartPr/>
                <p14:nvPr/>
              </p14:nvContentPartPr>
              <p14:xfrm>
                <a:off x="6663420" y="5678288"/>
                <a:ext cx="12960" cy="11880"/>
              </p14:xfrm>
            </p:contentPart>
          </mc:Choice>
          <mc:Fallback xmlns="">
            <p:pic>
              <p:nvPicPr>
                <p:cNvPr id="677" name="Ink 676">
                  <a:extLst>
                    <a:ext uri="{FF2B5EF4-FFF2-40B4-BE49-F238E27FC236}">
                      <a16:creationId xmlns:a16="http://schemas.microsoft.com/office/drawing/2014/main" id="{0DF490BE-9519-ECDD-942C-96A399400050}"/>
                    </a:ext>
                  </a:extLst>
                </p:cNvPr>
                <p:cNvPicPr/>
                <p:nvPr/>
              </p:nvPicPr>
              <p:blipFill>
                <a:blip r:embed="rId1141"/>
                <a:stretch>
                  <a:fillRect/>
                </a:stretch>
              </p:blipFill>
              <p:spPr>
                <a:xfrm>
                  <a:off x="6654420" y="5669648"/>
                  <a:ext cx="3060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2">
              <p14:nvContentPartPr>
                <p14:cNvPr id="679" name="Ink 678">
                  <a:extLst>
                    <a:ext uri="{FF2B5EF4-FFF2-40B4-BE49-F238E27FC236}">
                      <a16:creationId xmlns:a16="http://schemas.microsoft.com/office/drawing/2014/main" id="{A5986990-2A70-4FEE-1E10-5459AB837979}"/>
                    </a:ext>
                  </a:extLst>
                </p14:cNvPr>
                <p14:cNvContentPartPr/>
                <p14:nvPr/>
              </p14:nvContentPartPr>
              <p14:xfrm>
                <a:off x="5705100" y="5891408"/>
                <a:ext cx="976680" cy="36360"/>
              </p14:xfrm>
            </p:contentPart>
          </mc:Choice>
          <mc:Fallback xmlns="">
            <p:pic>
              <p:nvPicPr>
                <p:cNvPr id="679" name="Ink 678">
                  <a:extLst>
                    <a:ext uri="{FF2B5EF4-FFF2-40B4-BE49-F238E27FC236}">
                      <a16:creationId xmlns:a16="http://schemas.microsoft.com/office/drawing/2014/main" id="{A5986990-2A70-4FEE-1E10-5459AB837979}"/>
                    </a:ext>
                  </a:extLst>
                </p:cNvPr>
                <p:cNvPicPr/>
                <p:nvPr/>
              </p:nvPicPr>
              <p:blipFill>
                <a:blip r:embed="rId1143"/>
                <a:stretch>
                  <a:fillRect/>
                </a:stretch>
              </p:blipFill>
              <p:spPr>
                <a:xfrm>
                  <a:off x="5696100" y="5882768"/>
                  <a:ext cx="99432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4">
              <p14:nvContentPartPr>
                <p14:cNvPr id="680" name="Ink 679">
                  <a:extLst>
                    <a:ext uri="{FF2B5EF4-FFF2-40B4-BE49-F238E27FC236}">
                      <a16:creationId xmlns:a16="http://schemas.microsoft.com/office/drawing/2014/main" id="{BF5B533E-F320-336F-CB40-42AAF84D3C00}"/>
                    </a:ext>
                  </a:extLst>
                </p14:cNvPr>
                <p14:cNvContentPartPr/>
                <p14:nvPr/>
              </p14:nvContentPartPr>
              <p14:xfrm>
                <a:off x="6047460" y="6022808"/>
                <a:ext cx="232200" cy="107280"/>
              </p14:xfrm>
            </p:contentPart>
          </mc:Choice>
          <mc:Fallback xmlns="">
            <p:pic>
              <p:nvPicPr>
                <p:cNvPr id="680" name="Ink 679">
                  <a:extLst>
                    <a:ext uri="{FF2B5EF4-FFF2-40B4-BE49-F238E27FC236}">
                      <a16:creationId xmlns:a16="http://schemas.microsoft.com/office/drawing/2014/main" id="{BF5B533E-F320-336F-CB40-42AAF84D3C00}"/>
                    </a:ext>
                  </a:extLst>
                </p:cNvPr>
                <p:cNvPicPr/>
                <p:nvPr/>
              </p:nvPicPr>
              <p:blipFill>
                <a:blip r:embed="rId1145"/>
                <a:stretch>
                  <a:fillRect/>
                </a:stretch>
              </p:blipFill>
              <p:spPr>
                <a:xfrm>
                  <a:off x="6038460" y="6014168"/>
                  <a:ext cx="249840" cy="124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46">
            <p14:nvContentPartPr>
              <p14:cNvPr id="682" name="Ink 681">
                <a:extLst>
                  <a:ext uri="{FF2B5EF4-FFF2-40B4-BE49-F238E27FC236}">
                    <a16:creationId xmlns:a16="http://schemas.microsoft.com/office/drawing/2014/main" id="{CFB940A6-D519-F91F-0716-C7AD2CBD5A37}"/>
                  </a:ext>
                </a:extLst>
              </p14:cNvPr>
              <p14:cNvContentPartPr/>
              <p14:nvPr/>
            </p14:nvContentPartPr>
            <p14:xfrm>
              <a:off x="6894180" y="5891408"/>
              <a:ext cx="88560" cy="5760"/>
            </p14:xfrm>
          </p:contentPart>
        </mc:Choice>
        <mc:Fallback xmlns="">
          <p:pic>
            <p:nvPicPr>
              <p:cNvPr id="682" name="Ink 681">
                <a:extLst>
                  <a:ext uri="{FF2B5EF4-FFF2-40B4-BE49-F238E27FC236}">
                    <a16:creationId xmlns:a16="http://schemas.microsoft.com/office/drawing/2014/main" id="{CFB940A6-D519-F91F-0716-C7AD2CBD5A37}"/>
                  </a:ext>
                </a:extLst>
              </p:cNvPr>
              <p:cNvPicPr/>
              <p:nvPr/>
            </p:nvPicPr>
            <p:blipFill>
              <a:blip r:embed="rId1147"/>
              <a:stretch>
                <a:fillRect/>
              </a:stretch>
            </p:blipFill>
            <p:spPr>
              <a:xfrm>
                <a:off x="6885540" y="5882408"/>
                <a:ext cx="106200" cy="23400"/>
              </a:xfrm>
              <a:prstGeom prst="rect">
                <a:avLst/>
              </a:prstGeom>
            </p:spPr>
          </p:pic>
        </mc:Fallback>
      </mc:AlternateContent>
      <p:grpSp>
        <p:nvGrpSpPr>
          <p:cNvPr id="697" name="Group 696">
            <a:extLst>
              <a:ext uri="{FF2B5EF4-FFF2-40B4-BE49-F238E27FC236}">
                <a16:creationId xmlns:a16="http://schemas.microsoft.com/office/drawing/2014/main" id="{1698C856-835A-63DB-9C6F-A514926F9548}"/>
              </a:ext>
            </a:extLst>
          </p:cNvPr>
          <p:cNvGrpSpPr/>
          <p:nvPr/>
        </p:nvGrpSpPr>
        <p:grpSpPr>
          <a:xfrm>
            <a:off x="7159140" y="5656328"/>
            <a:ext cx="1419840" cy="376200"/>
            <a:chOff x="7159140" y="5656328"/>
            <a:chExt cx="1419840" cy="376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48">
              <p14:nvContentPartPr>
                <p14:cNvPr id="683" name="Ink 682">
                  <a:extLst>
                    <a:ext uri="{FF2B5EF4-FFF2-40B4-BE49-F238E27FC236}">
                      <a16:creationId xmlns:a16="http://schemas.microsoft.com/office/drawing/2014/main" id="{376277EF-042D-E2AD-CA74-642797DB1061}"/>
                    </a:ext>
                  </a:extLst>
                </p14:cNvPr>
                <p14:cNvContentPartPr/>
                <p14:nvPr/>
              </p14:nvContentPartPr>
              <p14:xfrm>
                <a:off x="7159140" y="5792048"/>
                <a:ext cx="163080" cy="110160"/>
              </p14:xfrm>
            </p:contentPart>
          </mc:Choice>
          <mc:Fallback xmlns="">
            <p:pic>
              <p:nvPicPr>
                <p:cNvPr id="683" name="Ink 682">
                  <a:extLst>
                    <a:ext uri="{FF2B5EF4-FFF2-40B4-BE49-F238E27FC236}">
                      <a16:creationId xmlns:a16="http://schemas.microsoft.com/office/drawing/2014/main" id="{376277EF-042D-E2AD-CA74-642797DB1061}"/>
                    </a:ext>
                  </a:extLst>
                </p:cNvPr>
                <p:cNvPicPr/>
                <p:nvPr/>
              </p:nvPicPr>
              <p:blipFill>
                <a:blip r:embed="rId1149"/>
                <a:stretch>
                  <a:fillRect/>
                </a:stretch>
              </p:blipFill>
              <p:spPr>
                <a:xfrm>
                  <a:off x="7150500" y="5783048"/>
                  <a:ext cx="18072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0">
              <p14:nvContentPartPr>
                <p14:cNvPr id="684" name="Ink 683">
                  <a:extLst>
                    <a:ext uri="{FF2B5EF4-FFF2-40B4-BE49-F238E27FC236}">
                      <a16:creationId xmlns:a16="http://schemas.microsoft.com/office/drawing/2014/main" id="{7DA4CD5A-6C62-5FCB-3288-5F72547787C4}"/>
                    </a:ext>
                  </a:extLst>
                </p14:cNvPr>
                <p14:cNvContentPartPr/>
                <p14:nvPr/>
              </p14:nvContentPartPr>
              <p14:xfrm>
                <a:off x="7366860" y="5813648"/>
                <a:ext cx="43200" cy="60840"/>
              </p14:xfrm>
            </p:contentPart>
          </mc:Choice>
          <mc:Fallback xmlns="">
            <p:pic>
              <p:nvPicPr>
                <p:cNvPr id="684" name="Ink 683">
                  <a:extLst>
                    <a:ext uri="{FF2B5EF4-FFF2-40B4-BE49-F238E27FC236}">
                      <a16:creationId xmlns:a16="http://schemas.microsoft.com/office/drawing/2014/main" id="{7DA4CD5A-6C62-5FCB-3288-5F72547787C4}"/>
                    </a:ext>
                  </a:extLst>
                </p:cNvPr>
                <p:cNvPicPr/>
                <p:nvPr/>
              </p:nvPicPr>
              <p:blipFill>
                <a:blip r:embed="rId1151"/>
                <a:stretch>
                  <a:fillRect/>
                </a:stretch>
              </p:blipFill>
              <p:spPr>
                <a:xfrm>
                  <a:off x="7358220" y="5804648"/>
                  <a:ext cx="6084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2">
              <p14:nvContentPartPr>
                <p14:cNvPr id="685" name="Ink 684">
                  <a:extLst>
                    <a:ext uri="{FF2B5EF4-FFF2-40B4-BE49-F238E27FC236}">
                      <a16:creationId xmlns:a16="http://schemas.microsoft.com/office/drawing/2014/main" id="{E1EB02E1-C1D3-4F77-1A6B-937E3AF3D91B}"/>
                    </a:ext>
                  </a:extLst>
                </p14:cNvPr>
                <p14:cNvContentPartPr/>
                <p14:nvPr/>
              </p14:nvContentPartPr>
              <p14:xfrm>
                <a:off x="7424100" y="5824088"/>
                <a:ext cx="78840" cy="69480"/>
              </p14:xfrm>
            </p:contentPart>
          </mc:Choice>
          <mc:Fallback xmlns="">
            <p:pic>
              <p:nvPicPr>
                <p:cNvPr id="685" name="Ink 684">
                  <a:extLst>
                    <a:ext uri="{FF2B5EF4-FFF2-40B4-BE49-F238E27FC236}">
                      <a16:creationId xmlns:a16="http://schemas.microsoft.com/office/drawing/2014/main" id="{E1EB02E1-C1D3-4F77-1A6B-937E3AF3D91B}"/>
                    </a:ext>
                  </a:extLst>
                </p:cNvPr>
                <p:cNvPicPr/>
                <p:nvPr/>
              </p:nvPicPr>
              <p:blipFill>
                <a:blip r:embed="rId1153"/>
                <a:stretch>
                  <a:fillRect/>
                </a:stretch>
              </p:blipFill>
              <p:spPr>
                <a:xfrm>
                  <a:off x="7415460" y="5815088"/>
                  <a:ext cx="9648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4">
              <p14:nvContentPartPr>
                <p14:cNvPr id="686" name="Ink 685">
                  <a:extLst>
                    <a:ext uri="{FF2B5EF4-FFF2-40B4-BE49-F238E27FC236}">
                      <a16:creationId xmlns:a16="http://schemas.microsoft.com/office/drawing/2014/main" id="{6AC7F9B1-169F-B6EE-4ED7-0DE4FFEEF281}"/>
                    </a:ext>
                  </a:extLst>
                </p14:cNvPr>
                <p14:cNvContentPartPr/>
                <p14:nvPr/>
              </p14:nvContentPartPr>
              <p14:xfrm>
                <a:off x="7321500" y="5768288"/>
                <a:ext cx="134280" cy="24840"/>
              </p14:xfrm>
            </p:contentPart>
          </mc:Choice>
          <mc:Fallback xmlns="">
            <p:pic>
              <p:nvPicPr>
                <p:cNvPr id="686" name="Ink 685">
                  <a:extLst>
                    <a:ext uri="{FF2B5EF4-FFF2-40B4-BE49-F238E27FC236}">
                      <a16:creationId xmlns:a16="http://schemas.microsoft.com/office/drawing/2014/main" id="{6AC7F9B1-169F-B6EE-4ED7-0DE4FFEEF281}"/>
                    </a:ext>
                  </a:extLst>
                </p:cNvPr>
                <p:cNvPicPr/>
                <p:nvPr/>
              </p:nvPicPr>
              <p:blipFill>
                <a:blip r:embed="rId1155"/>
                <a:stretch>
                  <a:fillRect/>
                </a:stretch>
              </p:blipFill>
              <p:spPr>
                <a:xfrm>
                  <a:off x="7312500" y="5759648"/>
                  <a:ext cx="15192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6">
              <p14:nvContentPartPr>
                <p14:cNvPr id="687" name="Ink 686">
                  <a:extLst>
                    <a:ext uri="{FF2B5EF4-FFF2-40B4-BE49-F238E27FC236}">
                      <a16:creationId xmlns:a16="http://schemas.microsoft.com/office/drawing/2014/main" id="{3601630B-6709-E251-DC92-B4F87087021D}"/>
                    </a:ext>
                  </a:extLst>
                </p14:cNvPr>
                <p14:cNvContentPartPr/>
                <p14:nvPr/>
              </p14:nvContentPartPr>
              <p14:xfrm>
                <a:off x="7528140" y="5730488"/>
                <a:ext cx="73080" cy="158760"/>
              </p14:xfrm>
            </p:contentPart>
          </mc:Choice>
          <mc:Fallback xmlns="">
            <p:pic>
              <p:nvPicPr>
                <p:cNvPr id="687" name="Ink 686">
                  <a:extLst>
                    <a:ext uri="{FF2B5EF4-FFF2-40B4-BE49-F238E27FC236}">
                      <a16:creationId xmlns:a16="http://schemas.microsoft.com/office/drawing/2014/main" id="{3601630B-6709-E251-DC92-B4F87087021D}"/>
                    </a:ext>
                  </a:extLst>
                </p:cNvPr>
                <p:cNvPicPr/>
                <p:nvPr/>
              </p:nvPicPr>
              <p:blipFill>
                <a:blip r:embed="rId1157"/>
                <a:stretch>
                  <a:fillRect/>
                </a:stretch>
              </p:blipFill>
              <p:spPr>
                <a:xfrm>
                  <a:off x="7519140" y="5721488"/>
                  <a:ext cx="9072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8">
              <p14:nvContentPartPr>
                <p14:cNvPr id="688" name="Ink 687">
                  <a:extLst>
                    <a:ext uri="{FF2B5EF4-FFF2-40B4-BE49-F238E27FC236}">
                      <a16:creationId xmlns:a16="http://schemas.microsoft.com/office/drawing/2014/main" id="{AA09AE63-D0C6-494C-BA06-CE16C20C835F}"/>
                    </a:ext>
                  </a:extLst>
                </p14:cNvPr>
                <p14:cNvContentPartPr/>
                <p14:nvPr/>
              </p14:nvContentPartPr>
              <p14:xfrm>
                <a:off x="7587540" y="5820128"/>
                <a:ext cx="111600" cy="63360"/>
              </p14:xfrm>
            </p:contentPart>
          </mc:Choice>
          <mc:Fallback xmlns="">
            <p:pic>
              <p:nvPicPr>
                <p:cNvPr id="688" name="Ink 687">
                  <a:extLst>
                    <a:ext uri="{FF2B5EF4-FFF2-40B4-BE49-F238E27FC236}">
                      <a16:creationId xmlns:a16="http://schemas.microsoft.com/office/drawing/2014/main" id="{AA09AE63-D0C6-494C-BA06-CE16C20C835F}"/>
                    </a:ext>
                  </a:extLst>
                </p:cNvPr>
                <p:cNvPicPr/>
                <p:nvPr/>
              </p:nvPicPr>
              <p:blipFill>
                <a:blip r:embed="rId1159"/>
                <a:stretch>
                  <a:fillRect/>
                </a:stretch>
              </p:blipFill>
              <p:spPr>
                <a:xfrm>
                  <a:off x="7578900" y="5811128"/>
                  <a:ext cx="12924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0">
              <p14:nvContentPartPr>
                <p14:cNvPr id="690" name="Ink 689">
                  <a:extLst>
                    <a:ext uri="{FF2B5EF4-FFF2-40B4-BE49-F238E27FC236}">
                      <a16:creationId xmlns:a16="http://schemas.microsoft.com/office/drawing/2014/main" id="{7632E962-7F8B-1FB6-4A9A-D25758596DD0}"/>
                    </a:ext>
                  </a:extLst>
                </p14:cNvPr>
                <p14:cNvContentPartPr/>
                <p14:nvPr/>
              </p14:nvContentPartPr>
              <p14:xfrm>
                <a:off x="7595460" y="5657048"/>
                <a:ext cx="217800" cy="373680"/>
              </p14:xfrm>
            </p:contentPart>
          </mc:Choice>
          <mc:Fallback xmlns="">
            <p:pic>
              <p:nvPicPr>
                <p:cNvPr id="690" name="Ink 689">
                  <a:extLst>
                    <a:ext uri="{FF2B5EF4-FFF2-40B4-BE49-F238E27FC236}">
                      <a16:creationId xmlns:a16="http://schemas.microsoft.com/office/drawing/2014/main" id="{7632E962-7F8B-1FB6-4A9A-D25758596DD0}"/>
                    </a:ext>
                  </a:extLst>
                </p:cNvPr>
                <p:cNvPicPr/>
                <p:nvPr/>
              </p:nvPicPr>
              <p:blipFill>
                <a:blip r:embed="rId1161"/>
                <a:stretch>
                  <a:fillRect/>
                </a:stretch>
              </p:blipFill>
              <p:spPr>
                <a:xfrm>
                  <a:off x="7586820" y="5648408"/>
                  <a:ext cx="235440" cy="39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2">
              <p14:nvContentPartPr>
                <p14:cNvPr id="691" name="Ink 690">
                  <a:extLst>
                    <a:ext uri="{FF2B5EF4-FFF2-40B4-BE49-F238E27FC236}">
                      <a16:creationId xmlns:a16="http://schemas.microsoft.com/office/drawing/2014/main" id="{7CDEE89B-2D58-D843-A129-B4C914B8722C}"/>
                    </a:ext>
                  </a:extLst>
                </p14:cNvPr>
                <p14:cNvContentPartPr/>
                <p14:nvPr/>
              </p14:nvContentPartPr>
              <p14:xfrm>
                <a:off x="7857180" y="5702048"/>
                <a:ext cx="211680" cy="288000"/>
              </p14:xfrm>
            </p:contentPart>
          </mc:Choice>
          <mc:Fallback xmlns="">
            <p:pic>
              <p:nvPicPr>
                <p:cNvPr id="691" name="Ink 690">
                  <a:extLst>
                    <a:ext uri="{FF2B5EF4-FFF2-40B4-BE49-F238E27FC236}">
                      <a16:creationId xmlns:a16="http://schemas.microsoft.com/office/drawing/2014/main" id="{7CDEE89B-2D58-D843-A129-B4C914B8722C}"/>
                    </a:ext>
                  </a:extLst>
                </p:cNvPr>
                <p:cNvPicPr/>
                <p:nvPr/>
              </p:nvPicPr>
              <p:blipFill>
                <a:blip r:embed="rId1163"/>
                <a:stretch>
                  <a:fillRect/>
                </a:stretch>
              </p:blipFill>
              <p:spPr>
                <a:xfrm>
                  <a:off x="7848540" y="5693048"/>
                  <a:ext cx="229320" cy="30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4">
              <p14:nvContentPartPr>
                <p14:cNvPr id="692" name="Ink 691">
                  <a:extLst>
                    <a:ext uri="{FF2B5EF4-FFF2-40B4-BE49-F238E27FC236}">
                      <a16:creationId xmlns:a16="http://schemas.microsoft.com/office/drawing/2014/main" id="{C5FFCEF9-D35B-2F73-6355-73ACE3630F51}"/>
                    </a:ext>
                  </a:extLst>
                </p14:cNvPr>
                <p14:cNvContentPartPr/>
                <p14:nvPr/>
              </p14:nvContentPartPr>
              <p14:xfrm>
                <a:off x="8118900" y="5857568"/>
                <a:ext cx="17640" cy="103320"/>
              </p14:xfrm>
            </p:contentPart>
          </mc:Choice>
          <mc:Fallback xmlns="">
            <p:pic>
              <p:nvPicPr>
                <p:cNvPr id="692" name="Ink 691">
                  <a:extLst>
                    <a:ext uri="{FF2B5EF4-FFF2-40B4-BE49-F238E27FC236}">
                      <a16:creationId xmlns:a16="http://schemas.microsoft.com/office/drawing/2014/main" id="{C5FFCEF9-D35B-2F73-6355-73ACE3630F51}"/>
                    </a:ext>
                  </a:extLst>
                </p:cNvPr>
                <p:cNvPicPr/>
                <p:nvPr/>
              </p:nvPicPr>
              <p:blipFill>
                <a:blip r:embed="rId1165"/>
                <a:stretch>
                  <a:fillRect/>
                </a:stretch>
              </p:blipFill>
              <p:spPr>
                <a:xfrm>
                  <a:off x="8110260" y="5848568"/>
                  <a:ext cx="3528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6">
              <p14:nvContentPartPr>
                <p14:cNvPr id="693" name="Ink 692">
                  <a:extLst>
                    <a:ext uri="{FF2B5EF4-FFF2-40B4-BE49-F238E27FC236}">
                      <a16:creationId xmlns:a16="http://schemas.microsoft.com/office/drawing/2014/main" id="{B18FB69E-91B0-04D6-D6AB-05C264A3A697}"/>
                    </a:ext>
                  </a:extLst>
                </p14:cNvPr>
                <p14:cNvContentPartPr/>
                <p14:nvPr/>
              </p14:nvContentPartPr>
              <p14:xfrm>
                <a:off x="8002980" y="5840288"/>
                <a:ext cx="226800" cy="10080"/>
              </p14:xfrm>
            </p:contentPart>
          </mc:Choice>
          <mc:Fallback xmlns="">
            <p:pic>
              <p:nvPicPr>
                <p:cNvPr id="693" name="Ink 692">
                  <a:extLst>
                    <a:ext uri="{FF2B5EF4-FFF2-40B4-BE49-F238E27FC236}">
                      <a16:creationId xmlns:a16="http://schemas.microsoft.com/office/drawing/2014/main" id="{B18FB69E-91B0-04D6-D6AB-05C264A3A697}"/>
                    </a:ext>
                  </a:extLst>
                </p:cNvPr>
                <p:cNvPicPr/>
                <p:nvPr/>
              </p:nvPicPr>
              <p:blipFill>
                <a:blip r:embed="rId1167"/>
                <a:stretch>
                  <a:fillRect/>
                </a:stretch>
              </p:blipFill>
              <p:spPr>
                <a:xfrm>
                  <a:off x="7993980" y="5831288"/>
                  <a:ext cx="24444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8">
              <p14:nvContentPartPr>
                <p14:cNvPr id="694" name="Ink 693">
                  <a:extLst>
                    <a:ext uri="{FF2B5EF4-FFF2-40B4-BE49-F238E27FC236}">
                      <a16:creationId xmlns:a16="http://schemas.microsoft.com/office/drawing/2014/main" id="{65CDFB59-2808-8514-F43B-0F139716CFF8}"/>
                    </a:ext>
                  </a:extLst>
                </p14:cNvPr>
                <p14:cNvContentPartPr/>
                <p14:nvPr/>
              </p14:nvContentPartPr>
              <p14:xfrm>
                <a:off x="8217180" y="5964128"/>
                <a:ext cx="32760" cy="68400"/>
              </p14:xfrm>
            </p:contentPart>
          </mc:Choice>
          <mc:Fallback xmlns="">
            <p:pic>
              <p:nvPicPr>
                <p:cNvPr id="694" name="Ink 693">
                  <a:extLst>
                    <a:ext uri="{FF2B5EF4-FFF2-40B4-BE49-F238E27FC236}">
                      <a16:creationId xmlns:a16="http://schemas.microsoft.com/office/drawing/2014/main" id="{65CDFB59-2808-8514-F43B-0F139716CFF8}"/>
                    </a:ext>
                  </a:extLst>
                </p:cNvPr>
                <p:cNvPicPr/>
                <p:nvPr/>
              </p:nvPicPr>
              <p:blipFill>
                <a:blip r:embed="rId1169"/>
                <a:stretch>
                  <a:fillRect/>
                </a:stretch>
              </p:blipFill>
              <p:spPr>
                <a:xfrm>
                  <a:off x="8208180" y="5955488"/>
                  <a:ext cx="5040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0">
              <p14:nvContentPartPr>
                <p14:cNvPr id="695" name="Ink 694">
                  <a:extLst>
                    <a:ext uri="{FF2B5EF4-FFF2-40B4-BE49-F238E27FC236}">
                      <a16:creationId xmlns:a16="http://schemas.microsoft.com/office/drawing/2014/main" id="{E6206465-9347-B271-E8AC-289D7FBA1804}"/>
                    </a:ext>
                  </a:extLst>
                </p14:cNvPr>
                <p14:cNvContentPartPr/>
                <p14:nvPr/>
              </p14:nvContentPartPr>
              <p14:xfrm>
                <a:off x="8291700" y="5695928"/>
                <a:ext cx="171720" cy="329760"/>
              </p14:xfrm>
            </p:contentPart>
          </mc:Choice>
          <mc:Fallback xmlns="">
            <p:pic>
              <p:nvPicPr>
                <p:cNvPr id="695" name="Ink 694">
                  <a:extLst>
                    <a:ext uri="{FF2B5EF4-FFF2-40B4-BE49-F238E27FC236}">
                      <a16:creationId xmlns:a16="http://schemas.microsoft.com/office/drawing/2014/main" id="{E6206465-9347-B271-E8AC-289D7FBA1804}"/>
                    </a:ext>
                  </a:extLst>
                </p:cNvPr>
                <p:cNvPicPr/>
                <p:nvPr/>
              </p:nvPicPr>
              <p:blipFill>
                <a:blip r:embed="rId1171"/>
                <a:stretch>
                  <a:fillRect/>
                </a:stretch>
              </p:blipFill>
              <p:spPr>
                <a:xfrm>
                  <a:off x="8283060" y="5687288"/>
                  <a:ext cx="189360" cy="34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2">
              <p14:nvContentPartPr>
                <p14:cNvPr id="696" name="Ink 695">
                  <a:extLst>
                    <a:ext uri="{FF2B5EF4-FFF2-40B4-BE49-F238E27FC236}">
                      <a16:creationId xmlns:a16="http://schemas.microsoft.com/office/drawing/2014/main" id="{D8827C5B-79F3-C70E-6882-328A00D6421C}"/>
                    </a:ext>
                  </a:extLst>
                </p14:cNvPr>
                <p14:cNvContentPartPr/>
                <p14:nvPr/>
              </p14:nvContentPartPr>
              <p14:xfrm>
                <a:off x="8385300" y="5656328"/>
                <a:ext cx="193680" cy="367200"/>
              </p14:xfrm>
            </p:contentPart>
          </mc:Choice>
          <mc:Fallback xmlns="">
            <p:pic>
              <p:nvPicPr>
                <p:cNvPr id="696" name="Ink 695">
                  <a:extLst>
                    <a:ext uri="{FF2B5EF4-FFF2-40B4-BE49-F238E27FC236}">
                      <a16:creationId xmlns:a16="http://schemas.microsoft.com/office/drawing/2014/main" id="{D8827C5B-79F3-C70E-6882-328A00D6421C}"/>
                    </a:ext>
                  </a:extLst>
                </p:cNvPr>
                <p:cNvPicPr/>
                <p:nvPr/>
              </p:nvPicPr>
              <p:blipFill>
                <a:blip r:embed="rId1173"/>
                <a:stretch>
                  <a:fillRect/>
                </a:stretch>
              </p:blipFill>
              <p:spPr>
                <a:xfrm>
                  <a:off x="8376300" y="5647688"/>
                  <a:ext cx="211320" cy="384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2" name="Group 711">
            <a:extLst>
              <a:ext uri="{FF2B5EF4-FFF2-40B4-BE49-F238E27FC236}">
                <a16:creationId xmlns:a16="http://schemas.microsoft.com/office/drawing/2014/main" id="{EC54F809-50A4-17DB-BC5E-A7D275376506}"/>
              </a:ext>
            </a:extLst>
          </p:cNvPr>
          <p:cNvGrpSpPr/>
          <p:nvPr/>
        </p:nvGrpSpPr>
        <p:grpSpPr>
          <a:xfrm>
            <a:off x="3905460" y="6145928"/>
            <a:ext cx="4727880" cy="565560"/>
            <a:chOff x="3905460" y="6145928"/>
            <a:chExt cx="4727880" cy="565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74">
              <p14:nvContentPartPr>
                <p14:cNvPr id="698" name="Ink 697">
                  <a:extLst>
                    <a:ext uri="{FF2B5EF4-FFF2-40B4-BE49-F238E27FC236}">
                      <a16:creationId xmlns:a16="http://schemas.microsoft.com/office/drawing/2014/main" id="{0039DA6B-4A07-0441-C203-BF846D03B80B}"/>
                    </a:ext>
                  </a:extLst>
                </p14:cNvPr>
                <p14:cNvContentPartPr/>
                <p14:nvPr/>
              </p14:nvContentPartPr>
              <p14:xfrm>
                <a:off x="3905460" y="6145928"/>
                <a:ext cx="4727880" cy="203400"/>
              </p14:xfrm>
            </p:contentPart>
          </mc:Choice>
          <mc:Fallback xmlns="">
            <p:pic>
              <p:nvPicPr>
                <p:cNvPr id="698" name="Ink 697">
                  <a:extLst>
                    <a:ext uri="{FF2B5EF4-FFF2-40B4-BE49-F238E27FC236}">
                      <a16:creationId xmlns:a16="http://schemas.microsoft.com/office/drawing/2014/main" id="{0039DA6B-4A07-0441-C203-BF846D03B80B}"/>
                    </a:ext>
                  </a:extLst>
                </p:cNvPr>
                <p:cNvPicPr/>
                <p:nvPr/>
              </p:nvPicPr>
              <p:blipFill>
                <a:blip r:embed="rId1175"/>
                <a:stretch>
                  <a:fillRect/>
                </a:stretch>
              </p:blipFill>
              <p:spPr>
                <a:xfrm>
                  <a:off x="3896460" y="6137288"/>
                  <a:ext cx="474552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6">
              <p14:nvContentPartPr>
                <p14:cNvPr id="699" name="Ink 698">
                  <a:extLst>
                    <a:ext uri="{FF2B5EF4-FFF2-40B4-BE49-F238E27FC236}">
                      <a16:creationId xmlns:a16="http://schemas.microsoft.com/office/drawing/2014/main" id="{7D2174A5-C2B6-61A9-1059-F05A33C9A428}"/>
                    </a:ext>
                  </a:extLst>
                </p14:cNvPr>
                <p14:cNvContentPartPr/>
                <p14:nvPr/>
              </p14:nvContentPartPr>
              <p14:xfrm>
                <a:off x="6276060" y="6561368"/>
                <a:ext cx="119520" cy="5760"/>
              </p14:xfrm>
            </p:contentPart>
          </mc:Choice>
          <mc:Fallback xmlns="">
            <p:pic>
              <p:nvPicPr>
                <p:cNvPr id="699" name="Ink 698">
                  <a:extLst>
                    <a:ext uri="{FF2B5EF4-FFF2-40B4-BE49-F238E27FC236}">
                      <a16:creationId xmlns:a16="http://schemas.microsoft.com/office/drawing/2014/main" id="{7D2174A5-C2B6-61A9-1059-F05A33C9A428}"/>
                    </a:ext>
                  </a:extLst>
                </p:cNvPr>
                <p:cNvPicPr/>
                <p:nvPr/>
              </p:nvPicPr>
              <p:blipFill>
                <a:blip r:embed="rId1177"/>
                <a:stretch>
                  <a:fillRect/>
                </a:stretch>
              </p:blipFill>
              <p:spPr>
                <a:xfrm>
                  <a:off x="6267420" y="6552728"/>
                  <a:ext cx="13716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8">
              <p14:nvContentPartPr>
                <p14:cNvPr id="700" name="Ink 699">
                  <a:extLst>
                    <a:ext uri="{FF2B5EF4-FFF2-40B4-BE49-F238E27FC236}">
                      <a16:creationId xmlns:a16="http://schemas.microsoft.com/office/drawing/2014/main" id="{875AEE63-BB81-3F07-3BCE-D94EE05D962A}"/>
                    </a:ext>
                  </a:extLst>
                </p14:cNvPr>
                <p14:cNvContentPartPr/>
                <p14:nvPr/>
              </p14:nvContentPartPr>
              <p14:xfrm>
                <a:off x="6296580" y="6499088"/>
                <a:ext cx="109440" cy="16560"/>
              </p14:xfrm>
            </p:contentPart>
          </mc:Choice>
          <mc:Fallback xmlns="">
            <p:pic>
              <p:nvPicPr>
                <p:cNvPr id="700" name="Ink 699">
                  <a:extLst>
                    <a:ext uri="{FF2B5EF4-FFF2-40B4-BE49-F238E27FC236}">
                      <a16:creationId xmlns:a16="http://schemas.microsoft.com/office/drawing/2014/main" id="{875AEE63-BB81-3F07-3BCE-D94EE05D962A}"/>
                    </a:ext>
                  </a:extLst>
                </p:cNvPr>
                <p:cNvPicPr/>
                <p:nvPr/>
              </p:nvPicPr>
              <p:blipFill>
                <a:blip r:embed="rId1179"/>
                <a:stretch>
                  <a:fillRect/>
                </a:stretch>
              </p:blipFill>
              <p:spPr>
                <a:xfrm>
                  <a:off x="6287940" y="6490448"/>
                  <a:ext cx="12708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0">
              <p14:nvContentPartPr>
                <p14:cNvPr id="702" name="Ink 701">
                  <a:extLst>
                    <a:ext uri="{FF2B5EF4-FFF2-40B4-BE49-F238E27FC236}">
                      <a16:creationId xmlns:a16="http://schemas.microsoft.com/office/drawing/2014/main" id="{B0CB3DD2-4545-22B4-5FA9-406798B8192A}"/>
                    </a:ext>
                  </a:extLst>
                </p14:cNvPr>
                <p14:cNvContentPartPr/>
                <p14:nvPr/>
              </p14:nvContentPartPr>
              <p14:xfrm>
                <a:off x="6568740" y="6387488"/>
                <a:ext cx="222840" cy="256320"/>
              </p14:xfrm>
            </p:contentPart>
          </mc:Choice>
          <mc:Fallback xmlns="">
            <p:pic>
              <p:nvPicPr>
                <p:cNvPr id="702" name="Ink 701">
                  <a:extLst>
                    <a:ext uri="{FF2B5EF4-FFF2-40B4-BE49-F238E27FC236}">
                      <a16:creationId xmlns:a16="http://schemas.microsoft.com/office/drawing/2014/main" id="{B0CB3DD2-4545-22B4-5FA9-406798B8192A}"/>
                    </a:ext>
                  </a:extLst>
                </p:cNvPr>
                <p:cNvPicPr/>
                <p:nvPr/>
              </p:nvPicPr>
              <p:blipFill>
                <a:blip r:embed="rId1181"/>
                <a:stretch>
                  <a:fillRect/>
                </a:stretch>
              </p:blipFill>
              <p:spPr>
                <a:xfrm>
                  <a:off x="6559740" y="6378848"/>
                  <a:ext cx="24048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2">
              <p14:nvContentPartPr>
                <p14:cNvPr id="703" name="Ink 702">
                  <a:extLst>
                    <a:ext uri="{FF2B5EF4-FFF2-40B4-BE49-F238E27FC236}">
                      <a16:creationId xmlns:a16="http://schemas.microsoft.com/office/drawing/2014/main" id="{1360ED14-6326-57FF-33BC-72818732482E}"/>
                    </a:ext>
                  </a:extLst>
                </p14:cNvPr>
                <p14:cNvContentPartPr/>
                <p14:nvPr/>
              </p14:nvContentPartPr>
              <p14:xfrm>
                <a:off x="6653340" y="6405488"/>
                <a:ext cx="77040" cy="239400"/>
              </p14:xfrm>
            </p:contentPart>
          </mc:Choice>
          <mc:Fallback xmlns="">
            <p:pic>
              <p:nvPicPr>
                <p:cNvPr id="703" name="Ink 702">
                  <a:extLst>
                    <a:ext uri="{FF2B5EF4-FFF2-40B4-BE49-F238E27FC236}">
                      <a16:creationId xmlns:a16="http://schemas.microsoft.com/office/drawing/2014/main" id="{1360ED14-6326-57FF-33BC-72818732482E}"/>
                    </a:ext>
                  </a:extLst>
                </p:cNvPr>
                <p:cNvPicPr/>
                <p:nvPr/>
              </p:nvPicPr>
              <p:blipFill>
                <a:blip r:embed="rId1183"/>
                <a:stretch>
                  <a:fillRect/>
                </a:stretch>
              </p:blipFill>
              <p:spPr>
                <a:xfrm>
                  <a:off x="6644340" y="6396848"/>
                  <a:ext cx="9468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4">
              <p14:nvContentPartPr>
                <p14:cNvPr id="704" name="Ink 703">
                  <a:extLst>
                    <a:ext uri="{FF2B5EF4-FFF2-40B4-BE49-F238E27FC236}">
                      <a16:creationId xmlns:a16="http://schemas.microsoft.com/office/drawing/2014/main" id="{03B5DE77-A528-EC47-A503-AAC9BBFFF0F7}"/>
                    </a:ext>
                  </a:extLst>
                </p14:cNvPr>
                <p14:cNvContentPartPr/>
                <p14:nvPr/>
              </p14:nvContentPartPr>
              <p14:xfrm>
                <a:off x="6893820" y="6615728"/>
                <a:ext cx="38520" cy="95760"/>
              </p14:xfrm>
            </p:contentPart>
          </mc:Choice>
          <mc:Fallback xmlns="">
            <p:pic>
              <p:nvPicPr>
                <p:cNvPr id="704" name="Ink 703">
                  <a:extLst>
                    <a:ext uri="{FF2B5EF4-FFF2-40B4-BE49-F238E27FC236}">
                      <a16:creationId xmlns:a16="http://schemas.microsoft.com/office/drawing/2014/main" id="{03B5DE77-A528-EC47-A503-AAC9BBFFF0F7}"/>
                    </a:ext>
                  </a:extLst>
                </p:cNvPr>
                <p:cNvPicPr/>
                <p:nvPr/>
              </p:nvPicPr>
              <p:blipFill>
                <a:blip r:embed="rId1185"/>
                <a:stretch>
                  <a:fillRect/>
                </a:stretch>
              </p:blipFill>
              <p:spPr>
                <a:xfrm>
                  <a:off x="6884820" y="6607088"/>
                  <a:ext cx="5616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6">
              <p14:nvContentPartPr>
                <p14:cNvPr id="705" name="Ink 704">
                  <a:extLst>
                    <a:ext uri="{FF2B5EF4-FFF2-40B4-BE49-F238E27FC236}">
                      <a16:creationId xmlns:a16="http://schemas.microsoft.com/office/drawing/2014/main" id="{597F363C-3467-B6F0-0401-B77FEB450BC6}"/>
                    </a:ext>
                  </a:extLst>
                </p14:cNvPr>
                <p14:cNvContentPartPr/>
                <p14:nvPr/>
              </p14:nvContentPartPr>
              <p14:xfrm>
                <a:off x="6982380" y="6343568"/>
                <a:ext cx="151560" cy="340920"/>
              </p14:xfrm>
            </p:contentPart>
          </mc:Choice>
          <mc:Fallback xmlns="">
            <p:pic>
              <p:nvPicPr>
                <p:cNvPr id="705" name="Ink 704">
                  <a:extLst>
                    <a:ext uri="{FF2B5EF4-FFF2-40B4-BE49-F238E27FC236}">
                      <a16:creationId xmlns:a16="http://schemas.microsoft.com/office/drawing/2014/main" id="{597F363C-3467-B6F0-0401-B77FEB450BC6}"/>
                    </a:ext>
                  </a:extLst>
                </p:cNvPr>
                <p:cNvPicPr/>
                <p:nvPr/>
              </p:nvPicPr>
              <p:blipFill>
                <a:blip r:embed="rId1187"/>
                <a:stretch>
                  <a:fillRect/>
                </a:stretch>
              </p:blipFill>
              <p:spPr>
                <a:xfrm>
                  <a:off x="6973380" y="6334568"/>
                  <a:ext cx="169200" cy="35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8">
              <p14:nvContentPartPr>
                <p14:cNvPr id="707" name="Ink 706">
                  <a:extLst>
                    <a:ext uri="{FF2B5EF4-FFF2-40B4-BE49-F238E27FC236}">
                      <a16:creationId xmlns:a16="http://schemas.microsoft.com/office/drawing/2014/main" id="{462C5BD7-521D-CDFA-D359-B00CC8F2659B}"/>
                    </a:ext>
                  </a:extLst>
                </p14:cNvPr>
                <p14:cNvContentPartPr/>
                <p14:nvPr/>
              </p14:nvContentPartPr>
              <p14:xfrm>
                <a:off x="7159140" y="6525008"/>
                <a:ext cx="190440" cy="136080"/>
              </p14:xfrm>
            </p:contentPart>
          </mc:Choice>
          <mc:Fallback xmlns="">
            <p:pic>
              <p:nvPicPr>
                <p:cNvPr id="707" name="Ink 706">
                  <a:extLst>
                    <a:ext uri="{FF2B5EF4-FFF2-40B4-BE49-F238E27FC236}">
                      <a16:creationId xmlns:a16="http://schemas.microsoft.com/office/drawing/2014/main" id="{462C5BD7-521D-CDFA-D359-B00CC8F2659B}"/>
                    </a:ext>
                  </a:extLst>
                </p:cNvPr>
                <p:cNvPicPr/>
                <p:nvPr/>
              </p:nvPicPr>
              <p:blipFill>
                <a:blip r:embed="rId1189"/>
                <a:stretch>
                  <a:fillRect/>
                </a:stretch>
              </p:blipFill>
              <p:spPr>
                <a:xfrm>
                  <a:off x="7150500" y="6516368"/>
                  <a:ext cx="20808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0">
              <p14:nvContentPartPr>
                <p14:cNvPr id="708" name="Ink 707">
                  <a:extLst>
                    <a:ext uri="{FF2B5EF4-FFF2-40B4-BE49-F238E27FC236}">
                      <a16:creationId xmlns:a16="http://schemas.microsoft.com/office/drawing/2014/main" id="{4D9BF2B5-1521-607F-7669-615039E84286}"/>
                    </a:ext>
                  </a:extLst>
                </p14:cNvPr>
                <p14:cNvContentPartPr/>
                <p14:nvPr/>
              </p14:nvContentPartPr>
              <p14:xfrm>
                <a:off x="7355700" y="6395408"/>
                <a:ext cx="90000" cy="172800"/>
              </p14:xfrm>
            </p:contentPart>
          </mc:Choice>
          <mc:Fallback xmlns="">
            <p:pic>
              <p:nvPicPr>
                <p:cNvPr id="708" name="Ink 707">
                  <a:extLst>
                    <a:ext uri="{FF2B5EF4-FFF2-40B4-BE49-F238E27FC236}">
                      <a16:creationId xmlns:a16="http://schemas.microsoft.com/office/drawing/2014/main" id="{4D9BF2B5-1521-607F-7669-615039E84286}"/>
                    </a:ext>
                  </a:extLst>
                </p:cNvPr>
                <p:cNvPicPr/>
                <p:nvPr/>
              </p:nvPicPr>
              <p:blipFill>
                <a:blip r:embed="rId1191"/>
                <a:stretch>
                  <a:fillRect/>
                </a:stretch>
              </p:blipFill>
              <p:spPr>
                <a:xfrm>
                  <a:off x="7347060" y="6386768"/>
                  <a:ext cx="10764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2">
              <p14:nvContentPartPr>
                <p14:cNvPr id="709" name="Ink 708">
                  <a:extLst>
                    <a:ext uri="{FF2B5EF4-FFF2-40B4-BE49-F238E27FC236}">
                      <a16:creationId xmlns:a16="http://schemas.microsoft.com/office/drawing/2014/main" id="{62C06404-2143-D5E0-9794-F2D7DA5A8C1E}"/>
                    </a:ext>
                  </a:extLst>
                </p14:cNvPr>
                <p14:cNvContentPartPr/>
                <p14:nvPr/>
              </p14:nvContentPartPr>
              <p14:xfrm>
                <a:off x="7325460" y="6310088"/>
                <a:ext cx="1440" cy="7560"/>
              </p14:xfrm>
            </p:contentPart>
          </mc:Choice>
          <mc:Fallback xmlns="">
            <p:pic>
              <p:nvPicPr>
                <p:cNvPr id="709" name="Ink 708">
                  <a:extLst>
                    <a:ext uri="{FF2B5EF4-FFF2-40B4-BE49-F238E27FC236}">
                      <a16:creationId xmlns:a16="http://schemas.microsoft.com/office/drawing/2014/main" id="{62C06404-2143-D5E0-9794-F2D7DA5A8C1E}"/>
                    </a:ext>
                  </a:extLst>
                </p:cNvPr>
                <p:cNvPicPr/>
                <p:nvPr/>
              </p:nvPicPr>
              <p:blipFill>
                <a:blip r:embed="rId1193"/>
                <a:stretch>
                  <a:fillRect/>
                </a:stretch>
              </p:blipFill>
              <p:spPr>
                <a:xfrm>
                  <a:off x="7316460" y="6301448"/>
                  <a:ext cx="1908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4">
              <p14:nvContentPartPr>
                <p14:cNvPr id="711" name="Ink 710">
                  <a:extLst>
                    <a:ext uri="{FF2B5EF4-FFF2-40B4-BE49-F238E27FC236}">
                      <a16:creationId xmlns:a16="http://schemas.microsoft.com/office/drawing/2014/main" id="{AAC28C82-6D8E-89DF-F9F8-E4FE652D04ED}"/>
                    </a:ext>
                  </a:extLst>
                </p14:cNvPr>
                <p14:cNvContentPartPr/>
                <p14:nvPr/>
              </p14:nvContentPartPr>
              <p14:xfrm>
                <a:off x="7481700" y="6242408"/>
                <a:ext cx="99360" cy="231120"/>
              </p14:xfrm>
            </p:contentPart>
          </mc:Choice>
          <mc:Fallback xmlns="">
            <p:pic>
              <p:nvPicPr>
                <p:cNvPr id="711" name="Ink 710">
                  <a:extLst>
                    <a:ext uri="{FF2B5EF4-FFF2-40B4-BE49-F238E27FC236}">
                      <a16:creationId xmlns:a16="http://schemas.microsoft.com/office/drawing/2014/main" id="{AAC28C82-6D8E-89DF-F9F8-E4FE652D04ED}"/>
                    </a:ext>
                  </a:extLst>
                </p:cNvPr>
                <p:cNvPicPr/>
                <p:nvPr/>
              </p:nvPicPr>
              <p:blipFill>
                <a:blip r:embed="rId1195"/>
                <a:stretch>
                  <a:fillRect/>
                </a:stretch>
              </p:blipFill>
              <p:spPr>
                <a:xfrm>
                  <a:off x="7472700" y="6233768"/>
                  <a:ext cx="117000" cy="248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3" name="Group 732">
            <a:extLst>
              <a:ext uri="{FF2B5EF4-FFF2-40B4-BE49-F238E27FC236}">
                <a16:creationId xmlns:a16="http://schemas.microsoft.com/office/drawing/2014/main" id="{B561FEBD-815D-34D6-4DE4-96E3EE735F02}"/>
              </a:ext>
            </a:extLst>
          </p:cNvPr>
          <p:cNvGrpSpPr/>
          <p:nvPr/>
        </p:nvGrpSpPr>
        <p:grpSpPr>
          <a:xfrm>
            <a:off x="7628220" y="6216128"/>
            <a:ext cx="1573560" cy="465840"/>
            <a:chOff x="7628220" y="6216128"/>
            <a:chExt cx="1573560" cy="465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96">
              <p14:nvContentPartPr>
                <p14:cNvPr id="713" name="Ink 712">
                  <a:extLst>
                    <a:ext uri="{FF2B5EF4-FFF2-40B4-BE49-F238E27FC236}">
                      <a16:creationId xmlns:a16="http://schemas.microsoft.com/office/drawing/2014/main" id="{439CE71D-32D6-5363-6248-2185AE1FEDFF}"/>
                    </a:ext>
                  </a:extLst>
                </p14:cNvPr>
                <p14:cNvContentPartPr/>
                <p14:nvPr/>
              </p14:nvContentPartPr>
              <p14:xfrm>
                <a:off x="7628220" y="6358328"/>
                <a:ext cx="201240" cy="73800"/>
              </p14:xfrm>
            </p:contentPart>
          </mc:Choice>
          <mc:Fallback xmlns="">
            <p:pic>
              <p:nvPicPr>
                <p:cNvPr id="713" name="Ink 712">
                  <a:extLst>
                    <a:ext uri="{FF2B5EF4-FFF2-40B4-BE49-F238E27FC236}">
                      <a16:creationId xmlns:a16="http://schemas.microsoft.com/office/drawing/2014/main" id="{439CE71D-32D6-5363-6248-2185AE1FEDFF}"/>
                    </a:ext>
                  </a:extLst>
                </p:cNvPr>
                <p:cNvPicPr/>
                <p:nvPr/>
              </p:nvPicPr>
              <p:blipFill>
                <a:blip r:embed="rId1197"/>
                <a:stretch>
                  <a:fillRect/>
                </a:stretch>
              </p:blipFill>
              <p:spPr>
                <a:xfrm>
                  <a:off x="7619580" y="6349688"/>
                  <a:ext cx="21888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8">
              <p14:nvContentPartPr>
                <p14:cNvPr id="714" name="Ink 713">
                  <a:extLst>
                    <a:ext uri="{FF2B5EF4-FFF2-40B4-BE49-F238E27FC236}">
                      <a16:creationId xmlns:a16="http://schemas.microsoft.com/office/drawing/2014/main" id="{4426BA73-98A2-3C6A-4D1A-1A168941D43D}"/>
                    </a:ext>
                  </a:extLst>
                </p14:cNvPr>
                <p14:cNvContentPartPr/>
                <p14:nvPr/>
              </p14:nvContentPartPr>
              <p14:xfrm>
                <a:off x="7914420" y="6426728"/>
                <a:ext cx="39240" cy="61920"/>
              </p14:xfrm>
            </p:contentPart>
          </mc:Choice>
          <mc:Fallback xmlns="">
            <p:pic>
              <p:nvPicPr>
                <p:cNvPr id="714" name="Ink 713">
                  <a:extLst>
                    <a:ext uri="{FF2B5EF4-FFF2-40B4-BE49-F238E27FC236}">
                      <a16:creationId xmlns:a16="http://schemas.microsoft.com/office/drawing/2014/main" id="{4426BA73-98A2-3C6A-4D1A-1A168941D43D}"/>
                    </a:ext>
                  </a:extLst>
                </p:cNvPr>
                <p:cNvPicPr/>
                <p:nvPr/>
              </p:nvPicPr>
              <p:blipFill>
                <a:blip r:embed="rId1199"/>
                <a:stretch>
                  <a:fillRect/>
                </a:stretch>
              </p:blipFill>
              <p:spPr>
                <a:xfrm>
                  <a:off x="7905780" y="6417728"/>
                  <a:ext cx="5688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0">
              <p14:nvContentPartPr>
                <p14:cNvPr id="715" name="Ink 714">
                  <a:extLst>
                    <a:ext uri="{FF2B5EF4-FFF2-40B4-BE49-F238E27FC236}">
                      <a16:creationId xmlns:a16="http://schemas.microsoft.com/office/drawing/2014/main" id="{299D6B07-5265-74D8-6A6F-9785F5812CDD}"/>
                    </a:ext>
                  </a:extLst>
                </p14:cNvPr>
                <p14:cNvContentPartPr/>
                <p14:nvPr/>
              </p14:nvContentPartPr>
              <p14:xfrm>
                <a:off x="8031780" y="6395408"/>
                <a:ext cx="68040" cy="14040"/>
              </p14:xfrm>
            </p:contentPart>
          </mc:Choice>
          <mc:Fallback xmlns="">
            <p:pic>
              <p:nvPicPr>
                <p:cNvPr id="715" name="Ink 714">
                  <a:extLst>
                    <a:ext uri="{FF2B5EF4-FFF2-40B4-BE49-F238E27FC236}">
                      <a16:creationId xmlns:a16="http://schemas.microsoft.com/office/drawing/2014/main" id="{299D6B07-5265-74D8-6A6F-9785F5812CDD}"/>
                    </a:ext>
                  </a:extLst>
                </p:cNvPr>
                <p:cNvPicPr/>
                <p:nvPr/>
              </p:nvPicPr>
              <p:blipFill>
                <a:blip r:embed="rId1201"/>
                <a:stretch>
                  <a:fillRect/>
                </a:stretch>
              </p:blipFill>
              <p:spPr>
                <a:xfrm>
                  <a:off x="8022780" y="6386768"/>
                  <a:ext cx="8568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2">
              <p14:nvContentPartPr>
                <p14:cNvPr id="716" name="Ink 715">
                  <a:extLst>
                    <a:ext uri="{FF2B5EF4-FFF2-40B4-BE49-F238E27FC236}">
                      <a16:creationId xmlns:a16="http://schemas.microsoft.com/office/drawing/2014/main" id="{1A2A6345-621F-059D-8DC4-70C8F50E4FC4}"/>
                    </a:ext>
                  </a:extLst>
                </p14:cNvPr>
                <p14:cNvContentPartPr/>
                <p14:nvPr/>
              </p14:nvContentPartPr>
              <p14:xfrm>
                <a:off x="8161740" y="6307568"/>
                <a:ext cx="143280" cy="120600"/>
              </p14:xfrm>
            </p:contentPart>
          </mc:Choice>
          <mc:Fallback xmlns="">
            <p:pic>
              <p:nvPicPr>
                <p:cNvPr id="716" name="Ink 715">
                  <a:extLst>
                    <a:ext uri="{FF2B5EF4-FFF2-40B4-BE49-F238E27FC236}">
                      <a16:creationId xmlns:a16="http://schemas.microsoft.com/office/drawing/2014/main" id="{1A2A6345-621F-059D-8DC4-70C8F50E4FC4}"/>
                    </a:ext>
                  </a:extLst>
                </p:cNvPr>
                <p:cNvPicPr/>
                <p:nvPr/>
              </p:nvPicPr>
              <p:blipFill>
                <a:blip r:embed="rId1203"/>
                <a:stretch>
                  <a:fillRect/>
                </a:stretch>
              </p:blipFill>
              <p:spPr>
                <a:xfrm>
                  <a:off x="8153100" y="6298928"/>
                  <a:ext cx="16092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4">
              <p14:nvContentPartPr>
                <p14:cNvPr id="717" name="Ink 716">
                  <a:extLst>
                    <a:ext uri="{FF2B5EF4-FFF2-40B4-BE49-F238E27FC236}">
                      <a16:creationId xmlns:a16="http://schemas.microsoft.com/office/drawing/2014/main" id="{31824C77-7F98-A575-077F-6CFEE9238A1B}"/>
                    </a:ext>
                  </a:extLst>
                </p14:cNvPr>
                <p14:cNvContentPartPr/>
                <p14:nvPr/>
              </p14:nvContentPartPr>
              <p14:xfrm>
                <a:off x="8341380" y="6359048"/>
                <a:ext cx="40320" cy="60480"/>
              </p14:xfrm>
            </p:contentPart>
          </mc:Choice>
          <mc:Fallback xmlns="">
            <p:pic>
              <p:nvPicPr>
                <p:cNvPr id="717" name="Ink 716">
                  <a:extLst>
                    <a:ext uri="{FF2B5EF4-FFF2-40B4-BE49-F238E27FC236}">
                      <a16:creationId xmlns:a16="http://schemas.microsoft.com/office/drawing/2014/main" id="{31824C77-7F98-A575-077F-6CFEE9238A1B}"/>
                    </a:ext>
                  </a:extLst>
                </p:cNvPr>
                <p:cNvPicPr/>
                <p:nvPr/>
              </p:nvPicPr>
              <p:blipFill>
                <a:blip r:embed="rId1205"/>
                <a:stretch>
                  <a:fillRect/>
                </a:stretch>
              </p:blipFill>
              <p:spPr>
                <a:xfrm>
                  <a:off x="8332740" y="6350408"/>
                  <a:ext cx="5796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6">
              <p14:nvContentPartPr>
                <p14:cNvPr id="718" name="Ink 717">
                  <a:extLst>
                    <a:ext uri="{FF2B5EF4-FFF2-40B4-BE49-F238E27FC236}">
                      <a16:creationId xmlns:a16="http://schemas.microsoft.com/office/drawing/2014/main" id="{AA059BC7-C743-EC05-9C05-DCDC39C68D5D}"/>
                    </a:ext>
                  </a:extLst>
                </p14:cNvPr>
                <p14:cNvContentPartPr/>
                <p14:nvPr/>
              </p14:nvContentPartPr>
              <p14:xfrm>
                <a:off x="8380260" y="6348608"/>
                <a:ext cx="97200" cy="68040"/>
              </p14:xfrm>
            </p:contentPart>
          </mc:Choice>
          <mc:Fallback xmlns="">
            <p:pic>
              <p:nvPicPr>
                <p:cNvPr id="718" name="Ink 717">
                  <a:extLst>
                    <a:ext uri="{FF2B5EF4-FFF2-40B4-BE49-F238E27FC236}">
                      <a16:creationId xmlns:a16="http://schemas.microsoft.com/office/drawing/2014/main" id="{AA059BC7-C743-EC05-9C05-DCDC39C68D5D}"/>
                    </a:ext>
                  </a:extLst>
                </p:cNvPr>
                <p:cNvPicPr/>
                <p:nvPr/>
              </p:nvPicPr>
              <p:blipFill>
                <a:blip r:embed="rId1207"/>
                <a:stretch>
                  <a:fillRect/>
                </a:stretch>
              </p:blipFill>
              <p:spPr>
                <a:xfrm>
                  <a:off x="8371260" y="6339968"/>
                  <a:ext cx="11484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8">
              <p14:nvContentPartPr>
                <p14:cNvPr id="719" name="Ink 718">
                  <a:extLst>
                    <a:ext uri="{FF2B5EF4-FFF2-40B4-BE49-F238E27FC236}">
                      <a16:creationId xmlns:a16="http://schemas.microsoft.com/office/drawing/2014/main" id="{F6A1C6BC-6FC3-2A0E-0140-98CE1BD5EECD}"/>
                    </a:ext>
                  </a:extLst>
                </p14:cNvPr>
                <p14:cNvContentPartPr/>
                <p14:nvPr/>
              </p14:nvContentPartPr>
              <p14:xfrm>
                <a:off x="8274060" y="6294968"/>
                <a:ext cx="132480" cy="18720"/>
              </p14:xfrm>
            </p:contentPart>
          </mc:Choice>
          <mc:Fallback xmlns="">
            <p:pic>
              <p:nvPicPr>
                <p:cNvPr id="719" name="Ink 718">
                  <a:extLst>
                    <a:ext uri="{FF2B5EF4-FFF2-40B4-BE49-F238E27FC236}">
                      <a16:creationId xmlns:a16="http://schemas.microsoft.com/office/drawing/2014/main" id="{F6A1C6BC-6FC3-2A0E-0140-98CE1BD5EECD}"/>
                    </a:ext>
                  </a:extLst>
                </p:cNvPr>
                <p:cNvPicPr/>
                <p:nvPr/>
              </p:nvPicPr>
              <p:blipFill>
                <a:blip r:embed="rId1209"/>
                <a:stretch>
                  <a:fillRect/>
                </a:stretch>
              </p:blipFill>
              <p:spPr>
                <a:xfrm>
                  <a:off x="8265060" y="6286328"/>
                  <a:ext cx="15012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0">
              <p14:nvContentPartPr>
                <p14:cNvPr id="725" name="Ink 724">
                  <a:extLst>
                    <a:ext uri="{FF2B5EF4-FFF2-40B4-BE49-F238E27FC236}">
                      <a16:creationId xmlns:a16="http://schemas.microsoft.com/office/drawing/2014/main" id="{D4485EF8-2013-3D19-85D0-EA9F1855B193}"/>
                    </a:ext>
                  </a:extLst>
                </p14:cNvPr>
                <p14:cNvContentPartPr/>
                <p14:nvPr/>
              </p14:nvContentPartPr>
              <p14:xfrm>
                <a:off x="8525700" y="6388928"/>
                <a:ext cx="40680" cy="27000"/>
              </p14:xfrm>
            </p:contentPart>
          </mc:Choice>
          <mc:Fallback xmlns="">
            <p:pic>
              <p:nvPicPr>
                <p:cNvPr id="725" name="Ink 724">
                  <a:extLst>
                    <a:ext uri="{FF2B5EF4-FFF2-40B4-BE49-F238E27FC236}">
                      <a16:creationId xmlns:a16="http://schemas.microsoft.com/office/drawing/2014/main" id="{D4485EF8-2013-3D19-85D0-EA9F1855B193}"/>
                    </a:ext>
                  </a:extLst>
                </p:cNvPr>
                <p:cNvPicPr/>
                <p:nvPr/>
              </p:nvPicPr>
              <p:blipFill>
                <a:blip r:embed="rId1211"/>
                <a:stretch>
                  <a:fillRect/>
                </a:stretch>
              </p:blipFill>
              <p:spPr>
                <a:xfrm>
                  <a:off x="8516700" y="6380288"/>
                  <a:ext cx="5832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2">
              <p14:nvContentPartPr>
                <p14:cNvPr id="726" name="Ink 725">
                  <a:extLst>
                    <a:ext uri="{FF2B5EF4-FFF2-40B4-BE49-F238E27FC236}">
                      <a16:creationId xmlns:a16="http://schemas.microsoft.com/office/drawing/2014/main" id="{9DE2ABFD-C7A3-2497-362F-DB0D99A017F0}"/>
                    </a:ext>
                  </a:extLst>
                </p14:cNvPr>
                <p14:cNvContentPartPr/>
                <p14:nvPr/>
              </p14:nvContentPartPr>
              <p14:xfrm>
                <a:off x="8490060" y="6281288"/>
                <a:ext cx="11520" cy="22320"/>
              </p14:xfrm>
            </p:contentPart>
          </mc:Choice>
          <mc:Fallback xmlns="">
            <p:pic>
              <p:nvPicPr>
                <p:cNvPr id="726" name="Ink 725">
                  <a:extLst>
                    <a:ext uri="{FF2B5EF4-FFF2-40B4-BE49-F238E27FC236}">
                      <a16:creationId xmlns:a16="http://schemas.microsoft.com/office/drawing/2014/main" id="{9DE2ABFD-C7A3-2497-362F-DB0D99A017F0}"/>
                    </a:ext>
                  </a:extLst>
                </p:cNvPr>
                <p:cNvPicPr/>
                <p:nvPr/>
              </p:nvPicPr>
              <p:blipFill>
                <a:blip r:embed="rId1213"/>
                <a:stretch>
                  <a:fillRect/>
                </a:stretch>
              </p:blipFill>
              <p:spPr>
                <a:xfrm>
                  <a:off x="8481420" y="6272288"/>
                  <a:ext cx="2916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4">
              <p14:nvContentPartPr>
                <p14:cNvPr id="727" name="Ink 726">
                  <a:extLst>
                    <a:ext uri="{FF2B5EF4-FFF2-40B4-BE49-F238E27FC236}">
                      <a16:creationId xmlns:a16="http://schemas.microsoft.com/office/drawing/2014/main" id="{248B9C0D-0E90-3D1B-F2BD-48E104D098DC}"/>
                    </a:ext>
                  </a:extLst>
                </p14:cNvPr>
                <p14:cNvContentPartPr/>
                <p14:nvPr/>
              </p14:nvContentPartPr>
              <p14:xfrm>
                <a:off x="8587980" y="6244928"/>
                <a:ext cx="74160" cy="140400"/>
              </p14:xfrm>
            </p:contentPart>
          </mc:Choice>
          <mc:Fallback xmlns="">
            <p:pic>
              <p:nvPicPr>
                <p:cNvPr id="727" name="Ink 726">
                  <a:extLst>
                    <a:ext uri="{FF2B5EF4-FFF2-40B4-BE49-F238E27FC236}">
                      <a16:creationId xmlns:a16="http://schemas.microsoft.com/office/drawing/2014/main" id="{248B9C0D-0E90-3D1B-F2BD-48E104D098DC}"/>
                    </a:ext>
                  </a:extLst>
                </p:cNvPr>
                <p:cNvPicPr/>
                <p:nvPr/>
              </p:nvPicPr>
              <p:blipFill>
                <a:blip r:embed="rId1215"/>
                <a:stretch>
                  <a:fillRect/>
                </a:stretch>
              </p:blipFill>
              <p:spPr>
                <a:xfrm>
                  <a:off x="8578980" y="6235928"/>
                  <a:ext cx="9180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6">
              <p14:nvContentPartPr>
                <p14:cNvPr id="729" name="Ink 728">
                  <a:extLst>
                    <a:ext uri="{FF2B5EF4-FFF2-40B4-BE49-F238E27FC236}">
                      <a16:creationId xmlns:a16="http://schemas.microsoft.com/office/drawing/2014/main" id="{D1D3D9DD-B4F6-DB93-166B-8B3D43E77634}"/>
                    </a:ext>
                  </a:extLst>
                </p14:cNvPr>
                <p14:cNvContentPartPr/>
                <p14:nvPr/>
              </p14:nvContentPartPr>
              <p14:xfrm>
                <a:off x="8713260" y="6216128"/>
                <a:ext cx="95760" cy="220320"/>
              </p14:xfrm>
            </p:contentPart>
          </mc:Choice>
          <mc:Fallback xmlns="">
            <p:pic>
              <p:nvPicPr>
                <p:cNvPr id="729" name="Ink 728">
                  <a:extLst>
                    <a:ext uri="{FF2B5EF4-FFF2-40B4-BE49-F238E27FC236}">
                      <a16:creationId xmlns:a16="http://schemas.microsoft.com/office/drawing/2014/main" id="{D1D3D9DD-B4F6-DB93-166B-8B3D43E77634}"/>
                    </a:ext>
                  </a:extLst>
                </p:cNvPr>
                <p:cNvPicPr/>
                <p:nvPr/>
              </p:nvPicPr>
              <p:blipFill>
                <a:blip r:embed="rId1217"/>
                <a:stretch>
                  <a:fillRect/>
                </a:stretch>
              </p:blipFill>
              <p:spPr>
                <a:xfrm>
                  <a:off x="8704620" y="6207488"/>
                  <a:ext cx="11340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8">
              <p14:nvContentPartPr>
                <p14:cNvPr id="730" name="Ink 729">
                  <a:extLst>
                    <a:ext uri="{FF2B5EF4-FFF2-40B4-BE49-F238E27FC236}">
                      <a16:creationId xmlns:a16="http://schemas.microsoft.com/office/drawing/2014/main" id="{30EE6EB7-3EBA-7F6D-36AD-54B4A7A1922B}"/>
                    </a:ext>
                  </a:extLst>
                </p14:cNvPr>
                <p14:cNvContentPartPr/>
                <p14:nvPr/>
              </p14:nvContentPartPr>
              <p14:xfrm>
                <a:off x="8847180" y="6339608"/>
                <a:ext cx="174240" cy="134280"/>
              </p14:xfrm>
            </p:contentPart>
          </mc:Choice>
          <mc:Fallback xmlns="">
            <p:pic>
              <p:nvPicPr>
                <p:cNvPr id="730" name="Ink 729">
                  <a:extLst>
                    <a:ext uri="{FF2B5EF4-FFF2-40B4-BE49-F238E27FC236}">
                      <a16:creationId xmlns:a16="http://schemas.microsoft.com/office/drawing/2014/main" id="{30EE6EB7-3EBA-7F6D-36AD-54B4A7A1922B}"/>
                    </a:ext>
                  </a:extLst>
                </p:cNvPr>
                <p:cNvPicPr/>
                <p:nvPr/>
              </p:nvPicPr>
              <p:blipFill>
                <a:blip r:embed="rId1219"/>
                <a:stretch>
                  <a:fillRect/>
                </a:stretch>
              </p:blipFill>
              <p:spPr>
                <a:xfrm>
                  <a:off x="8838180" y="6330608"/>
                  <a:ext cx="19188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0">
              <p14:nvContentPartPr>
                <p14:cNvPr id="732" name="Ink 731">
                  <a:extLst>
                    <a:ext uri="{FF2B5EF4-FFF2-40B4-BE49-F238E27FC236}">
                      <a16:creationId xmlns:a16="http://schemas.microsoft.com/office/drawing/2014/main" id="{61B92119-0983-C462-B912-D8994A26F327}"/>
                    </a:ext>
                  </a:extLst>
                </p14:cNvPr>
                <p14:cNvContentPartPr/>
                <p14:nvPr/>
              </p14:nvContentPartPr>
              <p14:xfrm>
                <a:off x="9055620" y="6282728"/>
                <a:ext cx="146160" cy="399240"/>
              </p14:xfrm>
            </p:contentPart>
          </mc:Choice>
          <mc:Fallback xmlns="">
            <p:pic>
              <p:nvPicPr>
                <p:cNvPr id="732" name="Ink 731">
                  <a:extLst>
                    <a:ext uri="{FF2B5EF4-FFF2-40B4-BE49-F238E27FC236}">
                      <a16:creationId xmlns:a16="http://schemas.microsoft.com/office/drawing/2014/main" id="{61B92119-0983-C462-B912-D8994A26F327}"/>
                    </a:ext>
                  </a:extLst>
                </p:cNvPr>
                <p:cNvPicPr/>
                <p:nvPr/>
              </p:nvPicPr>
              <p:blipFill>
                <a:blip r:embed="rId1221"/>
                <a:stretch>
                  <a:fillRect/>
                </a:stretch>
              </p:blipFill>
              <p:spPr>
                <a:xfrm>
                  <a:off x="9046620" y="6274088"/>
                  <a:ext cx="163800" cy="4168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8331976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C1CD3A7-367C-4F2C-7857-65FA0EE2E337}"/>
                  </a:ext>
                </a:extLst>
              </p14:cNvPr>
              <p14:cNvContentPartPr/>
              <p14:nvPr/>
            </p14:nvContentPartPr>
            <p14:xfrm>
              <a:off x="644220" y="1101297"/>
              <a:ext cx="212400" cy="2595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C1CD3A7-367C-4F2C-7857-65FA0EE2E33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35220" y="1092297"/>
                <a:ext cx="230040" cy="27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84101C5-DB04-D156-F013-F6F3D6CA3752}"/>
                  </a:ext>
                </a:extLst>
              </p14:cNvPr>
              <p14:cNvContentPartPr/>
              <p14:nvPr/>
            </p14:nvContentPartPr>
            <p14:xfrm>
              <a:off x="718740" y="1116777"/>
              <a:ext cx="66960" cy="2343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84101C5-DB04-D156-F013-F6F3D6CA375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09740" y="1108137"/>
                <a:ext cx="84600" cy="25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847366B-48FA-108F-4571-94AF6002158F}"/>
                  </a:ext>
                </a:extLst>
              </p14:cNvPr>
              <p14:cNvContentPartPr/>
              <p14:nvPr/>
            </p14:nvContentPartPr>
            <p14:xfrm>
              <a:off x="943020" y="1314417"/>
              <a:ext cx="32760" cy="964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847366B-48FA-108F-4571-94AF6002158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34380" y="1305417"/>
                <a:ext cx="50400" cy="11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B53C45BE-D2E1-39CC-B757-D87A964A3475}"/>
                  </a:ext>
                </a:extLst>
              </p14:cNvPr>
              <p14:cNvContentPartPr/>
              <p14:nvPr/>
            </p14:nvContentPartPr>
            <p14:xfrm>
              <a:off x="1002780" y="1079337"/>
              <a:ext cx="99720" cy="270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B53C45BE-D2E1-39CC-B757-D87A964A347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94140" y="1070337"/>
                <a:ext cx="11736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72E08811-D6A0-0F0A-B732-4B419C2A8A0A}"/>
                  </a:ext>
                </a:extLst>
              </p14:cNvPr>
              <p14:cNvContentPartPr/>
              <p14:nvPr/>
            </p14:nvContentPartPr>
            <p14:xfrm>
              <a:off x="1132740" y="1215417"/>
              <a:ext cx="129600" cy="1202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72E08811-D6A0-0F0A-B732-4B419C2A8A0A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123740" y="1206417"/>
                <a:ext cx="147240" cy="13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F08B5D9B-C3A9-87D3-B407-F43A975C6569}"/>
                  </a:ext>
                </a:extLst>
              </p14:cNvPr>
              <p14:cNvContentPartPr/>
              <p14:nvPr/>
            </p14:nvContentPartPr>
            <p14:xfrm>
              <a:off x="1237500" y="1085817"/>
              <a:ext cx="101880" cy="1666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F08B5D9B-C3A9-87D3-B407-F43A975C6569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228500" y="1076817"/>
                <a:ext cx="119520" cy="18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8EE6D64C-142F-2422-6763-2483C3B3D068}"/>
                  </a:ext>
                </a:extLst>
              </p14:cNvPr>
              <p14:cNvContentPartPr/>
              <p14:nvPr/>
            </p14:nvContentPartPr>
            <p14:xfrm>
              <a:off x="1216620" y="964857"/>
              <a:ext cx="4320" cy="36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8EE6D64C-142F-2422-6763-2483C3B3D068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207620" y="956217"/>
                <a:ext cx="21960" cy="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6063C1C7-8249-B1D8-526F-2AD10054E131}"/>
                  </a:ext>
                </a:extLst>
              </p14:cNvPr>
              <p14:cNvContentPartPr/>
              <p14:nvPr/>
            </p14:nvContentPartPr>
            <p14:xfrm>
              <a:off x="1356660" y="1015617"/>
              <a:ext cx="186120" cy="7632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6063C1C7-8249-B1D8-526F-2AD10054E131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348020" y="1006617"/>
                <a:ext cx="203760" cy="9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B0605EF7-9A18-9C2B-6855-9D3BC9798113}"/>
                  </a:ext>
                </a:extLst>
              </p14:cNvPr>
              <p14:cNvContentPartPr/>
              <p14:nvPr/>
            </p14:nvContentPartPr>
            <p14:xfrm>
              <a:off x="1637460" y="1013097"/>
              <a:ext cx="124920" cy="31068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B0605EF7-9A18-9C2B-6855-9D3BC9798113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628460" y="1004097"/>
                <a:ext cx="142560" cy="32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0FF0CA22-5B20-AD66-6A19-40EBFB63BE18}"/>
                  </a:ext>
                </a:extLst>
              </p14:cNvPr>
              <p14:cNvContentPartPr/>
              <p14:nvPr/>
            </p14:nvContentPartPr>
            <p14:xfrm>
              <a:off x="1615860" y="1069617"/>
              <a:ext cx="27000" cy="6804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0FF0CA22-5B20-AD66-6A19-40EBFB63BE18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606860" y="1060617"/>
                <a:ext cx="44640" cy="8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6DCD7D0C-BA16-BA62-02F2-D54623568D51}"/>
                  </a:ext>
                </a:extLst>
              </p14:cNvPr>
              <p14:cNvContentPartPr/>
              <p14:nvPr/>
            </p14:nvContentPartPr>
            <p14:xfrm>
              <a:off x="1933740" y="1215417"/>
              <a:ext cx="126720" cy="1080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6DCD7D0C-BA16-BA62-02F2-D54623568D51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924740" y="1206417"/>
                <a:ext cx="144360" cy="2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1242DF2F-AD92-DA95-0F51-37ED69593ACA}"/>
                  </a:ext>
                </a:extLst>
              </p14:cNvPr>
              <p14:cNvContentPartPr/>
              <p14:nvPr/>
            </p14:nvContentPartPr>
            <p14:xfrm>
              <a:off x="1928700" y="1159617"/>
              <a:ext cx="98640" cy="972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1242DF2F-AD92-DA95-0F51-37ED69593ACA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920060" y="1150617"/>
                <a:ext cx="116280" cy="2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992708A-F2A1-ED3B-BB70-A1D3ED9FD80F}"/>
                  </a:ext>
                </a:extLst>
              </p14:cNvPr>
              <p14:cNvContentPartPr/>
              <p14:nvPr/>
            </p14:nvContentPartPr>
            <p14:xfrm>
              <a:off x="2345580" y="927057"/>
              <a:ext cx="9360" cy="8568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992708A-F2A1-ED3B-BB70-A1D3ED9FD80F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2336580" y="918417"/>
                <a:ext cx="27000" cy="10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0B177CC6-D167-9BEE-CD42-D5E2971E5F4F}"/>
                  </a:ext>
                </a:extLst>
              </p14:cNvPr>
              <p14:cNvContentPartPr/>
              <p14:nvPr/>
            </p14:nvContentPartPr>
            <p14:xfrm>
              <a:off x="2251260" y="1127217"/>
              <a:ext cx="248760" cy="1800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0B177CC6-D167-9BEE-CD42-D5E2971E5F4F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2242260" y="1118577"/>
                <a:ext cx="266400" cy="3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E7A718E1-C7EF-2EBE-E0E0-012A0314B311}"/>
                  </a:ext>
                </a:extLst>
              </p14:cNvPr>
              <p14:cNvContentPartPr/>
              <p14:nvPr/>
            </p14:nvContentPartPr>
            <p14:xfrm>
              <a:off x="2354220" y="1283097"/>
              <a:ext cx="32040" cy="10908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E7A718E1-C7EF-2EBE-E0E0-012A0314B311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2345580" y="1274097"/>
                <a:ext cx="49680" cy="12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DFD7D54A-006C-D25F-D60A-23CE5CE9AECD}"/>
                  </a:ext>
                </a:extLst>
              </p14:cNvPr>
              <p14:cNvContentPartPr/>
              <p14:nvPr/>
            </p14:nvContentPartPr>
            <p14:xfrm>
              <a:off x="2282220" y="1242057"/>
              <a:ext cx="160560" cy="1908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DFD7D54A-006C-D25F-D60A-23CE5CE9AECD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2273580" y="1233057"/>
                <a:ext cx="178200" cy="3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E79FAAB7-DC8A-6266-7B39-468B1E949659}"/>
                  </a:ext>
                </a:extLst>
              </p14:cNvPr>
              <p14:cNvContentPartPr/>
              <p14:nvPr/>
            </p14:nvContentPartPr>
            <p14:xfrm>
              <a:off x="2510100" y="1366257"/>
              <a:ext cx="31320" cy="8064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E79FAAB7-DC8A-6266-7B39-468B1E949659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2501100" y="1357257"/>
                <a:ext cx="48960" cy="9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97181C64-FF9D-E0CD-01F3-9F8BE2D3D206}"/>
                  </a:ext>
                </a:extLst>
              </p14:cNvPr>
              <p14:cNvContentPartPr/>
              <p14:nvPr/>
            </p14:nvContentPartPr>
            <p14:xfrm>
              <a:off x="2785860" y="1069977"/>
              <a:ext cx="310680" cy="19548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97181C64-FF9D-E0CD-01F3-9F8BE2D3D206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2777220" y="1060977"/>
                <a:ext cx="328320" cy="21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196021CE-22DB-2113-3125-0C15A748F70E}"/>
                  </a:ext>
                </a:extLst>
              </p14:cNvPr>
              <p14:cNvContentPartPr/>
              <p14:nvPr/>
            </p14:nvContentPartPr>
            <p14:xfrm>
              <a:off x="2907180" y="1316577"/>
              <a:ext cx="50760" cy="15948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196021CE-22DB-2113-3125-0C15A748F70E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2898180" y="1307937"/>
                <a:ext cx="68400" cy="17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21A1FB30-93BA-FA3E-32FF-3136B2E5E717}"/>
                  </a:ext>
                </a:extLst>
              </p14:cNvPr>
              <p14:cNvContentPartPr/>
              <p14:nvPr/>
            </p14:nvContentPartPr>
            <p14:xfrm>
              <a:off x="2970180" y="1406577"/>
              <a:ext cx="121320" cy="5040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21A1FB30-93BA-FA3E-32FF-3136B2E5E717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2961180" y="1397937"/>
                <a:ext cx="138960" cy="6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A61582B0-4CA2-102C-80D1-3BFCB05CE194}"/>
                  </a:ext>
                </a:extLst>
              </p14:cNvPr>
              <p14:cNvContentPartPr/>
              <p14:nvPr/>
            </p14:nvContentPartPr>
            <p14:xfrm>
              <a:off x="3294540" y="1026777"/>
              <a:ext cx="254160" cy="23472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A61582B0-4CA2-102C-80D1-3BFCB05CE194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3285540" y="1017777"/>
                <a:ext cx="271800" cy="25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56D0E31E-A22B-D8AC-C661-ED1EE423AE55}"/>
                  </a:ext>
                </a:extLst>
              </p14:cNvPr>
              <p14:cNvContentPartPr/>
              <p14:nvPr/>
            </p14:nvContentPartPr>
            <p14:xfrm>
              <a:off x="3379860" y="1041537"/>
              <a:ext cx="91800" cy="20664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56D0E31E-A22B-D8AC-C661-ED1EE423AE55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3370860" y="1032897"/>
                <a:ext cx="109440" cy="22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C0B71B32-C9E1-EB7F-8C37-ADA4593664A3}"/>
                  </a:ext>
                </a:extLst>
              </p14:cNvPr>
              <p14:cNvContentPartPr/>
              <p14:nvPr/>
            </p14:nvContentPartPr>
            <p14:xfrm>
              <a:off x="3564540" y="1205337"/>
              <a:ext cx="120600" cy="8928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C0B71B32-C9E1-EB7F-8C37-ADA4593664A3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3555540" y="1196337"/>
                <a:ext cx="138240" cy="10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28F99EC6-C24C-DE09-2627-D0B7866F7DE0}"/>
                  </a:ext>
                </a:extLst>
              </p14:cNvPr>
              <p14:cNvContentPartPr/>
              <p14:nvPr/>
            </p14:nvContentPartPr>
            <p14:xfrm>
              <a:off x="3714300" y="984297"/>
              <a:ext cx="141840" cy="27864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28F99EC6-C24C-DE09-2627-D0B7866F7DE0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3705300" y="975297"/>
                <a:ext cx="159480" cy="29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94A3D1F7-0D57-5EF4-57A7-3ED8E2749D02}"/>
                  </a:ext>
                </a:extLst>
              </p14:cNvPr>
              <p14:cNvContentPartPr/>
              <p14:nvPr/>
            </p14:nvContentPartPr>
            <p14:xfrm>
              <a:off x="3928140" y="1190577"/>
              <a:ext cx="87840" cy="19512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94A3D1F7-0D57-5EF4-57A7-3ED8E2749D02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3919140" y="1181577"/>
                <a:ext cx="105480" cy="21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D19ECF59-5EAA-B22A-A3C4-96C92994E77C}"/>
                  </a:ext>
                </a:extLst>
              </p14:cNvPr>
              <p14:cNvContentPartPr/>
              <p14:nvPr/>
            </p14:nvContentPartPr>
            <p14:xfrm>
              <a:off x="3958740" y="1127217"/>
              <a:ext cx="6480" cy="576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D19ECF59-5EAA-B22A-A3C4-96C92994E77C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949740" y="1118217"/>
                <a:ext cx="24120" cy="2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560E6162-682A-FB02-7E14-A0BB1E53F947}"/>
                  </a:ext>
                </a:extLst>
              </p14:cNvPr>
              <p14:cNvContentPartPr/>
              <p14:nvPr/>
            </p14:nvContentPartPr>
            <p14:xfrm>
              <a:off x="3919140" y="1081857"/>
              <a:ext cx="42120" cy="3168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560E6162-682A-FB02-7E14-A0BB1E53F947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3910500" y="1072857"/>
                <a:ext cx="59760" cy="4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9F8AE8E5-2239-5BF0-1539-7DF1E98AEB5C}"/>
                  </a:ext>
                </a:extLst>
              </p14:cNvPr>
              <p14:cNvContentPartPr/>
              <p14:nvPr/>
            </p14:nvContentPartPr>
            <p14:xfrm>
              <a:off x="4070340" y="920217"/>
              <a:ext cx="79920" cy="35280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9F8AE8E5-2239-5BF0-1539-7DF1E98AEB5C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4061700" y="911577"/>
                <a:ext cx="97560" cy="37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A56F44C8-86AE-C883-CDCB-60FC4424092E}"/>
                  </a:ext>
                </a:extLst>
              </p14:cNvPr>
              <p14:cNvContentPartPr/>
              <p14:nvPr/>
            </p14:nvContentPartPr>
            <p14:xfrm>
              <a:off x="4226220" y="928137"/>
              <a:ext cx="160200" cy="10584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A56F44C8-86AE-C883-CDCB-60FC4424092E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4217580" y="919497"/>
                <a:ext cx="177840" cy="12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5875ADAA-6D12-1B24-0958-BFD3808F4A6C}"/>
                  </a:ext>
                </a:extLst>
              </p14:cNvPr>
              <p14:cNvContentPartPr/>
              <p14:nvPr/>
            </p14:nvContentPartPr>
            <p14:xfrm>
              <a:off x="4477860" y="992217"/>
              <a:ext cx="34200" cy="6732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5875ADAA-6D12-1B24-0958-BFD3808F4A6C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4469220" y="983217"/>
                <a:ext cx="51840" cy="8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EBD51253-B604-9310-F5A2-7C796A55B001}"/>
                  </a:ext>
                </a:extLst>
              </p14:cNvPr>
              <p14:cNvContentPartPr/>
              <p14:nvPr/>
            </p14:nvContentPartPr>
            <p14:xfrm>
              <a:off x="4188420" y="1147737"/>
              <a:ext cx="328320" cy="1080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EBD51253-B604-9310-F5A2-7C796A55B001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4179420" y="1139097"/>
                <a:ext cx="345960" cy="2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20F8BA94-E1C7-DA54-9E6B-B517144D9BED}"/>
                  </a:ext>
                </a:extLst>
              </p14:cNvPr>
              <p14:cNvContentPartPr/>
              <p14:nvPr/>
            </p14:nvContentPartPr>
            <p14:xfrm>
              <a:off x="4354020" y="1297857"/>
              <a:ext cx="34200" cy="11772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20F8BA94-E1C7-DA54-9E6B-B517144D9BED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4345380" y="1288857"/>
                <a:ext cx="51840" cy="13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2459A19C-0BF2-F1FC-0B28-0A0F9F6C12B2}"/>
                  </a:ext>
                </a:extLst>
              </p14:cNvPr>
              <p14:cNvContentPartPr/>
              <p14:nvPr/>
            </p14:nvContentPartPr>
            <p14:xfrm>
              <a:off x="4282380" y="1271577"/>
              <a:ext cx="155520" cy="2232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2459A19C-0BF2-F1FC-0B28-0A0F9F6C12B2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4273740" y="1262937"/>
                <a:ext cx="173160" cy="3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69046D82-7CDB-A7C9-3C9A-7D455622A4B0}"/>
                  </a:ext>
                </a:extLst>
              </p14:cNvPr>
              <p14:cNvContentPartPr/>
              <p14:nvPr/>
            </p14:nvContentPartPr>
            <p14:xfrm>
              <a:off x="4504140" y="1407657"/>
              <a:ext cx="32040" cy="7272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69046D82-7CDB-A7C9-3C9A-7D455622A4B0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4495500" y="1399017"/>
                <a:ext cx="49680" cy="9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5ED64739-DC8C-22C2-4AB7-B6183E286A03}"/>
                  </a:ext>
                </a:extLst>
              </p14:cNvPr>
              <p14:cNvContentPartPr/>
              <p14:nvPr/>
            </p14:nvContentPartPr>
            <p14:xfrm>
              <a:off x="4754700" y="1163217"/>
              <a:ext cx="99000" cy="1116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5ED64739-DC8C-22C2-4AB7-B6183E286A03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4745700" y="1154217"/>
                <a:ext cx="116640" cy="2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F00C268D-A3B3-435E-A1A8-0379CCD3871A}"/>
                  </a:ext>
                </a:extLst>
              </p14:cNvPr>
              <p14:cNvContentPartPr/>
              <p14:nvPr/>
            </p14:nvContentPartPr>
            <p14:xfrm>
              <a:off x="4941540" y="959817"/>
              <a:ext cx="127800" cy="11700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F00C268D-A3B3-435E-A1A8-0379CCD3871A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4932900" y="950817"/>
                <a:ext cx="145440" cy="13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24C76D79-4A35-0395-DEF2-8277396D465C}"/>
                  </a:ext>
                </a:extLst>
              </p14:cNvPr>
              <p14:cNvContentPartPr/>
              <p14:nvPr/>
            </p14:nvContentPartPr>
            <p14:xfrm>
              <a:off x="5110740" y="1017057"/>
              <a:ext cx="43200" cy="5832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24C76D79-4A35-0395-DEF2-8277396D465C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5102100" y="1008057"/>
                <a:ext cx="60840" cy="7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EF468981-2872-E6A4-555B-15B8B9784FE3}"/>
                  </a:ext>
                </a:extLst>
              </p14:cNvPr>
              <p14:cNvContentPartPr/>
              <p14:nvPr/>
            </p14:nvContentPartPr>
            <p14:xfrm>
              <a:off x="5170140" y="992217"/>
              <a:ext cx="45720" cy="7272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EF468981-2872-E6A4-555B-15B8B9784FE3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5161500" y="983217"/>
                <a:ext cx="63360" cy="9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C3097399-7B52-C38B-1BEE-16DB2E39BD8E}"/>
                  </a:ext>
                </a:extLst>
              </p14:cNvPr>
              <p14:cNvContentPartPr/>
              <p14:nvPr/>
            </p14:nvContentPartPr>
            <p14:xfrm>
              <a:off x="5040540" y="960177"/>
              <a:ext cx="145800" cy="1656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C3097399-7B52-C38B-1BEE-16DB2E39BD8E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5031540" y="951537"/>
                <a:ext cx="163440" cy="3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EC9BAF44-3430-B4B2-6BCA-F010D6EAE3C3}"/>
                  </a:ext>
                </a:extLst>
              </p14:cNvPr>
              <p14:cNvContentPartPr/>
              <p14:nvPr/>
            </p14:nvContentPartPr>
            <p14:xfrm>
              <a:off x="5279220" y="933897"/>
              <a:ext cx="70560" cy="13500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EC9BAF44-3430-B4B2-6BCA-F010D6EAE3C3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5270580" y="925257"/>
                <a:ext cx="88200" cy="15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E8422C3C-FD8C-A045-7524-D3426D53FDE7}"/>
                  </a:ext>
                </a:extLst>
              </p14:cNvPr>
              <p14:cNvContentPartPr/>
              <p14:nvPr/>
            </p14:nvContentPartPr>
            <p14:xfrm>
              <a:off x="5351220" y="1009497"/>
              <a:ext cx="130320" cy="5076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E8422C3C-FD8C-A045-7524-D3426D53FDE7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5342220" y="1000857"/>
                <a:ext cx="147960" cy="6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E1109980-88AE-8FBA-70F0-255E409A849B}"/>
                  </a:ext>
                </a:extLst>
              </p14:cNvPr>
              <p14:cNvContentPartPr/>
              <p14:nvPr/>
            </p14:nvContentPartPr>
            <p14:xfrm>
              <a:off x="5004540" y="1158537"/>
              <a:ext cx="441360" cy="2592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E1109980-88AE-8FBA-70F0-255E409A849B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4995900" y="1149537"/>
                <a:ext cx="459000" cy="4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B01B81ED-0952-9A5B-9CD2-6AEC4E74F180}"/>
                  </a:ext>
                </a:extLst>
              </p14:cNvPr>
              <p14:cNvContentPartPr/>
              <p14:nvPr/>
            </p14:nvContentPartPr>
            <p14:xfrm>
              <a:off x="5180220" y="1268337"/>
              <a:ext cx="39600" cy="12744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B01B81ED-0952-9A5B-9CD2-6AEC4E74F180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5171220" y="1259697"/>
                <a:ext cx="57240" cy="14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7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62C24E97-1E10-F47F-E02D-268989B50623}"/>
                  </a:ext>
                </a:extLst>
              </p14:cNvPr>
              <p14:cNvContentPartPr/>
              <p14:nvPr/>
            </p14:nvContentPartPr>
            <p14:xfrm>
              <a:off x="5118660" y="1255377"/>
              <a:ext cx="160920" cy="828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62C24E97-1E10-F47F-E02D-268989B50623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5109660" y="1246737"/>
                <a:ext cx="178560" cy="2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9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1B594E62-5B10-C259-BDE5-B4F4D511B4D8}"/>
                  </a:ext>
                </a:extLst>
              </p14:cNvPr>
              <p14:cNvContentPartPr/>
              <p14:nvPr/>
            </p14:nvContentPartPr>
            <p14:xfrm>
              <a:off x="5346900" y="1360857"/>
              <a:ext cx="34200" cy="6012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1B594E62-5B10-C259-BDE5-B4F4D511B4D8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5337900" y="1352217"/>
                <a:ext cx="51840" cy="7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1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BEC95CA6-08F7-DDAB-DBC5-7B59B4B13767}"/>
                  </a:ext>
                </a:extLst>
              </p14:cNvPr>
              <p14:cNvContentPartPr/>
              <p14:nvPr/>
            </p14:nvContentPartPr>
            <p14:xfrm>
              <a:off x="5548860" y="967017"/>
              <a:ext cx="126360" cy="28944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BEC95CA6-08F7-DDAB-DBC5-7B59B4B13767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5539860" y="958377"/>
                <a:ext cx="144000" cy="30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3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060D9078-58F4-9652-6BD5-3103CC6D4E9C}"/>
                  </a:ext>
                </a:extLst>
              </p14:cNvPr>
              <p14:cNvContentPartPr/>
              <p14:nvPr/>
            </p14:nvContentPartPr>
            <p14:xfrm>
              <a:off x="5663700" y="941097"/>
              <a:ext cx="118800" cy="36504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060D9078-58F4-9652-6BD5-3103CC6D4E9C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5655060" y="932097"/>
                <a:ext cx="136440" cy="38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5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D72C96C2-B2AD-B293-B58F-1DC7B00E6374}"/>
                  </a:ext>
                </a:extLst>
              </p14:cNvPr>
              <p14:cNvContentPartPr/>
              <p14:nvPr/>
            </p14:nvContentPartPr>
            <p14:xfrm>
              <a:off x="6489180" y="1116777"/>
              <a:ext cx="194760" cy="8856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D72C96C2-B2AD-B293-B58F-1DC7B00E6374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6480540" y="1108137"/>
                <a:ext cx="212400" cy="10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7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A271B255-656A-143D-C1C4-D108CF65C416}"/>
                  </a:ext>
                </a:extLst>
              </p14:cNvPr>
              <p14:cNvContentPartPr/>
              <p14:nvPr/>
            </p14:nvContentPartPr>
            <p14:xfrm>
              <a:off x="6796260" y="1229817"/>
              <a:ext cx="40320" cy="4716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A271B255-656A-143D-C1C4-D108CF65C416}"/>
                  </a:ext>
                </a:extLst>
              </p:cNvPr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6787260" y="1221177"/>
                <a:ext cx="57960" cy="6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9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0C36A02F-1A7B-88FB-A41B-35E634B0EDCB}"/>
                  </a:ext>
                </a:extLst>
              </p14:cNvPr>
              <p14:cNvContentPartPr/>
              <p14:nvPr/>
            </p14:nvContentPartPr>
            <p14:xfrm>
              <a:off x="6924780" y="1171857"/>
              <a:ext cx="74520" cy="288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0C36A02F-1A7B-88FB-A41B-35E634B0EDCB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6916140" y="1162857"/>
                <a:ext cx="92160" cy="2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1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29BB9A86-30D6-3B03-0171-2D833BBFE9B5}"/>
                  </a:ext>
                </a:extLst>
              </p14:cNvPr>
              <p14:cNvContentPartPr/>
              <p14:nvPr/>
            </p14:nvContentPartPr>
            <p14:xfrm>
              <a:off x="6905700" y="1118937"/>
              <a:ext cx="78120" cy="360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29BB9A86-30D6-3B03-0171-2D833BBFE9B5}"/>
                  </a:ext>
                </a:extLst>
              </p:cNvPr>
              <p:cNvPicPr/>
              <p:nvPr/>
            </p:nvPicPr>
            <p:blipFill>
              <a:blip r:embed="rId102"/>
              <a:stretch>
                <a:fillRect/>
              </a:stretch>
            </p:blipFill>
            <p:spPr>
              <a:xfrm>
                <a:off x="6896700" y="1109937"/>
                <a:ext cx="95760" cy="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3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733C516D-2EDF-8640-03B9-0E2CF4A7AC7A}"/>
                  </a:ext>
                </a:extLst>
              </p14:cNvPr>
              <p14:cNvContentPartPr/>
              <p14:nvPr/>
            </p14:nvContentPartPr>
            <p14:xfrm>
              <a:off x="7077060" y="1017057"/>
              <a:ext cx="270360" cy="19980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733C516D-2EDF-8640-03B9-0E2CF4A7AC7A}"/>
                  </a:ext>
                </a:extLst>
              </p:cNvPr>
              <p:cNvPicPr/>
              <p:nvPr/>
            </p:nvPicPr>
            <p:blipFill>
              <a:blip r:embed="rId104"/>
              <a:stretch>
                <a:fillRect/>
              </a:stretch>
            </p:blipFill>
            <p:spPr>
              <a:xfrm>
                <a:off x="7068060" y="1008057"/>
                <a:ext cx="288000" cy="21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5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1C292061-D6B5-CB10-AD62-A80775108B57}"/>
                  </a:ext>
                </a:extLst>
              </p14:cNvPr>
              <p14:cNvContentPartPr/>
              <p14:nvPr/>
            </p14:nvContentPartPr>
            <p14:xfrm>
              <a:off x="7534260" y="1116777"/>
              <a:ext cx="40320" cy="8856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1C292061-D6B5-CB10-AD62-A80775108B57}"/>
                  </a:ext>
                </a:extLst>
              </p:cNvPr>
              <p:cNvPicPr/>
              <p:nvPr/>
            </p:nvPicPr>
            <p:blipFill>
              <a:blip r:embed="rId106"/>
              <a:stretch>
                <a:fillRect/>
              </a:stretch>
            </p:blipFill>
            <p:spPr>
              <a:xfrm>
                <a:off x="7525260" y="1108137"/>
                <a:ext cx="57960" cy="10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7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353FC190-7A5E-F11F-F1A7-5419344306DD}"/>
                  </a:ext>
                </a:extLst>
              </p14:cNvPr>
              <p14:cNvContentPartPr/>
              <p14:nvPr/>
            </p14:nvContentPartPr>
            <p14:xfrm>
              <a:off x="7412580" y="1046937"/>
              <a:ext cx="194400" cy="792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353FC190-7A5E-F11F-F1A7-5419344306DD}"/>
                  </a:ext>
                </a:extLst>
              </p:cNvPr>
              <p:cNvPicPr/>
              <p:nvPr/>
            </p:nvPicPr>
            <p:blipFill>
              <a:blip r:embed="rId108"/>
              <a:stretch>
                <a:fillRect/>
              </a:stretch>
            </p:blipFill>
            <p:spPr>
              <a:xfrm>
                <a:off x="7403940" y="1038297"/>
                <a:ext cx="212040" cy="2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9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6FA83BFF-F382-2DE9-04FB-62DC877F2ED9}"/>
                  </a:ext>
                </a:extLst>
              </p14:cNvPr>
              <p14:cNvContentPartPr/>
              <p14:nvPr/>
            </p14:nvContentPartPr>
            <p14:xfrm>
              <a:off x="7707420" y="1199937"/>
              <a:ext cx="33840" cy="6228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6FA83BFF-F382-2DE9-04FB-62DC877F2ED9}"/>
                  </a:ext>
                </a:extLst>
              </p:cNvPr>
              <p:cNvPicPr/>
              <p:nvPr/>
            </p:nvPicPr>
            <p:blipFill>
              <a:blip r:embed="rId110"/>
              <a:stretch>
                <a:fillRect/>
              </a:stretch>
            </p:blipFill>
            <p:spPr>
              <a:xfrm>
                <a:off x="7698780" y="1191297"/>
                <a:ext cx="51480" cy="7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1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603BD67B-AE8A-C617-D608-4D426A994F23}"/>
                  </a:ext>
                </a:extLst>
              </p14:cNvPr>
              <p14:cNvContentPartPr/>
              <p14:nvPr/>
            </p14:nvContentPartPr>
            <p14:xfrm>
              <a:off x="3549780" y="754257"/>
              <a:ext cx="150480" cy="7560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603BD67B-AE8A-C617-D608-4D426A994F23}"/>
                  </a:ext>
                </a:extLst>
              </p:cNvPr>
              <p:cNvPicPr/>
              <p:nvPr/>
            </p:nvPicPr>
            <p:blipFill>
              <a:blip r:embed="rId112"/>
              <a:stretch>
                <a:fillRect/>
              </a:stretch>
            </p:blipFill>
            <p:spPr>
              <a:xfrm>
                <a:off x="3541140" y="745257"/>
                <a:ext cx="168120" cy="9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3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35C437FB-63D0-5688-3EB6-DD4EE2AD9EA4}"/>
                  </a:ext>
                </a:extLst>
              </p14:cNvPr>
              <p14:cNvContentPartPr/>
              <p14:nvPr/>
            </p14:nvContentPartPr>
            <p14:xfrm>
              <a:off x="3459420" y="783417"/>
              <a:ext cx="142560" cy="7992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35C437FB-63D0-5688-3EB6-DD4EE2AD9EA4}"/>
                  </a:ext>
                </a:extLst>
              </p:cNvPr>
              <p:cNvPicPr/>
              <p:nvPr/>
            </p:nvPicPr>
            <p:blipFill>
              <a:blip r:embed="rId114"/>
              <a:stretch>
                <a:fillRect/>
              </a:stretch>
            </p:blipFill>
            <p:spPr>
              <a:xfrm>
                <a:off x="3450420" y="774417"/>
                <a:ext cx="160200" cy="9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5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7B6EDF44-284A-CC4E-D6A1-0FFF678665AC}"/>
                  </a:ext>
                </a:extLst>
              </p14:cNvPr>
              <p14:cNvContentPartPr/>
              <p14:nvPr/>
            </p14:nvContentPartPr>
            <p14:xfrm>
              <a:off x="3871980" y="603057"/>
              <a:ext cx="98280" cy="20196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7B6EDF44-284A-CC4E-D6A1-0FFF678665AC}"/>
                  </a:ext>
                </a:extLst>
              </p:cNvPr>
              <p:cNvPicPr/>
              <p:nvPr/>
            </p:nvPicPr>
            <p:blipFill>
              <a:blip r:embed="rId116"/>
              <a:stretch>
                <a:fillRect/>
              </a:stretch>
            </p:blipFill>
            <p:spPr>
              <a:xfrm>
                <a:off x="3863340" y="594417"/>
                <a:ext cx="115920" cy="21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7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E5901877-AF60-B8C1-4062-87A858F2311A}"/>
                  </a:ext>
                </a:extLst>
              </p14:cNvPr>
              <p14:cNvContentPartPr/>
              <p14:nvPr/>
            </p14:nvContentPartPr>
            <p14:xfrm>
              <a:off x="3838860" y="726897"/>
              <a:ext cx="100440" cy="1620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E5901877-AF60-B8C1-4062-87A858F2311A}"/>
                  </a:ext>
                </a:extLst>
              </p:cNvPr>
              <p:cNvPicPr/>
              <p:nvPr/>
            </p:nvPicPr>
            <p:blipFill>
              <a:blip r:embed="rId118"/>
              <a:stretch>
                <a:fillRect/>
              </a:stretch>
            </p:blipFill>
            <p:spPr>
              <a:xfrm>
                <a:off x="3830220" y="717897"/>
                <a:ext cx="118080" cy="3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9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197B1EB0-E869-D83F-218B-3139D984A684}"/>
                  </a:ext>
                </a:extLst>
              </p14:cNvPr>
              <p14:cNvContentPartPr/>
              <p14:nvPr/>
            </p14:nvContentPartPr>
            <p14:xfrm>
              <a:off x="4011660" y="737697"/>
              <a:ext cx="9000" cy="2016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197B1EB0-E869-D83F-218B-3139D984A684}"/>
                  </a:ext>
                </a:extLst>
              </p:cNvPr>
              <p:cNvPicPr/>
              <p:nvPr/>
            </p:nvPicPr>
            <p:blipFill>
              <a:blip r:embed="rId120"/>
              <a:stretch>
                <a:fillRect/>
              </a:stretch>
            </p:blipFill>
            <p:spPr>
              <a:xfrm>
                <a:off x="4002660" y="728697"/>
                <a:ext cx="26640" cy="3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1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17E0BDCF-12F5-3E61-6B34-C5EBD256F009}"/>
                  </a:ext>
                </a:extLst>
              </p14:cNvPr>
              <p14:cNvContentPartPr/>
              <p14:nvPr/>
            </p14:nvContentPartPr>
            <p14:xfrm>
              <a:off x="4011660" y="623217"/>
              <a:ext cx="6840" cy="1188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17E0BDCF-12F5-3E61-6B34-C5EBD256F009}"/>
                  </a:ext>
                </a:extLst>
              </p:cNvPr>
              <p:cNvPicPr/>
              <p:nvPr/>
            </p:nvPicPr>
            <p:blipFill>
              <a:blip r:embed="rId122"/>
              <a:stretch>
                <a:fillRect/>
              </a:stretch>
            </p:blipFill>
            <p:spPr>
              <a:xfrm>
                <a:off x="4002660" y="614577"/>
                <a:ext cx="24480" cy="2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3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EED33782-4362-A786-B492-F599160ACDAC}"/>
                  </a:ext>
                </a:extLst>
              </p14:cNvPr>
              <p14:cNvContentPartPr/>
              <p14:nvPr/>
            </p14:nvContentPartPr>
            <p14:xfrm>
              <a:off x="4097340" y="690897"/>
              <a:ext cx="96480" cy="6336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EED33782-4362-A786-B492-F599160ACDAC}"/>
                  </a:ext>
                </a:extLst>
              </p:cNvPr>
              <p:cNvPicPr/>
              <p:nvPr/>
            </p:nvPicPr>
            <p:blipFill>
              <a:blip r:embed="rId124"/>
              <a:stretch>
                <a:fillRect/>
              </a:stretch>
            </p:blipFill>
            <p:spPr>
              <a:xfrm>
                <a:off x="4088700" y="681897"/>
                <a:ext cx="114120" cy="8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5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F142108E-5FDE-8F73-2CF3-0EA9556A08A6}"/>
                  </a:ext>
                </a:extLst>
              </p14:cNvPr>
              <p14:cNvContentPartPr/>
              <p14:nvPr/>
            </p14:nvContentPartPr>
            <p14:xfrm>
              <a:off x="4224780" y="602337"/>
              <a:ext cx="141840" cy="147600"/>
            </p14:xfrm>
          </p:contentPart>
        </mc:Choice>
        <mc:Fallback xmlns=""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F142108E-5FDE-8F73-2CF3-0EA9556A08A6}"/>
                  </a:ext>
                </a:extLst>
              </p:cNvPr>
              <p:cNvPicPr/>
              <p:nvPr/>
            </p:nvPicPr>
            <p:blipFill>
              <a:blip r:embed="rId126"/>
              <a:stretch>
                <a:fillRect/>
              </a:stretch>
            </p:blipFill>
            <p:spPr>
              <a:xfrm>
                <a:off x="4215780" y="593697"/>
                <a:ext cx="159480" cy="16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7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FF6A5043-B845-C06E-6AAA-177A1087574D}"/>
                  </a:ext>
                </a:extLst>
              </p14:cNvPr>
              <p14:cNvContentPartPr/>
              <p14:nvPr/>
            </p14:nvContentPartPr>
            <p14:xfrm>
              <a:off x="4287060" y="586857"/>
              <a:ext cx="14760" cy="2448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FF6A5043-B845-C06E-6AAA-177A1087574D}"/>
                  </a:ext>
                </a:extLst>
              </p:cNvPr>
              <p:cNvPicPr/>
              <p:nvPr/>
            </p:nvPicPr>
            <p:blipFill>
              <a:blip r:embed="rId128"/>
              <a:stretch>
                <a:fillRect/>
              </a:stretch>
            </p:blipFill>
            <p:spPr>
              <a:xfrm>
                <a:off x="4278060" y="578217"/>
                <a:ext cx="32400" cy="4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9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E6288DFF-F7E4-BF35-676C-5F0265483ED9}"/>
                  </a:ext>
                </a:extLst>
              </p14:cNvPr>
              <p14:cNvContentPartPr/>
              <p14:nvPr/>
            </p14:nvContentPartPr>
            <p14:xfrm>
              <a:off x="4406580" y="607737"/>
              <a:ext cx="61920" cy="11736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E6288DFF-F7E4-BF35-676C-5F0265483ED9}"/>
                  </a:ext>
                </a:extLst>
              </p:cNvPr>
              <p:cNvPicPr/>
              <p:nvPr/>
            </p:nvPicPr>
            <p:blipFill>
              <a:blip r:embed="rId130"/>
              <a:stretch>
                <a:fillRect/>
              </a:stretch>
            </p:blipFill>
            <p:spPr>
              <a:xfrm>
                <a:off x="4397580" y="598737"/>
                <a:ext cx="79560" cy="13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1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A130D1B6-495F-04A4-30FF-E038CC6B0CB2}"/>
                  </a:ext>
                </a:extLst>
              </p14:cNvPr>
              <p14:cNvContentPartPr/>
              <p14:nvPr/>
            </p14:nvContentPartPr>
            <p14:xfrm>
              <a:off x="4390740" y="695937"/>
              <a:ext cx="157680" cy="756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A130D1B6-495F-04A4-30FF-E038CC6B0CB2}"/>
                  </a:ext>
                </a:extLst>
              </p:cNvPr>
              <p:cNvPicPr/>
              <p:nvPr/>
            </p:nvPicPr>
            <p:blipFill>
              <a:blip r:embed="rId132"/>
              <a:stretch>
                <a:fillRect/>
              </a:stretch>
            </p:blipFill>
            <p:spPr>
              <a:xfrm>
                <a:off x="4382100" y="687297"/>
                <a:ext cx="175320" cy="2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3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CE38D755-6E5F-883C-7980-16FC855F3D03}"/>
                  </a:ext>
                </a:extLst>
              </p14:cNvPr>
              <p14:cNvContentPartPr/>
              <p14:nvPr/>
            </p14:nvContentPartPr>
            <p14:xfrm>
              <a:off x="4499820" y="675057"/>
              <a:ext cx="54360" cy="6876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CE38D755-6E5F-883C-7980-16FC855F3D03}"/>
                  </a:ext>
                </a:extLst>
              </p:cNvPr>
              <p:cNvPicPr/>
              <p:nvPr/>
            </p:nvPicPr>
            <p:blipFill>
              <a:blip r:embed="rId134"/>
              <a:stretch>
                <a:fillRect/>
              </a:stretch>
            </p:blipFill>
            <p:spPr>
              <a:xfrm>
                <a:off x="4491180" y="666417"/>
                <a:ext cx="72000" cy="8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5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71696843-2605-B00D-70B3-85170321B7E3}"/>
                  </a:ext>
                </a:extLst>
              </p14:cNvPr>
              <p14:cNvContentPartPr/>
              <p14:nvPr/>
            </p14:nvContentPartPr>
            <p14:xfrm>
              <a:off x="4512420" y="600177"/>
              <a:ext cx="8640" cy="7920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71696843-2605-B00D-70B3-85170321B7E3}"/>
                  </a:ext>
                </a:extLst>
              </p:cNvPr>
              <p:cNvPicPr/>
              <p:nvPr/>
            </p:nvPicPr>
            <p:blipFill>
              <a:blip r:embed="rId136"/>
              <a:stretch>
                <a:fillRect/>
              </a:stretch>
            </p:blipFill>
            <p:spPr>
              <a:xfrm>
                <a:off x="4503420" y="591537"/>
                <a:ext cx="26280" cy="2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7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7D65606A-A5FA-B2C8-99A8-A3EA8986C745}"/>
                  </a:ext>
                </a:extLst>
              </p14:cNvPr>
              <p14:cNvContentPartPr/>
              <p14:nvPr/>
            </p14:nvContentPartPr>
            <p14:xfrm>
              <a:off x="4620060" y="663897"/>
              <a:ext cx="63000" cy="3816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7D65606A-A5FA-B2C8-99A8-A3EA8986C745}"/>
                  </a:ext>
                </a:extLst>
              </p:cNvPr>
              <p:cNvPicPr/>
              <p:nvPr/>
            </p:nvPicPr>
            <p:blipFill>
              <a:blip r:embed="rId138"/>
              <a:stretch>
                <a:fillRect/>
              </a:stretch>
            </p:blipFill>
            <p:spPr>
              <a:xfrm>
                <a:off x="4611420" y="654897"/>
                <a:ext cx="80640" cy="5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9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2F30D451-2788-3B5B-CD52-91237179A988}"/>
                  </a:ext>
                </a:extLst>
              </p14:cNvPr>
              <p14:cNvContentPartPr/>
              <p14:nvPr/>
            </p14:nvContentPartPr>
            <p14:xfrm>
              <a:off x="4723380" y="667857"/>
              <a:ext cx="76320" cy="2484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2F30D451-2788-3B5B-CD52-91237179A988}"/>
                  </a:ext>
                </a:extLst>
              </p:cNvPr>
              <p:cNvPicPr/>
              <p:nvPr/>
            </p:nvPicPr>
            <p:blipFill>
              <a:blip r:embed="rId140"/>
              <a:stretch>
                <a:fillRect/>
              </a:stretch>
            </p:blipFill>
            <p:spPr>
              <a:xfrm>
                <a:off x="4714380" y="658857"/>
                <a:ext cx="93960" cy="4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1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46625BC5-6550-EB74-68B4-49588F4502B7}"/>
                  </a:ext>
                </a:extLst>
              </p14:cNvPr>
              <p14:cNvContentPartPr/>
              <p14:nvPr/>
            </p14:nvContentPartPr>
            <p14:xfrm>
              <a:off x="4862700" y="612057"/>
              <a:ext cx="74160" cy="10944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46625BC5-6550-EB74-68B4-49588F4502B7}"/>
                  </a:ext>
                </a:extLst>
              </p:cNvPr>
              <p:cNvPicPr/>
              <p:nvPr/>
            </p:nvPicPr>
            <p:blipFill>
              <a:blip r:embed="rId142"/>
              <a:stretch>
                <a:fillRect/>
              </a:stretch>
            </p:blipFill>
            <p:spPr>
              <a:xfrm>
                <a:off x="4853700" y="603057"/>
                <a:ext cx="91800" cy="12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3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0C39F72D-A720-F6D5-7D06-A0AD44367059}"/>
                  </a:ext>
                </a:extLst>
              </p14:cNvPr>
              <p14:cNvContentPartPr/>
              <p14:nvPr/>
            </p14:nvContentPartPr>
            <p14:xfrm>
              <a:off x="625271" y="2036994"/>
              <a:ext cx="215640" cy="232560"/>
            </p14:xfrm>
          </p:contentPart>
        </mc:Choice>
        <mc:Fallback xmlns=""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0C39F72D-A720-F6D5-7D06-A0AD44367059}"/>
                  </a:ext>
                </a:extLst>
              </p:cNvPr>
              <p:cNvPicPr/>
              <p:nvPr/>
            </p:nvPicPr>
            <p:blipFill>
              <a:blip r:embed="rId144"/>
              <a:stretch>
                <a:fillRect/>
              </a:stretch>
            </p:blipFill>
            <p:spPr>
              <a:xfrm>
                <a:off x="616271" y="2028354"/>
                <a:ext cx="233280" cy="25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5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34478727-F1F1-7F3C-FD4C-1FBED7BA43BF}"/>
                  </a:ext>
                </a:extLst>
              </p14:cNvPr>
              <p14:cNvContentPartPr/>
              <p14:nvPr/>
            </p14:nvContentPartPr>
            <p14:xfrm>
              <a:off x="697991" y="2057874"/>
              <a:ext cx="77760" cy="250200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34478727-F1F1-7F3C-FD4C-1FBED7BA43BF}"/>
                  </a:ext>
                </a:extLst>
              </p:cNvPr>
              <p:cNvPicPr/>
              <p:nvPr/>
            </p:nvPicPr>
            <p:blipFill>
              <a:blip r:embed="rId146"/>
              <a:stretch>
                <a:fillRect/>
              </a:stretch>
            </p:blipFill>
            <p:spPr>
              <a:xfrm>
                <a:off x="688991" y="2049234"/>
                <a:ext cx="95400" cy="26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7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6C45D84E-38E8-5AC5-AC5F-55FC0313D76B}"/>
                  </a:ext>
                </a:extLst>
              </p14:cNvPr>
              <p14:cNvContentPartPr/>
              <p14:nvPr/>
            </p14:nvContentPartPr>
            <p14:xfrm>
              <a:off x="879791" y="2247594"/>
              <a:ext cx="117360" cy="102960"/>
            </p14:xfrm>
          </p:contentPart>
        </mc:Choice>
        <mc:Fallback xmlns=""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6C45D84E-38E8-5AC5-AC5F-55FC0313D76B}"/>
                  </a:ext>
                </a:extLst>
              </p:cNvPr>
              <p:cNvPicPr/>
              <p:nvPr/>
            </p:nvPicPr>
            <p:blipFill>
              <a:blip r:embed="rId148"/>
              <a:stretch>
                <a:fillRect/>
              </a:stretch>
            </p:blipFill>
            <p:spPr>
              <a:xfrm>
                <a:off x="870791" y="2238954"/>
                <a:ext cx="135000" cy="12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9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D8C2461D-4A37-3F42-8D70-8ACE9D93FB62}"/>
                  </a:ext>
                </a:extLst>
              </p14:cNvPr>
              <p14:cNvContentPartPr/>
              <p14:nvPr/>
            </p14:nvContentPartPr>
            <p14:xfrm>
              <a:off x="998591" y="2007474"/>
              <a:ext cx="104400" cy="280440"/>
            </p14:xfrm>
          </p:contentPart>
        </mc:Choice>
        <mc:Fallback xmlns=""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D8C2461D-4A37-3F42-8D70-8ACE9D93FB62}"/>
                  </a:ext>
                </a:extLst>
              </p:cNvPr>
              <p:cNvPicPr/>
              <p:nvPr/>
            </p:nvPicPr>
            <p:blipFill>
              <a:blip r:embed="rId150"/>
              <a:stretch>
                <a:fillRect/>
              </a:stretch>
            </p:blipFill>
            <p:spPr>
              <a:xfrm>
                <a:off x="989951" y="1998474"/>
                <a:ext cx="122040" cy="29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1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73E8E77A-5B90-69CC-7B38-798A45BF8819}"/>
                  </a:ext>
                </a:extLst>
              </p14:cNvPr>
              <p14:cNvContentPartPr/>
              <p14:nvPr/>
            </p14:nvContentPartPr>
            <p14:xfrm>
              <a:off x="1091831" y="2151834"/>
              <a:ext cx="146880" cy="116640"/>
            </p14:xfrm>
          </p:contentPart>
        </mc:Choice>
        <mc:Fallback xmlns=""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73E8E77A-5B90-69CC-7B38-798A45BF8819}"/>
                  </a:ext>
                </a:extLst>
              </p:cNvPr>
              <p:cNvPicPr/>
              <p:nvPr/>
            </p:nvPicPr>
            <p:blipFill>
              <a:blip r:embed="rId152"/>
              <a:stretch>
                <a:fillRect/>
              </a:stretch>
            </p:blipFill>
            <p:spPr>
              <a:xfrm>
                <a:off x="1082831" y="2142834"/>
                <a:ext cx="164520" cy="13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3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586AB9BC-5624-DFDC-B3DF-AA10E7DA57DF}"/>
                  </a:ext>
                </a:extLst>
              </p14:cNvPr>
              <p14:cNvContentPartPr/>
              <p14:nvPr/>
            </p14:nvContentPartPr>
            <p14:xfrm>
              <a:off x="1201631" y="1996674"/>
              <a:ext cx="89280" cy="198360"/>
            </p14:xfrm>
          </p:contentPart>
        </mc:Choice>
        <mc:Fallback xmlns=""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586AB9BC-5624-DFDC-B3DF-AA10E7DA57DF}"/>
                  </a:ext>
                </a:extLst>
              </p:cNvPr>
              <p:cNvPicPr/>
              <p:nvPr/>
            </p:nvPicPr>
            <p:blipFill>
              <a:blip r:embed="rId154"/>
              <a:stretch>
                <a:fillRect/>
              </a:stretch>
            </p:blipFill>
            <p:spPr>
              <a:xfrm>
                <a:off x="1192991" y="1987674"/>
                <a:ext cx="10692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5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543DE095-6686-0136-7461-CF16F4B77F9D}"/>
                  </a:ext>
                </a:extLst>
              </p14:cNvPr>
              <p14:cNvContentPartPr/>
              <p14:nvPr/>
            </p14:nvContentPartPr>
            <p14:xfrm>
              <a:off x="1149791" y="1871754"/>
              <a:ext cx="2160" cy="1080"/>
            </p14:xfrm>
          </p:contentPart>
        </mc:Choice>
        <mc:Fallback xmlns=""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543DE095-6686-0136-7461-CF16F4B77F9D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141151" y="1863114"/>
                <a:ext cx="19800" cy="1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6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5DF10B82-7538-F7D4-F685-AF3927EE120E}"/>
                  </a:ext>
                </a:extLst>
              </p14:cNvPr>
              <p14:cNvContentPartPr/>
              <p14:nvPr/>
            </p14:nvContentPartPr>
            <p14:xfrm>
              <a:off x="1300631" y="1923954"/>
              <a:ext cx="196920" cy="109440"/>
            </p14:xfrm>
          </p:contentPart>
        </mc:Choice>
        <mc:Fallback xmlns=""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5DF10B82-7538-F7D4-F685-AF3927EE120E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1291631" y="1914954"/>
                <a:ext cx="214560" cy="12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8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46641FD5-9920-50D9-5AE0-B803994ADB52}"/>
                  </a:ext>
                </a:extLst>
              </p14:cNvPr>
              <p14:cNvContentPartPr/>
              <p14:nvPr/>
            </p14:nvContentPartPr>
            <p14:xfrm>
              <a:off x="1549751" y="2024394"/>
              <a:ext cx="119160" cy="67320"/>
            </p14:xfrm>
          </p:contentPart>
        </mc:Choice>
        <mc:Fallback xmlns=""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46641FD5-9920-50D9-5AE0-B803994ADB52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1541111" y="2015394"/>
                <a:ext cx="136800" cy="8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0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F27C1928-CB77-E900-5369-2BB9C24E449F}"/>
                  </a:ext>
                </a:extLst>
              </p14:cNvPr>
              <p14:cNvContentPartPr/>
              <p14:nvPr/>
            </p14:nvContentPartPr>
            <p14:xfrm>
              <a:off x="1622471" y="1918554"/>
              <a:ext cx="188280" cy="392400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F27C1928-CB77-E900-5369-2BB9C24E449F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1613831" y="1909914"/>
                <a:ext cx="205920" cy="41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2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270A3DD9-B03E-CF1C-A8FA-327CB6819C80}"/>
                  </a:ext>
                </a:extLst>
              </p14:cNvPr>
              <p14:cNvContentPartPr/>
              <p14:nvPr/>
            </p14:nvContentPartPr>
            <p14:xfrm>
              <a:off x="1997231" y="2183514"/>
              <a:ext cx="103680" cy="16560"/>
            </p14:xfrm>
          </p:contentPart>
        </mc:Choice>
        <mc:Fallback xmlns=""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270A3DD9-B03E-CF1C-A8FA-327CB6819C80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1988591" y="2174874"/>
                <a:ext cx="121320" cy="3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4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07895B23-7F57-7F49-BB91-542AA7685B57}"/>
                  </a:ext>
                </a:extLst>
              </p14:cNvPr>
              <p14:cNvContentPartPr/>
              <p14:nvPr/>
            </p14:nvContentPartPr>
            <p14:xfrm>
              <a:off x="1991471" y="2125554"/>
              <a:ext cx="78120" cy="16920"/>
            </p14:xfrm>
          </p:contentPart>
        </mc:Choice>
        <mc:Fallback xmlns=""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07895B23-7F57-7F49-BB91-542AA7685B57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1982831" y="2116554"/>
                <a:ext cx="95760" cy="3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6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DCBE4A18-E621-5D58-44B2-482024F755F3}"/>
                  </a:ext>
                </a:extLst>
              </p14:cNvPr>
              <p14:cNvContentPartPr/>
              <p14:nvPr/>
            </p14:nvContentPartPr>
            <p14:xfrm>
              <a:off x="2355431" y="1882194"/>
              <a:ext cx="56880" cy="119160"/>
            </p14:xfrm>
          </p:contentPart>
        </mc:Choice>
        <mc:Fallback xmlns=""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DCBE4A18-E621-5D58-44B2-482024F755F3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2346431" y="1873194"/>
                <a:ext cx="74520" cy="13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8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BFC82BCF-ECCA-20DA-7518-7B8DF181B206}"/>
                  </a:ext>
                </a:extLst>
              </p14:cNvPr>
              <p14:cNvContentPartPr/>
              <p14:nvPr/>
            </p14:nvContentPartPr>
            <p14:xfrm>
              <a:off x="2276951" y="2126274"/>
              <a:ext cx="301320" cy="11880"/>
            </p14:xfrm>
          </p:contentPart>
        </mc:Choice>
        <mc:Fallback xmlns=""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BFC82BCF-ECCA-20DA-7518-7B8DF181B206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2268311" y="2117634"/>
                <a:ext cx="318960" cy="2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0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56358643-F9E0-E94F-04AB-EDC7573C3D67}"/>
                  </a:ext>
                </a:extLst>
              </p14:cNvPr>
              <p14:cNvContentPartPr/>
              <p14:nvPr/>
            </p14:nvContentPartPr>
            <p14:xfrm>
              <a:off x="2346431" y="2231754"/>
              <a:ext cx="208080" cy="127080"/>
            </p14:xfrm>
          </p:contentPart>
        </mc:Choice>
        <mc:Fallback xmlns=""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56358643-F9E0-E94F-04AB-EDC7573C3D67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2337791" y="2223114"/>
                <a:ext cx="225720" cy="14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2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3C3562BB-FA21-8AF3-25C3-837EDAF7C2B7}"/>
                  </a:ext>
                </a:extLst>
              </p14:cNvPr>
              <p14:cNvContentPartPr/>
              <p14:nvPr/>
            </p14:nvContentPartPr>
            <p14:xfrm>
              <a:off x="2751791" y="1990914"/>
              <a:ext cx="286200" cy="183600"/>
            </p14:xfrm>
          </p:contentPart>
        </mc:Choice>
        <mc:Fallback xmlns=""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3C3562BB-FA21-8AF3-25C3-837EDAF7C2B7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2742791" y="1981914"/>
                <a:ext cx="303840" cy="20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4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C31FC541-2169-E87C-2FF8-3EBB3B96B6D2}"/>
                  </a:ext>
                </a:extLst>
              </p14:cNvPr>
              <p14:cNvContentPartPr/>
              <p14:nvPr/>
            </p14:nvContentPartPr>
            <p14:xfrm>
              <a:off x="2789951" y="2354874"/>
              <a:ext cx="50760" cy="62280"/>
            </p14:xfrm>
          </p:contentPart>
        </mc:Choice>
        <mc:Fallback xmlns=""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C31FC541-2169-E87C-2FF8-3EBB3B96B6D2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2780951" y="2345874"/>
                <a:ext cx="68400" cy="7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6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6063A98B-3A44-2F61-CCBF-51B7D7DD944A}"/>
                  </a:ext>
                </a:extLst>
              </p14:cNvPr>
              <p14:cNvContentPartPr/>
              <p14:nvPr/>
            </p14:nvContentPartPr>
            <p14:xfrm>
              <a:off x="2768711" y="2264514"/>
              <a:ext cx="59400" cy="7920"/>
            </p14:xfrm>
          </p:contentPart>
        </mc:Choice>
        <mc:Fallback xmlns=""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6063A98B-3A44-2F61-CCBF-51B7D7DD944A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2760071" y="2255514"/>
                <a:ext cx="77040" cy="2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8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413E2DFE-601A-6CFF-326A-D114E4C72461}"/>
                  </a:ext>
                </a:extLst>
              </p14:cNvPr>
              <p14:cNvContentPartPr/>
              <p14:nvPr/>
            </p14:nvContentPartPr>
            <p14:xfrm>
              <a:off x="2910911" y="2365314"/>
              <a:ext cx="83520" cy="5760"/>
            </p14:xfrm>
          </p:contentPart>
        </mc:Choice>
        <mc:Fallback xmlns=""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413E2DFE-601A-6CFF-326A-D114E4C72461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2902271" y="2356314"/>
                <a:ext cx="101160" cy="2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0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D507A32F-5EE8-D2CF-DB42-F6367A319368}"/>
                  </a:ext>
                </a:extLst>
              </p14:cNvPr>
              <p14:cNvContentPartPr/>
              <p14:nvPr/>
            </p14:nvContentPartPr>
            <p14:xfrm>
              <a:off x="2893991" y="2297634"/>
              <a:ext cx="95400" cy="5760"/>
            </p14:xfrm>
          </p:contentPart>
        </mc:Choice>
        <mc:Fallback xmlns=""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D507A32F-5EE8-D2CF-DB42-F6367A319368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2885351" y="2288634"/>
                <a:ext cx="113040" cy="2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2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FD78A0A5-AE9D-A443-77B7-64DC1DBFC346}"/>
                  </a:ext>
                </a:extLst>
              </p14:cNvPr>
              <p14:cNvContentPartPr/>
              <p14:nvPr/>
            </p14:nvContentPartPr>
            <p14:xfrm>
              <a:off x="3080111" y="2312754"/>
              <a:ext cx="122400" cy="85320"/>
            </p14:xfrm>
          </p:contentPart>
        </mc:Choice>
        <mc:Fallback xmlns=""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FD78A0A5-AE9D-A443-77B7-64DC1DBFC346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3071471" y="2303754"/>
                <a:ext cx="140040" cy="10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4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92CDF7FA-7B07-A52A-F6FA-4FD9EC6D997E}"/>
                  </a:ext>
                </a:extLst>
              </p14:cNvPr>
              <p14:cNvContentPartPr/>
              <p14:nvPr/>
            </p14:nvContentPartPr>
            <p14:xfrm>
              <a:off x="2708231" y="1785354"/>
              <a:ext cx="153720" cy="123840"/>
            </p14:xfrm>
          </p:contentPart>
        </mc:Choice>
        <mc:Fallback xmlns=""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92CDF7FA-7B07-A52A-F6FA-4FD9EC6D997E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2699591" y="1776714"/>
                <a:ext cx="171360" cy="14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6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FFF077F0-A0CD-5E43-31AE-F138EB2948F8}"/>
                  </a:ext>
                </a:extLst>
              </p14:cNvPr>
              <p14:cNvContentPartPr/>
              <p14:nvPr/>
            </p14:nvContentPartPr>
            <p14:xfrm>
              <a:off x="2955551" y="1844034"/>
              <a:ext cx="65160" cy="7200"/>
            </p14:xfrm>
          </p:contentPart>
        </mc:Choice>
        <mc:Fallback xmlns=""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FFF077F0-A0CD-5E43-31AE-F138EB2948F8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2946911" y="1835394"/>
                <a:ext cx="82800" cy="2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8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0C9AC989-2EB5-2DBA-5915-77FA9622A07D}"/>
                  </a:ext>
                </a:extLst>
              </p14:cNvPr>
              <p14:cNvContentPartPr/>
              <p14:nvPr/>
            </p14:nvContentPartPr>
            <p14:xfrm>
              <a:off x="3079031" y="1801554"/>
              <a:ext cx="38880" cy="62640"/>
            </p14:xfrm>
          </p:contentPart>
        </mc:Choice>
        <mc:Fallback xmlns=""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0C9AC989-2EB5-2DBA-5915-77FA9622A07D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3070031" y="1792554"/>
                <a:ext cx="56520" cy="8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0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BC5B40DA-BA52-A891-1077-FAF1BE594E8D}"/>
                  </a:ext>
                </a:extLst>
              </p14:cNvPr>
              <p14:cNvContentPartPr/>
              <p14:nvPr/>
            </p14:nvContentPartPr>
            <p14:xfrm>
              <a:off x="3387551" y="1910634"/>
              <a:ext cx="48240" cy="107640"/>
            </p14:xfrm>
          </p:contentPart>
        </mc:Choice>
        <mc:Fallback xmlns=""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BC5B40DA-BA52-A891-1077-FAF1BE594E8D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3378551" y="1901634"/>
                <a:ext cx="65880" cy="12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2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5E1CA5CB-A7C1-067D-76BD-89E3B696D433}"/>
                  </a:ext>
                </a:extLst>
              </p14:cNvPr>
              <p14:cNvContentPartPr/>
              <p14:nvPr/>
            </p14:nvContentPartPr>
            <p14:xfrm>
              <a:off x="3322391" y="2120514"/>
              <a:ext cx="243720" cy="9720"/>
            </p14:xfrm>
          </p:contentPart>
        </mc:Choice>
        <mc:Fallback xmlns=""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5E1CA5CB-A7C1-067D-76BD-89E3B696D433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3313751" y="2111514"/>
                <a:ext cx="261360" cy="2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4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01DB0758-7219-DBD4-8E79-98F82895D1B6}"/>
                  </a:ext>
                </a:extLst>
              </p14:cNvPr>
              <p14:cNvContentPartPr/>
              <p14:nvPr/>
            </p14:nvContentPartPr>
            <p14:xfrm>
              <a:off x="3414911" y="2266674"/>
              <a:ext cx="47520" cy="90000"/>
            </p14:xfrm>
          </p:contentPart>
        </mc:Choice>
        <mc:Fallback xmlns=""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01DB0758-7219-DBD4-8E79-98F82895D1B6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3406271" y="2258034"/>
                <a:ext cx="65160" cy="10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6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3BFCE86F-55E4-7BDA-7B77-0681AD405CB0}"/>
                  </a:ext>
                </a:extLst>
              </p14:cNvPr>
              <p14:cNvContentPartPr/>
              <p14:nvPr/>
            </p14:nvContentPartPr>
            <p14:xfrm>
              <a:off x="3316631" y="2238234"/>
              <a:ext cx="176760" cy="10080"/>
            </p14:xfrm>
          </p:contentPart>
        </mc:Choice>
        <mc:Fallback xmlns=""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3BFCE86F-55E4-7BDA-7B77-0681AD405CB0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3307631" y="2229594"/>
                <a:ext cx="194400" cy="2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8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975DDD80-4229-C54F-DE68-7C7F54E06D39}"/>
                  </a:ext>
                </a:extLst>
              </p14:cNvPr>
              <p14:cNvContentPartPr/>
              <p14:nvPr/>
            </p14:nvContentPartPr>
            <p14:xfrm>
              <a:off x="3555311" y="2339394"/>
              <a:ext cx="15840" cy="61920"/>
            </p14:xfrm>
          </p:contentPart>
        </mc:Choice>
        <mc:Fallback xmlns=""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975DDD80-4229-C54F-DE68-7C7F54E06D39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3546671" y="2330754"/>
                <a:ext cx="33480" cy="7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0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B916F647-4D19-E03C-E55E-DA2A2F560BBC}"/>
                  </a:ext>
                </a:extLst>
              </p14:cNvPr>
              <p14:cNvContentPartPr/>
              <p14:nvPr/>
            </p14:nvContentPartPr>
            <p14:xfrm>
              <a:off x="3808031" y="1995954"/>
              <a:ext cx="293760" cy="189360"/>
            </p14:xfrm>
          </p:contentPart>
        </mc:Choice>
        <mc:Fallback xmlns=""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B916F647-4D19-E03C-E55E-DA2A2F560BBC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3799391" y="1986954"/>
                <a:ext cx="311400" cy="20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2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FF41A79E-9A2E-9459-8637-FD0BC020036D}"/>
                  </a:ext>
                </a:extLst>
              </p14:cNvPr>
              <p14:cNvContentPartPr/>
              <p14:nvPr/>
            </p14:nvContentPartPr>
            <p14:xfrm>
              <a:off x="3857351" y="2286114"/>
              <a:ext cx="50760" cy="151560"/>
            </p14:xfrm>
          </p:contentPart>
        </mc:Choice>
        <mc:Fallback xmlns=""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FF41A79E-9A2E-9459-8637-FD0BC020036D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3848351" y="2277474"/>
                <a:ext cx="68400" cy="16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4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85880F22-ECF9-1C83-78CF-BA407997ED3B}"/>
                  </a:ext>
                </a:extLst>
              </p14:cNvPr>
              <p14:cNvContentPartPr/>
              <p14:nvPr/>
            </p14:nvContentPartPr>
            <p14:xfrm>
              <a:off x="3922151" y="2359554"/>
              <a:ext cx="142560" cy="78840"/>
            </p14:xfrm>
          </p:contentPart>
        </mc:Choice>
        <mc:Fallback xmlns=""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85880F22-ECF9-1C83-78CF-BA407997ED3B}"/>
                  </a:ext>
                </a:extLst>
              </p:cNvPr>
              <p:cNvPicPr/>
              <p:nvPr/>
            </p:nvPicPr>
            <p:blipFill>
              <a:blip r:embed="rId205"/>
              <a:stretch>
                <a:fillRect/>
              </a:stretch>
            </p:blipFill>
            <p:spPr>
              <a:xfrm>
                <a:off x="3913511" y="2350554"/>
                <a:ext cx="160200" cy="9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6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1B4C587B-A248-9419-EAF2-33CC0C4D8948}"/>
                  </a:ext>
                </a:extLst>
              </p14:cNvPr>
              <p14:cNvContentPartPr/>
              <p14:nvPr/>
            </p14:nvContentPartPr>
            <p14:xfrm>
              <a:off x="4297271" y="1989474"/>
              <a:ext cx="299520" cy="236520"/>
            </p14:xfrm>
          </p:contentPart>
        </mc:Choice>
        <mc:Fallback xmlns=""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1B4C587B-A248-9419-EAF2-33CC0C4D8948}"/>
                  </a:ext>
                </a:extLst>
              </p:cNvPr>
              <p:cNvPicPr/>
              <p:nvPr/>
            </p:nvPicPr>
            <p:blipFill>
              <a:blip r:embed="rId207"/>
              <a:stretch>
                <a:fillRect/>
              </a:stretch>
            </p:blipFill>
            <p:spPr>
              <a:xfrm>
                <a:off x="4288631" y="1980834"/>
                <a:ext cx="317160" cy="25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8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6E9B0D31-606A-CB24-D9AF-1C15F29A5C58}"/>
                  </a:ext>
                </a:extLst>
              </p14:cNvPr>
              <p14:cNvContentPartPr/>
              <p14:nvPr/>
            </p14:nvContentPartPr>
            <p14:xfrm>
              <a:off x="4371791" y="1996674"/>
              <a:ext cx="119160" cy="264600"/>
            </p14:xfrm>
          </p:contentPart>
        </mc:Choice>
        <mc:Fallback xmlns=""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6E9B0D31-606A-CB24-D9AF-1C15F29A5C58}"/>
                  </a:ext>
                </a:extLst>
              </p:cNvPr>
              <p:cNvPicPr/>
              <p:nvPr/>
            </p:nvPicPr>
            <p:blipFill>
              <a:blip r:embed="rId209"/>
              <a:stretch>
                <a:fillRect/>
              </a:stretch>
            </p:blipFill>
            <p:spPr>
              <a:xfrm>
                <a:off x="4362791" y="1987674"/>
                <a:ext cx="136800" cy="28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0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B50A1851-E408-7C50-85C4-59A16F46935B}"/>
                  </a:ext>
                </a:extLst>
              </p14:cNvPr>
              <p14:cNvContentPartPr/>
              <p14:nvPr/>
            </p14:nvContentPartPr>
            <p14:xfrm>
              <a:off x="4625951" y="2198634"/>
              <a:ext cx="114120" cy="73800"/>
            </p14:xfrm>
          </p:contentPart>
        </mc:Choice>
        <mc:Fallback xmlns=""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B50A1851-E408-7C50-85C4-59A16F46935B}"/>
                  </a:ext>
                </a:extLst>
              </p:cNvPr>
              <p:cNvPicPr/>
              <p:nvPr/>
            </p:nvPicPr>
            <p:blipFill>
              <a:blip r:embed="rId211"/>
              <a:stretch>
                <a:fillRect/>
              </a:stretch>
            </p:blipFill>
            <p:spPr>
              <a:xfrm>
                <a:off x="4617311" y="2189634"/>
                <a:ext cx="131760" cy="9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2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3E948481-E3AE-9AC2-D272-4BA51573B85A}"/>
                  </a:ext>
                </a:extLst>
              </p14:cNvPr>
              <p14:cNvContentPartPr/>
              <p14:nvPr/>
            </p14:nvContentPartPr>
            <p14:xfrm>
              <a:off x="4733231" y="1898034"/>
              <a:ext cx="138600" cy="324000"/>
            </p14:xfrm>
          </p:contentPart>
        </mc:Choice>
        <mc:Fallback xmlns=""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3E948481-E3AE-9AC2-D272-4BA51573B85A}"/>
                  </a:ext>
                </a:extLst>
              </p:cNvPr>
              <p:cNvPicPr/>
              <p:nvPr/>
            </p:nvPicPr>
            <p:blipFill>
              <a:blip r:embed="rId213"/>
              <a:stretch>
                <a:fillRect/>
              </a:stretch>
            </p:blipFill>
            <p:spPr>
              <a:xfrm>
                <a:off x="4724591" y="1889394"/>
                <a:ext cx="156240" cy="34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4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D2919F55-8666-F76F-AD71-C49E91CAC8D9}"/>
                  </a:ext>
                </a:extLst>
              </p14:cNvPr>
              <p14:cNvContentPartPr/>
              <p14:nvPr/>
            </p14:nvContentPartPr>
            <p14:xfrm>
              <a:off x="4896671" y="2109714"/>
              <a:ext cx="101880" cy="195120"/>
            </p14:xfrm>
          </p:contentPart>
        </mc:Choice>
        <mc:Fallback xmlns=""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D2919F55-8666-F76F-AD71-C49E91CAC8D9}"/>
                  </a:ext>
                </a:extLst>
              </p:cNvPr>
              <p:cNvPicPr/>
              <p:nvPr/>
            </p:nvPicPr>
            <p:blipFill>
              <a:blip r:embed="rId215"/>
              <a:stretch>
                <a:fillRect/>
              </a:stretch>
            </p:blipFill>
            <p:spPr>
              <a:xfrm>
                <a:off x="4888031" y="2101074"/>
                <a:ext cx="119520" cy="21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6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6516DF00-E782-A1EE-16D3-A7AE896F323F}"/>
                  </a:ext>
                </a:extLst>
              </p14:cNvPr>
              <p14:cNvContentPartPr/>
              <p14:nvPr/>
            </p14:nvContentPartPr>
            <p14:xfrm>
              <a:off x="4887671" y="1970394"/>
              <a:ext cx="8640" cy="9720"/>
            </p14:xfrm>
          </p:contentPart>
        </mc:Choice>
        <mc:Fallback xmlns=""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6516DF00-E782-A1EE-16D3-A7AE896F323F}"/>
                  </a:ext>
                </a:extLst>
              </p:cNvPr>
              <p:cNvPicPr/>
              <p:nvPr/>
            </p:nvPicPr>
            <p:blipFill>
              <a:blip r:embed="rId217"/>
              <a:stretch>
                <a:fillRect/>
              </a:stretch>
            </p:blipFill>
            <p:spPr>
              <a:xfrm>
                <a:off x="4878671" y="1961754"/>
                <a:ext cx="26280" cy="2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8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1786CB2A-9883-2E8D-448F-DD7C5094ED79}"/>
                  </a:ext>
                </a:extLst>
              </p14:cNvPr>
              <p14:cNvContentPartPr/>
              <p14:nvPr/>
            </p14:nvContentPartPr>
            <p14:xfrm>
              <a:off x="4988471" y="1878594"/>
              <a:ext cx="131040" cy="314280"/>
            </p14:xfrm>
          </p:contentPart>
        </mc:Choice>
        <mc:Fallback xmlns=""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1786CB2A-9883-2E8D-448F-DD7C5094ED79}"/>
                  </a:ext>
                </a:extLst>
              </p:cNvPr>
              <p:cNvPicPr/>
              <p:nvPr/>
            </p:nvPicPr>
            <p:blipFill>
              <a:blip r:embed="rId219"/>
              <a:stretch>
                <a:fillRect/>
              </a:stretch>
            </p:blipFill>
            <p:spPr>
              <a:xfrm>
                <a:off x="4979831" y="1869954"/>
                <a:ext cx="148680" cy="33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0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D20DCDD8-F8A0-F897-1667-E57DB2634A6A}"/>
                  </a:ext>
                </a:extLst>
              </p14:cNvPr>
              <p14:cNvContentPartPr/>
              <p14:nvPr/>
            </p14:nvContentPartPr>
            <p14:xfrm>
              <a:off x="5228231" y="1847994"/>
              <a:ext cx="199440" cy="66240"/>
            </p14:xfrm>
          </p:contentPart>
        </mc:Choice>
        <mc:Fallback xmlns=""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D20DCDD8-F8A0-F897-1667-E57DB2634A6A}"/>
                  </a:ext>
                </a:extLst>
              </p:cNvPr>
              <p:cNvPicPr/>
              <p:nvPr/>
            </p:nvPicPr>
            <p:blipFill>
              <a:blip r:embed="rId221"/>
              <a:stretch>
                <a:fillRect/>
              </a:stretch>
            </p:blipFill>
            <p:spPr>
              <a:xfrm>
                <a:off x="5219231" y="1839354"/>
                <a:ext cx="217080" cy="8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2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C35D2C3E-6E35-4494-D94B-7DF9DA552553}"/>
                  </a:ext>
                </a:extLst>
              </p14:cNvPr>
              <p14:cNvContentPartPr/>
              <p14:nvPr/>
            </p14:nvContentPartPr>
            <p14:xfrm>
              <a:off x="5477711" y="1892274"/>
              <a:ext cx="140400" cy="68760"/>
            </p14:xfrm>
          </p:contentPart>
        </mc:Choice>
        <mc:Fallback xmlns=""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C35D2C3E-6E35-4494-D94B-7DF9DA552553}"/>
                  </a:ext>
                </a:extLst>
              </p:cNvPr>
              <p:cNvPicPr/>
              <p:nvPr/>
            </p:nvPicPr>
            <p:blipFill>
              <a:blip r:embed="rId223"/>
              <a:stretch>
                <a:fillRect/>
              </a:stretch>
            </p:blipFill>
            <p:spPr>
              <a:xfrm>
                <a:off x="5468711" y="1883274"/>
                <a:ext cx="158040" cy="8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4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44165FFB-AF24-7D7E-BBEC-8E6A4AB01087}"/>
                  </a:ext>
                </a:extLst>
              </p14:cNvPr>
              <p14:cNvContentPartPr/>
              <p14:nvPr/>
            </p14:nvContentPartPr>
            <p14:xfrm>
              <a:off x="5192591" y="2032674"/>
              <a:ext cx="441360" cy="21240"/>
            </p14:xfrm>
          </p:contentPart>
        </mc:Choice>
        <mc:Fallback xmlns=""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44165FFB-AF24-7D7E-BBEC-8E6A4AB01087}"/>
                  </a:ext>
                </a:extLst>
              </p:cNvPr>
              <p:cNvPicPr/>
              <p:nvPr/>
            </p:nvPicPr>
            <p:blipFill>
              <a:blip r:embed="rId225"/>
              <a:stretch>
                <a:fillRect/>
              </a:stretch>
            </p:blipFill>
            <p:spPr>
              <a:xfrm>
                <a:off x="5183591" y="2023674"/>
                <a:ext cx="459000" cy="3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6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FB777F7A-9725-F1E1-E5C2-D0F617521AFC}"/>
                  </a:ext>
                </a:extLst>
              </p14:cNvPr>
              <p14:cNvContentPartPr/>
              <p14:nvPr/>
            </p14:nvContentPartPr>
            <p14:xfrm>
              <a:off x="5254151" y="2173794"/>
              <a:ext cx="178920" cy="149040"/>
            </p14:xfrm>
          </p:contentPart>
        </mc:Choice>
        <mc:Fallback xmlns=""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FB777F7A-9725-F1E1-E5C2-D0F617521AFC}"/>
                  </a:ext>
                </a:extLst>
              </p:cNvPr>
              <p:cNvPicPr/>
              <p:nvPr/>
            </p:nvPicPr>
            <p:blipFill>
              <a:blip r:embed="rId227"/>
              <a:stretch>
                <a:fillRect/>
              </a:stretch>
            </p:blipFill>
            <p:spPr>
              <a:xfrm>
                <a:off x="5245511" y="2164794"/>
                <a:ext cx="196560" cy="16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8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19511F05-D79D-A643-2BA5-5BC4F6367BAF}"/>
                  </a:ext>
                </a:extLst>
              </p14:cNvPr>
              <p14:cNvContentPartPr/>
              <p14:nvPr/>
            </p14:nvContentPartPr>
            <p14:xfrm>
              <a:off x="5539991" y="2209434"/>
              <a:ext cx="48600" cy="91440"/>
            </p14:xfrm>
          </p:contentPart>
        </mc:Choice>
        <mc:Fallback xmlns=""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19511F05-D79D-A643-2BA5-5BC4F6367BAF}"/>
                  </a:ext>
                </a:extLst>
              </p:cNvPr>
              <p:cNvPicPr/>
              <p:nvPr/>
            </p:nvPicPr>
            <p:blipFill>
              <a:blip r:embed="rId229"/>
              <a:stretch>
                <a:fillRect/>
              </a:stretch>
            </p:blipFill>
            <p:spPr>
              <a:xfrm>
                <a:off x="5531351" y="2200794"/>
                <a:ext cx="66240" cy="10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0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FC584A75-8EC0-3049-9053-46BBCE2CE72E}"/>
                  </a:ext>
                </a:extLst>
              </p14:cNvPr>
              <p14:cNvContentPartPr/>
              <p14:nvPr/>
            </p14:nvContentPartPr>
            <p14:xfrm>
              <a:off x="5465831" y="2164434"/>
              <a:ext cx="162720" cy="25200"/>
            </p14:xfrm>
          </p:contentPart>
        </mc:Choice>
        <mc:Fallback xmlns=""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FC584A75-8EC0-3049-9053-46BBCE2CE72E}"/>
                  </a:ext>
                </a:extLst>
              </p:cNvPr>
              <p:cNvPicPr/>
              <p:nvPr/>
            </p:nvPicPr>
            <p:blipFill>
              <a:blip r:embed="rId231"/>
              <a:stretch>
                <a:fillRect/>
              </a:stretch>
            </p:blipFill>
            <p:spPr>
              <a:xfrm>
                <a:off x="5457191" y="2155794"/>
                <a:ext cx="180360" cy="4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2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83268FC3-845A-54F3-03E1-7AA6150F1FDE}"/>
                  </a:ext>
                </a:extLst>
              </p14:cNvPr>
              <p14:cNvContentPartPr/>
              <p14:nvPr/>
            </p14:nvContentPartPr>
            <p14:xfrm>
              <a:off x="5690831" y="2318514"/>
              <a:ext cx="20520" cy="62640"/>
            </p14:xfrm>
          </p:contentPart>
        </mc:Choice>
        <mc:Fallback xmlns=""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83268FC3-845A-54F3-03E1-7AA6150F1FDE}"/>
                  </a:ext>
                </a:extLst>
              </p:cNvPr>
              <p:cNvPicPr/>
              <p:nvPr/>
            </p:nvPicPr>
            <p:blipFill>
              <a:blip r:embed="rId233"/>
              <a:stretch>
                <a:fillRect/>
              </a:stretch>
            </p:blipFill>
            <p:spPr>
              <a:xfrm>
                <a:off x="5681831" y="2309874"/>
                <a:ext cx="38160" cy="8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4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F0A6F65C-F457-D50B-0119-8DA601814601}"/>
                  </a:ext>
                </a:extLst>
              </p14:cNvPr>
              <p14:cNvContentPartPr/>
              <p14:nvPr/>
            </p14:nvContentPartPr>
            <p14:xfrm>
              <a:off x="5897831" y="2069754"/>
              <a:ext cx="104760" cy="9360"/>
            </p14:xfrm>
          </p:contentPart>
        </mc:Choice>
        <mc:Fallback xmlns=""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F0A6F65C-F457-D50B-0119-8DA601814601}"/>
                  </a:ext>
                </a:extLst>
              </p:cNvPr>
              <p:cNvPicPr/>
              <p:nvPr/>
            </p:nvPicPr>
            <p:blipFill>
              <a:blip r:embed="rId235"/>
              <a:stretch>
                <a:fillRect/>
              </a:stretch>
            </p:blipFill>
            <p:spPr>
              <a:xfrm>
                <a:off x="5889191" y="2060754"/>
                <a:ext cx="122400" cy="2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6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7B89454A-FB9C-857A-BCE8-D230399C73EE}"/>
                  </a:ext>
                </a:extLst>
              </p14:cNvPr>
              <p14:cNvContentPartPr/>
              <p14:nvPr/>
            </p14:nvContentPartPr>
            <p14:xfrm>
              <a:off x="6121751" y="1886154"/>
              <a:ext cx="187200" cy="127440"/>
            </p14:xfrm>
          </p:contentPart>
        </mc:Choice>
        <mc:Fallback xmlns=""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7B89454A-FB9C-857A-BCE8-D230399C73EE}"/>
                  </a:ext>
                </a:extLst>
              </p:cNvPr>
              <p:cNvPicPr/>
              <p:nvPr/>
            </p:nvPicPr>
            <p:blipFill>
              <a:blip r:embed="rId237"/>
              <a:stretch>
                <a:fillRect/>
              </a:stretch>
            </p:blipFill>
            <p:spPr>
              <a:xfrm>
                <a:off x="6113111" y="1877154"/>
                <a:ext cx="204840" cy="14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8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E8A17EDD-D395-368D-364A-38AE0BCB1755}"/>
                  </a:ext>
                </a:extLst>
              </p14:cNvPr>
              <p14:cNvContentPartPr/>
              <p14:nvPr/>
            </p14:nvContentPartPr>
            <p14:xfrm>
              <a:off x="6385631" y="1954914"/>
              <a:ext cx="37080" cy="74520"/>
            </p14:xfrm>
          </p:contentPart>
        </mc:Choice>
        <mc:Fallback xmlns=""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E8A17EDD-D395-368D-364A-38AE0BCB1755}"/>
                  </a:ext>
                </a:extLst>
              </p:cNvPr>
              <p:cNvPicPr/>
              <p:nvPr/>
            </p:nvPicPr>
            <p:blipFill>
              <a:blip r:embed="rId239"/>
              <a:stretch>
                <a:fillRect/>
              </a:stretch>
            </p:blipFill>
            <p:spPr>
              <a:xfrm>
                <a:off x="6376991" y="1946274"/>
                <a:ext cx="54720" cy="9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0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7CFE5BE9-5F12-2397-F382-A563C0A932DC}"/>
                  </a:ext>
                </a:extLst>
              </p14:cNvPr>
              <p14:cNvContentPartPr/>
              <p14:nvPr/>
            </p14:nvContentPartPr>
            <p14:xfrm>
              <a:off x="6433511" y="1939434"/>
              <a:ext cx="78480" cy="84600"/>
            </p14:xfrm>
          </p:contentPart>
        </mc:Choice>
        <mc:Fallback xmlns=""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7CFE5BE9-5F12-2397-F382-A563C0A932DC}"/>
                  </a:ext>
                </a:extLst>
              </p:cNvPr>
              <p:cNvPicPr/>
              <p:nvPr/>
            </p:nvPicPr>
            <p:blipFill>
              <a:blip r:embed="rId241"/>
              <a:stretch>
                <a:fillRect/>
              </a:stretch>
            </p:blipFill>
            <p:spPr>
              <a:xfrm>
                <a:off x="6424871" y="1930434"/>
                <a:ext cx="96120" cy="10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2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F538260D-9DBB-D6C0-5D8C-DCD6967A37A4}"/>
                  </a:ext>
                </a:extLst>
              </p14:cNvPr>
              <p14:cNvContentPartPr/>
              <p14:nvPr/>
            </p14:nvContentPartPr>
            <p14:xfrm>
              <a:off x="6340631" y="1898754"/>
              <a:ext cx="145080" cy="14760"/>
            </p14:xfrm>
          </p:contentPart>
        </mc:Choice>
        <mc:Fallback xmlns=""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F538260D-9DBB-D6C0-5D8C-DCD6967A37A4}"/>
                  </a:ext>
                </a:extLst>
              </p:cNvPr>
              <p:cNvPicPr/>
              <p:nvPr/>
            </p:nvPicPr>
            <p:blipFill>
              <a:blip r:embed="rId243"/>
              <a:stretch>
                <a:fillRect/>
              </a:stretch>
            </p:blipFill>
            <p:spPr>
              <a:xfrm>
                <a:off x="6331991" y="1890114"/>
                <a:ext cx="162720" cy="3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4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8690A598-6A52-7792-FECF-BD283D496D23}"/>
                  </a:ext>
                </a:extLst>
              </p14:cNvPr>
              <p14:cNvContentPartPr/>
              <p14:nvPr/>
            </p14:nvContentPartPr>
            <p14:xfrm>
              <a:off x="6599831" y="1944474"/>
              <a:ext cx="57240" cy="59760"/>
            </p14:xfrm>
          </p:contentPart>
        </mc:Choice>
        <mc:Fallback xmlns=""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8690A598-6A52-7792-FECF-BD283D496D23}"/>
                  </a:ext>
                </a:extLst>
              </p:cNvPr>
              <p:cNvPicPr/>
              <p:nvPr/>
            </p:nvPicPr>
            <p:blipFill>
              <a:blip r:embed="rId245"/>
              <a:stretch>
                <a:fillRect/>
              </a:stretch>
            </p:blipFill>
            <p:spPr>
              <a:xfrm>
                <a:off x="6591191" y="1935834"/>
                <a:ext cx="74880" cy="7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6">
            <p14:nvContentPartPr>
              <p14:cNvPr id="125" name="Ink 124">
                <a:extLst>
                  <a:ext uri="{FF2B5EF4-FFF2-40B4-BE49-F238E27FC236}">
                    <a16:creationId xmlns:a16="http://schemas.microsoft.com/office/drawing/2014/main" id="{FF561AAD-93B9-7A61-21E2-31652AE5302F}"/>
                  </a:ext>
                </a:extLst>
              </p14:cNvPr>
              <p14:cNvContentPartPr/>
              <p14:nvPr/>
            </p14:nvContentPartPr>
            <p14:xfrm>
              <a:off x="6587591" y="1856274"/>
              <a:ext cx="12600" cy="6480"/>
            </p14:xfrm>
          </p:contentPart>
        </mc:Choice>
        <mc:Fallback xmlns="">
          <p:pic>
            <p:nvPicPr>
              <p:cNvPr id="125" name="Ink 124">
                <a:extLst>
                  <a:ext uri="{FF2B5EF4-FFF2-40B4-BE49-F238E27FC236}">
                    <a16:creationId xmlns:a16="http://schemas.microsoft.com/office/drawing/2014/main" id="{FF561AAD-93B9-7A61-21E2-31652AE5302F}"/>
                  </a:ext>
                </a:extLst>
              </p:cNvPr>
              <p:cNvPicPr/>
              <p:nvPr/>
            </p:nvPicPr>
            <p:blipFill>
              <a:blip r:embed="rId247"/>
              <a:stretch>
                <a:fillRect/>
              </a:stretch>
            </p:blipFill>
            <p:spPr>
              <a:xfrm>
                <a:off x="6578951" y="1847274"/>
                <a:ext cx="30240" cy="2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8">
            <p14:nvContentPartPr>
              <p14:cNvPr id="126" name="Ink 125">
                <a:extLst>
                  <a:ext uri="{FF2B5EF4-FFF2-40B4-BE49-F238E27FC236}">
                    <a16:creationId xmlns:a16="http://schemas.microsoft.com/office/drawing/2014/main" id="{E2E38EA8-AF2D-FCB5-7C8E-85D5BBFA92B8}"/>
                  </a:ext>
                </a:extLst>
              </p14:cNvPr>
              <p14:cNvContentPartPr/>
              <p14:nvPr/>
            </p14:nvContentPartPr>
            <p14:xfrm>
              <a:off x="6174671" y="2115834"/>
              <a:ext cx="511920" cy="11520"/>
            </p14:xfrm>
          </p:contentPart>
        </mc:Choice>
        <mc:Fallback xmlns="">
          <p:pic>
            <p:nvPicPr>
              <p:cNvPr id="126" name="Ink 125">
                <a:extLst>
                  <a:ext uri="{FF2B5EF4-FFF2-40B4-BE49-F238E27FC236}">
                    <a16:creationId xmlns:a16="http://schemas.microsoft.com/office/drawing/2014/main" id="{E2E38EA8-AF2D-FCB5-7C8E-85D5BBFA92B8}"/>
                  </a:ext>
                </a:extLst>
              </p:cNvPr>
              <p:cNvPicPr/>
              <p:nvPr/>
            </p:nvPicPr>
            <p:blipFill>
              <a:blip r:embed="rId249"/>
              <a:stretch>
                <a:fillRect/>
              </a:stretch>
            </p:blipFill>
            <p:spPr>
              <a:xfrm>
                <a:off x="6165671" y="2107194"/>
                <a:ext cx="529560" cy="2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0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3C759C1A-F3B9-C40F-D000-2A7274E08720}"/>
                  </a:ext>
                </a:extLst>
              </p14:cNvPr>
              <p14:cNvContentPartPr/>
              <p14:nvPr/>
            </p14:nvContentPartPr>
            <p14:xfrm>
              <a:off x="6222191" y="2241834"/>
              <a:ext cx="166680" cy="127800"/>
            </p14:xfrm>
          </p:contentPart>
        </mc:Choice>
        <mc:Fallback xmlns=""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3C759C1A-F3B9-C40F-D000-2A7274E08720}"/>
                  </a:ext>
                </a:extLst>
              </p:cNvPr>
              <p:cNvPicPr/>
              <p:nvPr/>
            </p:nvPicPr>
            <p:blipFill>
              <a:blip r:embed="rId251"/>
              <a:stretch>
                <a:fillRect/>
              </a:stretch>
            </p:blipFill>
            <p:spPr>
              <a:xfrm>
                <a:off x="6213191" y="2233194"/>
                <a:ext cx="184320" cy="14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2">
            <p14:nvContentPartPr>
              <p14:cNvPr id="128" name="Ink 127">
                <a:extLst>
                  <a:ext uri="{FF2B5EF4-FFF2-40B4-BE49-F238E27FC236}">
                    <a16:creationId xmlns:a16="http://schemas.microsoft.com/office/drawing/2014/main" id="{701814F1-6855-9F36-7FD8-902D94D1B80E}"/>
                  </a:ext>
                </a:extLst>
              </p14:cNvPr>
              <p14:cNvContentPartPr/>
              <p14:nvPr/>
            </p14:nvContentPartPr>
            <p14:xfrm>
              <a:off x="6480311" y="2282154"/>
              <a:ext cx="39240" cy="68400"/>
            </p14:xfrm>
          </p:contentPart>
        </mc:Choice>
        <mc:Fallback xmlns="">
          <p:pic>
            <p:nvPicPr>
              <p:cNvPr id="128" name="Ink 127">
                <a:extLst>
                  <a:ext uri="{FF2B5EF4-FFF2-40B4-BE49-F238E27FC236}">
                    <a16:creationId xmlns:a16="http://schemas.microsoft.com/office/drawing/2014/main" id="{701814F1-6855-9F36-7FD8-902D94D1B80E}"/>
                  </a:ext>
                </a:extLst>
              </p:cNvPr>
              <p:cNvPicPr/>
              <p:nvPr/>
            </p:nvPicPr>
            <p:blipFill>
              <a:blip r:embed="rId253"/>
              <a:stretch>
                <a:fillRect/>
              </a:stretch>
            </p:blipFill>
            <p:spPr>
              <a:xfrm>
                <a:off x="6471671" y="2273514"/>
                <a:ext cx="56880" cy="8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4">
            <p14:nvContentPartPr>
              <p14:cNvPr id="129" name="Ink 128">
                <a:extLst>
                  <a:ext uri="{FF2B5EF4-FFF2-40B4-BE49-F238E27FC236}">
                    <a16:creationId xmlns:a16="http://schemas.microsoft.com/office/drawing/2014/main" id="{B440FE92-ABA5-C44F-D8ED-1FB120D2CEF3}"/>
                  </a:ext>
                </a:extLst>
              </p14:cNvPr>
              <p14:cNvContentPartPr/>
              <p14:nvPr/>
            </p14:nvContentPartPr>
            <p14:xfrm>
              <a:off x="6366191" y="2203674"/>
              <a:ext cx="177120" cy="27000"/>
            </p14:xfrm>
          </p:contentPart>
        </mc:Choice>
        <mc:Fallback xmlns="">
          <p:pic>
            <p:nvPicPr>
              <p:cNvPr id="129" name="Ink 128">
                <a:extLst>
                  <a:ext uri="{FF2B5EF4-FFF2-40B4-BE49-F238E27FC236}">
                    <a16:creationId xmlns:a16="http://schemas.microsoft.com/office/drawing/2014/main" id="{B440FE92-ABA5-C44F-D8ED-1FB120D2CEF3}"/>
                  </a:ext>
                </a:extLst>
              </p:cNvPr>
              <p:cNvPicPr/>
              <p:nvPr/>
            </p:nvPicPr>
            <p:blipFill>
              <a:blip r:embed="rId255"/>
              <a:stretch>
                <a:fillRect/>
              </a:stretch>
            </p:blipFill>
            <p:spPr>
              <a:xfrm>
                <a:off x="6357191" y="2194674"/>
                <a:ext cx="194760" cy="4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6">
            <p14:nvContentPartPr>
              <p14:cNvPr id="130" name="Ink 129">
                <a:extLst>
                  <a:ext uri="{FF2B5EF4-FFF2-40B4-BE49-F238E27FC236}">
                    <a16:creationId xmlns:a16="http://schemas.microsoft.com/office/drawing/2014/main" id="{7F773A6D-031C-A1BD-BB7A-5661FC33FF1A}"/>
                  </a:ext>
                </a:extLst>
              </p14:cNvPr>
              <p14:cNvContentPartPr/>
              <p14:nvPr/>
            </p14:nvContentPartPr>
            <p14:xfrm>
              <a:off x="6610271" y="2349834"/>
              <a:ext cx="27720" cy="50760"/>
            </p14:xfrm>
          </p:contentPart>
        </mc:Choice>
        <mc:Fallback xmlns="">
          <p:pic>
            <p:nvPicPr>
              <p:cNvPr id="130" name="Ink 129">
                <a:extLst>
                  <a:ext uri="{FF2B5EF4-FFF2-40B4-BE49-F238E27FC236}">
                    <a16:creationId xmlns:a16="http://schemas.microsoft.com/office/drawing/2014/main" id="{7F773A6D-031C-A1BD-BB7A-5661FC33FF1A}"/>
                  </a:ext>
                </a:extLst>
              </p:cNvPr>
              <p:cNvPicPr/>
              <p:nvPr/>
            </p:nvPicPr>
            <p:blipFill>
              <a:blip r:embed="rId257"/>
              <a:stretch>
                <a:fillRect/>
              </a:stretch>
            </p:blipFill>
            <p:spPr>
              <a:xfrm>
                <a:off x="6601271" y="2340834"/>
                <a:ext cx="45360" cy="6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8">
            <p14:nvContentPartPr>
              <p14:cNvPr id="131" name="Ink 130">
                <a:extLst>
                  <a:ext uri="{FF2B5EF4-FFF2-40B4-BE49-F238E27FC236}">
                    <a16:creationId xmlns:a16="http://schemas.microsoft.com/office/drawing/2014/main" id="{6A7C55B0-BC87-5BA3-4324-0F26FBBDBC57}"/>
                  </a:ext>
                </a:extLst>
              </p14:cNvPr>
              <p14:cNvContentPartPr/>
              <p14:nvPr/>
            </p14:nvContentPartPr>
            <p14:xfrm>
              <a:off x="6859391" y="2091714"/>
              <a:ext cx="83520" cy="18720"/>
            </p14:xfrm>
          </p:contentPart>
        </mc:Choice>
        <mc:Fallback xmlns="">
          <p:pic>
            <p:nvPicPr>
              <p:cNvPr id="131" name="Ink 130">
                <a:extLst>
                  <a:ext uri="{FF2B5EF4-FFF2-40B4-BE49-F238E27FC236}">
                    <a16:creationId xmlns:a16="http://schemas.microsoft.com/office/drawing/2014/main" id="{6A7C55B0-BC87-5BA3-4324-0F26FBBDBC57}"/>
                  </a:ext>
                </a:extLst>
              </p:cNvPr>
              <p:cNvPicPr/>
              <p:nvPr/>
            </p:nvPicPr>
            <p:blipFill>
              <a:blip r:embed="rId259"/>
              <a:stretch>
                <a:fillRect/>
              </a:stretch>
            </p:blipFill>
            <p:spPr>
              <a:xfrm>
                <a:off x="6850751" y="2083074"/>
                <a:ext cx="101160" cy="3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0">
            <p14:nvContentPartPr>
              <p14:cNvPr id="132" name="Ink 131">
                <a:extLst>
                  <a:ext uri="{FF2B5EF4-FFF2-40B4-BE49-F238E27FC236}">
                    <a16:creationId xmlns:a16="http://schemas.microsoft.com/office/drawing/2014/main" id="{23000018-CE60-8D9B-A00B-A42BA4C3FB25}"/>
                  </a:ext>
                </a:extLst>
              </p14:cNvPr>
              <p14:cNvContentPartPr/>
              <p14:nvPr/>
            </p14:nvContentPartPr>
            <p14:xfrm>
              <a:off x="7044431" y="1876074"/>
              <a:ext cx="139320" cy="116640"/>
            </p14:xfrm>
          </p:contentPart>
        </mc:Choice>
        <mc:Fallback xmlns="">
          <p:pic>
            <p:nvPicPr>
              <p:cNvPr id="132" name="Ink 131">
                <a:extLst>
                  <a:ext uri="{FF2B5EF4-FFF2-40B4-BE49-F238E27FC236}">
                    <a16:creationId xmlns:a16="http://schemas.microsoft.com/office/drawing/2014/main" id="{23000018-CE60-8D9B-A00B-A42BA4C3FB25}"/>
                  </a:ext>
                </a:extLst>
              </p:cNvPr>
              <p:cNvPicPr/>
              <p:nvPr/>
            </p:nvPicPr>
            <p:blipFill>
              <a:blip r:embed="rId261"/>
              <a:stretch>
                <a:fillRect/>
              </a:stretch>
            </p:blipFill>
            <p:spPr>
              <a:xfrm>
                <a:off x="7035431" y="1867434"/>
                <a:ext cx="156960" cy="13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2">
            <p14:nvContentPartPr>
              <p14:cNvPr id="133" name="Ink 132">
                <a:extLst>
                  <a:ext uri="{FF2B5EF4-FFF2-40B4-BE49-F238E27FC236}">
                    <a16:creationId xmlns:a16="http://schemas.microsoft.com/office/drawing/2014/main" id="{89A2F041-36C7-34BB-5DAF-8C7F47829EBE}"/>
                  </a:ext>
                </a:extLst>
              </p14:cNvPr>
              <p14:cNvContentPartPr/>
              <p14:nvPr/>
            </p14:nvContentPartPr>
            <p14:xfrm>
              <a:off x="7241711" y="1928994"/>
              <a:ext cx="48960" cy="71280"/>
            </p14:xfrm>
          </p:contentPart>
        </mc:Choice>
        <mc:Fallback xmlns="">
          <p:pic>
            <p:nvPicPr>
              <p:cNvPr id="133" name="Ink 132">
                <a:extLst>
                  <a:ext uri="{FF2B5EF4-FFF2-40B4-BE49-F238E27FC236}">
                    <a16:creationId xmlns:a16="http://schemas.microsoft.com/office/drawing/2014/main" id="{89A2F041-36C7-34BB-5DAF-8C7F47829EBE}"/>
                  </a:ext>
                </a:extLst>
              </p:cNvPr>
              <p:cNvPicPr/>
              <p:nvPr/>
            </p:nvPicPr>
            <p:blipFill>
              <a:blip r:embed="rId263"/>
              <a:stretch>
                <a:fillRect/>
              </a:stretch>
            </p:blipFill>
            <p:spPr>
              <a:xfrm>
                <a:off x="7233071" y="1919994"/>
                <a:ext cx="66600" cy="8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4">
            <p14:nvContentPartPr>
              <p14:cNvPr id="134" name="Ink 133">
                <a:extLst>
                  <a:ext uri="{FF2B5EF4-FFF2-40B4-BE49-F238E27FC236}">
                    <a16:creationId xmlns:a16="http://schemas.microsoft.com/office/drawing/2014/main" id="{8E725170-9AAE-1E0A-8E07-8B6A7703E320}"/>
                  </a:ext>
                </a:extLst>
              </p14:cNvPr>
              <p14:cNvContentPartPr/>
              <p14:nvPr/>
            </p14:nvContentPartPr>
            <p14:xfrm>
              <a:off x="7296071" y="1923954"/>
              <a:ext cx="57600" cy="67680"/>
            </p14:xfrm>
          </p:contentPart>
        </mc:Choice>
        <mc:Fallback xmlns="">
          <p:pic>
            <p:nvPicPr>
              <p:cNvPr id="134" name="Ink 133">
                <a:extLst>
                  <a:ext uri="{FF2B5EF4-FFF2-40B4-BE49-F238E27FC236}">
                    <a16:creationId xmlns:a16="http://schemas.microsoft.com/office/drawing/2014/main" id="{8E725170-9AAE-1E0A-8E07-8B6A7703E320}"/>
                  </a:ext>
                </a:extLst>
              </p:cNvPr>
              <p:cNvPicPr/>
              <p:nvPr/>
            </p:nvPicPr>
            <p:blipFill>
              <a:blip r:embed="rId265"/>
              <a:stretch>
                <a:fillRect/>
              </a:stretch>
            </p:blipFill>
            <p:spPr>
              <a:xfrm>
                <a:off x="7287071" y="1914954"/>
                <a:ext cx="75240" cy="8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6">
            <p14:nvContentPartPr>
              <p14:cNvPr id="135" name="Ink 134">
                <a:extLst>
                  <a:ext uri="{FF2B5EF4-FFF2-40B4-BE49-F238E27FC236}">
                    <a16:creationId xmlns:a16="http://schemas.microsoft.com/office/drawing/2014/main" id="{0FACDFF6-BB21-9854-AF7E-8E1F883C48A8}"/>
                  </a:ext>
                </a:extLst>
              </p14:cNvPr>
              <p14:cNvContentPartPr/>
              <p14:nvPr/>
            </p14:nvContentPartPr>
            <p14:xfrm>
              <a:off x="7192391" y="1860954"/>
              <a:ext cx="129960" cy="21600"/>
            </p14:xfrm>
          </p:contentPart>
        </mc:Choice>
        <mc:Fallback xmlns="">
          <p:pic>
            <p:nvPicPr>
              <p:cNvPr id="135" name="Ink 134">
                <a:extLst>
                  <a:ext uri="{FF2B5EF4-FFF2-40B4-BE49-F238E27FC236}">
                    <a16:creationId xmlns:a16="http://schemas.microsoft.com/office/drawing/2014/main" id="{0FACDFF6-BB21-9854-AF7E-8E1F883C48A8}"/>
                  </a:ext>
                </a:extLst>
              </p:cNvPr>
              <p:cNvPicPr/>
              <p:nvPr/>
            </p:nvPicPr>
            <p:blipFill>
              <a:blip r:embed="rId267"/>
              <a:stretch>
                <a:fillRect/>
              </a:stretch>
            </p:blipFill>
            <p:spPr>
              <a:xfrm>
                <a:off x="7183751" y="1852314"/>
                <a:ext cx="14760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8">
            <p14:nvContentPartPr>
              <p14:cNvPr id="136" name="Ink 135">
                <a:extLst>
                  <a:ext uri="{FF2B5EF4-FFF2-40B4-BE49-F238E27FC236}">
                    <a16:creationId xmlns:a16="http://schemas.microsoft.com/office/drawing/2014/main" id="{F511E2A6-AE2F-6882-065B-1E2B6B871478}"/>
                  </a:ext>
                </a:extLst>
              </p14:cNvPr>
              <p14:cNvContentPartPr/>
              <p14:nvPr/>
            </p14:nvContentPartPr>
            <p14:xfrm>
              <a:off x="7410191" y="1840794"/>
              <a:ext cx="68040" cy="149760"/>
            </p14:xfrm>
          </p:contentPart>
        </mc:Choice>
        <mc:Fallback xmlns="">
          <p:pic>
            <p:nvPicPr>
              <p:cNvPr id="136" name="Ink 135">
                <a:extLst>
                  <a:ext uri="{FF2B5EF4-FFF2-40B4-BE49-F238E27FC236}">
                    <a16:creationId xmlns:a16="http://schemas.microsoft.com/office/drawing/2014/main" id="{F511E2A6-AE2F-6882-065B-1E2B6B871478}"/>
                  </a:ext>
                </a:extLst>
              </p:cNvPr>
              <p:cNvPicPr/>
              <p:nvPr/>
            </p:nvPicPr>
            <p:blipFill>
              <a:blip r:embed="rId269"/>
              <a:stretch>
                <a:fillRect/>
              </a:stretch>
            </p:blipFill>
            <p:spPr>
              <a:xfrm>
                <a:off x="7401551" y="1831794"/>
                <a:ext cx="85680" cy="16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0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9A61C538-0FF1-AD15-7BF9-E36345494704}"/>
                  </a:ext>
                </a:extLst>
              </p14:cNvPr>
              <p14:cNvContentPartPr/>
              <p14:nvPr/>
            </p14:nvContentPartPr>
            <p14:xfrm>
              <a:off x="7471031" y="1905234"/>
              <a:ext cx="114120" cy="61560"/>
            </p14:xfrm>
          </p:contentPart>
        </mc:Choice>
        <mc:Fallback xmlns=""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9A61C538-0FF1-AD15-7BF9-E36345494704}"/>
                  </a:ext>
                </a:extLst>
              </p:cNvPr>
              <p:cNvPicPr/>
              <p:nvPr/>
            </p:nvPicPr>
            <p:blipFill>
              <a:blip r:embed="rId271"/>
              <a:stretch>
                <a:fillRect/>
              </a:stretch>
            </p:blipFill>
            <p:spPr>
              <a:xfrm>
                <a:off x="7462031" y="1896594"/>
                <a:ext cx="131760" cy="7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2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5951B1E4-C3AB-35F5-6C47-C3466A1FA0B6}"/>
                  </a:ext>
                </a:extLst>
              </p14:cNvPr>
              <p14:cNvContentPartPr/>
              <p14:nvPr/>
            </p14:nvContentPartPr>
            <p14:xfrm>
              <a:off x="7636631" y="1839714"/>
              <a:ext cx="235080" cy="165600"/>
            </p14:xfrm>
          </p:contentPart>
        </mc:Choice>
        <mc:Fallback xmlns=""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5951B1E4-C3AB-35F5-6C47-C3466A1FA0B6}"/>
                  </a:ext>
                </a:extLst>
              </p:cNvPr>
              <p:cNvPicPr/>
              <p:nvPr/>
            </p:nvPicPr>
            <p:blipFill>
              <a:blip r:embed="rId273"/>
              <a:stretch>
                <a:fillRect/>
              </a:stretch>
            </p:blipFill>
            <p:spPr>
              <a:xfrm>
                <a:off x="7627991" y="1831074"/>
                <a:ext cx="252720" cy="18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4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7DE4462F-76A3-7B95-587A-F729B0CD2C6D}"/>
                  </a:ext>
                </a:extLst>
              </p14:cNvPr>
              <p14:cNvContentPartPr/>
              <p14:nvPr/>
            </p14:nvContentPartPr>
            <p14:xfrm>
              <a:off x="7115711" y="2084514"/>
              <a:ext cx="791280" cy="25560"/>
            </p14:xfrm>
          </p:contentPart>
        </mc:Choice>
        <mc:Fallback xmlns=""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7DE4462F-76A3-7B95-587A-F729B0CD2C6D}"/>
                  </a:ext>
                </a:extLst>
              </p:cNvPr>
              <p:cNvPicPr/>
              <p:nvPr/>
            </p:nvPicPr>
            <p:blipFill>
              <a:blip r:embed="rId275"/>
              <a:stretch>
                <a:fillRect/>
              </a:stretch>
            </p:blipFill>
            <p:spPr>
              <a:xfrm>
                <a:off x="7107071" y="2075874"/>
                <a:ext cx="808920" cy="4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6">
            <p14:nvContentPartPr>
              <p14:cNvPr id="140" name="Ink 139">
                <a:extLst>
                  <a:ext uri="{FF2B5EF4-FFF2-40B4-BE49-F238E27FC236}">
                    <a16:creationId xmlns:a16="http://schemas.microsoft.com/office/drawing/2014/main" id="{53B9DBF7-A998-C524-F279-362299078281}"/>
                  </a:ext>
                </a:extLst>
              </p14:cNvPr>
              <p14:cNvContentPartPr/>
              <p14:nvPr/>
            </p14:nvContentPartPr>
            <p14:xfrm>
              <a:off x="7268711" y="2200794"/>
              <a:ext cx="207720" cy="140760"/>
            </p14:xfrm>
          </p:contentPart>
        </mc:Choice>
        <mc:Fallback xmlns="">
          <p:pic>
            <p:nvPicPr>
              <p:cNvPr id="140" name="Ink 139">
                <a:extLst>
                  <a:ext uri="{FF2B5EF4-FFF2-40B4-BE49-F238E27FC236}">
                    <a16:creationId xmlns:a16="http://schemas.microsoft.com/office/drawing/2014/main" id="{53B9DBF7-A998-C524-F279-362299078281}"/>
                  </a:ext>
                </a:extLst>
              </p:cNvPr>
              <p:cNvPicPr/>
              <p:nvPr/>
            </p:nvPicPr>
            <p:blipFill>
              <a:blip r:embed="rId277"/>
              <a:stretch>
                <a:fillRect/>
              </a:stretch>
            </p:blipFill>
            <p:spPr>
              <a:xfrm>
                <a:off x="7260071" y="2191794"/>
                <a:ext cx="225360" cy="15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8">
            <p14:nvContentPartPr>
              <p14:cNvPr id="141" name="Ink 140">
                <a:extLst>
                  <a:ext uri="{FF2B5EF4-FFF2-40B4-BE49-F238E27FC236}">
                    <a16:creationId xmlns:a16="http://schemas.microsoft.com/office/drawing/2014/main" id="{F5299EC3-0ABF-FF3F-2AA1-7E815698D02E}"/>
                  </a:ext>
                </a:extLst>
              </p14:cNvPr>
              <p14:cNvContentPartPr/>
              <p14:nvPr/>
            </p14:nvContentPartPr>
            <p14:xfrm>
              <a:off x="7578311" y="2248314"/>
              <a:ext cx="43560" cy="76320"/>
            </p14:xfrm>
          </p:contentPart>
        </mc:Choice>
        <mc:Fallback xmlns="">
          <p:pic>
            <p:nvPicPr>
              <p:cNvPr id="141" name="Ink 140">
                <a:extLst>
                  <a:ext uri="{FF2B5EF4-FFF2-40B4-BE49-F238E27FC236}">
                    <a16:creationId xmlns:a16="http://schemas.microsoft.com/office/drawing/2014/main" id="{F5299EC3-0ABF-FF3F-2AA1-7E815698D02E}"/>
                  </a:ext>
                </a:extLst>
              </p:cNvPr>
              <p:cNvPicPr/>
              <p:nvPr/>
            </p:nvPicPr>
            <p:blipFill>
              <a:blip r:embed="rId279"/>
              <a:stretch>
                <a:fillRect/>
              </a:stretch>
            </p:blipFill>
            <p:spPr>
              <a:xfrm>
                <a:off x="7569671" y="2239674"/>
                <a:ext cx="61200" cy="9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0">
            <p14:nvContentPartPr>
              <p14:cNvPr id="142" name="Ink 141">
                <a:extLst>
                  <a:ext uri="{FF2B5EF4-FFF2-40B4-BE49-F238E27FC236}">
                    <a16:creationId xmlns:a16="http://schemas.microsoft.com/office/drawing/2014/main" id="{8FFEFB8F-CF43-8622-5FA1-EC12CE6DE7B1}"/>
                  </a:ext>
                </a:extLst>
              </p14:cNvPr>
              <p14:cNvContentPartPr/>
              <p14:nvPr/>
            </p14:nvContentPartPr>
            <p14:xfrm>
              <a:off x="7519991" y="2193234"/>
              <a:ext cx="129600" cy="25560"/>
            </p14:xfrm>
          </p:contentPart>
        </mc:Choice>
        <mc:Fallback xmlns="">
          <p:pic>
            <p:nvPicPr>
              <p:cNvPr id="142" name="Ink 141">
                <a:extLst>
                  <a:ext uri="{FF2B5EF4-FFF2-40B4-BE49-F238E27FC236}">
                    <a16:creationId xmlns:a16="http://schemas.microsoft.com/office/drawing/2014/main" id="{8FFEFB8F-CF43-8622-5FA1-EC12CE6DE7B1}"/>
                  </a:ext>
                </a:extLst>
              </p:cNvPr>
              <p:cNvPicPr/>
              <p:nvPr/>
            </p:nvPicPr>
            <p:blipFill>
              <a:blip r:embed="rId281"/>
              <a:stretch>
                <a:fillRect/>
              </a:stretch>
            </p:blipFill>
            <p:spPr>
              <a:xfrm>
                <a:off x="7511351" y="2184594"/>
                <a:ext cx="147240" cy="4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2">
            <p14:nvContentPartPr>
              <p14:cNvPr id="143" name="Ink 142">
                <a:extLst>
                  <a:ext uri="{FF2B5EF4-FFF2-40B4-BE49-F238E27FC236}">
                    <a16:creationId xmlns:a16="http://schemas.microsoft.com/office/drawing/2014/main" id="{B4EC4ACC-725D-C2EE-15B6-3F1871E882AB}"/>
                  </a:ext>
                </a:extLst>
              </p14:cNvPr>
              <p14:cNvContentPartPr/>
              <p14:nvPr/>
            </p14:nvContentPartPr>
            <p14:xfrm>
              <a:off x="7389311" y="2230314"/>
              <a:ext cx="5760" cy="24840"/>
            </p14:xfrm>
          </p:contentPart>
        </mc:Choice>
        <mc:Fallback xmlns="">
          <p:pic>
            <p:nvPicPr>
              <p:cNvPr id="143" name="Ink 142">
                <a:extLst>
                  <a:ext uri="{FF2B5EF4-FFF2-40B4-BE49-F238E27FC236}">
                    <a16:creationId xmlns:a16="http://schemas.microsoft.com/office/drawing/2014/main" id="{B4EC4ACC-725D-C2EE-15B6-3F1871E882AB}"/>
                  </a:ext>
                </a:extLst>
              </p:cNvPr>
              <p:cNvPicPr/>
              <p:nvPr/>
            </p:nvPicPr>
            <p:blipFill>
              <a:blip r:embed="rId283"/>
              <a:stretch>
                <a:fillRect/>
              </a:stretch>
            </p:blipFill>
            <p:spPr>
              <a:xfrm>
                <a:off x="7380671" y="2221314"/>
                <a:ext cx="23400" cy="4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4">
            <p14:nvContentPartPr>
              <p14:cNvPr id="144" name="Ink 143">
                <a:extLst>
                  <a:ext uri="{FF2B5EF4-FFF2-40B4-BE49-F238E27FC236}">
                    <a16:creationId xmlns:a16="http://schemas.microsoft.com/office/drawing/2014/main" id="{32F25920-82A9-76BD-6658-E8F7D23183E0}"/>
                  </a:ext>
                </a:extLst>
              </p14:cNvPr>
              <p14:cNvContentPartPr/>
              <p14:nvPr/>
            </p14:nvContentPartPr>
            <p14:xfrm>
              <a:off x="7713671" y="2297994"/>
              <a:ext cx="27360" cy="39240"/>
            </p14:xfrm>
          </p:contentPart>
        </mc:Choice>
        <mc:Fallback xmlns="">
          <p:pic>
            <p:nvPicPr>
              <p:cNvPr id="144" name="Ink 143">
                <a:extLst>
                  <a:ext uri="{FF2B5EF4-FFF2-40B4-BE49-F238E27FC236}">
                    <a16:creationId xmlns:a16="http://schemas.microsoft.com/office/drawing/2014/main" id="{32F25920-82A9-76BD-6658-E8F7D23183E0}"/>
                  </a:ext>
                </a:extLst>
              </p:cNvPr>
              <p:cNvPicPr/>
              <p:nvPr/>
            </p:nvPicPr>
            <p:blipFill>
              <a:blip r:embed="rId285"/>
              <a:stretch>
                <a:fillRect/>
              </a:stretch>
            </p:blipFill>
            <p:spPr>
              <a:xfrm>
                <a:off x="7705031" y="2288994"/>
                <a:ext cx="45000" cy="5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6">
            <p14:nvContentPartPr>
              <p14:cNvPr id="145" name="Ink 144">
                <a:extLst>
                  <a:ext uri="{FF2B5EF4-FFF2-40B4-BE49-F238E27FC236}">
                    <a16:creationId xmlns:a16="http://schemas.microsoft.com/office/drawing/2014/main" id="{AA2CEBB5-C993-78A8-0E3D-2C86354326B7}"/>
                  </a:ext>
                </a:extLst>
              </p14:cNvPr>
              <p14:cNvContentPartPr/>
              <p14:nvPr/>
            </p14:nvContentPartPr>
            <p14:xfrm>
              <a:off x="8028671" y="1892994"/>
              <a:ext cx="161640" cy="343440"/>
            </p14:xfrm>
          </p:contentPart>
        </mc:Choice>
        <mc:Fallback xmlns="">
          <p:pic>
            <p:nvPicPr>
              <p:cNvPr id="145" name="Ink 144">
                <a:extLst>
                  <a:ext uri="{FF2B5EF4-FFF2-40B4-BE49-F238E27FC236}">
                    <a16:creationId xmlns:a16="http://schemas.microsoft.com/office/drawing/2014/main" id="{AA2CEBB5-C993-78A8-0E3D-2C86354326B7}"/>
                  </a:ext>
                </a:extLst>
              </p:cNvPr>
              <p:cNvPicPr/>
              <p:nvPr/>
            </p:nvPicPr>
            <p:blipFill>
              <a:blip r:embed="rId287"/>
              <a:stretch>
                <a:fillRect/>
              </a:stretch>
            </p:blipFill>
            <p:spPr>
              <a:xfrm>
                <a:off x="8019671" y="1884354"/>
                <a:ext cx="179280" cy="36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8">
            <p14:nvContentPartPr>
              <p14:cNvPr id="146" name="Ink 145">
                <a:extLst>
                  <a:ext uri="{FF2B5EF4-FFF2-40B4-BE49-F238E27FC236}">
                    <a16:creationId xmlns:a16="http://schemas.microsoft.com/office/drawing/2014/main" id="{51A816EE-27F1-F197-4037-3D0BE63F9C06}"/>
                  </a:ext>
                </a:extLst>
              </p14:cNvPr>
              <p14:cNvContentPartPr/>
              <p14:nvPr/>
            </p14:nvContentPartPr>
            <p14:xfrm>
              <a:off x="8106431" y="1830354"/>
              <a:ext cx="209160" cy="431280"/>
            </p14:xfrm>
          </p:contentPart>
        </mc:Choice>
        <mc:Fallback xmlns="">
          <p:pic>
            <p:nvPicPr>
              <p:cNvPr id="146" name="Ink 145">
                <a:extLst>
                  <a:ext uri="{FF2B5EF4-FFF2-40B4-BE49-F238E27FC236}">
                    <a16:creationId xmlns:a16="http://schemas.microsoft.com/office/drawing/2014/main" id="{51A816EE-27F1-F197-4037-3D0BE63F9C06}"/>
                  </a:ext>
                </a:extLst>
              </p:cNvPr>
              <p:cNvPicPr/>
              <p:nvPr/>
            </p:nvPicPr>
            <p:blipFill>
              <a:blip r:embed="rId289"/>
              <a:stretch>
                <a:fillRect/>
              </a:stretch>
            </p:blipFill>
            <p:spPr>
              <a:xfrm>
                <a:off x="8097791" y="1821354"/>
                <a:ext cx="226800" cy="44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0">
            <p14:nvContentPartPr>
              <p14:cNvPr id="147" name="Ink 146">
                <a:extLst>
                  <a:ext uri="{FF2B5EF4-FFF2-40B4-BE49-F238E27FC236}">
                    <a16:creationId xmlns:a16="http://schemas.microsoft.com/office/drawing/2014/main" id="{66A32D04-F9E2-B32D-C1DD-1074B8C16064}"/>
                  </a:ext>
                </a:extLst>
              </p14:cNvPr>
              <p14:cNvContentPartPr/>
              <p14:nvPr/>
            </p14:nvContentPartPr>
            <p14:xfrm>
              <a:off x="7668671" y="1775994"/>
              <a:ext cx="173160" cy="223200"/>
            </p14:xfrm>
          </p:contentPart>
        </mc:Choice>
        <mc:Fallback xmlns="">
          <p:pic>
            <p:nvPicPr>
              <p:cNvPr id="147" name="Ink 146">
                <a:extLst>
                  <a:ext uri="{FF2B5EF4-FFF2-40B4-BE49-F238E27FC236}">
                    <a16:creationId xmlns:a16="http://schemas.microsoft.com/office/drawing/2014/main" id="{66A32D04-F9E2-B32D-C1DD-1074B8C16064}"/>
                  </a:ext>
                </a:extLst>
              </p:cNvPr>
              <p:cNvPicPr/>
              <p:nvPr/>
            </p:nvPicPr>
            <p:blipFill>
              <a:blip r:embed="rId291"/>
              <a:stretch>
                <a:fillRect/>
              </a:stretch>
            </p:blipFill>
            <p:spPr>
              <a:xfrm>
                <a:off x="7659671" y="1767354"/>
                <a:ext cx="190800" cy="24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2">
            <p14:nvContentPartPr>
              <p14:cNvPr id="148" name="Ink 147">
                <a:extLst>
                  <a:ext uri="{FF2B5EF4-FFF2-40B4-BE49-F238E27FC236}">
                    <a16:creationId xmlns:a16="http://schemas.microsoft.com/office/drawing/2014/main" id="{AD3C0AB0-3B00-B38D-221F-70BC02A1B504}"/>
                  </a:ext>
                </a:extLst>
              </p14:cNvPr>
              <p14:cNvContentPartPr/>
              <p14:nvPr/>
            </p14:nvContentPartPr>
            <p14:xfrm>
              <a:off x="7311911" y="2197194"/>
              <a:ext cx="135720" cy="145080"/>
            </p14:xfrm>
          </p:contentPart>
        </mc:Choice>
        <mc:Fallback xmlns="">
          <p:pic>
            <p:nvPicPr>
              <p:cNvPr id="148" name="Ink 147">
                <a:extLst>
                  <a:ext uri="{FF2B5EF4-FFF2-40B4-BE49-F238E27FC236}">
                    <a16:creationId xmlns:a16="http://schemas.microsoft.com/office/drawing/2014/main" id="{AD3C0AB0-3B00-B38D-221F-70BC02A1B504}"/>
                  </a:ext>
                </a:extLst>
              </p:cNvPr>
              <p:cNvPicPr/>
              <p:nvPr/>
            </p:nvPicPr>
            <p:blipFill>
              <a:blip r:embed="rId293"/>
              <a:stretch>
                <a:fillRect/>
              </a:stretch>
            </p:blipFill>
            <p:spPr>
              <a:xfrm>
                <a:off x="7302911" y="2188554"/>
                <a:ext cx="153360" cy="16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4">
            <p14:nvContentPartPr>
              <p14:cNvPr id="149" name="Ink 148">
                <a:extLst>
                  <a:ext uri="{FF2B5EF4-FFF2-40B4-BE49-F238E27FC236}">
                    <a16:creationId xmlns:a16="http://schemas.microsoft.com/office/drawing/2014/main" id="{7A96F0A2-919D-57D5-2789-2A9F05409353}"/>
                  </a:ext>
                </a:extLst>
              </p14:cNvPr>
              <p14:cNvContentPartPr/>
              <p14:nvPr/>
            </p14:nvContentPartPr>
            <p14:xfrm>
              <a:off x="2032151" y="2858514"/>
              <a:ext cx="110520" cy="11160"/>
            </p14:xfrm>
          </p:contentPart>
        </mc:Choice>
        <mc:Fallback xmlns="">
          <p:pic>
            <p:nvPicPr>
              <p:cNvPr id="149" name="Ink 148">
                <a:extLst>
                  <a:ext uri="{FF2B5EF4-FFF2-40B4-BE49-F238E27FC236}">
                    <a16:creationId xmlns:a16="http://schemas.microsoft.com/office/drawing/2014/main" id="{7A96F0A2-919D-57D5-2789-2A9F05409353}"/>
                  </a:ext>
                </a:extLst>
              </p:cNvPr>
              <p:cNvPicPr/>
              <p:nvPr/>
            </p:nvPicPr>
            <p:blipFill>
              <a:blip r:embed="rId295"/>
              <a:stretch>
                <a:fillRect/>
              </a:stretch>
            </p:blipFill>
            <p:spPr>
              <a:xfrm>
                <a:off x="2023151" y="2849874"/>
                <a:ext cx="128160" cy="2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6">
            <p14:nvContentPartPr>
              <p14:cNvPr id="150" name="Ink 149">
                <a:extLst>
                  <a:ext uri="{FF2B5EF4-FFF2-40B4-BE49-F238E27FC236}">
                    <a16:creationId xmlns:a16="http://schemas.microsoft.com/office/drawing/2014/main" id="{26DE4EFB-5C26-F008-7B26-74F686463D62}"/>
                  </a:ext>
                </a:extLst>
              </p14:cNvPr>
              <p14:cNvContentPartPr/>
              <p14:nvPr/>
            </p14:nvContentPartPr>
            <p14:xfrm>
              <a:off x="2046191" y="2791194"/>
              <a:ext cx="106560" cy="5760"/>
            </p14:xfrm>
          </p:contentPart>
        </mc:Choice>
        <mc:Fallback xmlns="">
          <p:pic>
            <p:nvPicPr>
              <p:cNvPr id="150" name="Ink 149">
                <a:extLst>
                  <a:ext uri="{FF2B5EF4-FFF2-40B4-BE49-F238E27FC236}">
                    <a16:creationId xmlns:a16="http://schemas.microsoft.com/office/drawing/2014/main" id="{26DE4EFB-5C26-F008-7B26-74F686463D62}"/>
                  </a:ext>
                </a:extLst>
              </p:cNvPr>
              <p:cNvPicPr/>
              <p:nvPr/>
            </p:nvPicPr>
            <p:blipFill>
              <a:blip r:embed="rId297"/>
              <a:stretch>
                <a:fillRect/>
              </a:stretch>
            </p:blipFill>
            <p:spPr>
              <a:xfrm>
                <a:off x="2037551" y="2782554"/>
                <a:ext cx="124200" cy="2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8">
            <p14:nvContentPartPr>
              <p14:cNvPr id="151" name="Ink 150">
                <a:extLst>
                  <a:ext uri="{FF2B5EF4-FFF2-40B4-BE49-F238E27FC236}">
                    <a16:creationId xmlns:a16="http://schemas.microsoft.com/office/drawing/2014/main" id="{2164C2A9-3992-6EFD-47E9-0178836FC47F}"/>
                  </a:ext>
                </a:extLst>
              </p14:cNvPr>
              <p14:cNvContentPartPr/>
              <p14:nvPr/>
            </p14:nvContentPartPr>
            <p14:xfrm>
              <a:off x="2429951" y="2550354"/>
              <a:ext cx="22320" cy="87120"/>
            </p14:xfrm>
          </p:contentPart>
        </mc:Choice>
        <mc:Fallback xmlns="">
          <p:pic>
            <p:nvPicPr>
              <p:cNvPr id="151" name="Ink 150">
                <a:extLst>
                  <a:ext uri="{FF2B5EF4-FFF2-40B4-BE49-F238E27FC236}">
                    <a16:creationId xmlns:a16="http://schemas.microsoft.com/office/drawing/2014/main" id="{2164C2A9-3992-6EFD-47E9-0178836FC47F}"/>
                  </a:ext>
                </a:extLst>
              </p:cNvPr>
              <p:cNvPicPr/>
              <p:nvPr/>
            </p:nvPicPr>
            <p:blipFill>
              <a:blip r:embed="rId299"/>
              <a:stretch>
                <a:fillRect/>
              </a:stretch>
            </p:blipFill>
            <p:spPr>
              <a:xfrm>
                <a:off x="2421311" y="2541354"/>
                <a:ext cx="39960" cy="10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0">
            <p14:nvContentPartPr>
              <p14:cNvPr id="152" name="Ink 151">
                <a:extLst>
                  <a:ext uri="{FF2B5EF4-FFF2-40B4-BE49-F238E27FC236}">
                    <a16:creationId xmlns:a16="http://schemas.microsoft.com/office/drawing/2014/main" id="{CE11B7DC-7AB1-A4F4-0DD5-17ADD983997F}"/>
                  </a:ext>
                </a:extLst>
              </p14:cNvPr>
              <p14:cNvContentPartPr/>
              <p14:nvPr/>
            </p14:nvContentPartPr>
            <p14:xfrm>
              <a:off x="2421311" y="2682474"/>
              <a:ext cx="131760" cy="25560"/>
            </p14:xfrm>
          </p:contentPart>
        </mc:Choice>
        <mc:Fallback xmlns="">
          <p:pic>
            <p:nvPicPr>
              <p:cNvPr id="152" name="Ink 151">
                <a:extLst>
                  <a:ext uri="{FF2B5EF4-FFF2-40B4-BE49-F238E27FC236}">
                    <a16:creationId xmlns:a16="http://schemas.microsoft.com/office/drawing/2014/main" id="{CE11B7DC-7AB1-A4F4-0DD5-17ADD983997F}"/>
                  </a:ext>
                </a:extLst>
              </p:cNvPr>
              <p:cNvPicPr/>
              <p:nvPr/>
            </p:nvPicPr>
            <p:blipFill>
              <a:blip r:embed="rId301"/>
              <a:stretch>
                <a:fillRect/>
              </a:stretch>
            </p:blipFill>
            <p:spPr>
              <a:xfrm>
                <a:off x="2412311" y="2673474"/>
                <a:ext cx="149400" cy="4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2">
            <p14:nvContentPartPr>
              <p14:cNvPr id="153" name="Ink 152">
                <a:extLst>
                  <a:ext uri="{FF2B5EF4-FFF2-40B4-BE49-F238E27FC236}">
                    <a16:creationId xmlns:a16="http://schemas.microsoft.com/office/drawing/2014/main" id="{FEFBE7BB-9B75-C65B-4E1B-A96D7E8BCD17}"/>
                  </a:ext>
                </a:extLst>
              </p14:cNvPr>
              <p14:cNvContentPartPr/>
              <p14:nvPr/>
            </p14:nvContentPartPr>
            <p14:xfrm>
              <a:off x="2416991" y="2824314"/>
              <a:ext cx="197640" cy="108000"/>
            </p14:xfrm>
          </p:contentPart>
        </mc:Choice>
        <mc:Fallback xmlns="">
          <p:pic>
            <p:nvPicPr>
              <p:cNvPr id="153" name="Ink 152">
                <a:extLst>
                  <a:ext uri="{FF2B5EF4-FFF2-40B4-BE49-F238E27FC236}">
                    <a16:creationId xmlns:a16="http://schemas.microsoft.com/office/drawing/2014/main" id="{FEFBE7BB-9B75-C65B-4E1B-A96D7E8BCD17}"/>
                  </a:ext>
                </a:extLst>
              </p:cNvPr>
              <p:cNvPicPr/>
              <p:nvPr/>
            </p:nvPicPr>
            <p:blipFill>
              <a:blip r:embed="rId303"/>
              <a:stretch>
                <a:fillRect/>
              </a:stretch>
            </p:blipFill>
            <p:spPr>
              <a:xfrm>
                <a:off x="2408351" y="2815674"/>
                <a:ext cx="215280" cy="12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4">
            <p14:nvContentPartPr>
              <p14:cNvPr id="154" name="Ink 153">
                <a:extLst>
                  <a:ext uri="{FF2B5EF4-FFF2-40B4-BE49-F238E27FC236}">
                    <a16:creationId xmlns:a16="http://schemas.microsoft.com/office/drawing/2014/main" id="{A73A05E7-EF73-1B0B-CEF7-F6A86D4A072E}"/>
                  </a:ext>
                </a:extLst>
              </p14:cNvPr>
              <p14:cNvContentPartPr/>
              <p14:nvPr/>
            </p14:nvContentPartPr>
            <p14:xfrm>
              <a:off x="2842871" y="2636754"/>
              <a:ext cx="297000" cy="181800"/>
            </p14:xfrm>
          </p:contentPart>
        </mc:Choice>
        <mc:Fallback xmlns="">
          <p:pic>
            <p:nvPicPr>
              <p:cNvPr id="154" name="Ink 153">
                <a:extLst>
                  <a:ext uri="{FF2B5EF4-FFF2-40B4-BE49-F238E27FC236}">
                    <a16:creationId xmlns:a16="http://schemas.microsoft.com/office/drawing/2014/main" id="{A73A05E7-EF73-1B0B-CEF7-F6A86D4A072E}"/>
                  </a:ext>
                </a:extLst>
              </p:cNvPr>
              <p:cNvPicPr/>
              <p:nvPr/>
            </p:nvPicPr>
            <p:blipFill>
              <a:blip r:embed="rId305"/>
              <a:stretch>
                <a:fillRect/>
              </a:stretch>
            </p:blipFill>
            <p:spPr>
              <a:xfrm>
                <a:off x="2834231" y="2628114"/>
                <a:ext cx="314640" cy="19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6">
            <p14:nvContentPartPr>
              <p14:cNvPr id="155" name="Ink 154">
                <a:extLst>
                  <a:ext uri="{FF2B5EF4-FFF2-40B4-BE49-F238E27FC236}">
                    <a16:creationId xmlns:a16="http://schemas.microsoft.com/office/drawing/2014/main" id="{4AA75097-F03C-18F1-1557-864AD9FBAACC}"/>
                  </a:ext>
                </a:extLst>
              </p14:cNvPr>
              <p14:cNvContentPartPr/>
              <p14:nvPr/>
            </p14:nvContentPartPr>
            <p14:xfrm>
              <a:off x="2851151" y="2988834"/>
              <a:ext cx="59400" cy="68400"/>
            </p14:xfrm>
          </p:contentPart>
        </mc:Choice>
        <mc:Fallback xmlns="">
          <p:pic>
            <p:nvPicPr>
              <p:cNvPr id="155" name="Ink 154">
                <a:extLst>
                  <a:ext uri="{FF2B5EF4-FFF2-40B4-BE49-F238E27FC236}">
                    <a16:creationId xmlns:a16="http://schemas.microsoft.com/office/drawing/2014/main" id="{4AA75097-F03C-18F1-1557-864AD9FBAACC}"/>
                  </a:ext>
                </a:extLst>
              </p:cNvPr>
              <p:cNvPicPr/>
              <p:nvPr/>
            </p:nvPicPr>
            <p:blipFill>
              <a:blip r:embed="rId307"/>
              <a:stretch>
                <a:fillRect/>
              </a:stretch>
            </p:blipFill>
            <p:spPr>
              <a:xfrm>
                <a:off x="2842511" y="2980194"/>
                <a:ext cx="77040" cy="8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8">
            <p14:nvContentPartPr>
              <p14:cNvPr id="156" name="Ink 155">
                <a:extLst>
                  <a:ext uri="{FF2B5EF4-FFF2-40B4-BE49-F238E27FC236}">
                    <a16:creationId xmlns:a16="http://schemas.microsoft.com/office/drawing/2014/main" id="{6407CD2F-E35F-E1EE-E92C-3EB778821866}"/>
                  </a:ext>
                </a:extLst>
              </p14:cNvPr>
              <p14:cNvContentPartPr/>
              <p14:nvPr/>
            </p14:nvContentPartPr>
            <p14:xfrm>
              <a:off x="2856911" y="2921154"/>
              <a:ext cx="18360" cy="5760"/>
            </p14:xfrm>
          </p:contentPart>
        </mc:Choice>
        <mc:Fallback xmlns="">
          <p:pic>
            <p:nvPicPr>
              <p:cNvPr id="156" name="Ink 155">
                <a:extLst>
                  <a:ext uri="{FF2B5EF4-FFF2-40B4-BE49-F238E27FC236}">
                    <a16:creationId xmlns:a16="http://schemas.microsoft.com/office/drawing/2014/main" id="{6407CD2F-E35F-E1EE-E92C-3EB778821866}"/>
                  </a:ext>
                </a:extLst>
              </p:cNvPr>
              <p:cNvPicPr/>
              <p:nvPr/>
            </p:nvPicPr>
            <p:blipFill>
              <a:blip r:embed="rId309"/>
              <a:stretch>
                <a:fillRect/>
              </a:stretch>
            </p:blipFill>
            <p:spPr>
              <a:xfrm>
                <a:off x="2847911" y="2912514"/>
                <a:ext cx="36000" cy="2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0">
            <p14:nvContentPartPr>
              <p14:cNvPr id="157" name="Ink 156">
                <a:extLst>
                  <a:ext uri="{FF2B5EF4-FFF2-40B4-BE49-F238E27FC236}">
                    <a16:creationId xmlns:a16="http://schemas.microsoft.com/office/drawing/2014/main" id="{5532F6DC-6486-55DD-15B6-7CDBFB5E1D74}"/>
                  </a:ext>
                </a:extLst>
              </p14:cNvPr>
              <p14:cNvContentPartPr/>
              <p14:nvPr/>
            </p14:nvContentPartPr>
            <p14:xfrm>
              <a:off x="2973551" y="3007194"/>
              <a:ext cx="104040" cy="7920"/>
            </p14:xfrm>
          </p:contentPart>
        </mc:Choice>
        <mc:Fallback xmlns="">
          <p:pic>
            <p:nvPicPr>
              <p:cNvPr id="157" name="Ink 156">
                <a:extLst>
                  <a:ext uri="{FF2B5EF4-FFF2-40B4-BE49-F238E27FC236}">
                    <a16:creationId xmlns:a16="http://schemas.microsoft.com/office/drawing/2014/main" id="{5532F6DC-6486-55DD-15B6-7CDBFB5E1D74}"/>
                  </a:ext>
                </a:extLst>
              </p:cNvPr>
              <p:cNvPicPr/>
              <p:nvPr/>
            </p:nvPicPr>
            <p:blipFill>
              <a:blip r:embed="rId311"/>
              <a:stretch>
                <a:fillRect/>
              </a:stretch>
            </p:blipFill>
            <p:spPr>
              <a:xfrm>
                <a:off x="2964911" y="2998554"/>
                <a:ext cx="121680" cy="2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2">
            <p14:nvContentPartPr>
              <p14:cNvPr id="158" name="Ink 157">
                <a:extLst>
                  <a:ext uri="{FF2B5EF4-FFF2-40B4-BE49-F238E27FC236}">
                    <a16:creationId xmlns:a16="http://schemas.microsoft.com/office/drawing/2014/main" id="{01929B6B-3C34-D4BD-8A1C-B5FB35B7E1B7}"/>
                  </a:ext>
                </a:extLst>
              </p14:cNvPr>
              <p14:cNvContentPartPr/>
              <p14:nvPr/>
            </p14:nvContentPartPr>
            <p14:xfrm>
              <a:off x="2951591" y="2957154"/>
              <a:ext cx="115920" cy="16560"/>
            </p14:xfrm>
          </p:contentPart>
        </mc:Choice>
        <mc:Fallback xmlns="">
          <p:pic>
            <p:nvPicPr>
              <p:cNvPr id="158" name="Ink 157">
                <a:extLst>
                  <a:ext uri="{FF2B5EF4-FFF2-40B4-BE49-F238E27FC236}">
                    <a16:creationId xmlns:a16="http://schemas.microsoft.com/office/drawing/2014/main" id="{01929B6B-3C34-D4BD-8A1C-B5FB35B7E1B7}"/>
                  </a:ext>
                </a:extLst>
              </p:cNvPr>
              <p:cNvPicPr/>
              <p:nvPr/>
            </p:nvPicPr>
            <p:blipFill>
              <a:blip r:embed="rId313"/>
              <a:stretch>
                <a:fillRect/>
              </a:stretch>
            </p:blipFill>
            <p:spPr>
              <a:xfrm>
                <a:off x="2942591" y="2948154"/>
                <a:ext cx="133560" cy="3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4">
            <p14:nvContentPartPr>
              <p14:cNvPr id="159" name="Ink 158">
                <a:extLst>
                  <a:ext uri="{FF2B5EF4-FFF2-40B4-BE49-F238E27FC236}">
                    <a16:creationId xmlns:a16="http://schemas.microsoft.com/office/drawing/2014/main" id="{241843D3-E927-7057-19C7-750D9C1933DB}"/>
                  </a:ext>
                </a:extLst>
              </p14:cNvPr>
              <p14:cNvContentPartPr/>
              <p14:nvPr/>
            </p14:nvContentPartPr>
            <p14:xfrm>
              <a:off x="3135191" y="2958954"/>
              <a:ext cx="105120" cy="72360"/>
            </p14:xfrm>
          </p:contentPart>
        </mc:Choice>
        <mc:Fallback xmlns="">
          <p:pic>
            <p:nvPicPr>
              <p:cNvPr id="159" name="Ink 158">
                <a:extLst>
                  <a:ext uri="{FF2B5EF4-FFF2-40B4-BE49-F238E27FC236}">
                    <a16:creationId xmlns:a16="http://schemas.microsoft.com/office/drawing/2014/main" id="{241843D3-E927-7057-19C7-750D9C1933DB}"/>
                  </a:ext>
                </a:extLst>
              </p:cNvPr>
              <p:cNvPicPr/>
              <p:nvPr/>
            </p:nvPicPr>
            <p:blipFill>
              <a:blip r:embed="rId315"/>
              <a:stretch>
                <a:fillRect/>
              </a:stretch>
            </p:blipFill>
            <p:spPr>
              <a:xfrm>
                <a:off x="3126551" y="2949954"/>
                <a:ext cx="122760" cy="9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6">
            <p14:nvContentPartPr>
              <p14:cNvPr id="160" name="Ink 159">
                <a:extLst>
                  <a:ext uri="{FF2B5EF4-FFF2-40B4-BE49-F238E27FC236}">
                    <a16:creationId xmlns:a16="http://schemas.microsoft.com/office/drawing/2014/main" id="{6D1246DB-4FFF-CA45-E768-B1BBECADA7CC}"/>
                  </a:ext>
                </a:extLst>
              </p14:cNvPr>
              <p14:cNvContentPartPr/>
              <p14:nvPr/>
            </p14:nvContentPartPr>
            <p14:xfrm>
              <a:off x="2849351" y="2496354"/>
              <a:ext cx="136440" cy="81000"/>
            </p14:xfrm>
          </p:contentPart>
        </mc:Choice>
        <mc:Fallback xmlns="">
          <p:pic>
            <p:nvPicPr>
              <p:cNvPr id="160" name="Ink 159">
                <a:extLst>
                  <a:ext uri="{FF2B5EF4-FFF2-40B4-BE49-F238E27FC236}">
                    <a16:creationId xmlns:a16="http://schemas.microsoft.com/office/drawing/2014/main" id="{6D1246DB-4FFF-CA45-E768-B1BBECADA7CC}"/>
                  </a:ext>
                </a:extLst>
              </p:cNvPr>
              <p:cNvPicPr/>
              <p:nvPr/>
            </p:nvPicPr>
            <p:blipFill>
              <a:blip r:embed="rId317"/>
              <a:stretch>
                <a:fillRect/>
              </a:stretch>
            </p:blipFill>
            <p:spPr>
              <a:xfrm>
                <a:off x="2840711" y="2487354"/>
                <a:ext cx="154080" cy="9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8">
            <p14:nvContentPartPr>
              <p14:cNvPr id="161" name="Ink 160">
                <a:extLst>
                  <a:ext uri="{FF2B5EF4-FFF2-40B4-BE49-F238E27FC236}">
                    <a16:creationId xmlns:a16="http://schemas.microsoft.com/office/drawing/2014/main" id="{864F850F-71AB-5AA3-E0CC-12D665074B9D}"/>
                  </a:ext>
                </a:extLst>
              </p14:cNvPr>
              <p14:cNvContentPartPr/>
              <p14:nvPr/>
            </p14:nvContentPartPr>
            <p14:xfrm>
              <a:off x="3040871" y="2549994"/>
              <a:ext cx="63000" cy="7200"/>
            </p14:xfrm>
          </p:contentPart>
        </mc:Choice>
        <mc:Fallback xmlns="">
          <p:pic>
            <p:nvPicPr>
              <p:cNvPr id="161" name="Ink 160">
                <a:extLst>
                  <a:ext uri="{FF2B5EF4-FFF2-40B4-BE49-F238E27FC236}">
                    <a16:creationId xmlns:a16="http://schemas.microsoft.com/office/drawing/2014/main" id="{864F850F-71AB-5AA3-E0CC-12D665074B9D}"/>
                  </a:ext>
                </a:extLst>
              </p:cNvPr>
              <p:cNvPicPr/>
              <p:nvPr/>
            </p:nvPicPr>
            <p:blipFill>
              <a:blip r:embed="rId319"/>
              <a:stretch>
                <a:fillRect/>
              </a:stretch>
            </p:blipFill>
            <p:spPr>
              <a:xfrm>
                <a:off x="3031871" y="2541354"/>
                <a:ext cx="80640" cy="2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0">
            <p14:nvContentPartPr>
              <p14:cNvPr id="162" name="Ink 161">
                <a:extLst>
                  <a:ext uri="{FF2B5EF4-FFF2-40B4-BE49-F238E27FC236}">
                    <a16:creationId xmlns:a16="http://schemas.microsoft.com/office/drawing/2014/main" id="{8A9BACD8-B0A7-0FAE-5189-3641A4F46975}"/>
                  </a:ext>
                </a:extLst>
              </p14:cNvPr>
              <p14:cNvContentPartPr/>
              <p14:nvPr/>
            </p14:nvContentPartPr>
            <p14:xfrm>
              <a:off x="3155351" y="2505714"/>
              <a:ext cx="45720" cy="63360"/>
            </p14:xfrm>
          </p:contentPart>
        </mc:Choice>
        <mc:Fallback xmlns="">
          <p:pic>
            <p:nvPicPr>
              <p:cNvPr id="162" name="Ink 161">
                <a:extLst>
                  <a:ext uri="{FF2B5EF4-FFF2-40B4-BE49-F238E27FC236}">
                    <a16:creationId xmlns:a16="http://schemas.microsoft.com/office/drawing/2014/main" id="{8A9BACD8-B0A7-0FAE-5189-3641A4F46975}"/>
                  </a:ext>
                </a:extLst>
              </p:cNvPr>
              <p:cNvPicPr/>
              <p:nvPr/>
            </p:nvPicPr>
            <p:blipFill>
              <a:blip r:embed="rId321"/>
              <a:stretch>
                <a:fillRect/>
              </a:stretch>
            </p:blipFill>
            <p:spPr>
              <a:xfrm>
                <a:off x="3146351" y="2496714"/>
                <a:ext cx="63360" cy="8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2">
            <p14:nvContentPartPr>
              <p14:cNvPr id="163" name="Ink 162">
                <a:extLst>
                  <a:ext uri="{FF2B5EF4-FFF2-40B4-BE49-F238E27FC236}">
                    <a16:creationId xmlns:a16="http://schemas.microsoft.com/office/drawing/2014/main" id="{A7240C47-5937-289C-B2F4-7CEC73ACE481}"/>
                  </a:ext>
                </a:extLst>
              </p14:cNvPr>
              <p14:cNvContentPartPr/>
              <p14:nvPr/>
            </p14:nvContentPartPr>
            <p14:xfrm>
              <a:off x="3498071" y="2559714"/>
              <a:ext cx="39960" cy="72000"/>
            </p14:xfrm>
          </p:contentPart>
        </mc:Choice>
        <mc:Fallback xmlns="">
          <p:pic>
            <p:nvPicPr>
              <p:cNvPr id="163" name="Ink 162">
                <a:extLst>
                  <a:ext uri="{FF2B5EF4-FFF2-40B4-BE49-F238E27FC236}">
                    <a16:creationId xmlns:a16="http://schemas.microsoft.com/office/drawing/2014/main" id="{A7240C47-5937-289C-B2F4-7CEC73ACE481}"/>
                  </a:ext>
                </a:extLst>
              </p:cNvPr>
              <p:cNvPicPr/>
              <p:nvPr/>
            </p:nvPicPr>
            <p:blipFill>
              <a:blip r:embed="rId323"/>
              <a:stretch>
                <a:fillRect/>
              </a:stretch>
            </p:blipFill>
            <p:spPr>
              <a:xfrm>
                <a:off x="3489431" y="2551074"/>
                <a:ext cx="57600" cy="8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4">
            <p14:nvContentPartPr>
              <p14:cNvPr id="164" name="Ink 163">
                <a:extLst>
                  <a:ext uri="{FF2B5EF4-FFF2-40B4-BE49-F238E27FC236}">
                    <a16:creationId xmlns:a16="http://schemas.microsoft.com/office/drawing/2014/main" id="{EA50F5DE-D994-EBB0-98E2-B4A9A9864E65}"/>
                  </a:ext>
                </a:extLst>
              </p14:cNvPr>
              <p14:cNvContentPartPr/>
              <p14:nvPr/>
            </p14:nvContentPartPr>
            <p14:xfrm>
              <a:off x="3494111" y="2702994"/>
              <a:ext cx="155160" cy="15120"/>
            </p14:xfrm>
          </p:contentPart>
        </mc:Choice>
        <mc:Fallback xmlns="">
          <p:pic>
            <p:nvPicPr>
              <p:cNvPr id="164" name="Ink 163">
                <a:extLst>
                  <a:ext uri="{FF2B5EF4-FFF2-40B4-BE49-F238E27FC236}">
                    <a16:creationId xmlns:a16="http://schemas.microsoft.com/office/drawing/2014/main" id="{EA50F5DE-D994-EBB0-98E2-B4A9A9864E65}"/>
                  </a:ext>
                </a:extLst>
              </p:cNvPr>
              <p:cNvPicPr/>
              <p:nvPr/>
            </p:nvPicPr>
            <p:blipFill>
              <a:blip r:embed="rId325"/>
              <a:stretch>
                <a:fillRect/>
              </a:stretch>
            </p:blipFill>
            <p:spPr>
              <a:xfrm>
                <a:off x="3485111" y="2693994"/>
                <a:ext cx="172800" cy="3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6">
            <p14:nvContentPartPr>
              <p14:cNvPr id="165" name="Ink 164">
                <a:extLst>
                  <a:ext uri="{FF2B5EF4-FFF2-40B4-BE49-F238E27FC236}">
                    <a16:creationId xmlns:a16="http://schemas.microsoft.com/office/drawing/2014/main" id="{6DD7485E-6CDC-A6F5-023B-422804FEE520}"/>
                  </a:ext>
                </a:extLst>
              </p14:cNvPr>
              <p14:cNvContentPartPr/>
              <p14:nvPr/>
            </p14:nvContentPartPr>
            <p14:xfrm>
              <a:off x="3555311" y="2812074"/>
              <a:ext cx="24480" cy="103680"/>
            </p14:xfrm>
          </p:contentPart>
        </mc:Choice>
        <mc:Fallback xmlns="">
          <p:pic>
            <p:nvPicPr>
              <p:cNvPr id="165" name="Ink 164">
                <a:extLst>
                  <a:ext uri="{FF2B5EF4-FFF2-40B4-BE49-F238E27FC236}">
                    <a16:creationId xmlns:a16="http://schemas.microsoft.com/office/drawing/2014/main" id="{6DD7485E-6CDC-A6F5-023B-422804FEE520}"/>
                  </a:ext>
                </a:extLst>
              </p:cNvPr>
              <p:cNvPicPr/>
              <p:nvPr/>
            </p:nvPicPr>
            <p:blipFill>
              <a:blip r:embed="rId327"/>
              <a:stretch>
                <a:fillRect/>
              </a:stretch>
            </p:blipFill>
            <p:spPr>
              <a:xfrm>
                <a:off x="3546671" y="2803434"/>
                <a:ext cx="42120" cy="12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8">
            <p14:nvContentPartPr>
              <p14:cNvPr id="166" name="Ink 165">
                <a:extLst>
                  <a:ext uri="{FF2B5EF4-FFF2-40B4-BE49-F238E27FC236}">
                    <a16:creationId xmlns:a16="http://schemas.microsoft.com/office/drawing/2014/main" id="{2C50D6FA-80CB-3C13-B43B-34026525A597}"/>
                  </a:ext>
                </a:extLst>
              </p14:cNvPr>
              <p14:cNvContentPartPr/>
              <p14:nvPr/>
            </p14:nvContentPartPr>
            <p14:xfrm>
              <a:off x="3498791" y="2803794"/>
              <a:ext cx="119160" cy="14040"/>
            </p14:xfrm>
          </p:contentPart>
        </mc:Choice>
        <mc:Fallback xmlns="">
          <p:pic>
            <p:nvPicPr>
              <p:cNvPr id="166" name="Ink 165">
                <a:extLst>
                  <a:ext uri="{FF2B5EF4-FFF2-40B4-BE49-F238E27FC236}">
                    <a16:creationId xmlns:a16="http://schemas.microsoft.com/office/drawing/2014/main" id="{2C50D6FA-80CB-3C13-B43B-34026525A597}"/>
                  </a:ext>
                </a:extLst>
              </p:cNvPr>
              <p:cNvPicPr/>
              <p:nvPr/>
            </p:nvPicPr>
            <p:blipFill>
              <a:blip r:embed="rId329"/>
              <a:stretch>
                <a:fillRect/>
              </a:stretch>
            </p:blipFill>
            <p:spPr>
              <a:xfrm>
                <a:off x="3490151" y="2794794"/>
                <a:ext cx="136800" cy="3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0">
            <p14:nvContentPartPr>
              <p14:cNvPr id="167" name="Ink 166">
                <a:extLst>
                  <a:ext uri="{FF2B5EF4-FFF2-40B4-BE49-F238E27FC236}">
                    <a16:creationId xmlns:a16="http://schemas.microsoft.com/office/drawing/2014/main" id="{8640B53C-36A0-4640-36AD-7E5FDDBF077B}"/>
                  </a:ext>
                </a:extLst>
              </p14:cNvPr>
              <p14:cNvContentPartPr/>
              <p14:nvPr/>
            </p14:nvContentPartPr>
            <p14:xfrm>
              <a:off x="3679871" y="2926554"/>
              <a:ext cx="36720" cy="58680"/>
            </p14:xfrm>
          </p:contentPart>
        </mc:Choice>
        <mc:Fallback xmlns="">
          <p:pic>
            <p:nvPicPr>
              <p:cNvPr id="167" name="Ink 166">
                <a:extLst>
                  <a:ext uri="{FF2B5EF4-FFF2-40B4-BE49-F238E27FC236}">
                    <a16:creationId xmlns:a16="http://schemas.microsoft.com/office/drawing/2014/main" id="{8640B53C-36A0-4640-36AD-7E5FDDBF077B}"/>
                  </a:ext>
                </a:extLst>
              </p:cNvPr>
              <p:cNvPicPr/>
              <p:nvPr/>
            </p:nvPicPr>
            <p:blipFill>
              <a:blip r:embed="rId331"/>
              <a:stretch>
                <a:fillRect/>
              </a:stretch>
            </p:blipFill>
            <p:spPr>
              <a:xfrm>
                <a:off x="3671231" y="2917554"/>
                <a:ext cx="54360" cy="7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2">
            <p14:nvContentPartPr>
              <p14:cNvPr id="168" name="Ink 167">
                <a:extLst>
                  <a:ext uri="{FF2B5EF4-FFF2-40B4-BE49-F238E27FC236}">
                    <a16:creationId xmlns:a16="http://schemas.microsoft.com/office/drawing/2014/main" id="{78891522-55D6-9DE0-D7AA-820EB84371E7}"/>
                  </a:ext>
                </a:extLst>
              </p14:cNvPr>
              <p14:cNvContentPartPr/>
              <p14:nvPr/>
            </p14:nvContentPartPr>
            <p14:xfrm>
              <a:off x="3853751" y="2598954"/>
              <a:ext cx="300240" cy="205920"/>
            </p14:xfrm>
          </p:contentPart>
        </mc:Choice>
        <mc:Fallback xmlns="">
          <p:pic>
            <p:nvPicPr>
              <p:cNvPr id="168" name="Ink 167">
                <a:extLst>
                  <a:ext uri="{FF2B5EF4-FFF2-40B4-BE49-F238E27FC236}">
                    <a16:creationId xmlns:a16="http://schemas.microsoft.com/office/drawing/2014/main" id="{78891522-55D6-9DE0-D7AA-820EB84371E7}"/>
                  </a:ext>
                </a:extLst>
              </p:cNvPr>
              <p:cNvPicPr/>
              <p:nvPr/>
            </p:nvPicPr>
            <p:blipFill>
              <a:blip r:embed="rId333"/>
              <a:stretch>
                <a:fillRect/>
              </a:stretch>
            </p:blipFill>
            <p:spPr>
              <a:xfrm>
                <a:off x="3844751" y="2589954"/>
                <a:ext cx="317880" cy="22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4">
            <p14:nvContentPartPr>
              <p14:cNvPr id="169" name="Ink 168">
                <a:extLst>
                  <a:ext uri="{FF2B5EF4-FFF2-40B4-BE49-F238E27FC236}">
                    <a16:creationId xmlns:a16="http://schemas.microsoft.com/office/drawing/2014/main" id="{AE4F769F-EE77-06A5-CD84-3ACD20D46A0C}"/>
                  </a:ext>
                </a:extLst>
              </p14:cNvPr>
              <p14:cNvContentPartPr/>
              <p14:nvPr/>
            </p14:nvContentPartPr>
            <p14:xfrm>
              <a:off x="3958511" y="2907834"/>
              <a:ext cx="23040" cy="122400"/>
            </p14:xfrm>
          </p:contentPart>
        </mc:Choice>
        <mc:Fallback xmlns="">
          <p:pic>
            <p:nvPicPr>
              <p:cNvPr id="169" name="Ink 168">
                <a:extLst>
                  <a:ext uri="{FF2B5EF4-FFF2-40B4-BE49-F238E27FC236}">
                    <a16:creationId xmlns:a16="http://schemas.microsoft.com/office/drawing/2014/main" id="{AE4F769F-EE77-06A5-CD84-3ACD20D46A0C}"/>
                  </a:ext>
                </a:extLst>
              </p:cNvPr>
              <p:cNvPicPr/>
              <p:nvPr/>
            </p:nvPicPr>
            <p:blipFill>
              <a:blip r:embed="rId335"/>
              <a:stretch>
                <a:fillRect/>
              </a:stretch>
            </p:blipFill>
            <p:spPr>
              <a:xfrm>
                <a:off x="3949871" y="2899194"/>
                <a:ext cx="40680" cy="14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6">
            <p14:nvContentPartPr>
              <p14:cNvPr id="170" name="Ink 169">
                <a:extLst>
                  <a:ext uri="{FF2B5EF4-FFF2-40B4-BE49-F238E27FC236}">
                    <a16:creationId xmlns:a16="http://schemas.microsoft.com/office/drawing/2014/main" id="{3CE22E7D-268D-8BB7-2899-40A073875A41}"/>
                  </a:ext>
                </a:extLst>
              </p14:cNvPr>
              <p14:cNvContentPartPr/>
              <p14:nvPr/>
            </p14:nvContentPartPr>
            <p14:xfrm>
              <a:off x="3995591" y="2978394"/>
              <a:ext cx="144000" cy="62640"/>
            </p14:xfrm>
          </p:contentPart>
        </mc:Choice>
        <mc:Fallback xmlns="">
          <p:pic>
            <p:nvPicPr>
              <p:cNvPr id="170" name="Ink 169">
                <a:extLst>
                  <a:ext uri="{FF2B5EF4-FFF2-40B4-BE49-F238E27FC236}">
                    <a16:creationId xmlns:a16="http://schemas.microsoft.com/office/drawing/2014/main" id="{3CE22E7D-268D-8BB7-2899-40A073875A41}"/>
                  </a:ext>
                </a:extLst>
              </p:cNvPr>
              <p:cNvPicPr/>
              <p:nvPr/>
            </p:nvPicPr>
            <p:blipFill>
              <a:blip r:embed="rId337"/>
              <a:stretch>
                <a:fillRect/>
              </a:stretch>
            </p:blipFill>
            <p:spPr>
              <a:xfrm>
                <a:off x="3986591" y="2969754"/>
                <a:ext cx="161640" cy="8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8">
            <p14:nvContentPartPr>
              <p14:cNvPr id="171" name="Ink 170">
                <a:extLst>
                  <a:ext uri="{FF2B5EF4-FFF2-40B4-BE49-F238E27FC236}">
                    <a16:creationId xmlns:a16="http://schemas.microsoft.com/office/drawing/2014/main" id="{BBC66189-838C-01A9-187B-4E24149AC74C}"/>
                  </a:ext>
                </a:extLst>
              </p14:cNvPr>
              <p14:cNvContentPartPr/>
              <p14:nvPr/>
            </p14:nvContentPartPr>
            <p14:xfrm>
              <a:off x="4354511" y="2583834"/>
              <a:ext cx="231480" cy="222480"/>
            </p14:xfrm>
          </p:contentPart>
        </mc:Choice>
        <mc:Fallback xmlns="">
          <p:pic>
            <p:nvPicPr>
              <p:cNvPr id="171" name="Ink 170">
                <a:extLst>
                  <a:ext uri="{FF2B5EF4-FFF2-40B4-BE49-F238E27FC236}">
                    <a16:creationId xmlns:a16="http://schemas.microsoft.com/office/drawing/2014/main" id="{BBC66189-838C-01A9-187B-4E24149AC74C}"/>
                  </a:ext>
                </a:extLst>
              </p:cNvPr>
              <p:cNvPicPr/>
              <p:nvPr/>
            </p:nvPicPr>
            <p:blipFill>
              <a:blip r:embed="rId339"/>
              <a:stretch>
                <a:fillRect/>
              </a:stretch>
            </p:blipFill>
            <p:spPr>
              <a:xfrm>
                <a:off x="4345871" y="2574834"/>
                <a:ext cx="249120" cy="24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0">
            <p14:nvContentPartPr>
              <p14:cNvPr id="172" name="Ink 171">
                <a:extLst>
                  <a:ext uri="{FF2B5EF4-FFF2-40B4-BE49-F238E27FC236}">
                    <a16:creationId xmlns:a16="http://schemas.microsoft.com/office/drawing/2014/main" id="{0E932D5E-3A91-A64A-1365-4854C2695587}"/>
                  </a:ext>
                </a:extLst>
              </p14:cNvPr>
              <p14:cNvContentPartPr/>
              <p14:nvPr/>
            </p14:nvContentPartPr>
            <p14:xfrm>
              <a:off x="4411391" y="2602194"/>
              <a:ext cx="115920" cy="214920"/>
            </p14:xfrm>
          </p:contentPart>
        </mc:Choice>
        <mc:Fallback xmlns="">
          <p:pic>
            <p:nvPicPr>
              <p:cNvPr id="172" name="Ink 171">
                <a:extLst>
                  <a:ext uri="{FF2B5EF4-FFF2-40B4-BE49-F238E27FC236}">
                    <a16:creationId xmlns:a16="http://schemas.microsoft.com/office/drawing/2014/main" id="{0E932D5E-3A91-A64A-1365-4854C2695587}"/>
                  </a:ext>
                </a:extLst>
              </p:cNvPr>
              <p:cNvPicPr/>
              <p:nvPr/>
            </p:nvPicPr>
            <p:blipFill>
              <a:blip r:embed="rId341"/>
              <a:stretch>
                <a:fillRect/>
              </a:stretch>
            </p:blipFill>
            <p:spPr>
              <a:xfrm>
                <a:off x="4402751" y="2593554"/>
                <a:ext cx="133560" cy="23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2">
            <p14:nvContentPartPr>
              <p14:cNvPr id="173" name="Ink 172">
                <a:extLst>
                  <a:ext uri="{FF2B5EF4-FFF2-40B4-BE49-F238E27FC236}">
                    <a16:creationId xmlns:a16="http://schemas.microsoft.com/office/drawing/2014/main" id="{24B71D96-E75E-72F9-D126-E311437813BB}"/>
                  </a:ext>
                </a:extLst>
              </p14:cNvPr>
              <p14:cNvContentPartPr/>
              <p14:nvPr/>
            </p14:nvContentPartPr>
            <p14:xfrm>
              <a:off x="4648271" y="2775354"/>
              <a:ext cx="136800" cy="90000"/>
            </p14:xfrm>
          </p:contentPart>
        </mc:Choice>
        <mc:Fallback xmlns="">
          <p:pic>
            <p:nvPicPr>
              <p:cNvPr id="173" name="Ink 172">
                <a:extLst>
                  <a:ext uri="{FF2B5EF4-FFF2-40B4-BE49-F238E27FC236}">
                    <a16:creationId xmlns:a16="http://schemas.microsoft.com/office/drawing/2014/main" id="{24B71D96-E75E-72F9-D126-E311437813BB}"/>
                  </a:ext>
                </a:extLst>
              </p:cNvPr>
              <p:cNvPicPr/>
              <p:nvPr/>
            </p:nvPicPr>
            <p:blipFill>
              <a:blip r:embed="rId343"/>
              <a:stretch>
                <a:fillRect/>
              </a:stretch>
            </p:blipFill>
            <p:spPr>
              <a:xfrm>
                <a:off x="4639271" y="2766354"/>
                <a:ext cx="154440" cy="10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4">
            <p14:nvContentPartPr>
              <p14:cNvPr id="174" name="Ink 173">
                <a:extLst>
                  <a:ext uri="{FF2B5EF4-FFF2-40B4-BE49-F238E27FC236}">
                    <a16:creationId xmlns:a16="http://schemas.microsoft.com/office/drawing/2014/main" id="{5CE05864-5418-51DE-434D-333BC695A3DC}"/>
                  </a:ext>
                </a:extLst>
              </p14:cNvPr>
              <p14:cNvContentPartPr/>
              <p14:nvPr/>
            </p14:nvContentPartPr>
            <p14:xfrm>
              <a:off x="4813151" y="2510754"/>
              <a:ext cx="95760" cy="309240"/>
            </p14:xfrm>
          </p:contentPart>
        </mc:Choice>
        <mc:Fallback xmlns="">
          <p:pic>
            <p:nvPicPr>
              <p:cNvPr id="174" name="Ink 173">
                <a:extLst>
                  <a:ext uri="{FF2B5EF4-FFF2-40B4-BE49-F238E27FC236}">
                    <a16:creationId xmlns:a16="http://schemas.microsoft.com/office/drawing/2014/main" id="{5CE05864-5418-51DE-434D-333BC695A3DC}"/>
                  </a:ext>
                </a:extLst>
              </p:cNvPr>
              <p:cNvPicPr/>
              <p:nvPr/>
            </p:nvPicPr>
            <p:blipFill>
              <a:blip r:embed="rId345"/>
              <a:stretch>
                <a:fillRect/>
              </a:stretch>
            </p:blipFill>
            <p:spPr>
              <a:xfrm>
                <a:off x="4804511" y="2502114"/>
                <a:ext cx="113400" cy="32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6">
            <p14:nvContentPartPr>
              <p14:cNvPr id="175" name="Ink 174">
                <a:extLst>
                  <a:ext uri="{FF2B5EF4-FFF2-40B4-BE49-F238E27FC236}">
                    <a16:creationId xmlns:a16="http://schemas.microsoft.com/office/drawing/2014/main" id="{6B2E6E3D-44D7-E685-6135-E7E8DA94BB8C}"/>
                  </a:ext>
                </a:extLst>
              </p14:cNvPr>
              <p14:cNvContentPartPr/>
              <p14:nvPr/>
            </p14:nvContentPartPr>
            <p14:xfrm>
              <a:off x="4938071" y="2696874"/>
              <a:ext cx="109080" cy="203760"/>
            </p14:xfrm>
          </p:contentPart>
        </mc:Choice>
        <mc:Fallback xmlns="">
          <p:pic>
            <p:nvPicPr>
              <p:cNvPr id="175" name="Ink 174">
                <a:extLst>
                  <a:ext uri="{FF2B5EF4-FFF2-40B4-BE49-F238E27FC236}">
                    <a16:creationId xmlns:a16="http://schemas.microsoft.com/office/drawing/2014/main" id="{6B2E6E3D-44D7-E685-6135-E7E8DA94BB8C}"/>
                  </a:ext>
                </a:extLst>
              </p:cNvPr>
              <p:cNvPicPr/>
              <p:nvPr/>
            </p:nvPicPr>
            <p:blipFill>
              <a:blip r:embed="rId347"/>
              <a:stretch>
                <a:fillRect/>
              </a:stretch>
            </p:blipFill>
            <p:spPr>
              <a:xfrm>
                <a:off x="4929071" y="2688234"/>
                <a:ext cx="126720" cy="22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8">
            <p14:nvContentPartPr>
              <p14:cNvPr id="176" name="Ink 175">
                <a:extLst>
                  <a:ext uri="{FF2B5EF4-FFF2-40B4-BE49-F238E27FC236}">
                    <a16:creationId xmlns:a16="http://schemas.microsoft.com/office/drawing/2014/main" id="{83A97223-9561-1AC4-BA04-5EC06B2C1971}"/>
                  </a:ext>
                </a:extLst>
              </p14:cNvPr>
              <p14:cNvContentPartPr/>
              <p14:nvPr/>
            </p14:nvContentPartPr>
            <p14:xfrm>
              <a:off x="4949231" y="2597874"/>
              <a:ext cx="9000" cy="6120"/>
            </p14:xfrm>
          </p:contentPart>
        </mc:Choice>
        <mc:Fallback xmlns="">
          <p:pic>
            <p:nvPicPr>
              <p:cNvPr id="176" name="Ink 175">
                <a:extLst>
                  <a:ext uri="{FF2B5EF4-FFF2-40B4-BE49-F238E27FC236}">
                    <a16:creationId xmlns:a16="http://schemas.microsoft.com/office/drawing/2014/main" id="{83A97223-9561-1AC4-BA04-5EC06B2C1971}"/>
                  </a:ext>
                </a:extLst>
              </p:cNvPr>
              <p:cNvPicPr/>
              <p:nvPr/>
            </p:nvPicPr>
            <p:blipFill>
              <a:blip r:embed="rId349"/>
              <a:stretch>
                <a:fillRect/>
              </a:stretch>
            </p:blipFill>
            <p:spPr>
              <a:xfrm>
                <a:off x="4940591" y="2589234"/>
                <a:ext cx="26640" cy="2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0">
            <p14:nvContentPartPr>
              <p14:cNvPr id="177" name="Ink 176">
                <a:extLst>
                  <a:ext uri="{FF2B5EF4-FFF2-40B4-BE49-F238E27FC236}">
                    <a16:creationId xmlns:a16="http://schemas.microsoft.com/office/drawing/2014/main" id="{E8BAF0B1-E2D1-8D04-E305-4D5F0A9D0B6E}"/>
                  </a:ext>
                </a:extLst>
              </p14:cNvPr>
              <p14:cNvContentPartPr/>
              <p14:nvPr/>
            </p14:nvContentPartPr>
            <p14:xfrm>
              <a:off x="5076671" y="2489514"/>
              <a:ext cx="111600" cy="373680"/>
            </p14:xfrm>
          </p:contentPart>
        </mc:Choice>
        <mc:Fallback xmlns="">
          <p:pic>
            <p:nvPicPr>
              <p:cNvPr id="177" name="Ink 176">
                <a:extLst>
                  <a:ext uri="{FF2B5EF4-FFF2-40B4-BE49-F238E27FC236}">
                    <a16:creationId xmlns:a16="http://schemas.microsoft.com/office/drawing/2014/main" id="{E8BAF0B1-E2D1-8D04-E305-4D5F0A9D0B6E}"/>
                  </a:ext>
                </a:extLst>
              </p:cNvPr>
              <p:cNvPicPr/>
              <p:nvPr/>
            </p:nvPicPr>
            <p:blipFill>
              <a:blip r:embed="rId351"/>
              <a:stretch>
                <a:fillRect/>
              </a:stretch>
            </p:blipFill>
            <p:spPr>
              <a:xfrm>
                <a:off x="5068031" y="2480514"/>
                <a:ext cx="129240" cy="39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2">
            <p14:nvContentPartPr>
              <p14:cNvPr id="178" name="Ink 177">
                <a:extLst>
                  <a:ext uri="{FF2B5EF4-FFF2-40B4-BE49-F238E27FC236}">
                    <a16:creationId xmlns:a16="http://schemas.microsoft.com/office/drawing/2014/main" id="{2459AAA2-B147-2671-419C-4E706654F373}"/>
                  </a:ext>
                </a:extLst>
              </p14:cNvPr>
              <p14:cNvContentPartPr/>
              <p14:nvPr/>
            </p14:nvContentPartPr>
            <p14:xfrm>
              <a:off x="5242631" y="2572674"/>
              <a:ext cx="189000" cy="79920"/>
            </p14:xfrm>
          </p:contentPart>
        </mc:Choice>
        <mc:Fallback xmlns="">
          <p:pic>
            <p:nvPicPr>
              <p:cNvPr id="178" name="Ink 177">
                <a:extLst>
                  <a:ext uri="{FF2B5EF4-FFF2-40B4-BE49-F238E27FC236}">
                    <a16:creationId xmlns:a16="http://schemas.microsoft.com/office/drawing/2014/main" id="{2459AAA2-B147-2671-419C-4E706654F373}"/>
                  </a:ext>
                </a:extLst>
              </p:cNvPr>
              <p:cNvPicPr/>
              <p:nvPr/>
            </p:nvPicPr>
            <p:blipFill>
              <a:blip r:embed="rId353"/>
              <a:stretch>
                <a:fillRect/>
              </a:stretch>
            </p:blipFill>
            <p:spPr>
              <a:xfrm>
                <a:off x="5233991" y="2564034"/>
                <a:ext cx="206640" cy="9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4">
            <p14:nvContentPartPr>
              <p14:cNvPr id="179" name="Ink 178">
                <a:extLst>
                  <a:ext uri="{FF2B5EF4-FFF2-40B4-BE49-F238E27FC236}">
                    <a16:creationId xmlns:a16="http://schemas.microsoft.com/office/drawing/2014/main" id="{00E173EA-C6EC-DAF3-483E-4ED0C6F34E39}"/>
                  </a:ext>
                </a:extLst>
              </p14:cNvPr>
              <p14:cNvContentPartPr/>
              <p14:nvPr/>
            </p14:nvContentPartPr>
            <p14:xfrm>
              <a:off x="5462231" y="2605074"/>
              <a:ext cx="136800" cy="80640"/>
            </p14:xfrm>
          </p:contentPart>
        </mc:Choice>
        <mc:Fallback xmlns="">
          <p:pic>
            <p:nvPicPr>
              <p:cNvPr id="179" name="Ink 178">
                <a:extLst>
                  <a:ext uri="{FF2B5EF4-FFF2-40B4-BE49-F238E27FC236}">
                    <a16:creationId xmlns:a16="http://schemas.microsoft.com/office/drawing/2014/main" id="{00E173EA-C6EC-DAF3-483E-4ED0C6F34E39}"/>
                  </a:ext>
                </a:extLst>
              </p:cNvPr>
              <p:cNvPicPr/>
              <p:nvPr/>
            </p:nvPicPr>
            <p:blipFill>
              <a:blip r:embed="rId355"/>
              <a:stretch>
                <a:fillRect/>
              </a:stretch>
            </p:blipFill>
            <p:spPr>
              <a:xfrm>
                <a:off x="5453231" y="2596434"/>
                <a:ext cx="154440" cy="9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6">
            <p14:nvContentPartPr>
              <p14:cNvPr id="180" name="Ink 179">
                <a:extLst>
                  <a:ext uri="{FF2B5EF4-FFF2-40B4-BE49-F238E27FC236}">
                    <a16:creationId xmlns:a16="http://schemas.microsoft.com/office/drawing/2014/main" id="{21AE2327-C4A4-F2A8-79CB-99AB6F83BC0C}"/>
                  </a:ext>
                </a:extLst>
              </p14:cNvPr>
              <p14:cNvContentPartPr/>
              <p14:nvPr/>
            </p14:nvContentPartPr>
            <p14:xfrm>
              <a:off x="5631071" y="2598954"/>
              <a:ext cx="127440" cy="5760"/>
            </p14:xfrm>
          </p:contentPart>
        </mc:Choice>
        <mc:Fallback xmlns="">
          <p:pic>
            <p:nvPicPr>
              <p:cNvPr id="180" name="Ink 179">
                <a:extLst>
                  <a:ext uri="{FF2B5EF4-FFF2-40B4-BE49-F238E27FC236}">
                    <a16:creationId xmlns:a16="http://schemas.microsoft.com/office/drawing/2014/main" id="{21AE2327-C4A4-F2A8-79CB-99AB6F83BC0C}"/>
                  </a:ext>
                </a:extLst>
              </p:cNvPr>
              <p:cNvPicPr/>
              <p:nvPr/>
            </p:nvPicPr>
            <p:blipFill>
              <a:blip r:embed="rId357"/>
              <a:stretch>
                <a:fillRect/>
              </a:stretch>
            </p:blipFill>
            <p:spPr>
              <a:xfrm>
                <a:off x="5622071" y="2590314"/>
                <a:ext cx="145080" cy="2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8">
            <p14:nvContentPartPr>
              <p14:cNvPr id="181" name="Ink 180">
                <a:extLst>
                  <a:ext uri="{FF2B5EF4-FFF2-40B4-BE49-F238E27FC236}">
                    <a16:creationId xmlns:a16="http://schemas.microsoft.com/office/drawing/2014/main" id="{DD53D863-5739-F1C9-4E78-E954843F4B37}"/>
                  </a:ext>
                </a:extLst>
              </p14:cNvPr>
              <p14:cNvContentPartPr/>
              <p14:nvPr/>
            </p14:nvContentPartPr>
            <p14:xfrm>
              <a:off x="5794511" y="2542434"/>
              <a:ext cx="159480" cy="99000"/>
            </p14:xfrm>
          </p:contentPart>
        </mc:Choice>
        <mc:Fallback xmlns="">
          <p:pic>
            <p:nvPicPr>
              <p:cNvPr id="181" name="Ink 180">
                <a:extLst>
                  <a:ext uri="{FF2B5EF4-FFF2-40B4-BE49-F238E27FC236}">
                    <a16:creationId xmlns:a16="http://schemas.microsoft.com/office/drawing/2014/main" id="{DD53D863-5739-F1C9-4E78-E954843F4B37}"/>
                  </a:ext>
                </a:extLst>
              </p:cNvPr>
              <p:cNvPicPr/>
              <p:nvPr/>
            </p:nvPicPr>
            <p:blipFill>
              <a:blip r:embed="rId359"/>
              <a:stretch>
                <a:fillRect/>
              </a:stretch>
            </p:blipFill>
            <p:spPr>
              <a:xfrm>
                <a:off x="5785871" y="2533434"/>
                <a:ext cx="177120" cy="11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0">
            <p14:nvContentPartPr>
              <p14:cNvPr id="182" name="Ink 181">
                <a:extLst>
                  <a:ext uri="{FF2B5EF4-FFF2-40B4-BE49-F238E27FC236}">
                    <a16:creationId xmlns:a16="http://schemas.microsoft.com/office/drawing/2014/main" id="{B166046F-8648-FBA8-22E9-4CEE92D416C4}"/>
                  </a:ext>
                </a:extLst>
              </p14:cNvPr>
              <p14:cNvContentPartPr/>
              <p14:nvPr/>
            </p14:nvContentPartPr>
            <p14:xfrm>
              <a:off x="5997191" y="2583474"/>
              <a:ext cx="65520" cy="51480"/>
            </p14:xfrm>
          </p:contentPart>
        </mc:Choice>
        <mc:Fallback xmlns="">
          <p:pic>
            <p:nvPicPr>
              <p:cNvPr id="182" name="Ink 181">
                <a:extLst>
                  <a:ext uri="{FF2B5EF4-FFF2-40B4-BE49-F238E27FC236}">
                    <a16:creationId xmlns:a16="http://schemas.microsoft.com/office/drawing/2014/main" id="{B166046F-8648-FBA8-22E9-4CEE92D416C4}"/>
                  </a:ext>
                </a:extLst>
              </p:cNvPr>
              <p:cNvPicPr/>
              <p:nvPr/>
            </p:nvPicPr>
            <p:blipFill>
              <a:blip r:embed="rId361"/>
              <a:stretch>
                <a:fillRect/>
              </a:stretch>
            </p:blipFill>
            <p:spPr>
              <a:xfrm>
                <a:off x="5988551" y="2574834"/>
                <a:ext cx="83160" cy="6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2">
            <p14:nvContentPartPr>
              <p14:cNvPr id="183" name="Ink 182">
                <a:extLst>
                  <a:ext uri="{FF2B5EF4-FFF2-40B4-BE49-F238E27FC236}">
                    <a16:creationId xmlns:a16="http://schemas.microsoft.com/office/drawing/2014/main" id="{1C05B450-4765-503C-1982-2C6AF5EA2247}"/>
                  </a:ext>
                </a:extLst>
              </p14:cNvPr>
              <p14:cNvContentPartPr/>
              <p14:nvPr/>
            </p14:nvContentPartPr>
            <p14:xfrm>
              <a:off x="6069911" y="2567994"/>
              <a:ext cx="96480" cy="73080"/>
            </p14:xfrm>
          </p:contentPart>
        </mc:Choice>
        <mc:Fallback xmlns="">
          <p:pic>
            <p:nvPicPr>
              <p:cNvPr id="183" name="Ink 182">
                <a:extLst>
                  <a:ext uri="{FF2B5EF4-FFF2-40B4-BE49-F238E27FC236}">
                    <a16:creationId xmlns:a16="http://schemas.microsoft.com/office/drawing/2014/main" id="{1C05B450-4765-503C-1982-2C6AF5EA2247}"/>
                  </a:ext>
                </a:extLst>
              </p:cNvPr>
              <p:cNvPicPr/>
              <p:nvPr/>
            </p:nvPicPr>
            <p:blipFill>
              <a:blip r:embed="rId363"/>
              <a:stretch>
                <a:fillRect/>
              </a:stretch>
            </p:blipFill>
            <p:spPr>
              <a:xfrm>
                <a:off x="6061271" y="2559354"/>
                <a:ext cx="114120" cy="9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4">
            <p14:nvContentPartPr>
              <p14:cNvPr id="184" name="Ink 183">
                <a:extLst>
                  <a:ext uri="{FF2B5EF4-FFF2-40B4-BE49-F238E27FC236}">
                    <a16:creationId xmlns:a16="http://schemas.microsoft.com/office/drawing/2014/main" id="{A8773A71-A995-806C-A774-40438292CD37}"/>
                  </a:ext>
                </a:extLst>
              </p14:cNvPr>
              <p14:cNvContentPartPr/>
              <p14:nvPr/>
            </p14:nvContentPartPr>
            <p14:xfrm>
              <a:off x="5941391" y="2520474"/>
              <a:ext cx="196200" cy="33120"/>
            </p14:xfrm>
          </p:contentPart>
        </mc:Choice>
        <mc:Fallback xmlns="">
          <p:pic>
            <p:nvPicPr>
              <p:cNvPr id="184" name="Ink 183">
                <a:extLst>
                  <a:ext uri="{FF2B5EF4-FFF2-40B4-BE49-F238E27FC236}">
                    <a16:creationId xmlns:a16="http://schemas.microsoft.com/office/drawing/2014/main" id="{A8773A71-A995-806C-A774-40438292CD37}"/>
                  </a:ext>
                </a:extLst>
              </p:cNvPr>
              <p:cNvPicPr/>
              <p:nvPr/>
            </p:nvPicPr>
            <p:blipFill>
              <a:blip r:embed="rId365"/>
              <a:stretch>
                <a:fillRect/>
              </a:stretch>
            </p:blipFill>
            <p:spPr>
              <a:xfrm>
                <a:off x="5932751" y="2511834"/>
                <a:ext cx="213840" cy="5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6">
            <p14:nvContentPartPr>
              <p14:cNvPr id="185" name="Ink 184">
                <a:extLst>
                  <a:ext uri="{FF2B5EF4-FFF2-40B4-BE49-F238E27FC236}">
                    <a16:creationId xmlns:a16="http://schemas.microsoft.com/office/drawing/2014/main" id="{60B7EAC9-E1CE-47D5-75FA-30A4E5B38B0F}"/>
                  </a:ext>
                </a:extLst>
              </p14:cNvPr>
              <p14:cNvContentPartPr/>
              <p14:nvPr/>
            </p14:nvContentPartPr>
            <p14:xfrm>
              <a:off x="6250271" y="2588874"/>
              <a:ext cx="58320" cy="62280"/>
            </p14:xfrm>
          </p:contentPart>
        </mc:Choice>
        <mc:Fallback xmlns="">
          <p:pic>
            <p:nvPicPr>
              <p:cNvPr id="185" name="Ink 184">
                <a:extLst>
                  <a:ext uri="{FF2B5EF4-FFF2-40B4-BE49-F238E27FC236}">
                    <a16:creationId xmlns:a16="http://schemas.microsoft.com/office/drawing/2014/main" id="{60B7EAC9-E1CE-47D5-75FA-30A4E5B38B0F}"/>
                  </a:ext>
                </a:extLst>
              </p:cNvPr>
              <p:cNvPicPr/>
              <p:nvPr/>
            </p:nvPicPr>
            <p:blipFill>
              <a:blip r:embed="rId367"/>
              <a:stretch>
                <a:fillRect/>
              </a:stretch>
            </p:blipFill>
            <p:spPr>
              <a:xfrm>
                <a:off x="6241631" y="2579874"/>
                <a:ext cx="75960" cy="7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8">
            <p14:nvContentPartPr>
              <p14:cNvPr id="186" name="Ink 185">
                <a:extLst>
                  <a:ext uri="{FF2B5EF4-FFF2-40B4-BE49-F238E27FC236}">
                    <a16:creationId xmlns:a16="http://schemas.microsoft.com/office/drawing/2014/main" id="{5E29EC9B-AF67-4127-9DE8-04C311FEADE1}"/>
                  </a:ext>
                </a:extLst>
              </p14:cNvPr>
              <p14:cNvContentPartPr/>
              <p14:nvPr/>
            </p14:nvContentPartPr>
            <p14:xfrm>
              <a:off x="6223631" y="2500314"/>
              <a:ext cx="12960" cy="11880"/>
            </p14:xfrm>
          </p:contentPart>
        </mc:Choice>
        <mc:Fallback xmlns="">
          <p:pic>
            <p:nvPicPr>
              <p:cNvPr id="186" name="Ink 185">
                <a:extLst>
                  <a:ext uri="{FF2B5EF4-FFF2-40B4-BE49-F238E27FC236}">
                    <a16:creationId xmlns:a16="http://schemas.microsoft.com/office/drawing/2014/main" id="{5E29EC9B-AF67-4127-9DE8-04C311FEADE1}"/>
                  </a:ext>
                </a:extLst>
              </p:cNvPr>
              <p:cNvPicPr/>
              <p:nvPr/>
            </p:nvPicPr>
            <p:blipFill>
              <a:blip r:embed="rId369"/>
              <a:stretch>
                <a:fillRect/>
              </a:stretch>
            </p:blipFill>
            <p:spPr>
              <a:xfrm>
                <a:off x="6214631" y="2491674"/>
                <a:ext cx="30600" cy="2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0">
            <p14:nvContentPartPr>
              <p14:cNvPr id="187" name="Ink 186">
                <a:extLst>
                  <a:ext uri="{FF2B5EF4-FFF2-40B4-BE49-F238E27FC236}">
                    <a16:creationId xmlns:a16="http://schemas.microsoft.com/office/drawing/2014/main" id="{6A20776B-DBCA-C288-A122-82766351474A}"/>
                  </a:ext>
                </a:extLst>
              </p14:cNvPr>
              <p14:cNvContentPartPr/>
              <p14:nvPr/>
            </p14:nvContentPartPr>
            <p14:xfrm>
              <a:off x="5265311" y="2713434"/>
              <a:ext cx="976680" cy="36360"/>
            </p14:xfrm>
          </p:contentPart>
        </mc:Choice>
        <mc:Fallback xmlns="">
          <p:pic>
            <p:nvPicPr>
              <p:cNvPr id="187" name="Ink 186">
                <a:extLst>
                  <a:ext uri="{FF2B5EF4-FFF2-40B4-BE49-F238E27FC236}">
                    <a16:creationId xmlns:a16="http://schemas.microsoft.com/office/drawing/2014/main" id="{6A20776B-DBCA-C288-A122-82766351474A}"/>
                  </a:ext>
                </a:extLst>
              </p:cNvPr>
              <p:cNvPicPr/>
              <p:nvPr/>
            </p:nvPicPr>
            <p:blipFill>
              <a:blip r:embed="rId371"/>
              <a:stretch>
                <a:fillRect/>
              </a:stretch>
            </p:blipFill>
            <p:spPr>
              <a:xfrm>
                <a:off x="5256311" y="2704794"/>
                <a:ext cx="994320" cy="5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2">
            <p14:nvContentPartPr>
              <p14:cNvPr id="188" name="Ink 187">
                <a:extLst>
                  <a:ext uri="{FF2B5EF4-FFF2-40B4-BE49-F238E27FC236}">
                    <a16:creationId xmlns:a16="http://schemas.microsoft.com/office/drawing/2014/main" id="{277C45D6-2A11-BD54-40BB-EE0B95290159}"/>
                  </a:ext>
                </a:extLst>
              </p14:cNvPr>
              <p14:cNvContentPartPr/>
              <p14:nvPr/>
            </p14:nvContentPartPr>
            <p14:xfrm>
              <a:off x="5607671" y="2844834"/>
              <a:ext cx="232200" cy="107280"/>
            </p14:xfrm>
          </p:contentPart>
        </mc:Choice>
        <mc:Fallback xmlns="">
          <p:pic>
            <p:nvPicPr>
              <p:cNvPr id="188" name="Ink 187">
                <a:extLst>
                  <a:ext uri="{FF2B5EF4-FFF2-40B4-BE49-F238E27FC236}">
                    <a16:creationId xmlns:a16="http://schemas.microsoft.com/office/drawing/2014/main" id="{277C45D6-2A11-BD54-40BB-EE0B95290159}"/>
                  </a:ext>
                </a:extLst>
              </p:cNvPr>
              <p:cNvPicPr/>
              <p:nvPr/>
            </p:nvPicPr>
            <p:blipFill>
              <a:blip r:embed="rId373"/>
              <a:stretch>
                <a:fillRect/>
              </a:stretch>
            </p:blipFill>
            <p:spPr>
              <a:xfrm>
                <a:off x="5598671" y="2836194"/>
                <a:ext cx="249840" cy="12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4">
            <p14:nvContentPartPr>
              <p14:cNvPr id="189" name="Ink 188">
                <a:extLst>
                  <a:ext uri="{FF2B5EF4-FFF2-40B4-BE49-F238E27FC236}">
                    <a16:creationId xmlns:a16="http://schemas.microsoft.com/office/drawing/2014/main" id="{E467D300-2CEB-8E49-04FB-3BF66FD1BB9D}"/>
                  </a:ext>
                </a:extLst>
              </p14:cNvPr>
              <p14:cNvContentPartPr/>
              <p14:nvPr/>
            </p14:nvContentPartPr>
            <p14:xfrm>
              <a:off x="6454391" y="2713434"/>
              <a:ext cx="88560" cy="5760"/>
            </p14:xfrm>
          </p:contentPart>
        </mc:Choice>
        <mc:Fallback xmlns="">
          <p:pic>
            <p:nvPicPr>
              <p:cNvPr id="189" name="Ink 188">
                <a:extLst>
                  <a:ext uri="{FF2B5EF4-FFF2-40B4-BE49-F238E27FC236}">
                    <a16:creationId xmlns:a16="http://schemas.microsoft.com/office/drawing/2014/main" id="{E467D300-2CEB-8E49-04FB-3BF66FD1BB9D}"/>
                  </a:ext>
                </a:extLst>
              </p:cNvPr>
              <p:cNvPicPr/>
              <p:nvPr/>
            </p:nvPicPr>
            <p:blipFill>
              <a:blip r:embed="rId375"/>
              <a:stretch>
                <a:fillRect/>
              </a:stretch>
            </p:blipFill>
            <p:spPr>
              <a:xfrm>
                <a:off x="6445751" y="2704434"/>
                <a:ext cx="106200" cy="2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6">
            <p14:nvContentPartPr>
              <p14:cNvPr id="190" name="Ink 189">
                <a:extLst>
                  <a:ext uri="{FF2B5EF4-FFF2-40B4-BE49-F238E27FC236}">
                    <a16:creationId xmlns:a16="http://schemas.microsoft.com/office/drawing/2014/main" id="{2AFA2D38-55CC-5E85-8BC8-F8E2F836C73F}"/>
                  </a:ext>
                </a:extLst>
              </p14:cNvPr>
              <p14:cNvContentPartPr/>
              <p14:nvPr/>
            </p14:nvContentPartPr>
            <p14:xfrm>
              <a:off x="6719351" y="2614074"/>
              <a:ext cx="163080" cy="110160"/>
            </p14:xfrm>
          </p:contentPart>
        </mc:Choice>
        <mc:Fallback xmlns="">
          <p:pic>
            <p:nvPicPr>
              <p:cNvPr id="190" name="Ink 189">
                <a:extLst>
                  <a:ext uri="{FF2B5EF4-FFF2-40B4-BE49-F238E27FC236}">
                    <a16:creationId xmlns:a16="http://schemas.microsoft.com/office/drawing/2014/main" id="{2AFA2D38-55CC-5E85-8BC8-F8E2F836C73F}"/>
                  </a:ext>
                </a:extLst>
              </p:cNvPr>
              <p:cNvPicPr/>
              <p:nvPr/>
            </p:nvPicPr>
            <p:blipFill>
              <a:blip r:embed="rId377"/>
              <a:stretch>
                <a:fillRect/>
              </a:stretch>
            </p:blipFill>
            <p:spPr>
              <a:xfrm>
                <a:off x="6710711" y="2605074"/>
                <a:ext cx="180720" cy="12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8">
            <p14:nvContentPartPr>
              <p14:cNvPr id="191" name="Ink 190">
                <a:extLst>
                  <a:ext uri="{FF2B5EF4-FFF2-40B4-BE49-F238E27FC236}">
                    <a16:creationId xmlns:a16="http://schemas.microsoft.com/office/drawing/2014/main" id="{2CC736EE-030B-7075-64DD-BD4778493008}"/>
                  </a:ext>
                </a:extLst>
              </p14:cNvPr>
              <p14:cNvContentPartPr/>
              <p14:nvPr/>
            </p14:nvContentPartPr>
            <p14:xfrm>
              <a:off x="6927071" y="2635674"/>
              <a:ext cx="43200" cy="60840"/>
            </p14:xfrm>
          </p:contentPart>
        </mc:Choice>
        <mc:Fallback xmlns="">
          <p:pic>
            <p:nvPicPr>
              <p:cNvPr id="191" name="Ink 190">
                <a:extLst>
                  <a:ext uri="{FF2B5EF4-FFF2-40B4-BE49-F238E27FC236}">
                    <a16:creationId xmlns:a16="http://schemas.microsoft.com/office/drawing/2014/main" id="{2CC736EE-030B-7075-64DD-BD4778493008}"/>
                  </a:ext>
                </a:extLst>
              </p:cNvPr>
              <p:cNvPicPr/>
              <p:nvPr/>
            </p:nvPicPr>
            <p:blipFill>
              <a:blip r:embed="rId379"/>
              <a:stretch>
                <a:fillRect/>
              </a:stretch>
            </p:blipFill>
            <p:spPr>
              <a:xfrm>
                <a:off x="6918431" y="2626674"/>
                <a:ext cx="60840" cy="7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0">
            <p14:nvContentPartPr>
              <p14:cNvPr id="192" name="Ink 191">
                <a:extLst>
                  <a:ext uri="{FF2B5EF4-FFF2-40B4-BE49-F238E27FC236}">
                    <a16:creationId xmlns:a16="http://schemas.microsoft.com/office/drawing/2014/main" id="{3C377362-E163-DF91-C9D6-BC55D96CA373}"/>
                  </a:ext>
                </a:extLst>
              </p14:cNvPr>
              <p14:cNvContentPartPr/>
              <p14:nvPr/>
            </p14:nvContentPartPr>
            <p14:xfrm>
              <a:off x="6984311" y="2646114"/>
              <a:ext cx="78840" cy="69480"/>
            </p14:xfrm>
          </p:contentPart>
        </mc:Choice>
        <mc:Fallback xmlns="">
          <p:pic>
            <p:nvPicPr>
              <p:cNvPr id="192" name="Ink 191">
                <a:extLst>
                  <a:ext uri="{FF2B5EF4-FFF2-40B4-BE49-F238E27FC236}">
                    <a16:creationId xmlns:a16="http://schemas.microsoft.com/office/drawing/2014/main" id="{3C377362-E163-DF91-C9D6-BC55D96CA373}"/>
                  </a:ext>
                </a:extLst>
              </p:cNvPr>
              <p:cNvPicPr/>
              <p:nvPr/>
            </p:nvPicPr>
            <p:blipFill>
              <a:blip r:embed="rId381"/>
              <a:stretch>
                <a:fillRect/>
              </a:stretch>
            </p:blipFill>
            <p:spPr>
              <a:xfrm>
                <a:off x="6975671" y="2637114"/>
                <a:ext cx="96480" cy="8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2">
            <p14:nvContentPartPr>
              <p14:cNvPr id="193" name="Ink 192">
                <a:extLst>
                  <a:ext uri="{FF2B5EF4-FFF2-40B4-BE49-F238E27FC236}">
                    <a16:creationId xmlns:a16="http://schemas.microsoft.com/office/drawing/2014/main" id="{04BD75F0-A981-519F-0837-A0357A303E05}"/>
                  </a:ext>
                </a:extLst>
              </p14:cNvPr>
              <p14:cNvContentPartPr/>
              <p14:nvPr/>
            </p14:nvContentPartPr>
            <p14:xfrm>
              <a:off x="6881711" y="2590314"/>
              <a:ext cx="134280" cy="24840"/>
            </p14:xfrm>
          </p:contentPart>
        </mc:Choice>
        <mc:Fallback xmlns="">
          <p:pic>
            <p:nvPicPr>
              <p:cNvPr id="193" name="Ink 192">
                <a:extLst>
                  <a:ext uri="{FF2B5EF4-FFF2-40B4-BE49-F238E27FC236}">
                    <a16:creationId xmlns:a16="http://schemas.microsoft.com/office/drawing/2014/main" id="{04BD75F0-A981-519F-0837-A0357A303E05}"/>
                  </a:ext>
                </a:extLst>
              </p:cNvPr>
              <p:cNvPicPr/>
              <p:nvPr/>
            </p:nvPicPr>
            <p:blipFill>
              <a:blip r:embed="rId383"/>
              <a:stretch>
                <a:fillRect/>
              </a:stretch>
            </p:blipFill>
            <p:spPr>
              <a:xfrm>
                <a:off x="6872711" y="2581674"/>
                <a:ext cx="151920" cy="4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4">
            <p14:nvContentPartPr>
              <p14:cNvPr id="194" name="Ink 193">
                <a:extLst>
                  <a:ext uri="{FF2B5EF4-FFF2-40B4-BE49-F238E27FC236}">
                    <a16:creationId xmlns:a16="http://schemas.microsoft.com/office/drawing/2014/main" id="{8986E04F-6922-7B11-707E-01161BB24BA7}"/>
                  </a:ext>
                </a:extLst>
              </p14:cNvPr>
              <p14:cNvContentPartPr/>
              <p14:nvPr/>
            </p14:nvContentPartPr>
            <p14:xfrm>
              <a:off x="7088351" y="2552514"/>
              <a:ext cx="73080" cy="158760"/>
            </p14:xfrm>
          </p:contentPart>
        </mc:Choice>
        <mc:Fallback xmlns="">
          <p:pic>
            <p:nvPicPr>
              <p:cNvPr id="194" name="Ink 193">
                <a:extLst>
                  <a:ext uri="{FF2B5EF4-FFF2-40B4-BE49-F238E27FC236}">
                    <a16:creationId xmlns:a16="http://schemas.microsoft.com/office/drawing/2014/main" id="{8986E04F-6922-7B11-707E-01161BB24BA7}"/>
                  </a:ext>
                </a:extLst>
              </p:cNvPr>
              <p:cNvPicPr/>
              <p:nvPr/>
            </p:nvPicPr>
            <p:blipFill>
              <a:blip r:embed="rId385"/>
              <a:stretch>
                <a:fillRect/>
              </a:stretch>
            </p:blipFill>
            <p:spPr>
              <a:xfrm>
                <a:off x="7079351" y="2543514"/>
                <a:ext cx="90720" cy="17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6">
            <p14:nvContentPartPr>
              <p14:cNvPr id="195" name="Ink 194">
                <a:extLst>
                  <a:ext uri="{FF2B5EF4-FFF2-40B4-BE49-F238E27FC236}">
                    <a16:creationId xmlns:a16="http://schemas.microsoft.com/office/drawing/2014/main" id="{D42D51C3-3558-B673-77A3-B133161037D5}"/>
                  </a:ext>
                </a:extLst>
              </p14:cNvPr>
              <p14:cNvContentPartPr/>
              <p14:nvPr/>
            </p14:nvContentPartPr>
            <p14:xfrm>
              <a:off x="7147751" y="2642154"/>
              <a:ext cx="111600" cy="63360"/>
            </p14:xfrm>
          </p:contentPart>
        </mc:Choice>
        <mc:Fallback xmlns="">
          <p:pic>
            <p:nvPicPr>
              <p:cNvPr id="195" name="Ink 194">
                <a:extLst>
                  <a:ext uri="{FF2B5EF4-FFF2-40B4-BE49-F238E27FC236}">
                    <a16:creationId xmlns:a16="http://schemas.microsoft.com/office/drawing/2014/main" id="{D42D51C3-3558-B673-77A3-B133161037D5}"/>
                  </a:ext>
                </a:extLst>
              </p:cNvPr>
              <p:cNvPicPr/>
              <p:nvPr/>
            </p:nvPicPr>
            <p:blipFill>
              <a:blip r:embed="rId387"/>
              <a:stretch>
                <a:fillRect/>
              </a:stretch>
            </p:blipFill>
            <p:spPr>
              <a:xfrm>
                <a:off x="7139111" y="2633154"/>
                <a:ext cx="129240" cy="8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8">
            <p14:nvContentPartPr>
              <p14:cNvPr id="196" name="Ink 195">
                <a:extLst>
                  <a:ext uri="{FF2B5EF4-FFF2-40B4-BE49-F238E27FC236}">
                    <a16:creationId xmlns:a16="http://schemas.microsoft.com/office/drawing/2014/main" id="{1BB07F6C-16D5-C2FC-9060-C2D51FF0479B}"/>
                  </a:ext>
                </a:extLst>
              </p14:cNvPr>
              <p14:cNvContentPartPr/>
              <p14:nvPr/>
            </p14:nvContentPartPr>
            <p14:xfrm>
              <a:off x="7155671" y="2479074"/>
              <a:ext cx="217800" cy="373680"/>
            </p14:xfrm>
          </p:contentPart>
        </mc:Choice>
        <mc:Fallback xmlns="">
          <p:pic>
            <p:nvPicPr>
              <p:cNvPr id="196" name="Ink 195">
                <a:extLst>
                  <a:ext uri="{FF2B5EF4-FFF2-40B4-BE49-F238E27FC236}">
                    <a16:creationId xmlns:a16="http://schemas.microsoft.com/office/drawing/2014/main" id="{1BB07F6C-16D5-C2FC-9060-C2D51FF0479B}"/>
                  </a:ext>
                </a:extLst>
              </p:cNvPr>
              <p:cNvPicPr/>
              <p:nvPr/>
            </p:nvPicPr>
            <p:blipFill>
              <a:blip r:embed="rId389"/>
              <a:stretch>
                <a:fillRect/>
              </a:stretch>
            </p:blipFill>
            <p:spPr>
              <a:xfrm>
                <a:off x="7147031" y="2470434"/>
                <a:ext cx="235440" cy="39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0">
            <p14:nvContentPartPr>
              <p14:cNvPr id="197" name="Ink 196">
                <a:extLst>
                  <a:ext uri="{FF2B5EF4-FFF2-40B4-BE49-F238E27FC236}">
                    <a16:creationId xmlns:a16="http://schemas.microsoft.com/office/drawing/2014/main" id="{51F94F3F-C285-925F-A75D-FA4FD9E0806E}"/>
                  </a:ext>
                </a:extLst>
              </p14:cNvPr>
              <p14:cNvContentPartPr/>
              <p14:nvPr/>
            </p14:nvContentPartPr>
            <p14:xfrm>
              <a:off x="7417391" y="2524074"/>
              <a:ext cx="211680" cy="288000"/>
            </p14:xfrm>
          </p:contentPart>
        </mc:Choice>
        <mc:Fallback xmlns="">
          <p:pic>
            <p:nvPicPr>
              <p:cNvPr id="197" name="Ink 196">
                <a:extLst>
                  <a:ext uri="{FF2B5EF4-FFF2-40B4-BE49-F238E27FC236}">
                    <a16:creationId xmlns:a16="http://schemas.microsoft.com/office/drawing/2014/main" id="{51F94F3F-C285-925F-A75D-FA4FD9E0806E}"/>
                  </a:ext>
                </a:extLst>
              </p:cNvPr>
              <p:cNvPicPr/>
              <p:nvPr/>
            </p:nvPicPr>
            <p:blipFill>
              <a:blip r:embed="rId391"/>
              <a:stretch>
                <a:fillRect/>
              </a:stretch>
            </p:blipFill>
            <p:spPr>
              <a:xfrm>
                <a:off x="7408751" y="2515074"/>
                <a:ext cx="229320" cy="30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2">
            <p14:nvContentPartPr>
              <p14:cNvPr id="198" name="Ink 197">
                <a:extLst>
                  <a:ext uri="{FF2B5EF4-FFF2-40B4-BE49-F238E27FC236}">
                    <a16:creationId xmlns:a16="http://schemas.microsoft.com/office/drawing/2014/main" id="{35E8B22C-257E-3B31-5E50-ECD4A75C6F9F}"/>
                  </a:ext>
                </a:extLst>
              </p14:cNvPr>
              <p14:cNvContentPartPr/>
              <p14:nvPr/>
            </p14:nvContentPartPr>
            <p14:xfrm>
              <a:off x="7679111" y="2679594"/>
              <a:ext cx="17640" cy="103320"/>
            </p14:xfrm>
          </p:contentPart>
        </mc:Choice>
        <mc:Fallback xmlns="">
          <p:pic>
            <p:nvPicPr>
              <p:cNvPr id="198" name="Ink 197">
                <a:extLst>
                  <a:ext uri="{FF2B5EF4-FFF2-40B4-BE49-F238E27FC236}">
                    <a16:creationId xmlns:a16="http://schemas.microsoft.com/office/drawing/2014/main" id="{35E8B22C-257E-3B31-5E50-ECD4A75C6F9F}"/>
                  </a:ext>
                </a:extLst>
              </p:cNvPr>
              <p:cNvPicPr/>
              <p:nvPr/>
            </p:nvPicPr>
            <p:blipFill>
              <a:blip r:embed="rId393"/>
              <a:stretch>
                <a:fillRect/>
              </a:stretch>
            </p:blipFill>
            <p:spPr>
              <a:xfrm>
                <a:off x="7670471" y="2670594"/>
                <a:ext cx="35280" cy="12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4">
            <p14:nvContentPartPr>
              <p14:cNvPr id="199" name="Ink 198">
                <a:extLst>
                  <a:ext uri="{FF2B5EF4-FFF2-40B4-BE49-F238E27FC236}">
                    <a16:creationId xmlns:a16="http://schemas.microsoft.com/office/drawing/2014/main" id="{7D67FAB3-3D9F-47BF-9C90-5B7E07D7ED54}"/>
                  </a:ext>
                </a:extLst>
              </p14:cNvPr>
              <p14:cNvContentPartPr/>
              <p14:nvPr/>
            </p14:nvContentPartPr>
            <p14:xfrm>
              <a:off x="7563191" y="2662314"/>
              <a:ext cx="226800" cy="10080"/>
            </p14:xfrm>
          </p:contentPart>
        </mc:Choice>
        <mc:Fallback xmlns="">
          <p:pic>
            <p:nvPicPr>
              <p:cNvPr id="199" name="Ink 198">
                <a:extLst>
                  <a:ext uri="{FF2B5EF4-FFF2-40B4-BE49-F238E27FC236}">
                    <a16:creationId xmlns:a16="http://schemas.microsoft.com/office/drawing/2014/main" id="{7D67FAB3-3D9F-47BF-9C90-5B7E07D7ED54}"/>
                  </a:ext>
                </a:extLst>
              </p:cNvPr>
              <p:cNvPicPr/>
              <p:nvPr/>
            </p:nvPicPr>
            <p:blipFill>
              <a:blip r:embed="rId395"/>
              <a:stretch>
                <a:fillRect/>
              </a:stretch>
            </p:blipFill>
            <p:spPr>
              <a:xfrm>
                <a:off x="7554191" y="2653314"/>
                <a:ext cx="244440" cy="2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6">
            <p14:nvContentPartPr>
              <p14:cNvPr id="200" name="Ink 199">
                <a:extLst>
                  <a:ext uri="{FF2B5EF4-FFF2-40B4-BE49-F238E27FC236}">
                    <a16:creationId xmlns:a16="http://schemas.microsoft.com/office/drawing/2014/main" id="{875F3845-FBE4-36A7-9C78-8D2931260B05}"/>
                  </a:ext>
                </a:extLst>
              </p14:cNvPr>
              <p14:cNvContentPartPr/>
              <p14:nvPr/>
            </p14:nvContentPartPr>
            <p14:xfrm>
              <a:off x="7777391" y="2786154"/>
              <a:ext cx="32760" cy="68400"/>
            </p14:xfrm>
          </p:contentPart>
        </mc:Choice>
        <mc:Fallback xmlns="">
          <p:pic>
            <p:nvPicPr>
              <p:cNvPr id="200" name="Ink 199">
                <a:extLst>
                  <a:ext uri="{FF2B5EF4-FFF2-40B4-BE49-F238E27FC236}">
                    <a16:creationId xmlns:a16="http://schemas.microsoft.com/office/drawing/2014/main" id="{875F3845-FBE4-36A7-9C78-8D2931260B05}"/>
                  </a:ext>
                </a:extLst>
              </p:cNvPr>
              <p:cNvPicPr/>
              <p:nvPr/>
            </p:nvPicPr>
            <p:blipFill>
              <a:blip r:embed="rId397"/>
              <a:stretch>
                <a:fillRect/>
              </a:stretch>
            </p:blipFill>
            <p:spPr>
              <a:xfrm>
                <a:off x="7768391" y="2777514"/>
                <a:ext cx="50400" cy="8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8">
            <p14:nvContentPartPr>
              <p14:cNvPr id="201" name="Ink 200">
                <a:extLst>
                  <a:ext uri="{FF2B5EF4-FFF2-40B4-BE49-F238E27FC236}">
                    <a16:creationId xmlns:a16="http://schemas.microsoft.com/office/drawing/2014/main" id="{E198F706-4CA1-C3A5-FFF1-DE4F9E5E829B}"/>
                  </a:ext>
                </a:extLst>
              </p14:cNvPr>
              <p14:cNvContentPartPr/>
              <p14:nvPr/>
            </p14:nvContentPartPr>
            <p14:xfrm>
              <a:off x="7851911" y="2517954"/>
              <a:ext cx="171720" cy="329760"/>
            </p14:xfrm>
          </p:contentPart>
        </mc:Choice>
        <mc:Fallback xmlns="">
          <p:pic>
            <p:nvPicPr>
              <p:cNvPr id="201" name="Ink 200">
                <a:extLst>
                  <a:ext uri="{FF2B5EF4-FFF2-40B4-BE49-F238E27FC236}">
                    <a16:creationId xmlns:a16="http://schemas.microsoft.com/office/drawing/2014/main" id="{E198F706-4CA1-C3A5-FFF1-DE4F9E5E829B}"/>
                  </a:ext>
                </a:extLst>
              </p:cNvPr>
              <p:cNvPicPr/>
              <p:nvPr/>
            </p:nvPicPr>
            <p:blipFill>
              <a:blip r:embed="rId399"/>
              <a:stretch>
                <a:fillRect/>
              </a:stretch>
            </p:blipFill>
            <p:spPr>
              <a:xfrm>
                <a:off x="7843271" y="2509314"/>
                <a:ext cx="189360" cy="34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0">
            <p14:nvContentPartPr>
              <p14:cNvPr id="202" name="Ink 201">
                <a:extLst>
                  <a:ext uri="{FF2B5EF4-FFF2-40B4-BE49-F238E27FC236}">
                    <a16:creationId xmlns:a16="http://schemas.microsoft.com/office/drawing/2014/main" id="{2AEC6792-C84F-DE17-0850-E68BE022A08E}"/>
                  </a:ext>
                </a:extLst>
              </p14:cNvPr>
              <p14:cNvContentPartPr/>
              <p14:nvPr/>
            </p14:nvContentPartPr>
            <p14:xfrm>
              <a:off x="7945511" y="2478354"/>
              <a:ext cx="193680" cy="367200"/>
            </p14:xfrm>
          </p:contentPart>
        </mc:Choice>
        <mc:Fallback xmlns="">
          <p:pic>
            <p:nvPicPr>
              <p:cNvPr id="202" name="Ink 201">
                <a:extLst>
                  <a:ext uri="{FF2B5EF4-FFF2-40B4-BE49-F238E27FC236}">
                    <a16:creationId xmlns:a16="http://schemas.microsoft.com/office/drawing/2014/main" id="{2AEC6792-C84F-DE17-0850-E68BE022A08E}"/>
                  </a:ext>
                </a:extLst>
              </p:cNvPr>
              <p:cNvPicPr/>
              <p:nvPr/>
            </p:nvPicPr>
            <p:blipFill>
              <a:blip r:embed="rId401"/>
              <a:stretch>
                <a:fillRect/>
              </a:stretch>
            </p:blipFill>
            <p:spPr>
              <a:xfrm>
                <a:off x="7936511" y="2469714"/>
                <a:ext cx="211320" cy="38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2">
            <p14:nvContentPartPr>
              <p14:cNvPr id="203" name="Ink 202">
                <a:extLst>
                  <a:ext uri="{FF2B5EF4-FFF2-40B4-BE49-F238E27FC236}">
                    <a16:creationId xmlns:a16="http://schemas.microsoft.com/office/drawing/2014/main" id="{9CBC86E4-5F37-299E-9F98-274583A90EBE}"/>
                  </a:ext>
                </a:extLst>
              </p14:cNvPr>
              <p14:cNvContentPartPr/>
              <p14:nvPr/>
            </p14:nvContentPartPr>
            <p14:xfrm>
              <a:off x="3465671" y="2967954"/>
              <a:ext cx="4727880" cy="203400"/>
            </p14:xfrm>
          </p:contentPart>
        </mc:Choice>
        <mc:Fallback xmlns="">
          <p:pic>
            <p:nvPicPr>
              <p:cNvPr id="203" name="Ink 202">
                <a:extLst>
                  <a:ext uri="{FF2B5EF4-FFF2-40B4-BE49-F238E27FC236}">
                    <a16:creationId xmlns:a16="http://schemas.microsoft.com/office/drawing/2014/main" id="{9CBC86E4-5F37-299E-9F98-274583A90EBE}"/>
                  </a:ext>
                </a:extLst>
              </p:cNvPr>
              <p:cNvPicPr/>
              <p:nvPr/>
            </p:nvPicPr>
            <p:blipFill>
              <a:blip r:embed="rId403"/>
              <a:stretch>
                <a:fillRect/>
              </a:stretch>
            </p:blipFill>
            <p:spPr>
              <a:xfrm>
                <a:off x="3456671" y="2959314"/>
                <a:ext cx="4745520" cy="22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4">
            <p14:nvContentPartPr>
              <p14:cNvPr id="204" name="Ink 203">
                <a:extLst>
                  <a:ext uri="{FF2B5EF4-FFF2-40B4-BE49-F238E27FC236}">
                    <a16:creationId xmlns:a16="http://schemas.microsoft.com/office/drawing/2014/main" id="{15DA41E9-D346-4FA9-7957-D0681AF0E401}"/>
                  </a:ext>
                </a:extLst>
              </p14:cNvPr>
              <p14:cNvContentPartPr/>
              <p14:nvPr/>
            </p14:nvContentPartPr>
            <p14:xfrm>
              <a:off x="5836271" y="3383394"/>
              <a:ext cx="119520" cy="5760"/>
            </p14:xfrm>
          </p:contentPart>
        </mc:Choice>
        <mc:Fallback xmlns="">
          <p:pic>
            <p:nvPicPr>
              <p:cNvPr id="204" name="Ink 203">
                <a:extLst>
                  <a:ext uri="{FF2B5EF4-FFF2-40B4-BE49-F238E27FC236}">
                    <a16:creationId xmlns:a16="http://schemas.microsoft.com/office/drawing/2014/main" id="{15DA41E9-D346-4FA9-7957-D0681AF0E401}"/>
                  </a:ext>
                </a:extLst>
              </p:cNvPr>
              <p:cNvPicPr/>
              <p:nvPr/>
            </p:nvPicPr>
            <p:blipFill>
              <a:blip r:embed="rId405"/>
              <a:stretch>
                <a:fillRect/>
              </a:stretch>
            </p:blipFill>
            <p:spPr>
              <a:xfrm>
                <a:off x="5827631" y="3374754"/>
                <a:ext cx="137160" cy="2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6">
            <p14:nvContentPartPr>
              <p14:cNvPr id="205" name="Ink 204">
                <a:extLst>
                  <a:ext uri="{FF2B5EF4-FFF2-40B4-BE49-F238E27FC236}">
                    <a16:creationId xmlns:a16="http://schemas.microsoft.com/office/drawing/2014/main" id="{6BA9B30C-2CEF-4252-EA3B-77F5D1A801C1}"/>
                  </a:ext>
                </a:extLst>
              </p14:cNvPr>
              <p14:cNvContentPartPr/>
              <p14:nvPr/>
            </p14:nvContentPartPr>
            <p14:xfrm>
              <a:off x="5856791" y="3321114"/>
              <a:ext cx="109440" cy="16560"/>
            </p14:xfrm>
          </p:contentPart>
        </mc:Choice>
        <mc:Fallback xmlns="">
          <p:pic>
            <p:nvPicPr>
              <p:cNvPr id="205" name="Ink 204">
                <a:extLst>
                  <a:ext uri="{FF2B5EF4-FFF2-40B4-BE49-F238E27FC236}">
                    <a16:creationId xmlns:a16="http://schemas.microsoft.com/office/drawing/2014/main" id="{6BA9B30C-2CEF-4252-EA3B-77F5D1A801C1}"/>
                  </a:ext>
                </a:extLst>
              </p:cNvPr>
              <p:cNvPicPr/>
              <p:nvPr/>
            </p:nvPicPr>
            <p:blipFill>
              <a:blip r:embed="rId407"/>
              <a:stretch>
                <a:fillRect/>
              </a:stretch>
            </p:blipFill>
            <p:spPr>
              <a:xfrm>
                <a:off x="5848151" y="3312474"/>
                <a:ext cx="127080" cy="3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8">
            <p14:nvContentPartPr>
              <p14:cNvPr id="206" name="Ink 205">
                <a:extLst>
                  <a:ext uri="{FF2B5EF4-FFF2-40B4-BE49-F238E27FC236}">
                    <a16:creationId xmlns:a16="http://schemas.microsoft.com/office/drawing/2014/main" id="{DE3F5815-0952-026F-3785-063F86A6356F}"/>
                  </a:ext>
                </a:extLst>
              </p14:cNvPr>
              <p14:cNvContentPartPr/>
              <p14:nvPr/>
            </p14:nvContentPartPr>
            <p14:xfrm>
              <a:off x="6128951" y="3209514"/>
              <a:ext cx="222840" cy="256320"/>
            </p14:xfrm>
          </p:contentPart>
        </mc:Choice>
        <mc:Fallback xmlns="">
          <p:pic>
            <p:nvPicPr>
              <p:cNvPr id="206" name="Ink 205">
                <a:extLst>
                  <a:ext uri="{FF2B5EF4-FFF2-40B4-BE49-F238E27FC236}">
                    <a16:creationId xmlns:a16="http://schemas.microsoft.com/office/drawing/2014/main" id="{DE3F5815-0952-026F-3785-063F86A6356F}"/>
                  </a:ext>
                </a:extLst>
              </p:cNvPr>
              <p:cNvPicPr/>
              <p:nvPr/>
            </p:nvPicPr>
            <p:blipFill>
              <a:blip r:embed="rId409"/>
              <a:stretch>
                <a:fillRect/>
              </a:stretch>
            </p:blipFill>
            <p:spPr>
              <a:xfrm>
                <a:off x="6119951" y="3200874"/>
                <a:ext cx="240480" cy="27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0">
            <p14:nvContentPartPr>
              <p14:cNvPr id="207" name="Ink 206">
                <a:extLst>
                  <a:ext uri="{FF2B5EF4-FFF2-40B4-BE49-F238E27FC236}">
                    <a16:creationId xmlns:a16="http://schemas.microsoft.com/office/drawing/2014/main" id="{D9CBF55A-B248-E06C-AD58-5CBC119A7996}"/>
                  </a:ext>
                </a:extLst>
              </p14:cNvPr>
              <p14:cNvContentPartPr/>
              <p14:nvPr/>
            </p14:nvContentPartPr>
            <p14:xfrm>
              <a:off x="6213551" y="3227514"/>
              <a:ext cx="77040" cy="239400"/>
            </p14:xfrm>
          </p:contentPart>
        </mc:Choice>
        <mc:Fallback xmlns="">
          <p:pic>
            <p:nvPicPr>
              <p:cNvPr id="207" name="Ink 206">
                <a:extLst>
                  <a:ext uri="{FF2B5EF4-FFF2-40B4-BE49-F238E27FC236}">
                    <a16:creationId xmlns:a16="http://schemas.microsoft.com/office/drawing/2014/main" id="{D9CBF55A-B248-E06C-AD58-5CBC119A7996}"/>
                  </a:ext>
                </a:extLst>
              </p:cNvPr>
              <p:cNvPicPr/>
              <p:nvPr/>
            </p:nvPicPr>
            <p:blipFill>
              <a:blip r:embed="rId411"/>
              <a:stretch>
                <a:fillRect/>
              </a:stretch>
            </p:blipFill>
            <p:spPr>
              <a:xfrm>
                <a:off x="6204551" y="3218874"/>
                <a:ext cx="94680" cy="25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2">
            <p14:nvContentPartPr>
              <p14:cNvPr id="208" name="Ink 207">
                <a:extLst>
                  <a:ext uri="{FF2B5EF4-FFF2-40B4-BE49-F238E27FC236}">
                    <a16:creationId xmlns:a16="http://schemas.microsoft.com/office/drawing/2014/main" id="{50DBA657-0300-12D6-795B-91F67C1824C0}"/>
                  </a:ext>
                </a:extLst>
              </p14:cNvPr>
              <p14:cNvContentPartPr/>
              <p14:nvPr/>
            </p14:nvContentPartPr>
            <p14:xfrm>
              <a:off x="6454031" y="3437754"/>
              <a:ext cx="38520" cy="95760"/>
            </p14:xfrm>
          </p:contentPart>
        </mc:Choice>
        <mc:Fallback xmlns="">
          <p:pic>
            <p:nvPicPr>
              <p:cNvPr id="208" name="Ink 207">
                <a:extLst>
                  <a:ext uri="{FF2B5EF4-FFF2-40B4-BE49-F238E27FC236}">
                    <a16:creationId xmlns:a16="http://schemas.microsoft.com/office/drawing/2014/main" id="{50DBA657-0300-12D6-795B-91F67C1824C0}"/>
                  </a:ext>
                </a:extLst>
              </p:cNvPr>
              <p:cNvPicPr/>
              <p:nvPr/>
            </p:nvPicPr>
            <p:blipFill>
              <a:blip r:embed="rId413"/>
              <a:stretch>
                <a:fillRect/>
              </a:stretch>
            </p:blipFill>
            <p:spPr>
              <a:xfrm>
                <a:off x="6445031" y="3429114"/>
                <a:ext cx="56160" cy="11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4">
            <p14:nvContentPartPr>
              <p14:cNvPr id="209" name="Ink 208">
                <a:extLst>
                  <a:ext uri="{FF2B5EF4-FFF2-40B4-BE49-F238E27FC236}">
                    <a16:creationId xmlns:a16="http://schemas.microsoft.com/office/drawing/2014/main" id="{5FFC2A54-82F7-ED25-1F3A-D8CF6BAA73C7}"/>
                  </a:ext>
                </a:extLst>
              </p14:cNvPr>
              <p14:cNvContentPartPr/>
              <p14:nvPr/>
            </p14:nvContentPartPr>
            <p14:xfrm>
              <a:off x="6542591" y="3165594"/>
              <a:ext cx="151560" cy="340920"/>
            </p14:xfrm>
          </p:contentPart>
        </mc:Choice>
        <mc:Fallback xmlns="">
          <p:pic>
            <p:nvPicPr>
              <p:cNvPr id="209" name="Ink 208">
                <a:extLst>
                  <a:ext uri="{FF2B5EF4-FFF2-40B4-BE49-F238E27FC236}">
                    <a16:creationId xmlns:a16="http://schemas.microsoft.com/office/drawing/2014/main" id="{5FFC2A54-82F7-ED25-1F3A-D8CF6BAA73C7}"/>
                  </a:ext>
                </a:extLst>
              </p:cNvPr>
              <p:cNvPicPr/>
              <p:nvPr/>
            </p:nvPicPr>
            <p:blipFill>
              <a:blip r:embed="rId415"/>
              <a:stretch>
                <a:fillRect/>
              </a:stretch>
            </p:blipFill>
            <p:spPr>
              <a:xfrm>
                <a:off x="6533591" y="3156594"/>
                <a:ext cx="169200" cy="35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6">
            <p14:nvContentPartPr>
              <p14:cNvPr id="210" name="Ink 209">
                <a:extLst>
                  <a:ext uri="{FF2B5EF4-FFF2-40B4-BE49-F238E27FC236}">
                    <a16:creationId xmlns:a16="http://schemas.microsoft.com/office/drawing/2014/main" id="{5F6E0E43-50FA-93C2-C434-59DD8FF12033}"/>
                  </a:ext>
                </a:extLst>
              </p14:cNvPr>
              <p14:cNvContentPartPr/>
              <p14:nvPr/>
            </p14:nvContentPartPr>
            <p14:xfrm>
              <a:off x="6719351" y="3347034"/>
              <a:ext cx="190440" cy="136080"/>
            </p14:xfrm>
          </p:contentPart>
        </mc:Choice>
        <mc:Fallback xmlns="">
          <p:pic>
            <p:nvPicPr>
              <p:cNvPr id="210" name="Ink 209">
                <a:extLst>
                  <a:ext uri="{FF2B5EF4-FFF2-40B4-BE49-F238E27FC236}">
                    <a16:creationId xmlns:a16="http://schemas.microsoft.com/office/drawing/2014/main" id="{5F6E0E43-50FA-93C2-C434-59DD8FF12033}"/>
                  </a:ext>
                </a:extLst>
              </p:cNvPr>
              <p:cNvPicPr/>
              <p:nvPr/>
            </p:nvPicPr>
            <p:blipFill>
              <a:blip r:embed="rId417"/>
              <a:stretch>
                <a:fillRect/>
              </a:stretch>
            </p:blipFill>
            <p:spPr>
              <a:xfrm>
                <a:off x="6710711" y="3338394"/>
                <a:ext cx="208080" cy="15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8">
            <p14:nvContentPartPr>
              <p14:cNvPr id="211" name="Ink 210">
                <a:extLst>
                  <a:ext uri="{FF2B5EF4-FFF2-40B4-BE49-F238E27FC236}">
                    <a16:creationId xmlns:a16="http://schemas.microsoft.com/office/drawing/2014/main" id="{54FDE2BC-BE6E-0847-2630-24E627BE6ED4}"/>
                  </a:ext>
                </a:extLst>
              </p14:cNvPr>
              <p14:cNvContentPartPr/>
              <p14:nvPr/>
            </p14:nvContentPartPr>
            <p14:xfrm>
              <a:off x="6915911" y="3217434"/>
              <a:ext cx="90000" cy="172800"/>
            </p14:xfrm>
          </p:contentPart>
        </mc:Choice>
        <mc:Fallback xmlns="">
          <p:pic>
            <p:nvPicPr>
              <p:cNvPr id="211" name="Ink 210">
                <a:extLst>
                  <a:ext uri="{FF2B5EF4-FFF2-40B4-BE49-F238E27FC236}">
                    <a16:creationId xmlns:a16="http://schemas.microsoft.com/office/drawing/2014/main" id="{54FDE2BC-BE6E-0847-2630-24E627BE6ED4}"/>
                  </a:ext>
                </a:extLst>
              </p:cNvPr>
              <p:cNvPicPr/>
              <p:nvPr/>
            </p:nvPicPr>
            <p:blipFill>
              <a:blip r:embed="rId419"/>
              <a:stretch>
                <a:fillRect/>
              </a:stretch>
            </p:blipFill>
            <p:spPr>
              <a:xfrm>
                <a:off x="6907271" y="3208794"/>
                <a:ext cx="107640" cy="19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0">
            <p14:nvContentPartPr>
              <p14:cNvPr id="212" name="Ink 211">
                <a:extLst>
                  <a:ext uri="{FF2B5EF4-FFF2-40B4-BE49-F238E27FC236}">
                    <a16:creationId xmlns:a16="http://schemas.microsoft.com/office/drawing/2014/main" id="{895857DD-4396-D975-B7BA-45443C2518DE}"/>
                  </a:ext>
                </a:extLst>
              </p14:cNvPr>
              <p14:cNvContentPartPr/>
              <p14:nvPr/>
            </p14:nvContentPartPr>
            <p14:xfrm>
              <a:off x="6885671" y="3132114"/>
              <a:ext cx="1440" cy="7560"/>
            </p14:xfrm>
          </p:contentPart>
        </mc:Choice>
        <mc:Fallback xmlns="">
          <p:pic>
            <p:nvPicPr>
              <p:cNvPr id="212" name="Ink 211">
                <a:extLst>
                  <a:ext uri="{FF2B5EF4-FFF2-40B4-BE49-F238E27FC236}">
                    <a16:creationId xmlns:a16="http://schemas.microsoft.com/office/drawing/2014/main" id="{895857DD-4396-D975-B7BA-45443C2518DE}"/>
                  </a:ext>
                </a:extLst>
              </p:cNvPr>
              <p:cNvPicPr/>
              <p:nvPr/>
            </p:nvPicPr>
            <p:blipFill>
              <a:blip r:embed="rId421"/>
              <a:stretch>
                <a:fillRect/>
              </a:stretch>
            </p:blipFill>
            <p:spPr>
              <a:xfrm>
                <a:off x="6876671" y="3123474"/>
                <a:ext cx="19080" cy="2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2">
            <p14:nvContentPartPr>
              <p14:cNvPr id="213" name="Ink 212">
                <a:extLst>
                  <a:ext uri="{FF2B5EF4-FFF2-40B4-BE49-F238E27FC236}">
                    <a16:creationId xmlns:a16="http://schemas.microsoft.com/office/drawing/2014/main" id="{E4790ED8-A71D-ACFF-3CAC-EEE6952D0933}"/>
                  </a:ext>
                </a:extLst>
              </p14:cNvPr>
              <p14:cNvContentPartPr/>
              <p14:nvPr/>
            </p14:nvContentPartPr>
            <p14:xfrm>
              <a:off x="7041911" y="3064434"/>
              <a:ext cx="99360" cy="231120"/>
            </p14:xfrm>
          </p:contentPart>
        </mc:Choice>
        <mc:Fallback xmlns="">
          <p:pic>
            <p:nvPicPr>
              <p:cNvPr id="213" name="Ink 212">
                <a:extLst>
                  <a:ext uri="{FF2B5EF4-FFF2-40B4-BE49-F238E27FC236}">
                    <a16:creationId xmlns:a16="http://schemas.microsoft.com/office/drawing/2014/main" id="{E4790ED8-A71D-ACFF-3CAC-EEE6952D0933}"/>
                  </a:ext>
                </a:extLst>
              </p:cNvPr>
              <p:cNvPicPr/>
              <p:nvPr/>
            </p:nvPicPr>
            <p:blipFill>
              <a:blip r:embed="rId423"/>
              <a:stretch>
                <a:fillRect/>
              </a:stretch>
            </p:blipFill>
            <p:spPr>
              <a:xfrm>
                <a:off x="7032911" y="3055794"/>
                <a:ext cx="117000" cy="24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4">
            <p14:nvContentPartPr>
              <p14:cNvPr id="214" name="Ink 213">
                <a:extLst>
                  <a:ext uri="{FF2B5EF4-FFF2-40B4-BE49-F238E27FC236}">
                    <a16:creationId xmlns:a16="http://schemas.microsoft.com/office/drawing/2014/main" id="{CFBC8BEF-EC2B-8CFF-5F33-E21F53B85536}"/>
                  </a:ext>
                </a:extLst>
              </p14:cNvPr>
              <p14:cNvContentPartPr/>
              <p14:nvPr/>
            </p14:nvContentPartPr>
            <p14:xfrm>
              <a:off x="7188431" y="3180354"/>
              <a:ext cx="201240" cy="73800"/>
            </p14:xfrm>
          </p:contentPart>
        </mc:Choice>
        <mc:Fallback xmlns="">
          <p:pic>
            <p:nvPicPr>
              <p:cNvPr id="214" name="Ink 213">
                <a:extLst>
                  <a:ext uri="{FF2B5EF4-FFF2-40B4-BE49-F238E27FC236}">
                    <a16:creationId xmlns:a16="http://schemas.microsoft.com/office/drawing/2014/main" id="{CFBC8BEF-EC2B-8CFF-5F33-E21F53B85536}"/>
                  </a:ext>
                </a:extLst>
              </p:cNvPr>
              <p:cNvPicPr/>
              <p:nvPr/>
            </p:nvPicPr>
            <p:blipFill>
              <a:blip r:embed="rId425"/>
              <a:stretch>
                <a:fillRect/>
              </a:stretch>
            </p:blipFill>
            <p:spPr>
              <a:xfrm>
                <a:off x="7179791" y="3171714"/>
                <a:ext cx="218880" cy="9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6">
            <p14:nvContentPartPr>
              <p14:cNvPr id="215" name="Ink 214">
                <a:extLst>
                  <a:ext uri="{FF2B5EF4-FFF2-40B4-BE49-F238E27FC236}">
                    <a16:creationId xmlns:a16="http://schemas.microsoft.com/office/drawing/2014/main" id="{2F761F75-931D-6E37-DAF3-FFEA1730DA61}"/>
                  </a:ext>
                </a:extLst>
              </p14:cNvPr>
              <p14:cNvContentPartPr/>
              <p14:nvPr/>
            </p14:nvContentPartPr>
            <p14:xfrm>
              <a:off x="7474631" y="3248754"/>
              <a:ext cx="39240" cy="61920"/>
            </p14:xfrm>
          </p:contentPart>
        </mc:Choice>
        <mc:Fallback xmlns="">
          <p:pic>
            <p:nvPicPr>
              <p:cNvPr id="215" name="Ink 214">
                <a:extLst>
                  <a:ext uri="{FF2B5EF4-FFF2-40B4-BE49-F238E27FC236}">
                    <a16:creationId xmlns:a16="http://schemas.microsoft.com/office/drawing/2014/main" id="{2F761F75-931D-6E37-DAF3-FFEA1730DA61}"/>
                  </a:ext>
                </a:extLst>
              </p:cNvPr>
              <p:cNvPicPr/>
              <p:nvPr/>
            </p:nvPicPr>
            <p:blipFill>
              <a:blip r:embed="rId427"/>
              <a:stretch>
                <a:fillRect/>
              </a:stretch>
            </p:blipFill>
            <p:spPr>
              <a:xfrm>
                <a:off x="7465991" y="3239754"/>
                <a:ext cx="56880" cy="7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8">
            <p14:nvContentPartPr>
              <p14:cNvPr id="216" name="Ink 215">
                <a:extLst>
                  <a:ext uri="{FF2B5EF4-FFF2-40B4-BE49-F238E27FC236}">
                    <a16:creationId xmlns:a16="http://schemas.microsoft.com/office/drawing/2014/main" id="{693F81FC-C421-4D3C-FF5C-F1DD77A80622}"/>
                  </a:ext>
                </a:extLst>
              </p14:cNvPr>
              <p14:cNvContentPartPr/>
              <p14:nvPr/>
            </p14:nvContentPartPr>
            <p14:xfrm>
              <a:off x="7591991" y="3217434"/>
              <a:ext cx="68040" cy="14040"/>
            </p14:xfrm>
          </p:contentPart>
        </mc:Choice>
        <mc:Fallback xmlns="">
          <p:pic>
            <p:nvPicPr>
              <p:cNvPr id="216" name="Ink 215">
                <a:extLst>
                  <a:ext uri="{FF2B5EF4-FFF2-40B4-BE49-F238E27FC236}">
                    <a16:creationId xmlns:a16="http://schemas.microsoft.com/office/drawing/2014/main" id="{693F81FC-C421-4D3C-FF5C-F1DD77A80622}"/>
                  </a:ext>
                </a:extLst>
              </p:cNvPr>
              <p:cNvPicPr/>
              <p:nvPr/>
            </p:nvPicPr>
            <p:blipFill>
              <a:blip r:embed="rId429"/>
              <a:stretch>
                <a:fillRect/>
              </a:stretch>
            </p:blipFill>
            <p:spPr>
              <a:xfrm>
                <a:off x="7582991" y="3208794"/>
                <a:ext cx="85680" cy="3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0">
            <p14:nvContentPartPr>
              <p14:cNvPr id="217" name="Ink 216">
                <a:extLst>
                  <a:ext uri="{FF2B5EF4-FFF2-40B4-BE49-F238E27FC236}">
                    <a16:creationId xmlns:a16="http://schemas.microsoft.com/office/drawing/2014/main" id="{8F95086F-24C9-03C2-5987-41DEC740999D}"/>
                  </a:ext>
                </a:extLst>
              </p14:cNvPr>
              <p14:cNvContentPartPr/>
              <p14:nvPr/>
            </p14:nvContentPartPr>
            <p14:xfrm>
              <a:off x="7721951" y="3129594"/>
              <a:ext cx="143280" cy="120600"/>
            </p14:xfrm>
          </p:contentPart>
        </mc:Choice>
        <mc:Fallback xmlns="">
          <p:pic>
            <p:nvPicPr>
              <p:cNvPr id="217" name="Ink 216">
                <a:extLst>
                  <a:ext uri="{FF2B5EF4-FFF2-40B4-BE49-F238E27FC236}">
                    <a16:creationId xmlns:a16="http://schemas.microsoft.com/office/drawing/2014/main" id="{8F95086F-24C9-03C2-5987-41DEC740999D}"/>
                  </a:ext>
                </a:extLst>
              </p:cNvPr>
              <p:cNvPicPr/>
              <p:nvPr/>
            </p:nvPicPr>
            <p:blipFill>
              <a:blip r:embed="rId431"/>
              <a:stretch>
                <a:fillRect/>
              </a:stretch>
            </p:blipFill>
            <p:spPr>
              <a:xfrm>
                <a:off x="7713311" y="3120954"/>
                <a:ext cx="160920" cy="13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2">
            <p14:nvContentPartPr>
              <p14:cNvPr id="218" name="Ink 217">
                <a:extLst>
                  <a:ext uri="{FF2B5EF4-FFF2-40B4-BE49-F238E27FC236}">
                    <a16:creationId xmlns:a16="http://schemas.microsoft.com/office/drawing/2014/main" id="{9888CEB0-84DC-FC60-D328-2A11E38699EF}"/>
                  </a:ext>
                </a:extLst>
              </p14:cNvPr>
              <p14:cNvContentPartPr/>
              <p14:nvPr/>
            </p14:nvContentPartPr>
            <p14:xfrm>
              <a:off x="7901591" y="3181074"/>
              <a:ext cx="40320" cy="60480"/>
            </p14:xfrm>
          </p:contentPart>
        </mc:Choice>
        <mc:Fallback xmlns="">
          <p:pic>
            <p:nvPicPr>
              <p:cNvPr id="218" name="Ink 217">
                <a:extLst>
                  <a:ext uri="{FF2B5EF4-FFF2-40B4-BE49-F238E27FC236}">
                    <a16:creationId xmlns:a16="http://schemas.microsoft.com/office/drawing/2014/main" id="{9888CEB0-84DC-FC60-D328-2A11E38699EF}"/>
                  </a:ext>
                </a:extLst>
              </p:cNvPr>
              <p:cNvPicPr/>
              <p:nvPr/>
            </p:nvPicPr>
            <p:blipFill>
              <a:blip r:embed="rId433"/>
              <a:stretch>
                <a:fillRect/>
              </a:stretch>
            </p:blipFill>
            <p:spPr>
              <a:xfrm>
                <a:off x="7892951" y="3172434"/>
                <a:ext cx="57960" cy="7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4">
            <p14:nvContentPartPr>
              <p14:cNvPr id="219" name="Ink 218">
                <a:extLst>
                  <a:ext uri="{FF2B5EF4-FFF2-40B4-BE49-F238E27FC236}">
                    <a16:creationId xmlns:a16="http://schemas.microsoft.com/office/drawing/2014/main" id="{533FFFF9-B006-4E94-D6F6-44DB74CD6CAA}"/>
                  </a:ext>
                </a:extLst>
              </p14:cNvPr>
              <p14:cNvContentPartPr/>
              <p14:nvPr/>
            </p14:nvContentPartPr>
            <p14:xfrm>
              <a:off x="7940471" y="3170634"/>
              <a:ext cx="97200" cy="68040"/>
            </p14:xfrm>
          </p:contentPart>
        </mc:Choice>
        <mc:Fallback xmlns="">
          <p:pic>
            <p:nvPicPr>
              <p:cNvPr id="219" name="Ink 218">
                <a:extLst>
                  <a:ext uri="{FF2B5EF4-FFF2-40B4-BE49-F238E27FC236}">
                    <a16:creationId xmlns:a16="http://schemas.microsoft.com/office/drawing/2014/main" id="{533FFFF9-B006-4E94-D6F6-44DB74CD6CAA}"/>
                  </a:ext>
                </a:extLst>
              </p:cNvPr>
              <p:cNvPicPr/>
              <p:nvPr/>
            </p:nvPicPr>
            <p:blipFill>
              <a:blip r:embed="rId435"/>
              <a:stretch>
                <a:fillRect/>
              </a:stretch>
            </p:blipFill>
            <p:spPr>
              <a:xfrm>
                <a:off x="7931471" y="3161994"/>
                <a:ext cx="114840" cy="8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6">
            <p14:nvContentPartPr>
              <p14:cNvPr id="220" name="Ink 219">
                <a:extLst>
                  <a:ext uri="{FF2B5EF4-FFF2-40B4-BE49-F238E27FC236}">
                    <a16:creationId xmlns:a16="http://schemas.microsoft.com/office/drawing/2014/main" id="{CEAE9959-C3E3-B3C3-673E-A63918E39A11}"/>
                  </a:ext>
                </a:extLst>
              </p14:cNvPr>
              <p14:cNvContentPartPr/>
              <p14:nvPr/>
            </p14:nvContentPartPr>
            <p14:xfrm>
              <a:off x="7834271" y="3116994"/>
              <a:ext cx="132480" cy="18720"/>
            </p14:xfrm>
          </p:contentPart>
        </mc:Choice>
        <mc:Fallback xmlns="">
          <p:pic>
            <p:nvPicPr>
              <p:cNvPr id="220" name="Ink 219">
                <a:extLst>
                  <a:ext uri="{FF2B5EF4-FFF2-40B4-BE49-F238E27FC236}">
                    <a16:creationId xmlns:a16="http://schemas.microsoft.com/office/drawing/2014/main" id="{CEAE9959-C3E3-B3C3-673E-A63918E39A11}"/>
                  </a:ext>
                </a:extLst>
              </p:cNvPr>
              <p:cNvPicPr/>
              <p:nvPr/>
            </p:nvPicPr>
            <p:blipFill>
              <a:blip r:embed="rId437"/>
              <a:stretch>
                <a:fillRect/>
              </a:stretch>
            </p:blipFill>
            <p:spPr>
              <a:xfrm>
                <a:off x="7825271" y="3108354"/>
                <a:ext cx="150120" cy="3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8">
            <p14:nvContentPartPr>
              <p14:cNvPr id="221" name="Ink 220">
                <a:extLst>
                  <a:ext uri="{FF2B5EF4-FFF2-40B4-BE49-F238E27FC236}">
                    <a16:creationId xmlns:a16="http://schemas.microsoft.com/office/drawing/2014/main" id="{110A0B40-D989-62F0-205A-1108D7A4CE19}"/>
                  </a:ext>
                </a:extLst>
              </p14:cNvPr>
              <p14:cNvContentPartPr/>
              <p14:nvPr/>
            </p14:nvContentPartPr>
            <p14:xfrm>
              <a:off x="8085911" y="3210954"/>
              <a:ext cx="40680" cy="27000"/>
            </p14:xfrm>
          </p:contentPart>
        </mc:Choice>
        <mc:Fallback xmlns="">
          <p:pic>
            <p:nvPicPr>
              <p:cNvPr id="221" name="Ink 220">
                <a:extLst>
                  <a:ext uri="{FF2B5EF4-FFF2-40B4-BE49-F238E27FC236}">
                    <a16:creationId xmlns:a16="http://schemas.microsoft.com/office/drawing/2014/main" id="{110A0B40-D989-62F0-205A-1108D7A4CE19}"/>
                  </a:ext>
                </a:extLst>
              </p:cNvPr>
              <p:cNvPicPr/>
              <p:nvPr/>
            </p:nvPicPr>
            <p:blipFill>
              <a:blip r:embed="rId439"/>
              <a:stretch>
                <a:fillRect/>
              </a:stretch>
            </p:blipFill>
            <p:spPr>
              <a:xfrm>
                <a:off x="8076911" y="3202314"/>
                <a:ext cx="58320" cy="4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0">
            <p14:nvContentPartPr>
              <p14:cNvPr id="222" name="Ink 221">
                <a:extLst>
                  <a:ext uri="{FF2B5EF4-FFF2-40B4-BE49-F238E27FC236}">
                    <a16:creationId xmlns:a16="http://schemas.microsoft.com/office/drawing/2014/main" id="{3398947C-7E81-EB0B-0613-BFF825B2191A}"/>
                  </a:ext>
                </a:extLst>
              </p14:cNvPr>
              <p14:cNvContentPartPr/>
              <p14:nvPr/>
            </p14:nvContentPartPr>
            <p14:xfrm>
              <a:off x="8050271" y="3103314"/>
              <a:ext cx="11520" cy="22320"/>
            </p14:xfrm>
          </p:contentPart>
        </mc:Choice>
        <mc:Fallback xmlns="">
          <p:pic>
            <p:nvPicPr>
              <p:cNvPr id="222" name="Ink 221">
                <a:extLst>
                  <a:ext uri="{FF2B5EF4-FFF2-40B4-BE49-F238E27FC236}">
                    <a16:creationId xmlns:a16="http://schemas.microsoft.com/office/drawing/2014/main" id="{3398947C-7E81-EB0B-0613-BFF825B2191A}"/>
                  </a:ext>
                </a:extLst>
              </p:cNvPr>
              <p:cNvPicPr/>
              <p:nvPr/>
            </p:nvPicPr>
            <p:blipFill>
              <a:blip r:embed="rId441"/>
              <a:stretch>
                <a:fillRect/>
              </a:stretch>
            </p:blipFill>
            <p:spPr>
              <a:xfrm>
                <a:off x="8041631" y="3094314"/>
                <a:ext cx="29160" cy="3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2">
            <p14:nvContentPartPr>
              <p14:cNvPr id="223" name="Ink 222">
                <a:extLst>
                  <a:ext uri="{FF2B5EF4-FFF2-40B4-BE49-F238E27FC236}">
                    <a16:creationId xmlns:a16="http://schemas.microsoft.com/office/drawing/2014/main" id="{BDB329B0-43DA-981B-8956-5E4603564283}"/>
                  </a:ext>
                </a:extLst>
              </p14:cNvPr>
              <p14:cNvContentPartPr/>
              <p14:nvPr/>
            </p14:nvContentPartPr>
            <p14:xfrm>
              <a:off x="8148191" y="3066954"/>
              <a:ext cx="74160" cy="140400"/>
            </p14:xfrm>
          </p:contentPart>
        </mc:Choice>
        <mc:Fallback xmlns="">
          <p:pic>
            <p:nvPicPr>
              <p:cNvPr id="223" name="Ink 222">
                <a:extLst>
                  <a:ext uri="{FF2B5EF4-FFF2-40B4-BE49-F238E27FC236}">
                    <a16:creationId xmlns:a16="http://schemas.microsoft.com/office/drawing/2014/main" id="{BDB329B0-43DA-981B-8956-5E4603564283}"/>
                  </a:ext>
                </a:extLst>
              </p:cNvPr>
              <p:cNvPicPr/>
              <p:nvPr/>
            </p:nvPicPr>
            <p:blipFill>
              <a:blip r:embed="rId443"/>
              <a:stretch>
                <a:fillRect/>
              </a:stretch>
            </p:blipFill>
            <p:spPr>
              <a:xfrm>
                <a:off x="8139191" y="3057954"/>
                <a:ext cx="91800" cy="15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4">
            <p14:nvContentPartPr>
              <p14:cNvPr id="224" name="Ink 223">
                <a:extLst>
                  <a:ext uri="{FF2B5EF4-FFF2-40B4-BE49-F238E27FC236}">
                    <a16:creationId xmlns:a16="http://schemas.microsoft.com/office/drawing/2014/main" id="{67A7C1CD-DF2E-0667-21D4-C9922625074C}"/>
                  </a:ext>
                </a:extLst>
              </p14:cNvPr>
              <p14:cNvContentPartPr/>
              <p14:nvPr/>
            </p14:nvContentPartPr>
            <p14:xfrm>
              <a:off x="8273471" y="3038154"/>
              <a:ext cx="95760" cy="220320"/>
            </p14:xfrm>
          </p:contentPart>
        </mc:Choice>
        <mc:Fallback xmlns="">
          <p:pic>
            <p:nvPicPr>
              <p:cNvPr id="224" name="Ink 223">
                <a:extLst>
                  <a:ext uri="{FF2B5EF4-FFF2-40B4-BE49-F238E27FC236}">
                    <a16:creationId xmlns:a16="http://schemas.microsoft.com/office/drawing/2014/main" id="{67A7C1CD-DF2E-0667-21D4-C9922625074C}"/>
                  </a:ext>
                </a:extLst>
              </p:cNvPr>
              <p:cNvPicPr/>
              <p:nvPr/>
            </p:nvPicPr>
            <p:blipFill>
              <a:blip r:embed="rId445"/>
              <a:stretch>
                <a:fillRect/>
              </a:stretch>
            </p:blipFill>
            <p:spPr>
              <a:xfrm>
                <a:off x="8264831" y="3029514"/>
                <a:ext cx="113400" cy="23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6">
            <p14:nvContentPartPr>
              <p14:cNvPr id="225" name="Ink 224">
                <a:extLst>
                  <a:ext uri="{FF2B5EF4-FFF2-40B4-BE49-F238E27FC236}">
                    <a16:creationId xmlns:a16="http://schemas.microsoft.com/office/drawing/2014/main" id="{71EFA16D-B02E-226D-43B1-6BD922C3F345}"/>
                  </a:ext>
                </a:extLst>
              </p14:cNvPr>
              <p14:cNvContentPartPr/>
              <p14:nvPr/>
            </p14:nvContentPartPr>
            <p14:xfrm>
              <a:off x="8407391" y="3161634"/>
              <a:ext cx="174240" cy="134280"/>
            </p14:xfrm>
          </p:contentPart>
        </mc:Choice>
        <mc:Fallback xmlns="">
          <p:pic>
            <p:nvPicPr>
              <p:cNvPr id="225" name="Ink 224">
                <a:extLst>
                  <a:ext uri="{FF2B5EF4-FFF2-40B4-BE49-F238E27FC236}">
                    <a16:creationId xmlns:a16="http://schemas.microsoft.com/office/drawing/2014/main" id="{71EFA16D-B02E-226D-43B1-6BD922C3F345}"/>
                  </a:ext>
                </a:extLst>
              </p:cNvPr>
              <p:cNvPicPr/>
              <p:nvPr/>
            </p:nvPicPr>
            <p:blipFill>
              <a:blip r:embed="rId447"/>
              <a:stretch>
                <a:fillRect/>
              </a:stretch>
            </p:blipFill>
            <p:spPr>
              <a:xfrm>
                <a:off x="8398391" y="3152634"/>
                <a:ext cx="191880" cy="15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8">
            <p14:nvContentPartPr>
              <p14:cNvPr id="226" name="Ink 225">
                <a:extLst>
                  <a:ext uri="{FF2B5EF4-FFF2-40B4-BE49-F238E27FC236}">
                    <a16:creationId xmlns:a16="http://schemas.microsoft.com/office/drawing/2014/main" id="{3B3088F4-5D50-7F4B-3D1E-4F586562710B}"/>
                  </a:ext>
                </a:extLst>
              </p14:cNvPr>
              <p14:cNvContentPartPr/>
              <p14:nvPr/>
            </p14:nvContentPartPr>
            <p14:xfrm>
              <a:off x="8615831" y="3104754"/>
              <a:ext cx="146160" cy="399240"/>
            </p14:xfrm>
          </p:contentPart>
        </mc:Choice>
        <mc:Fallback xmlns="">
          <p:pic>
            <p:nvPicPr>
              <p:cNvPr id="226" name="Ink 225">
                <a:extLst>
                  <a:ext uri="{FF2B5EF4-FFF2-40B4-BE49-F238E27FC236}">
                    <a16:creationId xmlns:a16="http://schemas.microsoft.com/office/drawing/2014/main" id="{3B3088F4-5D50-7F4B-3D1E-4F586562710B}"/>
                  </a:ext>
                </a:extLst>
              </p:cNvPr>
              <p:cNvPicPr/>
              <p:nvPr/>
            </p:nvPicPr>
            <p:blipFill>
              <a:blip r:embed="rId449"/>
              <a:stretch>
                <a:fillRect/>
              </a:stretch>
            </p:blipFill>
            <p:spPr>
              <a:xfrm>
                <a:off x="8606831" y="3096114"/>
                <a:ext cx="163800" cy="41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0">
            <p14:nvContentPartPr>
              <p14:cNvPr id="227" name="Ink 226">
                <a:extLst>
                  <a:ext uri="{FF2B5EF4-FFF2-40B4-BE49-F238E27FC236}">
                    <a16:creationId xmlns:a16="http://schemas.microsoft.com/office/drawing/2014/main" id="{71AD6AC9-AC61-53AA-1B98-598FD0AF29A6}"/>
                  </a:ext>
                </a:extLst>
              </p14:cNvPr>
              <p14:cNvContentPartPr/>
              <p14:nvPr/>
            </p14:nvContentPartPr>
            <p14:xfrm>
              <a:off x="2302020" y="4007168"/>
              <a:ext cx="97920" cy="19440"/>
            </p14:xfrm>
          </p:contentPart>
        </mc:Choice>
        <mc:Fallback xmlns="">
          <p:pic>
            <p:nvPicPr>
              <p:cNvPr id="227" name="Ink 226">
                <a:extLst>
                  <a:ext uri="{FF2B5EF4-FFF2-40B4-BE49-F238E27FC236}">
                    <a16:creationId xmlns:a16="http://schemas.microsoft.com/office/drawing/2014/main" id="{71AD6AC9-AC61-53AA-1B98-598FD0AF29A6}"/>
                  </a:ext>
                </a:extLst>
              </p:cNvPr>
              <p:cNvPicPr/>
              <p:nvPr/>
            </p:nvPicPr>
            <p:blipFill>
              <a:blip r:embed="rId451"/>
              <a:stretch>
                <a:fillRect/>
              </a:stretch>
            </p:blipFill>
            <p:spPr>
              <a:xfrm>
                <a:off x="2293020" y="3998528"/>
                <a:ext cx="115560" cy="3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2">
            <p14:nvContentPartPr>
              <p14:cNvPr id="228" name="Ink 227">
                <a:extLst>
                  <a:ext uri="{FF2B5EF4-FFF2-40B4-BE49-F238E27FC236}">
                    <a16:creationId xmlns:a16="http://schemas.microsoft.com/office/drawing/2014/main" id="{E62A4099-E91D-6F37-546C-B3A26FB13889}"/>
                  </a:ext>
                </a:extLst>
              </p14:cNvPr>
              <p14:cNvContentPartPr/>
              <p14:nvPr/>
            </p14:nvContentPartPr>
            <p14:xfrm>
              <a:off x="2249820" y="3942008"/>
              <a:ext cx="104040" cy="16920"/>
            </p14:xfrm>
          </p:contentPart>
        </mc:Choice>
        <mc:Fallback xmlns="">
          <p:pic>
            <p:nvPicPr>
              <p:cNvPr id="228" name="Ink 227">
                <a:extLst>
                  <a:ext uri="{FF2B5EF4-FFF2-40B4-BE49-F238E27FC236}">
                    <a16:creationId xmlns:a16="http://schemas.microsoft.com/office/drawing/2014/main" id="{E62A4099-E91D-6F37-546C-B3A26FB13889}"/>
                  </a:ext>
                </a:extLst>
              </p:cNvPr>
              <p:cNvPicPr/>
              <p:nvPr/>
            </p:nvPicPr>
            <p:blipFill>
              <a:blip r:embed="rId453"/>
              <a:stretch>
                <a:fillRect/>
              </a:stretch>
            </p:blipFill>
            <p:spPr>
              <a:xfrm>
                <a:off x="2241180" y="3933368"/>
                <a:ext cx="121680" cy="3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4">
            <p14:nvContentPartPr>
              <p14:cNvPr id="229" name="Ink 228">
                <a:extLst>
                  <a:ext uri="{FF2B5EF4-FFF2-40B4-BE49-F238E27FC236}">
                    <a16:creationId xmlns:a16="http://schemas.microsoft.com/office/drawing/2014/main" id="{A9EDE886-6EB1-B667-E541-01CE5EED5961}"/>
                  </a:ext>
                </a:extLst>
              </p14:cNvPr>
              <p14:cNvContentPartPr/>
              <p14:nvPr/>
            </p14:nvContentPartPr>
            <p14:xfrm>
              <a:off x="2649420" y="3750128"/>
              <a:ext cx="47520" cy="140760"/>
            </p14:xfrm>
          </p:contentPart>
        </mc:Choice>
        <mc:Fallback xmlns="">
          <p:pic>
            <p:nvPicPr>
              <p:cNvPr id="229" name="Ink 228">
                <a:extLst>
                  <a:ext uri="{FF2B5EF4-FFF2-40B4-BE49-F238E27FC236}">
                    <a16:creationId xmlns:a16="http://schemas.microsoft.com/office/drawing/2014/main" id="{A9EDE886-6EB1-B667-E541-01CE5EED5961}"/>
                  </a:ext>
                </a:extLst>
              </p:cNvPr>
              <p:cNvPicPr/>
              <p:nvPr/>
            </p:nvPicPr>
            <p:blipFill>
              <a:blip r:embed="rId455"/>
              <a:stretch>
                <a:fillRect/>
              </a:stretch>
            </p:blipFill>
            <p:spPr>
              <a:xfrm>
                <a:off x="2640780" y="3741128"/>
                <a:ext cx="65160" cy="15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6">
            <p14:nvContentPartPr>
              <p14:cNvPr id="230" name="Ink 229">
                <a:extLst>
                  <a:ext uri="{FF2B5EF4-FFF2-40B4-BE49-F238E27FC236}">
                    <a16:creationId xmlns:a16="http://schemas.microsoft.com/office/drawing/2014/main" id="{C7203201-89B7-D55D-FD9B-1E33620619CE}"/>
                  </a:ext>
                </a:extLst>
              </p14:cNvPr>
              <p14:cNvContentPartPr/>
              <p14:nvPr/>
            </p14:nvContentPartPr>
            <p14:xfrm>
              <a:off x="2577780" y="3974048"/>
              <a:ext cx="258120" cy="9000"/>
            </p14:xfrm>
          </p:contentPart>
        </mc:Choice>
        <mc:Fallback xmlns="">
          <p:pic>
            <p:nvPicPr>
              <p:cNvPr id="230" name="Ink 229">
                <a:extLst>
                  <a:ext uri="{FF2B5EF4-FFF2-40B4-BE49-F238E27FC236}">
                    <a16:creationId xmlns:a16="http://schemas.microsoft.com/office/drawing/2014/main" id="{C7203201-89B7-D55D-FD9B-1E33620619CE}"/>
                  </a:ext>
                </a:extLst>
              </p:cNvPr>
              <p:cNvPicPr/>
              <p:nvPr/>
            </p:nvPicPr>
            <p:blipFill>
              <a:blip r:embed="rId457"/>
              <a:stretch>
                <a:fillRect/>
              </a:stretch>
            </p:blipFill>
            <p:spPr>
              <a:xfrm>
                <a:off x="2569140" y="3965408"/>
                <a:ext cx="275760" cy="2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8">
            <p14:nvContentPartPr>
              <p14:cNvPr id="231" name="Ink 230">
                <a:extLst>
                  <a:ext uri="{FF2B5EF4-FFF2-40B4-BE49-F238E27FC236}">
                    <a16:creationId xmlns:a16="http://schemas.microsoft.com/office/drawing/2014/main" id="{F2FB46C4-1C7E-6008-1EB0-C32D2BD392F6}"/>
                  </a:ext>
                </a:extLst>
              </p14:cNvPr>
              <p14:cNvContentPartPr/>
              <p14:nvPr/>
            </p14:nvContentPartPr>
            <p14:xfrm>
              <a:off x="2622780" y="4106888"/>
              <a:ext cx="203040" cy="146880"/>
            </p14:xfrm>
          </p:contentPart>
        </mc:Choice>
        <mc:Fallback xmlns="">
          <p:pic>
            <p:nvPicPr>
              <p:cNvPr id="231" name="Ink 230">
                <a:extLst>
                  <a:ext uri="{FF2B5EF4-FFF2-40B4-BE49-F238E27FC236}">
                    <a16:creationId xmlns:a16="http://schemas.microsoft.com/office/drawing/2014/main" id="{F2FB46C4-1C7E-6008-1EB0-C32D2BD392F6}"/>
                  </a:ext>
                </a:extLst>
              </p:cNvPr>
              <p:cNvPicPr/>
              <p:nvPr/>
            </p:nvPicPr>
            <p:blipFill>
              <a:blip r:embed="rId459"/>
              <a:stretch>
                <a:fillRect/>
              </a:stretch>
            </p:blipFill>
            <p:spPr>
              <a:xfrm>
                <a:off x="2614140" y="4098248"/>
                <a:ext cx="220680" cy="16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0">
            <p14:nvContentPartPr>
              <p14:cNvPr id="232" name="Ink 231">
                <a:extLst>
                  <a:ext uri="{FF2B5EF4-FFF2-40B4-BE49-F238E27FC236}">
                    <a16:creationId xmlns:a16="http://schemas.microsoft.com/office/drawing/2014/main" id="{4BB3D44E-A765-02C5-DB49-644170AE68B2}"/>
                  </a:ext>
                </a:extLst>
              </p14:cNvPr>
              <p14:cNvContentPartPr/>
              <p14:nvPr/>
            </p14:nvContentPartPr>
            <p14:xfrm>
              <a:off x="3043980" y="3823208"/>
              <a:ext cx="307080" cy="244800"/>
            </p14:xfrm>
          </p:contentPart>
        </mc:Choice>
        <mc:Fallback xmlns="">
          <p:pic>
            <p:nvPicPr>
              <p:cNvPr id="232" name="Ink 231">
                <a:extLst>
                  <a:ext uri="{FF2B5EF4-FFF2-40B4-BE49-F238E27FC236}">
                    <a16:creationId xmlns:a16="http://schemas.microsoft.com/office/drawing/2014/main" id="{4BB3D44E-A765-02C5-DB49-644170AE68B2}"/>
                  </a:ext>
                </a:extLst>
              </p:cNvPr>
              <p:cNvPicPr/>
              <p:nvPr/>
            </p:nvPicPr>
            <p:blipFill>
              <a:blip r:embed="rId461"/>
              <a:stretch>
                <a:fillRect/>
              </a:stretch>
            </p:blipFill>
            <p:spPr>
              <a:xfrm>
                <a:off x="3035340" y="3814568"/>
                <a:ext cx="324720" cy="262440"/>
              </a:xfrm>
              <a:prstGeom prst="rect">
                <a:avLst/>
              </a:prstGeom>
            </p:spPr>
          </p:pic>
        </mc:Fallback>
      </mc:AlternateContent>
      <p:grpSp>
        <p:nvGrpSpPr>
          <p:cNvPr id="238" name="Group 237">
            <a:extLst>
              <a:ext uri="{FF2B5EF4-FFF2-40B4-BE49-F238E27FC236}">
                <a16:creationId xmlns:a16="http://schemas.microsoft.com/office/drawing/2014/main" id="{E04F53F5-F1EF-181E-1CAD-74B8F46F7960}"/>
              </a:ext>
            </a:extLst>
          </p:cNvPr>
          <p:cNvGrpSpPr/>
          <p:nvPr/>
        </p:nvGrpSpPr>
        <p:grpSpPr>
          <a:xfrm>
            <a:off x="3065940" y="4142528"/>
            <a:ext cx="435960" cy="173520"/>
            <a:chOff x="3065940" y="4142528"/>
            <a:chExt cx="435960" cy="173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2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5D06F494-8FCD-D355-5BF9-1531576E4E6D}"/>
                    </a:ext>
                  </a:extLst>
                </p14:cNvPr>
                <p14:cNvContentPartPr/>
                <p14:nvPr/>
              </p14:nvContentPartPr>
              <p14:xfrm>
                <a:off x="3087540" y="4239368"/>
                <a:ext cx="29520" cy="7668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5D06F494-8FCD-D355-5BF9-1531576E4E6D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3078900" y="4230368"/>
                  <a:ext cx="4716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4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0265C716-1A65-BFE7-87AE-442672279DA0}"/>
                    </a:ext>
                  </a:extLst>
                </p14:cNvPr>
                <p14:cNvContentPartPr/>
                <p14:nvPr/>
              </p14:nvContentPartPr>
              <p14:xfrm>
                <a:off x="3065940" y="4142528"/>
                <a:ext cx="9720" cy="360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0265C716-1A65-BFE7-87AE-442672279DA0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3057300" y="4133528"/>
                  <a:ext cx="2736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6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81848B8C-0E9C-5817-5D9F-934D868FBD09}"/>
                    </a:ext>
                  </a:extLst>
                </p14:cNvPr>
                <p14:cNvContentPartPr/>
                <p14:nvPr/>
              </p14:nvContentPartPr>
              <p14:xfrm>
                <a:off x="3183660" y="4259168"/>
                <a:ext cx="110520" cy="1080"/>
              </p14:xfrm>
            </p:contentPart>
          </mc:Choice>
          <mc:Fallback xmlns=""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81848B8C-0E9C-5817-5D9F-934D868FBD09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3174660" y="4250528"/>
                  <a:ext cx="12816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8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7DF7245D-28EA-EE8B-ED57-69A6B797BA85}"/>
                    </a:ext>
                  </a:extLst>
                </p14:cNvPr>
                <p14:cNvContentPartPr/>
                <p14:nvPr/>
              </p14:nvContentPartPr>
              <p14:xfrm>
                <a:off x="3186180" y="4182488"/>
                <a:ext cx="97560" cy="1584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7DF7245D-28EA-EE8B-ED57-69A6B797BA85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3177540" y="4173488"/>
                  <a:ext cx="11520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0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64C64685-DA33-87AB-83E3-1161AD7DD292}"/>
                    </a:ext>
                  </a:extLst>
                </p14:cNvPr>
                <p14:cNvContentPartPr/>
                <p14:nvPr/>
              </p14:nvContentPartPr>
              <p14:xfrm>
                <a:off x="3353940" y="4203008"/>
                <a:ext cx="147960" cy="9360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64C64685-DA33-87AB-83E3-1161AD7DD292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3345300" y="4194008"/>
                  <a:ext cx="165600" cy="111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2" name="Group 241">
            <a:extLst>
              <a:ext uri="{FF2B5EF4-FFF2-40B4-BE49-F238E27FC236}">
                <a16:creationId xmlns:a16="http://schemas.microsoft.com/office/drawing/2014/main" id="{E692C4F4-9C84-9DE8-47E8-EC38CD211949}"/>
              </a:ext>
            </a:extLst>
          </p:cNvPr>
          <p:cNvGrpSpPr/>
          <p:nvPr/>
        </p:nvGrpSpPr>
        <p:grpSpPr>
          <a:xfrm>
            <a:off x="3017340" y="3598928"/>
            <a:ext cx="437760" cy="117360"/>
            <a:chOff x="3017340" y="3598928"/>
            <a:chExt cx="437760" cy="117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72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7AD82113-B3BA-E4E1-D611-8E53346AA5CE}"/>
                    </a:ext>
                  </a:extLst>
                </p14:cNvPr>
                <p14:cNvContentPartPr/>
                <p14:nvPr/>
              </p14:nvContentPartPr>
              <p14:xfrm>
                <a:off x="3017340" y="3598928"/>
                <a:ext cx="162000" cy="11736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7AD82113-B3BA-E4E1-D611-8E53346AA5CE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3008340" y="3589928"/>
                  <a:ext cx="17964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4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5F5C4FB3-8140-9CA8-D65F-881C41EAF534}"/>
                    </a:ext>
                  </a:extLst>
                </p14:cNvPr>
                <p14:cNvContentPartPr/>
                <p14:nvPr/>
              </p14:nvContentPartPr>
              <p14:xfrm>
                <a:off x="3257460" y="3669488"/>
                <a:ext cx="78120" cy="900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5F5C4FB3-8140-9CA8-D65F-881C41EAF534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3248460" y="3660848"/>
                  <a:ext cx="9576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6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7AC0077E-11DA-A413-FC6F-1388D4BFCE82}"/>
                    </a:ext>
                  </a:extLst>
                </p14:cNvPr>
                <p14:cNvContentPartPr/>
                <p14:nvPr/>
              </p14:nvContentPartPr>
              <p14:xfrm>
                <a:off x="3376980" y="3600368"/>
                <a:ext cx="78120" cy="11484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7AC0077E-11DA-A413-FC6F-1388D4BFCE82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3367980" y="3591368"/>
                  <a:ext cx="95760" cy="132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7" name="Group 266">
            <a:extLst>
              <a:ext uri="{FF2B5EF4-FFF2-40B4-BE49-F238E27FC236}">
                <a16:creationId xmlns:a16="http://schemas.microsoft.com/office/drawing/2014/main" id="{3506AB67-5A13-AF09-EF83-10849920A1EC}"/>
              </a:ext>
            </a:extLst>
          </p:cNvPr>
          <p:cNvGrpSpPr/>
          <p:nvPr/>
        </p:nvGrpSpPr>
        <p:grpSpPr>
          <a:xfrm>
            <a:off x="3709260" y="3610088"/>
            <a:ext cx="2868480" cy="578880"/>
            <a:chOff x="3709260" y="3610088"/>
            <a:chExt cx="2868480" cy="578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78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DDE6626F-5A17-83CC-0E8C-EE8C635E2F75}"/>
                    </a:ext>
                  </a:extLst>
                </p14:cNvPr>
                <p14:cNvContentPartPr/>
                <p14:nvPr/>
              </p14:nvContentPartPr>
              <p14:xfrm>
                <a:off x="3709260" y="3865328"/>
                <a:ext cx="237240" cy="22896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DDE6626F-5A17-83CC-0E8C-EE8C635E2F75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3700620" y="3856328"/>
                  <a:ext cx="25488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0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5E52827A-5DAA-AD99-444B-6B5227186E97}"/>
                    </a:ext>
                  </a:extLst>
                </p14:cNvPr>
                <p14:cNvContentPartPr/>
                <p14:nvPr/>
              </p14:nvContentPartPr>
              <p14:xfrm>
                <a:off x="3798540" y="3893048"/>
                <a:ext cx="124200" cy="23292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5E52827A-5DAA-AD99-444B-6B5227186E97}"/>
                    </a:ext>
                  </a:extLst>
                </p:cNvPr>
                <p:cNvPicPr/>
                <p:nvPr/>
              </p:nvPicPr>
              <p:blipFill>
                <a:blip r:embed="rId481"/>
                <a:stretch>
                  <a:fillRect/>
                </a:stretch>
              </p:blipFill>
              <p:spPr>
                <a:xfrm>
                  <a:off x="3789540" y="3884048"/>
                  <a:ext cx="14184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2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B11066D8-DA49-462F-AAAC-4CF9C42C3742}"/>
                    </a:ext>
                  </a:extLst>
                </p14:cNvPr>
                <p14:cNvContentPartPr/>
                <p14:nvPr/>
              </p14:nvContentPartPr>
              <p14:xfrm>
                <a:off x="4048740" y="4109408"/>
                <a:ext cx="23040" cy="7956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B11066D8-DA49-462F-AAAC-4CF9C42C3742}"/>
                    </a:ext>
                  </a:extLst>
                </p:cNvPr>
                <p:cNvPicPr/>
                <p:nvPr/>
              </p:nvPicPr>
              <p:blipFill>
                <a:blip r:embed="rId483"/>
                <a:stretch>
                  <a:fillRect/>
                </a:stretch>
              </p:blipFill>
              <p:spPr>
                <a:xfrm>
                  <a:off x="4040100" y="4100768"/>
                  <a:ext cx="4068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4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CF7254AC-CD88-E86B-CEB4-0AB3CD54B639}"/>
                    </a:ext>
                  </a:extLst>
                </p14:cNvPr>
                <p14:cNvContentPartPr/>
                <p14:nvPr/>
              </p14:nvContentPartPr>
              <p14:xfrm>
                <a:off x="4172580" y="3824648"/>
                <a:ext cx="72720" cy="32652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CF7254AC-CD88-E86B-CEB4-0AB3CD54B639}"/>
                    </a:ext>
                  </a:extLst>
                </p:cNvPr>
                <p:cNvPicPr/>
                <p:nvPr/>
              </p:nvPicPr>
              <p:blipFill>
                <a:blip r:embed="rId485"/>
                <a:stretch>
                  <a:fillRect/>
                </a:stretch>
              </p:blipFill>
              <p:spPr>
                <a:xfrm>
                  <a:off x="4163940" y="3815648"/>
                  <a:ext cx="90360" cy="34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6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AE8CA82F-D75D-19C0-F31D-B291688195C7}"/>
                    </a:ext>
                  </a:extLst>
                </p14:cNvPr>
                <p14:cNvContentPartPr/>
                <p14:nvPr/>
              </p14:nvContentPartPr>
              <p14:xfrm>
                <a:off x="4343220" y="4005368"/>
                <a:ext cx="182160" cy="12528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AE8CA82F-D75D-19C0-F31D-B291688195C7}"/>
                    </a:ext>
                  </a:extLst>
                </p:cNvPr>
                <p:cNvPicPr/>
                <p:nvPr/>
              </p:nvPicPr>
              <p:blipFill>
                <a:blip r:embed="rId487"/>
                <a:stretch>
                  <a:fillRect/>
                </a:stretch>
              </p:blipFill>
              <p:spPr>
                <a:xfrm>
                  <a:off x="4334220" y="3996728"/>
                  <a:ext cx="19980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8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290C0176-F9A2-6974-C933-910E3D1D0A12}"/>
                    </a:ext>
                  </a:extLst>
                </p14:cNvPr>
                <p14:cNvContentPartPr/>
                <p14:nvPr/>
              </p14:nvContentPartPr>
              <p14:xfrm>
                <a:off x="4499100" y="3839408"/>
                <a:ext cx="111600" cy="17172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290C0176-F9A2-6974-C933-910E3D1D0A12}"/>
                    </a:ext>
                  </a:extLst>
                </p:cNvPr>
                <p:cNvPicPr/>
                <p:nvPr/>
              </p:nvPicPr>
              <p:blipFill>
                <a:blip r:embed="rId489"/>
                <a:stretch>
                  <a:fillRect/>
                </a:stretch>
              </p:blipFill>
              <p:spPr>
                <a:xfrm>
                  <a:off x="4490100" y="3830408"/>
                  <a:ext cx="12924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0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38B399F5-A53A-3E15-0596-791F5622D12C}"/>
                    </a:ext>
                  </a:extLst>
                </p14:cNvPr>
                <p14:cNvContentPartPr/>
                <p14:nvPr/>
              </p14:nvContentPartPr>
              <p14:xfrm>
                <a:off x="4483620" y="3735368"/>
                <a:ext cx="3600" cy="108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38B399F5-A53A-3E15-0596-791F5622D12C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474620" y="3726368"/>
                  <a:ext cx="2124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1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FE2C476C-2560-056A-513D-C60AD127C211}"/>
                    </a:ext>
                  </a:extLst>
                </p14:cNvPr>
                <p14:cNvContentPartPr/>
                <p14:nvPr/>
              </p14:nvContentPartPr>
              <p14:xfrm>
                <a:off x="4613580" y="3662288"/>
                <a:ext cx="119160" cy="23976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FE2C476C-2560-056A-513D-C60AD127C211}"/>
                    </a:ext>
                  </a:extLst>
                </p:cNvPr>
                <p:cNvPicPr/>
                <p:nvPr/>
              </p:nvPicPr>
              <p:blipFill>
                <a:blip r:embed="rId492"/>
                <a:stretch>
                  <a:fillRect/>
                </a:stretch>
              </p:blipFill>
              <p:spPr>
                <a:xfrm>
                  <a:off x="4604940" y="3653288"/>
                  <a:ext cx="13680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3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18024B28-A714-FA5A-AF16-4B1379515F64}"/>
                    </a:ext>
                  </a:extLst>
                </p14:cNvPr>
                <p14:cNvContentPartPr/>
                <p14:nvPr/>
              </p14:nvContentPartPr>
              <p14:xfrm>
                <a:off x="4764420" y="3761648"/>
                <a:ext cx="201600" cy="83520"/>
              </p14:xfrm>
            </p:contentPart>
          </mc:Choice>
          <mc:Fallback xmlns=""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18024B28-A714-FA5A-AF16-4B1379515F64}"/>
                    </a:ext>
                  </a:extLst>
                </p:cNvPr>
                <p:cNvPicPr/>
                <p:nvPr/>
              </p:nvPicPr>
              <p:blipFill>
                <a:blip r:embed="rId494"/>
                <a:stretch>
                  <a:fillRect/>
                </a:stretch>
              </p:blipFill>
              <p:spPr>
                <a:xfrm>
                  <a:off x="4755420" y="3753008"/>
                  <a:ext cx="21924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5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9D36FA1F-F7AD-AB2B-FEAF-8A997549352C}"/>
                    </a:ext>
                  </a:extLst>
                </p14:cNvPr>
                <p14:cNvContentPartPr/>
                <p14:nvPr/>
              </p14:nvContentPartPr>
              <p14:xfrm>
                <a:off x="5046300" y="3852368"/>
                <a:ext cx="55800" cy="6984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9D36FA1F-F7AD-AB2B-FEAF-8A997549352C}"/>
                    </a:ext>
                  </a:extLst>
                </p:cNvPr>
                <p:cNvPicPr/>
                <p:nvPr/>
              </p:nvPicPr>
              <p:blipFill>
                <a:blip r:embed="rId496"/>
                <a:stretch>
                  <a:fillRect/>
                </a:stretch>
              </p:blipFill>
              <p:spPr>
                <a:xfrm>
                  <a:off x="5037300" y="3843368"/>
                  <a:ext cx="7344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7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C20592EC-FC6A-ECE6-5F6D-B6C8E1E08865}"/>
                    </a:ext>
                  </a:extLst>
                </p14:cNvPr>
                <p14:cNvContentPartPr/>
                <p14:nvPr/>
              </p14:nvContentPartPr>
              <p14:xfrm>
                <a:off x="5241780" y="3793688"/>
                <a:ext cx="83880" cy="1476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C20592EC-FC6A-ECE6-5F6D-B6C8E1E08865}"/>
                    </a:ext>
                  </a:extLst>
                </p:cNvPr>
                <p:cNvPicPr/>
                <p:nvPr/>
              </p:nvPicPr>
              <p:blipFill>
                <a:blip r:embed="rId498"/>
                <a:stretch>
                  <a:fillRect/>
                </a:stretch>
              </p:blipFill>
              <p:spPr>
                <a:xfrm>
                  <a:off x="5232780" y="3784688"/>
                  <a:ext cx="10152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9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7605C587-3809-F9AC-BF94-46384F105C1D}"/>
                    </a:ext>
                  </a:extLst>
                </p14:cNvPr>
                <p14:cNvContentPartPr/>
                <p14:nvPr/>
              </p14:nvContentPartPr>
              <p14:xfrm>
                <a:off x="5392620" y="3723128"/>
                <a:ext cx="143280" cy="10728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7605C587-3809-F9AC-BF94-46384F105C1D}"/>
                    </a:ext>
                  </a:extLst>
                </p:cNvPr>
                <p:cNvPicPr/>
                <p:nvPr/>
              </p:nvPicPr>
              <p:blipFill>
                <a:blip r:embed="rId500"/>
                <a:stretch>
                  <a:fillRect/>
                </a:stretch>
              </p:blipFill>
              <p:spPr>
                <a:xfrm>
                  <a:off x="5383980" y="3714128"/>
                  <a:ext cx="16092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1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6AEF4CE7-30C2-45CA-27D3-9AC1DA29B87E}"/>
                    </a:ext>
                  </a:extLst>
                </p14:cNvPr>
                <p14:cNvContentPartPr/>
                <p14:nvPr/>
              </p14:nvContentPartPr>
              <p14:xfrm>
                <a:off x="5564700" y="3770648"/>
                <a:ext cx="45360" cy="70560"/>
              </p14:xfrm>
            </p:contentPart>
          </mc:Choice>
          <mc:Fallback xmlns=""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6AEF4CE7-30C2-45CA-27D3-9AC1DA29B87E}"/>
                    </a:ext>
                  </a:extLst>
                </p:cNvPr>
                <p:cNvPicPr/>
                <p:nvPr/>
              </p:nvPicPr>
              <p:blipFill>
                <a:blip r:embed="rId502"/>
                <a:stretch>
                  <a:fillRect/>
                </a:stretch>
              </p:blipFill>
              <p:spPr>
                <a:xfrm>
                  <a:off x="5556060" y="3762008"/>
                  <a:ext cx="6300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3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EF870779-243F-975C-F6E9-D5818BBAEE68}"/>
                    </a:ext>
                  </a:extLst>
                </p14:cNvPr>
                <p14:cNvContentPartPr/>
                <p14:nvPr/>
              </p14:nvContentPartPr>
              <p14:xfrm>
                <a:off x="5637060" y="3771728"/>
                <a:ext cx="30240" cy="57240"/>
              </p14:xfrm>
            </p:contentPart>
          </mc:Choice>
          <mc:Fallback xmlns=""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EF870779-243F-975C-F6E9-D5818BBAEE68}"/>
                    </a:ext>
                  </a:extLst>
                </p:cNvPr>
                <p:cNvPicPr/>
                <p:nvPr/>
              </p:nvPicPr>
              <p:blipFill>
                <a:blip r:embed="rId504"/>
                <a:stretch>
                  <a:fillRect/>
                </a:stretch>
              </p:blipFill>
              <p:spPr>
                <a:xfrm>
                  <a:off x="5628060" y="3762728"/>
                  <a:ext cx="4788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5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CC83E6B2-E8E5-E3ED-EDA5-7CC62AC93122}"/>
                    </a:ext>
                  </a:extLst>
                </p14:cNvPr>
                <p14:cNvContentPartPr/>
                <p14:nvPr/>
              </p14:nvContentPartPr>
              <p14:xfrm>
                <a:off x="5455980" y="3684968"/>
                <a:ext cx="155160" cy="24480"/>
              </p14:xfrm>
            </p:contentPart>
          </mc:Choice>
          <mc:Fallback xmlns=""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CC83E6B2-E8E5-E3ED-EDA5-7CC62AC93122}"/>
                    </a:ext>
                  </a:extLst>
                </p:cNvPr>
                <p:cNvPicPr/>
                <p:nvPr/>
              </p:nvPicPr>
              <p:blipFill>
                <a:blip r:embed="rId506"/>
                <a:stretch>
                  <a:fillRect/>
                </a:stretch>
              </p:blipFill>
              <p:spPr>
                <a:xfrm>
                  <a:off x="5447340" y="3676328"/>
                  <a:ext cx="17280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7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8CE0A892-CA04-AF10-EAD1-55B486ED0FB5}"/>
                    </a:ext>
                  </a:extLst>
                </p14:cNvPr>
                <p14:cNvContentPartPr/>
                <p14:nvPr/>
              </p14:nvContentPartPr>
              <p14:xfrm>
                <a:off x="5761620" y="3778568"/>
                <a:ext cx="72360" cy="66600"/>
              </p14:xfrm>
            </p:contentPart>
          </mc:Choice>
          <mc:Fallback xmlns=""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8CE0A892-CA04-AF10-EAD1-55B486ED0FB5}"/>
                    </a:ext>
                  </a:extLst>
                </p:cNvPr>
                <p:cNvPicPr/>
                <p:nvPr/>
              </p:nvPicPr>
              <p:blipFill>
                <a:blip r:embed="rId508"/>
                <a:stretch>
                  <a:fillRect/>
                </a:stretch>
              </p:blipFill>
              <p:spPr>
                <a:xfrm>
                  <a:off x="5752620" y="3769568"/>
                  <a:ext cx="9000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9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F42559A4-0F55-546C-77A0-E06DBF28F8FD}"/>
                    </a:ext>
                  </a:extLst>
                </p14:cNvPr>
                <p14:cNvContentPartPr/>
                <p14:nvPr/>
              </p14:nvContentPartPr>
              <p14:xfrm>
                <a:off x="5733540" y="3674888"/>
                <a:ext cx="18000" cy="3600"/>
              </p14:xfrm>
            </p:contentPart>
          </mc:Choice>
          <mc:Fallback xmlns=""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F42559A4-0F55-546C-77A0-E06DBF28F8FD}"/>
                    </a:ext>
                  </a:extLst>
                </p:cNvPr>
                <p:cNvPicPr/>
                <p:nvPr/>
              </p:nvPicPr>
              <p:blipFill>
                <a:blip r:embed="rId510"/>
                <a:stretch>
                  <a:fillRect/>
                </a:stretch>
              </p:blipFill>
              <p:spPr>
                <a:xfrm>
                  <a:off x="5724900" y="3665888"/>
                  <a:ext cx="3564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1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3D3E4ECB-A363-8F2E-368A-8252A5BF9C9D}"/>
                    </a:ext>
                  </a:extLst>
                </p14:cNvPr>
                <p14:cNvContentPartPr/>
                <p14:nvPr/>
              </p14:nvContentPartPr>
              <p14:xfrm>
                <a:off x="5787540" y="3610088"/>
                <a:ext cx="157320" cy="217440"/>
              </p14:xfrm>
            </p:contentPart>
          </mc:Choice>
          <mc:Fallback xmlns=""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3D3E4ECB-A363-8F2E-368A-8252A5BF9C9D}"/>
                    </a:ext>
                  </a:extLst>
                </p:cNvPr>
                <p:cNvPicPr/>
                <p:nvPr/>
              </p:nvPicPr>
              <p:blipFill>
                <a:blip r:embed="rId512"/>
                <a:stretch>
                  <a:fillRect/>
                </a:stretch>
              </p:blipFill>
              <p:spPr>
                <a:xfrm>
                  <a:off x="5778900" y="3601088"/>
                  <a:ext cx="17496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3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EC491204-DB11-8036-05A8-1BAC4BE11520}"/>
                    </a:ext>
                  </a:extLst>
                </p14:cNvPr>
                <p14:cNvContentPartPr/>
                <p14:nvPr/>
              </p14:nvContentPartPr>
              <p14:xfrm>
                <a:off x="6040980" y="3678128"/>
                <a:ext cx="81360" cy="202320"/>
              </p14:xfrm>
            </p:contentPart>
          </mc:Choice>
          <mc:Fallback xmlns=""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EC491204-DB11-8036-05A8-1BAC4BE11520}"/>
                    </a:ext>
                  </a:extLst>
                </p:cNvPr>
                <p:cNvPicPr/>
                <p:nvPr/>
              </p:nvPicPr>
              <p:blipFill>
                <a:blip r:embed="rId514"/>
                <a:stretch>
                  <a:fillRect/>
                </a:stretch>
              </p:blipFill>
              <p:spPr>
                <a:xfrm>
                  <a:off x="6031980" y="3669128"/>
                  <a:ext cx="9900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5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0F05D509-2A66-3CC0-8AA2-6C3DFC35161E}"/>
                    </a:ext>
                  </a:extLst>
                </p14:cNvPr>
                <p14:cNvContentPartPr/>
                <p14:nvPr/>
              </p14:nvContentPartPr>
              <p14:xfrm>
                <a:off x="6145020" y="3735728"/>
                <a:ext cx="205920" cy="138240"/>
              </p14:xfrm>
            </p:contentPart>
          </mc:Choice>
          <mc:Fallback xmlns=""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0F05D509-2A66-3CC0-8AA2-6C3DFC35161E}"/>
                    </a:ext>
                  </a:extLst>
                </p:cNvPr>
                <p:cNvPicPr/>
                <p:nvPr/>
              </p:nvPicPr>
              <p:blipFill>
                <a:blip r:embed="rId516"/>
                <a:stretch>
                  <a:fillRect/>
                </a:stretch>
              </p:blipFill>
              <p:spPr>
                <a:xfrm>
                  <a:off x="6136380" y="3727088"/>
                  <a:ext cx="22356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7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BF89B3B7-C2DC-029D-5BB1-A3EA9482196F}"/>
                    </a:ext>
                  </a:extLst>
                </p14:cNvPr>
                <p14:cNvContentPartPr/>
                <p14:nvPr/>
              </p14:nvContentPartPr>
              <p14:xfrm>
                <a:off x="6399180" y="3662648"/>
                <a:ext cx="178560" cy="452880"/>
              </p14:xfrm>
            </p:contentPart>
          </mc:Choice>
          <mc:Fallback xmlns=""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BF89B3B7-C2DC-029D-5BB1-A3EA9482196F}"/>
                    </a:ext>
                  </a:extLst>
                </p:cNvPr>
                <p:cNvPicPr/>
                <p:nvPr/>
              </p:nvPicPr>
              <p:blipFill>
                <a:blip r:embed="rId518"/>
                <a:stretch>
                  <a:fillRect/>
                </a:stretch>
              </p:blipFill>
              <p:spPr>
                <a:xfrm>
                  <a:off x="6390540" y="3653648"/>
                  <a:ext cx="196200" cy="470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19">
            <p14:nvContentPartPr>
              <p14:cNvPr id="268" name="Ink 267">
                <a:extLst>
                  <a:ext uri="{FF2B5EF4-FFF2-40B4-BE49-F238E27FC236}">
                    <a16:creationId xmlns:a16="http://schemas.microsoft.com/office/drawing/2014/main" id="{FBCFD782-9BCD-C180-60AE-744C2C2DE345}"/>
                  </a:ext>
                </a:extLst>
              </p14:cNvPr>
              <p14:cNvContentPartPr/>
              <p14:nvPr/>
            </p14:nvContentPartPr>
            <p14:xfrm>
              <a:off x="688500" y="1500848"/>
              <a:ext cx="5115960" cy="105120"/>
            </p14:xfrm>
          </p:contentPart>
        </mc:Choice>
        <mc:Fallback xmlns="">
          <p:pic>
            <p:nvPicPr>
              <p:cNvPr id="268" name="Ink 267">
                <a:extLst>
                  <a:ext uri="{FF2B5EF4-FFF2-40B4-BE49-F238E27FC236}">
                    <a16:creationId xmlns:a16="http://schemas.microsoft.com/office/drawing/2014/main" id="{FBCFD782-9BCD-C180-60AE-744C2C2DE345}"/>
                  </a:ext>
                </a:extLst>
              </p:cNvPr>
              <p:cNvPicPr/>
              <p:nvPr/>
            </p:nvPicPr>
            <p:blipFill>
              <a:blip r:embed="rId520"/>
              <a:stretch>
                <a:fillRect/>
              </a:stretch>
            </p:blipFill>
            <p:spPr>
              <a:xfrm>
                <a:off x="679500" y="1492208"/>
                <a:ext cx="5133600" cy="12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1">
            <p14:nvContentPartPr>
              <p14:cNvPr id="269" name="Ink 268">
                <a:extLst>
                  <a:ext uri="{FF2B5EF4-FFF2-40B4-BE49-F238E27FC236}">
                    <a16:creationId xmlns:a16="http://schemas.microsoft.com/office/drawing/2014/main" id="{A78E4092-9E43-CC0E-695B-A9C04D0F232C}"/>
                  </a:ext>
                </a:extLst>
              </p14:cNvPr>
              <p14:cNvContentPartPr/>
              <p14:nvPr/>
            </p14:nvContentPartPr>
            <p14:xfrm>
              <a:off x="713340" y="2518928"/>
              <a:ext cx="975240" cy="11160"/>
            </p14:xfrm>
          </p:contentPart>
        </mc:Choice>
        <mc:Fallback xmlns="">
          <p:pic>
            <p:nvPicPr>
              <p:cNvPr id="269" name="Ink 268">
                <a:extLst>
                  <a:ext uri="{FF2B5EF4-FFF2-40B4-BE49-F238E27FC236}">
                    <a16:creationId xmlns:a16="http://schemas.microsoft.com/office/drawing/2014/main" id="{A78E4092-9E43-CC0E-695B-A9C04D0F232C}"/>
                  </a:ext>
                </a:extLst>
              </p:cNvPr>
              <p:cNvPicPr/>
              <p:nvPr/>
            </p:nvPicPr>
            <p:blipFill>
              <a:blip r:embed="rId522"/>
              <a:stretch>
                <a:fillRect/>
              </a:stretch>
            </p:blipFill>
            <p:spPr>
              <a:xfrm>
                <a:off x="704700" y="2510288"/>
                <a:ext cx="992880" cy="2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3">
            <p14:nvContentPartPr>
              <p14:cNvPr id="270" name="Ink 269">
                <a:extLst>
                  <a:ext uri="{FF2B5EF4-FFF2-40B4-BE49-F238E27FC236}">
                    <a16:creationId xmlns:a16="http://schemas.microsoft.com/office/drawing/2014/main" id="{D39FD0D0-EC87-3A44-77A6-E34124A6F034}"/>
                  </a:ext>
                </a:extLst>
              </p14:cNvPr>
              <p14:cNvContentPartPr/>
              <p14:nvPr/>
            </p14:nvContentPartPr>
            <p14:xfrm>
              <a:off x="2577420" y="4270328"/>
              <a:ext cx="3958560" cy="113760"/>
            </p14:xfrm>
          </p:contentPart>
        </mc:Choice>
        <mc:Fallback xmlns="">
          <p:pic>
            <p:nvPicPr>
              <p:cNvPr id="270" name="Ink 269">
                <a:extLst>
                  <a:ext uri="{FF2B5EF4-FFF2-40B4-BE49-F238E27FC236}">
                    <a16:creationId xmlns:a16="http://schemas.microsoft.com/office/drawing/2014/main" id="{D39FD0D0-EC87-3A44-77A6-E34124A6F034}"/>
                  </a:ext>
                </a:extLst>
              </p:cNvPr>
              <p:cNvPicPr/>
              <p:nvPr/>
            </p:nvPicPr>
            <p:blipFill>
              <a:blip r:embed="rId524"/>
              <a:stretch>
                <a:fillRect/>
              </a:stretch>
            </p:blipFill>
            <p:spPr>
              <a:xfrm>
                <a:off x="2568420" y="4261328"/>
                <a:ext cx="3976200" cy="131400"/>
              </a:xfrm>
              <a:prstGeom prst="rect">
                <a:avLst/>
              </a:prstGeom>
            </p:spPr>
          </p:pic>
        </mc:Fallback>
      </mc:AlternateContent>
      <p:grpSp>
        <p:nvGrpSpPr>
          <p:cNvPr id="291" name="Group 290">
            <a:extLst>
              <a:ext uri="{FF2B5EF4-FFF2-40B4-BE49-F238E27FC236}">
                <a16:creationId xmlns:a16="http://schemas.microsoft.com/office/drawing/2014/main" id="{88C29BDE-E137-5953-EC82-06BA6668DD80}"/>
              </a:ext>
            </a:extLst>
          </p:cNvPr>
          <p:cNvGrpSpPr/>
          <p:nvPr/>
        </p:nvGrpSpPr>
        <p:grpSpPr>
          <a:xfrm>
            <a:off x="269820" y="2690648"/>
            <a:ext cx="1024200" cy="699840"/>
            <a:chOff x="269820" y="2690648"/>
            <a:chExt cx="1024200" cy="699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5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5E11D776-6677-3BF9-4118-C352D584E12A}"/>
                    </a:ext>
                  </a:extLst>
                </p14:cNvPr>
                <p14:cNvContentPartPr/>
                <p14:nvPr/>
              </p14:nvContentPartPr>
              <p14:xfrm>
                <a:off x="738180" y="2746808"/>
                <a:ext cx="146880" cy="299880"/>
              </p14:xfrm>
            </p:contentPart>
          </mc:Choice>
          <mc:Fallback xmlns=""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5E11D776-6677-3BF9-4118-C352D584E12A}"/>
                    </a:ext>
                  </a:extLst>
                </p:cNvPr>
                <p:cNvPicPr/>
                <p:nvPr/>
              </p:nvPicPr>
              <p:blipFill>
                <a:blip r:embed="rId526"/>
                <a:stretch>
                  <a:fillRect/>
                </a:stretch>
              </p:blipFill>
              <p:spPr>
                <a:xfrm>
                  <a:off x="729540" y="2737808"/>
                  <a:ext cx="164520" cy="31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7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EE276AF5-A89B-592A-0997-D2B08DB6FBE1}"/>
                    </a:ext>
                  </a:extLst>
                </p14:cNvPr>
                <p14:cNvContentPartPr/>
                <p14:nvPr/>
              </p14:nvContentPartPr>
              <p14:xfrm>
                <a:off x="795060" y="2690648"/>
                <a:ext cx="135000" cy="141840"/>
              </p14:xfrm>
            </p:contentPart>
          </mc:Choice>
          <mc:Fallback xmlns=""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EE276AF5-A89B-592A-0997-D2B08DB6FBE1}"/>
                    </a:ext>
                  </a:extLst>
                </p:cNvPr>
                <p:cNvPicPr/>
                <p:nvPr/>
              </p:nvPicPr>
              <p:blipFill>
                <a:blip r:embed="rId528"/>
                <a:stretch>
                  <a:fillRect/>
                </a:stretch>
              </p:blipFill>
              <p:spPr>
                <a:xfrm>
                  <a:off x="786420" y="2681648"/>
                  <a:ext cx="15264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9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36C3607F-E493-CD6D-6FAA-16465C7BB291}"/>
                    </a:ext>
                  </a:extLst>
                </p14:cNvPr>
                <p14:cNvContentPartPr/>
                <p14:nvPr/>
              </p14:nvContentPartPr>
              <p14:xfrm>
                <a:off x="304020" y="3163688"/>
                <a:ext cx="12240" cy="119160"/>
              </p14:xfrm>
            </p:contentPart>
          </mc:Choice>
          <mc:Fallback xmlns=""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36C3607F-E493-CD6D-6FAA-16465C7BB291}"/>
                    </a:ext>
                  </a:extLst>
                </p:cNvPr>
                <p:cNvPicPr/>
                <p:nvPr/>
              </p:nvPicPr>
              <p:blipFill>
                <a:blip r:embed="rId530"/>
                <a:stretch>
                  <a:fillRect/>
                </a:stretch>
              </p:blipFill>
              <p:spPr>
                <a:xfrm>
                  <a:off x="295380" y="3155048"/>
                  <a:ext cx="2988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1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B8FDC3FC-9A9D-2302-974C-D4CCDCD2E10E}"/>
                    </a:ext>
                  </a:extLst>
                </p14:cNvPr>
                <p14:cNvContentPartPr/>
                <p14:nvPr/>
              </p14:nvContentPartPr>
              <p14:xfrm>
                <a:off x="269820" y="3157928"/>
                <a:ext cx="167400" cy="142200"/>
              </p14:xfrm>
            </p:contentPart>
          </mc:Choice>
          <mc:Fallback xmlns=""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B8FDC3FC-9A9D-2302-974C-D4CCDCD2E10E}"/>
                    </a:ext>
                  </a:extLst>
                </p:cNvPr>
                <p:cNvPicPr/>
                <p:nvPr/>
              </p:nvPicPr>
              <p:blipFill>
                <a:blip r:embed="rId532"/>
                <a:stretch>
                  <a:fillRect/>
                </a:stretch>
              </p:blipFill>
              <p:spPr>
                <a:xfrm>
                  <a:off x="261180" y="3148928"/>
                  <a:ext cx="18504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3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B26301FF-1C6C-50D5-82CE-E763E6A23E12}"/>
                    </a:ext>
                  </a:extLst>
                </p14:cNvPr>
                <p14:cNvContentPartPr/>
                <p14:nvPr/>
              </p14:nvContentPartPr>
              <p14:xfrm>
                <a:off x="493380" y="3195008"/>
                <a:ext cx="36000" cy="84960"/>
              </p14:xfrm>
            </p:contentPart>
          </mc:Choice>
          <mc:Fallback xmlns=""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B26301FF-1C6C-50D5-82CE-E763E6A23E12}"/>
                    </a:ext>
                  </a:extLst>
                </p:cNvPr>
                <p:cNvPicPr/>
                <p:nvPr/>
              </p:nvPicPr>
              <p:blipFill>
                <a:blip r:embed="rId534"/>
                <a:stretch>
                  <a:fillRect/>
                </a:stretch>
              </p:blipFill>
              <p:spPr>
                <a:xfrm>
                  <a:off x="484740" y="3186368"/>
                  <a:ext cx="5364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5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BBDE79EC-887B-6CAD-BAD6-3288C4635EE6}"/>
                    </a:ext>
                  </a:extLst>
                </p14:cNvPr>
                <p14:cNvContentPartPr/>
                <p14:nvPr/>
              </p14:nvContentPartPr>
              <p14:xfrm>
                <a:off x="410580" y="3159008"/>
                <a:ext cx="150480" cy="15840"/>
              </p14:xfrm>
            </p:contentPart>
          </mc:Choice>
          <mc:Fallback xmlns=""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BBDE79EC-887B-6CAD-BAD6-3288C4635EE6}"/>
                    </a:ext>
                  </a:extLst>
                </p:cNvPr>
                <p:cNvPicPr/>
                <p:nvPr/>
              </p:nvPicPr>
              <p:blipFill>
                <a:blip r:embed="rId536"/>
                <a:stretch>
                  <a:fillRect/>
                </a:stretch>
              </p:blipFill>
              <p:spPr>
                <a:xfrm>
                  <a:off x="401940" y="3150008"/>
                  <a:ext cx="16812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7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56F0C26B-950A-6B95-3949-916D9DC81D34}"/>
                    </a:ext>
                  </a:extLst>
                </p14:cNvPr>
                <p14:cNvContentPartPr/>
                <p14:nvPr/>
              </p14:nvContentPartPr>
              <p14:xfrm>
                <a:off x="633780" y="3241808"/>
                <a:ext cx="14760" cy="70560"/>
              </p14:xfrm>
            </p:contentPart>
          </mc:Choice>
          <mc:Fallback xmlns=""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56F0C26B-950A-6B95-3949-916D9DC81D34}"/>
                    </a:ext>
                  </a:extLst>
                </p:cNvPr>
                <p:cNvPicPr/>
                <p:nvPr/>
              </p:nvPicPr>
              <p:blipFill>
                <a:blip r:embed="rId538"/>
                <a:stretch>
                  <a:fillRect/>
                </a:stretch>
              </p:blipFill>
              <p:spPr>
                <a:xfrm>
                  <a:off x="624780" y="3232808"/>
                  <a:ext cx="3240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9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2DEDD03A-DD16-DB57-52F7-88434745EBBB}"/>
                    </a:ext>
                  </a:extLst>
                </p14:cNvPr>
                <p14:cNvContentPartPr/>
                <p14:nvPr/>
              </p14:nvContentPartPr>
              <p14:xfrm>
                <a:off x="597420" y="3157928"/>
                <a:ext cx="110880" cy="16560"/>
              </p14:xfrm>
            </p:contentPart>
          </mc:Choice>
          <mc:Fallback xmlns=""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2DEDD03A-DD16-DB57-52F7-88434745EBBB}"/>
                    </a:ext>
                  </a:extLst>
                </p:cNvPr>
                <p:cNvPicPr/>
                <p:nvPr/>
              </p:nvPicPr>
              <p:blipFill>
                <a:blip r:embed="rId540"/>
                <a:stretch>
                  <a:fillRect/>
                </a:stretch>
              </p:blipFill>
              <p:spPr>
                <a:xfrm>
                  <a:off x="588420" y="3149288"/>
                  <a:ext cx="12852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1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6A008327-D3B1-4B4A-961B-DFCDDD479B6B}"/>
                    </a:ext>
                  </a:extLst>
                </p14:cNvPr>
                <p14:cNvContentPartPr/>
                <p14:nvPr/>
              </p14:nvContentPartPr>
              <p14:xfrm>
                <a:off x="612900" y="3233888"/>
                <a:ext cx="87840" cy="10440"/>
              </p14:xfrm>
            </p:contentPart>
          </mc:Choice>
          <mc:Fallback xmlns=""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6A008327-D3B1-4B4A-961B-DFCDDD479B6B}"/>
                    </a:ext>
                  </a:extLst>
                </p:cNvPr>
                <p:cNvPicPr/>
                <p:nvPr/>
              </p:nvPicPr>
              <p:blipFill>
                <a:blip r:embed="rId542"/>
                <a:stretch>
                  <a:fillRect/>
                </a:stretch>
              </p:blipFill>
              <p:spPr>
                <a:xfrm>
                  <a:off x="603900" y="3224888"/>
                  <a:ext cx="10548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3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D967F3AE-8B20-C84C-15F0-DB5A7924750D}"/>
                    </a:ext>
                  </a:extLst>
                </p14:cNvPr>
                <p14:cNvContentPartPr/>
                <p14:nvPr/>
              </p14:nvContentPartPr>
              <p14:xfrm>
                <a:off x="831060" y="3210488"/>
                <a:ext cx="37080" cy="88920"/>
              </p14:xfrm>
            </p:contentPart>
          </mc:Choice>
          <mc:Fallback xmlns=""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D967F3AE-8B20-C84C-15F0-DB5A7924750D}"/>
                    </a:ext>
                  </a:extLst>
                </p:cNvPr>
                <p:cNvPicPr/>
                <p:nvPr/>
              </p:nvPicPr>
              <p:blipFill>
                <a:blip r:embed="rId544"/>
                <a:stretch>
                  <a:fillRect/>
                </a:stretch>
              </p:blipFill>
              <p:spPr>
                <a:xfrm>
                  <a:off x="822420" y="3201848"/>
                  <a:ext cx="5472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5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8555E18F-FB89-7209-6EFD-2DCB5C58F4BE}"/>
                    </a:ext>
                  </a:extLst>
                </p14:cNvPr>
                <p14:cNvContentPartPr/>
                <p14:nvPr/>
              </p14:nvContentPartPr>
              <p14:xfrm>
                <a:off x="732420" y="3160088"/>
                <a:ext cx="182160" cy="21600"/>
              </p14:xfrm>
            </p:contentPart>
          </mc:Choice>
          <mc:Fallback xmlns=""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8555E18F-FB89-7209-6EFD-2DCB5C58F4BE}"/>
                    </a:ext>
                  </a:extLst>
                </p:cNvPr>
                <p:cNvPicPr/>
                <p:nvPr/>
              </p:nvPicPr>
              <p:blipFill>
                <a:blip r:embed="rId546"/>
                <a:stretch>
                  <a:fillRect/>
                </a:stretch>
              </p:blipFill>
              <p:spPr>
                <a:xfrm>
                  <a:off x="723420" y="3151448"/>
                  <a:ext cx="19980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7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B23E7FC4-4FB7-01EF-C08F-D2280FD7827C}"/>
                    </a:ext>
                  </a:extLst>
                </p14:cNvPr>
                <p14:cNvContentPartPr/>
                <p14:nvPr/>
              </p14:nvContentPartPr>
              <p14:xfrm>
                <a:off x="1060380" y="3235328"/>
                <a:ext cx="106920" cy="64800"/>
              </p14:xfrm>
            </p:contentPart>
          </mc:Choice>
          <mc:Fallback xmlns=""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B23E7FC4-4FB7-01EF-C08F-D2280FD7827C}"/>
                    </a:ext>
                  </a:extLst>
                </p:cNvPr>
                <p:cNvPicPr/>
                <p:nvPr/>
              </p:nvPicPr>
              <p:blipFill>
                <a:blip r:embed="rId548"/>
                <a:stretch>
                  <a:fillRect/>
                </a:stretch>
              </p:blipFill>
              <p:spPr>
                <a:xfrm>
                  <a:off x="1051740" y="3226328"/>
                  <a:ext cx="12456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9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44F94023-2327-0ED8-FA6B-B61E37BF92AB}"/>
                    </a:ext>
                  </a:extLst>
                </p14:cNvPr>
                <p14:cNvContentPartPr/>
                <p14:nvPr/>
              </p14:nvContentPartPr>
              <p14:xfrm>
                <a:off x="1196820" y="3077648"/>
                <a:ext cx="81360" cy="312840"/>
              </p14:xfrm>
            </p:contentPart>
          </mc:Choice>
          <mc:Fallback xmlns=""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44F94023-2327-0ED8-FA6B-B61E37BF92AB}"/>
                    </a:ext>
                  </a:extLst>
                </p:cNvPr>
                <p:cNvPicPr/>
                <p:nvPr/>
              </p:nvPicPr>
              <p:blipFill>
                <a:blip r:embed="rId550"/>
                <a:stretch>
                  <a:fillRect/>
                </a:stretch>
              </p:blipFill>
              <p:spPr>
                <a:xfrm>
                  <a:off x="1188180" y="3068648"/>
                  <a:ext cx="99000" cy="33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1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E67DC38A-2AA4-CF82-DDD7-32411C220D21}"/>
                    </a:ext>
                  </a:extLst>
                </p14:cNvPr>
                <p14:cNvContentPartPr/>
                <p14:nvPr/>
              </p14:nvContentPartPr>
              <p14:xfrm>
                <a:off x="1192500" y="3268808"/>
                <a:ext cx="101520" cy="14760"/>
              </p14:xfrm>
            </p:contentPart>
          </mc:Choice>
          <mc:Fallback xmlns=""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E67DC38A-2AA4-CF82-DDD7-32411C220D21}"/>
                    </a:ext>
                  </a:extLst>
                </p:cNvPr>
                <p:cNvPicPr/>
                <p:nvPr/>
              </p:nvPicPr>
              <p:blipFill>
                <a:blip r:embed="rId552"/>
                <a:stretch>
                  <a:fillRect/>
                </a:stretch>
              </p:blipFill>
              <p:spPr>
                <a:xfrm>
                  <a:off x="1183500" y="3260168"/>
                  <a:ext cx="119160" cy="32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8" name="Group 307">
            <a:extLst>
              <a:ext uri="{FF2B5EF4-FFF2-40B4-BE49-F238E27FC236}">
                <a16:creationId xmlns:a16="http://schemas.microsoft.com/office/drawing/2014/main" id="{83BD4DC9-9F41-0CA2-49C9-DA12712CC553}"/>
              </a:ext>
            </a:extLst>
          </p:cNvPr>
          <p:cNvGrpSpPr/>
          <p:nvPr/>
        </p:nvGrpSpPr>
        <p:grpSpPr>
          <a:xfrm>
            <a:off x="330660" y="3502448"/>
            <a:ext cx="1010520" cy="966240"/>
            <a:chOff x="330660" y="3502448"/>
            <a:chExt cx="1010520" cy="966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53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34E40036-2983-FE24-4B08-5EA178234E7B}"/>
                    </a:ext>
                  </a:extLst>
                </p14:cNvPr>
                <p14:cNvContentPartPr/>
                <p14:nvPr/>
              </p14:nvContentPartPr>
              <p14:xfrm>
                <a:off x="330660" y="3502448"/>
                <a:ext cx="111960" cy="207000"/>
              </p14:xfrm>
            </p:contentPart>
          </mc:Choice>
          <mc:Fallback xmlns=""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34E40036-2983-FE24-4B08-5EA178234E7B}"/>
                    </a:ext>
                  </a:extLst>
                </p:cNvPr>
                <p:cNvPicPr/>
                <p:nvPr/>
              </p:nvPicPr>
              <p:blipFill>
                <a:blip r:embed="rId554"/>
                <a:stretch>
                  <a:fillRect/>
                </a:stretch>
              </p:blipFill>
              <p:spPr>
                <a:xfrm>
                  <a:off x="321660" y="3493448"/>
                  <a:ext cx="12960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5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C32156DD-2321-76D1-E10B-81BE06C3756B}"/>
                    </a:ext>
                  </a:extLst>
                </p14:cNvPr>
                <p14:cNvContentPartPr/>
                <p14:nvPr/>
              </p14:nvContentPartPr>
              <p14:xfrm>
                <a:off x="475380" y="3584888"/>
                <a:ext cx="100800" cy="94320"/>
              </p14:xfrm>
            </p:contentPart>
          </mc:Choice>
          <mc:Fallback xmlns=""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C32156DD-2321-76D1-E10B-81BE06C3756B}"/>
                    </a:ext>
                  </a:extLst>
                </p:cNvPr>
                <p:cNvPicPr/>
                <p:nvPr/>
              </p:nvPicPr>
              <p:blipFill>
                <a:blip r:embed="rId556"/>
                <a:stretch>
                  <a:fillRect/>
                </a:stretch>
              </p:blipFill>
              <p:spPr>
                <a:xfrm>
                  <a:off x="466380" y="3576248"/>
                  <a:ext cx="11844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7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9EAEEEAD-5269-5AA1-11CF-22E651119E73}"/>
                    </a:ext>
                  </a:extLst>
                </p14:cNvPr>
                <p14:cNvContentPartPr/>
                <p14:nvPr/>
              </p14:nvContentPartPr>
              <p14:xfrm>
                <a:off x="602460" y="3570488"/>
                <a:ext cx="198000" cy="88560"/>
              </p14:xfrm>
            </p:contentPart>
          </mc:Choice>
          <mc:Fallback xmlns=""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9EAEEEAD-5269-5AA1-11CF-22E651119E73}"/>
                    </a:ext>
                  </a:extLst>
                </p:cNvPr>
                <p:cNvPicPr/>
                <p:nvPr/>
              </p:nvPicPr>
              <p:blipFill>
                <a:blip r:embed="rId558"/>
                <a:stretch>
                  <a:fillRect/>
                </a:stretch>
              </p:blipFill>
              <p:spPr>
                <a:xfrm>
                  <a:off x="593820" y="3561848"/>
                  <a:ext cx="21564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9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49C80694-30DE-7E3B-B7C9-8680DD445DFC}"/>
                    </a:ext>
                  </a:extLst>
                </p14:cNvPr>
                <p14:cNvContentPartPr/>
                <p14:nvPr/>
              </p14:nvContentPartPr>
              <p14:xfrm>
                <a:off x="841500" y="3598568"/>
                <a:ext cx="166320" cy="47880"/>
              </p14:xfrm>
            </p:contentPart>
          </mc:Choice>
          <mc:Fallback xmlns=""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49C80694-30DE-7E3B-B7C9-8680DD445DFC}"/>
                    </a:ext>
                  </a:extLst>
                </p:cNvPr>
                <p:cNvPicPr/>
                <p:nvPr/>
              </p:nvPicPr>
              <p:blipFill>
                <a:blip r:embed="rId560"/>
                <a:stretch>
                  <a:fillRect/>
                </a:stretch>
              </p:blipFill>
              <p:spPr>
                <a:xfrm>
                  <a:off x="832500" y="3589928"/>
                  <a:ext cx="18396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1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B395AB85-06A5-EE3D-2023-541C4BE2166D}"/>
                    </a:ext>
                  </a:extLst>
                </p14:cNvPr>
                <p14:cNvContentPartPr/>
                <p14:nvPr/>
              </p14:nvContentPartPr>
              <p14:xfrm>
                <a:off x="368820" y="3869648"/>
                <a:ext cx="124920" cy="126360"/>
              </p14:xfrm>
            </p:contentPart>
          </mc:Choice>
          <mc:Fallback xmlns=""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B395AB85-06A5-EE3D-2023-541C4BE2166D}"/>
                    </a:ext>
                  </a:extLst>
                </p:cNvPr>
                <p:cNvPicPr/>
                <p:nvPr/>
              </p:nvPicPr>
              <p:blipFill>
                <a:blip r:embed="rId562"/>
                <a:stretch>
                  <a:fillRect/>
                </a:stretch>
              </p:blipFill>
              <p:spPr>
                <a:xfrm>
                  <a:off x="359820" y="3861008"/>
                  <a:ext cx="14256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3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C0BA19C7-1BF3-4AF3-3C7B-9FF0FBDEE35F}"/>
                    </a:ext>
                  </a:extLst>
                </p14:cNvPr>
                <p14:cNvContentPartPr/>
                <p14:nvPr/>
              </p14:nvContentPartPr>
              <p14:xfrm>
                <a:off x="529020" y="3911768"/>
                <a:ext cx="317880" cy="62640"/>
              </p14:xfrm>
            </p:contentPart>
          </mc:Choice>
          <mc:Fallback xmlns=""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C0BA19C7-1BF3-4AF3-3C7B-9FF0FBDEE35F}"/>
                    </a:ext>
                  </a:extLst>
                </p:cNvPr>
                <p:cNvPicPr/>
                <p:nvPr/>
              </p:nvPicPr>
              <p:blipFill>
                <a:blip r:embed="rId564"/>
                <a:stretch>
                  <a:fillRect/>
                </a:stretch>
              </p:blipFill>
              <p:spPr>
                <a:xfrm>
                  <a:off x="520020" y="3903128"/>
                  <a:ext cx="33552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5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2357C51D-EA2B-C8D7-BB81-2CD894DAD7C6}"/>
                    </a:ext>
                  </a:extLst>
                </p14:cNvPr>
                <p14:cNvContentPartPr/>
                <p14:nvPr/>
              </p14:nvContentPartPr>
              <p14:xfrm>
                <a:off x="887220" y="3848408"/>
                <a:ext cx="104760" cy="193680"/>
              </p14:xfrm>
            </p:contentPart>
          </mc:Choice>
          <mc:Fallback xmlns=""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2357C51D-EA2B-C8D7-BB81-2CD894DAD7C6}"/>
                    </a:ext>
                  </a:extLst>
                </p:cNvPr>
                <p:cNvPicPr/>
                <p:nvPr/>
              </p:nvPicPr>
              <p:blipFill>
                <a:blip r:embed="rId566"/>
                <a:stretch>
                  <a:fillRect/>
                </a:stretch>
              </p:blipFill>
              <p:spPr>
                <a:xfrm>
                  <a:off x="878220" y="3839408"/>
                  <a:ext cx="12240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7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27329188-778F-F2EE-5348-4AA3E38E1673}"/>
                    </a:ext>
                  </a:extLst>
                </p14:cNvPr>
                <p14:cNvContentPartPr/>
                <p14:nvPr/>
              </p14:nvContentPartPr>
              <p14:xfrm>
                <a:off x="961020" y="3755528"/>
                <a:ext cx="184680" cy="184320"/>
              </p14:xfrm>
            </p:contentPart>
          </mc:Choice>
          <mc:Fallback xmlns=""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27329188-778F-F2EE-5348-4AA3E38E1673}"/>
                    </a:ext>
                  </a:extLst>
                </p:cNvPr>
                <p:cNvPicPr/>
                <p:nvPr/>
              </p:nvPicPr>
              <p:blipFill>
                <a:blip r:embed="rId568"/>
                <a:stretch>
                  <a:fillRect/>
                </a:stretch>
              </p:blipFill>
              <p:spPr>
                <a:xfrm>
                  <a:off x="952020" y="3746528"/>
                  <a:ext cx="20232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9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BFDB07EF-E5C1-EFF1-D3EB-CCFE3D961BC5}"/>
                    </a:ext>
                  </a:extLst>
                </p14:cNvPr>
                <p14:cNvContentPartPr/>
                <p14:nvPr/>
              </p14:nvContentPartPr>
              <p14:xfrm>
                <a:off x="1166220" y="3823568"/>
                <a:ext cx="56520" cy="115200"/>
              </p14:xfrm>
            </p:contentPart>
          </mc:Choice>
          <mc:Fallback xmlns=""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BFDB07EF-E5C1-EFF1-D3EB-CCFE3D961BC5}"/>
                    </a:ext>
                  </a:extLst>
                </p:cNvPr>
                <p:cNvPicPr/>
                <p:nvPr/>
              </p:nvPicPr>
              <p:blipFill>
                <a:blip r:embed="rId570"/>
                <a:stretch>
                  <a:fillRect/>
                </a:stretch>
              </p:blipFill>
              <p:spPr>
                <a:xfrm>
                  <a:off x="1157580" y="3814928"/>
                  <a:ext cx="7416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1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7CE7D5E8-2630-6E67-1C8E-EAE9503AABA2}"/>
                    </a:ext>
                  </a:extLst>
                </p14:cNvPr>
                <p14:cNvContentPartPr/>
                <p14:nvPr/>
              </p14:nvContentPartPr>
              <p14:xfrm>
                <a:off x="1236780" y="3683888"/>
                <a:ext cx="104400" cy="239040"/>
              </p14:xfrm>
            </p:contentPart>
          </mc:Choice>
          <mc:Fallback xmlns=""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7CE7D5E8-2630-6E67-1C8E-EAE9503AABA2}"/>
                    </a:ext>
                  </a:extLst>
                </p:cNvPr>
                <p:cNvPicPr/>
                <p:nvPr/>
              </p:nvPicPr>
              <p:blipFill>
                <a:blip r:embed="rId572"/>
                <a:stretch>
                  <a:fillRect/>
                </a:stretch>
              </p:blipFill>
              <p:spPr>
                <a:xfrm>
                  <a:off x="1228140" y="3675248"/>
                  <a:ext cx="12204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3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431B962D-5E13-E13C-A573-DF2E1E582725}"/>
                    </a:ext>
                  </a:extLst>
                </p14:cNvPr>
                <p14:cNvContentPartPr/>
                <p14:nvPr/>
              </p14:nvContentPartPr>
              <p14:xfrm>
                <a:off x="1155060" y="3828968"/>
                <a:ext cx="3600" cy="21600"/>
              </p14:xfrm>
            </p:contentPart>
          </mc:Choice>
          <mc:Fallback xmlns=""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431B962D-5E13-E13C-A573-DF2E1E582725}"/>
                    </a:ext>
                  </a:extLst>
                </p:cNvPr>
                <p:cNvPicPr/>
                <p:nvPr/>
              </p:nvPicPr>
              <p:blipFill>
                <a:blip r:embed="rId574"/>
                <a:stretch>
                  <a:fillRect/>
                </a:stretch>
              </p:blipFill>
              <p:spPr>
                <a:xfrm>
                  <a:off x="1146420" y="3819968"/>
                  <a:ext cx="2124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5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2273E39C-78F8-681E-AAAA-710E36A581C6}"/>
                    </a:ext>
                  </a:extLst>
                </p14:cNvPr>
                <p14:cNvContentPartPr/>
                <p14:nvPr/>
              </p14:nvContentPartPr>
              <p14:xfrm>
                <a:off x="443700" y="4270328"/>
                <a:ext cx="84600" cy="104400"/>
              </p14:xfrm>
            </p:contentPart>
          </mc:Choice>
          <mc:Fallback xmlns=""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2273E39C-78F8-681E-AAAA-710E36A581C6}"/>
                    </a:ext>
                  </a:extLst>
                </p:cNvPr>
                <p:cNvPicPr/>
                <p:nvPr/>
              </p:nvPicPr>
              <p:blipFill>
                <a:blip r:embed="rId576"/>
                <a:stretch>
                  <a:fillRect/>
                </a:stretch>
              </p:blipFill>
              <p:spPr>
                <a:xfrm>
                  <a:off x="435060" y="4261688"/>
                  <a:ext cx="10224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7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BC5C0789-886A-BB6A-011A-A42FE5209B1D}"/>
                    </a:ext>
                  </a:extLst>
                </p14:cNvPr>
                <p14:cNvContentPartPr/>
                <p14:nvPr/>
              </p14:nvContentPartPr>
              <p14:xfrm>
                <a:off x="602460" y="4322528"/>
                <a:ext cx="1080" cy="13680"/>
              </p14:xfrm>
            </p:contentPart>
          </mc:Choice>
          <mc:Fallback xmlns=""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BC5C0789-886A-BB6A-011A-A42FE5209B1D}"/>
                    </a:ext>
                  </a:extLst>
                </p:cNvPr>
                <p:cNvPicPr/>
                <p:nvPr/>
              </p:nvPicPr>
              <p:blipFill>
                <a:blip r:embed="rId578"/>
                <a:stretch>
                  <a:fillRect/>
                </a:stretch>
              </p:blipFill>
              <p:spPr>
                <a:xfrm>
                  <a:off x="593820" y="4313528"/>
                  <a:ext cx="1872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9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A8D0152F-548A-BA4C-23D1-9270603989B3}"/>
                    </a:ext>
                  </a:extLst>
                </p14:cNvPr>
                <p14:cNvContentPartPr/>
                <p14:nvPr/>
              </p14:nvContentPartPr>
              <p14:xfrm>
                <a:off x="571500" y="4187528"/>
                <a:ext cx="14040" cy="61200"/>
              </p14:xfrm>
            </p:contentPart>
          </mc:Choice>
          <mc:Fallback xmlns=""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A8D0152F-548A-BA4C-23D1-9270603989B3}"/>
                    </a:ext>
                  </a:extLst>
                </p:cNvPr>
                <p:cNvPicPr/>
                <p:nvPr/>
              </p:nvPicPr>
              <p:blipFill>
                <a:blip r:embed="rId580"/>
                <a:stretch>
                  <a:fillRect/>
                </a:stretch>
              </p:blipFill>
              <p:spPr>
                <a:xfrm>
                  <a:off x="562500" y="4178528"/>
                  <a:ext cx="3168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1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83B2952E-B786-3775-98A5-AF840E1FAE9D}"/>
                    </a:ext>
                  </a:extLst>
                </p14:cNvPr>
                <p14:cNvContentPartPr/>
                <p14:nvPr/>
              </p14:nvContentPartPr>
              <p14:xfrm>
                <a:off x="653940" y="4270688"/>
                <a:ext cx="104760" cy="198000"/>
              </p14:xfrm>
            </p:contentPart>
          </mc:Choice>
          <mc:Fallback xmlns=""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83B2952E-B786-3775-98A5-AF840E1FAE9D}"/>
                    </a:ext>
                  </a:extLst>
                </p:cNvPr>
                <p:cNvPicPr/>
                <p:nvPr/>
              </p:nvPicPr>
              <p:blipFill>
                <a:blip r:embed="rId582"/>
                <a:stretch>
                  <a:fillRect/>
                </a:stretch>
              </p:blipFill>
              <p:spPr>
                <a:xfrm>
                  <a:off x="644940" y="4261688"/>
                  <a:ext cx="12240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3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DA47C1B5-48D7-E731-BEC3-03F99A5D1EC8}"/>
                    </a:ext>
                  </a:extLst>
                </p14:cNvPr>
                <p14:cNvContentPartPr/>
                <p14:nvPr/>
              </p14:nvContentPartPr>
              <p14:xfrm>
                <a:off x="788220" y="4306688"/>
                <a:ext cx="105840" cy="11520"/>
              </p14:xfrm>
            </p:contentPart>
          </mc:Choice>
          <mc:Fallback xmlns=""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DA47C1B5-48D7-E731-BEC3-03F99A5D1EC8}"/>
                    </a:ext>
                  </a:extLst>
                </p:cNvPr>
                <p:cNvPicPr/>
                <p:nvPr/>
              </p:nvPicPr>
              <p:blipFill>
                <a:blip r:embed="rId584"/>
                <a:stretch>
                  <a:fillRect/>
                </a:stretch>
              </p:blipFill>
              <p:spPr>
                <a:xfrm>
                  <a:off x="779220" y="4297688"/>
                  <a:ext cx="12348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5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3D0B4224-70AB-CDD1-C60D-5B613F22D04D}"/>
                    </a:ext>
                  </a:extLst>
                </p14:cNvPr>
                <p14:cNvContentPartPr/>
                <p14:nvPr/>
              </p14:nvContentPartPr>
              <p14:xfrm>
                <a:off x="996300" y="4089248"/>
                <a:ext cx="182880" cy="240840"/>
              </p14:xfrm>
            </p:contentPart>
          </mc:Choice>
          <mc:Fallback xmlns=""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3D0B4224-70AB-CDD1-C60D-5B613F22D04D}"/>
                    </a:ext>
                  </a:extLst>
                </p:cNvPr>
                <p:cNvPicPr/>
                <p:nvPr/>
              </p:nvPicPr>
              <p:blipFill>
                <a:blip r:embed="rId586"/>
                <a:stretch>
                  <a:fillRect/>
                </a:stretch>
              </p:blipFill>
              <p:spPr>
                <a:xfrm>
                  <a:off x="987300" y="4080248"/>
                  <a:ext cx="20052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7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260208A6-DE6E-9609-64A7-E8744AE939CD}"/>
                    </a:ext>
                  </a:extLst>
                </p14:cNvPr>
                <p14:cNvContentPartPr/>
                <p14:nvPr/>
              </p14:nvContentPartPr>
              <p14:xfrm>
                <a:off x="810180" y="4301648"/>
                <a:ext cx="105480" cy="38520"/>
              </p14:xfrm>
            </p:contentPart>
          </mc:Choice>
          <mc:Fallback xmlns=""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260208A6-DE6E-9609-64A7-E8744AE939CD}"/>
                    </a:ext>
                  </a:extLst>
                </p:cNvPr>
                <p:cNvPicPr/>
                <p:nvPr/>
              </p:nvPicPr>
              <p:blipFill>
                <a:blip r:embed="rId588"/>
                <a:stretch>
                  <a:fillRect/>
                </a:stretch>
              </p:blipFill>
              <p:spPr>
                <a:xfrm>
                  <a:off x="801540" y="4293008"/>
                  <a:ext cx="123120" cy="56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3" name="Group 332">
            <a:extLst>
              <a:ext uri="{FF2B5EF4-FFF2-40B4-BE49-F238E27FC236}">
                <a16:creationId xmlns:a16="http://schemas.microsoft.com/office/drawing/2014/main" id="{72424E44-D03A-A6DF-0ADE-DABBF54A684D}"/>
              </a:ext>
            </a:extLst>
          </p:cNvPr>
          <p:cNvGrpSpPr/>
          <p:nvPr/>
        </p:nvGrpSpPr>
        <p:grpSpPr>
          <a:xfrm>
            <a:off x="4919940" y="4144688"/>
            <a:ext cx="1501560" cy="651600"/>
            <a:chOff x="4919940" y="4144688"/>
            <a:chExt cx="1501560" cy="651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89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608BC6BB-20AF-FD51-33E2-8FB80262ABB0}"/>
                    </a:ext>
                  </a:extLst>
                </p14:cNvPr>
                <p14:cNvContentPartPr/>
                <p14:nvPr/>
              </p14:nvContentPartPr>
              <p14:xfrm>
                <a:off x="4919940" y="4144688"/>
                <a:ext cx="280800" cy="388800"/>
              </p14:xfrm>
            </p:contentPart>
          </mc:Choice>
          <mc:Fallback xmlns=""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608BC6BB-20AF-FD51-33E2-8FB80262ABB0}"/>
                    </a:ext>
                  </a:extLst>
                </p:cNvPr>
                <p:cNvPicPr/>
                <p:nvPr/>
              </p:nvPicPr>
              <p:blipFill>
                <a:blip r:embed="rId590"/>
                <a:stretch>
                  <a:fillRect/>
                </a:stretch>
              </p:blipFill>
              <p:spPr>
                <a:xfrm>
                  <a:off x="4910940" y="4136048"/>
                  <a:ext cx="298440" cy="40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1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8986D64C-63E8-21ED-9A94-CB828BEC7A68}"/>
                    </a:ext>
                  </a:extLst>
                </p14:cNvPr>
                <p14:cNvContentPartPr/>
                <p14:nvPr/>
              </p14:nvContentPartPr>
              <p14:xfrm>
                <a:off x="5387580" y="4644728"/>
                <a:ext cx="45720" cy="117360"/>
              </p14:xfrm>
            </p:contentPart>
          </mc:Choice>
          <mc:Fallback xmlns=""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8986D64C-63E8-21ED-9A94-CB828BEC7A68}"/>
                    </a:ext>
                  </a:extLst>
                </p:cNvPr>
                <p:cNvPicPr/>
                <p:nvPr/>
              </p:nvPicPr>
              <p:blipFill>
                <a:blip r:embed="rId592"/>
                <a:stretch>
                  <a:fillRect/>
                </a:stretch>
              </p:blipFill>
              <p:spPr>
                <a:xfrm>
                  <a:off x="5378580" y="4635728"/>
                  <a:ext cx="6336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3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CCF48485-D1FC-D6D5-7435-E9532528FE21}"/>
                    </a:ext>
                  </a:extLst>
                </p14:cNvPr>
                <p14:cNvContentPartPr/>
                <p14:nvPr/>
              </p14:nvContentPartPr>
              <p14:xfrm>
                <a:off x="5345820" y="4586768"/>
                <a:ext cx="167040" cy="209520"/>
              </p14:xfrm>
            </p:contentPart>
          </mc:Choice>
          <mc:Fallback xmlns=""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CCF48485-D1FC-D6D5-7435-E9532528FE21}"/>
                    </a:ext>
                  </a:extLst>
                </p:cNvPr>
                <p:cNvPicPr/>
                <p:nvPr/>
              </p:nvPicPr>
              <p:blipFill>
                <a:blip r:embed="rId594"/>
                <a:stretch>
                  <a:fillRect/>
                </a:stretch>
              </p:blipFill>
              <p:spPr>
                <a:xfrm>
                  <a:off x="5337180" y="4577768"/>
                  <a:ext cx="18468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5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C32C8400-000E-E647-729E-9555D9396EFE}"/>
                    </a:ext>
                  </a:extLst>
                </p14:cNvPr>
                <p14:cNvContentPartPr/>
                <p14:nvPr/>
              </p14:nvContentPartPr>
              <p14:xfrm>
                <a:off x="5590260" y="4660208"/>
                <a:ext cx="22680" cy="84240"/>
              </p14:xfrm>
            </p:contentPart>
          </mc:Choice>
          <mc:Fallback xmlns=""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C32C8400-000E-E647-729E-9555D9396EFE}"/>
                    </a:ext>
                  </a:extLst>
                </p:cNvPr>
                <p:cNvPicPr/>
                <p:nvPr/>
              </p:nvPicPr>
              <p:blipFill>
                <a:blip r:embed="rId596"/>
                <a:stretch>
                  <a:fillRect/>
                </a:stretch>
              </p:blipFill>
              <p:spPr>
                <a:xfrm>
                  <a:off x="5581260" y="4651208"/>
                  <a:ext cx="4032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7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7FBC5C9A-FF5E-29E9-6533-D62500FCC7D1}"/>
                    </a:ext>
                  </a:extLst>
                </p14:cNvPr>
                <p14:cNvContentPartPr/>
                <p14:nvPr/>
              </p14:nvContentPartPr>
              <p14:xfrm>
                <a:off x="5467500" y="4587128"/>
                <a:ext cx="180000" cy="18720"/>
              </p14:xfrm>
            </p:contentPart>
          </mc:Choice>
          <mc:Fallback xmlns=""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7FBC5C9A-FF5E-29E9-6533-D62500FCC7D1}"/>
                    </a:ext>
                  </a:extLst>
                </p:cNvPr>
                <p:cNvPicPr/>
                <p:nvPr/>
              </p:nvPicPr>
              <p:blipFill>
                <a:blip r:embed="rId598"/>
                <a:stretch>
                  <a:fillRect/>
                </a:stretch>
              </p:blipFill>
              <p:spPr>
                <a:xfrm>
                  <a:off x="5458860" y="4578128"/>
                  <a:ext cx="19764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9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2A6DF209-2C8B-F4C2-6CF3-DF81FB93AF26}"/>
                    </a:ext>
                  </a:extLst>
                </p14:cNvPr>
                <p14:cNvContentPartPr/>
                <p14:nvPr/>
              </p14:nvContentPartPr>
              <p14:xfrm>
                <a:off x="5725260" y="4665248"/>
                <a:ext cx="37080" cy="78840"/>
              </p14:xfrm>
            </p:contentPart>
          </mc:Choice>
          <mc:Fallback xmlns=""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2A6DF209-2C8B-F4C2-6CF3-DF81FB93AF26}"/>
                    </a:ext>
                  </a:extLst>
                </p:cNvPr>
                <p:cNvPicPr/>
                <p:nvPr/>
              </p:nvPicPr>
              <p:blipFill>
                <a:blip r:embed="rId600"/>
                <a:stretch>
                  <a:fillRect/>
                </a:stretch>
              </p:blipFill>
              <p:spPr>
                <a:xfrm>
                  <a:off x="5716260" y="4656608"/>
                  <a:ext cx="5472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1">
              <p14:nvContentPartPr>
                <p14:cNvPr id="315" name="Ink 314">
                  <a:extLst>
                    <a:ext uri="{FF2B5EF4-FFF2-40B4-BE49-F238E27FC236}">
                      <a16:creationId xmlns:a16="http://schemas.microsoft.com/office/drawing/2014/main" id="{580CDE04-07B7-749C-8B2F-D7C43707BF27}"/>
                    </a:ext>
                  </a:extLst>
                </p14:cNvPr>
                <p14:cNvContentPartPr/>
                <p14:nvPr/>
              </p14:nvContentPartPr>
              <p14:xfrm>
                <a:off x="5709780" y="4593968"/>
                <a:ext cx="96480" cy="24840"/>
              </p14:xfrm>
            </p:contentPart>
          </mc:Choice>
          <mc:Fallback xmlns="">
            <p:pic>
              <p:nvPicPr>
                <p:cNvPr id="315" name="Ink 314">
                  <a:extLst>
                    <a:ext uri="{FF2B5EF4-FFF2-40B4-BE49-F238E27FC236}">
                      <a16:creationId xmlns:a16="http://schemas.microsoft.com/office/drawing/2014/main" id="{580CDE04-07B7-749C-8B2F-D7C43707BF27}"/>
                    </a:ext>
                  </a:extLst>
                </p:cNvPr>
                <p:cNvPicPr/>
                <p:nvPr/>
              </p:nvPicPr>
              <p:blipFill>
                <a:blip r:embed="rId602"/>
                <a:stretch>
                  <a:fillRect/>
                </a:stretch>
              </p:blipFill>
              <p:spPr>
                <a:xfrm>
                  <a:off x="5700780" y="4585328"/>
                  <a:ext cx="11412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3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22057C6E-C108-86FE-6F04-4C59E8BD54ED}"/>
                    </a:ext>
                  </a:extLst>
                </p14:cNvPr>
                <p14:cNvContentPartPr/>
                <p14:nvPr/>
              </p14:nvContentPartPr>
              <p14:xfrm>
                <a:off x="5714820" y="4681088"/>
                <a:ext cx="95040" cy="4320"/>
              </p14:xfrm>
            </p:contentPart>
          </mc:Choice>
          <mc:Fallback xmlns=""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22057C6E-C108-86FE-6F04-4C59E8BD54ED}"/>
                    </a:ext>
                  </a:extLst>
                </p:cNvPr>
                <p:cNvPicPr/>
                <p:nvPr/>
              </p:nvPicPr>
              <p:blipFill>
                <a:blip r:embed="rId604"/>
                <a:stretch>
                  <a:fillRect/>
                </a:stretch>
              </p:blipFill>
              <p:spPr>
                <a:xfrm>
                  <a:off x="5705820" y="4672088"/>
                  <a:ext cx="11268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5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5301C8A5-3BA3-C52A-CB32-1EC672841B15}"/>
                    </a:ext>
                  </a:extLst>
                </p14:cNvPr>
                <p14:cNvContentPartPr/>
                <p14:nvPr/>
              </p14:nvContentPartPr>
              <p14:xfrm>
                <a:off x="5955660" y="4660208"/>
                <a:ext cx="24120" cy="87120"/>
              </p14:xfrm>
            </p:contentPart>
          </mc:Choice>
          <mc:Fallback xmlns=""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5301C8A5-3BA3-C52A-CB32-1EC672841B15}"/>
                    </a:ext>
                  </a:extLst>
                </p:cNvPr>
                <p:cNvPicPr/>
                <p:nvPr/>
              </p:nvPicPr>
              <p:blipFill>
                <a:blip r:embed="rId606"/>
                <a:stretch>
                  <a:fillRect/>
                </a:stretch>
              </p:blipFill>
              <p:spPr>
                <a:xfrm>
                  <a:off x="5947020" y="4651208"/>
                  <a:ext cx="4176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7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123A9C5A-960F-5993-0BE4-21A0B67E6499}"/>
                    </a:ext>
                  </a:extLst>
                </p14:cNvPr>
                <p14:cNvContentPartPr/>
                <p14:nvPr/>
              </p14:nvContentPartPr>
              <p14:xfrm>
                <a:off x="5824260" y="4580288"/>
                <a:ext cx="192240" cy="43560"/>
              </p14:xfrm>
            </p:contentPart>
          </mc:Choice>
          <mc:Fallback xmlns=""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123A9C5A-960F-5993-0BE4-21A0B67E6499}"/>
                    </a:ext>
                  </a:extLst>
                </p:cNvPr>
                <p:cNvPicPr/>
                <p:nvPr/>
              </p:nvPicPr>
              <p:blipFill>
                <a:blip r:embed="rId608"/>
                <a:stretch>
                  <a:fillRect/>
                </a:stretch>
              </p:blipFill>
              <p:spPr>
                <a:xfrm>
                  <a:off x="5815620" y="4571648"/>
                  <a:ext cx="20988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9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5CC6E576-51F7-2ED1-47C2-E9E2958E203C}"/>
                    </a:ext>
                  </a:extLst>
                </p14:cNvPr>
                <p14:cNvContentPartPr/>
                <p14:nvPr/>
              </p14:nvContentPartPr>
              <p14:xfrm>
                <a:off x="6214140" y="4663808"/>
                <a:ext cx="93240" cy="84600"/>
              </p14:xfrm>
            </p:contentPart>
          </mc:Choice>
          <mc:Fallback xmlns=""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5CC6E576-51F7-2ED1-47C2-E9E2958E203C}"/>
                    </a:ext>
                  </a:extLst>
                </p:cNvPr>
                <p:cNvPicPr/>
                <p:nvPr/>
              </p:nvPicPr>
              <p:blipFill>
                <a:blip r:embed="rId610"/>
                <a:stretch>
                  <a:fillRect/>
                </a:stretch>
              </p:blipFill>
              <p:spPr>
                <a:xfrm>
                  <a:off x="6205500" y="4655168"/>
                  <a:ext cx="11088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1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C928C0F5-9FD5-3F24-2602-759E1CD18D32}"/>
                    </a:ext>
                  </a:extLst>
                </p14:cNvPr>
                <p14:cNvContentPartPr/>
                <p14:nvPr/>
              </p14:nvContentPartPr>
              <p14:xfrm>
                <a:off x="6330780" y="4543568"/>
                <a:ext cx="83520" cy="247680"/>
              </p14:xfrm>
            </p:contentPart>
          </mc:Choice>
          <mc:Fallback xmlns=""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C928C0F5-9FD5-3F24-2602-759E1CD18D32}"/>
                    </a:ext>
                  </a:extLst>
                </p:cNvPr>
                <p:cNvPicPr/>
                <p:nvPr/>
              </p:nvPicPr>
              <p:blipFill>
                <a:blip r:embed="rId612"/>
                <a:stretch>
                  <a:fillRect/>
                </a:stretch>
              </p:blipFill>
              <p:spPr>
                <a:xfrm>
                  <a:off x="6322140" y="4534928"/>
                  <a:ext cx="10116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3">
              <p14:nvContentPartPr>
                <p14:cNvPr id="321" name="Ink 320">
                  <a:extLst>
                    <a:ext uri="{FF2B5EF4-FFF2-40B4-BE49-F238E27FC236}">
                      <a16:creationId xmlns:a16="http://schemas.microsoft.com/office/drawing/2014/main" id="{9E6D6449-2704-8873-D358-41F6AB59CAA3}"/>
                    </a:ext>
                  </a:extLst>
                </p14:cNvPr>
                <p14:cNvContentPartPr/>
                <p14:nvPr/>
              </p14:nvContentPartPr>
              <p14:xfrm>
                <a:off x="6298380" y="4702688"/>
                <a:ext cx="123120" cy="14760"/>
              </p14:xfrm>
            </p:contentPart>
          </mc:Choice>
          <mc:Fallback xmlns="">
            <p:pic>
              <p:nvPicPr>
                <p:cNvPr id="321" name="Ink 320">
                  <a:extLst>
                    <a:ext uri="{FF2B5EF4-FFF2-40B4-BE49-F238E27FC236}">
                      <a16:creationId xmlns:a16="http://schemas.microsoft.com/office/drawing/2014/main" id="{9E6D6449-2704-8873-D358-41F6AB59CAA3}"/>
                    </a:ext>
                  </a:extLst>
                </p:cNvPr>
                <p:cNvPicPr/>
                <p:nvPr/>
              </p:nvPicPr>
              <p:blipFill>
                <a:blip r:embed="rId614"/>
                <a:stretch>
                  <a:fillRect/>
                </a:stretch>
              </p:blipFill>
              <p:spPr>
                <a:xfrm>
                  <a:off x="6289740" y="4694048"/>
                  <a:ext cx="140760" cy="32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2" name="Group 341">
            <a:extLst>
              <a:ext uri="{FF2B5EF4-FFF2-40B4-BE49-F238E27FC236}">
                <a16:creationId xmlns:a16="http://schemas.microsoft.com/office/drawing/2014/main" id="{01E4379E-8B40-7058-6220-7F6CAF3EEEEB}"/>
              </a:ext>
            </a:extLst>
          </p:cNvPr>
          <p:cNvGrpSpPr/>
          <p:nvPr/>
        </p:nvGrpSpPr>
        <p:grpSpPr>
          <a:xfrm>
            <a:off x="6695820" y="4340888"/>
            <a:ext cx="1930680" cy="502920"/>
            <a:chOff x="6695820" y="4340888"/>
            <a:chExt cx="1930680" cy="502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15">
              <p14:nvContentPartPr>
                <p14:cNvPr id="322" name="Ink 321">
                  <a:extLst>
                    <a:ext uri="{FF2B5EF4-FFF2-40B4-BE49-F238E27FC236}">
                      <a16:creationId xmlns:a16="http://schemas.microsoft.com/office/drawing/2014/main" id="{EDF3F576-4C53-C7DB-6D04-A7BA77163AD1}"/>
                    </a:ext>
                  </a:extLst>
                </p14:cNvPr>
                <p14:cNvContentPartPr/>
                <p14:nvPr/>
              </p14:nvContentPartPr>
              <p14:xfrm>
                <a:off x="6695820" y="4654088"/>
                <a:ext cx="84240" cy="58680"/>
              </p14:xfrm>
            </p:contentPart>
          </mc:Choice>
          <mc:Fallback xmlns="">
            <p:pic>
              <p:nvPicPr>
                <p:cNvPr id="322" name="Ink 321">
                  <a:extLst>
                    <a:ext uri="{FF2B5EF4-FFF2-40B4-BE49-F238E27FC236}">
                      <a16:creationId xmlns:a16="http://schemas.microsoft.com/office/drawing/2014/main" id="{EDF3F576-4C53-C7DB-6D04-A7BA77163AD1}"/>
                    </a:ext>
                  </a:extLst>
                </p:cNvPr>
                <p:cNvPicPr/>
                <p:nvPr/>
              </p:nvPicPr>
              <p:blipFill>
                <a:blip r:embed="rId616"/>
                <a:stretch>
                  <a:fillRect/>
                </a:stretch>
              </p:blipFill>
              <p:spPr>
                <a:xfrm>
                  <a:off x="6687180" y="4645448"/>
                  <a:ext cx="10188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7">
              <p14:nvContentPartPr>
                <p14:cNvPr id="323" name="Ink 322">
                  <a:extLst>
                    <a:ext uri="{FF2B5EF4-FFF2-40B4-BE49-F238E27FC236}">
                      <a16:creationId xmlns:a16="http://schemas.microsoft.com/office/drawing/2014/main" id="{B362A0C1-A2BC-2AB9-33C7-EE51C7EE2992}"/>
                    </a:ext>
                  </a:extLst>
                </p14:cNvPr>
                <p14:cNvContentPartPr/>
                <p14:nvPr/>
              </p14:nvContentPartPr>
              <p14:xfrm>
                <a:off x="6800940" y="4592528"/>
                <a:ext cx="64800" cy="109440"/>
              </p14:xfrm>
            </p:contentPart>
          </mc:Choice>
          <mc:Fallback xmlns="">
            <p:pic>
              <p:nvPicPr>
                <p:cNvPr id="323" name="Ink 322">
                  <a:extLst>
                    <a:ext uri="{FF2B5EF4-FFF2-40B4-BE49-F238E27FC236}">
                      <a16:creationId xmlns:a16="http://schemas.microsoft.com/office/drawing/2014/main" id="{B362A0C1-A2BC-2AB9-33C7-EE51C7EE2992}"/>
                    </a:ext>
                  </a:extLst>
                </p:cNvPr>
                <p:cNvPicPr/>
                <p:nvPr/>
              </p:nvPicPr>
              <p:blipFill>
                <a:blip r:embed="rId618"/>
                <a:stretch>
                  <a:fillRect/>
                </a:stretch>
              </p:blipFill>
              <p:spPr>
                <a:xfrm>
                  <a:off x="6792300" y="4583888"/>
                  <a:ext cx="8244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9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F5913CFD-0F34-908B-C92E-F09BAB818C3D}"/>
                    </a:ext>
                  </a:extLst>
                </p14:cNvPr>
                <p14:cNvContentPartPr/>
                <p14:nvPr/>
              </p14:nvContentPartPr>
              <p14:xfrm>
                <a:off x="6926580" y="4675688"/>
                <a:ext cx="19800" cy="18360"/>
              </p14:xfrm>
            </p:contentPart>
          </mc:Choice>
          <mc:Fallback xmlns=""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F5913CFD-0F34-908B-C92E-F09BAB818C3D}"/>
                    </a:ext>
                  </a:extLst>
                </p:cNvPr>
                <p:cNvPicPr/>
                <p:nvPr/>
              </p:nvPicPr>
              <p:blipFill>
                <a:blip r:embed="rId620"/>
                <a:stretch>
                  <a:fillRect/>
                </a:stretch>
              </p:blipFill>
              <p:spPr>
                <a:xfrm>
                  <a:off x="6917580" y="4667048"/>
                  <a:ext cx="3744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1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4F03ECF3-0C2E-3F7C-B0E9-243F5D90170D}"/>
                    </a:ext>
                  </a:extLst>
                </p14:cNvPr>
                <p14:cNvContentPartPr/>
                <p14:nvPr/>
              </p14:nvContentPartPr>
              <p14:xfrm>
                <a:off x="6873300" y="4535288"/>
                <a:ext cx="19800" cy="36360"/>
              </p14:xfrm>
            </p:contentPart>
          </mc:Choice>
          <mc:Fallback xmlns=""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4F03ECF3-0C2E-3F7C-B0E9-243F5D90170D}"/>
                    </a:ext>
                  </a:extLst>
                </p:cNvPr>
                <p:cNvPicPr/>
                <p:nvPr/>
              </p:nvPicPr>
              <p:blipFill>
                <a:blip r:embed="rId622"/>
                <a:stretch>
                  <a:fillRect/>
                </a:stretch>
              </p:blipFill>
              <p:spPr>
                <a:xfrm>
                  <a:off x="6864660" y="4526648"/>
                  <a:ext cx="3744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3">
              <p14:nvContentPartPr>
                <p14:cNvPr id="326" name="Ink 325">
                  <a:extLst>
                    <a:ext uri="{FF2B5EF4-FFF2-40B4-BE49-F238E27FC236}">
                      <a16:creationId xmlns:a16="http://schemas.microsoft.com/office/drawing/2014/main" id="{D09A6825-25CE-55C9-C8EF-677A8F755B29}"/>
                    </a:ext>
                  </a:extLst>
                </p14:cNvPr>
                <p14:cNvContentPartPr/>
                <p14:nvPr/>
              </p14:nvContentPartPr>
              <p14:xfrm>
                <a:off x="7021980" y="4621688"/>
                <a:ext cx="101160" cy="222120"/>
              </p14:xfrm>
            </p:contentPart>
          </mc:Choice>
          <mc:Fallback xmlns="">
            <p:pic>
              <p:nvPicPr>
                <p:cNvPr id="326" name="Ink 325">
                  <a:extLst>
                    <a:ext uri="{FF2B5EF4-FFF2-40B4-BE49-F238E27FC236}">
                      <a16:creationId xmlns:a16="http://schemas.microsoft.com/office/drawing/2014/main" id="{D09A6825-25CE-55C9-C8EF-677A8F755B29}"/>
                    </a:ext>
                  </a:extLst>
                </p:cNvPr>
                <p:cNvPicPr/>
                <p:nvPr/>
              </p:nvPicPr>
              <p:blipFill>
                <a:blip r:embed="rId624"/>
                <a:stretch>
                  <a:fillRect/>
                </a:stretch>
              </p:blipFill>
              <p:spPr>
                <a:xfrm>
                  <a:off x="7013340" y="4612688"/>
                  <a:ext cx="11880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5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032AD534-5E5B-1435-A138-468CD11E9035}"/>
                    </a:ext>
                  </a:extLst>
                </p14:cNvPr>
                <p14:cNvContentPartPr/>
                <p14:nvPr/>
              </p14:nvContentPartPr>
              <p14:xfrm>
                <a:off x="7154100" y="4659128"/>
                <a:ext cx="68760" cy="56520"/>
              </p14:xfrm>
            </p:contentPart>
          </mc:Choice>
          <mc:Fallback xmlns=""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032AD534-5E5B-1435-A138-468CD11E9035}"/>
                    </a:ext>
                  </a:extLst>
                </p:cNvPr>
                <p:cNvPicPr/>
                <p:nvPr/>
              </p:nvPicPr>
              <p:blipFill>
                <a:blip r:embed="rId626"/>
                <a:stretch>
                  <a:fillRect/>
                </a:stretch>
              </p:blipFill>
              <p:spPr>
                <a:xfrm>
                  <a:off x="7145100" y="4650488"/>
                  <a:ext cx="8640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7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AE19EC86-7544-8767-7E70-99A1FEBF2345}"/>
                    </a:ext>
                  </a:extLst>
                </p14:cNvPr>
                <p14:cNvContentPartPr/>
                <p14:nvPr/>
              </p14:nvContentPartPr>
              <p14:xfrm>
                <a:off x="7065540" y="4483448"/>
                <a:ext cx="47520" cy="38160"/>
              </p14:xfrm>
            </p:contentPart>
          </mc:Choice>
          <mc:Fallback xmlns=""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AE19EC86-7544-8767-7E70-99A1FEBF2345}"/>
                    </a:ext>
                  </a:extLst>
                </p:cNvPr>
                <p:cNvPicPr/>
                <p:nvPr/>
              </p:nvPicPr>
              <p:blipFill>
                <a:blip r:embed="rId628"/>
                <a:stretch>
                  <a:fillRect/>
                </a:stretch>
              </p:blipFill>
              <p:spPr>
                <a:xfrm>
                  <a:off x="7056900" y="4474808"/>
                  <a:ext cx="6516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9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3920A5F0-2FAA-4288-D2C8-538B24EE08EF}"/>
                    </a:ext>
                  </a:extLst>
                </p14:cNvPr>
                <p14:cNvContentPartPr/>
                <p14:nvPr/>
              </p14:nvContentPartPr>
              <p14:xfrm>
                <a:off x="7205940" y="4639328"/>
                <a:ext cx="121680" cy="61560"/>
              </p14:xfrm>
            </p:contentPart>
          </mc:Choice>
          <mc:Fallback xmlns=""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3920A5F0-2FAA-4288-D2C8-538B24EE08EF}"/>
                    </a:ext>
                  </a:extLst>
                </p:cNvPr>
                <p:cNvPicPr/>
                <p:nvPr/>
              </p:nvPicPr>
              <p:blipFill>
                <a:blip r:embed="rId630"/>
                <a:stretch>
                  <a:fillRect/>
                </a:stretch>
              </p:blipFill>
              <p:spPr>
                <a:xfrm>
                  <a:off x="7196940" y="4630688"/>
                  <a:ext cx="13932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1">
              <p14:nvContentPartPr>
                <p14:cNvPr id="330" name="Ink 329">
                  <a:extLst>
                    <a:ext uri="{FF2B5EF4-FFF2-40B4-BE49-F238E27FC236}">
                      <a16:creationId xmlns:a16="http://schemas.microsoft.com/office/drawing/2014/main" id="{8D35B077-57DB-82A7-02BC-E55C0CD3090B}"/>
                    </a:ext>
                  </a:extLst>
                </p14:cNvPr>
                <p14:cNvContentPartPr/>
                <p14:nvPr/>
              </p14:nvContentPartPr>
              <p14:xfrm>
                <a:off x="7349220" y="4392008"/>
                <a:ext cx="310320" cy="327240"/>
              </p14:xfrm>
            </p:contentPart>
          </mc:Choice>
          <mc:Fallback xmlns="">
            <p:pic>
              <p:nvPicPr>
                <p:cNvPr id="330" name="Ink 329">
                  <a:extLst>
                    <a:ext uri="{FF2B5EF4-FFF2-40B4-BE49-F238E27FC236}">
                      <a16:creationId xmlns:a16="http://schemas.microsoft.com/office/drawing/2014/main" id="{8D35B077-57DB-82A7-02BC-E55C0CD3090B}"/>
                    </a:ext>
                  </a:extLst>
                </p:cNvPr>
                <p:cNvPicPr/>
                <p:nvPr/>
              </p:nvPicPr>
              <p:blipFill>
                <a:blip r:embed="rId632"/>
                <a:stretch>
                  <a:fillRect/>
                </a:stretch>
              </p:blipFill>
              <p:spPr>
                <a:xfrm>
                  <a:off x="7340220" y="4383008"/>
                  <a:ext cx="327960" cy="34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3">
              <p14:nvContentPartPr>
                <p14:cNvPr id="334" name="Ink 333">
                  <a:extLst>
                    <a:ext uri="{FF2B5EF4-FFF2-40B4-BE49-F238E27FC236}">
                      <a16:creationId xmlns:a16="http://schemas.microsoft.com/office/drawing/2014/main" id="{90800895-7221-3439-C8D6-86609085A836}"/>
                    </a:ext>
                  </a:extLst>
                </p14:cNvPr>
                <p14:cNvContentPartPr/>
                <p14:nvPr/>
              </p14:nvContentPartPr>
              <p14:xfrm>
                <a:off x="7806060" y="4596488"/>
                <a:ext cx="117360" cy="142920"/>
              </p14:xfrm>
            </p:contentPart>
          </mc:Choice>
          <mc:Fallback xmlns="">
            <p:pic>
              <p:nvPicPr>
                <p:cNvPr id="334" name="Ink 333">
                  <a:extLst>
                    <a:ext uri="{FF2B5EF4-FFF2-40B4-BE49-F238E27FC236}">
                      <a16:creationId xmlns:a16="http://schemas.microsoft.com/office/drawing/2014/main" id="{90800895-7221-3439-C8D6-86609085A836}"/>
                    </a:ext>
                  </a:extLst>
                </p:cNvPr>
                <p:cNvPicPr/>
                <p:nvPr/>
              </p:nvPicPr>
              <p:blipFill>
                <a:blip r:embed="rId634"/>
                <a:stretch>
                  <a:fillRect/>
                </a:stretch>
              </p:blipFill>
              <p:spPr>
                <a:xfrm>
                  <a:off x="7797060" y="4587488"/>
                  <a:ext cx="13500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5">
              <p14:nvContentPartPr>
                <p14:cNvPr id="335" name="Ink 334">
                  <a:extLst>
                    <a:ext uri="{FF2B5EF4-FFF2-40B4-BE49-F238E27FC236}">
                      <a16:creationId xmlns:a16="http://schemas.microsoft.com/office/drawing/2014/main" id="{D831BDC9-4D53-4DBA-2621-991925F6E2D8}"/>
                    </a:ext>
                  </a:extLst>
                </p14:cNvPr>
                <p14:cNvContentPartPr/>
                <p14:nvPr/>
              </p14:nvContentPartPr>
              <p14:xfrm>
                <a:off x="7963380" y="4639328"/>
                <a:ext cx="7200" cy="57240"/>
              </p14:xfrm>
            </p:contentPart>
          </mc:Choice>
          <mc:Fallback xmlns="">
            <p:pic>
              <p:nvPicPr>
                <p:cNvPr id="335" name="Ink 334">
                  <a:extLst>
                    <a:ext uri="{FF2B5EF4-FFF2-40B4-BE49-F238E27FC236}">
                      <a16:creationId xmlns:a16="http://schemas.microsoft.com/office/drawing/2014/main" id="{D831BDC9-4D53-4DBA-2621-991925F6E2D8}"/>
                    </a:ext>
                  </a:extLst>
                </p:cNvPr>
                <p:cNvPicPr/>
                <p:nvPr/>
              </p:nvPicPr>
              <p:blipFill>
                <a:blip r:embed="rId636"/>
                <a:stretch>
                  <a:fillRect/>
                </a:stretch>
              </p:blipFill>
              <p:spPr>
                <a:xfrm>
                  <a:off x="7954740" y="4630688"/>
                  <a:ext cx="2484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7">
              <p14:nvContentPartPr>
                <p14:cNvPr id="336" name="Ink 335">
                  <a:extLst>
                    <a:ext uri="{FF2B5EF4-FFF2-40B4-BE49-F238E27FC236}">
                      <a16:creationId xmlns:a16="http://schemas.microsoft.com/office/drawing/2014/main" id="{8DC8E6B2-65B3-8729-B4EA-D83D4126990F}"/>
                    </a:ext>
                  </a:extLst>
                </p14:cNvPr>
                <p14:cNvContentPartPr/>
                <p14:nvPr/>
              </p14:nvContentPartPr>
              <p14:xfrm>
                <a:off x="7933140" y="4519808"/>
                <a:ext cx="18360" cy="46080"/>
              </p14:xfrm>
            </p:contentPart>
          </mc:Choice>
          <mc:Fallback xmlns="">
            <p:pic>
              <p:nvPicPr>
                <p:cNvPr id="336" name="Ink 335">
                  <a:extLst>
                    <a:ext uri="{FF2B5EF4-FFF2-40B4-BE49-F238E27FC236}">
                      <a16:creationId xmlns:a16="http://schemas.microsoft.com/office/drawing/2014/main" id="{8DC8E6B2-65B3-8729-B4EA-D83D4126990F}"/>
                    </a:ext>
                  </a:extLst>
                </p:cNvPr>
                <p:cNvPicPr/>
                <p:nvPr/>
              </p:nvPicPr>
              <p:blipFill>
                <a:blip r:embed="rId638"/>
                <a:stretch>
                  <a:fillRect/>
                </a:stretch>
              </p:blipFill>
              <p:spPr>
                <a:xfrm>
                  <a:off x="7924500" y="4511168"/>
                  <a:ext cx="3600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9">
              <p14:nvContentPartPr>
                <p14:cNvPr id="337" name="Ink 336">
                  <a:extLst>
                    <a:ext uri="{FF2B5EF4-FFF2-40B4-BE49-F238E27FC236}">
                      <a16:creationId xmlns:a16="http://schemas.microsoft.com/office/drawing/2014/main" id="{C274A6A5-8900-7604-2F46-213346E71401}"/>
                    </a:ext>
                  </a:extLst>
                </p14:cNvPr>
                <p14:cNvContentPartPr/>
                <p14:nvPr/>
              </p14:nvContentPartPr>
              <p14:xfrm>
                <a:off x="8040420" y="4582088"/>
                <a:ext cx="122400" cy="222840"/>
              </p14:xfrm>
            </p:contentPart>
          </mc:Choice>
          <mc:Fallback xmlns="">
            <p:pic>
              <p:nvPicPr>
                <p:cNvPr id="337" name="Ink 336">
                  <a:extLst>
                    <a:ext uri="{FF2B5EF4-FFF2-40B4-BE49-F238E27FC236}">
                      <a16:creationId xmlns:a16="http://schemas.microsoft.com/office/drawing/2014/main" id="{C274A6A5-8900-7604-2F46-213346E71401}"/>
                    </a:ext>
                  </a:extLst>
                </p:cNvPr>
                <p:cNvPicPr/>
                <p:nvPr/>
              </p:nvPicPr>
              <p:blipFill>
                <a:blip r:embed="rId640"/>
                <a:stretch>
                  <a:fillRect/>
                </a:stretch>
              </p:blipFill>
              <p:spPr>
                <a:xfrm>
                  <a:off x="8031420" y="4573448"/>
                  <a:ext cx="14004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1">
              <p14:nvContentPartPr>
                <p14:cNvPr id="338" name="Ink 337">
                  <a:extLst>
                    <a:ext uri="{FF2B5EF4-FFF2-40B4-BE49-F238E27FC236}">
                      <a16:creationId xmlns:a16="http://schemas.microsoft.com/office/drawing/2014/main" id="{FE439635-45FE-E72D-8423-CA022A62480C}"/>
                    </a:ext>
                  </a:extLst>
                </p14:cNvPr>
                <p14:cNvContentPartPr/>
                <p14:nvPr/>
              </p14:nvContentPartPr>
              <p14:xfrm>
                <a:off x="8172180" y="4613408"/>
                <a:ext cx="107280" cy="57600"/>
              </p14:xfrm>
            </p:contentPart>
          </mc:Choice>
          <mc:Fallback xmlns="">
            <p:pic>
              <p:nvPicPr>
                <p:cNvPr id="338" name="Ink 337">
                  <a:extLst>
                    <a:ext uri="{FF2B5EF4-FFF2-40B4-BE49-F238E27FC236}">
                      <a16:creationId xmlns:a16="http://schemas.microsoft.com/office/drawing/2014/main" id="{FE439635-45FE-E72D-8423-CA022A62480C}"/>
                    </a:ext>
                  </a:extLst>
                </p:cNvPr>
                <p:cNvPicPr/>
                <p:nvPr/>
              </p:nvPicPr>
              <p:blipFill>
                <a:blip r:embed="rId642"/>
                <a:stretch>
                  <a:fillRect/>
                </a:stretch>
              </p:blipFill>
              <p:spPr>
                <a:xfrm>
                  <a:off x="8163540" y="4604408"/>
                  <a:ext cx="12492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3">
              <p14:nvContentPartPr>
                <p14:cNvPr id="339" name="Ink 338">
                  <a:extLst>
                    <a:ext uri="{FF2B5EF4-FFF2-40B4-BE49-F238E27FC236}">
                      <a16:creationId xmlns:a16="http://schemas.microsoft.com/office/drawing/2014/main" id="{3E88D0E4-2D45-C664-169A-86D6160B3869}"/>
                    </a:ext>
                  </a:extLst>
                </p14:cNvPr>
                <p14:cNvContentPartPr/>
                <p14:nvPr/>
              </p14:nvContentPartPr>
              <p14:xfrm>
                <a:off x="8317260" y="4340888"/>
                <a:ext cx="309240" cy="356400"/>
              </p14:xfrm>
            </p:contentPart>
          </mc:Choice>
          <mc:Fallback xmlns="">
            <p:pic>
              <p:nvPicPr>
                <p:cNvPr id="339" name="Ink 338">
                  <a:extLst>
                    <a:ext uri="{FF2B5EF4-FFF2-40B4-BE49-F238E27FC236}">
                      <a16:creationId xmlns:a16="http://schemas.microsoft.com/office/drawing/2014/main" id="{3E88D0E4-2D45-C664-169A-86D6160B3869}"/>
                    </a:ext>
                  </a:extLst>
                </p:cNvPr>
                <p:cNvPicPr/>
                <p:nvPr/>
              </p:nvPicPr>
              <p:blipFill>
                <a:blip r:embed="rId644"/>
                <a:stretch>
                  <a:fillRect/>
                </a:stretch>
              </p:blipFill>
              <p:spPr>
                <a:xfrm>
                  <a:off x="8308620" y="4331888"/>
                  <a:ext cx="326880" cy="37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5">
              <p14:nvContentPartPr>
                <p14:cNvPr id="341" name="Ink 340">
                  <a:extLst>
                    <a:ext uri="{FF2B5EF4-FFF2-40B4-BE49-F238E27FC236}">
                      <a16:creationId xmlns:a16="http://schemas.microsoft.com/office/drawing/2014/main" id="{397BB8AB-365C-E59D-A749-84B8DE0BD63F}"/>
                    </a:ext>
                  </a:extLst>
                </p14:cNvPr>
                <p14:cNvContentPartPr/>
                <p14:nvPr/>
              </p14:nvContentPartPr>
              <p14:xfrm>
                <a:off x="8255340" y="4649768"/>
                <a:ext cx="18360" cy="9720"/>
              </p14:xfrm>
            </p:contentPart>
          </mc:Choice>
          <mc:Fallback xmlns="">
            <p:pic>
              <p:nvPicPr>
                <p:cNvPr id="341" name="Ink 340">
                  <a:extLst>
                    <a:ext uri="{FF2B5EF4-FFF2-40B4-BE49-F238E27FC236}">
                      <a16:creationId xmlns:a16="http://schemas.microsoft.com/office/drawing/2014/main" id="{397BB8AB-365C-E59D-A749-84B8DE0BD63F}"/>
                    </a:ext>
                  </a:extLst>
                </p:cNvPr>
                <p:cNvPicPr/>
                <p:nvPr/>
              </p:nvPicPr>
              <p:blipFill>
                <a:blip r:embed="rId646"/>
                <a:stretch>
                  <a:fillRect/>
                </a:stretch>
              </p:blipFill>
              <p:spPr>
                <a:xfrm>
                  <a:off x="8246700" y="4640768"/>
                  <a:ext cx="36000" cy="27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4" name="Group 353">
            <a:extLst>
              <a:ext uri="{FF2B5EF4-FFF2-40B4-BE49-F238E27FC236}">
                <a16:creationId xmlns:a16="http://schemas.microsoft.com/office/drawing/2014/main" id="{55243696-838E-9BFB-4B34-1F7298EFE31B}"/>
              </a:ext>
            </a:extLst>
          </p:cNvPr>
          <p:cNvGrpSpPr/>
          <p:nvPr/>
        </p:nvGrpSpPr>
        <p:grpSpPr>
          <a:xfrm>
            <a:off x="267300" y="4644728"/>
            <a:ext cx="1496520" cy="365400"/>
            <a:chOff x="267300" y="4644728"/>
            <a:chExt cx="1496520" cy="365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47">
              <p14:nvContentPartPr>
                <p14:cNvPr id="343" name="Ink 342">
                  <a:extLst>
                    <a:ext uri="{FF2B5EF4-FFF2-40B4-BE49-F238E27FC236}">
                      <a16:creationId xmlns:a16="http://schemas.microsoft.com/office/drawing/2014/main" id="{49F54D19-DDBB-5D70-4386-0840789DE1A2}"/>
                    </a:ext>
                  </a:extLst>
                </p14:cNvPr>
                <p14:cNvContentPartPr/>
                <p14:nvPr/>
              </p14:nvContentPartPr>
              <p14:xfrm>
                <a:off x="267300" y="4674968"/>
                <a:ext cx="127440" cy="209520"/>
              </p14:xfrm>
            </p:contentPart>
          </mc:Choice>
          <mc:Fallback xmlns="">
            <p:pic>
              <p:nvPicPr>
                <p:cNvPr id="343" name="Ink 342">
                  <a:extLst>
                    <a:ext uri="{FF2B5EF4-FFF2-40B4-BE49-F238E27FC236}">
                      <a16:creationId xmlns:a16="http://schemas.microsoft.com/office/drawing/2014/main" id="{49F54D19-DDBB-5D70-4386-0840789DE1A2}"/>
                    </a:ext>
                  </a:extLst>
                </p:cNvPr>
                <p:cNvPicPr/>
                <p:nvPr/>
              </p:nvPicPr>
              <p:blipFill>
                <a:blip r:embed="rId648"/>
                <a:stretch>
                  <a:fillRect/>
                </a:stretch>
              </p:blipFill>
              <p:spPr>
                <a:xfrm>
                  <a:off x="258660" y="4665968"/>
                  <a:ext cx="14508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9">
              <p14:nvContentPartPr>
                <p14:cNvPr id="344" name="Ink 343">
                  <a:extLst>
                    <a:ext uri="{FF2B5EF4-FFF2-40B4-BE49-F238E27FC236}">
                      <a16:creationId xmlns:a16="http://schemas.microsoft.com/office/drawing/2014/main" id="{8E0609A3-EA3A-4442-F267-F14390CC6008}"/>
                    </a:ext>
                  </a:extLst>
                </p14:cNvPr>
                <p14:cNvContentPartPr/>
                <p14:nvPr/>
              </p14:nvContentPartPr>
              <p14:xfrm>
                <a:off x="412020" y="4785848"/>
                <a:ext cx="154080" cy="224280"/>
              </p14:xfrm>
            </p:contentPart>
          </mc:Choice>
          <mc:Fallback xmlns="">
            <p:pic>
              <p:nvPicPr>
                <p:cNvPr id="344" name="Ink 343">
                  <a:extLst>
                    <a:ext uri="{FF2B5EF4-FFF2-40B4-BE49-F238E27FC236}">
                      <a16:creationId xmlns:a16="http://schemas.microsoft.com/office/drawing/2014/main" id="{8E0609A3-EA3A-4442-F267-F14390CC6008}"/>
                    </a:ext>
                  </a:extLst>
                </p:cNvPr>
                <p:cNvPicPr/>
                <p:nvPr/>
              </p:nvPicPr>
              <p:blipFill>
                <a:blip r:embed="rId650"/>
                <a:stretch>
                  <a:fillRect/>
                </a:stretch>
              </p:blipFill>
              <p:spPr>
                <a:xfrm>
                  <a:off x="403380" y="4776848"/>
                  <a:ext cx="17172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1">
              <p14:nvContentPartPr>
                <p14:cNvPr id="345" name="Ink 344">
                  <a:extLst>
                    <a:ext uri="{FF2B5EF4-FFF2-40B4-BE49-F238E27FC236}">
                      <a16:creationId xmlns:a16="http://schemas.microsoft.com/office/drawing/2014/main" id="{99C13098-D558-0F1C-CCE9-5CB9F1123048}"/>
                    </a:ext>
                  </a:extLst>
                </p14:cNvPr>
                <p14:cNvContentPartPr/>
                <p14:nvPr/>
              </p14:nvContentPartPr>
              <p14:xfrm>
                <a:off x="696060" y="4795208"/>
                <a:ext cx="30600" cy="55800"/>
              </p14:xfrm>
            </p:contentPart>
          </mc:Choice>
          <mc:Fallback xmlns="">
            <p:pic>
              <p:nvPicPr>
                <p:cNvPr id="345" name="Ink 344">
                  <a:extLst>
                    <a:ext uri="{FF2B5EF4-FFF2-40B4-BE49-F238E27FC236}">
                      <a16:creationId xmlns:a16="http://schemas.microsoft.com/office/drawing/2014/main" id="{99C13098-D558-0F1C-CCE9-5CB9F1123048}"/>
                    </a:ext>
                  </a:extLst>
                </p:cNvPr>
                <p:cNvPicPr/>
                <p:nvPr/>
              </p:nvPicPr>
              <p:blipFill>
                <a:blip r:embed="rId652"/>
                <a:stretch>
                  <a:fillRect/>
                </a:stretch>
              </p:blipFill>
              <p:spPr>
                <a:xfrm>
                  <a:off x="687060" y="4786568"/>
                  <a:ext cx="4824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3">
              <p14:nvContentPartPr>
                <p14:cNvPr id="346" name="Ink 345">
                  <a:extLst>
                    <a:ext uri="{FF2B5EF4-FFF2-40B4-BE49-F238E27FC236}">
                      <a16:creationId xmlns:a16="http://schemas.microsoft.com/office/drawing/2014/main" id="{0A3BD3AD-14EB-4951-6C89-D162667227E7}"/>
                    </a:ext>
                  </a:extLst>
                </p14:cNvPr>
                <p14:cNvContentPartPr/>
                <p14:nvPr/>
              </p14:nvContentPartPr>
              <p14:xfrm>
                <a:off x="664740" y="4707008"/>
                <a:ext cx="360" cy="360"/>
              </p14:xfrm>
            </p:contentPart>
          </mc:Choice>
          <mc:Fallback xmlns="">
            <p:pic>
              <p:nvPicPr>
                <p:cNvPr id="346" name="Ink 345">
                  <a:extLst>
                    <a:ext uri="{FF2B5EF4-FFF2-40B4-BE49-F238E27FC236}">
                      <a16:creationId xmlns:a16="http://schemas.microsoft.com/office/drawing/2014/main" id="{0A3BD3AD-14EB-4951-6C89-D162667227E7}"/>
                    </a:ext>
                  </a:extLst>
                </p:cNvPr>
                <p:cNvPicPr/>
                <p:nvPr/>
              </p:nvPicPr>
              <p:blipFill>
                <a:blip r:embed="rId654"/>
                <a:stretch>
                  <a:fillRect/>
                </a:stretch>
              </p:blipFill>
              <p:spPr>
                <a:xfrm>
                  <a:off x="656100" y="4698008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5">
              <p14:nvContentPartPr>
                <p14:cNvPr id="347" name="Ink 346">
                  <a:extLst>
                    <a:ext uri="{FF2B5EF4-FFF2-40B4-BE49-F238E27FC236}">
                      <a16:creationId xmlns:a16="http://schemas.microsoft.com/office/drawing/2014/main" id="{F105EA81-7A15-D128-CF5F-75FB29FA5423}"/>
                    </a:ext>
                  </a:extLst>
                </p14:cNvPr>
                <p14:cNvContentPartPr/>
                <p14:nvPr/>
              </p14:nvContentPartPr>
              <p14:xfrm>
                <a:off x="737460" y="4779728"/>
                <a:ext cx="129960" cy="52560"/>
              </p14:xfrm>
            </p:contentPart>
          </mc:Choice>
          <mc:Fallback xmlns="">
            <p:pic>
              <p:nvPicPr>
                <p:cNvPr id="347" name="Ink 346">
                  <a:extLst>
                    <a:ext uri="{FF2B5EF4-FFF2-40B4-BE49-F238E27FC236}">
                      <a16:creationId xmlns:a16="http://schemas.microsoft.com/office/drawing/2014/main" id="{F105EA81-7A15-D128-CF5F-75FB29FA5423}"/>
                    </a:ext>
                  </a:extLst>
                </p:cNvPr>
                <p:cNvPicPr/>
                <p:nvPr/>
              </p:nvPicPr>
              <p:blipFill>
                <a:blip r:embed="rId656"/>
                <a:stretch>
                  <a:fillRect/>
                </a:stretch>
              </p:blipFill>
              <p:spPr>
                <a:xfrm>
                  <a:off x="728820" y="4770728"/>
                  <a:ext cx="14760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7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BBFA64E0-A50D-C1DE-17A9-518FFE85F478}"/>
                    </a:ext>
                  </a:extLst>
                </p14:cNvPr>
                <p14:cNvContentPartPr/>
                <p14:nvPr/>
              </p14:nvContentPartPr>
              <p14:xfrm>
                <a:off x="862380" y="4644728"/>
                <a:ext cx="93960" cy="166680"/>
              </p14:xfrm>
            </p:contentPart>
          </mc:Choice>
          <mc:Fallback xmlns=""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BBFA64E0-A50D-C1DE-17A9-518FFE85F478}"/>
                    </a:ext>
                  </a:extLst>
                </p:cNvPr>
                <p:cNvPicPr/>
                <p:nvPr/>
              </p:nvPicPr>
              <p:blipFill>
                <a:blip r:embed="rId658"/>
                <a:stretch>
                  <a:fillRect/>
                </a:stretch>
              </p:blipFill>
              <p:spPr>
                <a:xfrm>
                  <a:off x="853380" y="4635728"/>
                  <a:ext cx="11160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9">
              <p14:nvContentPartPr>
                <p14:cNvPr id="349" name="Ink 348">
                  <a:extLst>
                    <a:ext uri="{FF2B5EF4-FFF2-40B4-BE49-F238E27FC236}">
                      <a16:creationId xmlns:a16="http://schemas.microsoft.com/office/drawing/2014/main" id="{0974F604-6F7F-87B6-AC25-88F0FE7914E4}"/>
                    </a:ext>
                  </a:extLst>
                </p14:cNvPr>
                <p14:cNvContentPartPr/>
                <p14:nvPr/>
              </p14:nvContentPartPr>
              <p14:xfrm>
                <a:off x="903780" y="4722848"/>
                <a:ext cx="228960" cy="93600"/>
              </p14:xfrm>
            </p:contentPart>
          </mc:Choice>
          <mc:Fallback xmlns="">
            <p:pic>
              <p:nvPicPr>
                <p:cNvPr id="349" name="Ink 348">
                  <a:extLst>
                    <a:ext uri="{FF2B5EF4-FFF2-40B4-BE49-F238E27FC236}">
                      <a16:creationId xmlns:a16="http://schemas.microsoft.com/office/drawing/2014/main" id="{0974F604-6F7F-87B6-AC25-88F0FE7914E4}"/>
                    </a:ext>
                  </a:extLst>
                </p:cNvPr>
                <p:cNvPicPr/>
                <p:nvPr/>
              </p:nvPicPr>
              <p:blipFill>
                <a:blip r:embed="rId660"/>
                <a:stretch>
                  <a:fillRect/>
                </a:stretch>
              </p:blipFill>
              <p:spPr>
                <a:xfrm>
                  <a:off x="895140" y="4713848"/>
                  <a:ext cx="24660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1">
              <p14:nvContentPartPr>
                <p14:cNvPr id="350" name="Ink 349">
                  <a:extLst>
                    <a:ext uri="{FF2B5EF4-FFF2-40B4-BE49-F238E27FC236}">
                      <a16:creationId xmlns:a16="http://schemas.microsoft.com/office/drawing/2014/main" id="{052C1749-AC7C-7D39-A230-F1DF2CAA3FFE}"/>
                    </a:ext>
                  </a:extLst>
                </p14:cNvPr>
                <p14:cNvContentPartPr/>
                <p14:nvPr/>
              </p14:nvContentPartPr>
              <p14:xfrm>
                <a:off x="1136340" y="4730408"/>
                <a:ext cx="286200" cy="226080"/>
              </p14:xfrm>
            </p:contentPart>
          </mc:Choice>
          <mc:Fallback xmlns="">
            <p:pic>
              <p:nvPicPr>
                <p:cNvPr id="350" name="Ink 349">
                  <a:extLst>
                    <a:ext uri="{FF2B5EF4-FFF2-40B4-BE49-F238E27FC236}">
                      <a16:creationId xmlns:a16="http://schemas.microsoft.com/office/drawing/2014/main" id="{052C1749-AC7C-7D39-A230-F1DF2CAA3FFE}"/>
                    </a:ext>
                  </a:extLst>
                </p:cNvPr>
                <p:cNvPicPr/>
                <p:nvPr/>
              </p:nvPicPr>
              <p:blipFill>
                <a:blip r:embed="rId662"/>
                <a:stretch>
                  <a:fillRect/>
                </a:stretch>
              </p:blipFill>
              <p:spPr>
                <a:xfrm>
                  <a:off x="1127700" y="4721768"/>
                  <a:ext cx="30384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3">
              <p14:nvContentPartPr>
                <p14:cNvPr id="351" name="Ink 350">
                  <a:extLst>
                    <a:ext uri="{FF2B5EF4-FFF2-40B4-BE49-F238E27FC236}">
                      <a16:creationId xmlns:a16="http://schemas.microsoft.com/office/drawing/2014/main" id="{F07C33A2-A7A5-2C7F-ED43-D809F1C60F72}"/>
                    </a:ext>
                  </a:extLst>
                </p14:cNvPr>
                <p14:cNvContentPartPr/>
                <p14:nvPr/>
              </p14:nvContentPartPr>
              <p14:xfrm>
                <a:off x="1576980" y="4652648"/>
                <a:ext cx="186840" cy="146880"/>
              </p14:xfrm>
            </p:contentPart>
          </mc:Choice>
          <mc:Fallback xmlns="">
            <p:pic>
              <p:nvPicPr>
                <p:cNvPr id="351" name="Ink 350">
                  <a:extLst>
                    <a:ext uri="{FF2B5EF4-FFF2-40B4-BE49-F238E27FC236}">
                      <a16:creationId xmlns:a16="http://schemas.microsoft.com/office/drawing/2014/main" id="{F07C33A2-A7A5-2C7F-ED43-D809F1C60F72}"/>
                    </a:ext>
                  </a:extLst>
                </p:cNvPr>
                <p:cNvPicPr/>
                <p:nvPr/>
              </p:nvPicPr>
              <p:blipFill>
                <a:blip r:embed="rId664"/>
                <a:stretch>
                  <a:fillRect/>
                </a:stretch>
              </p:blipFill>
              <p:spPr>
                <a:xfrm>
                  <a:off x="1567980" y="4644008"/>
                  <a:ext cx="20448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5">
              <p14:nvContentPartPr>
                <p14:cNvPr id="353" name="Ink 352">
                  <a:extLst>
                    <a:ext uri="{FF2B5EF4-FFF2-40B4-BE49-F238E27FC236}">
                      <a16:creationId xmlns:a16="http://schemas.microsoft.com/office/drawing/2014/main" id="{C7FD05F9-691C-64E2-FAC3-DD8F5E825257}"/>
                    </a:ext>
                  </a:extLst>
                </p14:cNvPr>
                <p14:cNvContentPartPr/>
                <p14:nvPr/>
              </p14:nvContentPartPr>
              <p14:xfrm>
                <a:off x="1743300" y="4739768"/>
                <a:ext cx="17280" cy="51840"/>
              </p14:xfrm>
            </p:contentPart>
          </mc:Choice>
          <mc:Fallback xmlns="">
            <p:pic>
              <p:nvPicPr>
                <p:cNvPr id="353" name="Ink 352">
                  <a:extLst>
                    <a:ext uri="{FF2B5EF4-FFF2-40B4-BE49-F238E27FC236}">
                      <a16:creationId xmlns:a16="http://schemas.microsoft.com/office/drawing/2014/main" id="{C7FD05F9-691C-64E2-FAC3-DD8F5E825257}"/>
                    </a:ext>
                  </a:extLst>
                </p:cNvPr>
                <p:cNvPicPr/>
                <p:nvPr/>
              </p:nvPicPr>
              <p:blipFill>
                <a:blip r:embed="rId666"/>
                <a:stretch>
                  <a:fillRect/>
                </a:stretch>
              </p:blipFill>
              <p:spPr>
                <a:xfrm>
                  <a:off x="1734300" y="4731128"/>
                  <a:ext cx="34920" cy="694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2924822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885CE03-6C2B-5F35-143C-FEE5645CED26}"/>
                  </a:ext>
                </a:extLst>
              </p14:cNvPr>
              <p14:cNvContentPartPr/>
              <p14:nvPr/>
            </p14:nvContentPartPr>
            <p14:xfrm>
              <a:off x="5603580" y="511568"/>
              <a:ext cx="18360" cy="14706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885CE03-6C2B-5F35-143C-FEE5645CED2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594940" y="502568"/>
                <a:ext cx="36000" cy="148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2162676-896A-6A98-8DE7-B7E15AA550F1}"/>
                  </a:ext>
                </a:extLst>
              </p14:cNvPr>
              <p14:cNvContentPartPr/>
              <p14:nvPr/>
            </p14:nvContentPartPr>
            <p14:xfrm>
              <a:off x="1018620" y="1791728"/>
              <a:ext cx="9534240" cy="684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2162676-896A-6A98-8DE7-B7E15AA550F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09980" y="1783088"/>
                <a:ext cx="9551880" cy="86040"/>
              </a:xfrm>
              <a:prstGeom prst="rect">
                <a:avLst/>
              </a:prstGeom>
            </p:spPr>
          </p:pic>
        </mc:Fallback>
      </mc:AlternateContent>
      <p:grpSp>
        <p:nvGrpSpPr>
          <p:cNvPr id="10" name="Group 9">
            <a:extLst>
              <a:ext uri="{FF2B5EF4-FFF2-40B4-BE49-F238E27FC236}">
                <a16:creationId xmlns:a16="http://schemas.microsoft.com/office/drawing/2014/main" id="{50E36D36-46F4-5A90-AA71-693CEF35693E}"/>
              </a:ext>
            </a:extLst>
          </p:cNvPr>
          <p:cNvGrpSpPr/>
          <p:nvPr/>
        </p:nvGrpSpPr>
        <p:grpSpPr>
          <a:xfrm>
            <a:off x="8936100" y="1729808"/>
            <a:ext cx="284040" cy="335520"/>
            <a:chOff x="8936100" y="1729808"/>
            <a:chExt cx="284040" cy="335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D8741CA7-1CBA-9CA6-67D4-097CA90FAE71}"/>
                    </a:ext>
                  </a:extLst>
                </p14:cNvPr>
                <p14:cNvContentPartPr/>
                <p14:nvPr/>
              </p14:nvContentPartPr>
              <p14:xfrm>
                <a:off x="9050220" y="1729808"/>
                <a:ext cx="16200" cy="13032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D8741CA7-1CBA-9CA6-67D4-097CA90FAE7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041220" y="1721168"/>
                  <a:ext cx="3384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1760EBBB-2B77-405A-F327-3612DC9D5469}"/>
                    </a:ext>
                  </a:extLst>
                </p14:cNvPr>
                <p14:cNvContentPartPr/>
                <p14:nvPr/>
              </p14:nvContentPartPr>
              <p14:xfrm>
                <a:off x="8936100" y="1944008"/>
                <a:ext cx="91440" cy="1144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1760EBBB-2B77-405A-F327-3612DC9D546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927100" y="1935008"/>
                  <a:ext cx="10908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BDF11C4D-61BD-0C68-2AA8-6945F24BC4B9}"/>
                    </a:ext>
                  </a:extLst>
                </p14:cNvPr>
                <p14:cNvContentPartPr/>
                <p14:nvPr/>
              </p14:nvContentPartPr>
              <p14:xfrm>
                <a:off x="9116820" y="2000168"/>
                <a:ext cx="47520" cy="651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BDF11C4D-61BD-0C68-2AA8-6945F24BC4B9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107820" y="1991168"/>
                  <a:ext cx="6516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FA6464C5-446B-441E-566A-498D0195BADC}"/>
                    </a:ext>
                  </a:extLst>
                </p14:cNvPr>
                <p14:cNvContentPartPr/>
                <p14:nvPr/>
              </p14:nvContentPartPr>
              <p14:xfrm>
                <a:off x="9190620" y="2000168"/>
                <a:ext cx="29520" cy="597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FA6464C5-446B-441E-566A-498D0195BAD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181620" y="1991168"/>
                  <a:ext cx="4716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71BC36D4-C36C-051F-49B1-A63FAFAB9530}"/>
                    </a:ext>
                  </a:extLst>
                </p14:cNvPr>
                <p14:cNvContentPartPr/>
                <p14:nvPr/>
              </p14:nvContentPartPr>
              <p14:xfrm>
                <a:off x="9107460" y="1972808"/>
                <a:ext cx="93960" cy="129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71BC36D4-C36C-051F-49B1-A63FAFAB953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9098460" y="1964168"/>
                  <a:ext cx="111600" cy="30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1E793968-737B-9F65-FE6C-89E829BE6218}"/>
                  </a:ext>
                </a:extLst>
              </p14:cNvPr>
              <p14:cNvContentPartPr/>
              <p14:nvPr/>
            </p14:nvContentPartPr>
            <p14:xfrm>
              <a:off x="5511420" y="2088368"/>
              <a:ext cx="93600" cy="7920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1E793968-737B-9F65-FE6C-89E829BE6218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502420" y="2079728"/>
                <a:ext cx="111240" cy="9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FEF6FA15-C79B-62F9-2260-E12B58DC9B17}"/>
                  </a:ext>
                </a:extLst>
              </p14:cNvPr>
              <p14:cNvContentPartPr/>
              <p14:nvPr/>
            </p14:nvContentPartPr>
            <p14:xfrm>
              <a:off x="2082780" y="1733768"/>
              <a:ext cx="21600" cy="1051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FEF6FA15-C79B-62F9-2260-E12B58DC9B17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073780" y="1725128"/>
                <a:ext cx="39240" cy="122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54C48B0F-E15D-E64B-5727-6B6E4E788D50}"/>
              </a:ext>
            </a:extLst>
          </p:cNvPr>
          <p:cNvGrpSpPr/>
          <p:nvPr/>
        </p:nvGrpSpPr>
        <p:grpSpPr>
          <a:xfrm>
            <a:off x="1778940" y="1996208"/>
            <a:ext cx="402480" cy="119160"/>
            <a:chOff x="1778940" y="1996208"/>
            <a:chExt cx="402480" cy="119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F908BC69-A8BB-3517-765F-A2A333EFC7F2}"/>
                    </a:ext>
                  </a:extLst>
                </p14:cNvPr>
                <p14:cNvContentPartPr/>
                <p14:nvPr/>
              </p14:nvContentPartPr>
              <p14:xfrm>
                <a:off x="1778940" y="2041568"/>
                <a:ext cx="81000" cy="212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F908BC69-A8BB-3517-765F-A2A333EFC7F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770300" y="2032928"/>
                  <a:ext cx="9864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2E73FC14-66E2-BC42-09E4-C023DB62097C}"/>
                    </a:ext>
                  </a:extLst>
                </p14:cNvPr>
                <p14:cNvContentPartPr/>
                <p14:nvPr/>
              </p14:nvContentPartPr>
              <p14:xfrm>
                <a:off x="1932660" y="1996208"/>
                <a:ext cx="81720" cy="1191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2E73FC14-66E2-BC42-09E4-C023DB62097C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923660" y="1987208"/>
                  <a:ext cx="9936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C6280E15-1E4F-94CC-E718-8345A05E1BD2}"/>
                    </a:ext>
                  </a:extLst>
                </p14:cNvPr>
                <p14:cNvContentPartPr/>
                <p14:nvPr/>
              </p14:nvContentPartPr>
              <p14:xfrm>
                <a:off x="2088540" y="2057048"/>
                <a:ext cx="25560" cy="475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C6280E15-1E4F-94CC-E718-8345A05E1BD2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079540" y="2048408"/>
                  <a:ext cx="4320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43B77EC8-7E61-1C7E-5A29-B6DDFD582BC3}"/>
                    </a:ext>
                  </a:extLst>
                </p14:cNvPr>
                <p14:cNvContentPartPr/>
                <p14:nvPr/>
              </p14:nvContentPartPr>
              <p14:xfrm>
                <a:off x="2134980" y="2036528"/>
                <a:ext cx="46440" cy="565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43B77EC8-7E61-1C7E-5A29-B6DDFD582BC3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126340" y="2027528"/>
                  <a:ext cx="6408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CC62F6AB-209C-2ACB-9858-D8DAF5544331}"/>
                    </a:ext>
                  </a:extLst>
                </p14:cNvPr>
                <p14:cNvContentPartPr/>
                <p14:nvPr/>
              </p14:nvContentPartPr>
              <p14:xfrm>
                <a:off x="2048940" y="2001968"/>
                <a:ext cx="102240" cy="144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CC62F6AB-209C-2ACB-9858-D8DAF5544331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039940" y="1993328"/>
                  <a:ext cx="119880" cy="32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91A1CA57-D968-CCD8-F2CB-388305ECCB16}"/>
                  </a:ext>
                </a:extLst>
              </p14:cNvPr>
              <p14:cNvContentPartPr/>
              <p14:nvPr/>
            </p14:nvContentPartPr>
            <p14:xfrm>
              <a:off x="5553540" y="402848"/>
              <a:ext cx="125640" cy="12132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91A1CA57-D968-CCD8-F2CB-388305ECCB16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5544900" y="394208"/>
                <a:ext cx="143280" cy="138960"/>
              </a:xfrm>
              <a:prstGeom prst="rect">
                <a:avLst/>
              </a:prstGeom>
            </p:spPr>
          </p:pic>
        </mc:Fallback>
      </mc:AlternateContent>
      <p:grpSp>
        <p:nvGrpSpPr>
          <p:cNvPr id="30" name="Group 29">
            <a:extLst>
              <a:ext uri="{FF2B5EF4-FFF2-40B4-BE49-F238E27FC236}">
                <a16:creationId xmlns:a16="http://schemas.microsoft.com/office/drawing/2014/main" id="{935553C1-4E5D-D1B7-146A-37965A65443F}"/>
              </a:ext>
            </a:extLst>
          </p:cNvPr>
          <p:cNvGrpSpPr/>
          <p:nvPr/>
        </p:nvGrpSpPr>
        <p:grpSpPr>
          <a:xfrm>
            <a:off x="6073380" y="233648"/>
            <a:ext cx="1008720" cy="261000"/>
            <a:chOff x="6073380" y="233648"/>
            <a:chExt cx="1008720" cy="261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93936882-D08A-2F75-44D7-F9C949A3A0A9}"/>
                    </a:ext>
                  </a:extLst>
                </p14:cNvPr>
                <p14:cNvContentPartPr/>
                <p14:nvPr/>
              </p14:nvContentPartPr>
              <p14:xfrm>
                <a:off x="6073380" y="284048"/>
                <a:ext cx="140040" cy="1630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93936882-D08A-2F75-44D7-F9C949A3A0A9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064380" y="275408"/>
                  <a:ext cx="15768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7F66C5AA-7238-AC14-D1D6-0ABC17DE3D42}"/>
                    </a:ext>
                  </a:extLst>
                </p14:cNvPr>
                <p14:cNvContentPartPr/>
                <p14:nvPr/>
              </p14:nvContentPartPr>
              <p14:xfrm>
                <a:off x="6103620" y="274688"/>
                <a:ext cx="100080" cy="2134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7F66C5AA-7238-AC14-D1D6-0ABC17DE3D4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094620" y="265688"/>
                  <a:ext cx="11772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C259C5B-DFD6-BF47-3C98-D14379C7B8B9}"/>
                    </a:ext>
                  </a:extLst>
                </p14:cNvPr>
                <p14:cNvContentPartPr/>
                <p14:nvPr/>
              </p14:nvContentPartPr>
              <p14:xfrm>
                <a:off x="6290820" y="296288"/>
                <a:ext cx="78480" cy="1972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C259C5B-DFD6-BF47-3C98-D14379C7B8B9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282180" y="287648"/>
                  <a:ext cx="9612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26CD465E-D6A8-5680-4B0D-137FA9BB976C}"/>
                    </a:ext>
                  </a:extLst>
                </p14:cNvPr>
                <p14:cNvContentPartPr/>
                <p14:nvPr/>
              </p14:nvContentPartPr>
              <p14:xfrm>
                <a:off x="6436260" y="414728"/>
                <a:ext cx="108000" cy="799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26CD465E-D6A8-5680-4B0D-137FA9BB976C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427260" y="406088"/>
                  <a:ext cx="12564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C2B2062C-3E1B-9A5A-4D6D-BC3F4C59651B}"/>
                    </a:ext>
                  </a:extLst>
                </p14:cNvPr>
                <p14:cNvContentPartPr/>
                <p14:nvPr/>
              </p14:nvContentPartPr>
              <p14:xfrm>
                <a:off x="6571260" y="327248"/>
                <a:ext cx="86760" cy="1540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C2B2062C-3E1B-9A5A-4D6D-BC3F4C59651B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562260" y="318248"/>
                  <a:ext cx="10440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7B1EA1D7-F990-DE84-D2D8-837EEA28A805}"/>
                    </a:ext>
                  </a:extLst>
                </p14:cNvPr>
                <p14:cNvContentPartPr/>
                <p14:nvPr/>
              </p14:nvContentPartPr>
              <p14:xfrm>
                <a:off x="6538860" y="244088"/>
                <a:ext cx="2520" cy="108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7B1EA1D7-F990-DE84-D2D8-837EEA28A805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529860" y="235448"/>
                  <a:ext cx="2016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8619C6DA-E0B6-EBD9-7CD1-6CE084087924}"/>
                    </a:ext>
                  </a:extLst>
                </p14:cNvPr>
                <p14:cNvContentPartPr/>
                <p14:nvPr/>
              </p14:nvContentPartPr>
              <p14:xfrm>
                <a:off x="6685020" y="267488"/>
                <a:ext cx="158400" cy="871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8619C6DA-E0B6-EBD9-7CD1-6CE084087924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676380" y="258848"/>
                  <a:ext cx="17604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F5095E9D-A11D-A266-854C-3BF95B0CAEFC}"/>
                    </a:ext>
                  </a:extLst>
                </p14:cNvPr>
                <p14:cNvContentPartPr/>
                <p14:nvPr/>
              </p14:nvContentPartPr>
              <p14:xfrm>
                <a:off x="6934500" y="331208"/>
                <a:ext cx="22320" cy="691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F5095E9D-A11D-A266-854C-3BF95B0CAEFC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925860" y="322208"/>
                  <a:ext cx="3996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769D29C9-53CC-24DD-7C58-79E0827E540A}"/>
                    </a:ext>
                  </a:extLst>
                </p14:cNvPr>
                <p14:cNvContentPartPr/>
                <p14:nvPr/>
              </p14:nvContentPartPr>
              <p14:xfrm>
                <a:off x="6982380" y="233648"/>
                <a:ext cx="99720" cy="2556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769D29C9-53CC-24DD-7C58-79E0827E540A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973740" y="224648"/>
                  <a:ext cx="117360" cy="273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F8B377A2-5D94-D1D8-1A33-B42DA9A1D5C9}"/>
                  </a:ext>
                </a:extLst>
              </p14:cNvPr>
              <p14:cNvContentPartPr/>
              <p14:nvPr/>
            </p14:nvContentPartPr>
            <p14:xfrm>
              <a:off x="10577340" y="1773368"/>
              <a:ext cx="172080" cy="11232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F8B377A2-5D94-D1D8-1A33-B42DA9A1D5C9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10568700" y="1764728"/>
                <a:ext cx="189720" cy="129960"/>
              </a:xfrm>
              <a:prstGeom prst="rect">
                <a:avLst/>
              </a:prstGeom>
            </p:spPr>
          </p:pic>
        </mc:Fallback>
      </mc:AlternateContent>
      <p:grpSp>
        <p:nvGrpSpPr>
          <p:cNvPr id="34" name="Group 33">
            <a:extLst>
              <a:ext uri="{FF2B5EF4-FFF2-40B4-BE49-F238E27FC236}">
                <a16:creationId xmlns:a16="http://schemas.microsoft.com/office/drawing/2014/main" id="{5B801EB4-D5D2-1C40-8DCB-108F223E4665}"/>
              </a:ext>
            </a:extLst>
          </p:cNvPr>
          <p:cNvGrpSpPr/>
          <p:nvPr/>
        </p:nvGrpSpPr>
        <p:grpSpPr>
          <a:xfrm>
            <a:off x="10896660" y="1782008"/>
            <a:ext cx="279360" cy="166320"/>
            <a:chOff x="10896660" y="1782008"/>
            <a:chExt cx="279360" cy="166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DA74556D-266B-6DDB-C763-E55D1074B18D}"/>
                    </a:ext>
                  </a:extLst>
                </p14:cNvPr>
                <p14:cNvContentPartPr/>
                <p14:nvPr/>
              </p14:nvContentPartPr>
              <p14:xfrm>
                <a:off x="10896660" y="1782008"/>
                <a:ext cx="155160" cy="799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DA74556D-266B-6DDB-C763-E55D1074B18D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0887660" y="1773008"/>
                  <a:ext cx="17280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02890AF1-EEC9-05EB-627A-C02A91A21AA5}"/>
                    </a:ext>
                  </a:extLst>
                </p14:cNvPr>
                <p14:cNvContentPartPr/>
                <p14:nvPr/>
              </p14:nvContentPartPr>
              <p14:xfrm>
                <a:off x="11138940" y="1849328"/>
                <a:ext cx="37080" cy="990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02890AF1-EEC9-05EB-627A-C02A91A21AA5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1129940" y="1840688"/>
                  <a:ext cx="54720" cy="116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96A362C4-3266-E8F6-05D5-1E8BB0BE9D7D}"/>
                  </a:ext>
                </a:extLst>
              </p14:cNvPr>
              <p14:cNvContentPartPr/>
              <p14:nvPr/>
            </p14:nvContentPartPr>
            <p14:xfrm>
              <a:off x="7455060" y="1765808"/>
              <a:ext cx="14400" cy="7992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96A362C4-3266-E8F6-05D5-1E8BB0BE9D7D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7446420" y="1757168"/>
                <a:ext cx="32040" cy="9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EDDC1A16-C27B-E223-3F48-F09F22499BD3}"/>
                  </a:ext>
                </a:extLst>
              </p14:cNvPr>
              <p14:cNvContentPartPr/>
              <p14:nvPr/>
            </p14:nvContentPartPr>
            <p14:xfrm>
              <a:off x="3802140" y="1777328"/>
              <a:ext cx="18360" cy="6660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EDDC1A16-C27B-E223-3F48-F09F22499BD3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3793140" y="1768688"/>
                <a:ext cx="36000" cy="84240"/>
              </a:xfrm>
              <a:prstGeom prst="rect">
                <a:avLst/>
              </a:prstGeom>
            </p:spPr>
          </p:pic>
        </mc:Fallback>
      </mc:AlternateContent>
      <p:grpSp>
        <p:nvGrpSpPr>
          <p:cNvPr id="45" name="Group 44">
            <a:extLst>
              <a:ext uri="{FF2B5EF4-FFF2-40B4-BE49-F238E27FC236}">
                <a16:creationId xmlns:a16="http://schemas.microsoft.com/office/drawing/2014/main" id="{A836B39C-696B-6A62-25BD-E3B4133D00E2}"/>
              </a:ext>
            </a:extLst>
          </p:cNvPr>
          <p:cNvGrpSpPr/>
          <p:nvPr/>
        </p:nvGrpSpPr>
        <p:grpSpPr>
          <a:xfrm>
            <a:off x="3607740" y="1959128"/>
            <a:ext cx="251640" cy="122400"/>
            <a:chOff x="3607740" y="1959128"/>
            <a:chExt cx="251640" cy="122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53B35F1C-9E7D-AF18-1002-AC15A682BA19}"/>
                    </a:ext>
                  </a:extLst>
                </p14:cNvPr>
                <p14:cNvContentPartPr/>
                <p14:nvPr/>
              </p14:nvContentPartPr>
              <p14:xfrm>
                <a:off x="3607740" y="2026088"/>
                <a:ext cx="75960" cy="972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53B35F1C-9E7D-AF18-1002-AC15A682BA19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599100" y="2017088"/>
                  <a:ext cx="9360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450C8A7A-02F5-C101-DA2E-FF0ED822FF56}"/>
                    </a:ext>
                  </a:extLst>
                </p14:cNvPr>
                <p14:cNvContentPartPr/>
                <p14:nvPr/>
              </p14:nvContentPartPr>
              <p14:xfrm>
                <a:off x="3758580" y="2010248"/>
                <a:ext cx="30600" cy="705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450C8A7A-02F5-C101-DA2E-FF0ED822FF56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3749940" y="2001608"/>
                  <a:ext cx="4824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6630B06B-4DFF-D1FD-627A-55A47A7B77A5}"/>
                    </a:ext>
                  </a:extLst>
                </p14:cNvPr>
                <p14:cNvContentPartPr/>
                <p14:nvPr/>
              </p14:nvContentPartPr>
              <p14:xfrm>
                <a:off x="3818340" y="2010608"/>
                <a:ext cx="41040" cy="709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6630B06B-4DFF-D1FD-627A-55A47A7B77A5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3809700" y="2001608"/>
                  <a:ext cx="5868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51C5C6F2-4693-7911-AB7E-7B51DE59A7E8}"/>
                    </a:ext>
                  </a:extLst>
                </p14:cNvPr>
                <p14:cNvContentPartPr/>
                <p14:nvPr/>
              </p14:nvContentPartPr>
              <p14:xfrm>
                <a:off x="3726180" y="1959128"/>
                <a:ext cx="118800" cy="154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51C5C6F2-4693-7911-AB7E-7B51DE59A7E8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717180" y="1950128"/>
                  <a:ext cx="136440" cy="33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339BB698-978B-887D-D843-FB7CB90F6F4C}"/>
              </a:ext>
            </a:extLst>
          </p:cNvPr>
          <p:cNvGrpSpPr/>
          <p:nvPr/>
        </p:nvGrpSpPr>
        <p:grpSpPr>
          <a:xfrm>
            <a:off x="6400620" y="1937168"/>
            <a:ext cx="307800" cy="128880"/>
            <a:chOff x="6400620" y="1937168"/>
            <a:chExt cx="307800" cy="128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73D61378-BC8F-9614-F55B-6F6E18D68949}"/>
                    </a:ext>
                  </a:extLst>
                </p14:cNvPr>
                <p14:cNvContentPartPr/>
                <p14:nvPr/>
              </p14:nvContentPartPr>
              <p14:xfrm>
                <a:off x="6400620" y="1937168"/>
                <a:ext cx="147240" cy="936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73D61378-BC8F-9614-F55B-6F6E18D68949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391980" y="1928168"/>
                  <a:ext cx="16488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4C6A8A40-46CF-663D-3C9F-C1F42E70D821}"/>
                    </a:ext>
                  </a:extLst>
                </p14:cNvPr>
                <p14:cNvContentPartPr/>
                <p14:nvPr/>
              </p14:nvContentPartPr>
              <p14:xfrm>
                <a:off x="6608340" y="1987208"/>
                <a:ext cx="100080" cy="7884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4C6A8A40-46CF-663D-3C9F-C1F42E70D821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599700" y="1978208"/>
                  <a:ext cx="117720" cy="96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C3777F53-8E44-DDBA-3E8B-9BD16BBBA494}"/>
              </a:ext>
            </a:extLst>
          </p:cNvPr>
          <p:cNvGrpSpPr/>
          <p:nvPr/>
        </p:nvGrpSpPr>
        <p:grpSpPr>
          <a:xfrm>
            <a:off x="4581900" y="1983608"/>
            <a:ext cx="452520" cy="147960"/>
            <a:chOff x="4581900" y="1983608"/>
            <a:chExt cx="452520" cy="147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70D9D6B3-3D8A-1575-C49C-6868EA8EFA5D}"/>
                    </a:ext>
                  </a:extLst>
                </p14:cNvPr>
                <p14:cNvContentPartPr/>
                <p14:nvPr/>
              </p14:nvContentPartPr>
              <p14:xfrm>
                <a:off x="4581900" y="2046608"/>
                <a:ext cx="78480" cy="57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70D9D6B3-3D8A-1575-C49C-6868EA8EFA5D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573260" y="2037608"/>
                  <a:ext cx="9612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AC9D4113-700C-02A9-A0E3-852D446ED2A1}"/>
                    </a:ext>
                  </a:extLst>
                </p14:cNvPr>
                <p14:cNvContentPartPr/>
                <p14:nvPr/>
              </p14:nvContentPartPr>
              <p14:xfrm>
                <a:off x="4699980" y="1983608"/>
                <a:ext cx="174960" cy="1022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AC9D4113-700C-02A9-A0E3-852D446ED2A1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690980" y="1974968"/>
                  <a:ext cx="19260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51822468-1037-E652-7D5C-364C80BA05F1}"/>
                    </a:ext>
                  </a:extLst>
                </p14:cNvPr>
                <p14:cNvContentPartPr/>
                <p14:nvPr/>
              </p14:nvContentPartPr>
              <p14:xfrm>
                <a:off x="4916340" y="2042648"/>
                <a:ext cx="118080" cy="8892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51822468-1037-E652-7D5C-364C80BA05F1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907340" y="2033648"/>
                  <a:ext cx="135720" cy="106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D697431C-32FE-B0D6-265F-1EA077730E7E}"/>
              </a:ext>
            </a:extLst>
          </p:cNvPr>
          <p:cNvGrpSpPr/>
          <p:nvPr/>
        </p:nvGrpSpPr>
        <p:grpSpPr>
          <a:xfrm>
            <a:off x="3506580" y="2348288"/>
            <a:ext cx="837360" cy="406800"/>
            <a:chOff x="3506580" y="2348288"/>
            <a:chExt cx="837360" cy="406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6E41AAF3-4889-7197-E913-55D3C49DC706}"/>
                    </a:ext>
                  </a:extLst>
                </p14:cNvPr>
                <p14:cNvContentPartPr/>
                <p14:nvPr/>
              </p14:nvContentPartPr>
              <p14:xfrm>
                <a:off x="3506580" y="2493728"/>
                <a:ext cx="135720" cy="15948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6E41AAF3-4889-7197-E913-55D3C49DC706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3497940" y="2484728"/>
                  <a:ext cx="15336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63524CAB-2772-7C16-C239-057A0DD293BA}"/>
                    </a:ext>
                  </a:extLst>
                </p14:cNvPr>
                <p14:cNvContentPartPr/>
                <p14:nvPr/>
              </p14:nvContentPartPr>
              <p14:xfrm>
                <a:off x="3538980" y="2540168"/>
                <a:ext cx="92880" cy="14544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63524CAB-2772-7C16-C239-057A0DD293BA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3529980" y="2531528"/>
                  <a:ext cx="11052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D528D9CC-7959-13F2-D044-E5C2E25F485B}"/>
                    </a:ext>
                  </a:extLst>
                </p14:cNvPr>
                <p14:cNvContentPartPr/>
                <p14:nvPr/>
              </p14:nvContentPartPr>
              <p14:xfrm>
                <a:off x="3709260" y="2660768"/>
                <a:ext cx="117720" cy="9432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D528D9CC-7959-13F2-D044-E5C2E25F485B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3700620" y="2651768"/>
                  <a:ext cx="13536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86F8F544-1DD2-F0E4-EADB-C6069C371F92}"/>
                    </a:ext>
                  </a:extLst>
                </p14:cNvPr>
                <p14:cNvContentPartPr/>
                <p14:nvPr/>
              </p14:nvContentPartPr>
              <p14:xfrm>
                <a:off x="3823740" y="2500928"/>
                <a:ext cx="61920" cy="20160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86F8F544-1DD2-F0E4-EADB-C6069C371F92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815100" y="2492288"/>
                  <a:ext cx="7956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53B7480F-8F09-51A3-CD18-A0FD943002EA}"/>
                    </a:ext>
                  </a:extLst>
                </p14:cNvPr>
                <p14:cNvContentPartPr/>
                <p14:nvPr/>
              </p14:nvContentPartPr>
              <p14:xfrm>
                <a:off x="3963780" y="2607488"/>
                <a:ext cx="119520" cy="1162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53B7480F-8F09-51A3-CD18-A0FD943002EA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3955140" y="2598488"/>
                  <a:ext cx="13716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EF4957DC-9081-9BE2-9984-1CD7FC43A4F5}"/>
                    </a:ext>
                  </a:extLst>
                </p14:cNvPr>
                <p14:cNvContentPartPr/>
                <p14:nvPr/>
              </p14:nvContentPartPr>
              <p14:xfrm>
                <a:off x="4071420" y="2483288"/>
                <a:ext cx="60480" cy="14616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EF4957DC-9081-9BE2-9984-1CD7FC43A4F5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4062420" y="2474288"/>
                  <a:ext cx="7812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05B50F6A-2ED4-9543-4F43-D5A9E2153075}"/>
                    </a:ext>
                  </a:extLst>
                </p14:cNvPr>
                <p14:cNvContentPartPr/>
                <p14:nvPr/>
              </p14:nvContentPartPr>
              <p14:xfrm>
                <a:off x="4021020" y="2348288"/>
                <a:ext cx="4320" cy="1044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05B50F6A-2ED4-9543-4F43-D5A9E2153075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4012380" y="2339648"/>
                  <a:ext cx="2196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B1E2B359-4B18-130D-0A55-A70E17F81332}"/>
                    </a:ext>
                  </a:extLst>
                </p14:cNvPr>
                <p14:cNvContentPartPr/>
                <p14:nvPr/>
              </p14:nvContentPartPr>
              <p14:xfrm>
                <a:off x="4168260" y="2444408"/>
                <a:ext cx="175680" cy="7092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B1E2B359-4B18-130D-0A55-A70E17F81332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4159260" y="2435408"/>
                  <a:ext cx="193320" cy="88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623DDAB2-6191-64CF-8D28-42ABF2A57A9A}"/>
              </a:ext>
            </a:extLst>
          </p:cNvPr>
          <p:cNvGrpSpPr/>
          <p:nvPr/>
        </p:nvGrpSpPr>
        <p:grpSpPr>
          <a:xfrm>
            <a:off x="4420980" y="2410568"/>
            <a:ext cx="499320" cy="344880"/>
            <a:chOff x="4420980" y="2410568"/>
            <a:chExt cx="499320" cy="344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E9726B27-9280-71BA-7197-54C1EF7ABE87}"/>
                    </a:ext>
                  </a:extLst>
                </p14:cNvPr>
                <p14:cNvContentPartPr/>
                <p14:nvPr/>
              </p14:nvContentPartPr>
              <p14:xfrm>
                <a:off x="4420980" y="2483288"/>
                <a:ext cx="68400" cy="5832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E9726B27-9280-71BA-7197-54C1EF7ABE87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4412340" y="2474648"/>
                  <a:ext cx="8604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412956C1-8A35-EE47-4862-437949D58475}"/>
                    </a:ext>
                  </a:extLst>
                </p14:cNvPr>
                <p14:cNvContentPartPr/>
                <p14:nvPr/>
              </p14:nvContentPartPr>
              <p14:xfrm>
                <a:off x="4530420" y="2410568"/>
                <a:ext cx="100080" cy="34488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412956C1-8A35-EE47-4862-437949D58475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4521420" y="2401568"/>
                  <a:ext cx="117720" cy="36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DC40B38D-705A-D237-0EDD-94E01B9C2E57}"/>
                    </a:ext>
                  </a:extLst>
                </p14:cNvPr>
                <p14:cNvContentPartPr/>
                <p14:nvPr/>
              </p14:nvContentPartPr>
              <p14:xfrm>
                <a:off x="4827060" y="2639168"/>
                <a:ext cx="93240" cy="540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DC40B38D-705A-D237-0EDD-94E01B9C2E57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4818060" y="2630168"/>
                  <a:ext cx="11088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6FFEFE5F-EB45-0EE7-FF66-661FB5BF09B9}"/>
                    </a:ext>
                  </a:extLst>
                </p14:cNvPr>
                <p14:cNvContentPartPr/>
                <p14:nvPr/>
              </p14:nvContentPartPr>
              <p14:xfrm>
                <a:off x="4779540" y="2570768"/>
                <a:ext cx="140760" cy="1656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6FFEFE5F-EB45-0EE7-FF66-661FB5BF09B9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4770900" y="2562128"/>
                  <a:ext cx="158400" cy="34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ABB55623-8B98-C790-A563-E1812FD7CA6A}"/>
              </a:ext>
            </a:extLst>
          </p:cNvPr>
          <p:cNvGrpSpPr/>
          <p:nvPr/>
        </p:nvGrpSpPr>
        <p:grpSpPr>
          <a:xfrm>
            <a:off x="5153940" y="2369888"/>
            <a:ext cx="857160" cy="446760"/>
            <a:chOff x="5153940" y="2369888"/>
            <a:chExt cx="857160" cy="446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8910DFCF-EC49-DA89-BEA6-E08B8239B6F7}"/>
                    </a:ext>
                  </a:extLst>
                </p14:cNvPr>
                <p14:cNvContentPartPr/>
                <p14:nvPr/>
              </p14:nvContentPartPr>
              <p14:xfrm>
                <a:off x="5210820" y="2369888"/>
                <a:ext cx="26280" cy="921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8910DFCF-EC49-DA89-BEA6-E08B8239B6F7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5202180" y="2361248"/>
                  <a:ext cx="4392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83FA4920-F3B7-0329-E93C-9FB06792EF9B}"/>
                    </a:ext>
                  </a:extLst>
                </p14:cNvPr>
                <p14:cNvContentPartPr/>
                <p14:nvPr/>
              </p14:nvContentPartPr>
              <p14:xfrm>
                <a:off x="5153940" y="2550608"/>
                <a:ext cx="228600" cy="612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83FA4920-F3B7-0329-E93C-9FB06792EF9B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5145300" y="2541608"/>
                  <a:ext cx="24624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8ED3B2BE-F7E8-A686-C73B-78389D2D1842}"/>
                    </a:ext>
                  </a:extLst>
                </p14:cNvPr>
                <p14:cNvContentPartPr/>
                <p14:nvPr/>
              </p14:nvContentPartPr>
              <p14:xfrm>
                <a:off x="5190300" y="2646728"/>
                <a:ext cx="198720" cy="11772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8ED3B2BE-F7E8-A686-C73B-78389D2D1842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5181660" y="2637728"/>
                  <a:ext cx="21636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17611820-90AD-6DE5-5C0D-5976272C9AB9}"/>
                    </a:ext>
                  </a:extLst>
                </p14:cNvPr>
                <p14:cNvContentPartPr/>
                <p14:nvPr/>
              </p14:nvContentPartPr>
              <p14:xfrm>
                <a:off x="5548500" y="2447648"/>
                <a:ext cx="298080" cy="15660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17611820-90AD-6DE5-5C0D-5976272C9AB9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5539500" y="2438648"/>
                  <a:ext cx="31572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CB8DF0AA-BF49-AA93-4D28-3E010F66E323}"/>
                    </a:ext>
                  </a:extLst>
                </p14:cNvPr>
                <p14:cNvContentPartPr/>
                <p14:nvPr/>
              </p14:nvContentPartPr>
              <p14:xfrm>
                <a:off x="5598540" y="2732768"/>
                <a:ext cx="64080" cy="8388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CB8DF0AA-BF49-AA93-4D28-3E010F66E323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5589540" y="2723768"/>
                  <a:ext cx="8172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DB3751A5-BEAE-BDB3-65E1-82FDEA15EAC1}"/>
                    </a:ext>
                  </a:extLst>
                </p14:cNvPr>
                <p14:cNvContentPartPr/>
                <p14:nvPr/>
              </p14:nvContentPartPr>
              <p14:xfrm>
                <a:off x="5573700" y="2691008"/>
                <a:ext cx="21960" cy="360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DB3751A5-BEAE-BDB3-65E1-82FDEA15EAC1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5565060" y="2682368"/>
                  <a:ext cx="3960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A296743A-A585-01FD-A03A-18903D3FA56A}"/>
                    </a:ext>
                  </a:extLst>
                </p14:cNvPr>
                <p14:cNvContentPartPr/>
                <p14:nvPr/>
              </p14:nvContentPartPr>
              <p14:xfrm>
                <a:off x="5725980" y="2771288"/>
                <a:ext cx="93240" cy="1872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A296743A-A585-01FD-A03A-18903D3FA56A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5716980" y="2762648"/>
                  <a:ext cx="11088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BB5EF4B4-D6FF-3C49-BEC7-5AADE142304F}"/>
                    </a:ext>
                  </a:extLst>
                </p14:cNvPr>
                <p14:cNvContentPartPr/>
                <p14:nvPr/>
              </p14:nvContentPartPr>
              <p14:xfrm>
                <a:off x="5736780" y="2728808"/>
                <a:ext cx="61560" cy="1440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BB5EF4B4-D6FF-3C49-BEC7-5AADE142304F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5727780" y="2720168"/>
                  <a:ext cx="7920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BE0B6580-C2C3-F8D2-B2C4-B69056DDCF5E}"/>
                    </a:ext>
                  </a:extLst>
                </p14:cNvPr>
                <p14:cNvContentPartPr/>
                <p14:nvPr/>
              </p14:nvContentPartPr>
              <p14:xfrm>
                <a:off x="5889420" y="2726648"/>
                <a:ext cx="121680" cy="7956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BE0B6580-C2C3-F8D2-B2C4-B69056DDCF5E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5880780" y="2718008"/>
                  <a:ext cx="139320" cy="97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5A22BD1F-4AA3-FE4A-2F81-21DC0A99F7B0}"/>
              </a:ext>
            </a:extLst>
          </p:cNvPr>
          <p:cNvGrpSpPr/>
          <p:nvPr/>
        </p:nvGrpSpPr>
        <p:grpSpPr>
          <a:xfrm>
            <a:off x="5594220" y="2259728"/>
            <a:ext cx="361440" cy="87840"/>
            <a:chOff x="5594220" y="2259728"/>
            <a:chExt cx="361440" cy="87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C27F50CF-F00D-812C-936E-D2BE28094707}"/>
                    </a:ext>
                  </a:extLst>
                </p14:cNvPr>
                <p14:cNvContentPartPr/>
                <p14:nvPr/>
              </p14:nvContentPartPr>
              <p14:xfrm>
                <a:off x="5594220" y="2271968"/>
                <a:ext cx="127440" cy="7560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C27F50CF-F00D-812C-936E-D2BE28094707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5585580" y="2262968"/>
                  <a:ext cx="14508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A2C10D6C-63EE-7194-9080-2BDAFCA29AC7}"/>
                    </a:ext>
                  </a:extLst>
                </p14:cNvPr>
                <p14:cNvContentPartPr/>
                <p14:nvPr/>
              </p14:nvContentPartPr>
              <p14:xfrm>
                <a:off x="5781780" y="2311208"/>
                <a:ext cx="99720" cy="1656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A2C10D6C-63EE-7194-9080-2BDAFCA29AC7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5772780" y="2302208"/>
                  <a:ext cx="11736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6AF0A4C9-B04A-EC32-CB93-5DD02CB32D59}"/>
                    </a:ext>
                  </a:extLst>
                </p14:cNvPr>
                <p14:cNvContentPartPr/>
                <p14:nvPr/>
              </p14:nvContentPartPr>
              <p14:xfrm>
                <a:off x="5922540" y="2259728"/>
                <a:ext cx="33120" cy="7668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6AF0A4C9-B04A-EC32-CB93-5DD02CB32D59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5913900" y="2251088"/>
                  <a:ext cx="50760" cy="94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57153ED5-A542-A9CF-2D12-42E91E333675}"/>
              </a:ext>
            </a:extLst>
          </p:cNvPr>
          <p:cNvGrpSpPr/>
          <p:nvPr/>
        </p:nvGrpSpPr>
        <p:grpSpPr>
          <a:xfrm>
            <a:off x="6131700" y="1978928"/>
            <a:ext cx="2301120" cy="713520"/>
            <a:chOff x="6131700" y="1978928"/>
            <a:chExt cx="2301120" cy="713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2F4EAD62-C416-5FB6-6FC1-86BB2AC313D1}"/>
                    </a:ext>
                  </a:extLst>
                </p14:cNvPr>
                <p14:cNvContentPartPr/>
                <p14:nvPr/>
              </p14:nvContentPartPr>
              <p14:xfrm>
                <a:off x="7410420" y="1993688"/>
                <a:ext cx="19800" cy="792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2F4EAD62-C416-5FB6-6FC1-86BB2AC313D1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7401780" y="1985048"/>
                  <a:ext cx="3744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52A3B5DF-820A-6808-3CC7-761CA3034B06}"/>
                    </a:ext>
                  </a:extLst>
                </p14:cNvPr>
                <p14:cNvContentPartPr/>
                <p14:nvPr/>
              </p14:nvContentPartPr>
              <p14:xfrm>
                <a:off x="7488900" y="2015648"/>
                <a:ext cx="23400" cy="662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52A3B5DF-820A-6808-3CC7-761CA3034B06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7479900" y="2007008"/>
                  <a:ext cx="4104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02D33702-2106-A919-C9FA-71C1C4285F52}"/>
                    </a:ext>
                  </a:extLst>
                </p14:cNvPr>
                <p14:cNvContentPartPr/>
                <p14:nvPr/>
              </p14:nvContentPartPr>
              <p14:xfrm>
                <a:off x="7381260" y="1978928"/>
                <a:ext cx="147240" cy="2700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02D33702-2106-A919-C9FA-71C1C4285F52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7372260" y="1969928"/>
                  <a:ext cx="16488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CD79028E-6EC6-1A71-99E2-F402EDAD4A64}"/>
                    </a:ext>
                  </a:extLst>
                </p14:cNvPr>
                <p14:cNvContentPartPr/>
                <p14:nvPr/>
              </p14:nvContentPartPr>
              <p14:xfrm>
                <a:off x="6131700" y="2424968"/>
                <a:ext cx="164520" cy="18288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CD79028E-6EC6-1A71-99E2-F402EDAD4A64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6123060" y="2416328"/>
                  <a:ext cx="18216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AE2E9C5F-2ED2-ACD2-9E32-73782BC91B37}"/>
                    </a:ext>
                  </a:extLst>
                </p14:cNvPr>
                <p14:cNvContentPartPr/>
                <p14:nvPr/>
              </p14:nvContentPartPr>
              <p14:xfrm>
                <a:off x="6178140" y="2428208"/>
                <a:ext cx="46440" cy="18612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AE2E9C5F-2ED2-ACD2-9E32-73782BC91B37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6169500" y="2419208"/>
                  <a:ext cx="6408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4525B967-7A66-9834-4EFE-4EB40DF1746B}"/>
                    </a:ext>
                  </a:extLst>
                </p14:cNvPr>
                <p14:cNvContentPartPr/>
                <p14:nvPr/>
              </p14:nvContentPartPr>
              <p14:xfrm>
                <a:off x="6374700" y="2618288"/>
                <a:ext cx="29520" cy="7416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4525B967-7A66-9834-4EFE-4EB40DF1746B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6366060" y="2609648"/>
                  <a:ext cx="4716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C5871530-ED0D-B965-CA20-76D8C6E4F2C1}"/>
                    </a:ext>
                  </a:extLst>
                </p14:cNvPr>
                <p14:cNvContentPartPr/>
                <p14:nvPr/>
              </p14:nvContentPartPr>
              <p14:xfrm>
                <a:off x="6406380" y="2321648"/>
                <a:ext cx="103320" cy="28656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C5871530-ED0D-B965-CA20-76D8C6E4F2C1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6397380" y="2312648"/>
                  <a:ext cx="120960" cy="30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B31B5039-A54F-B5FC-9C86-0ED67C361414}"/>
                    </a:ext>
                  </a:extLst>
                </p14:cNvPr>
                <p14:cNvContentPartPr/>
                <p14:nvPr/>
              </p14:nvContentPartPr>
              <p14:xfrm>
                <a:off x="6539940" y="2457008"/>
                <a:ext cx="141480" cy="9936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B31B5039-A54F-B5FC-9C86-0ED67C361414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6530940" y="2448008"/>
                  <a:ext cx="15912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84E8B8CA-48DE-D705-57C9-A9743A91BD48}"/>
                    </a:ext>
                  </a:extLst>
                </p14:cNvPr>
                <p14:cNvContentPartPr/>
                <p14:nvPr/>
              </p14:nvContentPartPr>
              <p14:xfrm>
                <a:off x="6718140" y="2347208"/>
                <a:ext cx="56160" cy="11988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84E8B8CA-48DE-D705-57C9-A9743A91BD48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6709140" y="2338208"/>
                  <a:ext cx="7380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27723FF8-7C42-5164-0270-9EEACFE1C9F0}"/>
                    </a:ext>
                  </a:extLst>
                </p14:cNvPr>
                <p14:cNvContentPartPr/>
                <p14:nvPr/>
              </p14:nvContentPartPr>
              <p14:xfrm>
                <a:off x="6676020" y="2232368"/>
                <a:ext cx="360" cy="684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27723FF8-7C42-5164-0270-9EEACFE1C9F0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6667020" y="2223728"/>
                  <a:ext cx="1800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4C9635E4-4C06-C431-ED9D-20C911249C1D}"/>
                    </a:ext>
                  </a:extLst>
                </p14:cNvPr>
                <p14:cNvContentPartPr/>
                <p14:nvPr/>
              </p14:nvContentPartPr>
              <p14:xfrm>
                <a:off x="6802020" y="2208608"/>
                <a:ext cx="77760" cy="20196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4C9635E4-4C06-C431-ED9D-20C911249C1D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6793020" y="2199608"/>
                  <a:ext cx="9540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F50D0CB4-0DBE-F538-B9CE-3EA81FA3E436}"/>
                    </a:ext>
                  </a:extLst>
                </p14:cNvPr>
                <p14:cNvContentPartPr/>
                <p14:nvPr/>
              </p14:nvContentPartPr>
              <p14:xfrm>
                <a:off x="6925500" y="2267288"/>
                <a:ext cx="151920" cy="8208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F50D0CB4-0DBE-F538-B9CE-3EA81FA3E436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6916500" y="2258288"/>
                  <a:ext cx="16956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13C127EA-769E-1B65-020D-6EB6A3A05EDF}"/>
                    </a:ext>
                  </a:extLst>
                </p14:cNvPr>
                <p14:cNvContentPartPr/>
                <p14:nvPr/>
              </p14:nvContentPartPr>
              <p14:xfrm>
                <a:off x="7294500" y="2306528"/>
                <a:ext cx="119520" cy="1152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13C127EA-769E-1B65-020D-6EB6A3A05EDF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7285860" y="2297888"/>
                  <a:ext cx="13716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AD8ABEBE-91A6-34EC-01B9-FC9E7C01A9F5}"/>
                    </a:ext>
                  </a:extLst>
                </p14:cNvPr>
                <p14:cNvContentPartPr/>
                <p14:nvPr/>
              </p14:nvContentPartPr>
              <p14:xfrm>
                <a:off x="7481340" y="2259008"/>
                <a:ext cx="93240" cy="9540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AD8ABEBE-91A6-34EC-01B9-FC9E7C01A9F5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7472340" y="2250368"/>
                  <a:ext cx="11088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B3CECB81-E836-7FCF-E45A-9A7A63A37AF0}"/>
                    </a:ext>
                  </a:extLst>
                </p14:cNvPr>
                <p14:cNvContentPartPr/>
                <p14:nvPr/>
              </p14:nvContentPartPr>
              <p14:xfrm>
                <a:off x="7625340" y="2309048"/>
                <a:ext cx="68760" cy="5472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B3CECB81-E836-7FCF-E45A-9A7A63A37AF0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7616700" y="2300408"/>
                  <a:ext cx="8640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0F46F163-5759-14BE-44F9-4AD2F5B6E378}"/>
                    </a:ext>
                  </a:extLst>
                </p14:cNvPr>
                <p14:cNvContentPartPr/>
                <p14:nvPr/>
              </p14:nvContentPartPr>
              <p14:xfrm>
                <a:off x="7673580" y="2291048"/>
                <a:ext cx="62640" cy="5976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0F46F163-5759-14BE-44F9-4AD2F5B6E378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7664580" y="2282048"/>
                  <a:ext cx="8028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8F663027-64BC-6C5B-FFCF-72F9AAABE9DF}"/>
                    </a:ext>
                  </a:extLst>
                </p14:cNvPr>
                <p14:cNvContentPartPr/>
                <p14:nvPr/>
              </p14:nvContentPartPr>
              <p14:xfrm>
                <a:off x="7596540" y="2250008"/>
                <a:ext cx="113760" cy="684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8F663027-64BC-6C5B-FFCF-72F9AAABE9DF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7587540" y="2241008"/>
                  <a:ext cx="13140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A51124BE-23AD-57BC-7B7B-29CA0D3CB7F4}"/>
                    </a:ext>
                  </a:extLst>
                </p14:cNvPr>
                <p14:cNvContentPartPr/>
                <p14:nvPr/>
              </p14:nvContentPartPr>
              <p14:xfrm>
                <a:off x="7813620" y="2316968"/>
                <a:ext cx="51840" cy="4284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A51124BE-23AD-57BC-7B7B-29CA0D3CB7F4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7804980" y="2308328"/>
                  <a:ext cx="6948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4BC010CF-2F46-927D-CDE0-1A950CEC15EA}"/>
                    </a:ext>
                  </a:extLst>
                </p14:cNvPr>
                <p14:cNvContentPartPr/>
                <p14:nvPr/>
              </p14:nvContentPartPr>
              <p14:xfrm>
                <a:off x="7793100" y="2207888"/>
                <a:ext cx="360" cy="36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4BC010CF-2F46-927D-CDE0-1A950CEC15EA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7784100" y="2198888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D2D9AA73-9F6D-4B6A-C311-6AF4E3332EB8}"/>
                    </a:ext>
                  </a:extLst>
                </p14:cNvPr>
                <p14:cNvContentPartPr/>
                <p14:nvPr/>
              </p14:nvContentPartPr>
              <p14:xfrm>
                <a:off x="7859700" y="2146688"/>
                <a:ext cx="127440" cy="23580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D2D9AA73-9F6D-4B6A-C311-6AF4E3332EB8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7851060" y="2137688"/>
                  <a:ext cx="14508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F7DB7439-3E4C-3EC3-1819-991AA0B406D8}"/>
                    </a:ext>
                  </a:extLst>
                </p14:cNvPr>
                <p14:cNvContentPartPr/>
                <p14:nvPr/>
              </p14:nvContentPartPr>
              <p14:xfrm>
                <a:off x="7989300" y="2193488"/>
                <a:ext cx="120960" cy="18144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F7DB7439-3E4C-3EC3-1819-991AA0B406D8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7980300" y="2184488"/>
                  <a:ext cx="13860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4348FB04-876B-4624-D7DB-1277EC4FF11B}"/>
                    </a:ext>
                  </a:extLst>
                </p14:cNvPr>
                <p14:cNvContentPartPr/>
                <p14:nvPr/>
              </p14:nvContentPartPr>
              <p14:xfrm>
                <a:off x="8135820" y="2279168"/>
                <a:ext cx="140400" cy="11808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4348FB04-876B-4624-D7DB-1277EC4FF11B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8126820" y="2270528"/>
                  <a:ext cx="15804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D5C630E1-6176-DF95-06D1-4772150D59D1}"/>
                    </a:ext>
                  </a:extLst>
                </p14:cNvPr>
                <p14:cNvContentPartPr/>
                <p14:nvPr/>
              </p14:nvContentPartPr>
              <p14:xfrm>
                <a:off x="8302140" y="2246768"/>
                <a:ext cx="130680" cy="33660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D5C630E1-6176-DF95-06D1-4772150D59D1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8293500" y="2238128"/>
                  <a:ext cx="148320" cy="354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78F2B254-2B53-C439-D64F-7219B62C07C5}"/>
              </a:ext>
            </a:extLst>
          </p:cNvPr>
          <p:cNvGrpSpPr/>
          <p:nvPr/>
        </p:nvGrpSpPr>
        <p:grpSpPr>
          <a:xfrm>
            <a:off x="1269540" y="3741488"/>
            <a:ext cx="9942480" cy="176400"/>
            <a:chOff x="1269540" y="3741488"/>
            <a:chExt cx="9942480" cy="176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7103B13F-E667-BA16-5E60-20DC56A8D238}"/>
                    </a:ext>
                  </a:extLst>
                </p14:cNvPr>
                <p14:cNvContentPartPr/>
                <p14:nvPr/>
              </p14:nvContentPartPr>
              <p14:xfrm>
                <a:off x="1269540" y="3776768"/>
                <a:ext cx="9438840" cy="7884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7103B13F-E667-BA16-5E60-20DC56A8D238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260900" y="3767768"/>
                  <a:ext cx="945648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67EA77DD-B221-BFA7-3B96-3B8725DB9B8E}"/>
                    </a:ext>
                  </a:extLst>
                </p14:cNvPr>
                <p14:cNvContentPartPr/>
                <p14:nvPr/>
              </p14:nvContentPartPr>
              <p14:xfrm>
                <a:off x="10595700" y="3741488"/>
                <a:ext cx="205920" cy="14184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67EA77DD-B221-BFA7-3B96-3B8725DB9B8E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0586700" y="3732488"/>
                  <a:ext cx="22356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7C2AD7C9-2928-46E7-61E8-8DF8B9330732}"/>
                    </a:ext>
                  </a:extLst>
                </p14:cNvPr>
                <p14:cNvContentPartPr/>
                <p14:nvPr/>
              </p14:nvContentPartPr>
              <p14:xfrm>
                <a:off x="10858140" y="3745808"/>
                <a:ext cx="192600" cy="10008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7C2AD7C9-2928-46E7-61E8-8DF8B9330732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0849140" y="3736808"/>
                  <a:ext cx="21024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10ED1720-841D-A5C5-FE6D-396B3281E768}"/>
                    </a:ext>
                  </a:extLst>
                </p14:cNvPr>
                <p14:cNvContentPartPr/>
                <p14:nvPr/>
              </p14:nvContentPartPr>
              <p14:xfrm>
                <a:off x="11102580" y="3820328"/>
                <a:ext cx="109440" cy="9756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10ED1720-841D-A5C5-FE6D-396B3281E768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1093580" y="3811328"/>
                  <a:ext cx="127080" cy="115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EC8ABC2E-8A0A-419F-4C09-159129EB73DB}"/>
              </a:ext>
            </a:extLst>
          </p:cNvPr>
          <p:cNvGrpSpPr/>
          <p:nvPr/>
        </p:nvGrpSpPr>
        <p:grpSpPr>
          <a:xfrm>
            <a:off x="8998020" y="435248"/>
            <a:ext cx="473760" cy="147240"/>
            <a:chOff x="8998020" y="435248"/>
            <a:chExt cx="473760" cy="147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70AAA531-D88C-7A8A-264E-078171592BB7}"/>
                    </a:ext>
                  </a:extLst>
                </p14:cNvPr>
                <p14:cNvContentPartPr/>
                <p14:nvPr/>
              </p14:nvContentPartPr>
              <p14:xfrm>
                <a:off x="8998020" y="446408"/>
                <a:ext cx="160920" cy="7200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70AAA531-D88C-7A8A-264E-078171592BB7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8989380" y="437768"/>
                  <a:ext cx="17856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96E9F218-C207-E817-3E12-BB8C72B26D0C}"/>
                    </a:ext>
                  </a:extLst>
                </p14:cNvPr>
                <p14:cNvContentPartPr/>
                <p14:nvPr/>
              </p14:nvContentPartPr>
              <p14:xfrm>
                <a:off x="9256140" y="519488"/>
                <a:ext cx="33120" cy="6300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96E9F218-C207-E817-3E12-BB8C72B26D0C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9247500" y="510488"/>
                  <a:ext cx="5076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DD719DE5-5907-7089-2FDB-076A329966A7}"/>
                    </a:ext>
                  </a:extLst>
                </p14:cNvPr>
                <p14:cNvContentPartPr/>
                <p14:nvPr/>
              </p14:nvContentPartPr>
              <p14:xfrm>
                <a:off x="9406260" y="499688"/>
                <a:ext cx="65520" cy="432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DD719DE5-5907-7089-2FDB-076A329966A7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9397260" y="491048"/>
                  <a:ext cx="8316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204E0EC7-D53E-D138-470F-CE0A16CD4AF6}"/>
                    </a:ext>
                  </a:extLst>
                </p14:cNvPr>
                <p14:cNvContentPartPr/>
                <p14:nvPr/>
              </p14:nvContentPartPr>
              <p14:xfrm>
                <a:off x="9357660" y="435248"/>
                <a:ext cx="93240" cy="2196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204E0EC7-D53E-D138-470F-CE0A16CD4AF6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9348660" y="426608"/>
                  <a:ext cx="110880" cy="39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D29354A6-D65B-83DF-D8AC-F6910E85ADC0}"/>
              </a:ext>
            </a:extLst>
          </p:cNvPr>
          <p:cNvGrpSpPr/>
          <p:nvPr/>
        </p:nvGrpSpPr>
        <p:grpSpPr>
          <a:xfrm>
            <a:off x="9642780" y="233648"/>
            <a:ext cx="937440" cy="213840"/>
            <a:chOff x="9642780" y="233648"/>
            <a:chExt cx="937440" cy="213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49AD6E3E-C955-7D52-947D-90037EBE88FA}"/>
                    </a:ext>
                  </a:extLst>
                </p14:cNvPr>
                <p14:cNvContentPartPr/>
                <p14:nvPr/>
              </p14:nvContentPartPr>
              <p14:xfrm>
                <a:off x="9642780" y="314288"/>
                <a:ext cx="170640" cy="6876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49AD6E3E-C955-7D52-947D-90037EBE88FA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9633780" y="305648"/>
                  <a:ext cx="18828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8EED6E51-A447-24E4-5515-FA170869F889}"/>
                    </a:ext>
                  </a:extLst>
                </p14:cNvPr>
                <p14:cNvContentPartPr/>
                <p14:nvPr/>
              </p14:nvContentPartPr>
              <p14:xfrm>
                <a:off x="9881460" y="379088"/>
                <a:ext cx="82800" cy="6840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8EED6E51-A447-24E4-5515-FA170869F889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9872820" y="370088"/>
                  <a:ext cx="10044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EECE3439-2C37-6A1C-3B45-2E2E6353D071}"/>
                    </a:ext>
                  </a:extLst>
                </p14:cNvPr>
                <p14:cNvContentPartPr/>
                <p14:nvPr/>
              </p14:nvContentPartPr>
              <p14:xfrm>
                <a:off x="10043820" y="361088"/>
                <a:ext cx="51120" cy="756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EECE3439-2C37-6A1C-3B45-2E2E6353D071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0034820" y="352448"/>
                  <a:ext cx="6876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E18003E9-4916-3AEB-ACED-2001DEEF1CB9}"/>
                    </a:ext>
                  </a:extLst>
                </p14:cNvPr>
                <p14:cNvContentPartPr/>
                <p14:nvPr/>
              </p14:nvContentPartPr>
              <p14:xfrm>
                <a:off x="10182780" y="305288"/>
                <a:ext cx="132840" cy="10116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E18003E9-4916-3AEB-ACED-2001DEEF1CB9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0174140" y="296648"/>
                  <a:ext cx="15048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7B9B516A-07DE-F49D-4284-212952E55580}"/>
                    </a:ext>
                  </a:extLst>
                </p14:cNvPr>
                <p14:cNvContentPartPr/>
                <p14:nvPr/>
              </p14:nvContentPartPr>
              <p14:xfrm>
                <a:off x="10364580" y="352088"/>
                <a:ext cx="27720" cy="4644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7B9B516A-07DE-F49D-4284-212952E55580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0355940" y="343088"/>
                  <a:ext cx="4536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B3B9CED6-27A9-2040-8932-67D2E974AE7A}"/>
                    </a:ext>
                  </a:extLst>
                </p14:cNvPr>
                <p14:cNvContentPartPr/>
                <p14:nvPr/>
              </p14:nvContentPartPr>
              <p14:xfrm>
                <a:off x="10411380" y="332288"/>
                <a:ext cx="46440" cy="5724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B3B9CED6-27A9-2040-8932-67D2E974AE7A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0402740" y="323648"/>
                  <a:ext cx="6408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1047512F-8B24-724C-82E2-A29A6BA70338}"/>
                    </a:ext>
                  </a:extLst>
                </p14:cNvPr>
                <p14:cNvContentPartPr/>
                <p14:nvPr/>
              </p14:nvContentPartPr>
              <p14:xfrm>
                <a:off x="10330020" y="297008"/>
                <a:ext cx="118440" cy="1476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1047512F-8B24-724C-82E2-A29A6BA70338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0321020" y="288368"/>
                  <a:ext cx="13608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F05CB6F4-03E5-FC57-55FA-07B543C2BA55}"/>
                    </a:ext>
                  </a:extLst>
                </p14:cNvPr>
                <p14:cNvContentPartPr/>
                <p14:nvPr/>
              </p14:nvContentPartPr>
              <p14:xfrm>
                <a:off x="10530900" y="347768"/>
                <a:ext cx="49320" cy="5004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F05CB6F4-03E5-FC57-55FA-07B543C2BA55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0522260" y="339128"/>
                  <a:ext cx="6696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8874898F-A913-14F2-6EAA-F757D36A3383}"/>
                    </a:ext>
                  </a:extLst>
                </p14:cNvPr>
                <p14:cNvContentPartPr/>
                <p14:nvPr/>
              </p14:nvContentPartPr>
              <p14:xfrm>
                <a:off x="10529100" y="233648"/>
                <a:ext cx="2520" cy="108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8874898F-A913-14F2-6EAA-F757D36A3383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0520100" y="224648"/>
                  <a:ext cx="20160" cy="18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83EDB40E-C4EE-D4D3-98D2-5C73138517E5}"/>
              </a:ext>
            </a:extLst>
          </p:cNvPr>
          <p:cNvGrpSpPr/>
          <p:nvPr/>
        </p:nvGrpSpPr>
        <p:grpSpPr>
          <a:xfrm>
            <a:off x="9596340" y="550088"/>
            <a:ext cx="956160" cy="223920"/>
            <a:chOff x="9596340" y="550088"/>
            <a:chExt cx="956160" cy="223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35969864-BC44-501A-083F-28D79A7F46B5}"/>
                    </a:ext>
                  </a:extLst>
                </p14:cNvPr>
                <p14:cNvContentPartPr/>
                <p14:nvPr/>
              </p14:nvContentPartPr>
              <p14:xfrm>
                <a:off x="9596340" y="550088"/>
                <a:ext cx="956160" cy="3204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35969864-BC44-501A-083F-28D79A7F46B5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9587340" y="541448"/>
                  <a:ext cx="97380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33DEDCD3-E1DB-0BB7-BD92-3D291553CEDD}"/>
                    </a:ext>
                  </a:extLst>
                </p14:cNvPr>
                <p14:cNvContentPartPr/>
                <p14:nvPr/>
              </p14:nvContentPartPr>
              <p14:xfrm>
                <a:off x="9926460" y="642968"/>
                <a:ext cx="220680" cy="13104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33DEDCD3-E1DB-0BB7-BD92-3D291553CEDD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9917820" y="634328"/>
                  <a:ext cx="238320" cy="148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A13599C8-E91C-3F33-E688-062FC9803595}"/>
              </a:ext>
            </a:extLst>
          </p:cNvPr>
          <p:cNvGrpSpPr/>
          <p:nvPr/>
        </p:nvGrpSpPr>
        <p:grpSpPr>
          <a:xfrm>
            <a:off x="8909100" y="987128"/>
            <a:ext cx="343800" cy="159480"/>
            <a:chOff x="8909100" y="987128"/>
            <a:chExt cx="343800" cy="159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94F72DFD-B04D-AF28-FF04-CD56E0E4B18E}"/>
                    </a:ext>
                  </a:extLst>
                </p14:cNvPr>
                <p14:cNvContentPartPr/>
                <p14:nvPr/>
              </p14:nvContentPartPr>
              <p14:xfrm>
                <a:off x="8909100" y="1060208"/>
                <a:ext cx="203760" cy="3096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94F72DFD-B04D-AF28-FF04-CD56E0E4B18E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8900460" y="1051568"/>
                  <a:ext cx="22140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1DA5FDAF-C88E-8E22-E651-F2B90726077E}"/>
                    </a:ext>
                  </a:extLst>
                </p14:cNvPr>
                <p14:cNvContentPartPr/>
                <p14:nvPr/>
              </p14:nvContentPartPr>
              <p14:xfrm>
                <a:off x="8936100" y="1029248"/>
                <a:ext cx="197640" cy="936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1DA5FDAF-C88E-8E22-E651-F2B90726077E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8927100" y="1020608"/>
                  <a:ext cx="21528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53550716-EC06-A667-7103-5F0A86DF3B72}"/>
                    </a:ext>
                  </a:extLst>
                </p14:cNvPr>
                <p14:cNvContentPartPr/>
                <p14:nvPr/>
              </p14:nvContentPartPr>
              <p14:xfrm>
                <a:off x="9079380" y="987128"/>
                <a:ext cx="173520" cy="15948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53550716-EC06-A667-7103-5F0A86DF3B72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9070740" y="978128"/>
                  <a:ext cx="191160" cy="177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50233F6B-6856-B5EE-62B2-A711E56D0496}"/>
              </a:ext>
            </a:extLst>
          </p:cNvPr>
          <p:cNvGrpSpPr/>
          <p:nvPr/>
        </p:nvGrpSpPr>
        <p:grpSpPr>
          <a:xfrm>
            <a:off x="9491940" y="992168"/>
            <a:ext cx="1173240" cy="198720"/>
            <a:chOff x="9491940" y="992168"/>
            <a:chExt cx="1173240" cy="198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AA15BB68-3BF9-EA7A-8970-5512B87772E6}"/>
                    </a:ext>
                  </a:extLst>
                </p14:cNvPr>
                <p14:cNvContentPartPr/>
                <p14:nvPr/>
              </p14:nvContentPartPr>
              <p14:xfrm>
                <a:off x="9491940" y="1040048"/>
                <a:ext cx="193680" cy="8676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AA15BB68-3BF9-EA7A-8970-5512B87772E6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9482940" y="1031408"/>
                  <a:ext cx="21132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DBFDEF03-E7BE-08BB-83D2-CEAEA53C7355}"/>
                    </a:ext>
                  </a:extLst>
                </p14:cNvPr>
                <p14:cNvContentPartPr/>
                <p14:nvPr/>
              </p14:nvContentPartPr>
              <p14:xfrm>
                <a:off x="9746460" y="1110608"/>
                <a:ext cx="103680" cy="8028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DBFDEF03-E7BE-08BB-83D2-CEAEA53C7355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9737820" y="1101608"/>
                  <a:ext cx="12132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4A400D51-FF80-E7AC-B106-BF2E4BE8DA23}"/>
                    </a:ext>
                  </a:extLst>
                </p14:cNvPr>
                <p14:cNvContentPartPr/>
                <p14:nvPr/>
              </p14:nvContentPartPr>
              <p14:xfrm>
                <a:off x="9928980" y="1098728"/>
                <a:ext cx="77760" cy="828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4A400D51-FF80-E7AC-B106-BF2E4BE8DA23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9919980" y="1089728"/>
                  <a:ext cx="9540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91DCE661-58B0-9F1E-50B6-44C707B599DD}"/>
                    </a:ext>
                  </a:extLst>
                </p14:cNvPr>
                <p14:cNvContentPartPr/>
                <p14:nvPr/>
              </p14:nvContentPartPr>
              <p14:xfrm>
                <a:off x="9912780" y="1049408"/>
                <a:ext cx="109440" cy="1044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91DCE661-58B0-9F1E-50B6-44C707B599DD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9903780" y="1040768"/>
                  <a:ext cx="12708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9B4FB4AA-2487-7A85-7BC6-0EC2F65FE2D9}"/>
                    </a:ext>
                  </a:extLst>
                </p14:cNvPr>
                <p14:cNvContentPartPr/>
                <p14:nvPr/>
              </p14:nvContentPartPr>
              <p14:xfrm>
                <a:off x="10156860" y="992168"/>
                <a:ext cx="195480" cy="11052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9B4FB4AA-2487-7A85-7BC6-0EC2F65FE2D9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0148220" y="983168"/>
                  <a:ext cx="21312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2713C81F-16F1-99D6-D082-5AD93EEC514B}"/>
                    </a:ext>
                  </a:extLst>
                </p14:cNvPr>
                <p14:cNvContentPartPr/>
                <p14:nvPr/>
              </p14:nvContentPartPr>
              <p14:xfrm>
                <a:off x="10406340" y="1045088"/>
                <a:ext cx="146160" cy="5760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2713C81F-16F1-99D6-D082-5AD93EEC514B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10397340" y="1036448"/>
                  <a:ext cx="16380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C3CC1880-BF48-26FF-CD31-058107A7BA5E}"/>
                    </a:ext>
                  </a:extLst>
                </p14:cNvPr>
                <p14:cNvContentPartPr/>
                <p14:nvPr/>
              </p14:nvContentPartPr>
              <p14:xfrm>
                <a:off x="10645380" y="1106288"/>
                <a:ext cx="19800" cy="5688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C3CC1880-BF48-26FF-CD31-058107A7BA5E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0636380" y="1097648"/>
                  <a:ext cx="37440" cy="74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156E7380-FD1F-CDA1-92EC-16F980DEB515}"/>
              </a:ext>
            </a:extLst>
          </p:cNvPr>
          <p:cNvGrpSpPr/>
          <p:nvPr/>
        </p:nvGrpSpPr>
        <p:grpSpPr>
          <a:xfrm>
            <a:off x="10769940" y="915128"/>
            <a:ext cx="684360" cy="146520"/>
            <a:chOff x="10769940" y="915128"/>
            <a:chExt cx="684360" cy="146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92032B6E-E0D5-D8D4-31BD-C628053472B4}"/>
                    </a:ext>
                  </a:extLst>
                </p14:cNvPr>
                <p14:cNvContentPartPr/>
                <p14:nvPr/>
              </p14:nvContentPartPr>
              <p14:xfrm>
                <a:off x="10814580" y="973808"/>
                <a:ext cx="36000" cy="8748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92032B6E-E0D5-D8D4-31BD-C628053472B4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0805940" y="964808"/>
                  <a:ext cx="5364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0A39C93A-88FC-052C-3017-8E159FA02B9A}"/>
                    </a:ext>
                  </a:extLst>
                </p14:cNvPr>
                <p14:cNvContentPartPr/>
                <p14:nvPr/>
              </p14:nvContentPartPr>
              <p14:xfrm>
                <a:off x="10769940" y="1017728"/>
                <a:ext cx="145800" cy="1116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0A39C93A-88FC-052C-3017-8E159FA02B9A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0761300" y="1008728"/>
                  <a:ext cx="16344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513803D1-42AE-9DFB-603B-E9915FF203BE}"/>
                    </a:ext>
                  </a:extLst>
                </p14:cNvPr>
                <p14:cNvContentPartPr/>
                <p14:nvPr/>
              </p14:nvContentPartPr>
              <p14:xfrm>
                <a:off x="10983060" y="964808"/>
                <a:ext cx="126360" cy="9072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513803D1-42AE-9DFB-603B-E9915FF203BE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0974060" y="955808"/>
                  <a:ext cx="14400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88DCB0B7-D9A6-5F87-80A5-BA8A57334B27}"/>
                    </a:ext>
                  </a:extLst>
                </p14:cNvPr>
                <p14:cNvContentPartPr/>
                <p14:nvPr/>
              </p14:nvContentPartPr>
              <p14:xfrm>
                <a:off x="11175300" y="997208"/>
                <a:ext cx="50400" cy="6444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88DCB0B7-D9A6-5F87-80A5-BA8A57334B27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11166300" y="988568"/>
                  <a:ext cx="6804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DC148FD3-F768-A7AA-7D94-59B83049081D}"/>
                    </a:ext>
                  </a:extLst>
                </p14:cNvPr>
                <p14:cNvContentPartPr/>
                <p14:nvPr/>
              </p14:nvContentPartPr>
              <p14:xfrm>
                <a:off x="11222100" y="987128"/>
                <a:ext cx="89280" cy="7416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DC148FD3-F768-A7AA-7D94-59B83049081D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1213100" y="978128"/>
                  <a:ext cx="10692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FC25612F-A190-8C96-87BB-E7769387A6EE}"/>
                    </a:ext>
                  </a:extLst>
                </p14:cNvPr>
                <p14:cNvContentPartPr/>
                <p14:nvPr/>
              </p14:nvContentPartPr>
              <p14:xfrm>
                <a:off x="11133540" y="929888"/>
                <a:ext cx="151200" cy="1584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FC25612F-A190-8C96-87BB-E7769387A6EE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11124900" y="921248"/>
                  <a:ext cx="16884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5C5343CB-02B1-79FA-065B-9BE817865CE3}"/>
                    </a:ext>
                  </a:extLst>
                </p14:cNvPr>
                <p14:cNvContentPartPr/>
                <p14:nvPr/>
              </p14:nvContentPartPr>
              <p14:xfrm>
                <a:off x="11414340" y="1023488"/>
                <a:ext cx="39960" cy="3636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5C5343CB-02B1-79FA-065B-9BE817865CE3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11405340" y="1014488"/>
                  <a:ext cx="5760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6C13D9FF-4F03-505B-057B-E9E4665AA954}"/>
                    </a:ext>
                  </a:extLst>
                </p14:cNvPr>
                <p14:cNvContentPartPr/>
                <p14:nvPr/>
              </p14:nvContentPartPr>
              <p14:xfrm>
                <a:off x="11394540" y="915128"/>
                <a:ext cx="30600" cy="1512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6C13D9FF-4F03-505B-057B-E9E4665AA954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11385900" y="906128"/>
                  <a:ext cx="48240" cy="32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46">
            <p14:nvContentPartPr>
              <p14:cNvPr id="161" name="Ink 160">
                <a:extLst>
                  <a:ext uri="{FF2B5EF4-FFF2-40B4-BE49-F238E27FC236}">
                    <a16:creationId xmlns:a16="http://schemas.microsoft.com/office/drawing/2014/main" id="{B118877F-7E15-EC21-5CB1-B955BDC0F51B}"/>
                  </a:ext>
                </a:extLst>
              </p14:cNvPr>
              <p14:cNvContentPartPr/>
              <p14:nvPr/>
            </p14:nvContentPartPr>
            <p14:xfrm>
              <a:off x="7133220" y="2342528"/>
              <a:ext cx="124920" cy="74880"/>
            </p14:xfrm>
          </p:contentPart>
        </mc:Choice>
        <mc:Fallback xmlns="">
          <p:pic>
            <p:nvPicPr>
              <p:cNvPr id="161" name="Ink 160">
                <a:extLst>
                  <a:ext uri="{FF2B5EF4-FFF2-40B4-BE49-F238E27FC236}">
                    <a16:creationId xmlns:a16="http://schemas.microsoft.com/office/drawing/2014/main" id="{B118877F-7E15-EC21-5CB1-B955BDC0F51B}"/>
                  </a:ext>
                </a:extLst>
              </p:cNvPr>
              <p:cNvPicPr/>
              <p:nvPr/>
            </p:nvPicPr>
            <p:blipFill>
              <a:blip r:embed="rId247"/>
              <a:stretch>
                <a:fillRect/>
              </a:stretch>
            </p:blipFill>
            <p:spPr>
              <a:xfrm>
                <a:off x="7124220" y="2333528"/>
                <a:ext cx="142560" cy="92520"/>
              </a:xfrm>
              <a:prstGeom prst="rect">
                <a:avLst/>
              </a:prstGeom>
            </p:spPr>
          </p:pic>
        </mc:Fallback>
      </mc:AlternateContent>
      <p:grpSp>
        <p:nvGrpSpPr>
          <p:cNvPr id="166" name="Group 165">
            <a:extLst>
              <a:ext uri="{FF2B5EF4-FFF2-40B4-BE49-F238E27FC236}">
                <a16:creationId xmlns:a16="http://schemas.microsoft.com/office/drawing/2014/main" id="{144B6F9A-0018-22FD-D0C6-228F2C686ABC}"/>
              </a:ext>
            </a:extLst>
          </p:cNvPr>
          <p:cNvGrpSpPr/>
          <p:nvPr/>
        </p:nvGrpSpPr>
        <p:grpSpPr>
          <a:xfrm>
            <a:off x="10468620" y="2300768"/>
            <a:ext cx="680400" cy="183960"/>
            <a:chOff x="10468620" y="2300768"/>
            <a:chExt cx="680400" cy="183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44975098-AAE2-1B6F-D5C0-3AA7B24C8058}"/>
                    </a:ext>
                  </a:extLst>
                </p14:cNvPr>
                <p14:cNvContentPartPr/>
                <p14:nvPr/>
              </p14:nvContentPartPr>
              <p14:xfrm>
                <a:off x="10468620" y="2300768"/>
                <a:ext cx="235440" cy="17604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44975098-AAE2-1B6F-D5C0-3AA7B24C8058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10459980" y="2291768"/>
                  <a:ext cx="25308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6C1553E2-5E0D-2DE8-CFE1-479ADC7E62EE}"/>
                    </a:ext>
                  </a:extLst>
                </p14:cNvPr>
                <p14:cNvContentPartPr/>
                <p14:nvPr/>
              </p14:nvContentPartPr>
              <p14:xfrm>
                <a:off x="10781100" y="2405528"/>
                <a:ext cx="119160" cy="1476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6C1553E2-5E0D-2DE8-CFE1-479ADC7E62EE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10772100" y="2396888"/>
                  <a:ext cx="13680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A1178E22-7D1D-428D-A74A-60355572450D}"/>
                    </a:ext>
                  </a:extLst>
                </p14:cNvPr>
                <p14:cNvContentPartPr/>
                <p14:nvPr/>
              </p14:nvContentPartPr>
              <p14:xfrm>
                <a:off x="10754820" y="2347928"/>
                <a:ext cx="135000" cy="1116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A1178E22-7D1D-428D-A74A-60355572450D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10745820" y="2339288"/>
                  <a:ext cx="15264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63D868E2-F24C-0525-9836-0CD484F58725}"/>
                    </a:ext>
                  </a:extLst>
                </p14:cNvPr>
                <p14:cNvContentPartPr/>
                <p14:nvPr/>
              </p14:nvContentPartPr>
              <p14:xfrm>
                <a:off x="10977660" y="2320928"/>
                <a:ext cx="171360" cy="16380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63D868E2-F24C-0525-9836-0CD484F58725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10969020" y="2311928"/>
                  <a:ext cx="189000" cy="181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56">
            <p14:nvContentPartPr>
              <p14:cNvPr id="167" name="Ink 166">
                <a:extLst>
                  <a:ext uri="{FF2B5EF4-FFF2-40B4-BE49-F238E27FC236}">
                    <a16:creationId xmlns:a16="http://schemas.microsoft.com/office/drawing/2014/main" id="{942FA14E-C986-EC49-196D-6023F9FC6422}"/>
                  </a:ext>
                </a:extLst>
              </p14:cNvPr>
              <p14:cNvContentPartPr/>
              <p14:nvPr/>
            </p14:nvContentPartPr>
            <p14:xfrm>
              <a:off x="9034740" y="2374208"/>
              <a:ext cx="5760" cy="46440"/>
            </p14:xfrm>
          </p:contentPart>
        </mc:Choice>
        <mc:Fallback xmlns="">
          <p:pic>
            <p:nvPicPr>
              <p:cNvPr id="167" name="Ink 166">
                <a:extLst>
                  <a:ext uri="{FF2B5EF4-FFF2-40B4-BE49-F238E27FC236}">
                    <a16:creationId xmlns:a16="http://schemas.microsoft.com/office/drawing/2014/main" id="{942FA14E-C986-EC49-196D-6023F9FC6422}"/>
                  </a:ext>
                </a:extLst>
              </p:cNvPr>
              <p:cNvPicPr/>
              <p:nvPr/>
            </p:nvPicPr>
            <p:blipFill>
              <a:blip r:embed="rId257"/>
              <a:stretch>
                <a:fillRect/>
              </a:stretch>
            </p:blipFill>
            <p:spPr>
              <a:xfrm>
                <a:off x="9025740" y="2365208"/>
                <a:ext cx="23400" cy="6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8">
            <p14:nvContentPartPr>
              <p14:cNvPr id="168" name="Ink 167">
                <a:extLst>
                  <a:ext uri="{FF2B5EF4-FFF2-40B4-BE49-F238E27FC236}">
                    <a16:creationId xmlns:a16="http://schemas.microsoft.com/office/drawing/2014/main" id="{D3F5D064-62B5-735E-CC11-703FE9A0AFE3}"/>
                  </a:ext>
                </a:extLst>
              </p14:cNvPr>
              <p14:cNvContentPartPr/>
              <p14:nvPr/>
            </p14:nvContentPartPr>
            <p14:xfrm>
              <a:off x="9097020" y="3706568"/>
              <a:ext cx="19440" cy="147600"/>
            </p14:xfrm>
          </p:contentPart>
        </mc:Choice>
        <mc:Fallback xmlns="">
          <p:pic>
            <p:nvPicPr>
              <p:cNvPr id="168" name="Ink 167">
                <a:extLst>
                  <a:ext uri="{FF2B5EF4-FFF2-40B4-BE49-F238E27FC236}">
                    <a16:creationId xmlns:a16="http://schemas.microsoft.com/office/drawing/2014/main" id="{D3F5D064-62B5-735E-CC11-703FE9A0AFE3}"/>
                  </a:ext>
                </a:extLst>
              </p:cNvPr>
              <p:cNvPicPr/>
              <p:nvPr/>
            </p:nvPicPr>
            <p:blipFill>
              <a:blip r:embed="rId259"/>
              <a:stretch>
                <a:fillRect/>
              </a:stretch>
            </p:blipFill>
            <p:spPr>
              <a:xfrm>
                <a:off x="9088380" y="3697928"/>
                <a:ext cx="37080" cy="165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73" name="Group 172">
            <a:extLst>
              <a:ext uri="{FF2B5EF4-FFF2-40B4-BE49-F238E27FC236}">
                <a16:creationId xmlns:a16="http://schemas.microsoft.com/office/drawing/2014/main" id="{2B32886F-E805-87CB-306A-BA7FBF9FF18E}"/>
              </a:ext>
            </a:extLst>
          </p:cNvPr>
          <p:cNvGrpSpPr/>
          <p:nvPr/>
        </p:nvGrpSpPr>
        <p:grpSpPr>
          <a:xfrm>
            <a:off x="9013500" y="3972608"/>
            <a:ext cx="317520" cy="181440"/>
            <a:chOff x="9013500" y="3972608"/>
            <a:chExt cx="317520" cy="181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AC33828E-0041-893F-BCED-68D50E720F6E}"/>
                    </a:ext>
                  </a:extLst>
                </p14:cNvPr>
                <p14:cNvContentPartPr/>
                <p14:nvPr/>
              </p14:nvContentPartPr>
              <p14:xfrm>
                <a:off x="9013500" y="3972608"/>
                <a:ext cx="129240" cy="17460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AC33828E-0041-893F-BCED-68D50E720F6E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9004860" y="3963608"/>
                  <a:ext cx="14688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65017278-E2A5-EF25-333E-657A105A5164}"/>
                    </a:ext>
                  </a:extLst>
                </p14:cNvPr>
                <p14:cNvContentPartPr/>
                <p14:nvPr/>
              </p14:nvContentPartPr>
              <p14:xfrm>
                <a:off x="9199260" y="4071968"/>
                <a:ext cx="45360" cy="8208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65017278-E2A5-EF25-333E-657A105A5164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9190620" y="4062968"/>
                  <a:ext cx="6300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91C71599-CEE3-6DFF-7D2B-DB0D395B04F8}"/>
                    </a:ext>
                  </a:extLst>
                </p14:cNvPr>
                <p14:cNvContentPartPr/>
                <p14:nvPr/>
              </p14:nvContentPartPr>
              <p14:xfrm>
                <a:off x="9256860" y="4078088"/>
                <a:ext cx="52920" cy="7452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91C71599-CEE3-6DFF-7D2B-DB0D395B04F8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9247860" y="4069448"/>
                  <a:ext cx="7056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7F1F7299-11CF-88F4-8220-85C3B6AC2BF4}"/>
                    </a:ext>
                  </a:extLst>
                </p14:cNvPr>
                <p14:cNvContentPartPr/>
                <p14:nvPr/>
              </p14:nvContentPartPr>
              <p14:xfrm>
                <a:off x="9166500" y="4024808"/>
                <a:ext cx="164520" cy="3276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7F1F7299-11CF-88F4-8220-85C3B6AC2BF4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9157860" y="4016168"/>
                  <a:ext cx="182160" cy="50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68">
            <p14:nvContentPartPr>
              <p14:cNvPr id="174" name="Ink 173">
                <a:extLst>
                  <a:ext uri="{FF2B5EF4-FFF2-40B4-BE49-F238E27FC236}">
                    <a16:creationId xmlns:a16="http://schemas.microsoft.com/office/drawing/2014/main" id="{45D6FFCA-D908-58EC-3243-B72FBEE45828}"/>
                  </a:ext>
                </a:extLst>
              </p14:cNvPr>
              <p14:cNvContentPartPr/>
              <p14:nvPr/>
            </p14:nvContentPartPr>
            <p14:xfrm>
              <a:off x="7527780" y="3789368"/>
              <a:ext cx="11160" cy="55440"/>
            </p14:xfrm>
          </p:contentPart>
        </mc:Choice>
        <mc:Fallback xmlns="">
          <p:pic>
            <p:nvPicPr>
              <p:cNvPr id="174" name="Ink 173">
                <a:extLst>
                  <a:ext uri="{FF2B5EF4-FFF2-40B4-BE49-F238E27FC236}">
                    <a16:creationId xmlns:a16="http://schemas.microsoft.com/office/drawing/2014/main" id="{45D6FFCA-D908-58EC-3243-B72FBEE45828}"/>
                  </a:ext>
                </a:extLst>
              </p:cNvPr>
              <p:cNvPicPr/>
              <p:nvPr/>
            </p:nvPicPr>
            <p:blipFill>
              <a:blip r:embed="rId269"/>
              <a:stretch>
                <a:fillRect/>
              </a:stretch>
            </p:blipFill>
            <p:spPr>
              <a:xfrm>
                <a:off x="7518780" y="3780368"/>
                <a:ext cx="28800" cy="73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79" name="Group 178">
            <a:extLst>
              <a:ext uri="{FF2B5EF4-FFF2-40B4-BE49-F238E27FC236}">
                <a16:creationId xmlns:a16="http://schemas.microsoft.com/office/drawing/2014/main" id="{B79AE568-0CDE-90A2-C215-12416CE830F1}"/>
              </a:ext>
            </a:extLst>
          </p:cNvPr>
          <p:cNvGrpSpPr/>
          <p:nvPr/>
        </p:nvGrpSpPr>
        <p:grpSpPr>
          <a:xfrm>
            <a:off x="7457220" y="3966488"/>
            <a:ext cx="254160" cy="172800"/>
            <a:chOff x="7457220" y="3966488"/>
            <a:chExt cx="254160" cy="172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7BC2FCC7-B747-750B-289A-3BB0E7A6F197}"/>
                    </a:ext>
                  </a:extLst>
                </p14:cNvPr>
                <p14:cNvContentPartPr/>
                <p14:nvPr/>
              </p14:nvContentPartPr>
              <p14:xfrm>
                <a:off x="7457220" y="3966488"/>
                <a:ext cx="116640" cy="15480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7BC2FCC7-B747-750B-289A-3BB0E7A6F197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7448580" y="3957848"/>
                  <a:ext cx="13428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32992742-342F-94E3-5DE9-88452540FBB9}"/>
                    </a:ext>
                  </a:extLst>
                </p14:cNvPr>
                <p14:cNvContentPartPr/>
                <p14:nvPr/>
              </p14:nvContentPartPr>
              <p14:xfrm>
                <a:off x="7634700" y="4041728"/>
                <a:ext cx="16920" cy="6768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32992742-342F-94E3-5DE9-88452540FBB9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7626060" y="4033088"/>
                  <a:ext cx="3456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7BAC1AD9-92DB-9AE9-1305-AD5C713B6052}"/>
                    </a:ext>
                  </a:extLst>
                </p14:cNvPr>
                <p14:cNvContentPartPr/>
                <p14:nvPr/>
              </p14:nvContentPartPr>
              <p14:xfrm>
                <a:off x="7670340" y="4062608"/>
                <a:ext cx="41040" cy="7668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7BAC1AD9-92DB-9AE9-1305-AD5C713B6052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7661700" y="4053968"/>
                  <a:ext cx="5868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920AF5C8-302C-1DFC-A73C-D517829D9817}"/>
                    </a:ext>
                  </a:extLst>
                </p14:cNvPr>
                <p14:cNvContentPartPr/>
                <p14:nvPr/>
              </p14:nvContentPartPr>
              <p14:xfrm>
                <a:off x="7585740" y="4004648"/>
                <a:ext cx="119160" cy="3780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920AF5C8-302C-1DFC-A73C-D517829D9817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7577100" y="3995648"/>
                  <a:ext cx="136800" cy="55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78">
            <p14:nvContentPartPr>
              <p14:cNvPr id="180" name="Ink 179">
                <a:extLst>
                  <a:ext uri="{FF2B5EF4-FFF2-40B4-BE49-F238E27FC236}">
                    <a16:creationId xmlns:a16="http://schemas.microsoft.com/office/drawing/2014/main" id="{2F17F5A6-60B9-B27A-7E91-901E16AF87A1}"/>
                  </a:ext>
                </a:extLst>
              </p14:cNvPr>
              <p14:cNvContentPartPr/>
              <p14:nvPr/>
            </p14:nvContentPartPr>
            <p14:xfrm>
              <a:off x="5659380" y="3750848"/>
              <a:ext cx="14400" cy="124560"/>
            </p14:xfrm>
          </p:contentPart>
        </mc:Choice>
        <mc:Fallback xmlns="">
          <p:pic>
            <p:nvPicPr>
              <p:cNvPr id="180" name="Ink 179">
                <a:extLst>
                  <a:ext uri="{FF2B5EF4-FFF2-40B4-BE49-F238E27FC236}">
                    <a16:creationId xmlns:a16="http://schemas.microsoft.com/office/drawing/2014/main" id="{2F17F5A6-60B9-B27A-7E91-901E16AF87A1}"/>
                  </a:ext>
                </a:extLst>
              </p:cNvPr>
              <p:cNvPicPr/>
              <p:nvPr/>
            </p:nvPicPr>
            <p:blipFill>
              <a:blip r:embed="rId279"/>
              <a:stretch>
                <a:fillRect/>
              </a:stretch>
            </p:blipFill>
            <p:spPr>
              <a:xfrm>
                <a:off x="5650740" y="3742208"/>
                <a:ext cx="32040" cy="14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0">
            <p14:nvContentPartPr>
              <p14:cNvPr id="181" name="Ink 180">
                <a:extLst>
                  <a:ext uri="{FF2B5EF4-FFF2-40B4-BE49-F238E27FC236}">
                    <a16:creationId xmlns:a16="http://schemas.microsoft.com/office/drawing/2014/main" id="{F7620D70-F4A1-2256-81BB-F217E470E050}"/>
                  </a:ext>
                </a:extLst>
              </p14:cNvPr>
              <p14:cNvContentPartPr/>
              <p14:nvPr/>
            </p14:nvContentPartPr>
            <p14:xfrm>
              <a:off x="5584140" y="4076648"/>
              <a:ext cx="151200" cy="101880"/>
            </p14:xfrm>
          </p:contentPart>
        </mc:Choice>
        <mc:Fallback xmlns="">
          <p:pic>
            <p:nvPicPr>
              <p:cNvPr id="181" name="Ink 180">
                <a:extLst>
                  <a:ext uri="{FF2B5EF4-FFF2-40B4-BE49-F238E27FC236}">
                    <a16:creationId xmlns:a16="http://schemas.microsoft.com/office/drawing/2014/main" id="{F7620D70-F4A1-2256-81BB-F217E470E050}"/>
                  </a:ext>
                </a:extLst>
              </p:cNvPr>
              <p:cNvPicPr/>
              <p:nvPr/>
            </p:nvPicPr>
            <p:blipFill>
              <a:blip r:embed="rId281"/>
              <a:stretch>
                <a:fillRect/>
              </a:stretch>
            </p:blipFill>
            <p:spPr>
              <a:xfrm>
                <a:off x="5575140" y="4067648"/>
                <a:ext cx="168840" cy="11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2">
            <p14:nvContentPartPr>
              <p14:cNvPr id="182" name="Ink 181">
                <a:extLst>
                  <a:ext uri="{FF2B5EF4-FFF2-40B4-BE49-F238E27FC236}">
                    <a16:creationId xmlns:a16="http://schemas.microsoft.com/office/drawing/2014/main" id="{D49E02FD-4D6C-DA9A-C7E1-7ED2900A7986}"/>
                  </a:ext>
                </a:extLst>
              </p14:cNvPr>
              <p14:cNvContentPartPr/>
              <p14:nvPr/>
            </p14:nvContentPartPr>
            <p14:xfrm>
              <a:off x="3808260" y="3763088"/>
              <a:ext cx="31680" cy="124920"/>
            </p14:xfrm>
          </p:contentPart>
        </mc:Choice>
        <mc:Fallback xmlns="">
          <p:pic>
            <p:nvPicPr>
              <p:cNvPr id="182" name="Ink 181">
                <a:extLst>
                  <a:ext uri="{FF2B5EF4-FFF2-40B4-BE49-F238E27FC236}">
                    <a16:creationId xmlns:a16="http://schemas.microsoft.com/office/drawing/2014/main" id="{D49E02FD-4D6C-DA9A-C7E1-7ED2900A7986}"/>
                  </a:ext>
                </a:extLst>
              </p:cNvPr>
              <p:cNvPicPr/>
              <p:nvPr/>
            </p:nvPicPr>
            <p:blipFill>
              <a:blip r:embed="rId283"/>
              <a:stretch>
                <a:fillRect/>
              </a:stretch>
            </p:blipFill>
            <p:spPr>
              <a:xfrm>
                <a:off x="3799260" y="3754448"/>
                <a:ext cx="49320" cy="142560"/>
              </a:xfrm>
              <a:prstGeom prst="rect">
                <a:avLst/>
              </a:prstGeom>
            </p:spPr>
          </p:pic>
        </mc:Fallback>
      </mc:AlternateContent>
      <p:grpSp>
        <p:nvGrpSpPr>
          <p:cNvPr id="188" name="Group 187">
            <a:extLst>
              <a:ext uri="{FF2B5EF4-FFF2-40B4-BE49-F238E27FC236}">
                <a16:creationId xmlns:a16="http://schemas.microsoft.com/office/drawing/2014/main" id="{7D936DA7-B4BC-01B1-4BFB-B275B9A7E561}"/>
              </a:ext>
            </a:extLst>
          </p:cNvPr>
          <p:cNvGrpSpPr/>
          <p:nvPr/>
        </p:nvGrpSpPr>
        <p:grpSpPr>
          <a:xfrm>
            <a:off x="3589020" y="4020848"/>
            <a:ext cx="375480" cy="161640"/>
            <a:chOff x="3589020" y="4020848"/>
            <a:chExt cx="375480" cy="161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686D6A5F-3D3C-25F9-44B6-6CC5DDAEF949}"/>
                    </a:ext>
                  </a:extLst>
                </p14:cNvPr>
                <p14:cNvContentPartPr/>
                <p14:nvPr/>
              </p14:nvContentPartPr>
              <p14:xfrm>
                <a:off x="3589020" y="4079528"/>
                <a:ext cx="84600" cy="432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686D6A5F-3D3C-25F9-44B6-6CC5DDAEF949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3580020" y="4070528"/>
                  <a:ext cx="10224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30E0EC65-DFFC-2172-3661-FFF95686D48D}"/>
                    </a:ext>
                  </a:extLst>
                </p14:cNvPr>
                <p14:cNvContentPartPr/>
                <p14:nvPr/>
              </p14:nvContentPartPr>
              <p14:xfrm>
                <a:off x="3693780" y="4038128"/>
                <a:ext cx="121680" cy="13932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30E0EC65-DFFC-2172-3661-FFF95686D48D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3685140" y="4029128"/>
                  <a:ext cx="13932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FD8CD503-30B5-F2C0-D1F6-50CACCAD7763}"/>
                    </a:ext>
                  </a:extLst>
                </p14:cNvPr>
                <p14:cNvContentPartPr/>
                <p14:nvPr/>
              </p14:nvContentPartPr>
              <p14:xfrm>
                <a:off x="3870540" y="4098968"/>
                <a:ext cx="30600" cy="8352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FD8CD503-30B5-F2C0-D1F6-50CACCAD7763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3861540" y="4090328"/>
                  <a:ext cx="4824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BFFA8DE8-9B3C-90C2-CE3B-7AA198120001}"/>
                    </a:ext>
                  </a:extLst>
                </p14:cNvPr>
                <p14:cNvContentPartPr/>
                <p14:nvPr/>
              </p14:nvContentPartPr>
              <p14:xfrm>
                <a:off x="3922380" y="4098968"/>
                <a:ext cx="30600" cy="6948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BFFA8DE8-9B3C-90C2-CE3B-7AA198120001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3913740" y="4090328"/>
                  <a:ext cx="4824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CD96E1E3-A75B-5266-92D1-BD92BDC1C8AA}"/>
                    </a:ext>
                  </a:extLst>
                </p14:cNvPr>
                <p14:cNvContentPartPr/>
                <p14:nvPr/>
              </p14:nvContentPartPr>
              <p14:xfrm>
                <a:off x="3805740" y="4020848"/>
                <a:ext cx="158760" cy="3672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CD96E1E3-A75B-5266-92D1-BD92BDC1C8AA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3796740" y="4012208"/>
                  <a:ext cx="176400" cy="54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94">
            <p14:nvContentPartPr>
              <p14:cNvPr id="189" name="Ink 188">
                <a:extLst>
                  <a:ext uri="{FF2B5EF4-FFF2-40B4-BE49-F238E27FC236}">
                    <a16:creationId xmlns:a16="http://schemas.microsoft.com/office/drawing/2014/main" id="{2DA40281-9304-D61A-5723-D7C7301A693B}"/>
                  </a:ext>
                </a:extLst>
              </p14:cNvPr>
              <p14:cNvContentPartPr/>
              <p14:nvPr/>
            </p14:nvContentPartPr>
            <p14:xfrm>
              <a:off x="2119140" y="3724928"/>
              <a:ext cx="11160" cy="93240"/>
            </p14:xfrm>
          </p:contentPart>
        </mc:Choice>
        <mc:Fallback xmlns="">
          <p:pic>
            <p:nvPicPr>
              <p:cNvPr id="189" name="Ink 188">
                <a:extLst>
                  <a:ext uri="{FF2B5EF4-FFF2-40B4-BE49-F238E27FC236}">
                    <a16:creationId xmlns:a16="http://schemas.microsoft.com/office/drawing/2014/main" id="{2DA40281-9304-D61A-5723-D7C7301A693B}"/>
                  </a:ext>
                </a:extLst>
              </p:cNvPr>
              <p:cNvPicPr/>
              <p:nvPr/>
            </p:nvPicPr>
            <p:blipFill>
              <a:blip r:embed="rId295"/>
              <a:stretch>
                <a:fillRect/>
              </a:stretch>
            </p:blipFill>
            <p:spPr>
              <a:xfrm>
                <a:off x="2110500" y="3716288"/>
                <a:ext cx="28800" cy="110880"/>
              </a:xfrm>
              <a:prstGeom prst="rect">
                <a:avLst/>
              </a:prstGeom>
            </p:spPr>
          </p:pic>
        </mc:Fallback>
      </mc:AlternateContent>
      <p:grpSp>
        <p:nvGrpSpPr>
          <p:cNvPr id="195" name="Group 194">
            <a:extLst>
              <a:ext uri="{FF2B5EF4-FFF2-40B4-BE49-F238E27FC236}">
                <a16:creationId xmlns:a16="http://schemas.microsoft.com/office/drawing/2014/main" id="{64E1027E-127F-BF2D-DF4A-A7BA45EE96BB}"/>
              </a:ext>
            </a:extLst>
          </p:cNvPr>
          <p:cNvGrpSpPr/>
          <p:nvPr/>
        </p:nvGrpSpPr>
        <p:grpSpPr>
          <a:xfrm>
            <a:off x="1929060" y="3968288"/>
            <a:ext cx="439200" cy="189360"/>
            <a:chOff x="1929060" y="3968288"/>
            <a:chExt cx="439200" cy="189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7A0D36D7-3500-56DF-6DC6-9F71874F2685}"/>
                    </a:ext>
                  </a:extLst>
                </p14:cNvPr>
                <p14:cNvContentPartPr/>
                <p14:nvPr/>
              </p14:nvContentPartPr>
              <p14:xfrm>
                <a:off x="1929060" y="4074128"/>
                <a:ext cx="87120" cy="468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7A0D36D7-3500-56DF-6DC6-9F71874F2685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1920060" y="4065128"/>
                  <a:ext cx="10476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A79C7D96-8261-2E12-C79A-FE172186137F}"/>
                    </a:ext>
                  </a:extLst>
                </p14:cNvPr>
                <p14:cNvContentPartPr/>
                <p14:nvPr/>
              </p14:nvContentPartPr>
              <p14:xfrm>
                <a:off x="2113740" y="3974768"/>
                <a:ext cx="104400" cy="18288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A79C7D96-8261-2E12-C79A-FE172186137F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2105100" y="3965768"/>
                  <a:ext cx="12204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55095096-FFA0-2B24-15E3-52C90BCDFB9F}"/>
                    </a:ext>
                  </a:extLst>
                </p14:cNvPr>
                <p14:cNvContentPartPr/>
                <p14:nvPr/>
              </p14:nvContentPartPr>
              <p14:xfrm>
                <a:off x="2250540" y="4052168"/>
                <a:ext cx="46080" cy="7272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55095096-FFA0-2B24-15E3-52C90BCDFB9F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2241900" y="4043528"/>
                  <a:ext cx="6372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BF06C335-8350-2A08-0EC7-393A9A72660D}"/>
                    </a:ext>
                  </a:extLst>
                </p14:cNvPr>
                <p14:cNvContentPartPr/>
                <p14:nvPr/>
              </p14:nvContentPartPr>
              <p14:xfrm>
                <a:off x="2327220" y="4047128"/>
                <a:ext cx="41040" cy="8496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BF06C335-8350-2A08-0EC7-393A9A72660D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2318580" y="4038128"/>
                  <a:ext cx="5868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854889C3-E676-DE64-7D89-6053ED62CBA9}"/>
                    </a:ext>
                  </a:extLst>
                </p14:cNvPr>
                <p14:cNvContentPartPr/>
                <p14:nvPr/>
              </p14:nvContentPartPr>
              <p14:xfrm>
                <a:off x="2209140" y="3968288"/>
                <a:ext cx="155160" cy="2700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854889C3-E676-DE64-7D89-6053ED62CBA9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2200140" y="3959648"/>
                  <a:ext cx="172800" cy="44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06">
            <p14:nvContentPartPr>
              <p14:cNvPr id="196" name="Ink 195">
                <a:extLst>
                  <a:ext uri="{FF2B5EF4-FFF2-40B4-BE49-F238E27FC236}">
                    <a16:creationId xmlns:a16="http://schemas.microsoft.com/office/drawing/2014/main" id="{0B87EA83-5E80-CBB0-2F0E-DC39EB82A842}"/>
                  </a:ext>
                </a:extLst>
              </p14:cNvPr>
              <p14:cNvContentPartPr/>
              <p14:nvPr/>
            </p14:nvContentPartPr>
            <p14:xfrm>
              <a:off x="5730300" y="3002768"/>
              <a:ext cx="618120" cy="511200"/>
            </p14:xfrm>
          </p:contentPart>
        </mc:Choice>
        <mc:Fallback xmlns="">
          <p:pic>
            <p:nvPicPr>
              <p:cNvPr id="196" name="Ink 195">
                <a:extLst>
                  <a:ext uri="{FF2B5EF4-FFF2-40B4-BE49-F238E27FC236}">
                    <a16:creationId xmlns:a16="http://schemas.microsoft.com/office/drawing/2014/main" id="{0B87EA83-5E80-CBB0-2F0E-DC39EB82A842}"/>
                  </a:ext>
                </a:extLst>
              </p:cNvPr>
              <p:cNvPicPr/>
              <p:nvPr/>
            </p:nvPicPr>
            <p:blipFill>
              <a:blip r:embed="rId307"/>
              <a:stretch>
                <a:fillRect/>
              </a:stretch>
            </p:blipFill>
            <p:spPr>
              <a:xfrm>
                <a:off x="5721660" y="2994128"/>
                <a:ext cx="635760" cy="52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8">
            <p14:nvContentPartPr>
              <p14:cNvPr id="197" name="Ink 196">
                <a:extLst>
                  <a:ext uri="{FF2B5EF4-FFF2-40B4-BE49-F238E27FC236}">
                    <a16:creationId xmlns:a16="http://schemas.microsoft.com/office/drawing/2014/main" id="{04D9CBF2-0C09-3BDF-60DC-6836DD933D8A}"/>
                  </a:ext>
                </a:extLst>
              </p14:cNvPr>
              <p14:cNvContentPartPr/>
              <p14:nvPr/>
            </p14:nvContentPartPr>
            <p14:xfrm>
              <a:off x="6223860" y="3387248"/>
              <a:ext cx="440640" cy="396000"/>
            </p14:xfrm>
          </p:contentPart>
        </mc:Choice>
        <mc:Fallback xmlns="">
          <p:pic>
            <p:nvPicPr>
              <p:cNvPr id="197" name="Ink 196">
                <a:extLst>
                  <a:ext uri="{FF2B5EF4-FFF2-40B4-BE49-F238E27FC236}">
                    <a16:creationId xmlns:a16="http://schemas.microsoft.com/office/drawing/2014/main" id="{04D9CBF2-0C09-3BDF-60DC-6836DD933D8A}"/>
                  </a:ext>
                </a:extLst>
              </p:cNvPr>
              <p:cNvPicPr/>
              <p:nvPr/>
            </p:nvPicPr>
            <p:blipFill>
              <a:blip r:embed="rId309"/>
              <a:stretch>
                <a:fillRect/>
              </a:stretch>
            </p:blipFill>
            <p:spPr>
              <a:xfrm>
                <a:off x="6215220" y="3378608"/>
                <a:ext cx="458280" cy="413640"/>
              </a:xfrm>
              <a:prstGeom prst="rect">
                <a:avLst/>
              </a:prstGeom>
            </p:spPr>
          </p:pic>
        </mc:Fallback>
      </mc:AlternateContent>
      <p:grpSp>
        <p:nvGrpSpPr>
          <p:cNvPr id="205" name="Group 204">
            <a:extLst>
              <a:ext uri="{FF2B5EF4-FFF2-40B4-BE49-F238E27FC236}">
                <a16:creationId xmlns:a16="http://schemas.microsoft.com/office/drawing/2014/main" id="{8D64C381-8CA1-7AE8-1736-097239EB913F}"/>
              </a:ext>
            </a:extLst>
          </p:cNvPr>
          <p:cNvGrpSpPr/>
          <p:nvPr/>
        </p:nvGrpSpPr>
        <p:grpSpPr>
          <a:xfrm>
            <a:off x="1398060" y="888128"/>
            <a:ext cx="1438560" cy="910800"/>
            <a:chOff x="1398060" y="888128"/>
            <a:chExt cx="1438560" cy="910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DCC698F8-B9F4-E5A4-5489-EC3E8068DF37}"/>
                    </a:ext>
                  </a:extLst>
                </p14:cNvPr>
                <p14:cNvContentPartPr/>
                <p14:nvPr/>
              </p14:nvContentPartPr>
              <p14:xfrm>
                <a:off x="2095380" y="892088"/>
                <a:ext cx="741240" cy="82224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DCC698F8-B9F4-E5A4-5489-EC3E8068DF37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2086740" y="883448"/>
                  <a:ext cx="758880" cy="83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EDA01A5E-A511-5735-FB00-38E4C575B4D5}"/>
                    </a:ext>
                  </a:extLst>
                </p14:cNvPr>
                <p14:cNvContentPartPr/>
                <p14:nvPr/>
              </p14:nvContentPartPr>
              <p14:xfrm>
                <a:off x="1398060" y="888128"/>
                <a:ext cx="688320" cy="91080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EDA01A5E-A511-5735-FB00-38E4C575B4D5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1389420" y="879128"/>
                  <a:ext cx="705960" cy="928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8" name="Group 207">
            <a:extLst>
              <a:ext uri="{FF2B5EF4-FFF2-40B4-BE49-F238E27FC236}">
                <a16:creationId xmlns:a16="http://schemas.microsoft.com/office/drawing/2014/main" id="{0961E31B-23F6-A54B-1806-F497D0E067F4}"/>
              </a:ext>
            </a:extLst>
          </p:cNvPr>
          <p:cNvGrpSpPr/>
          <p:nvPr/>
        </p:nvGrpSpPr>
        <p:grpSpPr>
          <a:xfrm>
            <a:off x="8300700" y="837368"/>
            <a:ext cx="1616400" cy="937800"/>
            <a:chOff x="8300700" y="837368"/>
            <a:chExt cx="1616400" cy="937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EA0CA5CC-9482-43BB-24FA-9074A0C632F5}"/>
                    </a:ext>
                  </a:extLst>
                </p14:cNvPr>
                <p14:cNvContentPartPr/>
                <p14:nvPr/>
              </p14:nvContentPartPr>
              <p14:xfrm>
                <a:off x="8300700" y="837368"/>
                <a:ext cx="772920" cy="92160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EA0CA5CC-9482-43BB-24FA-9074A0C632F5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8292060" y="828728"/>
                  <a:ext cx="790560" cy="9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802DD13F-1FE6-02BB-88A3-997C8431018E}"/>
                    </a:ext>
                  </a:extLst>
                </p14:cNvPr>
                <p14:cNvContentPartPr/>
                <p14:nvPr/>
              </p14:nvContentPartPr>
              <p14:xfrm>
                <a:off x="9133380" y="922688"/>
                <a:ext cx="783720" cy="85248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802DD13F-1FE6-02BB-88A3-997C8431018E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9124380" y="913688"/>
                  <a:ext cx="801360" cy="870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2" name="Group 211">
            <a:extLst>
              <a:ext uri="{FF2B5EF4-FFF2-40B4-BE49-F238E27FC236}">
                <a16:creationId xmlns:a16="http://schemas.microsoft.com/office/drawing/2014/main" id="{4BDF5154-5807-A607-E5E3-B1F65E34A1F0}"/>
              </a:ext>
            </a:extLst>
          </p:cNvPr>
          <p:cNvGrpSpPr/>
          <p:nvPr/>
        </p:nvGrpSpPr>
        <p:grpSpPr>
          <a:xfrm>
            <a:off x="8406180" y="2881808"/>
            <a:ext cx="1499760" cy="908280"/>
            <a:chOff x="8406180" y="2881808"/>
            <a:chExt cx="1499760" cy="908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E49BCA30-ABBE-865D-739D-DEA0A0F6BA47}"/>
                    </a:ext>
                  </a:extLst>
                </p14:cNvPr>
                <p14:cNvContentPartPr/>
                <p14:nvPr/>
              </p14:nvContentPartPr>
              <p14:xfrm>
                <a:off x="9095940" y="2881808"/>
                <a:ext cx="810000" cy="90612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E49BCA30-ABBE-865D-739D-DEA0A0F6BA47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9087300" y="2873168"/>
                  <a:ext cx="827640" cy="9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99423CF5-238A-059A-DC57-7B024F053002}"/>
                    </a:ext>
                  </a:extLst>
                </p14:cNvPr>
                <p14:cNvContentPartPr/>
                <p14:nvPr/>
              </p14:nvContentPartPr>
              <p14:xfrm>
                <a:off x="8470260" y="2893688"/>
                <a:ext cx="616680" cy="89640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99423CF5-238A-059A-DC57-7B024F053002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8461620" y="2884688"/>
                  <a:ext cx="634320" cy="91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675793DB-3B87-1C9D-B330-A3CA18A09720}"/>
                    </a:ext>
                  </a:extLst>
                </p14:cNvPr>
                <p14:cNvContentPartPr/>
                <p14:nvPr/>
              </p14:nvContentPartPr>
              <p14:xfrm>
                <a:off x="8406180" y="3714488"/>
                <a:ext cx="360" cy="36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675793DB-3B87-1C9D-B330-A3CA18A09720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8397180" y="3705848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5" name="Group 214">
            <a:extLst>
              <a:ext uri="{FF2B5EF4-FFF2-40B4-BE49-F238E27FC236}">
                <a16:creationId xmlns:a16="http://schemas.microsoft.com/office/drawing/2014/main" id="{397A4A69-C584-6A48-8B23-699431A3637C}"/>
              </a:ext>
            </a:extLst>
          </p:cNvPr>
          <p:cNvGrpSpPr/>
          <p:nvPr/>
        </p:nvGrpSpPr>
        <p:grpSpPr>
          <a:xfrm>
            <a:off x="1373580" y="2888288"/>
            <a:ext cx="1665720" cy="836640"/>
            <a:chOff x="1373580" y="2888288"/>
            <a:chExt cx="1665720" cy="836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DAFA0274-3E7E-87D3-1267-32C404ED2494}"/>
                    </a:ext>
                  </a:extLst>
                </p14:cNvPr>
                <p14:cNvContentPartPr/>
                <p14:nvPr/>
              </p14:nvContentPartPr>
              <p14:xfrm>
                <a:off x="2264940" y="2945528"/>
                <a:ext cx="774360" cy="77940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DAFA0274-3E7E-87D3-1267-32C404ED2494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2256300" y="2936888"/>
                  <a:ext cx="792000" cy="79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8B2FD7FC-0247-EFB4-109A-1C4E2036D28E}"/>
                    </a:ext>
                  </a:extLst>
                </p14:cNvPr>
                <p14:cNvContentPartPr/>
                <p14:nvPr/>
              </p14:nvContentPartPr>
              <p14:xfrm>
                <a:off x="1373580" y="2888288"/>
                <a:ext cx="844920" cy="81756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8B2FD7FC-0247-EFB4-109A-1C4E2036D28E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1364940" y="2879288"/>
                  <a:ext cx="862560" cy="835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2" name="Group 221">
            <a:extLst>
              <a:ext uri="{FF2B5EF4-FFF2-40B4-BE49-F238E27FC236}">
                <a16:creationId xmlns:a16="http://schemas.microsoft.com/office/drawing/2014/main" id="{C90BD0A9-422E-9335-46C2-7507879FC5BE}"/>
              </a:ext>
            </a:extLst>
          </p:cNvPr>
          <p:cNvGrpSpPr/>
          <p:nvPr/>
        </p:nvGrpSpPr>
        <p:grpSpPr>
          <a:xfrm>
            <a:off x="4750020" y="472688"/>
            <a:ext cx="1808280" cy="1365480"/>
            <a:chOff x="4750020" y="472688"/>
            <a:chExt cx="1808280" cy="1365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EFD1082C-1534-F4F1-1363-F6931EE83184}"/>
                    </a:ext>
                  </a:extLst>
                </p14:cNvPr>
                <p14:cNvContentPartPr/>
                <p14:nvPr/>
              </p14:nvContentPartPr>
              <p14:xfrm>
                <a:off x="5623740" y="862568"/>
                <a:ext cx="934560" cy="9079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EFD1082C-1534-F4F1-1363-F6931EE83184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5615100" y="853928"/>
                  <a:ext cx="952200" cy="9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37A560F8-D3D7-4F0A-203F-1815A8F7FB8D}"/>
                    </a:ext>
                  </a:extLst>
                </p14:cNvPr>
                <p14:cNvContentPartPr/>
                <p14:nvPr/>
              </p14:nvContentPartPr>
              <p14:xfrm>
                <a:off x="4787820" y="898568"/>
                <a:ext cx="819360" cy="9064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37A560F8-D3D7-4F0A-203F-1815A8F7FB8D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4779180" y="889568"/>
                  <a:ext cx="837000" cy="9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4944CE08-5BD2-7C51-8C4C-FAAEEA20FAE1}"/>
                    </a:ext>
                  </a:extLst>
                </p14:cNvPr>
                <p14:cNvContentPartPr/>
                <p14:nvPr/>
              </p14:nvContentPartPr>
              <p14:xfrm>
                <a:off x="4796820" y="910088"/>
                <a:ext cx="840240" cy="87624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4944CE08-5BD2-7C51-8C4C-FAAEEA20FAE1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4788180" y="901448"/>
                  <a:ext cx="857880" cy="89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781A10BD-F7CE-B0A3-08AB-A3746041D4B9}"/>
                    </a:ext>
                  </a:extLst>
                </p14:cNvPr>
                <p14:cNvContentPartPr/>
                <p14:nvPr/>
              </p14:nvContentPartPr>
              <p14:xfrm>
                <a:off x="4750020" y="1776248"/>
                <a:ext cx="113040" cy="6192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781A10BD-F7CE-B0A3-08AB-A3746041D4B9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4741020" y="1767608"/>
                  <a:ext cx="13068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1E2DB08A-63F7-AEC5-F7D9-5524069B9E6C}"/>
                    </a:ext>
                  </a:extLst>
                </p14:cNvPr>
                <p14:cNvContentPartPr/>
                <p14:nvPr/>
              </p14:nvContentPartPr>
              <p14:xfrm>
                <a:off x="5437260" y="800288"/>
                <a:ext cx="132480" cy="4140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1E2DB08A-63F7-AEC5-F7D9-5524069B9E6C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5428260" y="791648"/>
                  <a:ext cx="15012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8107ED99-EC86-849B-5C27-66A931EB1734}"/>
                    </a:ext>
                  </a:extLst>
                </p14:cNvPr>
                <p14:cNvContentPartPr/>
                <p14:nvPr/>
              </p14:nvContentPartPr>
              <p14:xfrm>
                <a:off x="5060340" y="472688"/>
                <a:ext cx="10440" cy="9000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8107ED99-EC86-849B-5C27-66A931EB1734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5051340" y="463688"/>
                  <a:ext cx="2808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C0439FCC-5858-2AA6-2CE0-C544FAAD7A8B}"/>
                    </a:ext>
                  </a:extLst>
                </p14:cNvPr>
                <p14:cNvContentPartPr/>
                <p14:nvPr/>
              </p14:nvContentPartPr>
              <p14:xfrm>
                <a:off x="4979340" y="602648"/>
                <a:ext cx="205920" cy="2196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C0439FCC-5858-2AA6-2CE0-C544FAAD7A8B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4970700" y="593648"/>
                  <a:ext cx="22356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AD85950C-64BC-7F44-C063-E3C9B46E8874}"/>
                    </a:ext>
                  </a:extLst>
                </p14:cNvPr>
                <p14:cNvContentPartPr/>
                <p14:nvPr/>
              </p14:nvContentPartPr>
              <p14:xfrm>
                <a:off x="5075820" y="722168"/>
                <a:ext cx="10800" cy="8892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AD85950C-64BC-7F44-C063-E3C9B46E8874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5067180" y="713168"/>
                  <a:ext cx="2844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1E41316C-535E-E5BF-421A-1165622ADCC6}"/>
                    </a:ext>
                  </a:extLst>
                </p14:cNvPr>
                <p14:cNvContentPartPr/>
                <p14:nvPr/>
              </p14:nvContentPartPr>
              <p14:xfrm>
                <a:off x="4967100" y="700928"/>
                <a:ext cx="171360" cy="1620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1E41316C-535E-E5BF-421A-1165622ADCC6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4958100" y="692288"/>
                  <a:ext cx="18900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B4CBD7F9-5459-9885-92DA-934446B320DF}"/>
                    </a:ext>
                  </a:extLst>
                </p14:cNvPr>
                <p14:cNvContentPartPr/>
                <p14:nvPr/>
              </p14:nvContentPartPr>
              <p14:xfrm>
                <a:off x="5160060" y="804968"/>
                <a:ext cx="17280" cy="7668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B4CBD7F9-5459-9885-92DA-934446B320DF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5151420" y="796328"/>
                  <a:ext cx="34920" cy="94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0" name="Group 229">
            <a:extLst>
              <a:ext uri="{FF2B5EF4-FFF2-40B4-BE49-F238E27FC236}">
                <a16:creationId xmlns:a16="http://schemas.microsoft.com/office/drawing/2014/main" id="{1A3E0DD1-A650-DF6D-578E-CF6FA6D66528}"/>
              </a:ext>
            </a:extLst>
          </p:cNvPr>
          <p:cNvGrpSpPr/>
          <p:nvPr/>
        </p:nvGrpSpPr>
        <p:grpSpPr>
          <a:xfrm>
            <a:off x="4774500" y="2841848"/>
            <a:ext cx="930240" cy="986760"/>
            <a:chOff x="4774500" y="2841848"/>
            <a:chExt cx="930240" cy="986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40DF5CE3-42D1-1D81-6E35-42C96A8FF575}"/>
                    </a:ext>
                  </a:extLst>
                </p14:cNvPr>
                <p14:cNvContentPartPr/>
                <p14:nvPr/>
              </p14:nvContentPartPr>
              <p14:xfrm>
                <a:off x="4912740" y="2968208"/>
                <a:ext cx="792000" cy="77688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40DF5CE3-42D1-1D81-6E35-42C96A8FF575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4904100" y="2959568"/>
                  <a:ext cx="809640" cy="79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89185631-309B-E9DD-D787-6F8C659BD642}"/>
                    </a:ext>
                  </a:extLst>
                </p14:cNvPr>
                <p14:cNvContentPartPr/>
                <p14:nvPr/>
              </p14:nvContentPartPr>
              <p14:xfrm>
                <a:off x="4867020" y="3750848"/>
                <a:ext cx="42840" cy="5724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89185631-309B-E9DD-D787-6F8C659BD642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4858380" y="3742208"/>
                  <a:ext cx="6048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229FAA2E-FE11-C7ED-633B-EE271955204F}"/>
                    </a:ext>
                  </a:extLst>
                </p14:cNvPr>
                <p14:cNvContentPartPr/>
                <p14:nvPr/>
              </p14:nvContentPartPr>
              <p14:xfrm>
                <a:off x="4806540" y="3028688"/>
                <a:ext cx="794160" cy="79992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229FAA2E-FE11-C7ED-633B-EE271955204F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4797900" y="3020048"/>
                  <a:ext cx="811800" cy="81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C8A7B770-6B22-E0C9-233A-C32C62F0D4C6}"/>
                    </a:ext>
                  </a:extLst>
                </p14:cNvPr>
                <p14:cNvContentPartPr/>
                <p14:nvPr/>
              </p14:nvContentPartPr>
              <p14:xfrm>
                <a:off x="5371380" y="2925368"/>
                <a:ext cx="167040" cy="3600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C8A7B770-6B22-E0C9-233A-C32C62F0D4C6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5362380" y="2916728"/>
                  <a:ext cx="18468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C5C4AA9B-6FCC-ADDC-1E80-9D4DD0228F98}"/>
                    </a:ext>
                  </a:extLst>
                </p14:cNvPr>
                <p14:cNvContentPartPr/>
                <p14:nvPr/>
              </p14:nvContentPartPr>
              <p14:xfrm>
                <a:off x="4930380" y="2841848"/>
                <a:ext cx="16920" cy="7560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C5C4AA9B-6FCC-ADDC-1E80-9D4DD0228F98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4921380" y="2832848"/>
                  <a:ext cx="3456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185051A6-32F3-6BA0-691F-A0C82CA75B08}"/>
                    </a:ext>
                  </a:extLst>
                </p14:cNvPr>
                <p14:cNvContentPartPr/>
                <p14:nvPr/>
              </p14:nvContentPartPr>
              <p14:xfrm>
                <a:off x="4813020" y="2981888"/>
                <a:ext cx="231840" cy="1188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185051A6-32F3-6BA0-691F-A0C82CA75B08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4804380" y="2973248"/>
                  <a:ext cx="24948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AB41350E-0364-D5AA-245E-504EDC1ED3CE}"/>
                    </a:ext>
                  </a:extLst>
                </p14:cNvPr>
                <p14:cNvContentPartPr/>
                <p14:nvPr/>
              </p14:nvContentPartPr>
              <p14:xfrm>
                <a:off x="4883580" y="3075488"/>
                <a:ext cx="36000" cy="10476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AB41350E-0364-D5AA-245E-504EDC1ED3CE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4874580" y="3066848"/>
                  <a:ext cx="5364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55F53A9C-3845-5082-5A09-6701D61E4E2A}"/>
                    </a:ext>
                  </a:extLst>
                </p14:cNvPr>
                <p14:cNvContentPartPr/>
                <p14:nvPr/>
              </p14:nvContentPartPr>
              <p14:xfrm>
                <a:off x="4774500" y="3055688"/>
                <a:ext cx="192600" cy="2556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55F53A9C-3845-5082-5A09-6701D61E4E2A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4765860" y="3046688"/>
                  <a:ext cx="21024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76E7FB9E-5BCA-1616-A5EC-75008020183F}"/>
                    </a:ext>
                  </a:extLst>
                </p14:cNvPr>
                <p14:cNvContentPartPr/>
                <p14:nvPr/>
              </p14:nvContentPartPr>
              <p14:xfrm>
                <a:off x="4961340" y="3156488"/>
                <a:ext cx="127800" cy="8568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76E7FB9E-5BCA-1616-A5EC-75008020183F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4952700" y="3147488"/>
                  <a:ext cx="145440" cy="103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6" name="Group 235">
            <a:extLst>
              <a:ext uri="{FF2B5EF4-FFF2-40B4-BE49-F238E27FC236}">
                <a16:creationId xmlns:a16="http://schemas.microsoft.com/office/drawing/2014/main" id="{DCFFDEBF-4514-7760-CD95-9FBCDB4AC3E6}"/>
              </a:ext>
            </a:extLst>
          </p:cNvPr>
          <p:cNvGrpSpPr/>
          <p:nvPr/>
        </p:nvGrpSpPr>
        <p:grpSpPr>
          <a:xfrm>
            <a:off x="10813140" y="2664368"/>
            <a:ext cx="497880" cy="203760"/>
            <a:chOff x="10813140" y="2664368"/>
            <a:chExt cx="497880" cy="203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F0DF3E61-D884-FDD7-D860-DEE863976A95}"/>
                    </a:ext>
                  </a:extLst>
                </p14:cNvPr>
                <p14:cNvContentPartPr/>
                <p14:nvPr/>
              </p14:nvContentPartPr>
              <p14:xfrm>
                <a:off x="10836900" y="2812328"/>
                <a:ext cx="27720" cy="5580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F0DF3E61-D884-FDD7-D860-DEE863976A95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10827900" y="2803328"/>
                  <a:ext cx="4536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A91C2B43-EC43-E369-159E-AA0AAFE0F5B6}"/>
                    </a:ext>
                  </a:extLst>
                </p14:cNvPr>
                <p14:cNvContentPartPr/>
                <p14:nvPr/>
              </p14:nvContentPartPr>
              <p14:xfrm>
                <a:off x="10813140" y="2664368"/>
                <a:ext cx="19440" cy="4500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A91C2B43-EC43-E369-159E-AA0AAFE0F5B6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10804140" y="2655728"/>
                  <a:ext cx="3708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CC1FD997-187F-59BD-A73C-4E658BA069AE}"/>
                    </a:ext>
                  </a:extLst>
                </p14:cNvPr>
                <p14:cNvContentPartPr/>
                <p14:nvPr/>
              </p14:nvContentPartPr>
              <p14:xfrm>
                <a:off x="10960020" y="2843648"/>
                <a:ext cx="117000" cy="1404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CC1FD997-187F-59BD-A73C-4E658BA069AE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10951020" y="2835008"/>
                  <a:ext cx="13464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D857B6CC-3236-5A8D-584C-CC449F5E5EC9}"/>
                    </a:ext>
                  </a:extLst>
                </p14:cNvPr>
                <p14:cNvContentPartPr/>
                <p14:nvPr/>
              </p14:nvContentPartPr>
              <p14:xfrm>
                <a:off x="10910340" y="2769848"/>
                <a:ext cx="171720" cy="2052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D857B6CC-3236-5A8D-584C-CC449F5E5EC9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10901340" y="2760848"/>
                  <a:ext cx="18936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A80F1E4F-3E6E-3814-61A0-1E570E011107}"/>
                    </a:ext>
                  </a:extLst>
                </p14:cNvPr>
                <p14:cNvContentPartPr/>
                <p14:nvPr/>
              </p14:nvContentPartPr>
              <p14:xfrm>
                <a:off x="11200860" y="2736728"/>
                <a:ext cx="110160" cy="127080"/>
              </p14:xfrm>
            </p:contentPart>
          </mc:Choice>
          <mc:Fallback xmlns=""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A80F1E4F-3E6E-3814-61A0-1E570E011107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11191860" y="2727728"/>
                  <a:ext cx="127800" cy="144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76">
            <p14:nvContentPartPr>
              <p14:cNvPr id="237" name="Ink 236">
                <a:extLst>
                  <a:ext uri="{FF2B5EF4-FFF2-40B4-BE49-F238E27FC236}">
                    <a16:creationId xmlns:a16="http://schemas.microsoft.com/office/drawing/2014/main" id="{8A55F7E0-F1E5-5A16-CB5E-F5DFB19955CB}"/>
                  </a:ext>
                </a:extLst>
              </p14:cNvPr>
              <p14:cNvContentPartPr/>
              <p14:nvPr/>
            </p14:nvContentPartPr>
            <p14:xfrm>
              <a:off x="6946020" y="3776768"/>
              <a:ext cx="11880" cy="109080"/>
            </p14:xfrm>
          </p:contentPart>
        </mc:Choice>
        <mc:Fallback xmlns="">
          <p:pic>
            <p:nvPicPr>
              <p:cNvPr id="237" name="Ink 236">
                <a:extLst>
                  <a:ext uri="{FF2B5EF4-FFF2-40B4-BE49-F238E27FC236}">
                    <a16:creationId xmlns:a16="http://schemas.microsoft.com/office/drawing/2014/main" id="{8A55F7E0-F1E5-5A16-CB5E-F5DFB19955CB}"/>
                  </a:ext>
                </a:extLst>
              </p:cNvPr>
              <p:cNvPicPr/>
              <p:nvPr/>
            </p:nvPicPr>
            <p:blipFill>
              <a:blip r:embed="rId377"/>
              <a:stretch>
                <a:fillRect/>
              </a:stretch>
            </p:blipFill>
            <p:spPr>
              <a:xfrm>
                <a:off x="6937020" y="3768128"/>
                <a:ext cx="29520" cy="126720"/>
              </a:xfrm>
              <a:prstGeom prst="rect">
                <a:avLst/>
              </a:prstGeom>
            </p:spPr>
          </p:pic>
        </mc:Fallback>
      </mc:AlternateContent>
      <p:grpSp>
        <p:nvGrpSpPr>
          <p:cNvPr id="242" name="Group 241">
            <a:extLst>
              <a:ext uri="{FF2B5EF4-FFF2-40B4-BE49-F238E27FC236}">
                <a16:creationId xmlns:a16="http://schemas.microsoft.com/office/drawing/2014/main" id="{04E7362C-DC1F-54C9-9646-2AEDB32C8642}"/>
              </a:ext>
            </a:extLst>
          </p:cNvPr>
          <p:cNvGrpSpPr/>
          <p:nvPr/>
        </p:nvGrpSpPr>
        <p:grpSpPr>
          <a:xfrm>
            <a:off x="6862860" y="4015448"/>
            <a:ext cx="284760" cy="128880"/>
            <a:chOff x="6862860" y="4015448"/>
            <a:chExt cx="284760" cy="128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8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445C9D50-D6EB-BFFA-FE69-DD103C19BF61}"/>
                    </a:ext>
                  </a:extLst>
                </p14:cNvPr>
                <p14:cNvContentPartPr/>
                <p14:nvPr/>
              </p14:nvContentPartPr>
              <p14:xfrm>
                <a:off x="6862860" y="4015448"/>
                <a:ext cx="106920" cy="9504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445C9D50-D6EB-BFFA-FE69-DD103C19BF61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6854220" y="4006808"/>
                  <a:ext cx="12456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0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6E2E3ECF-94D1-7F7C-49E3-96157132D55D}"/>
                    </a:ext>
                  </a:extLst>
                </p14:cNvPr>
                <p14:cNvContentPartPr/>
                <p14:nvPr/>
              </p14:nvContentPartPr>
              <p14:xfrm>
                <a:off x="7029180" y="4057568"/>
                <a:ext cx="70920" cy="7560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6E2E3ECF-94D1-7F7C-49E3-96157132D55D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7020540" y="4048568"/>
                  <a:ext cx="8856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2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A2B30B06-D1F9-CED1-6F01-A088113F1D39}"/>
                    </a:ext>
                  </a:extLst>
                </p14:cNvPr>
                <p14:cNvContentPartPr/>
                <p14:nvPr/>
              </p14:nvContentPartPr>
              <p14:xfrm>
                <a:off x="7117740" y="4098968"/>
                <a:ext cx="29880" cy="4536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A2B30B06-D1F9-CED1-6F01-A088113F1D39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7108740" y="4090328"/>
                  <a:ext cx="4752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4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B586CCAC-C8B8-417D-8BB9-CB26401EE5F7}"/>
                    </a:ext>
                  </a:extLst>
                </p14:cNvPr>
                <p14:cNvContentPartPr/>
                <p14:nvPr/>
              </p14:nvContentPartPr>
              <p14:xfrm>
                <a:off x="7016940" y="4037048"/>
                <a:ext cx="111240" cy="1008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B586CCAC-C8B8-417D-8BB9-CB26401EE5F7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7008300" y="4028408"/>
                  <a:ext cx="128880" cy="27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86">
            <p14:nvContentPartPr>
              <p14:cNvPr id="243" name="Ink 242">
                <a:extLst>
                  <a:ext uri="{FF2B5EF4-FFF2-40B4-BE49-F238E27FC236}">
                    <a16:creationId xmlns:a16="http://schemas.microsoft.com/office/drawing/2014/main" id="{DFC33EFA-B83A-BE0F-1B73-6CF29A8177DA}"/>
                  </a:ext>
                </a:extLst>
              </p14:cNvPr>
              <p14:cNvContentPartPr/>
              <p14:nvPr/>
            </p14:nvContentPartPr>
            <p14:xfrm>
              <a:off x="8190900" y="3773528"/>
              <a:ext cx="23760" cy="101880"/>
            </p14:xfrm>
          </p:contentPart>
        </mc:Choice>
        <mc:Fallback xmlns="">
          <p:pic>
            <p:nvPicPr>
              <p:cNvPr id="243" name="Ink 242">
                <a:extLst>
                  <a:ext uri="{FF2B5EF4-FFF2-40B4-BE49-F238E27FC236}">
                    <a16:creationId xmlns:a16="http://schemas.microsoft.com/office/drawing/2014/main" id="{DFC33EFA-B83A-BE0F-1B73-6CF29A8177DA}"/>
                  </a:ext>
                </a:extLst>
              </p:cNvPr>
              <p:cNvPicPr/>
              <p:nvPr/>
            </p:nvPicPr>
            <p:blipFill>
              <a:blip r:embed="rId387"/>
              <a:stretch>
                <a:fillRect/>
              </a:stretch>
            </p:blipFill>
            <p:spPr>
              <a:xfrm>
                <a:off x="8181900" y="3764888"/>
                <a:ext cx="41400" cy="119520"/>
              </a:xfrm>
              <a:prstGeom prst="rect">
                <a:avLst/>
              </a:prstGeom>
            </p:spPr>
          </p:pic>
        </mc:Fallback>
      </mc:AlternateContent>
      <p:grpSp>
        <p:nvGrpSpPr>
          <p:cNvPr id="249" name="Group 248">
            <a:extLst>
              <a:ext uri="{FF2B5EF4-FFF2-40B4-BE49-F238E27FC236}">
                <a16:creationId xmlns:a16="http://schemas.microsoft.com/office/drawing/2014/main" id="{C0ECBE70-06DD-A8E7-D201-34904238563C}"/>
              </a:ext>
            </a:extLst>
          </p:cNvPr>
          <p:cNvGrpSpPr/>
          <p:nvPr/>
        </p:nvGrpSpPr>
        <p:grpSpPr>
          <a:xfrm>
            <a:off x="8156700" y="3979448"/>
            <a:ext cx="270360" cy="135360"/>
            <a:chOff x="8156700" y="3979448"/>
            <a:chExt cx="270360" cy="135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8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AD38619E-513F-DBAD-0984-6DC5E9E524FA}"/>
                    </a:ext>
                  </a:extLst>
                </p14:cNvPr>
                <p14:cNvContentPartPr/>
                <p14:nvPr/>
              </p14:nvContentPartPr>
              <p14:xfrm>
                <a:off x="8156700" y="3979448"/>
                <a:ext cx="114120" cy="5328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AD38619E-513F-DBAD-0984-6DC5E9E524FA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8147700" y="3970808"/>
                  <a:ext cx="13176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0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123831DE-69E5-DE4E-5E87-6CB8879DE49A}"/>
                    </a:ext>
                  </a:extLst>
                </p14:cNvPr>
                <p14:cNvContentPartPr/>
                <p14:nvPr/>
              </p14:nvContentPartPr>
              <p14:xfrm>
                <a:off x="8222940" y="3989888"/>
                <a:ext cx="21600" cy="9900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123831DE-69E5-DE4E-5E87-6CB8879DE49A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8214300" y="3981248"/>
                  <a:ext cx="3924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2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72F8B40C-37BA-3561-A2C5-115F12884756}"/>
                    </a:ext>
                  </a:extLst>
                </p14:cNvPr>
                <p14:cNvContentPartPr/>
                <p14:nvPr/>
              </p14:nvContentPartPr>
              <p14:xfrm>
                <a:off x="8328060" y="4036688"/>
                <a:ext cx="32760" cy="6660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72F8B40C-37BA-3561-A2C5-115F12884756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8319420" y="4027688"/>
                  <a:ext cx="5040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4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E9D8247B-54C5-3019-28B1-DE58EDE33F01}"/>
                    </a:ext>
                  </a:extLst>
                </p14:cNvPr>
                <p14:cNvContentPartPr/>
                <p14:nvPr/>
              </p14:nvContentPartPr>
              <p14:xfrm>
                <a:off x="8378820" y="4041728"/>
                <a:ext cx="23760" cy="7308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E9D8247B-54C5-3019-28B1-DE58EDE33F01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8370180" y="4033088"/>
                  <a:ext cx="4140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6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8878DA56-707A-C100-B8F9-97A797D4EF2C}"/>
                    </a:ext>
                  </a:extLst>
                </p14:cNvPr>
                <p14:cNvContentPartPr/>
                <p14:nvPr/>
              </p14:nvContentPartPr>
              <p14:xfrm>
                <a:off x="8302500" y="3983048"/>
                <a:ext cx="124560" cy="3816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8878DA56-707A-C100-B8F9-97A797D4EF2C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8293860" y="3974408"/>
                  <a:ext cx="142200" cy="55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98">
            <p14:nvContentPartPr>
              <p14:cNvPr id="250" name="Ink 249">
                <a:extLst>
                  <a:ext uri="{FF2B5EF4-FFF2-40B4-BE49-F238E27FC236}">
                    <a16:creationId xmlns:a16="http://schemas.microsoft.com/office/drawing/2014/main" id="{D9C4DE7F-FA51-E793-7F39-176189CCF80A}"/>
                  </a:ext>
                </a:extLst>
              </p14:cNvPr>
              <p14:cNvContentPartPr/>
              <p14:nvPr/>
            </p14:nvContentPartPr>
            <p14:xfrm>
              <a:off x="4302540" y="3763808"/>
              <a:ext cx="10080" cy="85680"/>
            </p14:xfrm>
          </p:contentPart>
        </mc:Choice>
        <mc:Fallback xmlns="">
          <p:pic>
            <p:nvPicPr>
              <p:cNvPr id="250" name="Ink 249">
                <a:extLst>
                  <a:ext uri="{FF2B5EF4-FFF2-40B4-BE49-F238E27FC236}">
                    <a16:creationId xmlns:a16="http://schemas.microsoft.com/office/drawing/2014/main" id="{D9C4DE7F-FA51-E793-7F39-176189CCF80A}"/>
                  </a:ext>
                </a:extLst>
              </p:cNvPr>
              <p:cNvPicPr/>
              <p:nvPr/>
            </p:nvPicPr>
            <p:blipFill>
              <a:blip r:embed="rId399"/>
              <a:stretch>
                <a:fillRect/>
              </a:stretch>
            </p:blipFill>
            <p:spPr>
              <a:xfrm>
                <a:off x="4293540" y="3754808"/>
                <a:ext cx="27720" cy="103320"/>
              </a:xfrm>
              <a:prstGeom prst="rect">
                <a:avLst/>
              </a:prstGeom>
            </p:spPr>
          </p:pic>
        </mc:Fallback>
      </mc:AlternateContent>
      <p:grpSp>
        <p:nvGrpSpPr>
          <p:cNvPr id="256" name="Group 255">
            <a:extLst>
              <a:ext uri="{FF2B5EF4-FFF2-40B4-BE49-F238E27FC236}">
                <a16:creationId xmlns:a16="http://schemas.microsoft.com/office/drawing/2014/main" id="{01A127A4-6C0E-C7E6-0AAA-B87523A961EC}"/>
              </a:ext>
            </a:extLst>
          </p:cNvPr>
          <p:cNvGrpSpPr/>
          <p:nvPr/>
        </p:nvGrpSpPr>
        <p:grpSpPr>
          <a:xfrm>
            <a:off x="4191660" y="3983768"/>
            <a:ext cx="386640" cy="128880"/>
            <a:chOff x="4191660" y="3983768"/>
            <a:chExt cx="386640" cy="128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0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FB7D9B28-4004-807E-29EC-12EF61430BE4}"/>
                    </a:ext>
                  </a:extLst>
                </p14:cNvPr>
                <p14:cNvContentPartPr/>
                <p14:nvPr/>
              </p14:nvContentPartPr>
              <p14:xfrm>
                <a:off x="4191660" y="4015808"/>
                <a:ext cx="79200" cy="5760"/>
              </p14:xfrm>
            </p:contentPart>
          </mc:Choice>
          <mc:Fallback xmlns=""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FB7D9B28-4004-807E-29EC-12EF61430BE4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4183020" y="4006808"/>
                  <a:ext cx="968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2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4159342F-8C73-5DD8-2F4C-E3F0D1180626}"/>
                    </a:ext>
                  </a:extLst>
                </p14:cNvPr>
                <p14:cNvContentPartPr/>
                <p14:nvPr/>
              </p14:nvContentPartPr>
              <p14:xfrm>
                <a:off x="4338180" y="3993128"/>
                <a:ext cx="84960" cy="10224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4159342F-8C73-5DD8-2F4C-E3F0D1180626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4329180" y="3984488"/>
                  <a:ext cx="10260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4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E517CD93-62FE-1305-8742-B23B8F7F87D0}"/>
                    </a:ext>
                  </a:extLst>
                </p14:cNvPr>
                <p14:cNvContentPartPr/>
                <p14:nvPr/>
              </p14:nvContentPartPr>
              <p14:xfrm>
                <a:off x="4482540" y="4052168"/>
                <a:ext cx="42120" cy="5616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E517CD93-62FE-1305-8742-B23B8F7F87D0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4473900" y="4043528"/>
                  <a:ext cx="5976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6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7345567F-ED54-2EFF-A982-95D3237246A3}"/>
                    </a:ext>
                  </a:extLst>
                </p14:cNvPr>
                <p14:cNvContentPartPr/>
                <p14:nvPr/>
              </p14:nvContentPartPr>
              <p14:xfrm>
                <a:off x="4540500" y="4052168"/>
                <a:ext cx="37800" cy="6048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7345567F-ED54-2EFF-A982-95D3237246A3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4531860" y="4043528"/>
                  <a:ext cx="5544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8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D8856128-CA95-81A9-382C-72BD740F5A2A}"/>
                    </a:ext>
                  </a:extLst>
                </p14:cNvPr>
                <p14:cNvContentPartPr/>
                <p14:nvPr/>
              </p14:nvContentPartPr>
              <p14:xfrm>
                <a:off x="4387140" y="3983768"/>
                <a:ext cx="179640" cy="2736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D8856128-CA95-81A9-382C-72BD740F5A2A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4378500" y="3974768"/>
                  <a:ext cx="197280" cy="45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10">
            <p14:nvContentPartPr>
              <p14:cNvPr id="257" name="Ink 256">
                <a:extLst>
                  <a:ext uri="{FF2B5EF4-FFF2-40B4-BE49-F238E27FC236}">
                    <a16:creationId xmlns:a16="http://schemas.microsoft.com/office/drawing/2014/main" id="{C30C6DE9-CC65-5797-FBFA-FCAD06178D0F}"/>
                  </a:ext>
                </a:extLst>
              </p14:cNvPr>
              <p14:cNvContentPartPr/>
              <p14:nvPr/>
            </p14:nvContentPartPr>
            <p14:xfrm>
              <a:off x="3250620" y="3753008"/>
              <a:ext cx="38520" cy="75600"/>
            </p14:xfrm>
          </p:contentPart>
        </mc:Choice>
        <mc:Fallback xmlns="">
          <p:pic>
            <p:nvPicPr>
              <p:cNvPr id="257" name="Ink 256">
                <a:extLst>
                  <a:ext uri="{FF2B5EF4-FFF2-40B4-BE49-F238E27FC236}">
                    <a16:creationId xmlns:a16="http://schemas.microsoft.com/office/drawing/2014/main" id="{C30C6DE9-CC65-5797-FBFA-FCAD06178D0F}"/>
                  </a:ext>
                </a:extLst>
              </p:cNvPr>
              <p:cNvPicPr/>
              <p:nvPr/>
            </p:nvPicPr>
            <p:blipFill>
              <a:blip r:embed="rId411"/>
              <a:stretch>
                <a:fillRect/>
              </a:stretch>
            </p:blipFill>
            <p:spPr>
              <a:xfrm>
                <a:off x="3241620" y="3744008"/>
                <a:ext cx="56160" cy="93240"/>
              </a:xfrm>
              <a:prstGeom prst="rect">
                <a:avLst/>
              </a:prstGeom>
            </p:spPr>
          </p:pic>
        </mc:Fallback>
      </mc:AlternateContent>
      <p:grpSp>
        <p:nvGrpSpPr>
          <p:cNvPr id="264" name="Group 263">
            <a:extLst>
              <a:ext uri="{FF2B5EF4-FFF2-40B4-BE49-F238E27FC236}">
                <a16:creationId xmlns:a16="http://schemas.microsoft.com/office/drawing/2014/main" id="{7B0D7AE5-E68A-64BC-A948-2F7A7A2C0E65}"/>
              </a:ext>
            </a:extLst>
          </p:cNvPr>
          <p:cNvGrpSpPr/>
          <p:nvPr/>
        </p:nvGrpSpPr>
        <p:grpSpPr>
          <a:xfrm>
            <a:off x="3086460" y="3983768"/>
            <a:ext cx="362880" cy="143640"/>
            <a:chOff x="3086460" y="3983768"/>
            <a:chExt cx="362880" cy="143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2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A54440DB-6C8D-65B4-119A-74B11CECB234}"/>
                    </a:ext>
                  </a:extLst>
                </p14:cNvPr>
                <p14:cNvContentPartPr/>
                <p14:nvPr/>
              </p14:nvContentPartPr>
              <p14:xfrm>
                <a:off x="3086460" y="4036688"/>
                <a:ext cx="129960" cy="5760"/>
              </p14:xfrm>
            </p:contentPart>
          </mc:Choice>
          <mc:Fallback xmlns=""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A54440DB-6C8D-65B4-119A-74B11CECB234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3077460" y="4027688"/>
                  <a:ext cx="14760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4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991C5EE4-8352-2455-4F6B-465A1A600C8B}"/>
                    </a:ext>
                  </a:extLst>
                </p14:cNvPr>
                <p14:cNvContentPartPr/>
                <p14:nvPr/>
              </p14:nvContentPartPr>
              <p14:xfrm>
                <a:off x="3244140" y="3999608"/>
                <a:ext cx="106920" cy="70200"/>
              </p14:xfrm>
            </p:contentPart>
          </mc:Choice>
          <mc:Fallback xmlns=""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991C5EE4-8352-2455-4F6B-465A1A600C8B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3235500" y="3990608"/>
                  <a:ext cx="12456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6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5E2EA21D-62C1-A748-2C01-23E15E3044EA}"/>
                    </a:ext>
                  </a:extLst>
                </p14:cNvPr>
                <p14:cNvContentPartPr/>
                <p14:nvPr/>
              </p14:nvContentPartPr>
              <p14:xfrm>
                <a:off x="3309660" y="4015808"/>
                <a:ext cx="15840" cy="106920"/>
              </p14:xfrm>
            </p:contentPart>
          </mc:Choice>
          <mc:Fallback xmlns=""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5E2EA21D-62C1-A748-2C01-23E15E3044EA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3300660" y="4007168"/>
                  <a:ext cx="3348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8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F71DB906-0FAD-DBD0-5641-E4709E120601}"/>
                    </a:ext>
                  </a:extLst>
                </p14:cNvPr>
                <p14:cNvContentPartPr/>
                <p14:nvPr/>
              </p14:nvContentPartPr>
              <p14:xfrm>
                <a:off x="3390300" y="4057568"/>
                <a:ext cx="27720" cy="69840"/>
              </p14:xfrm>
            </p:contentPart>
          </mc:Choice>
          <mc:Fallback xmlns=""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F71DB906-0FAD-DBD0-5641-E4709E120601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3381300" y="4048568"/>
                  <a:ext cx="4536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0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9A78A1DC-9163-B415-C2FF-CB55DF1EEE1A}"/>
                    </a:ext>
                  </a:extLst>
                </p14:cNvPr>
                <p14:cNvContentPartPr/>
                <p14:nvPr/>
              </p14:nvContentPartPr>
              <p14:xfrm>
                <a:off x="3423780" y="4057568"/>
                <a:ext cx="25560" cy="65880"/>
              </p14:xfrm>
            </p:contentPart>
          </mc:Choice>
          <mc:Fallback xmlns=""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9A78A1DC-9163-B415-C2FF-CB55DF1EEE1A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3414780" y="4048568"/>
                  <a:ext cx="4320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2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C12C8E4E-516D-5B1B-B578-D289AADFB017}"/>
                    </a:ext>
                  </a:extLst>
                </p14:cNvPr>
                <p14:cNvContentPartPr/>
                <p14:nvPr/>
              </p14:nvContentPartPr>
              <p14:xfrm>
                <a:off x="3310380" y="3983768"/>
                <a:ext cx="129240" cy="27360"/>
              </p14:xfrm>
            </p:contentPart>
          </mc:Choice>
          <mc:Fallback xmlns=""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C12C8E4E-516D-5B1B-B578-D289AADFB017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3301740" y="3974768"/>
                  <a:ext cx="146880" cy="45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0" name="Group 269">
            <a:extLst>
              <a:ext uri="{FF2B5EF4-FFF2-40B4-BE49-F238E27FC236}">
                <a16:creationId xmlns:a16="http://schemas.microsoft.com/office/drawing/2014/main" id="{42C9F67C-3709-624C-69AF-FB328B27FAC0}"/>
              </a:ext>
            </a:extLst>
          </p:cNvPr>
          <p:cNvGrpSpPr/>
          <p:nvPr/>
        </p:nvGrpSpPr>
        <p:grpSpPr>
          <a:xfrm>
            <a:off x="10840860" y="2999528"/>
            <a:ext cx="421200" cy="170640"/>
            <a:chOff x="10840860" y="2999528"/>
            <a:chExt cx="421200" cy="170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4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CE0923CA-338E-0265-BA75-B0EAB2D16428}"/>
                    </a:ext>
                  </a:extLst>
                </p14:cNvPr>
                <p14:cNvContentPartPr/>
                <p14:nvPr/>
              </p14:nvContentPartPr>
              <p14:xfrm>
                <a:off x="10858500" y="3096368"/>
                <a:ext cx="58320" cy="73800"/>
              </p14:xfrm>
            </p:contentPart>
          </mc:Choice>
          <mc:Fallback xmlns=""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CE0923CA-338E-0265-BA75-B0EAB2D16428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10849860" y="3087368"/>
                  <a:ext cx="7596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6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58BAEE36-218B-79A5-65A3-F23EAA3B84F0}"/>
                    </a:ext>
                  </a:extLst>
                </p14:cNvPr>
                <p14:cNvContentPartPr/>
                <p14:nvPr/>
              </p14:nvContentPartPr>
              <p14:xfrm>
                <a:off x="10840860" y="2999528"/>
                <a:ext cx="7560" cy="10080"/>
              </p14:xfrm>
            </p:contentPart>
          </mc:Choice>
          <mc:Fallback xmlns=""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58BAEE36-218B-79A5-65A3-F23EAA3B84F0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10832220" y="2990528"/>
                  <a:ext cx="2520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8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B141C6F8-3735-CD5A-0AE2-EAFBF4F0ADCD}"/>
                    </a:ext>
                  </a:extLst>
                </p14:cNvPr>
                <p14:cNvContentPartPr/>
                <p14:nvPr/>
              </p14:nvContentPartPr>
              <p14:xfrm>
                <a:off x="11030220" y="3122288"/>
                <a:ext cx="93240" cy="5760"/>
              </p14:xfrm>
            </p:contentPart>
          </mc:Choice>
          <mc:Fallback xmlns=""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B141C6F8-3735-CD5A-0AE2-EAFBF4F0ADCD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11021580" y="3113648"/>
                  <a:ext cx="11088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0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8BD3ED78-318E-55EA-BEFE-7D0CC4373EFC}"/>
                    </a:ext>
                  </a:extLst>
                </p14:cNvPr>
                <p14:cNvContentPartPr/>
                <p14:nvPr/>
              </p14:nvContentPartPr>
              <p14:xfrm>
                <a:off x="10998900" y="3059648"/>
                <a:ext cx="93600" cy="5760"/>
              </p14:xfrm>
            </p:contentPart>
          </mc:Choice>
          <mc:Fallback xmlns=""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8BD3ED78-318E-55EA-BEFE-7D0CC4373EFC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10989900" y="3051008"/>
                  <a:ext cx="1112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2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AA5EFD49-8D1A-E102-D650-4F1F8C8D319B}"/>
                    </a:ext>
                  </a:extLst>
                </p14:cNvPr>
                <p14:cNvContentPartPr/>
                <p14:nvPr/>
              </p14:nvContentPartPr>
              <p14:xfrm>
                <a:off x="11228940" y="3040208"/>
                <a:ext cx="33120" cy="92520"/>
              </p14:xfrm>
            </p:contentPart>
          </mc:Choice>
          <mc:Fallback xmlns=""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AA5EFD49-8D1A-E102-D650-4F1F8C8D319B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11220300" y="3031208"/>
                  <a:ext cx="50760" cy="110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5" name="Group 274">
            <a:extLst>
              <a:ext uri="{FF2B5EF4-FFF2-40B4-BE49-F238E27FC236}">
                <a16:creationId xmlns:a16="http://schemas.microsoft.com/office/drawing/2014/main" id="{D0CF7A9A-D34D-1CD4-540A-CB4D3108B517}"/>
              </a:ext>
            </a:extLst>
          </p:cNvPr>
          <p:cNvGrpSpPr/>
          <p:nvPr/>
        </p:nvGrpSpPr>
        <p:grpSpPr>
          <a:xfrm>
            <a:off x="5897700" y="2902328"/>
            <a:ext cx="1893240" cy="978120"/>
            <a:chOff x="5897700" y="2902328"/>
            <a:chExt cx="1893240" cy="978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4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7B95EE16-0B1A-195A-8B11-E8DC89DD4A8C}"/>
                    </a:ext>
                  </a:extLst>
                </p14:cNvPr>
                <p14:cNvContentPartPr/>
                <p14:nvPr/>
              </p14:nvContentPartPr>
              <p14:xfrm>
                <a:off x="6877260" y="2944808"/>
                <a:ext cx="13320" cy="11520"/>
              </p14:xfrm>
            </p:contentPart>
          </mc:Choice>
          <mc:Fallback xmlns=""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7B95EE16-0B1A-195A-8B11-E8DC89DD4A8C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6868620" y="2935808"/>
                  <a:ext cx="3096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6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29D7ED09-4EEE-32A7-A43C-0E2020110E55}"/>
                    </a:ext>
                  </a:extLst>
                </p14:cNvPr>
                <p14:cNvContentPartPr/>
                <p14:nvPr/>
              </p14:nvContentPartPr>
              <p14:xfrm>
                <a:off x="6878700" y="2937608"/>
                <a:ext cx="258120" cy="262080"/>
              </p14:xfrm>
            </p:contentPart>
          </mc:Choice>
          <mc:Fallback xmlns=""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29D7ED09-4EEE-32A7-A43C-0E2020110E55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6869700" y="2928608"/>
                  <a:ext cx="275760" cy="27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8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2902162F-C5DD-DDD6-C5C5-B8BD44601031}"/>
                    </a:ext>
                  </a:extLst>
                </p14:cNvPr>
                <p14:cNvContentPartPr/>
                <p14:nvPr/>
              </p14:nvContentPartPr>
              <p14:xfrm>
                <a:off x="6992820" y="3085928"/>
                <a:ext cx="798120" cy="720000"/>
              </p14:xfrm>
            </p:contentPart>
          </mc:Choice>
          <mc:Fallback xmlns=""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2902162F-C5DD-DDD6-C5C5-B8BD44601031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6984180" y="3076928"/>
                  <a:ext cx="815760" cy="73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0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A74321EE-4BB2-A286-2049-198D10C12C3E}"/>
                    </a:ext>
                  </a:extLst>
                </p14:cNvPr>
                <p14:cNvContentPartPr/>
                <p14:nvPr/>
              </p14:nvContentPartPr>
              <p14:xfrm>
                <a:off x="5897700" y="2902328"/>
                <a:ext cx="989640" cy="978120"/>
              </p14:xfrm>
            </p:contentPart>
          </mc:Choice>
          <mc:Fallback xmlns=""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A74321EE-4BB2-A286-2049-198D10C12C3E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5889060" y="2893688"/>
                  <a:ext cx="1007280" cy="995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8" name="Group 277">
            <a:extLst>
              <a:ext uri="{FF2B5EF4-FFF2-40B4-BE49-F238E27FC236}">
                <a16:creationId xmlns:a16="http://schemas.microsoft.com/office/drawing/2014/main" id="{982618E0-EF79-084E-7183-12A184812E5C}"/>
              </a:ext>
            </a:extLst>
          </p:cNvPr>
          <p:cNvGrpSpPr/>
          <p:nvPr/>
        </p:nvGrpSpPr>
        <p:grpSpPr>
          <a:xfrm>
            <a:off x="2503980" y="2925008"/>
            <a:ext cx="1603440" cy="895320"/>
            <a:chOff x="2503980" y="2925008"/>
            <a:chExt cx="1603440" cy="895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2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357A091E-542F-E7E2-AF2A-EC5F84411CE3}"/>
                    </a:ext>
                  </a:extLst>
                </p14:cNvPr>
                <p14:cNvContentPartPr/>
                <p14:nvPr/>
              </p14:nvContentPartPr>
              <p14:xfrm>
                <a:off x="3179340" y="2925008"/>
                <a:ext cx="928080" cy="869400"/>
              </p14:xfrm>
            </p:contentPart>
          </mc:Choice>
          <mc:Fallback xmlns=""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357A091E-542F-E7E2-AF2A-EC5F84411CE3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3170700" y="2916008"/>
                  <a:ext cx="945720" cy="88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4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67C032C0-5EA6-EAC1-5865-0E6566BB6373}"/>
                    </a:ext>
                  </a:extLst>
                </p14:cNvPr>
                <p14:cNvContentPartPr/>
                <p14:nvPr/>
              </p14:nvContentPartPr>
              <p14:xfrm>
                <a:off x="2503980" y="2937608"/>
                <a:ext cx="702000" cy="882720"/>
              </p14:xfrm>
            </p:contentPart>
          </mc:Choice>
          <mc:Fallback xmlns=""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67C032C0-5EA6-EAC1-5865-0E6566BB6373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2494980" y="2928608"/>
                  <a:ext cx="719640" cy="900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5" name="Group 284">
            <a:extLst>
              <a:ext uri="{FF2B5EF4-FFF2-40B4-BE49-F238E27FC236}">
                <a16:creationId xmlns:a16="http://schemas.microsoft.com/office/drawing/2014/main" id="{E96BC3D8-6853-93D4-64E1-15D222C5EA01}"/>
              </a:ext>
            </a:extLst>
          </p:cNvPr>
          <p:cNvGrpSpPr/>
          <p:nvPr/>
        </p:nvGrpSpPr>
        <p:grpSpPr>
          <a:xfrm>
            <a:off x="10875780" y="3286448"/>
            <a:ext cx="470520" cy="153720"/>
            <a:chOff x="10875780" y="3286448"/>
            <a:chExt cx="470520" cy="153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6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61CA0DD4-FA23-017A-DE72-04CB4DE08004}"/>
                    </a:ext>
                  </a:extLst>
                </p14:cNvPr>
                <p14:cNvContentPartPr/>
                <p14:nvPr/>
              </p14:nvContentPartPr>
              <p14:xfrm>
                <a:off x="10884060" y="3376808"/>
                <a:ext cx="48600" cy="63360"/>
              </p14:xfrm>
            </p:contentPart>
          </mc:Choice>
          <mc:Fallback xmlns=""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61CA0DD4-FA23-017A-DE72-04CB4DE08004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10875420" y="3368168"/>
                  <a:ext cx="6624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8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56AE3250-56DB-BE23-7143-C18EE260B1E0}"/>
                    </a:ext>
                  </a:extLst>
                </p14:cNvPr>
                <p14:cNvContentPartPr/>
                <p14:nvPr/>
              </p14:nvContentPartPr>
              <p14:xfrm>
                <a:off x="10875780" y="3286448"/>
                <a:ext cx="3600" cy="7560"/>
              </p14:xfrm>
            </p:contentPart>
          </mc:Choice>
          <mc:Fallback xmlns=""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56AE3250-56DB-BE23-7143-C18EE260B1E0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10867140" y="3277448"/>
                  <a:ext cx="2124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0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85CDA794-0570-4A8E-B422-BA1ADF8C439B}"/>
                    </a:ext>
                  </a:extLst>
                </p14:cNvPr>
                <p14:cNvContentPartPr/>
                <p14:nvPr/>
              </p14:nvContentPartPr>
              <p14:xfrm>
                <a:off x="11049660" y="3405608"/>
                <a:ext cx="89640" cy="13320"/>
              </p14:xfrm>
            </p:contentPart>
          </mc:Choice>
          <mc:Fallback xmlns=""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85CDA794-0570-4A8E-B422-BA1ADF8C439B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11041020" y="3396608"/>
                  <a:ext cx="10728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2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07551FBB-DA53-85F0-259F-39E547D1B63B}"/>
                    </a:ext>
                  </a:extLst>
                </p14:cNvPr>
                <p14:cNvContentPartPr/>
                <p14:nvPr/>
              </p14:nvContentPartPr>
              <p14:xfrm>
                <a:off x="11042460" y="3351248"/>
                <a:ext cx="75960" cy="15840"/>
              </p14:xfrm>
            </p:contentPart>
          </mc:Choice>
          <mc:Fallback xmlns=""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07551FBB-DA53-85F0-259F-39E547D1B63B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11033820" y="3342248"/>
                  <a:ext cx="9360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4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D1B8EAA8-C14D-D771-30F4-7294A544835D}"/>
                    </a:ext>
                  </a:extLst>
                </p14:cNvPr>
                <p14:cNvContentPartPr/>
                <p14:nvPr/>
              </p14:nvContentPartPr>
              <p14:xfrm>
                <a:off x="11206260" y="3342248"/>
                <a:ext cx="140040" cy="93600"/>
              </p14:xfrm>
            </p:contentPart>
          </mc:Choice>
          <mc:Fallback xmlns=""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D1B8EAA8-C14D-D771-30F4-7294A544835D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11197620" y="3333248"/>
                  <a:ext cx="157680" cy="111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9" name="Group 288">
            <a:extLst>
              <a:ext uri="{FF2B5EF4-FFF2-40B4-BE49-F238E27FC236}">
                <a16:creationId xmlns:a16="http://schemas.microsoft.com/office/drawing/2014/main" id="{7FBEE19C-ACB8-C9E3-4B36-0613ED53F557}"/>
              </a:ext>
            </a:extLst>
          </p:cNvPr>
          <p:cNvGrpSpPr/>
          <p:nvPr/>
        </p:nvGrpSpPr>
        <p:grpSpPr>
          <a:xfrm>
            <a:off x="7288740" y="2922128"/>
            <a:ext cx="1668240" cy="945360"/>
            <a:chOff x="7288740" y="2922128"/>
            <a:chExt cx="1668240" cy="945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56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A12D30AC-06A4-A7B9-0522-DD05DA9A11DB}"/>
                    </a:ext>
                  </a:extLst>
                </p14:cNvPr>
                <p14:cNvContentPartPr/>
                <p14:nvPr/>
              </p14:nvContentPartPr>
              <p14:xfrm>
                <a:off x="8135820" y="2935448"/>
                <a:ext cx="173880" cy="168480"/>
              </p14:xfrm>
            </p:contentPart>
          </mc:Choice>
          <mc:Fallback xmlns=""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A12D30AC-06A4-A7B9-0522-DD05DA9A11DB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8127180" y="2926808"/>
                  <a:ext cx="19152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8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E85AD638-8E83-EB55-FE60-5804FFB0C8A5}"/>
                    </a:ext>
                  </a:extLst>
                </p14:cNvPr>
                <p14:cNvContentPartPr/>
                <p14:nvPr/>
              </p14:nvContentPartPr>
              <p14:xfrm>
                <a:off x="8161740" y="2935088"/>
                <a:ext cx="795240" cy="868320"/>
              </p14:xfrm>
            </p:contentPart>
          </mc:Choice>
          <mc:Fallback xmlns=""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E85AD638-8E83-EB55-FE60-5804FFB0C8A5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8153100" y="2926448"/>
                  <a:ext cx="812880" cy="88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0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2CA0D35A-9714-3DC8-9F42-11EBF97F5528}"/>
                    </a:ext>
                  </a:extLst>
                </p14:cNvPr>
                <p14:cNvContentPartPr/>
                <p14:nvPr/>
              </p14:nvContentPartPr>
              <p14:xfrm>
                <a:off x="7288740" y="2922128"/>
                <a:ext cx="845640" cy="945360"/>
              </p14:xfrm>
            </p:contentPart>
          </mc:Choice>
          <mc:Fallback xmlns=""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2CA0D35A-9714-3DC8-9F42-11EBF97F5528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7279740" y="2913128"/>
                  <a:ext cx="863280" cy="963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3" name="Group 292">
            <a:extLst>
              <a:ext uri="{FF2B5EF4-FFF2-40B4-BE49-F238E27FC236}">
                <a16:creationId xmlns:a16="http://schemas.microsoft.com/office/drawing/2014/main" id="{C99AA194-E174-B07D-1E0B-B2E371E42533}"/>
              </a:ext>
            </a:extLst>
          </p:cNvPr>
          <p:cNvGrpSpPr/>
          <p:nvPr/>
        </p:nvGrpSpPr>
        <p:grpSpPr>
          <a:xfrm>
            <a:off x="3555540" y="2939048"/>
            <a:ext cx="1625040" cy="847800"/>
            <a:chOff x="3555540" y="2939048"/>
            <a:chExt cx="1625040" cy="847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2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3531C95E-58C5-8F04-E009-951693005137}"/>
                    </a:ext>
                  </a:extLst>
                </p14:cNvPr>
                <p14:cNvContentPartPr/>
                <p14:nvPr/>
              </p14:nvContentPartPr>
              <p14:xfrm>
                <a:off x="4291380" y="2955968"/>
                <a:ext cx="4320" cy="6480"/>
              </p14:xfrm>
            </p:contentPart>
          </mc:Choice>
          <mc:Fallback xmlns=""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3531C95E-58C5-8F04-E009-951693005137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4282380" y="2947328"/>
                  <a:ext cx="2196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4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C767E1AB-E9F0-D880-9803-C06208DC9D44}"/>
                    </a:ext>
                  </a:extLst>
                </p14:cNvPr>
                <p14:cNvContentPartPr/>
                <p14:nvPr/>
              </p14:nvContentPartPr>
              <p14:xfrm>
                <a:off x="4278780" y="2939048"/>
                <a:ext cx="901800" cy="842760"/>
              </p14:xfrm>
            </p:contentPart>
          </mc:Choice>
          <mc:Fallback xmlns=""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C767E1AB-E9F0-D880-9803-C06208DC9D44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4269780" y="2930048"/>
                  <a:ext cx="919440" cy="86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6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1E393949-8D66-3120-5DB3-20128D50AB16}"/>
                    </a:ext>
                  </a:extLst>
                </p14:cNvPr>
                <p14:cNvContentPartPr/>
                <p14:nvPr/>
              </p14:nvContentPartPr>
              <p14:xfrm>
                <a:off x="3555540" y="2948768"/>
                <a:ext cx="741960" cy="838080"/>
              </p14:xfrm>
            </p:contentPart>
          </mc:Choice>
          <mc:Fallback xmlns=""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1E393949-8D66-3120-5DB3-20128D50AB16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3546540" y="2940128"/>
                  <a:ext cx="759600" cy="855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68">
            <p14:nvContentPartPr>
              <p14:cNvPr id="321" name="Ink 320">
                <a:extLst>
                  <a:ext uri="{FF2B5EF4-FFF2-40B4-BE49-F238E27FC236}">
                    <a16:creationId xmlns:a16="http://schemas.microsoft.com/office/drawing/2014/main" id="{DD896447-27CE-D021-098E-4B8FB36B6784}"/>
                  </a:ext>
                </a:extLst>
              </p14:cNvPr>
              <p14:cNvContentPartPr/>
              <p14:nvPr/>
            </p14:nvContentPartPr>
            <p14:xfrm>
              <a:off x="1412460" y="2766248"/>
              <a:ext cx="249840" cy="209520"/>
            </p14:xfrm>
          </p:contentPart>
        </mc:Choice>
        <mc:Fallback xmlns="">
          <p:pic>
            <p:nvPicPr>
              <p:cNvPr id="321" name="Ink 320">
                <a:extLst>
                  <a:ext uri="{FF2B5EF4-FFF2-40B4-BE49-F238E27FC236}">
                    <a16:creationId xmlns:a16="http://schemas.microsoft.com/office/drawing/2014/main" id="{DD896447-27CE-D021-098E-4B8FB36B6784}"/>
                  </a:ext>
                </a:extLst>
              </p:cNvPr>
              <p:cNvPicPr/>
              <p:nvPr/>
            </p:nvPicPr>
            <p:blipFill>
              <a:blip r:embed="rId469"/>
              <a:stretch>
                <a:fillRect/>
              </a:stretch>
            </p:blipFill>
            <p:spPr>
              <a:xfrm>
                <a:off x="1403460" y="2757608"/>
                <a:ext cx="267480" cy="227160"/>
              </a:xfrm>
              <a:prstGeom prst="rect">
                <a:avLst/>
              </a:prstGeom>
            </p:spPr>
          </p:pic>
        </mc:Fallback>
      </mc:AlternateContent>
      <p:grpSp>
        <p:nvGrpSpPr>
          <p:cNvPr id="334" name="Group 333">
            <a:extLst>
              <a:ext uri="{FF2B5EF4-FFF2-40B4-BE49-F238E27FC236}">
                <a16:creationId xmlns:a16="http://schemas.microsoft.com/office/drawing/2014/main" id="{6AF3545B-7879-8925-4869-58FB22ABFCDA}"/>
              </a:ext>
            </a:extLst>
          </p:cNvPr>
          <p:cNvGrpSpPr/>
          <p:nvPr/>
        </p:nvGrpSpPr>
        <p:grpSpPr>
          <a:xfrm>
            <a:off x="769860" y="2177288"/>
            <a:ext cx="1057680" cy="401040"/>
            <a:chOff x="769860" y="2177288"/>
            <a:chExt cx="1057680" cy="401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70">
              <p14:nvContentPartPr>
                <p14:cNvPr id="322" name="Ink 321">
                  <a:extLst>
                    <a:ext uri="{FF2B5EF4-FFF2-40B4-BE49-F238E27FC236}">
                      <a16:creationId xmlns:a16="http://schemas.microsoft.com/office/drawing/2014/main" id="{E544445C-DCDF-3E1C-46D4-EEC41B93C16E}"/>
                    </a:ext>
                  </a:extLst>
                </p14:cNvPr>
                <p14:cNvContentPartPr/>
                <p14:nvPr/>
              </p14:nvContentPartPr>
              <p14:xfrm>
                <a:off x="769860" y="2362688"/>
                <a:ext cx="209160" cy="179640"/>
              </p14:xfrm>
            </p:contentPart>
          </mc:Choice>
          <mc:Fallback xmlns="">
            <p:pic>
              <p:nvPicPr>
                <p:cNvPr id="322" name="Ink 321">
                  <a:extLst>
                    <a:ext uri="{FF2B5EF4-FFF2-40B4-BE49-F238E27FC236}">
                      <a16:creationId xmlns:a16="http://schemas.microsoft.com/office/drawing/2014/main" id="{E544445C-DCDF-3E1C-46D4-EEC41B93C16E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761220" y="2353688"/>
                  <a:ext cx="22680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2">
              <p14:nvContentPartPr>
                <p14:cNvPr id="323" name="Ink 322">
                  <a:extLst>
                    <a:ext uri="{FF2B5EF4-FFF2-40B4-BE49-F238E27FC236}">
                      <a16:creationId xmlns:a16="http://schemas.microsoft.com/office/drawing/2014/main" id="{53F2D5DA-13CC-0F72-C36B-60C5E619BFA1}"/>
                    </a:ext>
                  </a:extLst>
                </p14:cNvPr>
                <p14:cNvContentPartPr/>
                <p14:nvPr/>
              </p14:nvContentPartPr>
              <p14:xfrm>
                <a:off x="782460" y="2343608"/>
                <a:ext cx="132120" cy="232200"/>
              </p14:xfrm>
            </p:contentPart>
          </mc:Choice>
          <mc:Fallback xmlns="">
            <p:pic>
              <p:nvPicPr>
                <p:cNvPr id="323" name="Ink 322">
                  <a:extLst>
                    <a:ext uri="{FF2B5EF4-FFF2-40B4-BE49-F238E27FC236}">
                      <a16:creationId xmlns:a16="http://schemas.microsoft.com/office/drawing/2014/main" id="{53F2D5DA-13CC-0F72-C36B-60C5E619BFA1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773460" y="2334968"/>
                  <a:ext cx="14976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4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4A712299-58F4-6159-FE9A-D29DE3D4E9C7}"/>
                    </a:ext>
                  </a:extLst>
                </p14:cNvPr>
                <p14:cNvContentPartPr/>
                <p14:nvPr/>
              </p14:nvContentPartPr>
              <p14:xfrm>
                <a:off x="1065060" y="2327408"/>
                <a:ext cx="360" cy="360"/>
              </p14:xfrm>
            </p:contentPart>
          </mc:Choice>
          <mc:Fallback xmlns=""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4A712299-58F4-6159-FE9A-D29DE3D4E9C7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1056060" y="2318408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6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63CB52DF-7AA9-6304-C143-01F292FEBBEF}"/>
                    </a:ext>
                  </a:extLst>
                </p14:cNvPr>
                <p14:cNvContentPartPr/>
                <p14:nvPr/>
              </p14:nvContentPartPr>
              <p14:xfrm>
                <a:off x="994500" y="2482928"/>
                <a:ext cx="152640" cy="95400"/>
              </p14:xfrm>
            </p:contentPart>
          </mc:Choice>
          <mc:Fallback xmlns=""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63CB52DF-7AA9-6304-C143-01F292FEBBEF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985860" y="2474288"/>
                  <a:ext cx="17028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8">
              <p14:nvContentPartPr>
                <p14:cNvPr id="326" name="Ink 325">
                  <a:extLst>
                    <a:ext uri="{FF2B5EF4-FFF2-40B4-BE49-F238E27FC236}">
                      <a16:creationId xmlns:a16="http://schemas.microsoft.com/office/drawing/2014/main" id="{E8BA9397-6C64-70A2-9A19-59C5F379E5A7}"/>
                    </a:ext>
                  </a:extLst>
                </p14:cNvPr>
                <p14:cNvContentPartPr/>
                <p14:nvPr/>
              </p14:nvContentPartPr>
              <p14:xfrm>
                <a:off x="1090980" y="2310488"/>
                <a:ext cx="124560" cy="220320"/>
              </p14:xfrm>
            </p:contentPart>
          </mc:Choice>
          <mc:Fallback xmlns="">
            <p:pic>
              <p:nvPicPr>
                <p:cNvPr id="326" name="Ink 325">
                  <a:extLst>
                    <a:ext uri="{FF2B5EF4-FFF2-40B4-BE49-F238E27FC236}">
                      <a16:creationId xmlns:a16="http://schemas.microsoft.com/office/drawing/2014/main" id="{E8BA9397-6C64-70A2-9A19-59C5F379E5A7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1081980" y="2301848"/>
                  <a:ext cx="14220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0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010753F9-C326-F591-52B1-428DCD981459}"/>
                    </a:ext>
                  </a:extLst>
                </p14:cNvPr>
                <p14:cNvContentPartPr/>
                <p14:nvPr/>
              </p14:nvContentPartPr>
              <p14:xfrm>
                <a:off x="1216260" y="2400128"/>
                <a:ext cx="140760" cy="146160"/>
              </p14:xfrm>
            </p:contentPart>
          </mc:Choice>
          <mc:Fallback xmlns=""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010753F9-C326-F591-52B1-428DCD981459}"/>
                    </a:ext>
                  </a:extLst>
                </p:cNvPr>
                <p:cNvPicPr/>
                <p:nvPr/>
              </p:nvPicPr>
              <p:blipFill>
                <a:blip r:embed="rId481"/>
                <a:stretch>
                  <a:fillRect/>
                </a:stretch>
              </p:blipFill>
              <p:spPr>
                <a:xfrm>
                  <a:off x="1207260" y="2391128"/>
                  <a:ext cx="15840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2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AA3CDC14-371F-A330-C948-FAD12EFFF257}"/>
                    </a:ext>
                  </a:extLst>
                </p14:cNvPr>
                <p14:cNvContentPartPr/>
                <p14:nvPr/>
              </p14:nvContentPartPr>
              <p14:xfrm>
                <a:off x="1326060" y="2291048"/>
                <a:ext cx="101160" cy="189720"/>
              </p14:xfrm>
            </p:contentPart>
          </mc:Choice>
          <mc:Fallback xmlns=""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AA3CDC14-371F-A330-C948-FAD12EFFF257}"/>
                    </a:ext>
                  </a:extLst>
                </p:cNvPr>
                <p:cNvPicPr/>
                <p:nvPr/>
              </p:nvPicPr>
              <p:blipFill>
                <a:blip r:embed="rId483"/>
                <a:stretch>
                  <a:fillRect/>
                </a:stretch>
              </p:blipFill>
              <p:spPr>
                <a:xfrm>
                  <a:off x="1317060" y="2282048"/>
                  <a:ext cx="11880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4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03134975-F1CF-9AF4-95C3-8CDDD63222EF}"/>
                    </a:ext>
                  </a:extLst>
                </p14:cNvPr>
                <p14:cNvContentPartPr/>
                <p14:nvPr/>
              </p14:nvContentPartPr>
              <p14:xfrm>
                <a:off x="1321020" y="2177288"/>
                <a:ext cx="5040" cy="8280"/>
              </p14:xfrm>
            </p:contentPart>
          </mc:Choice>
          <mc:Fallback xmlns=""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03134975-F1CF-9AF4-95C3-8CDDD63222EF}"/>
                    </a:ext>
                  </a:extLst>
                </p:cNvPr>
                <p:cNvPicPr/>
                <p:nvPr/>
              </p:nvPicPr>
              <p:blipFill>
                <a:blip r:embed="rId485"/>
                <a:stretch>
                  <a:fillRect/>
                </a:stretch>
              </p:blipFill>
              <p:spPr>
                <a:xfrm>
                  <a:off x="1312020" y="2168648"/>
                  <a:ext cx="2268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6">
              <p14:nvContentPartPr>
                <p14:cNvPr id="330" name="Ink 329">
                  <a:extLst>
                    <a:ext uri="{FF2B5EF4-FFF2-40B4-BE49-F238E27FC236}">
                      <a16:creationId xmlns:a16="http://schemas.microsoft.com/office/drawing/2014/main" id="{9522DE9F-9FE1-7FAE-665B-48E23A95954E}"/>
                    </a:ext>
                  </a:extLst>
                </p14:cNvPr>
                <p14:cNvContentPartPr/>
                <p14:nvPr/>
              </p14:nvContentPartPr>
              <p14:xfrm>
                <a:off x="1432620" y="2243528"/>
                <a:ext cx="193320" cy="85680"/>
              </p14:xfrm>
            </p:contentPart>
          </mc:Choice>
          <mc:Fallback xmlns="">
            <p:pic>
              <p:nvPicPr>
                <p:cNvPr id="330" name="Ink 329">
                  <a:extLst>
                    <a:ext uri="{FF2B5EF4-FFF2-40B4-BE49-F238E27FC236}">
                      <a16:creationId xmlns:a16="http://schemas.microsoft.com/office/drawing/2014/main" id="{9522DE9F-9FE1-7FAE-665B-48E23A95954E}"/>
                    </a:ext>
                  </a:extLst>
                </p:cNvPr>
                <p:cNvPicPr/>
                <p:nvPr/>
              </p:nvPicPr>
              <p:blipFill>
                <a:blip r:embed="rId487"/>
                <a:stretch>
                  <a:fillRect/>
                </a:stretch>
              </p:blipFill>
              <p:spPr>
                <a:xfrm>
                  <a:off x="1423980" y="2234888"/>
                  <a:ext cx="21096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8">
              <p14:nvContentPartPr>
                <p14:cNvPr id="331" name="Ink 330">
                  <a:extLst>
                    <a:ext uri="{FF2B5EF4-FFF2-40B4-BE49-F238E27FC236}">
                      <a16:creationId xmlns:a16="http://schemas.microsoft.com/office/drawing/2014/main" id="{9EA21D00-6F29-F18F-B666-57FEF88BBDDA}"/>
                    </a:ext>
                  </a:extLst>
                </p14:cNvPr>
                <p14:cNvContentPartPr/>
                <p14:nvPr/>
              </p14:nvContentPartPr>
              <p14:xfrm>
                <a:off x="1693620" y="2259728"/>
                <a:ext cx="133920" cy="293400"/>
              </p14:xfrm>
            </p:contentPart>
          </mc:Choice>
          <mc:Fallback xmlns="">
            <p:pic>
              <p:nvPicPr>
                <p:cNvPr id="331" name="Ink 330">
                  <a:extLst>
                    <a:ext uri="{FF2B5EF4-FFF2-40B4-BE49-F238E27FC236}">
                      <a16:creationId xmlns:a16="http://schemas.microsoft.com/office/drawing/2014/main" id="{9EA21D00-6F29-F18F-B666-57FEF88BBDDA}"/>
                    </a:ext>
                  </a:extLst>
                </p:cNvPr>
                <p:cNvPicPr/>
                <p:nvPr/>
              </p:nvPicPr>
              <p:blipFill>
                <a:blip r:embed="rId489"/>
                <a:stretch>
                  <a:fillRect/>
                </a:stretch>
              </p:blipFill>
              <p:spPr>
                <a:xfrm>
                  <a:off x="1684620" y="2251088"/>
                  <a:ext cx="151560" cy="31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0">
              <p14:nvContentPartPr>
                <p14:cNvPr id="333" name="Ink 332">
                  <a:extLst>
                    <a:ext uri="{FF2B5EF4-FFF2-40B4-BE49-F238E27FC236}">
                      <a16:creationId xmlns:a16="http://schemas.microsoft.com/office/drawing/2014/main" id="{7DA6A4AF-C946-859C-D651-EAE180ACFC51}"/>
                    </a:ext>
                  </a:extLst>
                </p14:cNvPr>
                <p14:cNvContentPartPr/>
                <p14:nvPr/>
              </p14:nvContentPartPr>
              <p14:xfrm>
                <a:off x="1657260" y="2337488"/>
                <a:ext cx="67320" cy="63360"/>
              </p14:xfrm>
            </p:contentPart>
          </mc:Choice>
          <mc:Fallback xmlns="">
            <p:pic>
              <p:nvPicPr>
                <p:cNvPr id="333" name="Ink 332">
                  <a:extLst>
                    <a:ext uri="{FF2B5EF4-FFF2-40B4-BE49-F238E27FC236}">
                      <a16:creationId xmlns:a16="http://schemas.microsoft.com/office/drawing/2014/main" id="{7DA6A4AF-C946-859C-D651-EAE180ACFC51}"/>
                    </a:ext>
                  </a:extLst>
                </p:cNvPr>
                <p:cNvPicPr/>
                <p:nvPr/>
              </p:nvPicPr>
              <p:blipFill>
                <a:blip r:embed="rId491"/>
                <a:stretch>
                  <a:fillRect/>
                </a:stretch>
              </p:blipFill>
              <p:spPr>
                <a:xfrm>
                  <a:off x="1648260" y="2328848"/>
                  <a:ext cx="84960" cy="81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7" name="Group 346">
            <a:extLst>
              <a:ext uri="{FF2B5EF4-FFF2-40B4-BE49-F238E27FC236}">
                <a16:creationId xmlns:a16="http://schemas.microsoft.com/office/drawing/2014/main" id="{5F1F9989-B08A-0D16-9C4C-91807D36C23B}"/>
              </a:ext>
            </a:extLst>
          </p:cNvPr>
          <p:cNvGrpSpPr/>
          <p:nvPr/>
        </p:nvGrpSpPr>
        <p:grpSpPr>
          <a:xfrm>
            <a:off x="1511820" y="2790728"/>
            <a:ext cx="8409240" cy="1990080"/>
            <a:chOff x="1511820" y="2790728"/>
            <a:chExt cx="8409240" cy="1990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92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8D9FA4F2-0921-0D9D-D57E-2BC2023C3C4F}"/>
                    </a:ext>
                  </a:extLst>
                </p14:cNvPr>
                <p14:cNvContentPartPr/>
                <p14:nvPr/>
              </p14:nvContentPartPr>
              <p14:xfrm>
                <a:off x="5688900" y="2934368"/>
                <a:ext cx="335520" cy="245880"/>
              </p14:xfrm>
            </p:contentPart>
          </mc:Choice>
          <mc:Fallback xmlns=""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8D9FA4F2-0921-0D9D-D57E-2BC2023C3C4F}"/>
                    </a:ext>
                  </a:extLst>
                </p:cNvPr>
                <p:cNvPicPr/>
                <p:nvPr/>
              </p:nvPicPr>
              <p:blipFill>
                <a:blip r:embed="rId493"/>
                <a:stretch>
                  <a:fillRect/>
                </a:stretch>
              </p:blipFill>
              <p:spPr>
                <a:xfrm>
                  <a:off x="5679900" y="2925728"/>
                  <a:ext cx="35316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4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6D92FA7E-7A5F-39E8-4EC2-2604339EFCC0}"/>
                    </a:ext>
                  </a:extLst>
                </p14:cNvPr>
                <p14:cNvContentPartPr/>
                <p14:nvPr/>
              </p14:nvContentPartPr>
              <p14:xfrm>
                <a:off x="6030900" y="3168728"/>
                <a:ext cx="576000" cy="38520"/>
              </p14:xfrm>
            </p:contentPart>
          </mc:Choice>
          <mc:Fallback xmlns=""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6D92FA7E-7A5F-39E8-4EC2-2604339EFCC0}"/>
                    </a:ext>
                  </a:extLst>
                </p:cNvPr>
                <p:cNvPicPr/>
                <p:nvPr/>
              </p:nvPicPr>
              <p:blipFill>
                <a:blip r:embed="rId495"/>
                <a:stretch>
                  <a:fillRect/>
                </a:stretch>
              </p:blipFill>
              <p:spPr>
                <a:xfrm>
                  <a:off x="6022260" y="3160088"/>
                  <a:ext cx="59364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6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8C702E99-BE39-1254-B638-0B637B8D0A0E}"/>
                    </a:ext>
                  </a:extLst>
                </p14:cNvPr>
                <p14:cNvContentPartPr/>
                <p14:nvPr/>
              </p14:nvContentPartPr>
              <p14:xfrm>
                <a:off x="6526980" y="2904488"/>
                <a:ext cx="314280" cy="284760"/>
              </p14:xfrm>
            </p:contentPart>
          </mc:Choice>
          <mc:Fallback xmlns=""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8C702E99-BE39-1254-B638-0B637B8D0A0E}"/>
                    </a:ext>
                  </a:extLst>
                </p:cNvPr>
                <p:cNvPicPr/>
                <p:nvPr/>
              </p:nvPicPr>
              <p:blipFill>
                <a:blip r:embed="rId497"/>
                <a:stretch>
                  <a:fillRect/>
                </a:stretch>
              </p:blipFill>
              <p:spPr>
                <a:xfrm>
                  <a:off x="6517980" y="2895848"/>
                  <a:ext cx="331920" cy="30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8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818FCA4F-7D82-48C5-13EB-0CA1D044FC0D}"/>
                    </a:ext>
                  </a:extLst>
                </p14:cNvPr>
                <p14:cNvContentPartPr/>
                <p14:nvPr/>
              </p14:nvContentPartPr>
              <p14:xfrm>
                <a:off x="6905700" y="2898728"/>
                <a:ext cx="365760" cy="286200"/>
              </p14:xfrm>
            </p:contentPart>
          </mc:Choice>
          <mc:Fallback xmlns=""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818FCA4F-7D82-48C5-13EB-0CA1D044FC0D}"/>
                    </a:ext>
                  </a:extLst>
                </p:cNvPr>
                <p:cNvPicPr/>
                <p:nvPr/>
              </p:nvPicPr>
              <p:blipFill>
                <a:blip r:embed="rId499"/>
                <a:stretch>
                  <a:fillRect/>
                </a:stretch>
              </p:blipFill>
              <p:spPr>
                <a:xfrm>
                  <a:off x="6897060" y="2889728"/>
                  <a:ext cx="383400" cy="30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0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3BB8601A-9575-BEFB-518B-2C510EC6E4E7}"/>
                    </a:ext>
                  </a:extLst>
                </p14:cNvPr>
                <p14:cNvContentPartPr/>
                <p14:nvPr/>
              </p14:nvContentPartPr>
              <p14:xfrm>
                <a:off x="7290540" y="3203288"/>
                <a:ext cx="513000" cy="27720"/>
              </p14:xfrm>
            </p:contentPart>
          </mc:Choice>
          <mc:Fallback xmlns=""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3BB8601A-9575-BEFB-518B-2C510EC6E4E7}"/>
                    </a:ext>
                  </a:extLst>
                </p:cNvPr>
                <p:cNvPicPr/>
                <p:nvPr/>
              </p:nvPicPr>
              <p:blipFill>
                <a:blip r:embed="rId501"/>
                <a:stretch>
                  <a:fillRect/>
                </a:stretch>
              </p:blipFill>
              <p:spPr>
                <a:xfrm>
                  <a:off x="7281540" y="3194288"/>
                  <a:ext cx="53064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2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203D94C8-4489-72B8-011D-552B8CEA46E3}"/>
                    </a:ext>
                  </a:extLst>
                </p14:cNvPr>
                <p14:cNvContentPartPr/>
                <p14:nvPr/>
              </p14:nvContentPartPr>
              <p14:xfrm>
                <a:off x="7770060" y="2868128"/>
                <a:ext cx="313920" cy="367200"/>
              </p14:xfrm>
            </p:contentPart>
          </mc:Choice>
          <mc:Fallback xmlns=""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203D94C8-4489-72B8-011D-552B8CEA46E3}"/>
                    </a:ext>
                  </a:extLst>
                </p:cNvPr>
                <p:cNvPicPr/>
                <p:nvPr/>
              </p:nvPicPr>
              <p:blipFill>
                <a:blip r:embed="rId503"/>
                <a:stretch>
                  <a:fillRect/>
                </a:stretch>
              </p:blipFill>
              <p:spPr>
                <a:xfrm>
                  <a:off x="7761420" y="2859128"/>
                  <a:ext cx="331560" cy="38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4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ACD94ED9-7661-8A00-0D09-E852AC553063}"/>
                    </a:ext>
                  </a:extLst>
                </p14:cNvPr>
                <p14:cNvContentPartPr/>
                <p14:nvPr/>
              </p14:nvContentPartPr>
              <p14:xfrm>
                <a:off x="8138340" y="2837888"/>
                <a:ext cx="361800" cy="317880"/>
              </p14:xfrm>
            </p:contentPart>
          </mc:Choice>
          <mc:Fallback xmlns=""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ACD94ED9-7661-8A00-0D09-E852AC553063}"/>
                    </a:ext>
                  </a:extLst>
                </p:cNvPr>
                <p:cNvPicPr/>
                <p:nvPr/>
              </p:nvPicPr>
              <p:blipFill>
                <a:blip r:embed="rId505"/>
                <a:stretch>
                  <a:fillRect/>
                </a:stretch>
              </p:blipFill>
              <p:spPr>
                <a:xfrm>
                  <a:off x="8129700" y="2828888"/>
                  <a:ext cx="379440" cy="33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6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A84944B9-491D-B1D4-24B2-C3CAC0D93BB1}"/>
                    </a:ext>
                  </a:extLst>
                </p14:cNvPr>
                <p14:cNvContentPartPr/>
                <p14:nvPr/>
              </p14:nvContentPartPr>
              <p14:xfrm>
                <a:off x="8469900" y="3138848"/>
                <a:ext cx="347760" cy="36360"/>
              </p14:xfrm>
            </p:contentPart>
          </mc:Choice>
          <mc:Fallback xmlns=""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A84944B9-491D-B1D4-24B2-C3CAC0D93BB1}"/>
                    </a:ext>
                  </a:extLst>
                </p:cNvPr>
                <p:cNvPicPr/>
                <p:nvPr/>
              </p:nvPicPr>
              <p:blipFill>
                <a:blip r:embed="rId507"/>
                <a:stretch>
                  <a:fillRect/>
                </a:stretch>
              </p:blipFill>
              <p:spPr>
                <a:xfrm>
                  <a:off x="8460900" y="3129848"/>
                  <a:ext cx="36540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8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6E946998-CFD1-BE92-224B-74F2798C1923}"/>
                    </a:ext>
                  </a:extLst>
                </p14:cNvPr>
                <p14:cNvContentPartPr/>
                <p14:nvPr/>
              </p14:nvContentPartPr>
              <p14:xfrm>
                <a:off x="8863380" y="2849408"/>
                <a:ext cx="254160" cy="257760"/>
              </p14:xfrm>
            </p:contentPart>
          </mc:Choice>
          <mc:Fallback xmlns=""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6E946998-CFD1-BE92-224B-74F2798C1923}"/>
                    </a:ext>
                  </a:extLst>
                </p:cNvPr>
                <p:cNvPicPr/>
                <p:nvPr/>
              </p:nvPicPr>
              <p:blipFill>
                <a:blip r:embed="rId509"/>
                <a:stretch>
                  <a:fillRect/>
                </a:stretch>
              </p:blipFill>
              <p:spPr>
                <a:xfrm>
                  <a:off x="8854380" y="2840408"/>
                  <a:ext cx="27180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0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09ED0CE4-D0AB-11ED-BFC5-F74465BD3316}"/>
                    </a:ext>
                  </a:extLst>
                </p14:cNvPr>
                <p14:cNvContentPartPr/>
                <p14:nvPr/>
              </p14:nvContentPartPr>
              <p14:xfrm>
                <a:off x="8951580" y="2815208"/>
                <a:ext cx="502560" cy="302760"/>
              </p14:xfrm>
            </p:contentPart>
          </mc:Choice>
          <mc:Fallback xmlns=""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09ED0CE4-D0AB-11ED-BFC5-F74465BD3316}"/>
                    </a:ext>
                  </a:extLst>
                </p:cNvPr>
                <p:cNvPicPr/>
                <p:nvPr/>
              </p:nvPicPr>
              <p:blipFill>
                <a:blip r:embed="rId511"/>
                <a:stretch>
                  <a:fillRect/>
                </a:stretch>
              </p:blipFill>
              <p:spPr>
                <a:xfrm>
                  <a:off x="8942940" y="2806568"/>
                  <a:ext cx="520200" cy="32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2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209B0E9C-BDEC-054C-DE54-D4705DA7C5F7}"/>
                    </a:ext>
                  </a:extLst>
                </p14:cNvPr>
                <p14:cNvContentPartPr/>
                <p14:nvPr/>
              </p14:nvContentPartPr>
              <p14:xfrm>
                <a:off x="9419220" y="3096368"/>
                <a:ext cx="501840" cy="101160"/>
              </p14:xfrm>
            </p:contentPart>
          </mc:Choice>
          <mc:Fallback xmlns=""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209B0E9C-BDEC-054C-DE54-D4705DA7C5F7}"/>
                    </a:ext>
                  </a:extLst>
                </p:cNvPr>
                <p:cNvPicPr/>
                <p:nvPr/>
              </p:nvPicPr>
              <p:blipFill>
                <a:blip r:embed="rId513"/>
                <a:stretch>
                  <a:fillRect/>
                </a:stretch>
              </p:blipFill>
              <p:spPr>
                <a:xfrm>
                  <a:off x="9410220" y="3087368"/>
                  <a:ext cx="51948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4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1801C1FC-3452-7FA5-0E05-98CBABB25FA5}"/>
                    </a:ext>
                  </a:extLst>
                </p14:cNvPr>
                <p14:cNvContentPartPr/>
                <p14:nvPr/>
              </p14:nvContentPartPr>
              <p14:xfrm>
                <a:off x="5341860" y="2910968"/>
                <a:ext cx="301320" cy="339840"/>
              </p14:xfrm>
            </p:contentPart>
          </mc:Choice>
          <mc:Fallback xmlns=""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1801C1FC-3452-7FA5-0E05-98CBABB25FA5}"/>
                    </a:ext>
                  </a:extLst>
                </p:cNvPr>
                <p:cNvPicPr/>
                <p:nvPr/>
              </p:nvPicPr>
              <p:blipFill>
                <a:blip r:embed="rId515"/>
                <a:stretch>
                  <a:fillRect/>
                </a:stretch>
              </p:blipFill>
              <p:spPr>
                <a:xfrm>
                  <a:off x="5332860" y="2901968"/>
                  <a:ext cx="318960" cy="35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6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50EE3FF6-B56F-B30C-DAF0-862B4B5E7FBB}"/>
                    </a:ext>
                  </a:extLst>
                </p14:cNvPr>
                <p14:cNvContentPartPr/>
                <p14:nvPr/>
              </p14:nvContentPartPr>
              <p14:xfrm>
                <a:off x="4838220" y="3184928"/>
                <a:ext cx="523800" cy="48960"/>
              </p14:xfrm>
            </p:contentPart>
          </mc:Choice>
          <mc:Fallback xmlns=""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50EE3FF6-B56F-B30C-DAF0-862B4B5E7FBB}"/>
                    </a:ext>
                  </a:extLst>
                </p:cNvPr>
                <p:cNvPicPr/>
                <p:nvPr/>
              </p:nvPicPr>
              <p:blipFill>
                <a:blip r:embed="rId517"/>
                <a:stretch>
                  <a:fillRect/>
                </a:stretch>
              </p:blipFill>
              <p:spPr>
                <a:xfrm>
                  <a:off x="4829220" y="3175928"/>
                  <a:ext cx="54144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8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4590C794-391B-457B-1CAE-0617BDC0166B}"/>
                    </a:ext>
                  </a:extLst>
                </p14:cNvPr>
                <p14:cNvContentPartPr/>
                <p14:nvPr/>
              </p14:nvContentPartPr>
              <p14:xfrm>
                <a:off x="4730940" y="3230648"/>
                <a:ext cx="215280" cy="16560"/>
              </p14:xfrm>
            </p:contentPart>
          </mc:Choice>
          <mc:Fallback xmlns=""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4590C794-391B-457B-1CAE-0617BDC0166B}"/>
                    </a:ext>
                  </a:extLst>
                </p:cNvPr>
                <p:cNvPicPr/>
                <p:nvPr/>
              </p:nvPicPr>
              <p:blipFill>
                <a:blip r:embed="rId519"/>
                <a:stretch>
                  <a:fillRect/>
                </a:stretch>
              </p:blipFill>
              <p:spPr>
                <a:xfrm>
                  <a:off x="4721940" y="3222008"/>
                  <a:ext cx="23292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0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C38EAB38-FCB3-EC1B-D205-368D44995A11}"/>
                    </a:ext>
                  </a:extLst>
                </p14:cNvPr>
                <p14:cNvContentPartPr/>
                <p14:nvPr/>
              </p14:nvContentPartPr>
              <p14:xfrm>
                <a:off x="4341060" y="2893688"/>
                <a:ext cx="350280" cy="304200"/>
              </p14:xfrm>
            </p:contentPart>
          </mc:Choice>
          <mc:Fallback xmlns=""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C38EAB38-FCB3-EC1B-D205-368D44995A11}"/>
                    </a:ext>
                  </a:extLst>
                </p:cNvPr>
                <p:cNvPicPr/>
                <p:nvPr/>
              </p:nvPicPr>
              <p:blipFill>
                <a:blip r:embed="rId521"/>
                <a:stretch>
                  <a:fillRect/>
                </a:stretch>
              </p:blipFill>
              <p:spPr>
                <a:xfrm>
                  <a:off x="4332060" y="2884688"/>
                  <a:ext cx="367920" cy="32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2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8E38273C-C42F-F304-E0FD-745A8B2716FD}"/>
                    </a:ext>
                  </a:extLst>
                </p14:cNvPr>
                <p14:cNvContentPartPr/>
                <p14:nvPr/>
              </p14:nvContentPartPr>
              <p14:xfrm>
                <a:off x="3956220" y="2844728"/>
                <a:ext cx="402840" cy="370440"/>
              </p14:xfrm>
            </p:contentPart>
          </mc:Choice>
          <mc:Fallback xmlns=""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8E38273C-C42F-F304-E0FD-745A8B2716FD}"/>
                    </a:ext>
                  </a:extLst>
                </p:cNvPr>
                <p:cNvPicPr/>
                <p:nvPr/>
              </p:nvPicPr>
              <p:blipFill>
                <a:blip r:embed="rId523"/>
                <a:stretch>
                  <a:fillRect/>
                </a:stretch>
              </p:blipFill>
              <p:spPr>
                <a:xfrm>
                  <a:off x="3947580" y="2836088"/>
                  <a:ext cx="420480" cy="38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4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EED8EEB7-AF33-3B05-2ED0-21D6296BF6D7}"/>
                    </a:ext>
                  </a:extLst>
                </p14:cNvPr>
                <p14:cNvContentPartPr/>
                <p14:nvPr/>
              </p14:nvContentPartPr>
              <p14:xfrm>
                <a:off x="3541500" y="3148208"/>
                <a:ext cx="500760" cy="64440"/>
              </p14:xfrm>
            </p:contentPart>
          </mc:Choice>
          <mc:Fallback xmlns=""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EED8EEB7-AF33-3B05-2ED0-21D6296BF6D7}"/>
                    </a:ext>
                  </a:extLst>
                </p:cNvPr>
                <p:cNvPicPr/>
                <p:nvPr/>
              </p:nvPicPr>
              <p:blipFill>
                <a:blip r:embed="rId525"/>
                <a:stretch>
                  <a:fillRect/>
                </a:stretch>
              </p:blipFill>
              <p:spPr>
                <a:xfrm>
                  <a:off x="3532500" y="3139208"/>
                  <a:ext cx="51840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6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AE8A4030-217A-FA86-ADA0-5B4B606F7359}"/>
                    </a:ext>
                  </a:extLst>
                </p14:cNvPr>
                <p14:cNvContentPartPr/>
                <p14:nvPr/>
              </p14:nvContentPartPr>
              <p14:xfrm>
                <a:off x="3221100" y="2854448"/>
                <a:ext cx="320760" cy="307440"/>
              </p14:xfrm>
            </p:contentPart>
          </mc:Choice>
          <mc:Fallback xmlns=""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AE8A4030-217A-FA86-ADA0-5B4B606F7359}"/>
                    </a:ext>
                  </a:extLst>
                </p:cNvPr>
                <p:cNvPicPr/>
                <p:nvPr/>
              </p:nvPicPr>
              <p:blipFill>
                <a:blip r:embed="rId527"/>
                <a:stretch>
                  <a:fillRect/>
                </a:stretch>
              </p:blipFill>
              <p:spPr>
                <a:xfrm>
                  <a:off x="3212100" y="2845448"/>
                  <a:ext cx="338400" cy="32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8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3A83F58A-5424-0083-D4F3-3A29C6D2301B}"/>
                    </a:ext>
                  </a:extLst>
                </p14:cNvPr>
                <p14:cNvContentPartPr/>
                <p14:nvPr/>
              </p14:nvContentPartPr>
              <p14:xfrm>
                <a:off x="2920500" y="2860568"/>
                <a:ext cx="254160" cy="320400"/>
              </p14:xfrm>
            </p:contentPart>
          </mc:Choice>
          <mc:Fallback xmlns=""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3A83F58A-5424-0083-D4F3-3A29C6D2301B}"/>
                    </a:ext>
                  </a:extLst>
                </p:cNvPr>
                <p:cNvPicPr/>
                <p:nvPr/>
              </p:nvPicPr>
              <p:blipFill>
                <a:blip r:embed="rId529"/>
                <a:stretch>
                  <a:fillRect/>
                </a:stretch>
              </p:blipFill>
              <p:spPr>
                <a:xfrm>
                  <a:off x="2911860" y="2851568"/>
                  <a:ext cx="271800" cy="33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0">
              <p14:nvContentPartPr>
                <p14:cNvPr id="315" name="Ink 314">
                  <a:extLst>
                    <a:ext uri="{FF2B5EF4-FFF2-40B4-BE49-F238E27FC236}">
                      <a16:creationId xmlns:a16="http://schemas.microsoft.com/office/drawing/2014/main" id="{0E38AD0C-7D58-6F81-A07C-34E22854744C}"/>
                    </a:ext>
                  </a:extLst>
                </p14:cNvPr>
                <p14:cNvContentPartPr/>
                <p14:nvPr/>
              </p14:nvContentPartPr>
              <p14:xfrm>
                <a:off x="2538180" y="3121568"/>
                <a:ext cx="428760" cy="37800"/>
              </p14:xfrm>
            </p:contentPart>
          </mc:Choice>
          <mc:Fallback xmlns="">
            <p:pic>
              <p:nvPicPr>
                <p:cNvPr id="315" name="Ink 314">
                  <a:extLst>
                    <a:ext uri="{FF2B5EF4-FFF2-40B4-BE49-F238E27FC236}">
                      <a16:creationId xmlns:a16="http://schemas.microsoft.com/office/drawing/2014/main" id="{0E38AD0C-7D58-6F81-A07C-34E22854744C}"/>
                    </a:ext>
                  </a:extLst>
                </p:cNvPr>
                <p:cNvPicPr/>
                <p:nvPr/>
              </p:nvPicPr>
              <p:blipFill>
                <a:blip r:embed="rId531"/>
                <a:stretch>
                  <a:fillRect/>
                </a:stretch>
              </p:blipFill>
              <p:spPr>
                <a:xfrm>
                  <a:off x="2529540" y="3112928"/>
                  <a:ext cx="44640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2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2A21BBC1-4FE4-E35E-CE5F-AB17B44DC215}"/>
                    </a:ext>
                  </a:extLst>
                </p14:cNvPr>
                <p14:cNvContentPartPr/>
                <p14:nvPr/>
              </p14:nvContentPartPr>
              <p14:xfrm>
                <a:off x="2220300" y="2840408"/>
                <a:ext cx="319320" cy="272880"/>
              </p14:xfrm>
            </p:contentPart>
          </mc:Choice>
          <mc:Fallback xmlns=""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2A21BBC1-4FE4-E35E-CE5F-AB17B44DC215}"/>
                    </a:ext>
                  </a:extLst>
                </p:cNvPr>
                <p:cNvPicPr/>
                <p:nvPr/>
              </p:nvPicPr>
              <p:blipFill>
                <a:blip r:embed="rId533"/>
                <a:stretch>
                  <a:fillRect/>
                </a:stretch>
              </p:blipFill>
              <p:spPr>
                <a:xfrm>
                  <a:off x="2211660" y="2831408"/>
                  <a:ext cx="336960" cy="29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4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664E76AA-283B-186A-A88D-18C968EA3C1B}"/>
                    </a:ext>
                  </a:extLst>
                </p14:cNvPr>
                <p14:cNvContentPartPr/>
                <p14:nvPr/>
              </p14:nvContentPartPr>
              <p14:xfrm>
                <a:off x="1904220" y="2790728"/>
                <a:ext cx="314640" cy="277920"/>
              </p14:xfrm>
            </p:contentPart>
          </mc:Choice>
          <mc:Fallback xmlns=""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664E76AA-283B-186A-A88D-18C968EA3C1B}"/>
                    </a:ext>
                  </a:extLst>
                </p:cNvPr>
                <p:cNvPicPr/>
                <p:nvPr/>
              </p:nvPicPr>
              <p:blipFill>
                <a:blip r:embed="rId535"/>
                <a:stretch>
                  <a:fillRect/>
                </a:stretch>
              </p:blipFill>
              <p:spPr>
                <a:xfrm>
                  <a:off x="1895220" y="2781728"/>
                  <a:ext cx="332280" cy="29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6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3DA97BD2-CED6-FD64-D810-EB00863314C0}"/>
                    </a:ext>
                  </a:extLst>
                </p14:cNvPr>
                <p14:cNvContentPartPr/>
                <p14:nvPr/>
              </p14:nvContentPartPr>
              <p14:xfrm>
                <a:off x="1511820" y="3063968"/>
                <a:ext cx="400320" cy="53280"/>
              </p14:xfrm>
            </p:contentPart>
          </mc:Choice>
          <mc:Fallback xmlns=""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3DA97BD2-CED6-FD64-D810-EB00863314C0}"/>
                    </a:ext>
                  </a:extLst>
                </p:cNvPr>
                <p:cNvPicPr/>
                <p:nvPr/>
              </p:nvPicPr>
              <p:blipFill>
                <a:blip r:embed="rId537"/>
                <a:stretch>
                  <a:fillRect/>
                </a:stretch>
              </p:blipFill>
              <p:spPr>
                <a:xfrm>
                  <a:off x="1503180" y="3054968"/>
                  <a:ext cx="41796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8">
              <p14:nvContentPartPr>
                <p14:cNvPr id="335" name="Ink 334">
                  <a:extLst>
                    <a:ext uri="{FF2B5EF4-FFF2-40B4-BE49-F238E27FC236}">
                      <a16:creationId xmlns:a16="http://schemas.microsoft.com/office/drawing/2014/main" id="{C4F197D0-C096-B255-24E7-58E9CAFE0A9C}"/>
                    </a:ext>
                  </a:extLst>
                </p14:cNvPr>
                <p14:cNvContentPartPr/>
                <p14:nvPr/>
              </p14:nvContentPartPr>
              <p14:xfrm>
                <a:off x="5034060" y="3428648"/>
                <a:ext cx="57600" cy="864720"/>
              </p14:xfrm>
            </p:contentPart>
          </mc:Choice>
          <mc:Fallback xmlns="">
            <p:pic>
              <p:nvPicPr>
                <p:cNvPr id="335" name="Ink 334">
                  <a:extLst>
                    <a:ext uri="{FF2B5EF4-FFF2-40B4-BE49-F238E27FC236}">
                      <a16:creationId xmlns:a16="http://schemas.microsoft.com/office/drawing/2014/main" id="{C4F197D0-C096-B255-24E7-58E9CAFE0A9C}"/>
                    </a:ext>
                  </a:extLst>
                </p:cNvPr>
                <p:cNvPicPr/>
                <p:nvPr/>
              </p:nvPicPr>
              <p:blipFill>
                <a:blip r:embed="rId539"/>
                <a:stretch>
                  <a:fillRect/>
                </a:stretch>
              </p:blipFill>
              <p:spPr>
                <a:xfrm>
                  <a:off x="5025420" y="3420008"/>
                  <a:ext cx="75240" cy="88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0">
              <p14:nvContentPartPr>
                <p14:cNvPr id="336" name="Ink 335">
                  <a:extLst>
                    <a:ext uri="{FF2B5EF4-FFF2-40B4-BE49-F238E27FC236}">
                      <a16:creationId xmlns:a16="http://schemas.microsoft.com/office/drawing/2014/main" id="{6D5A4F9C-1C7F-B0F5-156D-B4E668E44169}"/>
                    </a:ext>
                  </a:extLst>
                </p14:cNvPr>
                <p14:cNvContentPartPr/>
                <p14:nvPr/>
              </p14:nvContentPartPr>
              <p14:xfrm>
                <a:off x="4965300" y="3360608"/>
                <a:ext cx="121320" cy="100080"/>
              </p14:xfrm>
            </p:contentPart>
          </mc:Choice>
          <mc:Fallback xmlns="">
            <p:pic>
              <p:nvPicPr>
                <p:cNvPr id="336" name="Ink 335">
                  <a:extLst>
                    <a:ext uri="{FF2B5EF4-FFF2-40B4-BE49-F238E27FC236}">
                      <a16:creationId xmlns:a16="http://schemas.microsoft.com/office/drawing/2014/main" id="{6D5A4F9C-1C7F-B0F5-156D-B4E668E44169}"/>
                    </a:ext>
                  </a:extLst>
                </p:cNvPr>
                <p:cNvPicPr/>
                <p:nvPr/>
              </p:nvPicPr>
              <p:blipFill>
                <a:blip r:embed="rId541"/>
                <a:stretch>
                  <a:fillRect/>
                </a:stretch>
              </p:blipFill>
              <p:spPr>
                <a:xfrm>
                  <a:off x="4956660" y="3351968"/>
                  <a:ext cx="13896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2">
              <p14:nvContentPartPr>
                <p14:cNvPr id="337" name="Ink 336">
                  <a:extLst>
                    <a:ext uri="{FF2B5EF4-FFF2-40B4-BE49-F238E27FC236}">
                      <a16:creationId xmlns:a16="http://schemas.microsoft.com/office/drawing/2014/main" id="{F2741691-6CC4-2A7E-DE69-00FB5786322E}"/>
                    </a:ext>
                  </a:extLst>
                </p14:cNvPr>
                <p14:cNvContentPartPr/>
                <p14:nvPr/>
              </p14:nvContentPartPr>
              <p14:xfrm>
                <a:off x="5673780" y="3315968"/>
                <a:ext cx="640080" cy="976680"/>
              </p14:xfrm>
            </p:contentPart>
          </mc:Choice>
          <mc:Fallback xmlns="">
            <p:pic>
              <p:nvPicPr>
                <p:cNvPr id="337" name="Ink 336">
                  <a:extLst>
                    <a:ext uri="{FF2B5EF4-FFF2-40B4-BE49-F238E27FC236}">
                      <a16:creationId xmlns:a16="http://schemas.microsoft.com/office/drawing/2014/main" id="{F2741691-6CC4-2A7E-DE69-00FB5786322E}"/>
                    </a:ext>
                  </a:extLst>
                </p:cNvPr>
                <p:cNvPicPr/>
                <p:nvPr/>
              </p:nvPicPr>
              <p:blipFill>
                <a:blip r:embed="rId543"/>
                <a:stretch>
                  <a:fillRect/>
                </a:stretch>
              </p:blipFill>
              <p:spPr>
                <a:xfrm>
                  <a:off x="5665140" y="3306968"/>
                  <a:ext cx="657720" cy="9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4">
              <p14:nvContentPartPr>
                <p14:cNvPr id="338" name="Ink 337">
                  <a:extLst>
                    <a:ext uri="{FF2B5EF4-FFF2-40B4-BE49-F238E27FC236}">
                      <a16:creationId xmlns:a16="http://schemas.microsoft.com/office/drawing/2014/main" id="{BF4F2F98-F84A-2B4F-9F0D-297AD140FA4E}"/>
                    </a:ext>
                  </a:extLst>
                </p14:cNvPr>
                <p14:cNvContentPartPr/>
                <p14:nvPr/>
              </p14:nvContentPartPr>
              <p14:xfrm>
                <a:off x="6242580" y="3261248"/>
                <a:ext cx="118080" cy="100800"/>
              </p14:xfrm>
            </p:contentPart>
          </mc:Choice>
          <mc:Fallback xmlns="">
            <p:pic>
              <p:nvPicPr>
                <p:cNvPr id="338" name="Ink 337">
                  <a:extLst>
                    <a:ext uri="{FF2B5EF4-FFF2-40B4-BE49-F238E27FC236}">
                      <a16:creationId xmlns:a16="http://schemas.microsoft.com/office/drawing/2014/main" id="{BF4F2F98-F84A-2B4F-9F0D-297AD140FA4E}"/>
                    </a:ext>
                  </a:extLst>
                </p:cNvPr>
                <p:cNvPicPr/>
                <p:nvPr/>
              </p:nvPicPr>
              <p:blipFill>
                <a:blip r:embed="rId545"/>
                <a:stretch>
                  <a:fillRect/>
                </a:stretch>
              </p:blipFill>
              <p:spPr>
                <a:xfrm>
                  <a:off x="6233580" y="3252248"/>
                  <a:ext cx="13572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6">
              <p14:nvContentPartPr>
                <p14:cNvPr id="339" name="Ink 338">
                  <a:extLst>
                    <a:ext uri="{FF2B5EF4-FFF2-40B4-BE49-F238E27FC236}">
                      <a16:creationId xmlns:a16="http://schemas.microsoft.com/office/drawing/2014/main" id="{5D6458CD-39B6-0208-27B4-73298450B44A}"/>
                    </a:ext>
                  </a:extLst>
                </p14:cNvPr>
                <p14:cNvContentPartPr/>
                <p14:nvPr/>
              </p14:nvContentPartPr>
              <p14:xfrm>
                <a:off x="5355540" y="4382648"/>
                <a:ext cx="348480" cy="233640"/>
              </p14:xfrm>
            </p:contentPart>
          </mc:Choice>
          <mc:Fallback xmlns="">
            <p:pic>
              <p:nvPicPr>
                <p:cNvPr id="339" name="Ink 338">
                  <a:extLst>
                    <a:ext uri="{FF2B5EF4-FFF2-40B4-BE49-F238E27FC236}">
                      <a16:creationId xmlns:a16="http://schemas.microsoft.com/office/drawing/2014/main" id="{5D6458CD-39B6-0208-27B4-73298450B44A}"/>
                    </a:ext>
                  </a:extLst>
                </p:cNvPr>
                <p:cNvPicPr/>
                <p:nvPr/>
              </p:nvPicPr>
              <p:blipFill>
                <a:blip r:embed="rId547"/>
                <a:stretch>
                  <a:fillRect/>
                </a:stretch>
              </p:blipFill>
              <p:spPr>
                <a:xfrm>
                  <a:off x="5346900" y="4373648"/>
                  <a:ext cx="36612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8">
              <p14:nvContentPartPr>
                <p14:cNvPr id="340" name="Ink 339">
                  <a:extLst>
                    <a:ext uri="{FF2B5EF4-FFF2-40B4-BE49-F238E27FC236}">
                      <a16:creationId xmlns:a16="http://schemas.microsoft.com/office/drawing/2014/main" id="{A40330CD-E637-B36A-5AE4-6AC8243ADB29}"/>
                    </a:ext>
                  </a:extLst>
                </p14:cNvPr>
                <p14:cNvContentPartPr/>
                <p14:nvPr/>
              </p14:nvContentPartPr>
              <p14:xfrm>
                <a:off x="5657580" y="4421168"/>
                <a:ext cx="36720" cy="67320"/>
              </p14:xfrm>
            </p:contentPart>
          </mc:Choice>
          <mc:Fallback xmlns="">
            <p:pic>
              <p:nvPicPr>
                <p:cNvPr id="340" name="Ink 339">
                  <a:extLst>
                    <a:ext uri="{FF2B5EF4-FFF2-40B4-BE49-F238E27FC236}">
                      <a16:creationId xmlns:a16="http://schemas.microsoft.com/office/drawing/2014/main" id="{A40330CD-E637-B36A-5AE4-6AC8243ADB29}"/>
                    </a:ext>
                  </a:extLst>
                </p:cNvPr>
                <p:cNvPicPr/>
                <p:nvPr/>
              </p:nvPicPr>
              <p:blipFill>
                <a:blip r:embed="rId549"/>
                <a:stretch>
                  <a:fillRect/>
                </a:stretch>
              </p:blipFill>
              <p:spPr>
                <a:xfrm>
                  <a:off x="5648940" y="4412168"/>
                  <a:ext cx="5436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0">
              <p14:nvContentPartPr>
                <p14:cNvPr id="341" name="Ink 340">
                  <a:extLst>
                    <a:ext uri="{FF2B5EF4-FFF2-40B4-BE49-F238E27FC236}">
                      <a16:creationId xmlns:a16="http://schemas.microsoft.com/office/drawing/2014/main" id="{379420B3-23AB-0A1A-7709-E9B9810C2D58}"/>
                    </a:ext>
                  </a:extLst>
                </p14:cNvPr>
                <p14:cNvContentPartPr/>
                <p14:nvPr/>
              </p14:nvContentPartPr>
              <p14:xfrm>
                <a:off x="5775300" y="4509728"/>
                <a:ext cx="115560" cy="91800"/>
              </p14:xfrm>
            </p:contentPart>
          </mc:Choice>
          <mc:Fallback xmlns="">
            <p:pic>
              <p:nvPicPr>
                <p:cNvPr id="341" name="Ink 340">
                  <a:extLst>
                    <a:ext uri="{FF2B5EF4-FFF2-40B4-BE49-F238E27FC236}">
                      <a16:creationId xmlns:a16="http://schemas.microsoft.com/office/drawing/2014/main" id="{379420B3-23AB-0A1A-7709-E9B9810C2D58}"/>
                    </a:ext>
                  </a:extLst>
                </p:cNvPr>
                <p:cNvPicPr/>
                <p:nvPr/>
              </p:nvPicPr>
              <p:blipFill>
                <a:blip r:embed="rId551"/>
                <a:stretch>
                  <a:fillRect/>
                </a:stretch>
              </p:blipFill>
              <p:spPr>
                <a:xfrm>
                  <a:off x="5766660" y="4500728"/>
                  <a:ext cx="13320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2">
              <p14:nvContentPartPr>
                <p14:cNvPr id="342" name="Ink 341">
                  <a:extLst>
                    <a:ext uri="{FF2B5EF4-FFF2-40B4-BE49-F238E27FC236}">
                      <a16:creationId xmlns:a16="http://schemas.microsoft.com/office/drawing/2014/main" id="{76C4DAAD-59A6-1FA4-D168-2B700A60AB27}"/>
                    </a:ext>
                  </a:extLst>
                </p14:cNvPr>
                <p14:cNvContentPartPr/>
                <p14:nvPr/>
              </p14:nvContentPartPr>
              <p14:xfrm>
                <a:off x="5893740" y="4462208"/>
                <a:ext cx="88200" cy="142200"/>
              </p14:xfrm>
            </p:contentPart>
          </mc:Choice>
          <mc:Fallback xmlns="">
            <p:pic>
              <p:nvPicPr>
                <p:cNvPr id="342" name="Ink 341">
                  <a:extLst>
                    <a:ext uri="{FF2B5EF4-FFF2-40B4-BE49-F238E27FC236}">
                      <a16:creationId xmlns:a16="http://schemas.microsoft.com/office/drawing/2014/main" id="{76C4DAAD-59A6-1FA4-D168-2B700A60AB27}"/>
                    </a:ext>
                  </a:extLst>
                </p:cNvPr>
                <p:cNvPicPr/>
                <p:nvPr/>
              </p:nvPicPr>
              <p:blipFill>
                <a:blip r:embed="rId553"/>
                <a:stretch>
                  <a:fillRect/>
                </a:stretch>
              </p:blipFill>
              <p:spPr>
                <a:xfrm>
                  <a:off x="5885100" y="4453568"/>
                  <a:ext cx="10584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4">
              <p14:nvContentPartPr>
                <p14:cNvPr id="343" name="Ink 342">
                  <a:extLst>
                    <a:ext uri="{FF2B5EF4-FFF2-40B4-BE49-F238E27FC236}">
                      <a16:creationId xmlns:a16="http://schemas.microsoft.com/office/drawing/2014/main" id="{957A9225-6FC5-E30B-BAE8-F4CD14C46FC2}"/>
                    </a:ext>
                  </a:extLst>
                </p14:cNvPr>
                <p14:cNvContentPartPr/>
                <p14:nvPr/>
              </p14:nvContentPartPr>
              <p14:xfrm>
                <a:off x="6032340" y="4531688"/>
                <a:ext cx="27720" cy="55080"/>
              </p14:xfrm>
            </p:contentPart>
          </mc:Choice>
          <mc:Fallback xmlns="">
            <p:pic>
              <p:nvPicPr>
                <p:cNvPr id="343" name="Ink 342">
                  <a:extLst>
                    <a:ext uri="{FF2B5EF4-FFF2-40B4-BE49-F238E27FC236}">
                      <a16:creationId xmlns:a16="http://schemas.microsoft.com/office/drawing/2014/main" id="{957A9225-6FC5-E30B-BAE8-F4CD14C46FC2}"/>
                    </a:ext>
                  </a:extLst>
                </p:cNvPr>
                <p:cNvPicPr/>
                <p:nvPr/>
              </p:nvPicPr>
              <p:blipFill>
                <a:blip r:embed="rId555"/>
                <a:stretch>
                  <a:fillRect/>
                </a:stretch>
              </p:blipFill>
              <p:spPr>
                <a:xfrm>
                  <a:off x="6023700" y="4522688"/>
                  <a:ext cx="4536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6">
              <p14:nvContentPartPr>
                <p14:cNvPr id="344" name="Ink 343">
                  <a:extLst>
                    <a:ext uri="{FF2B5EF4-FFF2-40B4-BE49-F238E27FC236}">
                      <a16:creationId xmlns:a16="http://schemas.microsoft.com/office/drawing/2014/main" id="{7633139C-A495-AB44-0AE3-599AD3D9B3DF}"/>
                    </a:ext>
                  </a:extLst>
                </p14:cNvPr>
                <p14:cNvContentPartPr/>
                <p14:nvPr/>
              </p14:nvContentPartPr>
              <p14:xfrm>
                <a:off x="6037020" y="4426208"/>
                <a:ext cx="6480" cy="12240"/>
              </p14:xfrm>
            </p:contentPart>
          </mc:Choice>
          <mc:Fallback xmlns="">
            <p:pic>
              <p:nvPicPr>
                <p:cNvPr id="344" name="Ink 343">
                  <a:extLst>
                    <a:ext uri="{FF2B5EF4-FFF2-40B4-BE49-F238E27FC236}">
                      <a16:creationId xmlns:a16="http://schemas.microsoft.com/office/drawing/2014/main" id="{7633139C-A495-AB44-0AE3-599AD3D9B3DF}"/>
                    </a:ext>
                  </a:extLst>
                </p:cNvPr>
                <p:cNvPicPr/>
                <p:nvPr/>
              </p:nvPicPr>
              <p:blipFill>
                <a:blip r:embed="rId557"/>
                <a:stretch>
                  <a:fillRect/>
                </a:stretch>
              </p:blipFill>
              <p:spPr>
                <a:xfrm>
                  <a:off x="6028020" y="4417568"/>
                  <a:ext cx="2412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8">
              <p14:nvContentPartPr>
                <p14:cNvPr id="345" name="Ink 344">
                  <a:extLst>
                    <a:ext uri="{FF2B5EF4-FFF2-40B4-BE49-F238E27FC236}">
                      <a16:creationId xmlns:a16="http://schemas.microsoft.com/office/drawing/2014/main" id="{FDF90D90-8A98-5BD7-C5B4-33BC4EAF4B47}"/>
                    </a:ext>
                  </a:extLst>
                </p14:cNvPr>
                <p14:cNvContentPartPr/>
                <p14:nvPr/>
              </p14:nvContentPartPr>
              <p14:xfrm>
                <a:off x="6104340" y="4509368"/>
                <a:ext cx="137880" cy="49680"/>
              </p14:xfrm>
            </p:contentPart>
          </mc:Choice>
          <mc:Fallback xmlns="">
            <p:pic>
              <p:nvPicPr>
                <p:cNvPr id="345" name="Ink 344">
                  <a:extLst>
                    <a:ext uri="{FF2B5EF4-FFF2-40B4-BE49-F238E27FC236}">
                      <a16:creationId xmlns:a16="http://schemas.microsoft.com/office/drawing/2014/main" id="{FDF90D90-8A98-5BD7-C5B4-33BC4EAF4B47}"/>
                    </a:ext>
                  </a:extLst>
                </p:cNvPr>
                <p:cNvPicPr/>
                <p:nvPr/>
              </p:nvPicPr>
              <p:blipFill>
                <a:blip r:embed="rId559"/>
                <a:stretch>
                  <a:fillRect/>
                </a:stretch>
              </p:blipFill>
              <p:spPr>
                <a:xfrm>
                  <a:off x="6095700" y="4500728"/>
                  <a:ext cx="15552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0">
              <p14:nvContentPartPr>
                <p14:cNvPr id="346" name="Ink 345">
                  <a:extLst>
                    <a:ext uri="{FF2B5EF4-FFF2-40B4-BE49-F238E27FC236}">
                      <a16:creationId xmlns:a16="http://schemas.microsoft.com/office/drawing/2014/main" id="{24C291B0-E373-8C8F-6BA0-AD9F0963F056}"/>
                    </a:ext>
                  </a:extLst>
                </p14:cNvPr>
                <p14:cNvContentPartPr/>
                <p14:nvPr/>
              </p14:nvContentPartPr>
              <p14:xfrm>
                <a:off x="6307020" y="4471568"/>
                <a:ext cx="116280" cy="309240"/>
              </p14:xfrm>
            </p:contentPart>
          </mc:Choice>
          <mc:Fallback xmlns="">
            <p:pic>
              <p:nvPicPr>
                <p:cNvPr id="346" name="Ink 345">
                  <a:extLst>
                    <a:ext uri="{FF2B5EF4-FFF2-40B4-BE49-F238E27FC236}">
                      <a16:creationId xmlns:a16="http://schemas.microsoft.com/office/drawing/2014/main" id="{24C291B0-E373-8C8F-6BA0-AD9F0963F056}"/>
                    </a:ext>
                  </a:extLst>
                </p:cNvPr>
                <p:cNvPicPr/>
                <p:nvPr/>
              </p:nvPicPr>
              <p:blipFill>
                <a:blip r:embed="rId561"/>
                <a:stretch>
                  <a:fillRect/>
                </a:stretch>
              </p:blipFill>
              <p:spPr>
                <a:xfrm>
                  <a:off x="6298020" y="4462928"/>
                  <a:ext cx="133920" cy="326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62">
            <p14:nvContentPartPr>
              <p14:cNvPr id="348" name="Ink 347">
                <a:extLst>
                  <a:ext uri="{FF2B5EF4-FFF2-40B4-BE49-F238E27FC236}">
                    <a16:creationId xmlns:a16="http://schemas.microsoft.com/office/drawing/2014/main" id="{22C1FE8A-CF68-9CAD-B094-8EB11C831E68}"/>
                  </a:ext>
                </a:extLst>
              </p14:cNvPr>
              <p14:cNvContentPartPr/>
              <p14:nvPr/>
            </p14:nvContentPartPr>
            <p14:xfrm>
              <a:off x="6305940" y="3768848"/>
              <a:ext cx="22320" cy="131400"/>
            </p14:xfrm>
          </p:contentPart>
        </mc:Choice>
        <mc:Fallback xmlns="">
          <p:pic>
            <p:nvPicPr>
              <p:cNvPr id="348" name="Ink 347">
                <a:extLst>
                  <a:ext uri="{FF2B5EF4-FFF2-40B4-BE49-F238E27FC236}">
                    <a16:creationId xmlns:a16="http://schemas.microsoft.com/office/drawing/2014/main" id="{22C1FE8A-CF68-9CAD-B094-8EB11C831E68}"/>
                  </a:ext>
                </a:extLst>
              </p:cNvPr>
              <p:cNvPicPr/>
              <p:nvPr/>
            </p:nvPicPr>
            <p:blipFill>
              <a:blip r:embed="rId563"/>
              <a:stretch>
                <a:fillRect/>
              </a:stretch>
            </p:blipFill>
            <p:spPr>
              <a:xfrm>
                <a:off x="6297300" y="3760208"/>
                <a:ext cx="39960" cy="149040"/>
              </a:xfrm>
              <a:prstGeom prst="rect">
                <a:avLst/>
              </a:prstGeom>
            </p:spPr>
          </p:pic>
        </mc:Fallback>
      </mc:AlternateContent>
      <p:grpSp>
        <p:nvGrpSpPr>
          <p:cNvPr id="351" name="Group 350">
            <a:extLst>
              <a:ext uri="{FF2B5EF4-FFF2-40B4-BE49-F238E27FC236}">
                <a16:creationId xmlns:a16="http://schemas.microsoft.com/office/drawing/2014/main" id="{E4D74542-991F-A543-D7C4-C1EEB8C96294}"/>
              </a:ext>
            </a:extLst>
          </p:cNvPr>
          <p:cNvGrpSpPr/>
          <p:nvPr/>
        </p:nvGrpSpPr>
        <p:grpSpPr>
          <a:xfrm>
            <a:off x="6352380" y="4030928"/>
            <a:ext cx="556920" cy="536040"/>
            <a:chOff x="6352380" y="4030928"/>
            <a:chExt cx="556920" cy="536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4">
              <p14:nvContentPartPr>
                <p14:cNvPr id="349" name="Ink 348">
                  <a:extLst>
                    <a:ext uri="{FF2B5EF4-FFF2-40B4-BE49-F238E27FC236}">
                      <a16:creationId xmlns:a16="http://schemas.microsoft.com/office/drawing/2014/main" id="{82DF3D7B-AC4B-3025-ECEA-B4AA7BB6ED43}"/>
                    </a:ext>
                  </a:extLst>
                </p14:cNvPr>
                <p14:cNvContentPartPr/>
                <p14:nvPr/>
              </p14:nvContentPartPr>
              <p14:xfrm>
                <a:off x="6358860" y="4030928"/>
                <a:ext cx="550440" cy="536040"/>
              </p14:xfrm>
            </p:contentPart>
          </mc:Choice>
          <mc:Fallback xmlns="">
            <p:pic>
              <p:nvPicPr>
                <p:cNvPr id="349" name="Ink 348">
                  <a:extLst>
                    <a:ext uri="{FF2B5EF4-FFF2-40B4-BE49-F238E27FC236}">
                      <a16:creationId xmlns:a16="http://schemas.microsoft.com/office/drawing/2014/main" id="{82DF3D7B-AC4B-3025-ECEA-B4AA7BB6ED43}"/>
                    </a:ext>
                  </a:extLst>
                </p:cNvPr>
                <p:cNvPicPr/>
                <p:nvPr/>
              </p:nvPicPr>
              <p:blipFill>
                <a:blip r:embed="rId565"/>
                <a:stretch>
                  <a:fillRect/>
                </a:stretch>
              </p:blipFill>
              <p:spPr>
                <a:xfrm>
                  <a:off x="6350220" y="4022288"/>
                  <a:ext cx="568080" cy="55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6">
              <p14:nvContentPartPr>
                <p14:cNvPr id="350" name="Ink 349">
                  <a:extLst>
                    <a:ext uri="{FF2B5EF4-FFF2-40B4-BE49-F238E27FC236}">
                      <a16:creationId xmlns:a16="http://schemas.microsoft.com/office/drawing/2014/main" id="{4B98AA18-D0D2-2C99-3B4C-C973DF5837A2}"/>
                    </a:ext>
                  </a:extLst>
                </p14:cNvPr>
                <p14:cNvContentPartPr/>
                <p14:nvPr/>
              </p14:nvContentPartPr>
              <p14:xfrm>
                <a:off x="6352380" y="4052888"/>
                <a:ext cx="117000" cy="67680"/>
              </p14:xfrm>
            </p:contentPart>
          </mc:Choice>
          <mc:Fallback xmlns="">
            <p:pic>
              <p:nvPicPr>
                <p:cNvPr id="350" name="Ink 349">
                  <a:extLst>
                    <a:ext uri="{FF2B5EF4-FFF2-40B4-BE49-F238E27FC236}">
                      <a16:creationId xmlns:a16="http://schemas.microsoft.com/office/drawing/2014/main" id="{4B98AA18-D0D2-2C99-3B4C-C973DF5837A2}"/>
                    </a:ext>
                  </a:extLst>
                </p:cNvPr>
                <p:cNvPicPr/>
                <p:nvPr/>
              </p:nvPicPr>
              <p:blipFill>
                <a:blip r:embed="rId567"/>
                <a:stretch>
                  <a:fillRect/>
                </a:stretch>
              </p:blipFill>
              <p:spPr>
                <a:xfrm>
                  <a:off x="6343740" y="4044248"/>
                  <a:ext cx="134640" cy="85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68">
            <p14:nvContentPartPr>
              <p14:cNvPr id="352" name="Ink 351">
                <a:extLst>
                  <a:ext uri="{FF2B5EF4-FFF2-40B4-BE49-F238E27FC236}">
                    <a16:creationId xmlns:a16="http://schemas.microsoft.com/office/drawing/2014/main" id="{DDD8BD01-A969-A98F-80AD-EFE39F20C6D3}"/>
                  </a:ext>
                </a:extLst>
              </p14:cNvPr>
              <p14:cNvContentPartPr/>
              <p14:nvPr/>
            </p14:nvContentPartPr>
            <p14:xfrm>
              <a:off x="7023060" y="4494248"/>
              <a:ext cx="47160" cy="99000"/>
            </p14:xfrm>
          </p:contentPart>
        </mc:Choice>
        <mc:Fallback xmlns="">
          <p:pic>
            <p:nvPicPr>
              <p:cNvPr id="352" name="Ink 351">
                <a:extLst>
                  <a:ext uri="{FF2B5EF4-FFF2-40B4-BE49-F238E27FC236}">
                    <a16:creationId xmlns:a16="http://schemas.microsoft.com/office/drawing/2014/main" id="{DDD8BD01-A969-A98F-80AD-EFE39F20C6D3}"/>
                  </a:ext>
                </a:extLst>
              </p:cNvPr>
              <p:cNvPicPr/>
              <p:nvPr/>
            </p:nvPicPr>
            <p:blipFill>
              <a:blip r:embed="rId569"/>
              <a:stretch>
                <a:fillRect/>
              </a:stretch>
            </p:blipFill>
            <p:spPr>
              <a:xfrm>
                <a:off x="7014420" y="4485608"/>
                <a:ext cx="64800" cy="11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0">
            <p14:nvContentPartPr>
              <p14:cNvPr id="353" name="Ink 352">
                <a:extLst>
                  <a:ext uri="{FF2B5EF4-FFF2-40B4-BE49-F238E27FC236}">
                    <a16:creationId xmlns:a16="http://schemas.microsoft.com/office/drawing/2014/main" id="{7E9E7385-963F-18DE-3664-7D63EC4A699A}"/>
                  </a:ext>
                </a:extLst>
              </p14:cNvPr>
              <p14:cNvContentPartPr/>
              <p14:nvPr/>
            </p14:nvContentPartPr>
            <p14:xfrm>
              <a:off x="7080660" y="4498928"/>
              <a:ext cx="47520" cy="101880"/>
            </p14:xfrm>
          </p:contentPart>
        </mc:Choice>
        <mc:Fallback xmlns="">
          <p:pic>
            <p:nvPicPr>
              <p:cNvPr id="353" name="Ink 352">
                <a:extLst>
                  <a:ext uri="{FF2B5EF4-FFF2-40B4-BE49-F238E27FC236}">
                    <a16:creationId xmlns:a16="http://schemas.microsoft.com/office/drawing/2014/main" id="{7E9E7385-963F-18DE-3664-7D63EC4A699A}"/>
                  </a:ext>
                </a:extLst>
              </p:cNvPr>
              <p:cNvPicPr/>
              <p:nvPr/>
            </p:nvPicPr>
            <p:blipFill>
              <a:blip r:embed="rId571"/>
              <a:stretch>
                <a:fillRect/>
              </a:stretch>
            </p:blipFill>
            <p:spPr>
              <a:xfrm>
                <a:off x="7071660" y="4490288"/>
                <a:ext cx="65160" cy="11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2">
            <p14:nvContentPartPr>
              <p14:cNvPr id="354" name="Ink 353">
                <a:extLst>
                  <a:ext uri="{FF2B5EF4-FFF2-40B4-BE49-F238E27FC236}">
                    <a16:creationId xmlns:a16="http://schemas.microsoft.com/office/drawing/2014/main" id="{A1B2327D-D102-75D3-C502-B9691EE47344}"/>
                  </a:ext>
                </a:extLst>
              </p14:cNvPr>
              <p14:cNvContentPartPr/>
              <p14:nvPr/>
            </p14:nvContentPartPr>
            <p14:xfrm>
              <a:off x="6950700" y="4436288"/>
              <a:ext cx="198360" cy="47520"/>
            </p14:xfrm>
          </p:contentPart>
        </mc:Choice>
        <mc:Fallback xmlns="">
          <p:pic>
            <p:nvPicPr>
              <p:cNvPr id="354" name="Ink 353">
                <a:extLst>
                  <a:ext uri="{FF2B5EF4-FFF2-40B4-BE49-F238E27FC236}">
                    <a16:creationId xmlns:a16="http://schemas.microsoft.com/office/drawing/2014/main" id="{A1B2327D-D102-75D3-C502-B9691EE47344}"/>
                  </a:ext>
                </a:extLst>
              </p:cNvPr>
              <p:cNvPicPr/>
              <p:nvPr/>
            </p:nvPicPr>
            <p:blipFill>
              <a:blip r:embed="rId573"/>
              <a:stretch>
                <a:fillRect/>
              </a:stretch>
            </p:blipFill>
            <p:spPr>
              <a:xfrm>
                <a:off x="6942060" y="4427648"/>
                <a:ext cx="216000" cy="6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4">
            <p14:nvContentPartPr>
              <p14:cNvPr id="355" name="Ink 354">
                <a:extLst>
                  <a:ext uri="{FF2B5EF4-FFF2-40B4-BE49-F238E27FC236}">
                    <a16:creationId xmlns:a16="http://schemas.microsoft.com/office/drawing/2014/main" id="{05C914E0-3537-A66D-4D47-0436CD5C6A44}"/>
                  </a:ext>
                </a:extLst>
              </p14:cNvPr>
              <p14:cNvContentPartPr/>
              <p14:nvPr/>
            </p14:nvContentPartPr>
            <p14:xfrm>
              <a:off x="7303860" y="4504328"/>
              <a:ext cx="86400" cy="84240"/>
            </p14:xfrm>
          </p:contentPart>
        </mc:Choice>
        <mc:Fallback xmlns="">
          <p:pic>
            <p:nvPicPr>
              <p:cNvPr id="355" name="Ink 354">
                <a:extLst>
                  <a:ext uri="{FF2B5EF4-FFF2-40B4-BE49-F238E27FC236}">
                    <a16:creationId xmlns:a16="http://schemas.microsoft.com/office/drawing/2014/main" id="{05C914E0-3537-A66D-4D47-0436CD5C6A44}"/>
                  </a:ext>
                </a:extLst>
              </p:cNvPr>
              <p:cNvPicPr/>
              <p:nvPr/>
            </p:nvPicPr>
            <p:blipFill>
              <a:blip r:embed="rId575"/>
              <a:stretch>
                <a:fillRect/>
              </a:stretch>
            </p:blipFill>
            <p:spPr>
              <a:xfrm>
                <a:off x="7295220" y="4495328"/>
                <a:ext cx="104040" cy="101880"/>
              </a:xfrm>
              <a:prstGeom prst="rect">
                <a:avLst/>
              </a:prstGeom>
            </p:spPr>
          </p:pic>
        </mc:Fallback>
      </mc:AlternateContent>
      <p:grpSp>
        <p:nvGrpSpPr>
          <p:cNvPr id="361" name="Group 360">
            <a:extLst>
              <a:ext uri="{FF2B5EF4-FFF2-40B4-BE49-F238E27FC236}">
                <a16:creationId xmlns:a16="http://schemas.microsoft.com/office/drawing/2014/main" id="{E379D750-0D57-AAA3-4FC8-802606551C60}"/>
              </a:ext>
            </a:extLst>
          </p:cNvPr>
          <p:cNvGrpSpPr/>
          <p:nvPr/>
        </p:nvGrpSpPr>
        <p:grpSpPr>
          <a:xfrm>
            <a:off x="7429500" y="4461848"/>
            <a:ext cx="701640" cy="230760"/>
            <a:chOff x="7429500" y="4461848"/>
            <a:chExt cx="701640" cy="230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76">
              <p14:nvContentPartPr>
                <p14:cNvPr id="358" name="Ink 357">
                  <a:extLst>
                    <a:ext uri="{FF2B5EF4-FFF2-40B4-BE49-F238E27FC236}">
                      <a16:creationId xmlns:a16="http://schemas.microsoft.com/office/drawing/2014/main" id="{1E71BAFA-C879-DE34-8391-0C69E5CFA2C8}"/>
                    </a:ext>
                  </a:extLst>
                </p14:cNvPr>
                <p14:cNvContentPartPr/>
                <p14:nvPr/>
              </p14:nvContentPartPr>
              <p14:xfrm>
                <a:off x="7429500" y="4524128"/>
                <a:ext cx="116640" cy="68040"/>
              </p14:xfrm>
            </p:contentPart>
          </mc:Choice>
          <mc:Fallback xmlns="">
            <p:pic>
              <p:nvPicPr>
                <p:cNvPr id="358" name="Ink 357">
                  <a:extLst>
                    <a:ext uri="{FF2B5EF4-FFF2-40B4-BE49-F238E27FC236}">
                      <a16:creationId xmlns:a16="http://schemas.microsoft.com/office/drawing/2014/main" id="{1E71BAFA-C879-DE34-8391-0C69E5CFA2C8}"/>
                    </a:ext>
                  </a:extLst>
                </p:cNvPr>
                <p:cNvPicPr/>
                <p:nvPr/>
              </p:nvPicPr>
              <p:blipFill>
                <a:blip r:embed="rId577"/>
                <a:stretch>
                  <a:fillRect/>
                </a:stretch>
              </p:blipFill>
              <p:spPr>
                <a:xfrm>
                  <a:off x="7420500" y="4515488"/>
                  <a:ext cx="13428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8">
              <p14:nvContentPartPr>
                <p14:cNvPr id="359" name="Ink 358">
                  <a:extLst>
                    <a:ext uri="{FF2B5EF4-FFF2-40B4-BE49-F238E27FC236}">
                      <a16:creationId xmlns:a16="http://schemas.microsoft.com/office/drawing/2014/main" id="{78C7129B-2885-625A-0C82-7F9701B2E3D3}"/>
                    </a:ext>
                  </a:extLst>
                </p14:cNvPr>
                <p14:cNvContentPartPr/>
                <p14:nvPr/>
              </p14:nvContentPartPr>
              <p14:xfrm>
                <a:off x="7720380" y="4461848"/>
                <a:ext cx="209160" cy="109440"/>
              </p14:xfrm>
            </p:contentPart>
          </mc:Choice>
          <mc:Fallback xmlns="">
            <p:pic>
              <p:nvPicPr>
                <p:cNvPr id="359" name="Ink 358">
                  <a:extLst>
                    <a:ext uri="{FF2B5EF4-FFF2-40B4-BE49-F238E27FC236}">
                      <a16:creationId xmlns:a16="http://schemas.microsoft.com/office/drawing/2014/main" id="{78C7129B-2885-625A-0C82-7F9701B2E3D3}"/>
                    </a:ext>
                  </a:extLst>
                </p:cNvPr>
                <p:cNvPicPr/>
                <p:nvPr/>
              </p:nvPicPr>
              <p:blipFill>
                <a:blip r:embed="rId579"/>
                <a:stretch>
                  <a:fillRect/>
                </a:stretch>
              </p:blipFill>
              <p:spPr>
                <a:xfrm>
                  <a:off x="7711380" y="4452848"/>
                  <a:ext cx="22680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0">
              <p14:nvContentPartPr>
                <p14:cNvPr id="360" name="Ink 359">
                  <a:extLst>
                    <a:ext uri="{FF2B5EF4-FFF2-40B4-BE49-F238E27FC236}">
                      <a16:creationId xmlns:a16="http://schemas.microsoft.com/office/drawing/2014/main" id="{FA4E3227-EDD8-F516-B00D-14241429B9A1}"/>
                    </a:ext>
                  </a:extLst>
                </p14:cNvPr>
                <p14:cNvContentPartPr/>
                <p14:nvPr/>
              </p14:nvContentPartPr>
              <p14:xfrm>
                <a:off x="7974900" y="4559048"/>
                <a:ext cx="156240" cy="133560"/>
              </p14:xfrm>
            </p:contentPart>
          </mc:Choice>
          <mc:Fallback xmlns="">
            <p:pic>
              <p:nvPicPr>
                <p:cNvPr id="360" name="Ink 359">
                  <a:extLst>
                    <a:ext uri="{FF2B5EF4-FFF2-40B4-BE49-F238E27FC236}">
                      <a16:creationId xmlns:a16="http://schemas.microsoft.com/office/drawing/2014/main" id="{FA4E3227-EDD8-F516-B00D-14241429B9A1}"/>
                    </a:ext>
                  </a:extLst>
                </p:cNvPr>
                <p:cNvPicPr/>
                <p:nvPr/>
              </p:nvPicPr>
              <p:blipFill>
                <a:blip r:embed="rId581"/>
                <a:stretch>
                  <a:fillRect/>
                </a:stretch>
              </p:blipFill>
              <p:spPr>
                <a:xfrm>
                  <a:off x="7965900" y="4550408"/>
                  <a:ext cx="173880" cy="151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4" name="Group 383">
            <a:extLst>
              <a:ext uri="{FF2B5EF4-FFF2-40B4-BE49-F238E27FC236}">
                <a16:creationId xmlns:a16="http://schemas.microsoft.com/office/drawing/2014/main" id="{D92BD682-1B44-9681-D11F-C177EB07C4E3}"/>
              </a:ext>
            </a:extLst>
          </p:cNvPr>
          <p:cNvGrpSpPr/>
          <p:nvPr/>
        </p:nvGrpSpPr>
        <p:grpSpPr>
          <a:xfrm>
            <a:off x="8862300" y="4395248"/>
            <a:ext cx="2547720" cy="383040"/>
            <a:chOff x="8862300" y="4395248"/>
            <a:chExt cx="2547720" cy="383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82">
              <p14:nvContentPartPr>
                <p14:cNvPr id="362" name="Ink 361">
                  <a:extLst>
                    <a:ext uri="{FF2B5EF4-FFF2-40B4-BE49-F238E27FC236}">
                      <a16:creationId xmlns:a16="http://schemas.microsoft.com/office/drawing/2014/main" id="{63EFCA99-A2E0-A87B-D1CD-F3D7E25B0A3C}"/>
                    </a:ext>
                  </a:extLst>
                </p14:cNvPr>
                <p14:cNvContentPartPr/>
                <p14:nvPr/>
              </p14:nvContentPartPr>
              <p14:xfrm>
                <a:off x="8862300" y="4577048"/>
                <a:ext cx="106920" cy="93960"/>
              </p14:xfrm>
            </p:contentPart>
          </mc:Choice>
          <mc:Fallback xmlns="">
            <p:pic>
              <p:nvPicPr>
                <p:cNvPr id="362" name="Ink 361">
                  <a:extLst>
                    <a:ext uri="{FF2B5EF4-FFF2-40B4-BE49-F238E27FC236}">
                      <a16:creationId xmlns:a16="http://schemas.microsoft.com/office/drawing/2014/main" id="{63EFCA99-A2E0-A87B-D1CD-F3D7E25B0A3C}"/>
                    </a:ext>
                  </a:extLst>
                </p:cNvPr>
                <p:cNvPicPr/>
                <p:nvPr/>
              </p:nvPicPr>
              <p:blipFill>
                <a:blip r:embed="rId583"/>
                <a:stretch>
                  <a:fillRect/>
                </a:stretch>
              </p:blipFill>
              <p:spPr>
                <a:xfrm>
                  <a:off x="8853660" y="4568048"/>
                  <a:ext cx="12456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4">
              <p14:nvContentPartPr>
                <p14:cNvPr id="363" name="Ink 362">
                  <a:extLst>
                    <a:ext uri="{FF2B5EF4-FFF2-40B4-BE49-F238E27FC236}">
                      <a16:creationId xmlns:a16="http://schemas.microsoft.com/office/drawing/2014/main" id="{155BE5D3-5A91-00DD-0893-35DCF59E696A}"/>
                    </a:ext>
                  </a:extLst>
                </p14:cNvPr>
                <p14:cNvContentPartPr/>
                <p14:nvPr/>
              </p14:nvContentPartPr>
              <p14:xfrm>
                <a:off x="9031140" y="4573088"/>
                <a:ext cx="19080" cy="81360"/>
              </p14:xfrm>
            </p:contentPart>
          </mc:Choice>
          <mc:Fallback xmlns="">
            <p:pic>
              <p:nvPicPr>
                <p:cNvPr id="363" name="Ink 362">
                  <a:extLst>
                    <a:ext uri="{FF2B5EF4-FFF2-40B4-BE49-F238E27FC236}">
                      <a16:creationId xmlns:a16="http://schemas.microsoft.com/office/drawing/2014/main" id="{155BE5D3-5A91-00DD-0893-35DCF59E696A}"/>
                    </a:ext>
                  </a:extLst>
                </p:cNvPr>
                <p:cNvPicPr/>
                <p:nvPr/>
              </p:nvPicPr>
              <p:blipFill>
                <a:blip r:embed="rId585"/>
                <a:stretch>
                  <a:fillRect/>
                </a:stretch>
              </p:blipFill>
              <p:spPr>
                <a:xfrm>
                  <a:off x="9022500" y="4564088"/>
                  <a:ext cx="3672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6">
              <p14:nvContentPartPr>
                <p14:cNvPr id="364" name="Ink 363">
                  <a:extLst>
                    <a:ext uri="{FF2B5EF4-FFF2-40B4-BE49-F238E27FC236}">
                      <a16:creationId xmlns:a16="http://schemas.microsoft.com/office/drawing/2014/main" id="{F03F905F-A138-D758-76E2-D6C14446C261}"/>
                    </a:ext>
                  </a:extLst>
                </p14:cNvPr>
                <p14:cNvContentPartPr/>
                <p14:nvPr/>
              </p14:nvContentPartPr>
              <p14:xfrm>
                <a:off x="9177300" y="4634288"/>
                <a:ext cx="11880" cy="26640"/>
              </p14:xfrm>
            </p:contentPart>
          </mc:Choice>
          <mc:Fallback xmlns="">
            <p:pic>
              <p:nvPicPr>
                <p:cNvPr id="364" name="Ink 363">
                  <a:extLst>
                    <a:ext uri="{FF2B5EF4-FFF2-40B4-BE49-F238E27FC236}">
                      <a16:creationId xmlns:a16="http://schemas.microsoft.com/office/drawing/2014/main" id="{F03F905F-A138-D758-76E2-D6C14446C261}"/>
                    </a:ext>
                  </a:extLst>
                </p:cNvPr>
                <p:cNvPicPr/>
                <p:nvPr/>
              </p:nvPicPr>
              <p:blipFill>
                <a:blip r:embed="rId587"/>
                <a:stretch>
                  <a:fillRect/>
                </a:stretch>
              </p:blipFill>
              <p:spPr>
                <a:xfrm>
                  <a:off x="9168660" y="4625288"/>
                  <a:ext cx="2952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8">
              <p14:nvContentPartPr>
                <p14:cNvPr id="365" name="Ink 364">
                  <a:extLst>
                    <a:ext uri="{FF2B5EF4-FFF2-40B4-BE49-F238E27FC236}">
                      <a16:creationId xmlns:a16="http://schemas.microsoft.com/office/drawing/2014/main" id="{A56BC5BB-24F3-47AC-D438-E6ED7BB26C93}"/>
                    </a:ext>
                  </a:extLst>
                </p14:cNvPr>
                <p14:cNvContentPartPr/>
                <p14:nvPr/>
              </p14:nvContentPartPr>
              <p14:xfrm>
                <a:off x="9112500" y="4514768"/>
                <a:ext cx="50040" cy="19800"/>
              </p14:xfrm>
            </p:contentPart>
          </mc:Choice>
          <mc:Fallback xmlns="">
            <p:pic>
              <p:nvPicPr>
                <p:cNvPr id="365" name="Ink 364">
                  <a:extLst>
                    <a:ext uri="{FF2B5EF4-FFF2-40B4-BE49-F238E27FC236}">
                      <a16:creationId xmlns:a16="http://schemas.microsoft.com/office/drawing/2014/main" id="{A56BC5BB-24F3-47AC-D438-E6ED7BB26C93}"/>
                    </a:ext>
                  </a:extLst>
                </p:cNvPr>
                <p:cNvPicPr/>
                <p:nvPr/>
              </p:nvPicPr>
              <p:blipFill>
                <a:blip r:embed="rId589"/>
                <a:stretch>
                  <a:fillRect/>
                </a:stretch>
              </p:blipFill>
              <p:spPr>
                <a:xfrm>
                  <a:off x="9103860" y="4506128"/>
                  <a:ext cx="6768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0">
              <p14:nvContentPartPr>
                <p14:cNvPr id="366" name="Ink 365">
                  <a:extLst>
                    <a:ext uri="{FF2B5EF4-FFF2-40B4-BE49-F238E27FC236}">
                      <a16:creationId xmlns:a16="http://schemas.microsoft.com/office/drawing/2014/main" id="{03CC8508-2602-BE64-FD4D-54503CB90873}"/>
                    </a:ext>
                  </a:extLst>
                </p14:cNvPr>
                <p14:cNvContentPartPr/>
                <p14:nvPr/>
              </p14:nvContentPartPr>
              <p14:xfrm>
                <a:off x="9266940" y="4589288"/>
                <a:ext cx="100440" cy="189000"/>
              </p14:xfrm>
            </p:contentPart>
          </mc:Choice>
          <mc:Fallback xmlns="">
            <p:pic>
              <p:nvPicPr>
                <p:cNvPr id="366" name="Ink 365">
                  <a:extLst>
                    <a:ext uri="{FF2B5EF4-FFF2-40B4-BE49-F238E27FC236}">
                      <a16:creationId xmlns:a16="http://schemas.microsoft.com/office/drawing/2014/main" id="{03CC8508-2602-BE64-FD4D-54503CB90873}"/>
                    </a:ext>
                  </a:extLst>
                </p:cNvPr>
                <p:cNvPicPr/>
                <p:nvPr/>
              </p:nvPicPr>
              <p:blipFill>
                <a:blip r:embed="rId591"/>
                <a:stretch>
                  <a:fillRect/>
                </a:stretch>
              </p:blipFill>
              <p:spPr>
                <a:xfrm>
                  <a:off x="9258300" y="4580648"/>
                  <a:ext cx="11808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2">
              <p14:nvContentPartPr>
                <p14:cNvPr id="367" name="Ink 366">
                  <a:extLst>
                    <a:ext uri="{FF2B5EF4-FFF2-40B4-BE49-F238E27FC236}">
                      <a16:creationId xmlns:a16="http://schemas.microsoft.com/office/drawing/2014/main" id="{D03A9346-B6B0-EDAC-512D-530999260881}"/>
                    </a:ext>
                  </a:extLst>
                </p14:cNvPr>
                <p14:cNvContentPartPr/>
                <p14:nvPr/>
              </p14:nvContentPartPr>
              <p14:xfrm>
                <a:off x="9418140" y="4602968"/>
                <a:ext cx="70560" cy="63000"/>
              </p14:xfrm>
            </p:contentPart>
          </mc:Choice>
          <mc:Fallback xmlns="">
            <p:pic>
              <p:nvPicPr>
                <p:cNvPr id="367" name="Ink 366">
                  <a:extLst>
                    <a:ext uri="{FF2B5EF4-FFF2-40B4-BE49-F238E27FC236}">
                      <a16:creationId xmlns:a16="http://schemas.microsoft.com/office/drawing/2014/main" id="{D03A9346-B6B0-EDAC-512D-530999260881}"/>
                    </a:ext>
                  </a:extLst>
                </p:cNvPr>
                <p:cNvPicPr/>
                <p:nvPr/>
              </p:nvPicPr>
              <p:blipFill>
                <a:blip r:embed="rId593"/>
                <a:stretch>
                  <a:fillRect/>
                </a:stretch>
              </p:blipFill>
              <p:spPr>
                <a:xfrm>
                  <a:off x="9409500" y="4594328"/>
                  <a:ext cx="8820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4">
              <p14:nvContentPartPr>
                <p14:cNvPr id="368" name="Ink 367">
                  <a:extLst>
                    <a:ext uri="{FF2B5EF4-FFF2-40B4-BE49-F238E27FC236}">
                      <a16:creationId xmlns:a16="http://schemas.microsoft.com/office/drawing/2014/main" id="{F5BFCA51-2D35-FDA9-D96F-49D7845080FF}"/>
                    </a:ext>
                  </a:extLst>
                </p14:cNvPr>
                <p14:cNvContentPartPr/>
                <p14:nvPr/>
              </p14:nvContentPartPr>
              <p14:xfrm>
                <a:off x="9361980" y="4457528"/>
                <a:ext cx="8640" cy="18000"/>
              </p14:xfrm>
            </p:contentPart>
          </mc:Choice>
          <mc:Fallback xmlns="">
            <p:pic>
              <p:nvPicPr>
                <p:cNvPr id="368" name="Ink 367">
                  <a:extLst>
                    <a:ext uri="{FF2B5EF4-FFF2-40B4-BE49-F238E27FC236}">
                      <a16:creationId xmlns:a16="http://schemas.microsoft.com/office/drawing/2014/main" id="{F5BFCA51-2D35-FDA9-D96F-49D7845080FF}"/>
                    </a:ext>
                  </a:extLst>
                </p:cNvPr>
                <p:cNvPicPr/>
                <p:nvPr/>
              </p:nvPicPr>
              <p:blipFill>
                <a:blip r:embed="rId595"/>
                <a:stretch>
                  <a:fillRect/>
                </a:stretch>
              </p:blipFill>
              <p:spPr>
                <a:xfrm>
                  <a:off x="9353340" y="4448528"/>
                  <a:ext cx="2628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6">
              <p14:nvContentPartPr>
                <p14:cNvPr id="369" name="Ink 368">
                  <a:extLst>
                    <a:ext uri="{FF2B5EF4-FFF2-40B4-BE49-F238E27FC236}">
                      <a16:creationId xmlns:a16="http://schemas.microsoft.com/office/drawing/2014/main" id="{2CAE2302-123D-94BC-766A-99A9B93450FD}"/>
                    </a:ext>
                  </a:extLst>
                </p14:cNvPr>
                <p14:cNvContentPartPr/>
                <p14:nvPr/>
              </p14:nvContentPartPr>
              <p14:xfrm>
                <a:off x="9533340" y="4592528"/>
                <a:ext cx="155520" cy="50760"/>
              </p14:xfrm>
            </p:contentPart>
          </mc:Choice>
          <mc:Fallback xmlns="">
            <p:pic>
              <p:nvPicPr>
                <p:cNvPr id="369" name="Ink 368">
                  <a:extLst>
                    <a:ext uri="{FF2B5EF4-FFF2-40B4-BE49-F238E27FC236}">
                      <a16:creationId xmlns:a16="http://schemas.microsoft.com/office/drawing/2014/main" id="{2CAE2302-123D-94BC-766A-99A9B93450FD}"/>
                    </a:ext>
                  </a:extLst>
                </p:cNvPr>
                <p:cNvPicPr/>
                <p:nvPr/>
              </p:nvPicPr>
              <p:blipFill>
                <a:blip r:embed="rId597"/>
                <a:stretch>
                  <a:fillRect/>
                </a:stretch>
              </p:blipFill>
              <p:spPr>
                <a:xfrm>
                  <a:off x="9524700" y="4583888"/>
                  <a:ext cx="17316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8">
              <p14:nvContentPartPr>
                <p14:cNvPr id="371" name="Ink 370">
                  <a:extLst>
                    <a:ext uri="{FF2B5EF4-FFF2-40B4-BE49-F238E27FC236}">
                      <a16:creationId xmlns:a16="http://schemas.microsoft.com/office/drawing/2014/main" id="{AE26A5AE-0526-FA64-F4CF-9CD2E3F2643A}"/>
                    </a:ext>
                  </a:extLst>
                </p14:cNvPr>
                <p14:cNvContentPartPr/>
                <p14:nvPr/>
              </p14:nvContentPartPr>
              <p14:xfrm>
                <a:off x="9693540" y="4395608"/>
                <a:ext cx="210960" cy="269280"/>
              </p14:xfrm>
            </p:contentPart>
          </mc:Choice>
          <mc:Fallback xmlns="">
            <p:pic>
              <p:nvPicPr>
                <p:cNvPr id="371" name="Ink 370">
                  <a:extLst>
                    <a:ext uri="{FF2B5EF4-FFF2-40B4-BE49-F238E27FC236}">
                      <a16:creationId xmlns:a16="http://schemas.microsoft.com/office/drawing/2014/main" id="{AE26A5AE-0526-FA64-F4CF-9CD2E3F2643A}"/>
                    </a:ext>
                  </a:extLst>
                </p:cNvPr>
                <p:cNvPicPr/>
                <p:nvPr/>
              </p:nvPicPr>
              <p:blipFill>
                <a:blip r:embed="rId599"/>
                <a:stretch>
                  <a:fillRect/>
                </a:stretch>
              </p:blipFill>
              <p:spPr>
                <a:xfrm>
                  <a:off x="9684900" y="4386608"/>
                  <a:ext cx="228600" cy="28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0">
              <p14:nvContentPartPr>
                <p14:cNvPr id="372" name="Ink 371">
                  <a:extLst>
                    <a:ext uri="{FF2B5EF4-FFF2-40B4-BE49-F238E27FC236}">
                      <a16:creationId xmlns:a16="http://schemas.microsoft.com/office/drawing/2014/main" id="{80C7E4F7-FED6-6D20-5AE8-3B773E231E61}"/>
                    </a:ext>
                  </a:extLst>
                </p14:cNvPr>
                <p14:cNvContentPartPr/>
                <p14:nvPr/>
              </p14:nvContentPartPr>
              <p14:xfrm>
                <a:off x="10090620" y="4397768"/>
                <a:ext cx="108000" cy="348840"/>
              </p14:xfrm>
            </p:contentPart>
          </mc:Choice>
          <mc:Fallback xmlns="">
            <p:pic>
              <p:nvPicPr>
                <p:cNvPr id="372" name="Ink 371">
                  <a:extLst>
                    <a:ext uri="{FF2B5EF4-FFF2-40B4-BE49-F238E27FC236}">
                      <a16:creationId xmlns:a16="http://schemas.microsoft.com/office/drawing/2014/main" id="{80C7E4F7-FED6-6D20-5AE8-3B773E231E61}"/>
                    </a:ext>
                  </a:extLst>
                </p:cNvPr>
                <p:cNvPicPr/>
                <p:nvPr/>
              </p:nvPicPr>
              <p:blipFill>
                <a:blip r:embed="rId601"/>
                <a:stretch>
                  <a:fillRect/>
                </a:stretch>
              </p:blipFill>
              <p:spPr>
                <a:xfrm>
                  <a:off x="10081980" y="4388768"/>
                  <a:ext cx="125640" cy="36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2">
              <p14:nvContentPartPr>
                <p14:cNvPr id="373" name="Ink 372">
                  <a:extLst>
                    <a:ext uri="{FF2B5EF4-FFF2-40B4-BE49-F238E27FC236}">
                      <a16:creationId xmlns:a16="http://schemas.microsoft.com/office/drawing/2014/main" id="{327630F7-A673-E5AE-8C7C-5727B1EA2416}"/>
                    </a:ext>
                  </a:extLst>
                </p14:cNvPr>
                <p14:cNvContentPartPr/>
                <p14:nvPr/>
              </p14:nvContentPartPr>
              <p14:xfrm>
                <a:off x="10086660" y="4605848"/>
                <a:ext cx="75960" cy="7920"/>
              </p14:xfrm>
            </p:contentPart>
          </mc:Choice>
          <mc:Fallback xmlns="">
            <p:pic>
              <p:nvPicPr>
                <p:cNvPr id="373" name="Ink 372">
                  <a:extLst>
                    <a:ext uri="{FF2B5EF4-FFF2-40B4-BE49-F238E27FC236}">
                      <a16:creationId xmlns:a16="http://schemas.microsoft.com/office/drawing/2014/main" id="{327630F7-A673-E5AE-8C7C-5727B1EA2416}"/>
                    </a:ext>
                  </a:extLst>
                </p:cNvPr>
                <p:cNvPicPr/>
                <p:nvPr/>
              </p:nvPicPr>
              <p:blipFill>
                <a:blip r:embed="rId603"/>
                <a:stretch>
                  <a:fillRect/>
                </a:stretch>
              </p:blipFill>
              <p:spPr>
                <a:xfrm>
                  <a:off x="10077660" y="4597208"/>
                  <a:ext cx="9360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4">
              <p14:nvContentPartPr>
                <p14:cNvPr id="375" name="Ink 374">
                  <a:extLst>
                    <a:ext uri="{FF2B5EF4-FFF2-40B4-BE49-F238E27FC236}">
                      <a16:creationId xmlns:a16="http://schemas.microsoft.com/office/drawing/2014/main" id="{D046760E-B70C-67CC-75AF-DDF58D0DB344}"/>
                    </a:ext>
                  </a:extLst>
                </p14:cNvPr>
                <p14:cNvContentPartPr/>
                <p14:nvPr/>
              </p14:nvContentPartPr>
              <p14:xfrm>
                <a:off x="10182780" y="4538888"/>
                <a:ext cx="237960" cy="127800"/>
              </p14:xfrm>
            </p:contentPart>
          </mc:Choice>
          <mc:Fallback xmlns="">
            <p:pic>
              <p:nvPicPr>
                <p:cNvPr id="375" name="Ink 374">
                  <a:extLst>
                    <a:ext uri="{FF2B5EF4-FFF2-40B4-BE49-F238E27FC236}">
                      <a16:creationId xmlns:a16="http://schemas.microsoft.com/office/drawing/2014/main" id="{D046760E-B70C-67CC-75AF-DDF58D0DB344}"/>
                    </a:ext>
                  </a:extLst>
                </p:cNvPr>
                <p:cNvPicPr/>
                <p:nvPr/>
              </p:nvPicPr>
              <p:blipFill>
                <a:blip r:embed="rId605"/>
                <a:stretch>
                  <a:fillRect/>
                </a:stretch>
              </p:blipFill>
              <p:spPr>
                <a:xfrm>
                  <a:off x="10173780" y="4530248"/>
                  <a:ext cx="25560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6">
              <p14:nvContentPartPr>
                <p14:cNvPr id="376" name="Ink 375">
                  <a:extLst>
                    <a:ext uri="{FF2B5EF4-FFF2-40B4-BE49-F238E27FC236}">
                      <a16:creationId xmlns:a16="http://schemas.microsoft.com/office/drawing/2014/main" id="{759A49F3-7CDF-5673-2A8C-B73A315E8624}"/>
                    </a:ext>
                  </a:extLst>
                </p14:cNvPr>
                <p14:cNvContentPartPr/>
                <p14:nvPr/>
              </p14:nvContentPartPr>
              <p14:xfrm>
                <a:off x="10425780" y="4565168"/>
                <a:ext cx="114120" cy="185760"/>
              </p14:xfrm>
            </p:contentPart>
          </mc:Choice>
          <mc:Fallback xmlns="">
            <p:pic>
              <p:nvPicPr>
                <p:cNvPr id="376" name="Ink 375">
                  <a:extLst>
                    <a:ext uri="{FF2B5EF4-FFF2-40B4-BE49-F238E27FC236}">
                      <a16:creationId xmlns:a16="http://schemas.microsoft.com/office/drawing/2014/main" id="{759A49F3-7CDF-5673-2A8C-B73A315E8624}"/>
                    </a:ext>
                  </a:extLst>
                </p:cNvPr>
                <p:cNvPicPr/>
                <p:nvPr/>
              </p:nvPicPr>
              <p:blipFill>
                <a:blip r:embed="rId607"/>
                <a:stretch>
                  <a:fillRect/>
                </a:stretch>
              </p:blipFill>
              <p:spPr>
                <a:xfrm>
                  <a:off x="10416780" y="4556168"/>
                  <a:ext cx="13176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8">
              <p14:nvContentPartPr>
                <p14:cNvPr id="377" name="Ink 376">
                  <a:extLst>
                    <a:ext uri="{FF2B5EF4-FFF2-40B4-BE49-F238E27FC236}">
                      <a16:creationId xmlns:a16="http://schemas.microsoft.com/office/drawing/2014/main" id="{6A4D8390-1ED4-412D-34A8-155CDD6B99B3}"/>
                    </a:ext>
                  </a:extLst>
                </p14:cNvPr>
                <p14:cNvContentPartPr/>
                <p14:nvPr/>
              </p14:nvContentPartPr>
              <p14:xfrm>
                <a:off x="10562940" y="4536008"/>
                <a:ext cx="420120" cy="119520"/>
              </p14:xfrm>
            </p:contentPart>
          </mc:Choice>
          <mc:Fallback xmlns="">
            <p:pic>
              <p:nvPicPr>
                <p:cNvPr id="377" name="Ink 376">
                  <a:extLst>
                    <a:ext uri="{FF2B5EF4-FFF2-40B4-BE49-F238E27FC236}">
                      <a16:creationId xmlns:a16="http://schemas.microsoft.com/office/drawing/2014/main" id="{6A4D8390-1ED4-412D-34A8-155CDD6B99B3}"/>
                    </a:ext>
                  </a:extLst>
                </p:cNvPr>
                <p:cNvPicPr/>
                <p:nvPr/>
              </p:nvPicPr>
              <p:blipFill>
                <a:blip r:embed="rId609"/>
                <a:stretch>
                  <a:fillRect/>
                </a:stretch>
              </p:blipFill>
              <p:spPr>
                <a:xfrm>
                  <a:off x="10553940" y="4527368"/>
                  <a:ext cx="43776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0">
              <p14:nvContentPartPr>
                <p14:cNvPr id="378" name="Ink 377">
                  <a:extLst>
                    <a:ext uri="{FF2B5EF4-FFF2-40B4-BE49-F238E27FC236}">
                      <a16:creationId xmlns:a16="http://schemas.microsoft.com/office/drawing/2014/main" id="{F888C667-1E30-C447-23FC-13E06A233E70}"/>
                    </a:ext>
                  </a:extLst>
                </p14:cNvPr>
                <p14:cNvContentPartPr/>
                <p14:nvPr/>
              </p14:nvContentPartPr>
              <p14:xfrm>
                <a:off x="10980540" y="4539608"/>
                <a:ext cx="239040" cy="111600"/>
              </p14:xfrm>
            </p:contentPart>
          </mc:Choice>
          <mc:Fallback xmlns="">
            <p:pic>
              <p:nvPicPr>
                <p:cNvPr id="378" name="Ink 377">
                  <a:extLst>
                    <a:ext uri="{FF2B5EF4-FFF2-40B4-BE49-F238E27FC236}">
                      <a16:creationId xmlns:a16="http://schemas.microsoft.com/office/drawing/2014/main" id="{F888C667-1E30-C447-23FC-13E06A233E70}"/>
                    </a:ext>
                  </a:extLst>
                </p:cNvPr>
                <p:cNvPicPr/>
                <p:nvPr/>
              </p:nvPicPr>
              <p:blipFill>
                <a:blip r:embed="rId611"/>
                <a:stretch>
                  <a:fillRect/>
                </a:stretch>
              </p:blipFill>
              <p:spPr>
                <a:xfrm>
                  <a:off x="10971540" y="4530968"/>
                  <a:ext cx="25668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2">
              <p14:nvContentPartPr>
                <p14:cNvPr id="379" name="Ink 378">
                  <a:extLst>
                    <a:ext uri="{FF2B5EF4-FFF2-40B4-BE49-F238E27FC236}">
                      <a16:creationId xmlns:a16="http://schemas.microsoft.com/office/drawing/2014/main" id="{DADDFBE9-95D0-1988-0AF3-144E76A26CBF}"/>
                    </a:ext>
                  </a:extLst>
                </p14:cNvPr>
                <p14:cNvContentPartPr/>
                <p14:nvPr/>
              </p14:nvContentPartPr>
              <p14:xfrm>
                <a:off x="11133540" y="4395248"/>
                <a:ext cx="9000" cy="69840"/>
              </p14:xfrm>
            </p:contentPart>
          </mc:Choice>
          <mc:Fallback xmlns="">
            <p:pic>
              <p:nvPicPr>
                <p:cNvPr id="379" name="Ink 378">
                  <a:extLst>
                    <a:ext uri="{FF2B5EF4-FFF2-40B4-BE49-F238E27FC236}">
                      <a16:creationId xmlns:a16="http://schemas.microsoft.com/office/drawing/2014/main" id="{DADDFBE9-95D0-1988-0AF3-144E76A26CBF}"/>
                    </a:ext>
                  </a:extLst>
                </p:cNvPr>
                <p:cNvPicPr/>
                <p:nvPr/>
              </p:nvPicPr>
              <p:blipFill>
                <a:blip r:embed="rId613"/>
                <a:stretch>
                  <a:fillRect/>
                </a:stretch>
              </p:blipFill>
              <p:spPr>
                <a:xfrm>
                  <a:off x="11124900" y="4386248"/>
                  <a:ext cx="2664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4">
              <p14:nvContentPartPr>
                <p14:cNvPr id="380" name="Ink 379">
                  <a:extLst>
                    <a:ext uri="{FF2B5EF4-FFF2-40B4-BE49-F238E27FC236}">
                      <a16:creationId xmlns:a16="http://schemas.microsoft.com/office/drawing/2014/main" id="{E2BD03A1-E33A-38A9-1E8F-2F613E2863D5}"/>
                    </a:ext>
                  </a:extLst>
                </p14:cNvPr>
                <p14:cNvContentPartPr/>
                <p14:nvPr/>
              </p14:nvContentPartPr>
              <p14:xfrm>
                <a:off x="11252340" y="4531688"/>
                <a:ext cx="80640" cy="98280"/>
              </p14:xfrm>
            </p:contentPart>
          </mc:Choice>
          <mc:Fallback xmlns="">
            <p:pic>
              <p:nvPicPr>
                <p:cNvPr id="380" name="Ink 379">
                  <a:extLst>
                    <a:ext uri="{FF2B5EF4-FFF2-40B4-BE49-F238E27FC236}">
                      <a16:creationId xmlns:a16="http://schemas.microsoft.com/office/drawing/2014/main" id="{E2BD03A1-E33A-38A9-1E8F-2F613E2863D5}"/>
                    </a:ext>
                  </a:extLst>
                </p:cNvPr>
                <p:cNvPicPr/>
                <p:nvPr/>
              </p:nvPicPr>
              <p:blipFill>
                <a:blip r:embed="rId615"/>
                <a:stretch>
                  <a:fillRect/>
                </a:stretch>
              </p:blipFill>
              <p:spPr>
                <a:xfrm>
                  <a:off x="11243340" y="4522688"/>
                  <a:ext cx="9828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6">
              <p14:nvContentPartPr>
                <p14:cNvPr id="381" name="Ink 380">
                  <a:extLst>
                    <a:ext uri="{FF2B5EF4-FFF2-40B4-BE49-F238E27FC236}">
                      <a16:creationId xmlns:a16="http://schemas.microsoft.com/office/drawing/2014/main" id="{7843C71D-654A-C995-B911-78CBA39C80D1}"/>
                    </a:ext>
                  </a:extLst>
                </p14:cNvPr>
                <p14:cNvContentPartPr/>
                <p14:nvPr/>
              </p14:nvContentPartPr>
              <p14:xfrm>
                <a:off x="11293020" y="4508648"/>
                <a:ext cx="117000" cy="122400"/>
              </p14:xfrm>
            </p:contentPart>
          </mc:Choice>
          <mc:Fallback xmlns="">
            <p:pic>
              <p:nvPicPr>
                <p:cNvPr id="381" name="Ink 380">
                  <a:extLst>
                    <a:ext uri="{FF2B5EF4-FFF2-40B4-BE49-F238E27FC236}">
                      <a16:creationId xmlns:a16="http://schemas.microsoft.com/office/drawing/2014/main" id="{7843C71D-654A-C995-B911-78CBA39C80D1}"/>
                    </a:ext>
                  </a:extLst>
                </p:cNvPr>
                <p:cNvPicPr/>
                <p:nvPr/>
              </p:nvPicPr>
              <p:blipFill>
                <a:blip r:embed="rId617"/>
                <a:stretch>
                  <a:fillRect/>
                </a:stretch>
              </p:blipFill>
              <p:spPr>
                <a:xfrm>
                  <a:off x="11284020" y="4499648"/>
                  <a:ext cx="13464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8">
              <p14:nvContentPartPr>
                <p14:cNvPr id="383" name="Ink 382">
                  <a:extLst>
                    <a:ext uri="{FF2B5EF4-FFF2-40B4-BE49-F238E27FC236}">
                      <a16:creationId xmlns:a16="http://schemas.microsoft.com/office/drawing/2014/main" id="{9380D529-3370-BD40-0FD4-5D66BF448435}"/>
                    </a:ext>
                  </a:extLst>
                </p14:cNvPr>
                <p14:cNvContentPartPr/>
                <p14:nvPr/>
              </p14:nvContentPartPr>
              <p14:xfrm>
                <a:off x="9030780" y="4561928"/>
                <a:ext cx="30960" cy="94680"/>
              </p14:xfrm>
            </p:contentPart>
          </mc:Choice>
          <mc:Fallback xmlns="">
            <p:pic>
              <p:nvPicPr>
                <p:cNvPr id="383" name="Ink 382">
                  <a:extLst>
                    <a:ext uri="{FF2B5EF4-FFF2-40B4-BE49-F238E27FC236}">
                      <a16:creationId xmlns:a16="http://schemas.microsoft.com/office/drawing/2014/main" id="{9380D529-3370-BD40-0FD4-5D66BF448435}"/>
                    </a:ext>
                  </a:extLst>
                </p:cNvPr>
                <p:cNvPicPr/>
                <p:nvPr/>
              </p:nvPicPr>
              <p:blipFill>
                <a:blip r:embed="rId619"/>
                <a:stretch>
                  <a:fillRect/>
                </a:stretch>
              </p:blipFill>
              <p:spPr>
                <a:xfrm>
                  <a:off x="9021780" y="4552928"/>
                  <a:ext cx="48600" cy="112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8" name="Group 387">
            <a:extLst>
              <a:ext uri="{FF2B5EF4-FFF2-40B4-BE49-F238E27FC236}">
                <a16:creationId xmlns:a16="http://schemas.microsoft.com/office/drawing/2014/main" id="{02F3A06C-C542-93A4-9B17-962B27F2B1B1}"/>
              </a:ext>
            </a:extLst>
          </p:cNvPr>
          <p:cNvGrpSpPr/>
          <p:nvPr/>
        </p:nvGrpSpPr>
        <p:grpSpPr>
          <a:xfrm>
            <a:off x="8909820" y="5085008"/>
            <a:ext cx="689760" cy="271440"/>
            <a:chOff x="8909820" y="5085008"/>
            <a:chExt cx="689760" cy="271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20">
              <p14:nvContentPartPr>
                <p14:cNvPr id="385" name="Ink 384">
                  <a:extLst>
                    <a:ext uri="{FF2B5EF4-FFF2-40B4-BE49-F238E27FC236}">
                      <a16:creationId xmlns:a16="http://schemas.microsoft.com/office/drawing/2014/main" id="{F087E0DD-4F58-1BB1-9206-F1CBC27F526E}"/>
                    </a:ext>
                  </a:extLst>
                </p14:cNvPr>
                <p14:cNvContentPartPr/>
                <p14:nvPr/>
              </p14:nvContentPartPr>
              <p14:xfrm>
                <a:off x="8909820" y="5126768"/>
                <a:ext cx="209160" cy="141840"/>
              </p14:xfrm>
            </p:contentPart>
          </mc:Choice>
          <mc:Fallback xmlns="">
            <p:pic>
              <p:nvPicPr>
                <p:cNvPr id="385" name="Ink 384">
                  <a:extLst>
                    <a:ext uri="{FF2B5EF4-FFF2-40B4-BE49-F238E27FC236}">
                      <a16:creationId xmlns:a16="http://schemas.microsoft.com/office/drawing/2014/main" id="{F087E0DD-4F58-1BB1-9206-F1CBC27F526E}"/>
                    </a:ext>
                  </a:extLst>
                </p:cNvPr>
                <p:cNvPicPr/>
                <p:nvPr/>
              </p:nvPicPr>
              <p:blipFill>
                <a:blip r:embed="rId621"/>
                <a:stretch>
                  <a:fillRect/>
                </a:stretch>
              </p:blipFill>
              <p:spPr>
                <a:xfrm>
                  <a:off x="8900820" y="5118128"/>
                  <a:ext cx="22680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2">
              <p14:nvContentPartPr>
                <p14:cNvPr id="386" name="Ink 385">
                  <a:extLst>
                    <a:ext uri="{FF2B5EF4-FFF2-40B4-BE49-F238E27FC236}">
                      <a16:creationId xmlns:a16="http://schemas.microsoft.com/office/drawing/2014/main" id="{47BBD930-BA5A-C6BD-429A-CC4D754306F4}"/>
                    </a:ext>
                  </a:extLst>
                </p14:cNvPr>
                <p14:cNvContentPartPr/>
                <p14:nvPr/>
              </p14:nvContentPartPr>
              <p14:xfrm>
                <a:off x="9161100" y="5245208"/>
                <a:ext cx="151200" cy="111240"/>
              </p14:xfrm>
            </p:contentPart>
          </mc:Choice>
          <mc:Fallback xmlns="">
            <p:pic>
              <p:nvPicPr>
                <p:cNvPr id="386" name="Ink 385">
                  <a:extLst>
                    <a:ext uri="{FF2B5EF4-FFF2-40B4-BE49-F238E27FC236}">
                      <a16:creationId xmlns:a16="http://schemas.microsoft.com/office/drawing/2014/main" id="{47BBD930-BA5A-C6BD-429A-CC4D754306F4}"/>
                    </a:ext>
                  </a:extLst>
                </p:cNvPr>
                <p:cNvPicPr/>
                <p:nvPr/>
              </p:nvPicPr>
              <p:blipFill>
                <a:blip r:embed="rId623"/>
                <a:stretch>
                  <a:fillRect/>
                </a:stretch>
              </p:blipFill>
              <p:spPr>
                <a:xfrm>
                  <a:off x="9152100" y="5236208"/>
                  <a:ext cx="16884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4">
              <p14:nvContentPartPr>
                <p14:cNvPr id="387" name="Ink 386">
                  <a:extLst>
                    <a:ext uri="{FF2B5EF4-FFF2-40B4-BE49-F238E27FC236}">
                      <a16:creationId xmlns:a16="http://schemas.microsoft.com/office/drawing/2014/main" id="{700751F9-47D0-B997-A4CE-C10E200176DC}"/>
                    </a:ext>
                  </a:extLst>
                </p14:cNvPr>
                <p14:cNvContentPartPr/>
                <p14:nvPr/>
              </p14:nvContentPartPr>
              <p14:xfrm>
                <a:off x="9422460" y="5085008"/>
                <a:ext cx="177120" cy="179640"/>
              </p14:xfrm>
            </p:contentPart>
          </mc:Choice>
          <mc:Fallback xmlns="">
            <p:pic>
              <p:nvPicPr>
                <p:cNvPr id="387" name="Ink 386">
                  <a:extLst>
                    <a:ext uri="{FF2B5EF4-FFF2-40B4-BE49-F238E27FC236}">
                      <a16:creationId xmlns:a16="http://schemas.microsoft.com/office/drawing/2014/main" id="{700751F9-47D0-B997-A4CE-C10E200176DC}"/>
                    </a:ext>
                  </a:extLst>
                </p:cNvPr>
                <p:cNvPicPr/>
                <p:nvPr/>
              </p:nvPicPr>
              <p:blipFill>
                <a:blip r:embed="rId625"/>
                <a:stretch>
                  <a:fillRect/>
                </a:stretch>
              </p:blipFill>
              <p:spPr>
                <a:xfrm>
                  <a:off x="9413820" y="5076368"/>
                  <a:ext cx="194760" cy="197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2" name="Group 391">
            <a:extLst>
              <a:ext uri="{FF2B5EF4-FFF2-40B4-BE49-F238E27FC236}">
                <a16:creationId xmlns:a16="http://schemas.microsoft.com/office/drawing/2014/main" id="{B682B662-87A7-1E95-3476-F491C76EE1CA}"/>
              </a:ext>
            </a:extLst>
          </p:cNvPr>
          <p:cNvGrpSpPr/>
          <p:nvPr/>
        </p:nvGrpSpPr>
        <p:grpSpPr>
          <a:xfrm>
            <a:off x="9716580" y="5054048"/>
            <a:ext cx="180720" cy="142920"/>
            <a:chOff x="9716580" y="5054048"/>
            <a:chExt cx="180720" cy="142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26">
              <p14:nvContentPartPr>
                <p14:cNvPr id="389" name="Ink 388">
                  <a:extLst>
                    <a:ext uri="{FF2B5EF4-FFF2-40B4-BE49-F238E27FC236}">
                      <a16:creationId xmlns:a16="http://schemas.microsoft.com/office/drawing/2014/main" id="{6994524A-2CE3-788E-6703-403487CE89DB}"/>
                    </a:ext>
                  </a:extLst>
                </p14:cNvPr>
                <p14:cNvContentPartPr/>
                <p14:nvPr/>
              </p14:nvContentPartPr>
              <p14:xfrm>
                <a:off x="9803340" y="5091488"/>
                <a:ext cx="30240" cy="100440"/>
              </p14:xfrm>
            </p:contentPart>
          </mc:Choice>
          <mc:Fallback xmlns="">
            <p:pic>
              <p:nvPicPr>
                <p:cNvPr id="389" name="Ink 388">
                  <a:extLst>
                    <a:ext uri="{FF2B5EF4-FFF2-40B4-BE49-F238E27FC236}">
                      <a16:creationId xmlns:a16="http://schemas.microsoft.com/office/drawing/2014/main" id="{6994524A-2CE3-788E-6703-403487CE89DB}"/>
                    </a:ext>
                  </a:extLst>
                </p:cNvPr>
                <p:cNvPicPr/>
                <p:nvPr/>
              </p:nvPicPr>
              <p:blipFill>
                <a:blip r:embed="rId627"/>
                <a:stretch>
                  <a:fillRect/>
                </a:stretch>
              </p:blipFill>
              <p:spPr>
                <a:xfrm>
                  <a:off x="9794700" y="5082488"/>
                  <a:ext cx="4788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8">
              <p14:nvContentPartPr>
                <p14:cNvPr id="390" name="Ink 389">
                  <a:extLst>
                    <a:ext uri="{FF2B5EF4-FFF2-40B4-BE49-F238E27FC236}">
                      <a16:creationId xmlns:a16="http://schemas.microsoft.com/office/drawing/2014/main" id="{FA39A784-20DF-B4FD-16E2-E5498F410A9F}"/>
                    </a:ext>
                  </a:extLst>
                </p14:cNvPr>
                <p14:cNvContentPartPr/>
                <p14:nvPr/>
              </p14:nvContentPartPr>
              <p14:xfrm>
                <a:off x="9857700" y="5127848"/>
                <a:ext cx="15840" cy="69120"/>
              </p14:xfrm>
            </p:contentPart>
          </mc:Choice>
          <mc:Fallback xmlns="">
            <p:pic>
              <p:nvPicPr>
                <p:cNvPr id="390" name="Ink 389">
                  <a:extLst>
                    <a:ext uri="{FF2B5EF4-FFF2-40B4-BE49-F238E27FC236}">
                      <a16:creationId xmlns:a16="http://schemas.microsoft.com/office/drawing/2014/main" id="{FA39A784-20DF-B4FD-16E2-E5498F410A9F}"/>
                    </a:ext>
                  </a:extLst>
                </p:cNvPr>
                <p:cNvPicPr/>
                <p:nvPr/>
              </p:nvPicPr>
              <p:blipFill>
                <a:blip r:embed="rId629"/>
                <a:stretch>
                  <a:fillRect/>
                </a:stretch>
              </p:blipFill>
              <p:spPr>
                <a:xfrm>
                  <a:off x="9848700" y="5118848"/>
                  <a:ext cx="3348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0">
              <p14:nvContentPartPr>
                <p14:cNvPr id="391" name="Ink 390">
                  <a:extLst>
                    <a:ext uri="{FF2B5EF4-FFF2-40B4-BE49-F238E27FC236}">
                      <a16:creationId xmlns:a16="http://schemas.microsoft.com/office/drawing/2014/main" id="{9353AEA2-6E2A-8FB8-064B-28B0E8620B67}"/>
                    </a:ext>
                  </a:extLst>
                </p14:cNvPr>
                <p14:cNvContentPartPr/>
                <p14:nvPr/>
              </p14:nvContentPartPr>
              <p14:xfrm>
                <a:off x="9716580" y="5054048"/>
                <a:ext cx="180720" cy="32760"/>
              </p14:xfrm>
            </p:contentPart>
          </mc:Choice>
          <mc:Fallback xmlns="">
            <p:pic>
              <p:nvPicPr>
                <p:cNvPr id="391" name="Ink 390">
                  <a:extLst>
                    <a:ext uri="{FF2B5EF4-FFF2-40B4-BE49-F238E27FC236}">
                      <a16:creationId xmlns:a16="http://schemas.microsoft.com/office/drawing/2014/main" id="{9353AEA2-6E2A-8FB8-064B-28B0E8620B67}"/>
                    </a:ext>
                  </a:extLst>
                </p:cNvPr>
                <p:cNvPicPr/>
                <p:nvPr/>
              </p:nvPicPr>
              <p:blipFill>
                <a:blip r:embed="rId631"/>
                <a:stretch>
                  <a:fillRect/>
                </a:stretch>
              </p:blipFill>
              <p:spPr>
                <a:xfrm>
                  <a:off x="9707940" y="5045048"/>
                  <a:ext cx="198360" cy="50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7" name="Group 396">
            <a:extLst>
              <a:ext uri="{FF2B5EF4-FFF2-40B4-BE49-F238E27FC236}">
                <a16:creationId xmlns:a16="http://schemas.microsoft.com/office/drawing/2014/main" id="{45AC74B5-B031-1691-8D4B-12862205A5D7}"/>
              </a:ext>
            </a:extLst>
          </p:cNvPr>
          <p:cNvGrpSpPr/>
          <p:nvPr/>
        </p:nvGrpSpPr>
        <p:grpSpPr>
          <a:xfrm>
            <a:off x="10135620" y="5098688"/>
            <a:ext cx="824760" cy="208080"/>
            <a:chOff x="10135620" y="5098688"/>
            <a:chExt cx="824760" cy="208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32">
              <p14:nvContentPartPr>
                <p14:cNvPr id="393" name="Ink 392">
                  <a:extLst>
                    <a:ext uri="{FF2B5EF4-FFF2-40B4-BE49-F238E27FC236}">
                      <a16:creationId xmlns:a16="http://schemas.microsoft.com/office/drawing/2014/main" id="{94E23420-7AB7-7A2B-9705-FD049CF66AA0}"/>
                    </a:ext>
                  </a:extLst>
                </p14:cNvPr>
                <p14:cNvContentPartPr/>
                <p14:nvPr/>
              </p14:nvContentPartPr>
              <p14:xfrm>
                <a:off x="10135620" y="5138288"/>
                <a:ext cx="110160" cy="85320"/>
              </p14:xfrm>
            </p:contentPart>
          </mc:Choice>
          <mc:Fallback xmlns="">
            <p:pic>
              <p:nvPicPr>
                <p:cNvPr id="393" name="Ink 392">
                  <a:extLst>
                    <a:ext uri="{FF2B5EF4-FFF2-40B4-BE49-F238E27FC236}">
                      <a16:creationId xmlns:a16="http://schemas.microsoft.com/office/drawing/2014/main" id="{94E23420-7AB7-7A2B-9705-FD049CF66AA0}"/>
                    </a:ext>
                  </a:extLst>
                </p:cNvPr>
                <p:cNvPicPr/>
                <p:nvPr/>
              </p:nvPicPr>
              <p:blipFill>
                <a:blip r:embed="rId633"/>
                <a:stretch>
                  <a:fillRect/>
                </a:stretch>
              </p:blipFill>
              <p:spPr>
                <a:xfrm>
                  <a:off x="10126980" y="5129288"/>
                  <a:ext cx="12780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4">
              <p14:nvContentPartPr>
                <p14:cNvPr id="394" name="Ink 393">
                  <a:extLst>
                    <a:ext uri="{FF2B5EF4-FFF2-40B4-BE49-F238E27FC236}">
                      <a16:creationId xmlns:a16="http://schemas.microsoft.com/office/drawing/2014/main" id="{02C5DDDA-3536-1607-B3DE-B300BAB5D87D}"/>
                    </a:ext>
                  </a:extLst>
                </p14:cNvPr>
                <p14:cNvContentPartPr/>
                <p14:nvPr/>
              </p14:nvContentPartPr>
              <p14:xfrm>
                <a:off x="10281780" y="5146928"/>
                <a:ext cx="149040" cy="63720"/>
              </p14:xfrm>
            </p:contentPart>
          </mc:Choice>
          <mc:Fallback xmlns="">
            <p:pic>
              <p:nvPicPr>
                <p:cNvPr id="394" name="Ink 393">
                  <a:extLst>
                    <a:ext uri="{FF2B5EF4-FFF2-40B4-BE49-F238E27FC236}">
                      <a16:creationId xmlns:a16="http://schemas.microsoft.com/office/drawing/2014/main" id="{02C5DDDA-3536-1607-B3DE-B300BAB5D87D}"/>
                    </a:ext>
                  </a:extLst>
                </p:cNvPr>
                <p:cNvPicPr/>
                <p:nvPr/>
              </p:nvPicPr>
              <p:blipFill>
                <a:blip r:embed="rId635"/>
                <a:stretch>
                  <a:fillRect/>
                </a:stretch>
              </p:blipFill>
              <p:spPr>
                <a:xfrm>
                  <a:off x="10272780" y="5137928"/>
                  <a:ext cx="16668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6">
              <p14:nvContentPartPr>
                <p14:cNvPr id="395" name="Ink 394">
                  <a:extLst>
                    <a:ext uri="{FF2B5EF4-FFF2-40B4-BE49-F238E27FC236}">
                      <a16:creationId xmlns:a16="http://schemas.microsoft.com/office/drawing/2014/main" id="{8BACE1B7-A46D-23CC-BE97-DAA4C8E2D470}"/>
                    </a:ext>
                  </a:extLst>
                </p14:cNvPr>
                <p14:cNvContentPartPr/>
                <p14:nvPr/>
              </p14:nvContentPartPr>
              <p14:xfrm>
                <a:off x="10548540" y="5098688"/>
                <a:ext cx="190800" cy="123120"/>
              </p14:xfrm>
            </p:contentPart>
          </mc:Choice>
          <mc:Fallback xmlns="">
            <p:pic>
              <p:nvPicPr>
                <p:cNvPr id="395" name="Ink 394">
                  <a:extLst>
                    <a:ext uri="{FF2B5EF4-FFF2-40B4-BE49-F238E27FC236}">
                      <a16:creationId xmlns:a16="http://schemas.microsoft.com/office/drawing/2014/main" id="{8BACE1B7-A46D-23CC-BE97-DAA4C8E2D470}"/>
                    </a:ext>
                  </a:extLst>
                </p:cNvPr>
                <p:cNvPicPr/>
                <p:nvPr/>
              </p:nvPicPr>
              <p:blipFill>
                <a:blip r:embed="rId637"/>
                <a:stretch>
                  <a:fillRect/>
                </a:stretch>
              </p:blipFill>
              <p:spPr>
                <a:xfrm>
                  <a:off x="10539900" y="5090048"/>
                  <a:ext cx="20844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8">
              <p14:nvContentPartPr>
                <p14:cNvPr id="396" name="Ink 395">
                  <a:extLst>
                    <a:ext uri="{FF2B5EF4-FFF2-40B4-BE49-F238E27FC236}">
                      <a16:creationId xmlns:a16="http://schemas.microsoft.com/office/drawing/2014/main" id="{8C97CA51-0732-73DD-75C0-F650F970A004}"/>
                    </a:ext>
                  </a:extLst>
                </p14:cNvPr>
                <p14:cNvContentPartPr/>
                <p14:nvPr/>
              </p14:nvContentPartPr>
              <p14:xfrm>
                <a:off x="10821780" y="5213888"/>
                <a:ext cx="138600" cy="92880"/>
              </p14:xfrm>
            </p:contentPart>
          </mc:Choice>
          <mc:Fallback xmlns="">
            <p:pic>
              <p:nvPicPr>
                <p:cNvPr id="396" name="Ink 395">
                  <a:extLst>
                    <a:ext uri="{FF2B5EF4-FFF2-40B4-BE49-F238E27FC236}">
                      <a16:creationId xmlns:a16="http://schemas.microsoft.com/office/drawing/2014/main" id="{8C97CA51-0732-73DD-75C0-F650F970A004}"/>
                    </a:ext>
                  </a:extLst>
                </p:cNvPr>
                <p:cNvPicPr/>
                <p:nvPr/>
              </p:nvPicPr>
              <p:blipFill>
                <a:blip r:embed="rId639"/>
                <a:stretch>
                  <a:fillRect/>
                </a:stretch>
              </p:blipFill>
              <p:spPr>
                <a:xfrm>
                  <a:off x="10813140" y="5204888"/>
                  <a:ext cx="156240" cy="110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3" name="Group 402">
            <a:extLst>
              <a:ext uri="{FF2B5EF4-FFF2-40B4-BE49-F238E27FC236}">
                <a16:creationId xmlns:a16="http://schemas.microsoft.com/office/drawing/2014/main" id="{14475238-0F9D-3FC9-4AD8-A5C04BAB9912}"/>
              </a:ext>
            </a:extLst>
          </p:cNvPr>
          <p:cNvGrpSpPr/>
          <p:nvPr/>
        </p:nvGrpSpPr>
        <p:grpSpPr>
          <a:xfrm>
            <a:off x="8769780" y="5782328"/>
            <a:ext cx="277560" cy="108360"/>
            <a:chOff x="8769780" y="5782328"/>
            <a:chExt cx="277560" cy="108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40">
              <p14:nvContentPartPr>
                <p14:cNvPr id="398" name="Ink 397">
                  <a:extLst>
                    <a:ext uri="{FF2B5EF4-FFF2-40B4-BE49-F238E27FC236}">
                      <a16:creationId xmlns:a16="http://schemas.microsoft.com/office/drawing/2014/main" id="{82455EA6-1F43-9887-3EC5-EAD50821185F}"/>
                    </a:ext>
                  </a:extLst>
                </p14:cNvPr>
                <p14:cNvContentPartPr/>
                <p14:nvPr/>
              </p14:nvContentPartPr>
              <p14:xfrm>
                <a:off x="8769780" y="5782328"/>
                <a:ext cx="141480" cy="100800"/>
              </p14:xfrm>
            </p:contentPart>
          </mc:Choice>
          <mc:Fallback xmlns="">
            <p:pic>
              <p:nvPicPr>
                <p:cNvPr id="398" name="Ink 397">
                  <a:extLst>
                    <a:ext uri="{FF2B5EF4-FFF2-40B4-BE49-F238E27FC236}">
                      <a16:creationId xmlns:a16="http://schemas.microsoft.com/office/drawing/2014/main" id="{82455EA6-1F43-9887-3EC5-EAD50821185F}"/>
                    </a:ext>
                  </a:extLst>
                </p:cNvPr>
                <p:cNvPicPr/>
                <p:nvPr/>
              </p:nvPicPr>
              <p:blipFill>
                <a:blip r:embed="rId641"/>
                <a:stretch>
                  <a:fillRect/>
                </a:stretch>
              </p:blipFill>
              <p:spPr>
                <a:xfrm>
                  <a:off x="8760780" y="5773688"/>
                  <a:ext cx="15912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2">
              <p14:nvContentPartPr>
                <p14:cNvPr id="399" name="Ink 398">
                  <a:extLst>
                    <a:ext uri="{FF2B5EF4-FFF2-40B4-BE49-F238E27FC236}">
                      <a16:creationId xmlns:a16="http://schemas.microsoft.com/office/drawing/2014/main" id="{953AFF55-9C12-9DDA-8A61-60F00A715B81}"/>
                    </a:ext>
                  </a:extLst>
                </p14:cNvPr>
                <p14:cNvContentPartPr/>
                <p14:nvPr/>
              </p14:nvContentPartPr>
              <p14:xfrm>
                <a:off x="8936100" y="5785928"/>
                <a:ext cx="111240" cy="104760"/>
              </p14:xfrm>
            </p:contentPart>
          </mc:Choice>
          <mc:Fallback xmlns="">
            <p:pic>
              <p:nvPicPr>
                <p:cNvPr id="399" name="Ink 398">
                  <a:extLst>
                    <a:ext uri="{FF2B5EF4-FFF2-40B4-BE49-F238E27FC236}">
                      <a16:creationId xmlns:a16="http://schemas.microsoft.com/office/drawing/2014/main" id="{953AFF55-9C12-9DDA-8A61-60F00A715B81}"/>
                    </a:ext>
                  </a:extLst>
                </p:cNvPr>
                <p:cNvPicPr/>
                <p:nvPr/>
              </p:nvPicPr>
              <p:blipFill>
                <a:blip r:embed="rId643"/>
                <a:stretch>
                  <a:fillRect/>
                </a:stretch>
              </p:blipFill>
              <p:spPr>
                <a:xfrm>
                  <a:off x="8927100" y="5777288"/>
                  <a:ext cx="128880" cy="122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5" name="Group 414">
            <a:extLst>
              <a:ext uri="{FF2B5EF4-FFF2-40B4-BE49-F238E27FC236}">
                <a16:creationId xmlns:a16="http://schemas.microsoft.com/office/drawing/2014/main" id="{1F502778-4132-B522-5403-0950985067CF}"/>
              </a:ext>
            </a:extLst>
          </p:cNvPr>
          <p:cNvGrpSpPr/>
          <p:nvPr/>
        </p:nvGrpSpPr>
        <p:grpSpPr>
          <a:xfrm>
            <a:off x="9276660" y="5619608"/>
            <a:ext cx="2018160" cy="444240"/>
            <a:chOff x="9276660" y="5619608"/>
            <a:chExt cx="2018160" cy="444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44">
              <p14:nvContentPartPr>
                <p14:cNvPr id="400" name="Ink 399">
                  <a:extLst>
                    <a:ext uri="{FF2B5EF4-FFF2-40B4-BE49-F238E27FC236}">
                      <a16:creationId xmlns:a16="http://schemas.microsoft.com/office/drawing/2014/main" id="{8107E796-7768-04D7-04F9-634A9835524C}"/>
                    </a:ext>
                  </a:extLst>
                </p14:cNvPr>
                <p14:cNvContentPartPr/>
                <p14:nvPr/>
              </p14:nvContentPartPr>
              <p14:xfrm>
                <a:off x="9276660" y="5747048"/>
                <a:ext cx="206280" cy="137520"/>
              </p14:xfrm>
            </p:contentPart>
          </mc:Choice>
          <mc:Fallback xmlns="">
            <p:pic>
              <p:nvPicPr>
                <p:cNvPr id="400" name="Ink 399">
                  <a:extLst>
                    <a:ext uri="{FF2B5EF4-FFF2-40B4-BE49-F238E27FC236}">
                      <a16:creationId xmlns:a16="http://schemas.microsoft.com/office/drawing/2014/main" id="{8107E796-7768-04D7-04F9-634A9835524C}"/>
                    </a:ext>
                  </a:extLst>
                </p:cNvPr>
                <p:cNvPicPr/>
                <p:nvPr/>
              </p:nvPicPr>
              <p:blipFill>
                <a:blip r:embed="rId645"/>
                <a:stretch>
                  <a:fillRect/>
                </a:stretch>
              </p:blipFill>
              <p:spPr>
                <a:xfrm>
                  <a:off x="9268020" y="5738048"/>
                  <a:ext cx="22392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6">
              <p14:nvContentPartPr>
                <p14:cNvPr id="401" name="Ink 400">
                  <a:extLst>
                    <a:ext uri="{FF2B5EF4-FFF2-40B4-BE49-F238E27FC236}">
                      <a16:creationId xmlns:a16="http://schemas.microsoft.com/office/drawing/2014/main" id="{F65C41C7-3ED2-AE1A-8D3F-8979F49FEF88}"/>
                    </a:ext>
                  </a:extLst>
                </p14:cNvPr>
                <p14:cNvContentPartPr/>
                <p14:nvPr/>
              </p14:nvContentPartPr>
              <p14:xfrm>
                <a:off x="9569340" y="5848568"/>
                <a:ext cx="168480" cy="114120"/>
              </p14:xfrm>
            </p:contentPart>
          </mc:Choice>
          <mc:Fallback xmlns="">
            <p:pic>
              <p:nvPicPr>
                <p:cNvPr id="401" name="Ink 400">
                  <a:extLst>
                    <a:ext uri="{FF2B5EF4-FFF2-40B4-BE49-F238E27FC236}">
                      <a16:creationId xmlns:a16="http://schemas.microsoft.com/office/drawing/2014/main" id="{F65C41C7-3ED2-AE1A-8D3F-8979F49FEF88}"/>
                    </a:ext>
                  </a:extLst>
                </p:cNvPr>
                <p:cNvPicPr/>
                <p:nvPr/>
              </p:nvPicPr>
              <p:blipFill>
                <a:blip r:embed="rId647"/>
                <a:stretch>
                  <a:fillRect/>
                </a:stretch>
              </p:blipFill>
              <p:spPr>
                <a:xfrm>
                  <a:off x="9560340" y="5839568"/>
                  <a:ext cx="18612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8">
              <p14:nvContentPartPr>
                <p14:cNvPr id="404" name="Ink 403">
                  <a:extLst>
                    <a:ext uri="{FF2B5EF4-FFF2-40B4-BE49-F238E27FC236}">
                      <a16:creationId xmlns:a16="http://schemas.microsoft.com/office/drawing/2014/main" id="{756968DA-B609-B6A7-ED9B-6B8E3AA74ACC}"/>
                    </a:ext>
                  </a:extLst>
                </p14:cNvPr>
                <p14:cNvContentPartPr/>
                <p14:nvPr/>
              </p14:nvContentPartPr>
              <p14:xfrm>
                <a:off x="9891180" y="5775128"/>
                <a:ext cx="146880" cy="100440"/>
              </p14:xfrm>
            </p:contentPart>
          </mc:Choice>
          <mc:Fallback xmlns="">
            <p:pic>
              <p:nvPicPr>
                <p:cNvPr id="404" name="Ink 403">
                  <a:extLst>
                    <a:ext uri="{FF2B5EF4-FFF2-40B4-BE49-F238E27FC236}">
                      <a16:creationId xmlns:a16="http://schemas.microsoft.com/office/drawing/2014/main" id="{756968DA-B609-B6A7-ED9B-6B8E3AA74ACC}"/>
                    </a:ext>
                  </a:extLst>
                </p:cNvPr>
                <p:cNvPicPr/>
                <p:nvPr/>
              </p:nvPicPr>
              <p:blipFill>
                <a:blip r:embed="rId649"/>
                <a:stretch>
                  <a:fillRect/>
                </a:stretch>
              </p:blipFill>
              <p:spPr>
                <a:xfrm>
                  <a:off x="9882180" y="5766488"/>
                  <a:ext cx="16452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0">
              <p14:nvContentPartPr>
                <p14:cNvPr id="406" name="Ink 405">
                  <a:extLst>
                    <a:ext uri="{FF2B5EF4-FFF2-40B4-BE49-F238E27FC236}">
                      <a16:creationId xmlns:a16="http://schemas.microsoft.com/office/drawing/2014/main" id="{6D9D81F8-69EB-6BF4-DFE2-C01276698F4D}"/>
                    </a:ext>
                  </a:extLst>
                </p14:cNvPr>
                <p14:cNvContentPartPr/>
                <p14:nvPr/>
              </p14:nvContentPartPr>
              <p14:xfrm>
                <a:off x="10242900" y="5660288"/>
                <a:ext cx="41760" cy="93960"/>
              </p14:xfrm>
            </p:contentPart>
          </mc:Choice>
          <mc:Fallback xmlns="">
            <p:pic>
              <p:nvPicPr>
                <p:cNvPr id="406" name="Ink 405">
                  <a:extLst>
                    <a:ext uri="{FF2B5EF4-FFF2-40B4-BE49-F238E27FC236}">
                      <a16:creationId xmlns:a16="http://schemas.microsoft.com/office/drawing/2014/main" id="{6D9D81F8-69EB-6BF4-DFE2-C01276698F4D}"/>
                    </a:ext>
                  </a:extLst>
                </p:cNvPr>
                <p:cNvPicPr/>
                <p:nvPr/>
              </p:nvPicPr>
              <p:blipFill>
                <a:blip r:embed="rId651"/>
                <a:stretch>
                  <a:fillRect/>
                </a:stretch>
              </p:blipFill>
              <p:spPr>
                <a:xfrm>
                  <a:off x="10233900" y="5651288"/>
                  <a:ext cx="5940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2">
              <p14:nvContentPartPr>
                <p14:cNvPr id="407" name="Ink 406">
                  <a:extLst>
                    <a:ext uri="{FF2B5EF4-FFF2-40B4-BE49-F238E27FC236}">
                      <a16:creationId xmlns:a16="http://schemas.microsoft.com/office/drawing/2014/main" id="{FDC82AB6-D8D3-C8BC-7371-963AA00F5E41}"/>
                    </a:ext>
                  </a:extLst>
                </p14:cNvPr>
                <p14:cNvContentPartPr/>
                <p14:nvPr/>
              </p14:nvContentPartPr>
              <p14:xfrm>
                <a:off x="10310580" y="5688728"/>
                <a:ext cx="37800" cy="69480"/>
              </p14:xfrm>
            </p:contentPart>
          </mc:Choice>
          <mc:Fallback xmlns="">
            <p:pic>
              <p:nvPicPr>
                <p:cNvPr id="407" name="Ink 406">
                  <a:extLst>
                    <a:ext uri="{FF2B5EF4-FFF2-40B4-BE49-F238E27FC236}">
                      <a16:creationId xmlns:a16="http://schemas.microsoft.com/office/drawing/2014/main" id="{FDC82AB6-D8D3-C8BC-7371-963AA00F5E41}"/>
                    </a:ext>
                  </a:extLst>
                </p:cNvPr>
                <p:cNvPicPr/>
                <p:nvPr/>
              </p:nvPicPr>
              <p:blipFill>
                <a:blip r:embed="rId653"/>
                <a:stretch>
                  <a:fillRect/>
                </a:stretch>
              </p:blipFill>
              <p:spPr>
                <a:xfrm>
                  <a:off x="10301580" y="5680088"/>
                  <a:ext cx="5544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4">
              <p14:nvContentPartPr>
                <p14:cNvPr id="408" name="Ink 407">
                  <a:extLst>
                    <a:ext uri="{FF2B5EF4-FFF2-40B4-BE49-F238E27FC236}">
                      <a16:creationId xmlns:a16="http://schemas.microsoft.com/office/drawing/2014/main" id="{11500FB0-5DE1-9684-E47D-6BF19F8A18FD}"/>
                    </a:ext>
                  </a:extLst>
                </p14:cNvPr>
                <p14:cNvContentPartPr/>
                <p14:nvPr/>
              </p14:nvContentPartPr>
              <p14:xfrm>
                <a:off x="10190700" y="5619608"/>
                <a:ext cx="190080" cy="25200"/>
              </p14:xfrm>
            </p:contentPart>
          </mc:Choice>
          <mc:Fallback xmlns="">
            <p:pic>
              <p:nvPicPr>
                <p:cNvPr id="408" name="Ink 407">
                  <a:extLst>
                    <a:ext uri="{FF2B5EF4-FFF2-40B4-BE49-F238E27FC236}">
                      <a16:creationId xmlns:a16="http://schemas.microsoft.com/office/drawing/2014/main" id="{11500FB0-5DE1-9684-E47D-6BF19F8A18FD}"/>
                    </a:ext>
                  </a:extLst>
                </p:cNvPr>
                <p:cNvPicPr/>
                <p:nvPr/>
              </p:nvPicPr>
              <p:blipFill>
                <a:blip r:embed="rId655"/>
                <a:stretch>
                  <a:fillRect/>
                </a:stretch>
              </p:blipFill>
              <p:spPr>
                <a:xfrm>
                  <a:off x="10182060" y="5610608"/>
                  <a:ext cx="20772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6">
              <p14:nvContentPartPr>
                <p14:cNvPr id="409" name="Ink 408">
                  <a:extLst>
                    <a:ext uri="{FF2B5EF4-FFF2-40B4-BE49-F238E27FC236}">
                      <a16:creationId xmlns:a16="http://schemas.microsoft.com/office/drawing/2014/main" id="{2F864402-008F-9F69-015D-11F8EC7A8ED2}"/>
                    </a:ext>
                  </a:extLst>
                </p14:cNvPr>
                <p14:cNvContentPartPr/>
                <p14:nvPr/>
              </p14:nvContentPartPr>
              <p14:xfrm>
                <a:off x="10199340" y="5833448"/>
                <a:ext cx="264600" cy="21960"/>
              </p14:xfrm>
            </p:contentPart>
          </mc:Choice>
          <mc:Fallback xmlns="">
            <p:pic>
              <p:nvPicPr>
                <p:cNvPr id="409" name="Ink 408">
                  <a:extLst>
                    <a:ext uri="{FF2B5EF4-FFF2-40B4-BE49-F238E27FC236}">
                      <a16:creationId xmlns:a16="http://schemas.microsoft.com/office/drawing/2014/main" id="{2F864402-008F-9F69-015D-11F8EC7A8ED2}"/>
                    </a:ext>
                  </a:extLst>
                </p:cNvPr>
                <p:cNvPicPr/>
                <p:nvPr/>
              </p:nvPicPr>
              <p:blipFill>
                <a:blip r:embed="rId657"/>
                <a:stretch>
                  <a:fillRect/>
                </a:stretch>
              </p:blipFill>
              <p:spPr>
                <a:xfrm>
                  <a:off x="10190340" y="5824808"/>
                  <a:ext cx="28224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8">
              <p14:nvContentPartPr>
                <p14:cNvPr id="410" name="Ink 409">
                  <a:extLst>
                    <a:ext uri="{FF2B5EF4-FFF2-40B4-BE49-F238E27FC236}">
                      <a16:creationId xmlns:a16="http://schemas.microsoft.com/office/drawing/2014/main" id="{31115421-60D3-666B-2430-E2048252078C}"/>
                    </a:ext>
                  </a:extLst>
                </p14:cNvPr>
                <p14:cNvContentPartPr/>
                <p14:nvPr/>
              </p14:nvContentPartPr>
              <p14:xfrm>
                <a:off x="10260900" y="5932088"/>
                <a:ext cx="145800" cy="131760"/>
              </p14:xfrm>
            </p:contentPart>
          </mc:Choice>
          <mc:Fallback xmlns="">
            <p:pic>
              <p:nvPicPr>
                <p:cNvPr id="410" name="Ink 409">
                  <a:extLst>
                    <a:ext uri="{FF2B5EF4-FFF2-40B4-BE49-F238E27FC236}">
                      <a16:creationId xmlns:a16="http://schemas.microsoft.com/office/drawing/2014/main" id="{31115421-60D3-666B-2430-E2048252078C}"/>
                    </a:ext>
                  </a:extLst>
                </p:cNvPr>
                <p:cNvPicPr/>
                <p:nvPr/>
              </p:nvPicPr>
              <p:blipFill>
                <a:blip r:embed="rId659"/>
                <a:stretch>
                  <a:fillRect/>
                </a:stretch>
              </p:blipFill>
              <p:spPr>
                <a:xfrm>
                  <a:off x="10251900" y="5923088"/>
                  <a:ext cx="16344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0">
              <p14:nvContentPartPr>
                <p14:cNvPr id="411" name="Ink 410">
                  <a:extLst>
                    <a:ext uri="{FF2B5EF4-FFF2-40B4-BE49-F238E27FC236}">
                      <a16:creationId xmlns:a16="http://schemas.microsoft.com/office/drawing/2014/main" id="{79DAC09E-C867-4DE5-325A-4CE7C2353033}"/>
                    </a:ext>
                  </a:extLst>
                </p14:cNvPr>
                <p14:cNvContentPartPr/>
                <p14:nvPr/>
              </p14:nvContentPartPr>
              <p14:xfrm>
                <a:off x="10648980" y="5850368"/>
                <a:ext cx="82800" cy="63360"/>
              </p14:xfrm>
            </p:contentPart>
          </mc:Choice>
          <mc:Fallback xmlns="">
            <p:pic>
              <p:nvPicPr>
                <p:cNvPr id="411" name="Ink 410">
                  <a:extLst>
                    <a:ext uri="{FF2B5EF4-FFF2-40B4-BE49-F238E27FC236}">
                      <a16:creationId xmlns:a16="http://schemas.microsoft.com/office/drawing/2014/main" id="{79DAC09E-C867-4DE5-325A-4CE7C2353033}"/>
                    </a:ext>
                  </a:extLst>
                </p:cNvPr>
                <p:cNvPicPr/>
                <p:nvPr/>
              </p:nvPicPr>
              <p:blipFill>
                <a:blip r:embed="rId661"/>
                <a:stretch>
                  <a:fillRect/>
                </a:stretch>
              </p:blipFill>
              <p:spPr>
                <a:xfrm>
                  <a:off x="10640340" y="5841368"/>
                  <a:ext cx="10044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2">
              <p14:nvContentPartPr>
                <p14:cNvPr id="412" name="Ink 411">
                  <a:extLst>
                    <a:ext uri="{FF2B5EF4-FFF2-40B4-BE49-F238E27FC236}">
                      <a16:creationId xmlns:a16="http://schemas.microsoft.com/office/drawing/2014/main" id="{5351DFB3-5B9A-CD2B-8480-7B9F67799B04}"/>
                    </a:ext>
                  </a:extLst>
                </p14:cNvPr>
                <p14:cNvContentPartPr/>
                <p14:nvPr/>
              </p14:nvContentPartPr>
              <p14:xfrm>
                <a:off x="10764900" y="5855048"/>
                <a:ext cx="106200" cy="46080"/>
              </p14:xfrm>
            </p:contentPart>
          </mc:Choice>
          <mc:Fallback xmlns="">
            <p:pic>
              <p:nvPicPr>
                <p:cNvPr id="412" name="Ink 411">
                  <a:extLst>
                    <a:ext uri="{FF2B5EF4-FFF2-40B4-BE49-F238E27FC236}">
                      <a16:creationId xmlns:a16="http://schemas.microsoft.com/office/drawing/2014/main" id="{5351DFB3-5B9A-CD2B-8480-7B9F67799B04}"/>
                    </a:ext>
                  </a:extLst>
                </p:cNvPr>
                <p:cNvPicPr/>
                <p:nvPr/>
              </p:nvPicPr>
              <p:blipFill>
                <a:blip r:embed="rId663"/>
                <a:stretch>
                  <a:fillRect/>
                </a:stretch>
              </p:blipFill>
              <p:spPr>
                <a:xfrm>
                  <a:off x="10755900" y="5846408"/>
                  <a:ext cx="12384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4">
              <p14:nvContentPartPr>
                <p14:cNvPr id="413" name="Ink 412">
                  <a:extLst>
                    <a:ext uri="{FF2B5EF4-FFF2-40B4-BE49-F238E27FC236}">
                      <a16:creationId xmlns:a16="http://schemas.microsoft.com/office/drawing/2014/main" id="{890377F3-5CA9-1445-9A34-9E394AD0869A}"/>
                    </a:ext>
                  </a:extLst>
                </p14:cNvPr>
                <p14:cNvContentPartPr/>
                <p14:nvPr/>
              </p14:nvContentPartPr>
              <p14:xfrm>
                <a:off x="11003940" y="5792408"/>
                <a:ext cx="183600" cy="91800"/>
              </p14:xfrm>
            </p:contentPart>
          </mc:Choice>
          <mc:Fallback xmlns="">
            <p:pic>
              <p:nvPicPr>
                <p:cNvPr id="413" name="Ink 412">
                  <a:extLst>
                    <a:ext uri="{FF2B5EF4-FFF2-40B4-BE49-F238E27FC236}">
                      <a16:creationId xmlns:a16="http://schemas.microsoft.com/office/drawing/2014/main" id="{890377F3-5CA9-1445-9A34-9E394AD0869A}"/>
                    </a:ext>
                  </a:extLst>
                </p:cNvPr>
                <p:cNvPicPr/>
                <p:nvPr/>
              </p:nvPicPr>
              <p:blipFill>
                <a:blip r:embed="rId665"/>
                <a:stretch>
                  <a:fillRect/>
                </a:stretch>
              </p:blipFill>
              <p:spPr>
                <a:xfrm>
                  <a:off x="10994940" y="5783408"/>
                  <a:ext cx="20124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6">
              <p14:nvContentPartPr>
                <p14:cNvPr id="414" name="Ink 413">
                  <a:extLst>
                    <a:ext uri="{FF2B5EF4-FFF2-40B4-BE49-F238E27FC236}">
                      <a16:creationId xmlns:a16="http://schemas.microsoft.com/office/drawing/2014/main" id="{968C19CC-BEF5-767D-4167-11DA60236A03}"/>
                    </a:ext>
                  </a:extLst>
                </p14:cNvPr>
                <p14:cNvContentPartPr/>
                <p14:nvPr/>
              </p14:nvContentPartPr>
              <p14:xfrm>
                <a:off x="11287260" y="5886368"/>
                <a:ext cx="7560" cy="92880"/>
              </p14:xfrm>
            </p:contentPart>
          </mc:Choice>
          <mc:Fallback xmlns="">
            <p:pic>
              <p:nvPicPr>
                <p:cNvPr id="414" name="Ink 413">
                  <a:extLst>
                    <a:ext uri="{FF2B5EF4-FFF2-40B4-BE49-F238E27FC236}">
                      <a16:creationId xmlns:a16="http://schemas.microsoft.com/office/drawing/2014/main" id="{968C19CC-BEF5-767D-4167-11DA60236A03}"/>
                    </a:ext>
                  </a:extLst>
                </p:cNvPr>
                <p:cNvPicPr/>
                <p:nvPr/>
              </p:nvPicPr>
              <p:blipFill>
                <a:blip r:embed="rId667"/>
                <a:stretch>
                  <a:fillRect/>
                </a:stretch>
              </p:blipFill>
              <p:spPr>
                <a:xfrm>
                  <a:off x="11278260" y="5877368"/>
                  <a:ext cx="25200" cy="110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2" name="Group 421">
            <a:extLst>
              <a:ext uri="{FF2B5EF4-FFF2-40B4-BE49-F238E27FC236}">
                <a16:creationId xmlns:a16="http://schemas.microsoft.com/office/drawing/2014/main" id="{6947F5AE-2CF6-9249-C3AE-A40C4EB1A8B2}"/>
              </a:ext>
            </a:extLst>
          </p:cNvPr>
          <p:cNvGrpSpPr/>
          <p:nvPr/>
        </p:nvGrpSpPr>
        <p:grpSpPr>
          <a:xfrm>
            <a:off x="1178100" y="5583608"/>
            <a:ext cx="240840" cy="173880"/>
            <a:chOff x="1178100" y="5583608"/>
            <a:chExt cx="240840" cy="173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68">
              <p14:nvContentPartPr>
                <p14:cNvPr id="416" name="Ink 415">
                  <a:extLst>
                    <a:ext uri="{FF2B5EF4-FFF2-40B4-BE49-F238E27FC236}">
                      <a16:creationId xmlns:a16="http://schemas.microsoft.com/office/drawing/2014/main" id="{2D7C516F-567C-486A-1D1F-A310B09F7122}"/>
                    </a:ext>
                  </a:extLst>
                </p14:cNvPr>
                <p14:cNvContentPartPr/>
                <p14:nvPr/>
              </p14:nvContentPartPr>
              <p14:xfrm>
                <a:off x="1229940" y="5694128"/>
                <a:ext cx="19080" cy="63360"/>
              </p14:xfrm>
            </p:contentPart>
          </mc:Choice>
          <mc:Fallback xmlns="">
            <p:pic>
              <p:nvPicPr>
                <p:cNvPr id="416" name="Ink 415">
                  <a:extLst>
                    <a:ext uri="{FF2B5EF4-FFF2-40B4-BE49-F238E27FC236}">
                      <a16:creationId xmlns:a16="http://schemas.microsoft.com/office/drawing/2014/main" id="{2D7C516F-567C-486A-1D1F-A310B09F7122}"/>
                    </a:ext>
                  </a:extLst>
                </p:cNvPr>
                <p:cNvPicPr/>
                <p:nvPr/>
              </p:nvPicPr>
              <p:blipFill>
                <a:blip r:embed="rId669"/>
                <a:stretch>
                  <a:fillRect/>
                </a:stretch>
              </p:blipFill>
              <p:spPr>
                <a:xfrm>
                  <a:off x="1221300" y="5685128"/>
                  <a:ext cx="3672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0">
              <p14:nvContentPartPr>
                <p14:cNvPr id="417" name="Ink 416">
                  <a:extLst>
                    <a:ext uri="{FF2B5EF4-FFF2-40B4-BE49-F238E27FC236}">
                      <a16:creationId xmlns:a16="http://schemas.microsoft.com/office/drawing/2014/main" id="{C141A003-0F9C-C6BB-A30D-F61E2A541EFA}"/>
                    </a:ext>
                  </a:extLst>
                </p14:cNvPr>
                <p14:cNvContentPartPr/>
                <p14:nvPr/>
              </p14:nvContentPartPr>
              <p14:xfrm>
                <a:off x="1178100" y="5583608"/>
                <a:ext cx="6480" cy="9000"/>
              </p14:xfrm>
            </p:contentPart>
          </mc:Choice>
          <mc:Fallback xmlns="">
            <p:pic>
              <p:nvPicPr>
                <p:cNvPr id="417" name="Ink 416">
                  <a:extLst>
                    <a:ext uri="{FF2B5EF4-FFF2-40B4-BE49-F238E27FC236}">
                      <a16:creationId xmlns:a16="http://schemas.microsoft.com/office/drawing/2014/main" id="{C141A003-0F9C-C6BB-A30D-F61E2A541EFA}"/>
                    </a:ext>
                  </a:extLst>
                </p:cNvPr>
                <p:cNvPicPr/>
                <p:nvPr/>
              </p:nvPicPr>
              <p:blipFill>
                <a:blip r:embed="rId671"/>
                <a:stretch>
                  <a:fillRect/>
                </a:stretch>
              </p:blipFill>
              <p:spPr>
                <a:xfrm>
                  <a:off x="1169460" y="5574608"/>
                  <a:ext cx="2412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2">
              <p14:nvContentPartPr>
                <p14:cNvPr id="418" name="Ink 417">
                  <a:extLst>
                    <a:ext uri="{FF2B5EF4-FFF2-40B4-BE49-F238E27FC236}">
                      <a16:creationId xmlns:a16="http://schemas.microsoft.com/office/drawing/2014/main" id="{1CE4A003-6DCE-BA0C-DA53-8B2613B21F2A}"/>
                    </a:ext>
                  </a:extLst>
                </p14:cNvPr>
                <p14:cNvContentPartPr/>
                <p14:nvPr/>
              </p14:nvContentPartPr>
              <p14:xfrm>
                <a:off x="1288260" y="5694128"/>
                <a:ext cx="130680" cy="41760"/>
              </p14:xfrm>
            </p:contentPart>
          </mc:Choice>
          <mc:Fallback xmlns="">
            <p:pic>
              <p:nvPicPr>
                <p:cNvPr id="418" name="Ink 417">
                  <a:extLst>
                    <a:ext uri="{FF2B5EF4-FFF2-40B4-BE49-F238E27FC236}">
                      <a16:creationId xmlns:a16="http://schemas.microsoft.com/office/drawing/2014/main" id="{1CE4A003-6DCE-BA0C-DA53-8B2613B21F2A}"/>
                    </a:ext>
                  </a:extLst>
                </p:cNvPr>
                <p:cNvPicPr/>
                <p:nvPr/>
              </p:nvPicPr>
              <p:blipFill>
                <a:blip r:embed="rId673"/>
                <a:stretch>
                  <a:fillRect/>
                </a:stretch>
              </p:blipFill>
              <p:spPr>
                <a:xfrm>
                  <a:off x="1279620" y="5685128"/>
                  <a:ext cx="148320" cy="59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4" name="Group 443">
            <a:extLst>
              <a:ext uri="{FF2B5EF4-FFF2-40B4-BE49-F238E27FC236}">
                <a16:creationId xmlns:a16="http://schemas.microsoft.com/office/drawing/2014/main" id="{79ED51F4-0E4E-2173-FEF9-F3C4C12721FC}"/>
              </a:ext>
            </a:extLst>
          </p:cNvPr>
          <p:cNvGrpSpPr/>
          <p:nvPr/>
        </p:nvGrpSpPr>
        <p:grpSpPr>
          <a:xfrm>
            <a:off x="1652580" y="5389568"/>
            <a:ext cx="3673440" cy="477360"/>
            <a:chOff x="1652580" y="5389568"/>
            <a:chExt cx="3673440" cy="477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74">
              <p14:nvContentPartPr>
                <p14:cNvPr id="419" name="Ink 418">
                  <a:extLst>
                    <a:ext uri="{FF2B5EF4-FFF2-40B4-BE49-F238E27FC236}">
                      <a16:creationId xmlns:a16="http://schemas.microsoft.com/office/drawing/2014/main" id="{F3ABAFBD-7841-4A39-3EE5-CDA7F3CAE930}"/>
                    </a:ext>
                  </a:extLst>
                </p14:cNvPr>
                <p14:cNvContentPartPr/>
                <p14:nvPr/>
              </p14:nvContentPartPr>
              <p14:xfrm>
                <a:off x="1652580" y="5657048"/>
                <a:ext cx="772920" cy="209880"/>
              </p14:xfrm>
            </p:contentPart>
          </mc:Choice>
          <mc:Fallback xmlns="">
            <p:pic>
              <p:nvPicPr>
                <p:cNvPr id="419" name="Ink 418">
                  <a:extLst>
                    <a:ext uri="{FF2B5EF4-FFF2-40B4-BE49-F238E27FC236}">
                      <a16:creationId xmlns:a16="http://schemas.microsoft.com/office/drawing/2014/main" id="{F3ABAFBD-7841-4A39-3EE5-CDA7F3CAE930}"/>
                    </a:ext>
                  </a:extLst>
                </p:cNvPr>
                <p:cNvPicPr/>
                <p:nvPr/>
              </p:nvPicPr>
              <p:blipFill>
                <a:blip r:embed="rId675"/>
                <a:stretch>
                  <a:fillRect/>
                </a:stretch>
              </p:blipFill>
              <p:spPr>
                <a:xfrm>
                  <a:off x="1643940" y="5648408"/>
                  <a:ext cx="79056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6">
              <p14:nvContentPartPr>
                <p14:cNvPr id="420" name="Ink 419">
                  <a:extLst>
                    <a:ext uri="{FF2B5EF4-FFF2-40B4-BE49-F238E27FC236}">
                      <a16:creationId xmlns:a16="http://schemas.microsoft.com/office/drawing/2014/main" id="{0F011AB4-653F-206F-EA23-3B3292E4335A}"/>
                    </a:ext>
                  </a:extLst>
                </p14:cNvPr>
                <p14:cNvContentPartPr/>
                <p14:nvPr/>
              </p14:nvContentPartPr>
              <p14:xfrm>
                <a:off x="2449980" y="5488568"/>
                <a:ext cx="218880" cy="248400"/>
              </p14:xfrm>
            </p:contentPart>
          </mc:Choice>
          <mc:Fallback xmlns="">
            <p:pic>
              <p:nvPicPr>
                <p:cNvPr id="420" name="Ink 419">
                  <a:extLst>
                    <a:ext uri="{FF2B5EF4-FFF2-40B4-BE49-F238E27FC236}">
                      <a16:creationId xmlns:a16="http://schemas.microsoft.com/office/drawing/2014/main" id="{0F011AB4-653F-206F-EA23-3B3292E4335A}"/>
                    </a:ext>
                  </a:extLst>
                </p:cNvPr>
                <p:cNvPicPr/>
                <p:nvPr/>
              </p:nvPicPr>
              <p:blipFill>
                <a:blip r:embed="rId677"/>
                <a:stretch>
                  <a:fillRect/>
                </a:stretch>
              </p:blipFill>
              <p:spPr>
                <a:xfrm>
                  <a:off x="2440980" y="5479928"/>
                  <a:ext cx="23652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8">
              <p14:nvContentPartPr>
                <p14:cNvPr id="423" name="Ink 422">
                  <a:extLst>
                    <a:ext uri="{FF2B5EF4-FFF2-40B4-BE49-F238E27FC236}">
                      <a16:creationId xmlns:a16="http://schemas.microsoft.com/office/drawing/2014/main" id="{65E4FE77-6474-B5EE-82B8-4DA42673483B}"/>
                    </a:ext>
                  </a:extLst>
                </p14:cNvPr>
                <p14:cNvContentPartPr/>
                <p14:nvPr/>
              </p14:nvContentPartPr>
              <p14:xfrm>
                <a:off x="2768220" y="5610968"/>
                <a:ext cx="1080" cy="1080"/>
              </p14:xfrm>
            </p:contentPart>
          </mc:Choice>
          <mc:Fallback xmlns="">
            <p:pic>
              <p:nvPicPr>
                <p:cNvPr id="423" name="Ink 422">
                  <a:extLst>
                    <a:ext uri="{FF2B5EF4-FFF2-40B4-BE49-F238E27FC236}">
                      <a16:creationId xmlns:a16="http://schemas.microsoft.com/office/drawing/2014/main" id="{65E4FE77-6474-B5EE-82B8-4DA42673483B}"/>
                    </a:ext>
                  </a:extLst>
                </p:cNvPr>
                <p:cNvPicPr/>
                <p:nvPr/>
              </p:nvPicPr>
              <p:blipFill>
                <a:blip r:embed="rId679"/>
                <a:stretch>
                  <a:fillRect/>
                </a:stretch>
              </p:blipFill>
              <p:spPr>
                <a:xfrm>
                  <a:off x="2759220" y="5601968"/>
                  <a:ext cx="1872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0">
              <p14:nvContentPartPr>
                <p14:cNvPr id="424" name="Ink 423">
                  <a:extLst>
                    <a:ext uri="{FF2B5EF4-FFF2-40B4-BE49-F238E27FC236}">
                      <a16:creationId xmlns:a16="http://schemas.microsoft.com/office/drawing/2014/main" id="{74151164-B9E9-E380-46A9-C50532B6E14F}"/>
                    </a:ext>
                  </a:extLst>
                </p14:cNvPr>
                <p14:cNvContentPartPr/>
                <p14:nvPr/>
              </p14:nvContentPartPr>
              <p14:xfrm>
                <a:off x="2820780" y="5694128"/>
                <a:ext cx="360" cy="360"/>
              </p14:xfrm>
            </p:contentPart>
          </mc:Choice>
          <mc:Fallback xmlns="">
            <p:pic>
              <p:nvPicPr>
                <p:cNvPr id="424" name="Ink 423">
                  <a:extLst>
                    <a:ext uri="{FF2B5EF4-FFF2-40B4-BE49-F238E27FC236}">
                      <a16:creationId xmlns:a16="http://schemas.microsoft.com/office/drawing/2014/main" id="{74151164-B9E9-E380-46A9-C50532B6E14F}"/>
                    </a:ext>
                  </a:extLst>
                </p:cNvPr>
                <p:cNvPicPr/>
                <p:nvPr/>
              </p:nvPicPr>
              <p:blipFill>
                <a:blip r:embed="rId681"/>
                <a:stretch>
                  <a:fillRect/>
                </a:stretch>
              </p:blipFill>
              <p:spPr>
                <a:xfrm>
                  <a:off x="2812140" y="5685128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2">
              <p14:nvContentPartPr>
                <p14:cNvPr id="425" name="Ink 424">
                  <a:extLst>
                    <a:ext uri="{FF2B5EF4-FFF2-40B4-BE49-F238E27FC236}">
                      <a16:creationId xmlns:a16="http://schemas.microsoft.com/office/drawing/2014/main" id="{0C7C9441-D89E-2DDD-9581-D1A0C50EBA25}"/>
                    </a:ext>
                  </a:extLst>
                </p14:cNvPr>
                <p14:cNvContentPartPr/>
                <p14:nvPr/>
              </p14:nvContentPartPr>
              <p14:xfrm>
                <a:off x="3033900" y="5465528"/>
                <a:ext cx="82440" cy="229320"/>
              </p14:xfrm>
            </p:contentPart>
          </mc:Choice>
          <mc:Fallback xmlns="">
            <p:pic>
              <p:nvPicPr>
                <p:cNvPr id="425" name="Ink 424">
                  <a:extLst>
                    <a:ext uri="{FF2B5EF4-FFF2-40B4-BE49-F238E27FC236}">
                      <a16:creationId xmlns:a16="http://schemas.microsoft.com/office/drawing/2014/main" id="{0C7C9441-D89E-2DDD-9581-D1A0C50EBA25}"/>
                    </a:ext>
                  </a:extLst>
                </p:cNvPr>
                <p:cNvPicPr/>
                <p:nvPr/>
              </p:nvPicPr>
              <p:blipFill>
                <a:blip r:embed="rId683"/>
                <a:stretch>
                  <a:fillRect/>
                </a:stretch>
              </p:blipFill>
              <p:spPr>
                <a:xfrm>
                  <a:off x="3025260" y="5456528"/>
                  <a:ext cx="10008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4">
              <p14:nvContentPartPr>
                <p14:cNvPr id="426" name="Ink 425">
                  <a:extLst>
                    <a:ext uri="{FF2B5EF4-FFF2-40B4-BE49-F238E27FC236}">
                      <a16:creationId xmlns:a16="http://schemas.microsoft.com/office/drawing/2014/main" id="{A8FB1351-5347-216E-E0AF-500585CD66F6}"/>
                    </a:ext>
                  </a:extLst>
                </p14:cNvPr>
                <p14:cNvContentPartPr/>
                <p14:nvPr/>
              </p14:nvContentPartPr>
              <p14:xfrm>
                <a:off x="2993940" y="5600168"/>
                <a:ext cx="123480" cy="12600"/>
              </p14:xfrm>
            </p:contentPart>
          </mc:Choice>
          <mc:Fallback xmlns="">
            <p:pic>
              <p:nvPicPr>
                <p:cNvPr id="426" name="Ink 425">
                  <a:extLst>
                    <a:ext uri="{FF2B5EF4-FFF2-40B4-BE49-F238E27FC236}">
                      <a16:creationId xmlns:a16="http://schemas.microsoft.com/office/drawing/2014/main" id="{A8FB1351-5347-216E-E0AF-500585CD66F6}"/>
                    </a:ext>
                  </a:extLst>
                </p:cNvPr>
                <p:cNvPicPr/>
                <p:nvPr/>
              </p:nvPicPr>
              <p:blipFill>
                <a:blip r:embed="rId685"/>
                <a:stretch>
                  <a:fillRect/>
                </a:stretch>
              </p:blipFill>
              <p:spPr>
                <a:xfrm>
                  <a:off x="2985300" y="5591528"/>
                  <a:ext cx="14112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6">
              <p14:nvContentPartPr>
                <p14:cNvPr id="427" name="Ink 426">
                  <a:extLst>
                    <a:ext uri="{FF2B5EF4-FFF2-40B4-BE49-F238E27FC236}">
                      <a16:creationId xmlns:a16="http://schemas.microsoft.com/office/drawing/2014/main" id="{1A348584-3CB4-6574-BD50-AA9D28C40A51}"/>
                    </a:ext>
                  </a:extLst>
                </p14:cNvPr>
                <p14:cNvContentPartPr/>
                <p14:nvPr/>
              </p14:nvContentPartPr>
              <p14:xfrm>
                <a:off x="3168900" y="5611688"/>
                <a:ext cx="114840" cy="82080"/>
              </p14:xfrm>
            </p:contentPart>
          </mc:Choice>
          <mc:Fallback xmlns="">
            <p:pic>
              <p:nvPicPr>
                <p:cNvPr id="427" name="Ink 426">
                  <a:extLst>
                    <a:ext uri="{FF2B5EF4-FFF2-40B4-BE49-F238E27FC236}">
                      <a16:creationId xmlns:a16="http://schemas.microsoft.com/office/drawing/2014/main" id="{1A348584-3CB4-6574-BD50-AA9D28C40A51}"/>
                    </a:ext>
                  </a:extLst>
                </p:cNvPr>
                <p:cNvPicPr/>
                <p:nvPr/>
              </p:nvPicPr>
              <p:blipFill>
                <a:blip r:embed="rId687"/>
                <a:stretch>
                  <a:fillRect/>
                </a:stretch>
              </p:blipFill>
              <p:spPr>
                <a:xfrm>
                  <a:off x="3160260" y="5603048"/>
                  <a:ext cx="13248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8">
              <p14:nvContentPartPr>
                <p14:cNvPr id="428" name="Ink 427">
                  <a:extLst>
                    <a:ext uri="{FF2B5EF4-FFF2-40B4-BE49-F238E27FC236}">
                      <a16:creationId xmlns:a16="http://schemas.microsoft.com/office/drawing/2014/main" id="{4BEBCDE9-1367-6A67-6F21-F324D21DA77A}"/>
                    </a:ext>
                  </a:extLst>
                </p14:cNvPr>
                <p14:cNvContentPartPr/>
                <p14:nvPr/>
              </p14:nvContentPartPr>
              <p14:xfrm>
                <a:off x="3431340" y="5540408"/>
                <a:ext cx="132120" cy="83880"/>
              </p14:xfrm>
            </p:contentPart>
          </mc:Choice>
          <mc:Fallback xmlns="">
            <p:pic>
              <p:nvPicPr>
                <p:cNvPr id="428" name="Ink 427">
                  <a:extLst>
                    <a:ext uri="{FF2B5EF4-FFF2-40B4-BE49-F238E27FC236}">
                      <a16:creationId xmlns:a16="http://schemas.microsoft.com/office/drawing/2014/main" id="{4BEBCDE9-1367-6A67-6F21-F324D21DA77A}"/>
                    </a:ext>
                  </a:extLst>
                </p:cNvPr>
                <p:cNvPicPr/>
                <p:nvPr/>
              </p:nvPicPr>
              <p:blipFill>
                <a:blip r:embed="rId689"/>
                <a:stretch>
                  <a:fillRect/>
                </a:stretch>
              </p:blipFill>
              <p:spPr>
                <a:xfrm>
                  <a:off x="3422700" y="5531408"/>
                  <a:ext cx="14976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0">
              <p14:nvContentPartPr>
                <p14:cNvPr id="429" name="Ink 428">
                  <a:extLst>
                    <a:ext uri="{FF2B5EF4-FFF2-40B4-BE49-F238E27FC236}">
                      <a16:creationId xmlns:a16="http://schemas.microsoft.com/office/drawing/2014/main" id="{C2062346-94CE-ABE1-93CA-961EA94C3557}"/>
                    </a:ext>
                  </a:extLst>
                </p14:cNvPr>
                <p14:cNvContentPartPr/>
                <p14:nvPr/>
              </p14:nvContentPartPr>
              <p14:xfrm>
                <a:off x="3621060" y="5564528"/>
                <a:ext cx="99000" cy="83160"/>
              </p14:xfrm>
            </p:contentPart>
          </mc:Choice>
          <mc:Fallback xmlns="">
            <p:pic>
              <p:nvPicPr>
                <p:cNvPr id="429" name="Ink 428">
                  <a:extLst>
                    <a:ext uri="{FF2B5EF4-FFF2-40B4-BE49-F238E27FC236}">
                      <a16:creationId xmlns:a16="http://schemas.microsoft.com/office/drawing/2014/main" id="{C2062346-94CE-ABE1-93CA-961EA94C3557}"/>
                    </a:ext>
                  </a:extLst>
                </p:cNvPr>
                <p:cNvPicPr/>
                <p:nvPr/>
              </p:nvPicPr>
              <p:blipFill>
                <a:blip r:embed="rId691"/>
                <a:stretch>
                  <a:fillRect/>
                </a:stretch>
              </p:blipFill>
              <p:spPr>
                <a:xfrm>
                  <a:off x="3612060" y="5555888"/>
                  <a:ext cx="11664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2">
              <p14:nvContentPartPr>
                <p14:cNvPr id="431" name="Ink 430">
                  <a:extLst>
                    <a:ext uri="{FF2B5EF4-FFF2-40B4-BE49-F238E27FC236}">
                      <a16:creationId xmlns:a16="http://schemas.microsoft.com/office/drawing/2014/main" id="{DEFE6FA8-12BA-6738-3C8D-40EF18B2CAB3}"/>
                    </a:ext>
                  </a:extLst>
                </p14:cNvPr>
                <p14:cNvContentPartPr/>
                <p14:nvPr/>
              </p14:nvContentPartPr>
              <p14:xfrm>
                <a:off x="3766500" y="5552648"/>
                <a:ext cx="103320" cy="104760"/>
              </p14:xfrm>
            </p:contentPart>
          </mc:Choice>
          <mc:Fallback xmlns="">
            <p:pic>
              <p:nvPicPr>
                <p:cNvPr id="431" name="Ink 430">
                  <a:extLst>
                    <a:ext uri="{FF2B5EF4-FFF2-40B4-BE49-F238E27FC236}">
                      <a16:creationId xmlns:a16="http://schemas.microsoft.com/office/drawing/2014/main" id="{DEFE6FA8-12BA-6738-3C8D-40EF18B2CAB3}"/>
                    </a:ext>
                  </a:extLst>
                </p:cNvPr>
                <p:cNvPicPr/>
                <p:nvPr/>
              </p:nvPicPr>
              <p:blipFill>
                <a:blip r:embed="rId693"/>
                <a:stretch>
                  <a:fillRect/>
                </a:stretch>
              </p:blipFill>
              <p:spPr>
                <a:xfrm>
                  <a:off x="3757860" y="5543648"/>
                  <a:ext cx="12096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4">
              <p14:nvContentPartPr>
                <p14:cNvPr id="432" name="Ink 431">
                  <a:extLst>
                    <a:ext uri="{FF2B5EF4-FFF2-40B4-BE49-F238E27FC236}">
                      <a16:creationId xmlns:a16="http://schemas.microsoft.com/office/drawing/2014/main" id="{6EA04A9B-DF71-2166-DDBC-6F1E1FEF6D17}"/>
                    </a:ext>
                  </a:extLst>
                </p14:cNvPr>
                <p14:cNvContentPartPr/>
                <p14:nvPr/>
              </p14:nvContentPartPr>
              <p14:xfrm>
                <a:off x="3948300" y="5610968"/>
                <a:ext cx="31680" cy="49320"/>
              </p14:xfrm>
            </p:contentPart>
          </mc:Choice>
          <mc:Fallback xmlns="">
            <p:pic>
              <p:nvPicPr>
                <p:cNvPr id="432" name="Ink 431">
                  <a:extLst>
                    <a:ext uri="{FF2B5EF4-FFF2-40B4-BE49-F238E27FC236}">
                      <a16:creationId xmlns:a16="http://schemas.microsoft.com/office/drawing/2014/main" id="{6EA04A9B-DF71-2166-DDBC-6F1E1FEF6D17}"/>
                    </a:ext>
                  </a:extLst>
                </p:cNvPr>
                <p:cNvPicPr/>
                <p:nvPr/>
              </p:nvPicPr>
              <p:blipFill>
                <a:blip r:embed="rId695"/>
                <a:stretch>
                  <a:fillRect/>
                </a:stretch>
              </p:blipFill>
              <p:spPr>
                <a:xfrm>
                  <a:off x="3939660" y="5601968"/>
                  <a:ext cx="4932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6">
              <p14:nvContentPartPr>
                <p14:cNvPr id="433" name="Ink 432">
                  <a:extLst>
                    <a:ext uri="{FF2B5EF4-FFF2-40B4-BE49-F238E27FC236}">
                      <a16:creationId xmlns:a16="http://schemas.microsoft.com/office/drawing/2014/main" id="{62E46CF4-E1B7-B636-D14D-6CBBC0F7A6C3}"/>
                    </a:ext>
                  </a:extLst>
                </p14:cNvPr>
                <p14:cNvContentPartPr/>
                <p14:nvPr/>
              </p14:nvContentPartPr>
              <p14:xfrm>
                <a:off x="3880980" y="5475968"/>
                <a:ext cx="22320" cy="33120"/>
              </p14:xfrm>
            </p:contentPart>
          </mc:Choice>
          <mc:Fallback xmlns="">
            <p:pic>
              <p:nvPicPr>
                <p:cNvPr id="433" name="Ink 432">
                  <a:extLst>
                    <a:ext uri="{FF2B5EF4-FFF2-40B4-BE49-F238E27FC236}">
                      <a16:creationId xmlns:a16="http://schemas.microsoft.com/office/drawing/2014/main" id="{62E46CF4-E1B7-B636-D14D-6CBBC0F7A6C3}"/>
                    </a:ext>
                  </a:extLst>
                </p:cNvPr>
                <p:cNvPicPr/>
                <p:nvPr/>
              </p:nvPicPr>
              <p:blipFill>
                <a:blip r:embed="rId697"/>
                <a:stretch>
                  <a:fillRect/>
                </a:stretch>
              </p:blipFill>
              <p:spPr>
                <a:xfrm>
                  <a:off x="3871980" y="5466968"/>
                  <a:ext cx="3996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8">
              <p14:nvContentPartPr>
                <p14:cNvPr id="434" name="Ink 433">
                  <a:extLst>
                    <a:ext uri="{FF2B5EF4-FFF2-40B4-BE49-F238E27FC236}">
                      <a16:creationId xmlns:a16="http://schemas.microsoft.com/office/drawing/2014/main" id="{D57B81FA-8C76-0F44-F514-21CC1CC6F558}"/>
                    </a:ext>
                  </a:extLst>
                </p14:cNvPr>
                <p14:cNvContentPartPr/>
                <p14:nvPr/>
              </p14:nvContentPartPr>
              <p14:xfrm>
                <a:off x="4023900" y="5421608"/>
                <a:ext cx="107640" cy="230040"/>
              </p14:xfrm>
            </p:contentPart>
          </mc:Choice>
          <mc:Fallback xmlns="">
            <p:pic>
              <p:nvPicPr>
                <p:cNvPr id="434" name="Ink 433">
                  <a:extLst>
                    <a:ext uri="{FF2B5EF4-FFF2-40B4-BE49-F238E27FC236}">
                      <a16:creationId xmlns:a16="http://schemas.microsoft.com/office/drawing/2014/main" id="{D57B81FA-8C76-0F44-F514-21CC1CC6F558}"/>
                    </a:ext>
                  </a:extLst>
                </p:cNvPr>
                <p:cNvPicPr/>
                <p:nvPr/>
              </p:nvPicPr>
              <p:blipFill>
                <a:blip r:embed="rId699"/>
                <a:stretch>
                  <a:fillRect/>
                </a:stretch>
              </p:blipFill>
              <p:spPr>
                <a:xfrm>
                  <a:off x="4014900" y="5412608"/>
                  <a:ext cx="12528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0">
              <p14:nvContentPartPr>
                <p14:cNvPr id="435" name="Ink 434">
                  <a:extLst>
                    <a:ext uri="{FF2B5EF4-FFF2-40B4-BE49-F238E27FC236}">
                      <a16:creationId xmlns:a16="http://schemas.microsoft.com/office/drawing/2014/main" id="{05167D24-BEEB-A4C1-2C81-AED04425EAD0}"/>
                    </a:ext>
                  </a:extLst>
                </p14:cNvPr>
                <p14:cNvContentPartPr/>
                <p14:nvPr/>
              </p14:nvContentPartPr>
              <p14:xfrm>
                <a:off x="4299300" y="5557328"/>
                <a:ext cx="142200" cy="65520"/>
              </p14:xfrm>
            </p:contentPart>
          </mc:Choice>
          <mc:Fallback xmlns="">
            <p:pic>
              <p:nvPicPr>
                <p:cNvPr id="435" name="Ink 434">
                  <a:extLst>
                    <a:ext uri="{FF2B5EF4-FFF2-40B4-BE49-F238E27FC236}">
                      <a16:creationId xmlns:a16="http://schemas.microsoft.com/office/drawing/2014/main" id="{05167D24-BEEB-A4C1-2C81-AED04425EAD0}"/>
                    </a:ext>
                  </a:extLst>
                </p:cNvPr>
                <p:cNvPicPr/>
                <p:nvPr/>
              </p:nvPicPr>
              <p:blipFill>
                <a:blip r:embed="rId701"/>
                <a:stretch>
                  <a:fillRect/>
                </a:stretch>
              </p:blipFill>
              <p:spPr>
                <a:xfrm>
                  <a:off x="4290660" y="5548688"/>
                  <a:ext cx="15984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2">
              <p14:nvContentPartPr>
                <p14:cNvPr id="436" name="Ink 435">
                  <a:extLst>
                    <a:ext uri="{FF2B5EF4-FFF2-40B4-BE49-F238E27FC236}">
                      <a16:creationId xmlns:a16="http://schemas.microsoft.com/office/drawing/2014/main" id="{D442E62D-6F13-88A6-AEC7-B325036714E7}"/>
                    </a:ext>
                  </a:extLst>
                </p14:cNvPr>
                <p14:cNvContentPartPr/>
                <p14:nvPr/>
              </p14:nvContentPartPr>
              <p14:xfrm>
                <a:off x="4446540" y="5389568"/>
                <a:ext cx="209160" cy="242640"/>
              </p14:xfrm>
            </p:contentPart>
          </mc:Choice>
          <mc:Fallback xmlns="">
            <p:pic>
              <p:nvPicPr>
                <p:cNvPr id="436" name="Ink 435">
                  <a:extLst>
                    <a:ext uri="{FF2B5EF4-FFF2-40B4-BE49-F238E27FC236}">
                      <a16:creationId xmlns:a16="http://schemas.microsoft.com/office/drawing/2014/main" id="{D442E62D-6F13-88A6-AEC7-B325036714E7}"/>
                    </a:ext>
                  </a:extLst>
                </p:cNvPr>
                <p:cNvPicPr/>
                <p:nvPr/>
              </p:nvPicPr>
              <p:blipFill>
                <a:blip r:embed="rId703"/>
                <a:stretch>
                  <a:fillRect/>
                </a:stretch>
              </p:blipFill>
              <p:spPr>
                <a:xfrm>
                  <a:off x="4437900" y="5380568"/>
                  <a:ext cx="22680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4">
              <p14:nvContentPartPr>
                <p14:cNvPr id="437" name="Ink 436">
                  <a:extLst>
                    <a:ext uri="{FF2B5EF4-FFF2-40B4-BE49-F238E27FC236}">
                      <a16:creationId xmlns:a16="http://schemas.microsoft.com/office/drawing/2014/main" id="{8FF5CD24-5699-A1AA-C692-996C2FEBB9D0}"/>
                    </a:ext>
                  </a:extLst>
                </p14:cNvPr>
                <p14:cNvContentPartPr/>
                <p14:nvPr/>
              </p14:nvContentPartPr>
              <p14:xfrm>
                <a:off x="4608180" y="5434208"/>
                <a:ext cx="7200" cy="58320"/>
              </p14:xfrm>
            </p:contentPart>
          </mc:Choice>
          <mc:Fallback xmlns="">
            <p:pic>
              <p:nvPicPr>
                <p:cNvPr id="437" name="Ink 436">
                  <a:extLst>
                    <a:ext uri="{FF2B5EF4-FFF2-40B4-BE49-F238E27FC236}">
                      <a16:creationId xmlns:a16="http://schemas.microsoft.com/office/drawing/2014/main" id="{8FF5CD24-5699-A1AA-C692-996C2FEBB9D0}"/>
                    </a:ext>
                  </a:extLst>
                </p:cNvPr>
                <p:cNvPicPr/>
                <p:nvPr/>
              </p:nvPicPr>
              <p:blipFill>
                <a:blip r:embed="rId705"/>
                <a:stretch>
                  <a:fillRect/>
                </a:stretch>
              </p:blipFill>
              <p:spPr>
                <a:xfrm>
                  <a:off x="4599540" y="5425568"/>
                  <a:ext cx="2484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6">
              <p14:nvContentPartPr>
                <p14:cNvPr id="438" name="Ink 437">
                  <a:extLst>
                    <a:ext uri="{FF2B5EF4-FFF2-40B4-BE49-F238E27FC236}">
                      <a16:creationId xmlns:a16="http://schemas.microsoft.com/office/drawing/2014/main" id="{5A983D14-7CE4-0C4C-24D3-4249A24B2C35}"/>
                    </a:ext>
                  </a:extLst>
                </p14:cNvPr>
                <p14:cNvContentPartPr/>
                <p14:nvPr/>
              </p14:nvContentPartPr>
              <p14:xfrm>
                <a:off x="4725540" y="5511608"/>
                <a:ext cx="80640" cy="104760"/>
              </p14:xfrm>
            </p:contentPart>
          </mc:Choice>
          <mc:Fallback xmlns="">
            <p:pic>
              <p:nvPicPr>
                <p:cNvPr id="438" name="Ink 437">
                  <a:extLst>
                    <a:ext uri="{FF2B5EF4-FFF2-40B4-BE49-F238E27FC236}">
                      <a16:creationId xmlns:a16="http://schemas.microsoft.com/office/drawing/2014/main" id="{5A983D14-7CE4-0C4C-24D3-4249A24B2C35}"/>
                    </a:ext>
                  </a:extLst>
                </p:cNvPr>
                <p:cNvPicPr/>
                <p:nvPr/>
              </p:nvPicPr>
              <p:blipFill>
                <a:blip r:embed="rId707"/>
                <a:stretch>
                  <a:fillRect/>
                </a:stretch>
              </p:blipFill>
              <p:spPr>
                <a:xfrm>
                  <a:off x="4716900" y="5502968"/>
                  <a:ext cx="9828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8">
              <p14:nvContentPartPr>
                <p14:cNvPr id="440" name="Ink 439">
                  <a:extLst>
                    <a:ext uri="{FF2B5EF4-FFF2-40B4-BE49-F238E27FC236}">
                      <a16:creationId xmlns:a16="http://schemas.microsoft.com/office/drawing/2014/main" id="{73E601A2-3FDB-FCAB-A487-99B93B150323}"/>
                    </a:ext>
                  </a:extLst>
                </p14:cNvPr>
                <p14:cNvContentPartPr/>
                <p14:nvPr/>
              </p14:nvContentPartPr>
              <p14:xfrm>
                <a:off x="4850100" y="5470568"/>
                <a:ext cx="137880" cy="152280"/>
              </p14:xfrm>
            </p:contentPart>
          </mc:Choice>
          <mc:Fallback xmlns="">
            <p:pic>
              <p:nvPicPr>
                <p:cNvPr id="440" name="Ink 439">
                  <a:extLst>
                    <a:ext uri="{FF2B5EF4-FFF2-40B4-BE49-F238E27FC236}">
                      <a16:creationId xmlns:a16="http://schemas.microsoft.com/office/drawing/2014/main" id="{73E601A2-3FDB-FCAB-A487-99B93B150323}"/>
                    </a:ext>
                  </a:extLst>
                </p:cNvPr>
                <p:cNvPicPr/>
                <p:nvPr/>
              </p:nvPicPr>
              <p:blipFill>
                <a:blip r:embed="rId709"/>
                <a:stretch>
                  <a:fillRect/>
                </a:stretch>
              </p:blipFill>
              <p:spPr>
                <a:xfrm>
                  <a:off x="4841460" y="5461928"/>
                  <a:ext cx="15552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0">
              <p14:nvContentPartPr>
                <p14:cNvPr id="441" name="Ink 440">
                  <a:extLst>
                    <a:ext uri="{FF2B5EF4-FFF2-40B4-BE49-F238E27FC236}">
                      <a16:creationId xmlns:a16="http://schemas.microsoft.com/office/drawing/2014/main" id="{C10C9E93-1B9B-59FF-989A-B0CFE242A584}"/>
                    </a:ext>
                  </a:extLst>
                </p14:cNvPr>
                <p14:cNvContentPartPr/>
                <p14:nvPr/>
              </p14:nvContentPartPr>
              <p14:xfrm>
                <a:off x="5041260" y="5532848"/>
                <a:ext cx="4320" cy="44280"/>
              </p14:xfrm>
            </p:contentPart>
          </mc:Choice>
          <mc:Fallback xmlns="">
            <p:pic>
              <p:nvPicPr>
                <p:cNvPr id="441" name="Ink 440">
                  <a:extLst>
                    <a:ext uri="{FF2B5EF4-FFF2-40B4-BE49-F238E27FC236}">
                      <a16:creationId xmlns:a16="http://schemas.microsoft.com/office/drawing/2014/main" id="{C10C9E93-1B9B-59FF-989A-B0CFE242A584}"/>
                    </a:ext>
                  </a:extLst>
                </p:cNvPr>
                <p:cNvPicPr/>
                <p:nvPr/>
              </p:nvPicPr>
              <p:blipFill>
                <a:blip r:embed="rId711"/>
                <a:stretch>
                  <a:fillRect/>
                </a:stretch>
              </p:blipFill>
              <p:spPr>
                <a:xfrm>
                  <a:off x="5032620" y="5524208"/>
                  <a:ext cx="2196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2">
              <p14:nvContentPartPr>
                <p14:cNvPr id="442" name="Ink 441">
                  <a:extLst>
                    <a:ext uri="{FF2B5EF4-FFF2-40B4-BE49-F238E27FC236}">
                      <a16:creationId xmlns:a16="http://schemas.microsoft.com/office/drawing/2014/main" id="{2E14C48E-5636-C13C-2A73-9C3528A5D030}"/>
                    </a:ext>
                  </a:extLst>
                </p14:cNvPr>
                <p14:cNvContentPartPr/>
                <p14:nvPr/>
              </p14:nvContentPartPr>
              <p14:xfrm>
                <a:off x="5013540" y="5403248"/>
                <a:ext cx="225000" cy="134640"/>
              </p14:xfrm>
            </p:contentPart>
          </mc:Choice>
          <mc:Fallback xmlns="">
            <p:pic>
              <p:nvPicPr>
                <p:cNvPr id="442" name="Ink 441">
                  <a:extLst>
                    <a:ext uri="{FF2B5EF4-FFF2-40B4-BE49-F238E27FC236}">
                      <a16:creationId xmlns:a16="http://schemas.microsoft.com/office/drawing/2014/main" id="{2E14C48E-5636-C13C-2A73-9C3528A5D030}"/>
                    </a:ext>
                  </a:extLst>
                </p:cNvPr>
                <p:cNvPicPr/>
                <p:nvPr/>
              </p:nvPicPr>
              <p:blipFill>
                <a:blip r:embed="rId713"/>
                <a:stretch>
                  <a:fillRect/>
                </a:stretch>
              </p:blipFill>
              <p:spPr>
                <a:xfrm>
                  <a:off x="5004540" y="5394248"/>
                  <a:ext cx="24264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4">
              <p14:nvContentPartPr>
                <p14:cNvPr id="443" name="Ink 442">
                  <a:extLst>
                    <a:ext uri="{FF2B5EF4-FFF2-40B4-BE49-F238E27FC236}">
                      <a16:creationId xmlns:a16="http://schemas.microsoft.com/office/drawing/2014/main" id="{C2189125-8C5A-0292-9886-97C0FC98BEC9}"/>
                    </a:ext>
                  </a:extLst>
                </p14:cNvPr>
                <p14:cNvContentPartPr/>
                <p14:nvPr/>
              </p14:nvContentPartPr>
              <p14:xfrm>
                <a:off x="5191740" y="5496848"/>
                <a:ext cx="134280" cy="301320"/>
              </p14:xfrm>
            </p:contentPart>
          </mc:Choice>
          <mc:Fallback xmlns="">
            <p:pic>
              <p:nvPicPr>
                <p:cNvPr id="443" name="Ink 442">
                  <a:extLst>
                    <a:ext uri="{FF2B5EF4-FFF2-40B4-BE49-F238E27FC236}">
                      <a16:creationId xmlns:a16="http://schemas.microsoft.com/office/drawing/2014/main" id="{C2189125-8C5A-0292-9886-97C0FC98BEC9}"/>
                    </a:ext>
                  </a:extLst>
                </p:cNvPr>
                <p:cNvPicPr/>
                <p:nvPr/>
              </p:nvPicPr>
              <p:blipFill>
                <a:blip r:embed="rId715"/>
                <a:stretch>
                  <a:fillRect/>
                </a:stretch>
              </p:blipFill>
              <p:spPr>
                <a:xfrm>
                  <a:off x="5183100" y="5487848"/>
                  <a:ext cx="151920" cy="318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9" name="Group 448">
            <a:extLst>
              <a:ext uri="{FF2B5EF4-FFF2-40B4-BE49-F238E27FC236}">
                <a16:creationId xmlns:a16="http://schemas.microsoft.com/office/drawing/2014/main" id="{EEF79A67-52B6-DCF5-EA8C-7F2FCA758348}"/>
              </a:ext>
            </a:extLst>
          </p:cNvPr>
          <p:cNvGrpSpPr/>
          <p:nvPr/>
        </p:nvGrpSpPr>
        <p:grpSpPr>
          <a:xfrm>
            <a:off x="3266820" y="5847488"/>
            <a:ext cx="1373040" cy="304560"/>
            <a:chOff x="3266820" y="5847488"/>
            <a:chExt cx="1373040" cy="304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16">
              <p14:nvContentPartPr>
                <p14:cNvPr id="445" name="Ink 444">
                  <a:extLst>
                    <a:ext uri="{FF2B5EF4-FFF2-40B4-BE49-F238E27FC236}">
                      <a16:creationId xmlns:a16="http://schemas.microsoft.com/office/drawing/2014/main" id="{723380E9-F53B-1D5E-B9B0-A4DDB9E2A9B9}"/>
                    </a:ext>
                  </a:extLst>
                </p14:cNvPr>
                <p14:cNvContentPartPr/>
                <p14:nvPr/>
              </p14:nvContentPartPr>
              <p14:xfrm>
                <a:off x="3266820" y="6030728"/>
                <a:ext cx="194040" cy="116640"/>
              </p14:xfrm>
            </p:contentPart>
          </mc:Choice>
          <mc:Fallback xmlns="">
            <p:pic>
              <p:nvPicPr>
                <p:cNvPr id="445" name="Ink 444">
                  <a:extLst>
                    <a:ext uri="{FF2B5EF4-FFF2-40B4-BE49-F238E27FC236}">
                      <a16:creationId xmlns:a16="http://schemas.microsoft.com/office/drawing/2014/main" id="{723380E9-F53B-1D5E-B9B0-A4DDB9E2A9B9}"/>
                    </a:ext>
                  </a:extLst>
                </p:cNvPr>
                <p:cNvPicPr/>
                <p:nvPr/>
              </p:nvPicPr>
              <p:blipFill>
                <a:blip r:embed="rId717"/>
                <a:stretch>
                  <a:fillRect/>
                </a:stretch>
              </p:blipFill>
              <p:spPr>
                <a:xfrm>
                  <a:off x="3258180" y="6021728"/>
                  <a:ext cx="21168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8">
              <p14:nvContentPartPr>
                <p14:cNvPr id="446" name="Ink 445">
                  <a:extLst>
                    <a:ext uri="{FF2B5EF4-FFF2-40B4-BE49-F238E27FC236}">
                      <a16:creationId xmlns:a16="http://schemas.microsoft.com/office/drawing/2014/main" id="{5D5BE7D2-3F9E-2A26-CC88-8A784988A23D}"/>
                    </a:ext>
                  </a:extLst>
                </p14:cNvPr>
                <p14:cNvContentPartPr/>
                <p14:nvPr/>
              </p14:nvContentPartPr>
              <p14:xfrm>
                <a:off x="3508740" y="6031448"/>
                <a:ext cx="180000" cy="115920"/>
              </p14:xfrm>
            </p:contentPart>
          </mc:Choice>
          <mc:Fallback xmlns="">
            <p:pic>
              <p:nvPicPr>
                <p:cNvPr id="446" name="Ink 445">
                  <a:extLst>
                    <a:ext uri="{FF2B5EF4-FFF2-40B4-BE49-F238E27FC236}">
                      <a16:creationId xmlns:a16="http://schemas.microsoft.com/office/drawing/2014/main" id="{5D5BE7D2-3F9E-2A26-CC88-8A784988A23D}"/>
                    </a:ext>
                  </a:extLst>
                </p:cNvPr>
                <p:cNvPicPr/>
                <p:nvPr/>
              </p:nvPicPr>
              <p:blipFill>
                <a:blip r:embed="rId719"/>
                <a:stretch>
                  <a:fillRect/>
                </a:stretch>
              </p:blipFill>
              <p:spPr>
                <a:xfrm>
                  <a:off x="3500100" y="6022448"/>
                  <a:ext cx="19764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0">
              <p14:nvContentPartPr>
                <p14:cNvPr id="447" name="Ink 446">
                  <a:extLst>
                    <a:ext uri="{FF2B5EF4-FFF2-40B4-BE49-F238E27FC236}">
                      <a16:creationId xmlns:a16="http://schemas.microsoft.com/office/drawing/2014/main" id="{FDE557E0-4BFD-0D30-CC4B-AD67AC3CCC5F}"/>
                    </a:ext>
                  </a:extLst>
                </p14:cNvPr>
                <p14:cNvContentPartPr/>
                <p14:nvPr/>
              </p14:nvContentPartPr>
              <p14:xfrm>
                <a:off x="3892860" y="6041528"/>
                <a:ext cx="542520" cy="110520"/>
              </p14:xfrm>
            </p:contentPart>
          </mc:Choice>
          <mc:Fallback xmlns="">
            <p:pic>
              <p:nvPicPr>
                <p:cNvPr id="447" name="Ink 446">
                  <a:extLst>
                    <a:ext uri="{FF2B5EF4-FFF2-40B4-BE49-F238E27FC236}">
                      <a16:creationId xmlns:a16="http://schemas.microsoft.com/office/drawing/2014/main" id="{FDE557E0-4BFD-0D30-CC4B-AD67AC3CCC5F}"/>
                    </a:ext>
                  </a:extLst>
                </p:cNvPr>
                <p:cNvPicPr/>
                <p:nvPr/>
              </p:nvPicPr>
              <p:blipFill>
                <a:blip r:embed="rId721"/>
                <a:stretch>
                  <a:fillRect/>
                </a:stretch>
              </p:blipFill>
              <p:spPr>
                <a:xfrm>
                  <a:off x="3884220" y="6032888"/>
                  <a:ext cx="56016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2">
              <p14:nvContentPartPr>
                <p14:cNvPr id="448" name="Ink 447">
                  <a:extLst>
                    <a:ext uri="{FF2B5EF4-FFF2-40B4-BE49-F238E27FC236}">
                      <a16:creationId xmlns:a16="http://schemas.microsoft.com/office/drawing/2014/main" id="{C4058701-D404-15AE-F817-1DB5C52A8E15}"/>
                    </a:ext>
                  </a:extLst>
                </p14:cNvPr>
                <p14:cNvContentPartPr/>
                <p14:nvPr/>
              </p14:nvContentPartPr>
              <p14:xfrm>
                <a:off x="4452660" y="5847488"/>
                <a:ext cx="187200" cy="287280"/>
              </p14:xfrm>
            </p:contentPart>
          </mc:Choice>
          <mc:Fallback xmlns="">
            <p:pic>
              <p:nvPicPr>
                <p:cNvPr id="448" name="Ink 447">
                  <a:extLst>
                    <a:ext uri="{FF2B5EF4-FFF2-40B4-BE49-F238E27FC236}">
                      <a16:creationId xmlns:a16="http://schemas.microsoft.com/office/drawing/2014/main" id="{C4058701-D404-15AE-F817-1DB5C52A8E15}"/>
                    </a:ext>
                  </a:extLst>
                </p:cNvPr>
                <p:cNvPicPr/>
                <p:nvPr/>
              </p:nvPicPr>
              <p:blipFill>
                <a:blip r:embed="rId723"/>
                <a:stretch>
                  <a:fillRect/>
                </a:stretch>
              </p:blipFill>
              <p:spPr>
                <a:xfrm>
                  <a:off x="4444020" y="5838848"/>
                  <a:ext cx="204840" cy="304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1" name="Group 460">
            <a:extLst>
              <a:ext uri="{FF2B5EF4-FFF2-40B4-BE49-F238E27FC236}">
                <a16:creationId xmlns:a16="http://schemas.microsoft.com/office/drawing/2014/main" id="{1E793392-F246-A9C3-2943-1A6073C9EB10}"/>
              </a:ext>
            </a:extLst>
          </p:cNvPr>
          <p:cNvGrpSpPr/>
          <p:nvPr/>
        </p:nvGrpSpPr>
        <p:grpSpPr>
          <a:xfrm>
            <a:off x="5039460" y="5745248"/>
            <a:ext cx="1351440" cy="574200"/>
            <a:chOff x="5039460" y="5745248"/>
            <a:chExt cx="1351440" cy="574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24">
              <p14:nvContentPartPr>
                <p14:cNvPr id="450" name="Ink 449">
                  <a:extLst>
                    <a:ext uri="{FF2B5EF4-FFF2-40B4-BE49-F238E27FC236}">
                      <a16:creationId xmlns:a16="http://schemas.microsoft.com/office/drawing/2014/main" id="{77F54C2F-E24D-4A7A-EA33-F465598552D6}"/>
                    </a:ext>
                  </a:extLst>
                </p14:cNvPr>
                <p14:cNvContentPartPr/>
                <p14:nvPr/>
              </p14:nvContentPartPr>
              <p14:xfrm>
                <a:off x="5039460" y="5985008"/>
                <a:ext cx="250920" cy="138960"/>
              </p14:xfrm>
            </p:contentPart>
          </mc:Choice>
          <mc:Fallback xmlns="">
            <p:pic>
              <p:nvPicPr>
                <p:cNvPr id="450" name="Ink 449">
                  <a:extLst>
                    <a:ext uri="{FF2B5EF4-FFF2-40B4-BE49-F238E27FC236}">
                      <a16:creationId xmlns:a16="http://schemas.microsoft.com/office/drawing/2014/main" id="{77F54C2F-E24D-4A7A-EA33-F465598552D6}"/>
                    </a:ext>
                  </a:extLst>
                </p:cNvPr>
                <p:cNvPicPr/>
                <p:nvPr/>
              </p:nvPicPr>
              <p:blipFill>
                <a:blip r:embed="rId725"/>
                <a:stretch>
                  <a:fillRect/>
                </a:stretch>
              </p:blipFill>
              <p:spPr>
                <a:xfrm>
                  <a:off x="5030460" y="5976008"/>
                  <a:ext cx="26856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6">
              <p14:nvContentPartPr>
                <p14:cNvPr id="451" name="Ink 450">
                  <a:extLst>
                    <a:ext uri="{FF2B5EF4-FFF2-40B4-BE49-F238E27FC236}">
                      <a16:creationId xmlns:a16="http://schemas.microsoft.com/office/drawing/2014/main" id="{69FD1316-9072-5A88-8731-655180057926}"/>
                    </a:ext>
                  </a:extLst>
                </p14:cNvPr>
                <p14:cNvContentPartPr/>
                <p14:nvPr/>
              </p14:nvContentPartPr>
              <p14:xfrm>
                <a:off x="5371740" y="6050528"/>
                <a:ext cx="178200" cy="154440"/>
              </p14:xfrm>
            </p:contentPart>
          </mc:Choice>
          <mc:Fallback xmlns="">
            <p:pic>
              <p:nvPicPr>
                <p:cNvPr id="451" name="Ink 450">
                  <a:extLst>
                    <a:ext uri="{FF2B5EF4-FFF2-40B4-BE49-F238E27FC236}">
                      <a16:creationId xmlns:a16="http://schemas.microsoft.com/office/drawing/2014/main" id="{69FD1316-9072-5A88-8731-655180057926}"/>
                    </a:ext>
                  </a:extLst>
                </p:cNvPr>
                <p:cNvPicPr/>
                <p:nvPr/>
              </p:nvPicPr>
              <p:blipFill>
                <a:blip r:embed="rId727"/>
                <a:stretch>
                  <a:fillRect/>
                </a:stretch>
              </p:blipFill>
              <p:spPr>
                <a:xfrm>
                  <a:off x="5363100" y="6041888"/>
                  <a:ext cx="19584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8">
              <p14:nvContentPartPr>
                <p14:cNvPr id="453" name="Ink 452">
                  <a:extLst>
                    <a:ext uri="{FF2B5EF4-FFF2-40B4-BE49-F238E27FC236}">
                      <a16:creationId xmlns:a16="http://schemas.microsoft.com/office/drawing/2014/main" id="{C8304A11-D698-6F0D-4EEB-858F59B45B21}"/>
                    </a:ext>
                  </a:extLst>
                </p14:cNvPr>
                <p14:cNvContentPartPr/>
                <p14:nvPr/>
              </p14:nvContentPartPr>
              <p14:xfrm>
                <a:off x="5647140" y="5908328"/>
                <a:ext cx="222120" cy="206640"/>
              </p14:xfrm>
            </p:contentPart>
          </mc:Choice>
          <mc:Fallback xmlns="">
            <p:pic>
              <p:nvPicPr>
                <p:cNvPr id="453" name="Ink 452">
                  <a:extLst>
                    <a:ext uri="{FF2B5EF4-FFF2-40B4-BE49-F238E27FC236}">
                      <a16:creationId xmlns:a16="http://schemas.microsoft.com/office/drawing/2014/main" id="{C8304A11-D698-6F0D-4EEB-858F59B45B21}"/>
                    </a:ext>
                  </a:extLst>
                </p:cNvPr>
                <p:cNvPicPr/>
                <p:nvPr/>
              </p:nvPicPr>
              <p:blipFill>
                <a:blip r:embed="rId729"/>
                <a:stretch>
                  <a:fillRect/>
                </a:stretch>
              </p:blipFill>
              <p:spPr>
                <a:xfrm>
                  <a:off x="5638140" y="5899688"/>
                  <a:ext cx="23976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0">
              <p14:nvContentPartPr>
                <p14:cNvPr id="454" name="Ink 453">
                  <a:extLst>
                    <a:ext uri="{FF2B5EF4-FFF2-40B4-BE49-F238E27FC236}">
                      <a16:creationId xmlns:a16="http://schemas.microsoft.com/office/drawing/2014/main" id="{981AD7F6-7931-1B03-E0E1-D89FBD8B1144}"/>
                    </a:ext>
                  </a:extLst>
                </p14:cNvPr>
                <p14:cNvContentPartPr/>
                <p14:nvPr/>
              </p14:nvContentPartPr>
              <p14:xfrm>
                <a:off x="6151140" y="5781968"/>
                <a:ext cx="56880" cy="136440"/>
              </p14:xfrm>
            </p:contentPart>
          </mc:Choice>
          <mc:Fallback xmlns="">
            <p:pic>
              <p:nvPicPr>
                <p:cNvPr id="454" name="Ink 453">
                  <a:extLst>
                    <a:ext uri="{FF2B5EF4-FFF2-40B4-BE49-F238E27FC236}">
                      <a16:creationId xmlns:a16="http://schemas.microsoft.com/office/drawing/2014/main" id="{981AD7F6-7931-1B03-E0E1-D89FBD8B1144}"/>
                    </a:ext>
                  </a:extLst>
                </p:cNvPr>
                <p:cNvPicPr/>
                <p:nvPr/>
              </p:nvPicPr>
              <p:blipFill>
                <a:blip r:embed="rId731"/>
                <a:stretch>
                  <a:fillRect/>
                </a:stretch>
              </p:blipFill>
              <p:spPr>
                <a:xfrm>
                  <a:off x="6142500" y="5772968"/>
                  <a:ext cx="7452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2">
              <p14:nvContentPartPr>
                <p14:cNvPr id="455" name="Ink 454">
                  <a:extLst>
                    <a:ext uri="{FF2B5EF4-FFF2-40B4-BE49-F238E27FC236}">
                      <a16:creationId xmlns:a16="http://schemas.microsoft.com/office/drawing/2014/main" id="{4F97AC12-F5BF-0A59-9EF2-0E9E6370E9B4}"/>
                    </a:ext>
                  </a:extLst>
                </p14:cNvPr>
                <p14:cNvContentPartPr/>
                <p14:nvPr/>
              </p14:nvContentPartPr>
              <p14:xfrm>
                <a:off x="6210900" y="5826608"/>
                <a:ext cx="51120" cy="69120"/>
              </p14:xfrm>
            </p:contentPart>
          </mc:Choice>
          <mc:Fallback xmlns="">
            <p:pic>
              <p:nvPicPr>
                <p:cNvPr id="455" name="Ink 454">
                  <a:extLst>
                    <a:ext uri="{FF2B5EF4-FFF2-40B4-BE49-F238E27FC236}">
                      <a16:creationId xmlns:a16="http://schemas.microsoft.com/office/drawing/2014/main" id="{4F97AC12-F5BF-0A59-9EF2-0E9E6370E9B4}"/>
                    </a:ext>
                  </a:extLst>
                </p:cNvPr>
                <p:cNvPicPr/>
                <p:nvPr/>
              </p:nvPicPr>
              <p:blipFill>
                <a:blip r:embed="rId733"/>
                <a:stretch>
                  <a:fillRect/>
                </a:stretch>
              </p:blipFill>
              <p:spPr>
                <a:xfrm>
                  <a:off x="6202260" y="5817608"/>
                  <a:ext cx="6876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4">
              <p14:nvContentPartPr>
                <p14:cNvPr id="456" name="Ink 455">
                  <a:extLst>
                    <a:ext uri="{FF2B5EF4-FFF2-40B4-BE49-F238E27FC236}">
                      <a16:creationId xmlns:a16="http://schemas.microsoft.com/office/drawing/2014/main" id="{D8FAAC9C-B28F-9FFA-D737-F30A1797EA15}"/>
                    </a:ext>
                  </a:extLst>
                </p14:cNvPr>
                <p14:cNvContentPartPr/>
                <p14:nvPr/>
              </p14:nvContentPartPr>
              <p14:xfrm>
                <a:off x="5994540" y="5745248"/>
                <a:ext cx="312840" cy="16560"/>
              </p14:xfrm>
            </p:contentPart>
          </mc:Choice>
          <mc:Fallback xmlns="">
            <p:pic>
              <p:nvPicPr>
                <p:cNvPr id="456" name="Ink 455">
                  <a:extLst>
                    <a:ext uri="{FF2B5EF4-FFF2-40B4-BE49-F238E27FC236}">
                      <a16:creationId xmlns:a16="http://schemas.microsoft.com/office/drawing/2014/main" id="{D8FAAC9C-B28F-9FFA-D737-F30A1797EA15}"/>
                    </a:ext>
                  </a:extLst>
                </p:cNvPr>
                <p:cNvPicPr/>
                <p:nvPr/>
              </p:nvPicPr>
              <p:blipFill>
                <a:blip r:embed="rId735"/>
                <a:stretch>
                  <a:fillRect/>
                </a:stretch>
              </p:blipFill>
              <p:spPr>
                <a:xfrm>
                  <a:off x="5985900" y="5736608"/>
                  <a:ext cx="33048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6">
              <p14:nvContentPartPr>
                <p14:cNvPr id="457" name="Ink 456">
                  <a:extLst>
                    <a:ext uri="{FF2B5EF4-FFF2-40B4-BE49-F238E27FC236}">
                      <a16:creationId xmlns:a16="http://schemas.microsoft.com/office/drawing/2014/main" id="{2C6B5BAC-A060-BE01-C990-B2C729FB0AE1}"/>
                    </a:ext>
                  </a:extLst>
                </p14:cNvPr>
                <p14:cNvContentPartPr/>
                <p14:nvPr/>
              </p14:nvContentPartPr>
              <p14:xfrm>
                <a:off x="6011820" y="5995088"/>
                <a:ext cx="337320" cy="31680"/>
              </p14:xfrm>
            </p:contentPart>
          </mc:Choice>
          <mc:Fallback xmlns="">
            <p:pic>
              <p:nvPicPr>
                <p:cNvPr id="457" name="Ink 456">
                  <a:extLst>
                    <a:ext uri="{FF2B5EF4-FFF2-40B4-BE49-F238E27FC236}">
                      <a16:creationId xmlns:a16="http://schemas.microsoft.com/office/drawing/2014/main" id="{2C6B5BAC-A060-BE01-C990-B2C729FB0AE1}"/>
                    </a:ext>
                  </a:extLst>
                </p:cNvPr>
                <p:cNvPicPr/>
                <p:nvPr/>
              </p:nvPicPr>
              <p:blipFill>
                <a:blip r:embed="rId737"/>
                <a:stretch>
                  <a:fillRect/>
                </a:stretch>
              </p:blipFill>
              <p:spPr>
                <a:xfrm>
                  <a:off x="6003180" y="5986448"/>
                  <a:ext cx="35496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8">
              <p14:nvContentPartPr>
                <p14:cNvPr id="459" name="Ink 458">
                  <a:extLst>
                    <a:ext uri="{FF2B5EF4-FFF2-40B4-BE49-F238E27FC236}">
                      <a16:creationId xmlns:a16="http://schemas.microsoft.com/office/drawing/2014/main" id="{F16D31BC-E666-F9EC-43EE-B110A23B64BA}"/>
                    </a:ext>
                  </a:extLst>
                </p14:cNvPr>
                <p14:cNvContentPartPr/>
                <p14:nvPr/>
              </p14:nvContentPartPr>
              <p14:xfrm>
                <a:off x="6146100" y="6147368"/>
                <a:ext cx="238320" cy="172080"/>
              </p14:xfrm>
            </p:contentPart>
          </mc:Choice>
          <mc:Fallback xmlns="">
            <p:pic>
              <p:nvPicPr>
                <p:cNvPr id="459" name="Ink 458">
                  <a:extLst>
                    <a:ext uri="{FF2B5EF4-FFF2-40B4-BE49-F238E27FC236}">
                      <a16:creationId xmlns:a16="http://schemas.microsoft.com/office/drawing/2014/main" id="{F16D31BC-E666-F9EC-43EE-B110A23B64BA}"/>
                    </a:ext>
                  </a:extLst>
                </p:cNvPr>
                <p:cNvPicPr/>
                <p:nvPr/>
              </p:nvPicPr>
              <p:blipFill>
                <a:blip r:embed="rId739"/>
                <a:stretch>
                  <a:fillRect/>
                </a:stretch>
              </p:blipFill>
              <p:spPr>
                <a:xfrm>
                  <a:off x="6137100" y="6138368"/>
                  <a:ext cx="25596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0">
              <p14:nvContentPartPr>
                <p14:cNvPr id="460" name="Ink 459">
                  <a:extLst>
                    <a:ext uri="{FF2B5EF4-FFF2-40B4-BE49-F238E27FC236}">
                      <a16:creationId xmlns:a16="http://schemas.microsoft.com/office/drawing/2014/main" id="{11D7FEE1-4FB6-DCD5-D5F8-F72CAAB84708}"/>
                    </a:ext>
                  </a:extLst>
                </p14:cNvPr>
                <p14:cNvContentPartPr/>
                <p14:nvPr/>
              </p14:nvContentPartPr>
              <p14:xfrm>
                <a:off x="6067260" y="5989688"/>
                <a:ext cx="323640" cy="26640"/>
              </p14:xfrm>
            </p:contentPart>
          </mc:Choice>
          <mc:Fallback xmlns="">
            <p:pic>
              <p:nvPicPr>
                <p:cNvPr id="460" name="Ink 459">
                  <a:extLst>
                    <a:ext uri="{FF2B5EF4-FFF2-40B4-BE49-F238E27FC236}">
                      <a16:creationId xmlns:a16="http://schemas.microsoft.com/office/drawing/2014/main" id="{11D7FEE1-4FB6-DCD5-D5F8-F72CAAB84708}"/>
                    </a:ext>
                  </a:extLst>
                </p:cNvPr>
                <p:cNvPicPr/>
                <p:nvPr/>
              </p:nvPicPr>
              <p:blipFill>
                <a:blip r:embed="rId741"/>
                <a:stretch>
                  <a:fillRect/>
                </a:stretch>
              </p:blipFill>
              <p:spPr>
                <a:xfrm>
                  <a:off x="6058620" y="5981048"/>
                  <a:ext cx="341280" cy="44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42">
            <p14:nvContentPartPr>
              <p14:cNvPr id="501" name="Ink 500">
                <a:extLst>
                  <a:ext uri="{FF2B5EF4-FFF2-40B4-BE49-F238E27FC236}">
                    <a16:creationId xmlns:a16="http://schemas.microsoft.com/office/drawing/2014/main" id="{830636B2-77F0-CFF8-7845-564DDA21044B}"/>
                  </a:ext>
                </a:extLst>
              </p14:cNvPr>
              <p14:cNvContentPartPr/>
              <p14:nvPr/>
            </p14:nvContentPartPr>
            <p14:xfrm>
              <a:off x="2270340" y="473768"/>
              <a:ext cx="770760" cy="77400"/>
            </p14:xfrm>
          </p:contentPart>
        </mc:Choice>
        <mc:Fallback xmlns="">
          <p:pic>
            <p:nvPicPr>
              <p:cNvPr id="501" name="Ink 500">
                <a:extLst>
                  <a:ext uri="{FF2B5EF4-FFF2-40B4-BE49-F238E27FC236}">
                    <a16:creationId xmlns:a16="http://schemas.microsoft.com/office/drawing/2014/main" id="{830636B2-77F0-CFF8-7845-564DDA21044B}"/>
                  </a:ext>
                </a:extLst>
              </p:cNvPr>
              <p:cNvPicPr/>
              <p:nvPr/>
            </p:nvPicPr>
            <p:blipFill>
              <a:blip r:embed="rId743"/>
              <a:stretch>
                <a:fillRect/>
              </a:stretch>
            </p:blipFill>
            <p:spPr>
              <a:xfrm>
                <a:off x="2261340" y="464768"/>
                <a:ext cx="788400" cy="95040"/>
              </a:xfrm>
              <a:prstGeom prst="rect">
                <a:avLst/>
              </a:prstGeom>
            </p:spPr>
          </p:pic>
        </mc:Fallback>
      </mc:AlternateContent>
      <p:grpSp>
        <p:nvGrpSpPr>
          <p:cNvPr id="542" name="Group 541">
            <a:extLst>
              <a:ext uri="{FF2B5EF4-FFF2-40B4-BE49-F238E27FC236}">
                <a16:creationId xmlns:a16="http://schemas.microsoft.com/office/drawing/2014/main" id="{0BF671A5-B1A5-5C46-441A-810EE74CA1B9}"/>
              </a:ext>
            </a:extLst>
          </p:cNvPr>
          <p:cNvGrpSpPr/>
          <p:nvPr/>
        </p:nvGrpSpPr>
        <p:grpSpPr>
          <a:xfrm>
            <a:off x="3355020" y="841328"/>
            <a:ext cx="2817360" cy="957240"/>
            <a:chOff x="3355020" y="841328"/>
            <a:chExt cx="2817360" cy="957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44">
              <p14:nvContentPartPr>
                <p14:cNvPr id="493" name="Ink 492">
                  <a:extLst>
                    <a:ext uri="{FF2B5EF4-FFF2-40B4-BE49-F238E27FC236}">
                      <a16:creationId xmlns:a16="http://schemas.microsoft.com/office/drawing/2014/main" id="{3B313EE1-8564-D9BD-553B-E68B716DD42C}"/>
                    </a:ext>
                  </a:extLst>
                </p14:cNvPr>
                <p14:cNvContentPartPr/>
                <p14:nvPr/>
              </p14:nvContentPartPr>
              <p14:xfrm>
                <a:off x="6109020" y="1454408"/>
                <a:ext cx="24120" cy="270720"/>
              </p14:xfrm>
            </p:contentPart>
          </mc:Choice>
          <mc:Fallback xmlns="">
            <p:pic>
              <p:nvPicPr>
                <p:cNvPr id="493" name="Ink 492">
                  <a:extLst>
                    <a:ext uri="{FF2B5EF4-FFF2-40B4-BE49-F238E27FC236}">
                      <a16:creationId xmlns:a16="http://schemas.microsoft.com/office/drawing/2014/main" id="{3B313EE1-8564-D9BD-553B-E68B716DD42C}"/>
                    </a:ext>
                  </a:extLst>
                </p:cNvPr>
                <p:cNvPicPr/>
                <p:nvPr/>
              </p:nvPicPr>
              <p:blipFill>
                <a:blip r:embed="rId745"/>
                <a:stretch>
                  <a:fillRect/>
                </a:stretch>
              </p:blipFill>
              <p:spPr>
                <a:xfrm>
                  <a:off x="6100380" y="1445768"/>
                  <a:ext cx="4176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6">
              <p14:nvContentPartPr>
                <p14:cNvPr id="494" name="Ink 493">
                  <a:extLst>
                    <a:ext uri="{FF2B5EF4-FFF2-40B4-BE49-F238E27FC236}">
                      <a16:creationId xmlns:a16="http://schemas.microsoft.com/office/drawing/2014/main" id="{34BBF6C8-ECA8-C1E5-1DAE-BAEB01B98F27}"/>
                    </a:ext>
                  </a:extLst>
                </p14:cNvPr>
                <p14:cNvContentPartPr/>
                <p14:nvPr/>
              </p14:nvContentPartPr>
              <p14:xfrm>
                <a:off x="6105060" y="1464848"/>
                <a:ext cx="41400" cy="321480"/>
              </p14:xfrm>
            </p:contentPart>
          </mc:Choice>
          <mc:Fallback xmlns="">
            <p:pic>
              <p:nvPicPr>
                <p:cNvPr id="494" name="Ink 493">
                  <a:extLst>
                    <a:ext uri="{FF2B5EF4-FFF2-40B4-BE49-F238E27FC236}">
                      <a16:creationId xmlns:a16="http://schemas.microsoft.com/office/drawing/2014/main" id="{34BBF6C8-ECA8-C1E5-1DAE-BAEB01B98F27}"/>
                    </a:ext>
                  </a:extLst>
                </p:cNvPr>
                <p:cNvPicPr/>
                <p:nvPr/>
              </p:nvPicPr>
              <p:blipFill>
                <a:blip r:embed="rId747"/>
                <a:stretch>
                  <a:fillRect/>
                </a:stretch>
              </p:blipFill>
              <p:spPr>
                <a:xfrm>
                  <a:off x="6096420" y="1456208"/>
                  <a:ext cx="59040" cy="33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8">
              <p14:nvContentPartPr>
                <p14:cNvPr id="499" name="Ink 498">
                  <a:extLst>
                    <a:ext uri="{FF2B5EF4-FFF2-40B4-BE49-F238E27FC236}">
                      <a16:creationId xmlns:a16="http://schemas.microsoft.com/office/drawing/2014/main" id="{B186396F-47B6-17BB-7D24-BEC099C7314E}"/>
                    </a:ext>
                  </a:extLst>
                </p14:cNvPr>
                <p14:cNvContentPartPr/>
                <p14:nvPr/>
              </p14:nvContentPartPr>
              <p14:xfrm>
                <a:off x="6109380" y="1423448"/>
                <a:ext cx="63000" cy="263880"/>
              </p14:xfrm>
            </p:contentPart>
          </mc:Choice>
          <mc:Fallback xmlns="">
            <p:pic>
              <p:nvPicPr>
                <p:cNvPr id="499" name="Ink 498">
                  <a:extLst>
                    <a:ext uri="{FF2B5EF4-FFF2-40B4-BE49-F238E27FC236}">
                      <a16:creationId xmlns:a16="http://schemas.microsoft.com/office/drawing/2014/main" id="{B186396F-47B6-17BB-7D24-BEC099C7314E}"/>
                    </a:ext>
                  </a:extLst>
                </p:cNvPr>
                <p:cNvPicPr/>
                <p:nvPr/>
              </p:nvPicPr>
              <p:blipFill>
                <a:blip r:embed="rId749"/>
                <a:stretch>
                  <a:fillRect/>
                </a:stretch>
              </p:blipFill>
              <p:spPr>
                <a:xfrm>
                  <a:off x="6100740" y="1414448"/>
                  <a:ext cx="80640" cy="2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0">
              <p14:nvContentPartPr>
                <p14:cNvPr id="496" name="Ink 495">
                  <a:extLst>
                    <a:ext uri="{FF2B5EF4-FFF2-40B4-BE49-F238E27FC236}">
                      <a16:creationId xmlns:a16="http://schemas.microsoft.com/office/drawing/2014/main" id="{CB90796E-DEC5-73C2-6990-18904C3BC808}"/>
                    </a:ext>
                  </a:extLst>
                </p14:cNvPr>
                <p14:cNvContentPartPr/>
                <p14:nvPr/>
              </p14:nvContentPartPr>
              <p14:xfrm>
                <a:off x="5143500" y="1454408"/>
                <a:ext cx="22320" cy="300600"/>
              </p14:xfrm>
            </p:contentPart>
          </mc:Choice>
          <mc:Fallback xmlns="">
            <p:pic>
              <p:nvPicPr>
                <p:cNvPr id="496" name="Ink 495">
                  <a:extLst>
                    <a:ext uri="{FF2B5EF4-FFF2-40B4-BE49-F238E27FC236}">
                      <a16:creationId xmlns:a16="http://schemas.microsoft.com/office/drawing/2014/main" id="{CB90796E-DEC5-73C2-6990-18904C3BC808}"/>
                    </a:ext>
                  </a:extLst>
                </p:cNvPr>
                <p:cNvPicPr/>
                <p:nvPr/>
              </p:nvPicPr>
              <p:blipFill>
                <a:blip r:embed="rId751"/>
                <a:stretch>
                  <a:fillRect/>
                </a:stretch>
              </p:blipFill>
              <p:spPr>
                <a:xfrm>
                  <a:off x="5134500" y="1445768"/>
                  <a:ext cx="39960" cy="31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2">
              <p14:nvContentPartPr>
                <p14:cNvPr id="497" name="Ink 496">
                  <a:extLst>
                    <a:ext uri="{FF2B5EF4-FFF2-40B4-BE49-F238E27FC236}">
                      <a16:creationId xmlns:a16="http://schemas.microsoft.com/office/drawing/2014/main" id="{735248BC-A6C6-8F49-EFD2-E1E1BD9D577A}"/>
                    </a:ext>
                  </a:extLst>
                </p14:cNvPr>
                <p14:cNvContentPartPr/>
                <p14:nvPr/>
              </p14:nvContentPartPr>
              <p14:xfrm>
                <a:off x="5158980" y="1532528"/>
                <a:ext cx="16200" cy="266040"/>
              </p14:xfrm>
            </p:contentPart>
          </mc:Choice>
          <mc:Fallback xmlns="">
            <p:pic>
              <p:nvPicPr>
                <p:cNvPr id="497" name="Ink 496">
                  <a:extLst>
                    <a:ext uri="{FF2B5EF4-FFF2-40B4-BE49-F238E27FC236}">
                      <a16:creationId xmlns:a16="http://schemas.microsoft.com/office/drawing/2014/main" id="{735248BC-A6C6-8F49-EFD2-E1E1BD9D577A}"/>
                    </a:ext>
                  </a:extLst>
                </p:cNvPr>
                <p:cNvPicPr/>
                <p:nvPr/>
              </p:nvPicPr>
              <p:blipFill>
                <a:blip r:embed="rId753"/>
                <a:stretch>
                  <a:fillRect/>
                </a:stretch>
              </p:blipFill>
              <p:spPr>
                <a:xfrm>
                  <a:off x="5149980" y="1523528"/>
                  <a:ext cx="3384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4">
              <p14:nvContentPartPr>
                <p14:cNvPr id="502" name="Ink 501">
                  <a:extLst>
                    <a:ext uri="{FF2B5EF4-FFF2-40B4-BE49-F238E27FC236}">
                      <a16:creationId xmlns:a16="http://schemas.microsoft.com/office/drawing/2014/main" id="{C0874B4A-50AC-C93E-203C-8BBE6AF684E1}"/>
                    </a:ext>
                  </a:extLst>
                </p14:cNvPr>
                <p14:cNvContentPartPr/>
                <p14:nvPr/>
              </p14:nvContentPartPr>
              <p14:xfrm>
                <a:off x="4726620" y="1305728"/>
                <a:ext cx="427680" cy="247680"/>
              </p14:xfrm>
            </p:contentPart>
          </mc:Choice>
          <mc:Fallback xmlns="">
            <p:pic>
              <p:nvPicPr>
                <p:cNvPr id="502" name="Ink 501">
                  <a:extLst>
                    <a:ext uri="{FF2B5EF4-FFF2-40B4-BE49-F238E27FC236}">
                      <a16:creationId xmlns:a16="http://schemas.microsoft.com/office/drawing/2014/main" id="{C0874B4A-50AC-C93E-203C-8BBE6AF684E1}"/>
                    </a:ext>
                  </a:extLst>
                </p:cNvPr>
                <p:cNvPicPr/>
                <p:nvPr/>
              </p:nvPicPr>
              <p:blipFill>
                <a:blip r:embed="rId755"/>
                <a:stretch>
                  <a:fillRect/>
                </a:stretch>
              </p:blipFill>
              <p:spPr>
                <a:xfrm>
                  <a:off x="4717620" y="1297088"/>
                  <a:ext cx="44532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6">
              <p14:nvContentPartPr>
                <p14:cNvPr id="505" name="Ink 504">
                  <a:extLst>
                    <a:ext uri="{FF2B5EF4-FFF2-40B4-BE49-F238E27FC236}">
                      <a16:creationId xmlns:a16="http://schemas.microsoft.com/office/drawing/2014/main" id="{C4FF4C38-256A-4FED-5A96-3438FEDB118F}"/>
                    </a:ext>
                  </a:extLst>
                </p14:cNvPr>
                <p14:cNvContentPartPr/>
                <p14:nvPr/>
              </p14:nvContentPartPr>
              <p14:xfrm>
                <a:off x="4666860" y="1096208"/>
                <a:ext cx="1360080" cy="395280"/>
              </p14:xfrm>
            </p:contentPart>
          </mc:Choice>
          <mc:Fallback xmlns="">
            <p:pic>
              <p:nvPicPr>
                <p:cNvPr id="505" name="Ink 504">
                  <a:extLst>
                    <a:ext uri="{FF2B5EF4-FFF2-40B4-BE49-F238E27FC236}">
                      <a16:creationId xmlns:a16="http://schemas.microsoft.com/office/drawing/2014/main" id="{C4FF4C38-256A-4FED-5A96-3438FEDB118F}"/>
                    </a:ext>
                  </a:extLst>
                </p:cNvPr>
                <p:cNvPicPr/>
                <p:nvPr/>
              </p:nvPicPr>
              <p:blipFill>
                <a:blip r:embed="rId757"/>
                <a:stretch>
                  <a:fillRect/>
                </a:stretch>
              </p:blipFill>
              <p:spPr>
                <a:xfrm>
                  <a:off x="4658220" y="1087208"/>
                  <a:ext cx="1377720" cy="41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8">
              <p14:nvContentPartPr>
                <p14:cNvPr id="507" name="Ink 506">
                  <a:extLst>
                    <a:ext uri="{FF2B5EF4-FFF2-40B4-BE49-F238E27FC236}">
                      <a16:creationId xmlns:a16="http://schemas.microsoft.com/office/drawing/2014/main" id="{EAF94E57-AA99-A5CA-8E73-0DF52E75887E}"/>
                    </a:ext>
                  </a:extLst>
                </p14:cNvPr>
                <p14:cNvContentPartPr/>
                <p14:nvPr/>
              </p14:nvContentPartPr>
              <p14:xfrm>
                <a:off x="3874500" y="955448"/>
                <a:ext cx="133560" cy="124920"/>
              </p14:xfrm>
            </p:contentPart>
          </mc:Choice>
          <mc:Fallback xmlns="">
            <p:pic>
              <p:nvPicPr>
                <p:cNvPr id="507" name="Ink 506">
                  <a:extLst>
                    <a:ext uri="{FF2B5EF4-FFF2-40B4-BE49-F238E27FC236}">
                      <a16:creationId xmlns:a16="http://schemas.microsoft.com/office/drawing/2014/main" id="{EAF94E57-AA99-A5CA-8E73-0DF52E75887E}"/>
                    </a:ext>
                  </a:extLst>
                </p:cNvPr>
                <p:cNvPicPr/>
                <p:nvPr/>
              </p:nvPicPr>
              <p:blipFill>
                <a:blip r:embed="rId759"/>
                <a:stretch>
                  <a:fillRect/>
                </a:stretch>
              </p:blipFill>
              <p:spPr>
                <a:xfrm>
                  <a:off x="3865860" y="946808"/>
                  <a:ext cx="15120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0">
              <p14:nvContentPartPr>
                <p14:cNvPr id="508" name="Ink 507">
                  <a:extLst>
                    <a:ext uri="{FF2B5EF4-FFF2-40B4-BE49-F238E27FC236}">
                      <a16:creationId xmlns:a16="http://schemas.microsoft.com/office/drawing/2014/main" id="{CE32972F-CAC5-420F-3B11-A4AF03D000D5}"/>
                    </a:ext>
                  </a:extLst>
                </p14:cNvPr>
                <p14:cNvContentPartPr/>
                <p14:nvPr/>
              </p14:nvContentPartPr>
              <p14:xfrm>
                <a:off x="4069980" y="983888"/>
                <a:ext cx="143640" cy="60480"/>
              </p14:xfrm>
            </p:contentPart>
          </mc:Choice>
          <mc:Fallback xmlns="">
            <p:pic>
              <p:nvPicPr>
                <p:cNvPr id="508" name="Ink 507">
                  <a:extLst>
                    <a:ext uri="{FF2B5EF4-FFF2-40B4-BE49-F238E27FC236}">
                      <a16:creationId xmlns:a16="http://schemas.microsoft.com/office/drawing/2014/main" id="{CE32972F-CAC5-420F-3B11-A4AF03D000D5}"/>
                    </a:ext>
                  </a:extLst>
                </p:cNvPr>
                <p:cNvPicPr/>
                <p:nvPr/>
              </p:nvPicPr>
              <p:blipFill>
                <a:blip r:embed="rId761"/>
                <a:stretch>
                  <a:fillRect/>
                </a:stretch>
              </p:blipFill>
              <p:spPr>
                <a:xfrm>
                  <a:off x="4060980" y="974888"/>
                  <a:ext cx="16128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2">
              <p14:nvContentPartPr>
                <p14:cNvPr id="509" name="Ink 508">
                  <a:extLst>
                    <a:ext uri="{FF2B5EF4-FFF2-40B4-BE49-F238E27FC236}">
                      <a16:creationId xmlns:a16="http://schemas.microsoft.com/office/drawing/2014/main" id="{9D872907-4596-706B-C353-206A30666B48}"/>
                    </a:ext>
                  </a:extLst>
                </p14:cNvPr>
                <p14:cNvContentPartPr/>
                <p14:nvPr/>
              </p14:nvContentPartPr>
              <p14:xfrm>
                <a:off x="4192380" y="841328"/>
                <a:ext cx="69480" cy="182160"/>
              </p14:xfrm>
            </p:contentPart>
          </mc:Choice>
          <mc:Fallback xmlns="">
            <p:pic>
              <p:nvPicPr>
                <p:cNvPr id="509" name="Ink 508">
                  <a:extLst>
                    <a:ext uri="{FF2B5EF4-FFF2-40B4-BE49-F238E27FC236}">
                      <a16:creationId xmlns:a16="http://schemas.microsoft.com/office/drawing/2014/main" id="{9D872907-4596-706B-C353-206A30666B48}"/>
                    </a:ext>
                  </a:extLst>
                </p:cNvPr>
                <p:cNvPicPr/>
                <p:nvPr/>
              </p:nvPicPr>
              <p:blipFill>
                <a:blip r:embed="rId763"/>
                <a:stretch>
                  <a:fillRect/>
                </a:stretch>
              </p:blipFill>
              <p:spPr>
                <a:xfrm>
                  <a:off x="4183740" y="832688"/>
                  <a:ext cx="8712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4">
              <p14:nvContentPartPr>
                <p14:cNvPr id="510" name="Ink 509">
                  <a:extLst>
                    <a:ext uri="{FF2B5EF4-FFF2-40B4-BE49-F238E27FC236}">
                      <a16:creationId xmlns:a16="http://schemas.microsoft.com/office/drawing/2014/main" id="{D96144C9-CFAB-6F9C-0CEE-7CFA9659F2E5}"/>
                    </a:ext>
                  </a:extLst>
                </p14:cNvPr>
                <p14:cNvContentPartPr/>
                <p14:nvPr/>
              </p14:nvContentPartPr>
              <p14:xfrm>
                <a:off x="4164660" y="945368"/>
                <a:ext cx="96120" cy="12600"/>
              </p14:xfrm>
            </p:contentPart>
          </mc:Choice>
          <mc:Fallback xmlns="">
            <p:pic>
              <p:nvPicPr>
                <p:cNvPr id="510" name="Ink 509">
                  <a:extLst>
                    <a:ext uri="{FF2B5EF4-FFF2-40B4-BE49-F238E27FC236}">
                      <a16:creationId xmlns:a16="http://schemas.microsoft.com/office/drawing/2014/main" id="{D96144C9-CFAB-6F9C-0CEE-7CFA9659F2E5}"/>
                    </a:ext>
                  </a:extLst>
                </p:cNvPr>
                <p:cNvPicPr/>
                <p:nvPr/>
              </p:nvPicPr>
              <p:blipFill>
                <a:blip r:embed="rId765"/>
                <a:stretch>
                  <a:fillRect/>
                </a:stretch>
              </p:blipFill>
              <p:spPr>
                <a:xfrm>
                  <a:off x="4155660" y="936728"/>
                  <a:ext cx="11376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6">
              <p14:nvContentPartPr>
                <p14:cNvPr id="511" name="Ink 510">
                  <a:extLst>
                    <a:ext uri="{FF2B5EF4-FFF2-40B4-BE49-F238E27FC236}">
                      <a16:creationId xmlns:a16="http://schemas.microsoft.com/office/drawing/2014/main" id="{0214F8E8-8314-322C-1E2F-32413BC21B1E}"/>
                    </a:ext>
                  </a:extLst>
                </p14:cNvPr>
                <p14:cNvContentPartPr/>
                <p14:nvPr/>
              </p14:nvContentPartPr>
              <p14:xfrm>
                <a:off x="3769740" y="1202048"/>
                <a:ext cx="189360" cy="97560"/>
              </p14:xfrm>
            </p:contentPart>
          </mc:Choice>
          <mc:Fallback xmlns="">
            <p:pic>
              <p:nvPicPr>
                <p:cNvPr id="511" name="Ink 510">
                  <a:extLst>
                    <a:ext uri="{FF2B5EF4-FFF2-40B4-BE49-F238E27FC236}">
                      <a16:creationId xmlns:a16="http://schemas.microsoft.com/office/drawing/2014/main" id="{0214F8E8-8314-322C-1E2F-32413BC21B1E}"/>
                    </a:ext>
                  </a:extLst>
                </p:cNvPr>
                <p:cNvPicPr/>
                <p:nvPr/>
              </p:nvPicPr>
              <p:blipFill>
                <a:blip r:embed="rId767"/>
                <a:stretch>
                  <a:fillRect/>
                </a:stretch>
              </p:blipFill>
              <p:spPr>
                <a:xfrm>
                  <a:off x="3761100" y="1193048"/>
                  <a:ext cx="20700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8">
              <p14:nvContentPartPr>
                <p14:cNvPr id="512" name="Ink 511">
                  <a:extLst>
                    <a:ext uri="{FF2B5EF4-FFF2-40B4-BE49-F238E27FC236}">
                      <a16:creationId xmlns:a16="http://schemas.microsoft.com/office/drawing/2014/main" id="{CA8474F6-489A-25A2-F021-0631F310C77F}"/>
                    </a:ext>
                  </a:extLst>
                </p14:cNvPr>
                <p14:cNvContentPartPr/>
                <p14:nvPr/>
              </p14:nvContentPartPr>
              <p14:xfrm>
                <a:off x="4000500" y="1262168"/>
                <a:ext cx="27720" cy="26280"/>
              </p14:xfrm>
            </p:contentPart>
          </mc:Choice>
          <mc:Fallback xmlns="">
            <p:pic>
              <p:nvPicPr>
                <p:cNvPr id="512" name="Ink 511">
                  <a:extLst>
                    <a:ext uri="{FF2B5EF4-FFF2-40B4-BE49-F238E27FC236}">
                      <a16:creationId xmlns:a16="http://schemas.microsoft.com/office/drawing/2014/main" id="{CA8474F6-489A-25A2-F021-0631F310C77F}"/>
                    </a:ext>
                  </a:extLst>
                </p:cNvPr>
                <p:cNvPicPr/>
                <p:nvPr/>
              </p:nvPicPr>
              <p:blipFill>
                <a:blip r:embed="rId769"/>
                <a:stretch>
                  <a:fillRect/>
                </a:stretch>
              </p:blipFill>
              <p:spPr>
                <a:xfrm>
                  <a:off x="3991500" y="1253528"/>
                  <a:ext cx="4536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0">
              <p14:nvContentPartPr>
                <p14:cNvPr id="513" name="Ink 512">
                  <a:extLst>
                    <a:ext uri="{FF2B5EF4-FFF2-40B4-BE49-F238E27FC236}">
                      <a16:creationId xmlns:a16="http://schemas.microsoft.com/office/drawing/2014/main" id="{4739C010-5499-9488-0653-FDA63EFBA95A}"/>
                    </a:ext>
                  </a:extLst>
                </p14:cNvPr>
                <p14:cNvContentPartPr/>
                <p14:nvPr/>
              </p14:nvContentPartPr>
              <p14:xfrm>
                <a:off x="3977820" y="1168928"/>
                <a:ext cx="7560" cy="6480"/>
              </p14:xfrm>
            </p:contentPart>
          </mc:Choice>
          <mc:Fallback xmlns="">
            <p:pic>
              <p:nvPicPr>
                <p:cNvPr id="513" name="Ink 512">
                  <a:extLst>
                    <a:ext uri="{FF2B5EF4-FFF2-40B4-BE49-F238E27FC236}">
                      <a16:creationId xmlns:a16="http://schemas.microsoft.com/office/drawing/2014/main" id="{4739C010-5499-9488-0653-FDA63EFBA95A}"/>
                    </a:ext>
                  </a:extLst>
                </p:cNvPr>
                <p:cNvPicPr/>
                <p:nvPr/>
              </p:nvPicPr>
              <p:blipFill>
                <a:blip r:embed="rId771"/>
                <a:stretch>
                  <a:fillRect/>
                </a:stretch>
              </p:blipFill>
              <p:spPr>
                <a:xfrm>
                  <a:off x="3968820" y="1159928"/>
                  <a:ext cx="2520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2">
              <p14:nvContentPartPr>
                <p14:cNvPr id="514" name="Ink 513">
                  <a:extLst>
                    <a:ext uri="{FF2B5EF4-FFF2-40B4-BE49-F238E27FC236}">
                      <a16:creationId xmlns:a16="http://schemas.microsoft.com/office/drawing/2014/main" id="{DB83B9D8-97F0-2B41-A2AA-B72FBC64D585}"/>
                    </a:ext>
                  </a:extLst>
                </p14:cNvPr>
                <p14:cNvContentPartPr/>
                <p14:nvPr/>
              </p14:nvContentPartPr>
              <p14:xfrm>
                <a:off x="4078260" y="1153088"/>
                <a:ext cx="56880" cy="147960"/>
              </p14:xfrm>
            </p:contentPart>
          </mc:Choice>
          <mc:Fallback xmlns="">
            <p:pic>
              <p:nvPicPr>
                <p:cNvPr id="514" name="Ink 513">
                  <a:extLst>
                    <a:ext uri="{FF2B5EF4-FFF2-40B4-BE49-F238E27FC236}">
                      <a16:creationId xmlns:a16="http://schemas.microsoft.com/office/drawing/2014/main" id="{DB83B9D8-97F0-2B41-A2AA-B72FBC64D585}"/>
                    </a:ext>
                  </a:extLst>
                </p:cNvPr>
                <p:cNvPicPr/>
                <p:nvPr/>
              </p:nvPicPr>
              <p:blipFill>
                <a:blip r:embed="rId773"/>
                <a:stretch>
                  <a:fillRect/>
                </a:stretch>
              </p:blipFill>
              <p:spPr>
                <a:xfrm>
                  <a:off x="4069260" y="1144448"/>
                  <a:ext cx="7452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4">
              <p14:nvContentPartPr>
                <p14:cNvPr id="515" name="Ink 514">
                  <a:extLst>
                    <a:ext uri="{FF2B5EF4-FFF2-40B4-BE49-F238E27FC236}">
                      <a16:creationId xmlns:a16="http://schemas.microsoft.com/office/drawing/2014/main" id="{7C66B51F-3562-904C-5DB9-75A279EAE56F}"/>
                    </a:ext>
                  </a:extLst>
                </p14:cNvPr>
                <p14:cNvContentPartPr/>
                <p14:nvPr/>
              </p14:nvContentPartPr>
              <p14:xfrm>
                <a:off x="4028220" y="1231208"/>
                <a:ext cx="92160" cy="25920"/>
              </p14:xfrm>
            </p:contentPart>
          </mc:Choice>
          <mc:Fallback xmlns="">
            <p:pic>
              <p:nvPicPr>
                <p:cNvPr id="515" name="Ink 514">
                  <a:extLst>
                    <a:ext uri="{FF2B5EF4-FFF2-40B4-BE49-F238E27FC236}">
                      <a16:creationId xmlns:a16="http://schemas.microsoft.com/office/drawing/2014/main" id="{7C66B51F-3562-904C-5DB9-75A279EAE56F}"/>
                    </a:ext>
                  </a:extLst>
                </p:cNvPr>
                <p:cNvPicPr/>
                <p:nvPr/>
              </p:nvPicPr>
              <p:blipFill>
                <a:blip r:embed="rId775"/>
                <a:stretch>
                  <a:fillRect/>
                </a:stretch>
              </p:blipFill>
              <p:spPr>
                <a:xfrm>
                  <a:off x="4019220" y="1222208"/>
                  <a:ext cx="10980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6">
              <p14:nvContentPartPr>
                <p14:cNvPr id="516" name="Ink 515">
                  <a:extLst>
                    <a:ext uri="{FF2B5EF4-FFF2-40B4-BE49-F238E27FC236}">
                      <a16:creationId xmlns:a16="http://schemas.microsoft.com/office/drawing/2014/main" id="{4F7D5693-002A-88E0-4693-D25FD68C9482}"/>
                    </a:ext>
                  </a:extLst>
                </p14:cNvPr>
                <p14:cNvContentPartPr/>
                <p14:nvPr/>
              </p14:nvContentPartPr>
              <p14:xfrm>
                <a:off x="4135500" y="1153088"/>
                <a:ext cx="164160" cy="134640"/>
              </p14:xfrm>
            </p:contentPart>
          </mc:Choice>
          <mc:Fallback xmlns="">
            <p:pic>
              <p:nvPicPr>
                <p:cNvPr id="516" name="Ink 515">
                  <a:extLst>
                    <a:ext uri="{FF2B5EF4-FFF2-40B4-BE49-F238E27FC236}">
                      <a16:creationId xmlns:a16="http://schemas.microsoft.com/office/drawing/2014/main" id="{4F7D5693-002A-88E0-4693-D25FD68C9482}"/>
                    </a:ext>
                  </a:extLst>
                </p:cNvPr>
                <p:cNvPicPr/>
                <p:nvPr/>
              </p:nvPicPr>
              <p:blipFill>
                <a:blip r:embed="rId777"/>
                <a:stretch>
                  <a:fillRect/>
                </a:stretch>
              </p:blipFill>
              <p:spPr>
                <a:xfrm>
                  <a:off x="4126500" y="1144448"/>
                  <a:ext cx="18180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8">
              <p14:nvContentPartPr>
                <p14:cNvPr id="517" name="Ink 516">
                  <a:extLst>
                    <a:ext uri="{FF2B5EF4-FFF2-40B4-BE49-F238E27FC236}">
                      <a16:creationId xmlns:a16="http://schemas.microsoft.com/office/drawing/2014/main" id="{35D3E81C-CFC6-0027-1D69-12015D481B18}"/>
                    </a:ext>
                  </a:extLst>
                </p14:cNvPr>
                <p14:cNvContentPartPr/>
                <p14:nvPr/>
              </p14:nvContentPartPr>
              <p14:xfrm>
                <a:off x="3751020" y="1387088"/>
                <a:ext cx="171000" cy="110880"/>
              </p14:xfrm>
            </p:contentPart>
          </mc:Choice>
          <mc:Fallback xmlns="">
            <p:pic>
              <p:nvPicPr>
                <p:cNvPr id="517" name="Ink 516">
                  <a:extLst>
                    <a:ext uri="{FF2B5EF4-FFF2-40B4-BE49-F238E27FC236}">
                      <a16:creationId xmlns:a16="http://schemas.microsoft.com/office/drawing/2014/main" id="{35D3E81C-CFC6-0027-1D69-12015D481B18}"/>
                    </a:ext>
                  </a:extLst>
                </p:cNvPr>
                <p:cNvPicPr/>
                <p:nvPr/>
              </p:nvPicPr>
              <p:blipFill>
                <a:blip r:embed="rId779"/>
                <a:stretch>
                  <a:fillRect/>
                </a:stretch>
              </p:blipFill>
              <p:spPr>
                <a:xfrm>
                  <a:off x="3742020" y="1378088"/>
                  <a:ext cx="18864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0">
              <p14:nvContentPartPr>
                <p14:cNvPr id="518" name="Ink 517">
                  <a:extLst>
                    <a:ext uri="{FF2B5EF4-FFF2-40B4-BE49-F238E27FC236}">
                      <a16:creationId xmlns:a16="http://schemas.microsoft.com/office/drawing/2014/main" id="{A9D86277-6D7D-AF2D-23EE-43693C8615CE}"/>
                    </a:ext>
                  </a:extLst>
                </p14:cNvPr>
                <p14:cNvContentPartPr/>
                <p14:nvPr/>
              </p14:nvContentPartPr>
              <p14:xfrm>
                <a:off x="3909420" y="1356848"/>
                <a:ext cx="81360" cy="121320"/>
              </p14:xfrm>
            </p:contentPart>
          </mc:Choice>
          <mc:Fallback xmlns="">
            <p:pic>
              <p:nvPicPr>
                <p:cNvPr id="518" name="Ink 517">
                  <a:extLst>
                    <a:ext uri="{FF2B5EF4-FFF2-40B4-BE49-F238E27FC236}">
                      <a16:creationId xmlns:a16="http://schemas.microsoft.com/office/drawing/2014/main" id="{A9D86277-6D7D-AF2D-23EE-43693C8615CE}"/>
                    </a:ext>
                  </a:extLst>
                </p:cNvPr>
                <p:cNvPicPr/>
                <p:nvPr/>
              </p:nvPicPr>
              <p:blipFill>
                <a:blip r:embed="rId781"/>
                <a:stretch>
                  <a:fillRect/>
                </a:stretch>
              </p:blipFill>
              <p:spPr>
                <a:xfrm>
                  <a:off x="3900420" y="1348208"/>
                  <a:ext cx="9900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2">
              <p14:nvContentPartPr>
                <p14:cNvPr id="519" name="Ink 518">
                  <a:extLst>
                    <a:ext uri="{FF2B5EF4-FFF2-40B4-BE49-F238E27FC236}">
                      <a16:creationId xmlns:a16="http://schemas.microsoft.com/office/drawing/2014/main" id="{20E0F8DA-3430-F402-3E71-44E3760A2F25}"/>
                    </a:ext>
                  </a:extLst>
                </p14:cNvPr>
                <p14:cNvContentPartPr/>
                <p14:nvPr/>
              </p14:nvContentPartPr>
              <p14:xfrm>
                <a:off x="4047300" y="1323008"/>
                <a:ext cx="97560" cy="124920"/>
              </p14:xfrm>
            </p:contentPart>
          </mc:Choice>
          <mc:Fallback xmlns="">
            <p:pic>
              <p:nvPicPr>
                <p:cNvPr id="519" name="Ink 518">
                  <a:extLst>
                    <a:ext uri="{FF2B5EF4-FFF2-40B4-BE49-F238E27FC236}">
                      <a16:creationId xmlns:a16="http://schemas.microsoft.com/office/drawing/2014/main" id="{20E0F8DA-3430-F402-3E71-44E3760A2F25}"/>
                    </a:ext>
                  </a:extLst>
                </p:cNvPr>
                <p:cNvPicPr/>
                <p:nvPr/>
              </p:nvPicPr>
              <p:blipFill>
                <a:blip r:embed="rId783"/>
                <a:stretch>
                  <a:fillRect/>
                </a:stretch>
              </p:blipFill>
              <p:spPr>
                <a:xfrm>
                  <a:off x="4038660" y="1314368"/>
                  <a:ext cx="11520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4">
              <p14:nvContentPartPr>
                <p14:cNvPr id="520" name="Ink 519">
                  <a:extLst>
                    <a:ext uri="{FF2B5EF4-FFF2-40B4-BE49-F238E27FC236}">
                      <a16:creationId xmlns:a16="http://schemas.microsoft.com/office/drawing/2014/main" id="{31D21760-ECE7-8B7E-DB84-DB0DF200E8EC}"/>
                    </a:ext>
                  </a:extLst>
                </p14:cNvPr>
                <p14:cNvContentPartPr/>
                <p14:nvPr/>
              </p14:nvContentPartPr>
              <p14:xfrm>
                <a:off x="4083300" y="1429568"/>
                <a:ext cx="20880" cy="4320"/>
              </p14:xfrm>
            </p:contentPart>
          </mc:Choice>
          <mc:Fallback xmlns="">
            <p:pic>
              <p:nvPicPr>
                <p:cNvPr id="520" name="Ink 519">
                  <a:extLst>
                    <a:ext uri="{FF2B5EF4-FFF2-40B4-BE49-F238E27FC236}">
                      <a16:creationId xmlns:a16="http://schemas.microsoft.com/office/drawing/2014/main" id="{31D21760-ECE7-8B7E-DB84-DB0DF200E8EC}"/>
                    </a:ext>
                  </a:extLst>
                </p:cNvPr>
                <p:cNvPicPr/>
                <p:nvPr/>
              </p:nvPicPr>
              <p:blipFill>
                <a:blip r:embed="rId785"/>
                <a:stretch>
                  <a:fillRect/>
                </a:stretch>
              </p:blipFill>
              <p:spPr>
                <a:xfrm>
                  <a:off x="4074660" y="1420928"/>
                  <a:ext cx="3852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6">
              <p14:nvContentPartPr>
                <p14:cNvPr id="522" name="Ink 521">
                  <a:extLst>
                    <a:ext uri="{FF2B5EF4-FFF2-40B4-BE49-F238E27FC236}">
                      <a16:creationId xmlns:a16="http://schemas.microsoft.com/office/drawing/2014/main" id="{FBAEB3D8-F63E-D3A7-D794-3CDEE0B84A22}"/>
                    </a:ext>
                  </a:extLst>
                </p14:cNvPr>
                <p14:cNvContentPartPr/>
                <p14:nvPr/>
              </p14:nvContentPartPr>
              <p14:xfrm>
                <a:off x="4114620" y="1383488"/>
                <a:ext cx="78480" cy="14400"/>
              </p14:xfrm>
            </p:contentPart>
          </mc:Choice>
          <mc:Fallback xmlns="">
            <p:pic>
              <p:nvPicPr>
                <p:cNvPr id="522" name="Ink 521">
                  <a:extLst>
                    <a:ext uri="{FF2B5EF4-FFF2-40B4-BE49-F238E27FC236}">
                      <a16:creationId xmlns:a16="http://schemas.microsoft.com/office/drawing/2014/main" id="{FBAEB3D8-F63E-D3A7-D794-3CDEE0B84A22}"/>
                    </a:ext>
                  </a:extLst>
                </p:cNvPr>
                <p:cNvPicPr/>
                <p:nvPr/>
              </p:nvPicPr>
              <p:blipFill>
                <a:blip r:embed="rId787"/>
                <a:stretch>
                  <a:fillRect/>
                </a:stretch>
              </p:blipFill>
              <p:spPr>
                <a:xfrm>
                  <a:off x="4105620" y="1374488"/>
                  <a:ext cx="9612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8">
              <p14:nvContentPartPr>
                <p14:cNvPr id="523" name="Ink 522">
                  <a:extLst>
                    <a:ext uri="{FF2B5EF4-FFF2-40B4-BE49-F238E27FC236}">
                      <a16:creationId xmlns:a16="http://schemas.microsoft.com/office/drawing/2014/main" id="{BC224D3A-9B34-DABC-9D9E-1D50CACF7706}"/>
                    </a:ext>
                  </a:extLst>
                </p14:cNvPr>
                <p14:cNvContentPartPr/>
                <p14:nvPr/>
              </p14:nvContentPartPr>
              <p14:xfrm>
                <a:off x="4062780" y="1433888"/>
                <a:ext cx="28080" cy="30960"/>
              </p14:xfrm>
            </p:contentPart>
          </mc:Choice>
          <mc:Fallback xmlns="">
            <p:pic>
              <p:nvPicPr>
                <p:cNvPr id="523" name="Ink 522">
                  <a:extLst>
                    <a:ext uri="{FF2B5EF4-FFF2-40B4-BE49-F238E27FC236}">
                      <a16:creationId xmlns:a16="http://schemas.microsoft.com/office/drawing/2014/main" id="{BC224D3A-9B34-DABC-9D9E-1D50CACF7706}"/>
                    </a:ext>
                  </a:extLst>
                </p:cNvPr>
                <p:cNvPicPr/>
                <p:nvPr/>
              </p:nvPicPr>
              <p:blipFill>
                <a:blip r:embed="rId789"/>
                <a:stretch>
                  <a:fillRect/>
                </a:stretch>
              </p:blipFill>
              <p:spPr>
                <a:xfrm>
                  <a:off x="4053780" y="1424888"/>
                  <a:ext cx="4572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0">
              <p14:nvContentPartPr>
                <p14:cNvPr id="524" name="Ink 523">
                  <a:extLst>
                    <a:ext uri="{FF2B5EF4-FFF2-40B4-BE49-F238E27FC236}">
                      <a16:creationId xmlns:a16="http://schemas.microsoft.com/office/drawing/2014/main" id="{9DE2A61E-ECBE-79DB-C3E9-7D16AC2E2E7F}"/>
                    </a:ext>
                  </a:extLst>
                </p14:cNvPr>
                <p14:cNvContentPartPr/>
                <p14:nvPr/>
              </p14:nvContentPartPr>
              <p14:xfrm>
                <a:off x="3371220" y="1532528"/>
                <a:ext cx="58320" cy="151200"/>
              </p14:xfrm>
            </p:contentPart>
          </mc:Choice>
          <mc:Fallback xmlns="">
            <p:pic>
              <p:nvPicPr>
                <p:cNvPr id="524" name="Ink 523">
                  <a:extLst>
                    <a:ext uri="{FF2B5EF4-FFF2-40B4-BE49-F238E27FC236}">
                      <a16:creationId xmlns:a16="http://schemas.microsoft.com/office/drawing/2014/main" id="{9DE2A61E-ECBE-79DB-C3E9-7D16AC2E2E7F}"/>
                    </a:ext>
                  </a:extLst>
                </p:cNvPr>
                <p:cNvPicPr/>
                <p:nvPr/>
              </p:nvPicPr>
              <p:blipFill>
                <a:blip r:embed="rId791"/>
                <a:stretch>
                  <a:fillRect/>
                </a:stretch>
              </p:blipFill>
              <p:spPr>
                <a:xfrm>
                  <a:off x="3362580" y="1523528"/>
                  <a:ext cx="7596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2">
              <p14:nvContentPartPr>
                <p14:cNvPr id="525" name="Ink 524">
                  <a:extLst>
                    <a:ext uri="{FF2B5EF4-FFF2-40B4-BE49-F238E27FC236}">
                      <a16:creationId xmlns:a16="http://schemas.microsoft.com/office/drawing/2014/main" id="{C035448D-2175-E376-E1FD-C9530F77E882}"/>
                    </a:ext>
                  </a:extLst>
                </p14:cNvPr>
                <p14:cNvContentPartPr/>
                <p14:nvPr/>
              </p14:nvContentPartPr>
              <p14:xfrm>
                <a:off x="3355020" y="1603088"/>
                <a:ext cx="74160" cy="32400"/>
              </p14:xfrm>
            </p:contentPart>
          </mc:Choice>
          <mc:Fallback xmlns="">
            <p:pic>
              <p:nvPicPr>
                <p:cNvPr id="525" name="Ink 524">
                  <a:extLst>
                    <a:ext uri="{FF2B5EF4-FFF2-40B4-BE49-F238E27FC236}">
                      <a16:creationId xmlns:a16="http://schemas.microsoft.com/office/drawing/2014/main" id="{C035448D-2175-E376-E1FD-C9530F77E882}"/>
                    </a:ext>
                  </a:extLst>
                </p:cNvPr>
                <p:cNvPicPr/>
                <p:nvPr/>
              </p:nvPicPr>
              <p:blipFill>
                <a:blip r:embed="rId793"/>
                <a:stretch>
                  <a:fillRect/>
                </a:stretch>
              </p:blipFill>
              <p:spPr>
                <a:xfrm>
                  <a:off x="3346020" y="1594088"/>
                  <a:ext cx="9180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4">
              <p14:nvContentPartPr>
                <p14:cNvPr id="526" name="Ink 525">
                  <a:extLst>
                    <a:ext uri="{FF2B5EF4-FFF2-40B4-BE49-F238E27FC236}">
                      <a16:creationId xmlns:a16="http://schemas.microsoft.com/office/drawing/2014/main" id="{5D2ED010-6C27-82DE-2269-17015E47C946}"/>
                    </a:ext>
                  </a:extLst>
                </p14:cNvPr>
                <p14:cNvContentPartPr/>
                <p14:nvPr/>
              </p14:nvContentPartPr>
              <p14:xfrm>
                <a:off x="3471660" y="1611728"/>
                <a:ext cx="81000" cy="45000"/>
              </p14:xfrm>
            </p:contentPart>
          </mc:Choice>
          <mc:Fallback xmlns="">
            <p:pic>
              <p:nvPicPr>
                <p:cNvPr id="526" name="Ink 525">
                  <a:extLst>
                    <a:ext uri="{FF2B5EF4-FFF2-40B4-BE49-F238E27FC236}">
                      <a16:creationId xmlns:a16="http://schemas.microsoft.com/office/drawing/2014/main" id="{5D2ED010-6C27-82DE-2269-17015E47C946}"/>
                    </a:ext>
                  </a:extLst>
                </p:cNvPr>
                <p:cNvPicPr/>
                <p:nvPr/>
              </p:nvPicPr>
              <p:blipFill>
                <a:blip r:embed="rId795"/>
                <a:stretch>
                  <a:fillRect/>
                </a:stretch>
              </p:blipFill>
              <p:spPr>
                <a:xfrm>
                  <a:off x="3463020" y="1602728"/>
                  <a:ext cx="9864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6">
              <p14:nvContentPartPr>
                <p14:cNvPr id="527" name="Ink 526">
                  <a:extLst>
                    <a:ext uri="{FF2B5EF4-FFF2-40B4-BE49-F238E27FC236}">
                      <a16:creationId xmlns:a16="http://schemas.microsoft.com/office/drawing/2014/main" id="{1CC69C85-0444-1EDD-459F-21589A960E15}"/>
                    </a:ext>
                  </a:extLst>
                </p14:cNvPr>
                <p14:cNvContentPartPr/>
                <p14:nvPr/>
              </p14:nvContentPartPr>
              <p14:xfrm>
                <a:off x="3678300" y="1605248"/>
                <a:ext cx="89640" cy="70560"/>
              </p14:xfrm>
            </p:contentPart>
          </mc:Choice>
          <mc:Fallback xmlns="">
            <p:pic>
              <p:nvPicPr>
                <p:cNvPr id="527" name="Ink 526">
                  <a:extLst>
                    <a:ext uri="{FF2B5EF4-FFF2-40B4-BE49-F238E27FC236}">
                      <a16:creationId xmlns:a16="http://schemas.microsoft.com/office/drawing/2014/main" id="{1CC69C85-0444-1EDD-459F-21589A960E15}"/>
                    </a:ext>
                  </a:extLst>
                </p:cNvPr>
                <p:cNvPicPr/>
                <p:nvPr/>
              </p:nvPicPr>
              <p:blipFill>
                <a:blip r:embed="rId797"/>
                <a:stretch>
                  <a:fillRect/>
                </a:stretch>
              </p:blipFill>
              <p:spPr>
                <a:xfrm>
                  <a:off x="3669660" y="1596248"/>
                  <a:ext cx="10728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8">
              <p14:nvContentPartPr>
                <p14:cNvPr id="528" name="Ink 527">
                  <a:extLst>
                    <a:ext uri="{FF2B5EF4-FFF2-40B4-BE49-F238E27FC236}">
                      <a16:creationId xmlns:a16="http://schemas.microsoft.com/office/drawing/2014/main" id="{98118EF0-35D2-FF6D-782A-13194A980386}"/>
                    </a:ext>
                  </a:extLst>
                </p14:cNvPr>
                <p14:cNvContentPartPr/>
                <p14:nvPr/>
              </p14:nvContentPartPr>
              <p14:xfrm>
                <a:off x="3792420" y="1580768"/>
                <a:ext cx="68400" cy="80640"/>
              </p14:xfrm>
            </p:contentPart>
          </mc:Choice>
          <mc:Fallback xmlns="">
            <p:pic>
              <p:nvPicPr>
                <p:cNvPr id="528" name="Ink 527">
                  <a:extLst>
                    <a:ext uri="{FF2B5EF4-FFF2-40B4-BE49-F238E27FC236}">
                      <a16:creationId xmlns:a16="http://schemas.microsoft.com/office/drawing/2014/main" id="{98118EF0-35D2-FF6D-782A-13194A980386}"/>
                    </a:ext>
                  </a:extLst>
                </p:cNvPr>
                <p:cNvPicPr/>
                <p:nvPr/>
              </p:nvPicPr>
              <p:blipFill>
                <a:blip r:embed="rId799"/>
                <a:stretch>
                  <a:fillRect/>
                </a:stretch>
              </p:blipFill>
              <p:spPr>
                <a:xfrm>
                  <a:off x="3783780" y="1572128"/>
                  <a:ext cx="8604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0">
              <p14:nvContentPartPr>
                <p14:cNvPr id="529" name="Ink 528">
                  <a:extLst>
                    <a:ext uri="{FF2B5EF4-FFF2-40B4-BE49-F238E27FC236}">
                      <a16:creationId xmlns:a16="http://schemas.microsoft.com/office/drawing/2014/main" id="{BFA12841-5402-5299-DE81-90BAA1EA9E1F}"/>
                    </a:ext>
                  </a:extLst>
                </p14:cNvPr>
                <p14:cNvContentPartPr/>
                <p14:nvPr/>
              </p14:nvContentPartPr>
              <p14:xfrm>
                <a:off x="3903300" y="1596248"/>
                <a:ext cx="65160" cy="76680"/>
              </p14:xfrm>
            </p:contentPart>
          </mc:Choice>
          <mc:Fallback xmlns="">
            <p:pic>
              <p:nvPicPr>
                <p:cNvPr id="529" name="Ink 528">
                  <a:extLst>
                    <a:ext uri="{FF2B5EF4-FFF2-40B4-BE49-F238E27FC236}">
                      <a16:creationId xmlns:a16="http://schemas.microsoft.com/office/drawing/2014/main" id="{BFA12841-5402-5299-DE81-90BAA1EA9E1F}"/>
                    </a:ext>
                  </a:extLst>
                </p:cNvPr>
                <p:cNvPicPr/>
                <p:nvPr/>
              </p:nvPicPr>
              <p:blipFill>
                <a:blip r:embed="rId801"/>
                <a:stretch>
                  <a:fillRect/>
                </a:stretch>
              </p:blipFill>
              <p:spPr>
                <a:xfrm>
                  <a:off x="3894300" y="1587248"/>
                  <a:ext cx="8280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2">
              <p14:nvContentPartPr>
                <p14:cNvPr id="530" name="Ink 529">
                  <a:extLst>
                    <a:ext uri="{FF2B5EF4-FFF2-40B4-BE49-F238E27FC236}">
                      <a16:creationId xmlns:a16="http://schemas.microsoft.com/office/drawing/2014/main" id="{4C6530EA-F7E3-CE25-11C9-66689C948BE5}"/>
                    </a:ext>
                  </a:extLst>
                </p14:cNvPr>
                <p14:cNvContentPartPr/>
                <p14:nvPr/>
              </p14:nvContentPartPr>
              <p14:xfrm>
                <a:off x="3990060" y="1626128"/>
                <a:ext cx="33480" cy="30240"/>
              </p14:xfrm>
            </p:contentPart>
          </mc:Choice>
          <mc:Fallback xmlns="">
            <p:pic>
              <p:nvPicPr>
                <p:cNvPr id="530" name="Ink 529">
                  <a:extLst>
                    <a:ext uri="{FF2B5EF4-FFF2-40B4-BE49-F238E27FC236}">
                      <a16:creationId xmlns:a16="http://schemas.microsoft.com/office/drawing/2014/main" id="{4C6530EA-F7E3-CE25-11C9-66689C948BE5}"/>
                    </a:ext>
                  </a:extLst>
                </p:cNvPr>
                <p:cNvPicPr/>
                <p:nvPr/>
              </p:nvPicPr>
              <p:blipFill>
                <a:blip r:embed="rId803"/>
                <a:stretch>
                  <a:fillRect/>
                </a:stretch>
              </p:blipFill>
              <p:spPr>
                <a:xfrm>
                  <a:off x="3981060" y="1617128"/>
                  <a:ext cx="5112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4">
              <p14:nvContentPartPr>
                <p14:cNvPr id="531" name="Ink 530">
                  <a:extLst>
                    <a:ext uri="{FF2B5EF4-FFF2-40B4-BE49-F238E27FC236}">
                      <a16:creationId xmlns:a16="http://schemas.microsoft.com/office/drawing/2014/main" id="{B4597A20-1C3C-1F79-FD5E-E08F7C6E1F47}"/>
                    </a:ext>
                  </a:extLst>
                </p14:cNvPr>
                <p14:cNvContentPartPr/>
                <p14:nvPr/>
              </p14:nvContentPartPr>
              <p14:xfrm>
                <a:off x="3969180" y="1527128"/>
                <a:ext cx="12600" cy="35640"/>
              </p14:xfrm>
            </p:contentPart>
          </mc:Choice>
          <mc:Fallback xmlns="">
            <p:pic>
              <p:nvPicPr>
                <p:cNvPr id="531" name="Ink 530">
                  <a:extLst>
                    <a:ext uri="{FF2B5EF4-FFF2-40B4-BE49-F238E27FC236}">
                      <a16:creationId xmlns:a16="http://schemas.microsoft.com/office/drawing/2014/main" id="{B4597A20-1C3C-1F79-FD5E-E08F7C6E1F47}"/>
                    </a:ext>
                  </a:extLst>
                </p:cNvPr>
                <p:cNvPicPr/>
                <p:nvPr/>
              </p:nvPicPr>
              <p:blipFill>
                <a:blip r:embed="rId805"/>
                <a:stretch>
                  <a:fillRect/>
                </a:stretch>
              </p:blipFill>
              <p:spPr>
                <a:xfrm>
                  <a:off x="3960180" y="1518488"/>
                  <a:ext cx="3024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6">
              <p14:nvContentPartPr>
                <p14:cNvPr id="532" name="Ink 531">
                  <a:extLst>
                    <a:ext uri="{FF2B5EF4-FFF2-40B4-BE49-F238E27FC236}">
                      <a16:creationId xmlns:a16="http://schemas.microsoft.com/office/drawing/2014/main" id="{D0B5890B-C39E-7D1A-EB31-4038D1344355}"/>
                    </a:ext>
                  </a:extLst>
                </p14:cNvPr>
                <p14:cNvContentPartPr/>
                <p14:nvPr/>
              </p14:nvContentPartPr>
              <p14:xfrm>
                <a:off x="4070340" y="1461608"/>
                <a:ext cx="96120" cy="252360"/>
              </p14:xfrm>
            </p:contentPart>
          </mc:Choice>
          <mc:Fallback xmlns="">
            <p:pic>
              <p:nvPicPr>
                <p:cNvPr id="532" name="Ink 531">
                  <a:extLst>
                    <a:ext uri="{FF2B5EF4-FFF2-40B4-BE49-F238E27FC236}">
                      <a16:creationId xmlns:a16="http://schemas.microsoft.com/office/drawing/2014/main" id="{D0B5890B-C39E-7D1A-EB31-4038D1344355}"/>
                    </a:ext>
                  </a:extLst>
                </p:cNvPr>
                <p:cNvPicPr/>
                <p:nvPr/>
              </p:nvPicPr>
              <p:blipFill>
                <a:blip r:embed="rId807"/>
                <a:stretch>
                  <a:fillRect/>
                </a:stretch>
              </p:blipFill>
              <p:spPr>
                <a:xfrm>
                  <a:off x="4061700" y="1452968"/>
                  <a:ext cx="113760" cy="2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8">
              <p14:nvContentPartPr>
                <p14:cNvPr id="533" name="Ink 532">
                  <a:extLst>
                    <a:ext uri="{FF2B5EF4-FFF2-40B4-BE49-F238E27FC236}">
                      <a16:creationId xmlns:a16="http://schemas.microsoft.com/office/drawing/2014/main" id="{1CDB0117-78CE-8D51-C535-67D51162599B}"/>
                    </a:ext>
                  </a:extLst>
                </p14:cNvPr>
                <p14:cNvContentPartPr/>
                <p14:nvPr/>
              </p14:nvContentPartPr>
              <p14:xfrm>
                <a:off x="4311180" y="1434608"/>
                <a:ext cx="211680" cy="254520"/>
              </p14:xfrm>
            </p:contentPart>
          </mc:Choice>
          <mc:Fallback xmlns="">
            <p:pic>
              <p:nvPicPr>
                <p:cNvPr id="533" name="Ink 532">
                  <a:extLst>
                    <a:ext uri="{FF2B5EF4-FFF2-40B4-BE49-F238E27FC236}">
                      <a16:creationId xmlns:a16="http://schemas.microsoft.com/office/drawing/2014/main" id="{1CDB0117-78CE-8D51-C535-67D51162599B}"/>
                    </a:ext>
                  </a:extLst>
                </p:cNvPr>
                <p:cNvPicPr/>
                <p:nvPr/>
              </p:nvPicPr>
              <p:blipFill>
                <a:blip r:embed="rId809"/>
                <a:stretch>
                  <a:fillRect/>
                </a:stretch>
              </p:blipFill>
              <p:spPr>
                <a:xfrm>
                  <a:off x="4302540" y="1425608"/>
                  <a:ext cx="229320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0">
              <p14:nvContentPartPr>
                <p14:cNvPr id="534" name="Ink 533">
                  <a:extLst>
                    <a:ext uri="{FF2B5EF4-FFF2-40B4-BE49-F238E27FC236}">
                      <a16:creationId xmlns:a16="http://schemas.microsoft.com/office/drawing/2014/main" id="{4D564BAF-BB0F-CE22-8C85-4BD98CC8C982}"/>
                    </a:ext>
                  </a:extLst>
                </p14:cNvPr>
                <p14:cNvContentPartPr/>
                <p14:nvPr/>
              </p14:nvContentPartPr>
              <p14:xfrm>
                <a:off x="4447260" y="1438928"/>
                <a:ext cx="6480" cy="35280"/>
              </p14:xfrm>
            </p:contentPart>
          </mc:Choice>
          <mc:Fallback xmlns="">
            <p:pic>
              <p:nvPicPr>
                <p:cNvPr id="534" name="Ink 533">
                  <a:extLst>
                    <a:ext uri="{FF2B5EF4-FFF2-40B4-BE49-F238E27FC236}">
                      <a16:creationId xmlns:a16="http://schemas.microsoft.com/office/drawing/2014/main" id="{4D564BAF-BB0F-CE22-8C85-4BD98CC8C982}"/>
                    </a:ext>
                  </a:extLst>
                </p:cNvPr>
                <p:cNvPicPr/>
                <p:nvPr/>
              </p:nvPicPr>
              <p:blipFill>
                <a:blip r:embed="rId811"/>
                <a:stretch>
                  <a:fillRect/>
                </a:stretch>
              </p:blipFill>
              <p:spPr>
                <a:xfrm>
                  <a:off x="4438260" y="1430288"/>
                  <a:ext cx="2412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2">
              <p14:nvContentPartPr>
                <p14:cNvPr id="535" name="Ink 534">
                  <a:extLst>
                    <a:ext uri="{FF2B5EF4-FFF2-40B4-BE49-F238E27FC236}">
                      <a16:creationId xmlns:a16="http://schemas.microsoft.com/office/drawing/2014/main" id="{CE1D8312-9F9A-BF82-F8D9-36D001B3D4C8}"/>
                    </a:ext>
                  </a:extLst>
                </p14:cNvPr>
                <p14:cNvContentPartPr/>
                <p14:nvPr/>
              </p14:nvContentPartPr>
              <p14:xfrm>
                <a:off x="4555260" y="1544408"/>
                <a:ext cx="87480" cy="91800"/>
              </p14:xfrm>
            </p:contentPart>
          </mc:Choice>
          <mc:Fallback xmlns="">
            <p:pic>
              <p:nvPicPr>
                <p:cNvPr id="535" name="Ink 534">
                  <a:extLst>
                    <a:ext uri="{FF2B5EF4-FFF2-40B4-BE49-F238E27FC236}">
                      <a16:creationId xmlns:a16="http://schemas.microsoft.com/office/drawing/2014/main" id="{CE1D8312-9F9A-BF82-F8D9-36D001B3D4C8}"/>
                    </a:ext>
                  </a:extLst>
                </p:cNvPr>
                <p:cNvPicPr/>
                <p:nvPr/>
              </p:nvPicPr>
              <p:blipFill>
                <a:blip r:embed="rId813"/>
                <a:stretch>
                  <a:fillRect/>
                </a:stretch>
              </p:blipFill>
              <p:spPr>
                <a:xfrm>
                  <a:off x="4546620" y="1535408"/>
                  <a:ext cx="10512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4">
              <p14:nvContentPartPr>
                <p14:cNvPr id="536" name="Ink 535">
                  <a:extLst>
                    <a:ext uri="{FF2B5EF4-FFF2-40B4-BE49-F238E27FC236}">
                      <a16:creationId xmlns:a16="http://schemas.microsoft.com/office/drawing/2014/main" id="{2F2C2CC3-BC93-B817-23B3-DBA2D68BCE4A}"/>
                    </a:ext>
                  </a:extLst>
                </p14:cNvPr>
                <p14:cNvContentPartPr/>
                <p14:nvPr/>
              </p14:nvContentPartPr>
              <p14:xfrm>
                <a:off x="4620780" y="1506608"/>
                <a:ext cx="119520" cy="120240"/>
              </p14:xfrm>
            </p:contentPart>
          </mc:Choice>
          <mc:Fallback xmlns="">
            <p:pic>
              <p:nvPicPr>
                <p:cNvPr id="536" name="Ink 535">
                  <a:extLst>
                    <a:ext uri="{FF2B5EF4-FFF2-40B4-BE49-F238E27FC236}">
                      <a16:creationId xmlns:a16="http://schemas.microsoft.com/office/drawing/2014/main" id="{2F2C2CC3-BC93-B817-23B3-DBA2D68BCE4A}"/>
                    </a:ext>
                  </a:extLst>
                </p:cNvPr>
                <p:cNvPicPr/>
                <p:nvPr/>
              </p:nvPicPr>
              <p:blipFill>
                <a:blip r:embed="rId815"/>
                <a:stretch>
                  <a:fillRect/>
                </a:stretch>
              </p:blipFill>
              <p:spPr>
                <a:xfrm>
                  <a:off x="4611780" y="1497608"/>
                  <a:ext cx="13716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6">
              <p14:nvContentPartPr>
                <p14:cNvPr id="537" name="Ink 536">
                  <a:extLst>
                    <a:ext uri="{FF2B5EF4-FFF2-40B4-BE49-F238E27FC236}">
                      <a16:creationId xmlns:a16="http://schemas.microsoft.com/office/drawing/2014/main" id="{1CF7E293-CA4C-7F82-5180-E5EA11DD50E4}"/>
                    </a:ext>
                  </a:extLst>
                </p14:cNvPr>
                <p14:cNvContentPartPr/>
                <p14:nvPr/>
              </p14:nvContentPartPr>
              <p14:xfrm>
                <a:off x="4748580" y="1542968"/>
                <a:ext cx="23760" cy="45000"/>
              </p14:xfrm>
            </p:contentPart>
          </mc:Choice>
          <mc:Fallback xmlns="">
            <p:pic>
              <p:nvPicPr>
                <p:cNvPr id="537" name="Ink 536">
                  <a:extLst>
                    <a:ext uri="{FF2B5EF4-FFF2-40B4-BE49-F238E27FC236}">
                      <a16:creationId xmlns:a16="http://schemas.microsoft.com/office/drawing/2014/main" id="{1CF7E293-CA4C-7F82-5180-E5EA11DD50E4}"/>
                    </a:ext>
                  </a:extLst>
                </p:cNvPr>
                <p:cNvPicPr/>
                <p:nvPr/>
              </p:nvPicPr>
              <p:blipFill>
                <a:blip r:embed="rId817"/>
                <a:stretch>
                  <a:fillRect/>
                </a:stretch>
              </p:blipFill>
              <p:spPr>
                <a:xfrm>
                  <a:off x="4739580" y="1533968"/>
                  <a:ext cx="4140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8">
              <p14:nvContentPartPr>
                <p14:cNvPr id="538" name="Ink 537">
                  <a:extLst>
                    <a:ext uri="{FF2B5EF4-FFF2-40B4-BE49-F238E27FC236}">
                      <a16:creationId xmlns:a16="http://schemas.microsoft.com/office/drawing/2014/main" id="{1730211E-C480-EA7A-9EA9-2C29B42D75CC}"/>
                    </a:ext>
                  </a:extLst>
                </p14:cNvPr>
                <p14:cNvContentPartPr/>
                <p14:nvPr/>
              </p14:nvContentPartPr>
              <p14:xfrm>
                <a:off x="4712220" y="1418048"/>
                <a:ext cx="44640" cy="83880"/>
              </p14:xfrm>
            </p:contentPart>
          </mc:Choice>
          <mc:Fallback xmlns="">
            <p:pic>
              <p:nvPicPr>
                <p:cNvPr id="538" name="Ink 537">
                  <a:extLst>
                    <a:ext uri="{FF2B5EF4-FFF2-40B4-BE49-F238E27FC236}">
                      <a16:creationId xmlns:a16="http://schemas.microsoft.com/office/drawing/2014/main" id="{1730211E-C480-EA7A-9EA9-2C29B42D75CC}"/>
                    </a:ext>
                  </a:extLst>
                </p:cNvPr>
                <p:cNvPicPr/>
                <p:nvPr/>
              </p:nvPicPr>
              <p:blipFill>
                <a:blip r:embed="rId819"/>
                <a:stretch>
                  <a:fillRect/>
                </a:stretch>
              </p:blipFill>
              <p:spPr>
                <a:xfrm>
                  <a:off x="4703220" y="1409408"/>
                  <a:ext cx="6228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0">
              <p14:nvContentPartPr>
                <p14:cNvPr id="539" name="Ink 538">
                  <a:extLst>
                    <a:ext uri="{FF2B5EF4-FFF2-40B4-BE49-F238E27FC236}">
                      <a16:creationId xmlns:a16="http://schemas.microsoft.com/office/drawing/2014/main" id="{8474F65E-61C2-7CE0-1A53-84A9C6AE6D3F}"/>
                    </a:ext>
                  </a:extLst>
                </p14:cNvPr>
                <p14:cNvContentPartPr/>
                <p14:nvPr/>
              </p14:nvContentPartPr>
              <p14:xfrm>
                <a:off x="4810860" y="1523528"/>
                <a:ext cx="79560" cy="38520"/>
              </p14:xfrm>
            </p:contentPart>
          </mc:Choice>
          <mc:Fallback xmlns="">
            <p:pic>
              <p:nvPicPr>
                <p:cNvPr id="539" name="Ink 538">
                  <a:extLst>
                    <a:ext uri="{FF2B5EF4-FFF2-40B4-BE49-F238E27FC236}">
                      <a16:creationId xmlns:a16="http://schemas.microsoft.com/office/drawing/2014/main" id="{8474F65E-61C2-7CE0-1A53-84A9C6AE6D3F}"/>
                    </a:ext>
                  </a:extLst>
                </p:cNvPr>
                <p:cNvPicPr/>
                <p:nvPr/>
              </p:nvPicPr>
              <p:blipFill>
                <a:blip r:embed="rId821"/>
                <a:stretch>
                  <a:fillRect/>
                </a:stretch>
              </p:blipFill>
              <p:spPr>
                <a:xfrm>
                  <a:off x="4801860" y="1514888"/>
                  <a:ext cx="9720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2">
              <p14:nvContentPartPr>
                <p14:cNvPr id="540" name="Ink 539">
                  <a:extLst>
                    <a:ext uri="{FF2B5EF4-FFF2-40B4-BE49-F238E27FC236}">
                      <a16:creationId xmlns:a16="http://schemas.microsoft.com/office/drawing/2014/main" id="{8F51A112-E2E3-46F2-DE24-54DF8949DF4C}"/>
                    </a:ext>
                  </a:extLst>
                </p14:cNvPr>
                <p14:cNvContentPartPr/>
                <p14:nvPr/>
              </p14:nvContentPartPr>
              <p14:xfrm>
                <a:off x="4823460" y="1508768"/>
                <a:ext cx="111600" cy="213120"/>
              </p14:xfrm>
            </p:contentPart>
          </mc:Choice>
          <mc:Fallback xmlns="">
            <p:pic>
              <p:nvPicPr>
                <p:cNvPr id="540" name="Ink 539">
                  <a:extLst>
                    <a:ext uri="{FF2B5EF4-FFF2-40B4-BE49-F238E27FC236}">
                      <a16:creationId xmlns:a16="http://schemas.microsoft.com/office/drawing/2014/main" id="{8F51A112-E2E3-46F2-DE24-54DF8949DF4C}"/>
                    </a:ext>
                  </a:extLst>
                </p:cNvPr>
                <p:cNvPicPr/>
                <p:nvPr/>
              </p:nvPicPr>
              <p:blipFill>
                <a:blip r:embed="rId823"/>
                <a:stretch>
                  <a:fillRect/>
                </a:stretch>
              </p:blipFill>
              <p:spPr>
                <a:xfrm>
                  <a:off x="4814460" y="1500128"/>
                  <a:ext cx="12924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4">
              <p14:nvContentPartPr>
                <p14:cNvPr id="541" name="Ink 540">
                  <a:extLst>
                    <a:ext uri="{FF2B5EF4-FFF2-40B4-BE49-F238E27FC236}">
                      <a16:creationId xmlns:a16="http://schemas.microsoft.com/office/drawing/2014/main" id="{C97FE60C-11DF-978B-6EBC-E4006F2776D2}"/>
                    </a:ext>
                  </a:extLst>
                </p14:cNvPr>
                <p14:cNvContentPartPr/>
                <p14:nvPr/>
              </p14:nvContentPartPr>
              <p14:xfrm>
                <a:off x="4863060" y="1616048"/>
                <a:ext cx="42120" cy="57240"/>
              </p14:xfrm>
            </p:contentPart>
          </mc:Choice>
          <mc:Fallback xmlns="">
            <p:pic>
              <p:nvPicPr>
                <p:cNvPr id="541" name="Ink 540">
                  <a:extLst>
                    <a:ext uri="{FF2B5EF4-FFF2-40B4-BE49-F238E27FC236}">
                      <a16:creationId xmlns:a16="http://schemas.microsoft.com/office/drawing/2014/main" id="{C97FE60C-11DF-978B-6EBC-E4006F2776D2}"/>
                    </a:ext>
                  </a:extLst>
                </p:cNvPr>
                <p:cNvPicPr/>
                <p:nvPr/>
              </p:nvPicPr>
              <p:blipFill>
                <a:blip r:embed="rId825"/>
                <a:stretch>
                  <a:fillRect/>
                </a:stretch>
              </p:blipFill>
              <p:spPr>
                <a:xfrm>
                  <a:off x="4854060" y="1607048"/>
                  <a:ext cx="59760" cy="74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6" name="Group 545">
            <a:extLst>
              <a:ext uri="{FF2B5EF4-FFF2-40B4-BE49-F238E27FC236}">
                <a16:creationId xmlns:a16="http://schemas.microsoft.com/office/drawing/2014/main" id="{6A9887D4-B436-6B7D-F416-C161E20E3EB1}"/>
              </a:ext>
            </a:extLst>
          </p:cNvPr>
          <p:cNvGrpSpPr/>
          <p:nvPr/>
        </p:nvGrpSpPr>
        <p:grpSpPr>
          <a:xfrm>
            <a:off x="254340" y="253808"/>
            <a:ext cx="1992960" cy="551520"/>
            <a:chOff x="254340" y="253808"/>
            <a:chExt cx="1992960" cy="551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26">
              <p14:nvContentPartPr>
                <p14:cNvPr id="462" name="Ink 461">
                  <a:extLst>
                    <a:ext uri="{FF2B5EF4-FFF2-40B4-BE49-F238E27FC236}">
                      <a16:creationId xmlns:a16="http://schemas.microsoft.com/office/drawing/2014/main" id="{B05F2FC9-B34D-50AD-8520-5D99CC3B2292}"/>
                    </a:ext>
                  </a:extLst>
                </p14:cNvPr>
                <p14:cNvContentPartPr/>
                <p14:nvPr/>
              </p14:nvContentPartPr>
              <p14:xfrm>
                <a:off x="670140" y="430928"/>
                <a:ext cx="15480" cy="264240"/>
              </p14:xfrm>
            </p:contentPart>
          </mc:Choice>
          <mc:Fallback xmlns="">
            <p:pic>
              <p:nvPicPr>
                <p:cNvPr id="462" name="Ink 461">
                  <a:extLst>
                    <a:ext uri="{FF2B5EF4-FFF2-40B4-BE49-F238E27FC236}">
                      <a16:creationId xmlns:a16="http://schemas.microsoft.com/office/drawing/2014/main" id="{B05F2FC9-B34D-50AD-8520-5D99CC3B2292}"/>
                    </a:ext>
                  </a:extLst>
                </p:cNvPr>
                <p:cNvPicPr/>
                <p:nvPr/>
              </p:nvPicPr>
              <p:blipFill>
                <a:blip r:embed="rId827"/>
                <a:stretch>
                  <a:fillRect/>
                </a:stretch>
              </p:blipFill>
              <p:spPr>
                <a:xfrm>
                  <a:off x="661140" y="422288"/>
                  <a:ext cx="3312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8">
              <p14:nvContentPartPr>
                <p14:cNvPr id="463" name="Ink 462">
                  <a:extLst>
                    <a:ext uri="{FF2B5EF4-FFF2-40B4-BE49-F238E27FC236}">
                      <a16:creationId xmlns:a16="http://schemas.microsoft.com/office/drawing/2014/main" id="{EFBECABF-05AB-33FD-8F8E-4D606C4C3E04}"/>
                    </a:ext>
                  </a:extLst>
                </p14:cNvPr>
                <p14:cNvContentPartPr/>
                <p14:nvPr/>
              </p14:nvContentPartPr>
              <p14:xfrm>
                <a:off x="628380" y="362888"/>
                <a:ext cx="543960" cy="396000"/>
              </p14:xfrm>
            </p:contentPart>
          </mc:Choice>
          <mc:Fallback xmlns="">
            <p:pic>
              <p:nvPicPr>
                <p:cNvPr id="463" name="Ink 462">
                  <a:extLst>
                    <a:ext uri="{FF2B5EF4-FFF2-40B4-BE49-F238E27FC236}">
                      <a16:creationId xmlns:a16="http://schemas.microsoft.com/office/drawing/2014/main" id="{EFBECABF-05AB-33FD-8F8E-4D606C4C3E04}"/>
                    </a:ext>
                  </a:extLst>
                </p:cNvPr>
                <p:cNvPicPr/>
                <p:nvPr/>
              </p:nvPicPr>
              <p:blipFill>
                <a:blip r:embed="rId829"/>
                <a:stretch>
                  <a:fillRect/>
                </a:stretch>
              </p:blipFill>
              <p:spPr>
                <a:xfrm>
                  <a:off x="619740" y="353888"/>
                  <a:ext cx="561600" cy="41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0">
              <p14:nvContentPartPr>
                <p14:cNvPr id="464" name="Ink 463">
                  <a:extLst>
                    <a:ext uri="{FF2B5EF4-FFF2-40B4-BE49-F238E27FC236}">
                      <a16:creationId xmlns:a16="http://schemas.microsoft.com/office/drawing/2014/main" id="{B002BADE-0434-C4A4-AF03-A0EE3BD33E07}"/>
                    </a:ext>
                  </a:extLst>
                </p14:cNvPr>
                <p14:cNvContentPartPr/>
                <p14:nvPr/>
              </p14:nvContentPartPr>
              <p14:xfrm>
                <a:off x="773460" y="515168"/>
                <a:ext cx="67320" cy="144360"/>
              </p14:xfrm>
            </p:contentPart>
          </mc:Choice>
          <mc:Fallback xmlns="">
            <p:pic>
              <p:nvPicPr>
                <p:cNvPr id="464" name="Ink 463">
                  <a:extLst>
                    <a:ext uri="{FF2B5EF4-FFF2-40B4-BE49-F238E27FC236}">
                      <a16:creationId xmlns:a16="http://schemas.microsoft.com/office/drawing/2014/main" id="{B002BADE-0434-C4A4-AF03-A0EE3BD33E07}"/>
                    </a:ext>
                  </a:extLst>
                </p:cNvPr>
                <p:cNvPicPr/>
                <p:nvPr/>
              </p:nvPicPr>
              <p:blipFill>
                <a:blip r:embed="rId831"/>
                <a:stretch>
                  <a:fillRect/>
                </a:stretch>
              </p:blipFill>
              <p:spPr>
                <a:xfrm>
                  <a:off x="764460" y="506168"/>
                  <a:ext cx="8496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2">
              <p14:nvContentPartPr>
                <p14:cNvPr id="465" name="Ink 464">
                  <a:extLst>
                    <a:ext uri="{FF2B5EF4-FFF2-40B4-BE49-F238E27FC236}">
                      <a16:creationId xmlns:a16="http://schemas.microsoft.com/office/drawing/2014/main" id="{DA1303CC-E883-AD16-9AAA-4D01B907C237}"/>
                    </a:ext>
                  </a:extLst>
                </p14:cNvPr>
                <p14:cNvContentPartPr/>
                <p14:nvPr/>
              </p14:nvContentPartPr>
              <p14:xfrm>
                <a:off x="886860" y="495368"/>
                <a:ext cx="141480" cy="124200"/>
              </p14:xfrm>
            </p:contentPart>
          </mc:Choice>
          <mc:Fallback xmlns="">
            <p:pic>
              <p:nvPicPr>
                <p:cNvPr id="465" name="Ink 464">
                  <a:extLst>
                    <a:ext uri="{FF2B5EF4-FFF2-40B4-BE49-F238E27FC236}">
                      <a16:creationId xmlns:a16="http://schemas.microsoft.com/office/drawing/2014/main" id="{DA1303CC-E883-AD16-9AAA-4D01B907C237}"/>
                    </a:ext>
                  </a:extLst>
                </p:cNvPr>
                <p:cNvPicPr/>
                <p:nvPr/>
              </p:nvPicPr>
              <p:blipFill>
                <a:blip r:embed="rId833"/>
                <a:stretch>
                  <a:fillRect/>
                </a:stretch>
              </p:blipFill>
              <p:spPr>
                <a:xfrm>
                  <a:off x="877860" y="486368"/>
                  <a:ext cx="15912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4">
              <p14:nvContentPartPr>
                <p14:cNvPr id="466" name="Ink 465">
                  <a:extLst>
                    <a:ext uri="{FF2B5EF4-FFF2-40B4-BE49-F238E27FC236}">
                      <a16:creationId xmlns:a16="http://schemas.microsoft.com/office/drawing/2014/main" id="{F00ECFBC-B76E-5212-00E6-A6FF3967DDE8}"/>
                    </a:ext>
                  </a:extLst>
                </p14:cNvPr>
                <p14:cNvContentPartPr/>
                <p14:nvPr/>
              </p14:nvContentPartPr>
              <p14:xfrm>
                <a:off x="736380" y="595088"/>
                <a:ext cx="33840" cy="47520"/>
              </p14:xfrm>
            </p:contentPart>
          </mc:Choice>
          <mc:Fallback xmlns="">
            <p:pic>
              <p:nvPicPr>
                <p:cNvPr id="466" name="Ink 465">
                  <a:extLst>
                    <a:ext uri="{FF2B5EF4-FFF2-40B4-BE49-F238E27FC236}">
                      <a16:creationId xmlns:a16="http://schemas.microsoft.com/office/drawing/2014/main" id="{F00ECFBC-B76E-5212-00E6-A6FF3967DDE8}"/>
                    </a:ext>
                  </a:extLst>
                </p:cNvPr>
                <p:cNvPicPr/>
                <p:nvPr/>
              </p:nvPicPr>
              <p:blipFill>
                <a:blip r:embed="rId835"/>
                <a:stretch>
                  <a:fillRect/>
                </a:stretch>
              </p:blipFill>
              <p:spPr>
                <a:xfrm>
                  <a:off x="727740" y="586088"/>
                  <a:ext cx="5148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6">
              <p14:nvContentPartPr>
                <p14:cNvPr id="467" name="Ink 466">
                  <a:extLst>
                    <a:ext uri="{FF2B5EF4-FFF2-40B4-BE49-F238E27FC236}">
                      <a16:creationId xmlns:a16="http://schemas.microsoft.com/office/drawing/2014/main" id="{E04950ED-770C-C9E1-9814-0E6D2BC51C59}"/>
                    </a:ext>
                  </a:extLst>
                </p14:cNvPr>
                <p14:cNvContentPartPr/>
                <p14:nvPr/>
              </p14:nvContentPartPr>
              <p14:xfrm>
                <a:off x="254340" y="560888"/>
                <a:ext cx="327600" cy="21240"/>
              </p14:xfrm>
            </p:contentPart>
          </mc:Choice>
          <mc:Fallback xmlns="">
            <p:pic>
              <p:nvPicPr>
                <p:cNvPr id="467" name="Ink 466">
                  <a:extLst>
                    <a:ext uri="{FF2B5EF4-FFF2-40B4-BE49-F238E27FC236}">
                      <a16:creationId xmlns:a16="http://schemas.microsoft.com/office/drawing/2014/main" id="{E04950ED-770C-C9E1-9814-0E6D2BC51C59}"/>
                    </a:ext>
                  </a:extLst>
                </p:cNvPr>
                <p:cNvPicPr/>
                <p:nvPr/>
              </p:nvPicPr>
              <p:blipFill>
                <a:blip r:embed="rId837"/>
                <a:stretch>
                  <a:fillRect/>
                </a:stretch>
              </p:blipFill>
              <p:spPr>
                <a:xfrm>
                  <a:off x="245700" y="552248"/>
                  <a:ext cx="34524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8">
              <p14:nvContentPartPr>
                <p14:cNvPr id="468" name="Ink 467">
                  <a:extLst>
                    <a:ext uri="{FF2B5EF4-FFF2-40B4-BE49-F238E27FC236}">
                      <a16:creationId xmlns:a16="http://schemas.microsoft.com/office/drawing/2014/main" id="{31DDA46F-14D4-DF90-3E3B-96032F326FFE}"/>
                    </a:ext>
                  </a:extLst>
                </p14:cNvPr>
                <p14:cNvContentPartPr/>
                <p14:nvPr/>
              </p14:nvContentPartPr>
              <p14:xfrm>
                <a:off x="515700" y="522728"/>
                <a:ext cx="118080" cy="92160"/>
              </p14:xfrm>
            </p:contentPart>
          </mc:Choice>
          <mc:Fallback xmlns="">
            <p:pic>
              <p:nvPicPr>
                <p:cNvPr id="468" name="Ink 467">
                  <a:extLst>
                    <a:ext uri="{FF2B5EF4-FFF2-40B4-BE49-F238E27FC236}">
                      <a16:creationId xmlns:a16="http://schemas.microsoft.com/office/drawing/2014/main" id="{31DDA46F-14D4-DF90-3E3B-96032F326FFE}"/>
                    </a:ext>
                  </a:extLst>
                </p:cNvPr>
                <p:cNvPicPr/>
                <p:nvPr/>
              </p:nvPicPr>
              <p:blipFill>
                <a:blip r:embed="rId839"/>
                <a:stretch>
                  <a:fillRect/>
                </a:stretch>
              </p:blipFill>
              <p:spPr>
                <a:xfrm>
                  <a:off x="507060" y="513728"/>
                  <a:ext cx="13572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0">
              <p14:nvContentPartPr>
                <p14:cNvPr id="469" name="Ink 468">
                  <a:extLst>
                    <a:ext uri="{FF2B5EF4-FFF2-40B4-BE49-F238E27FC236}">
                      <a16:creationId xmlns:a16="http://schemas.microsoft.com/office/drawing/2014/main" id="{03713E85-F394-3D27-D955-72AFE72B7662}"/>
                    </a:ext>
                  </a:extLst>
                </p14:cNvPr>
                <p14:cNvContentPartPr/>
                <p14:nvPr/>
              </p14:nvContentPartPr>
              <p14:xfrm>
                <a:off x="1210500" y="538568"/>
                <a:ext cx="286200" cy="12240"/>
              </p14:xfrm>
            </p:contentPart>
          </mc:Choice>
          <mc:Fallback xmlns="">
            <p:pic>
              <p:nvPicPr>
                <p:cNvPr id="469" name="Ink 468">
                  <a:extLst>
                    <a:ext uri="{FF2B5EF4-FFF2-40B4-BE49-F238E27FC236}">
                      <a16:creationId xmlns:a16="http://schemas.microsoft.com/office/drawing/2014/main" id="{03713E85-F394-3D27-D955-72AFE72B7662}"/>
                    </a:ext>
                  </a:extLst>
                </p:cNvPr>
                <p:cNvPicPr/>
                <p:nvPr/>
              </p:nvPicPr>
              <p:blipFill>
                <a:blip r:embed="rId841"/>
                <a:stretch>
                  <a:fillRect/>
                </a:stretch>
              </p:blipFill>
              <p:spPr>
                <a:xfrm>
                  <a:off x="1201500" y="529568"/>
                  <a:ext cx="30384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2">
              <p14:nvContentPartPr>
                <p14:cNvPr id="471" name="Ink 470">
                  <a:extLst>
                    <a:ext uri="{FF2B5EF4-FFF2-40B4-BE49-F238E27FC236}">
                      <a16:creationId xmlns:a16="http://schemas.microsoft.com/office/drawing/2014/main" id="{3AB9D03B-C726-724E-72D8-CF36341E4144}"/>
                    </a:ext>
                  </a:extLst>
                </p14:cNvPr>
                <p14:cNvContentPartPr/>
                <p14:nvPr/>
              </p14:nvContentPartPr>
              <p14:xfrm>
                <a:off x="1444500" y="295928"/>
                <a:ext cx="31680" cy="464400"/>
              </p14:xfrm>
            </p:contentPart>
          </mc:Choice>
          <mc:Fallback xmlns="">
            <p:pic>
              <p:nvPicPr>
                <p:cNvPr id="471" name="Ink 470">
                  <a:extLst>
                    <a:ext uri="{FF2B5EF4-FFF2-40B4-BE49-F238E27FC236}">
                      <a16:creationId xmlns:a16="http://schemas.microsoft.com/office/drawing/2014/main" id="{3AB9D03B-C726-724E-72D8-CF36341E4144}"/>
                    </a:ext>
                  </a:extLst>
                </p:cNvPr>
                <p:cNvPicPr/>
                <p:nvPr/>
              </p:nvPicPr>
              <p:blipFill>
                <a:blip r:embed="rId843"/>
                <a:stretch>
                  <a:fillRect/>
                </a:stretch>
              </p:blipFill>
              <p:spPr>
                <a:xfrm>
                  <a:off x="1435500" y="286928"/>
                  <a:ext cx="49320" cy="48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4">
              <p14:nvContentPartPr>
                <p14:cNvPr id="472" name="Ink 471">
                  <a:extLst>
                    <a:ext uri="{FF2B5EF4-FFF2-40B4-BE49-F238E27FC236}">
                      <a16:creationId xmlns:a16="http://schemas.microsoft.com/office/drawing/2014/main" id="{FAEE1328-E871-19CA-4A4D-ACCEE86A6ED1}"/>
                    </a:ext>
                  </a:extLst>
                </p14:cNvPr>
                <p14:cNvContentPartPr/>
                <p14:nvPr/>
              </p14:nvContentPartPr>
              <p14:xfrm>
                <a:off x="1444140" y="253808"/>
                <a:ext cx="678600" cy="21600"/>
              </p14:xfrm>
            </p:contentPart>
          </mc:Choice>
          <mc:Fallback xmlns="">
            <p:pic>
              <p:nvPicPr>
                <p:cNvPr id="472" name="Ink 471">
                  <a:extLst>
                    <a:ext uri="{FF2B5EF4-FFF2-40B4-BE49-F238E27FC236}">
                      <a16:creationId xmlns:a16="http://schemas.microsoft.com/office/drawing/2014/main" id="{FAEE1328-E871-19CA-4A4D-ACCEE86A6ED1}"/>
                    </a:ext>
                  </a:extLst>
                </p:cNvPr>
                <p:cNvPicPr/>
                <p:nvPr/>
              </p:nvPicPr>
              <p:blipFill>
                <a:blip r:embed="rId845"/>
                <a:stretch>
                  <a:fillRect/>
                </a:stretch>
              </p:blipFill>
              <p:spPr>
                <a:xfrm>
                  <a:off x="1435500" y="245168"/>
                  <a:ext cx="69624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6">
              <p14:nvContentPartPr>
                <p14:cNvPr id="473" name="Ink 472">
                  <a:extLst>
                    <a:ext uri="{FF2B5EF4-FFF2-40B4-BE49-F238E27FC236}">
                      <a16:creationId xmlns:a16="http://schemas.microsoft.com/office/drawing/2014/main" id="{61E9DC48-1B68-787F-4003-BD9EFE760797}"/>
                    </a:ext>
                  </a:extLst>
                </p14:cNvPr>
                <p14:cNvContentPartPr/>
                <p14:nvPr/>
              </p14:nvContentPartPr>
              <p14:xfrm>
                <a:off x="2192220" y="259928"/>
                <a:ext cx="55080" cy="498240"/>
              </p14:xfrm>
            </p:contentPart>
          </mc:Choice>
          <mc:Fallback xmlns="">
            <p:pic>
              <p:nvPicPr>
                <p:cNvPr id="473" name="Ink 472">
                  <a:extLst>
                    <a:ext uri="{FF2B5EF4-FFF2-40B4-BE49-F238E27FC236}">
                      <a16:creationId xmlns:a16="http://schemas.microsoft.com/office/drawing/2014/main" id="{61E9DC48-1B68-787F-4003-BD9EFE760797}"/>
                    </a:ext>
                  </a:extLst>
                </p:cNvPr>
                <p:cNvPicPr/>
                <p:nvPr/>
              </p:nvPicPr>
              <p:blipFill>
                <a:blip r:embed="rId847"/>
                <a:stretch>
                  <a:fillRect/>
                </a:stretch>
              </p:blipFill>
              <p:spPr>
                <a:xfrm>
                  <a:off x="2183580" y="251288"/>
                  <a:ext cx="72720" cy="51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8">
              <p14:nvContentPartPr>
                <p14:cNvPr id="474" name="Ink 473">
                  <a:extLst>
                    <a:ext uri="{FF2B5EF4-FFF2-40B4-BE49-F238E27FC236}">
                      <a16:creationId xmlns:a16="http://schemas.microsoft.com/office/drawing/2014/main" id="{6B7F3167-836F-3FEA-A069-529181EF66B2}"/>
                    </a:ext>
                  </a:extLst>
                </p14:cNvPr>
                <p14:cNvContentPartPr/>
                <p14:nvPr/>
              </p14:nvContentPartPr>
              <p14:xfrm>
                <a:off x="1454940" y="783368"/>
                <a:ext cx="768600" cy="21960"/>
              </p14:xfrm>
            </p:contentPart>
          </mc:Choice>
          <mc:Fallback xmlns="">
            <p:pic>
              <p:nvPicPr>
                <p:cNvPr id="474" name="Ink 473">
                  <a:extLst>
                    <a:ext uri="{FF2B5EF4-FFF2-40B4-BE49-F238E27FC236}">
                      <a16:creationId xmlns:a16="http://schemas.microsoft.com/office/drawing/2014/main" id="{6B7F3167-836F-3FEA-A069-529181EF66B2}"/>
                    </a:ext>
                  </a:extLst>
                </p:cNvPr>
                <p:cNvPicPr/>
                <p:nvPr/>
              </p:nvPicPr>
              <p:blipFill>
                <a:blip r:embed="rId849"/>
                <a:stretch>
                  <a:fillRect/>
                </a:stretch>
              </p:blipFill>
              <p:spPr>
                <a:xfrm>
                  <a:off x="1446300" y="774728"/>
                  <a:ext cx="78624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0">
              <p14:nvContentPartPr>
                <p14:cNvPr id="475" name="Ink 474">
                  <a:extLst>
                    <a:ext uri="{FF2B5EF4-FFF2-40B4-BE49-F238E27FC236}">
                      <a16:creationId xmlns:a16="http://schemas.microsoft.com/office/drawing/2014/main" id="{7029D695-0A1D-606D-10C8-41AAA5A0D7A2}"/>
                    </a:ext>
                  </a:extLst>
                </p14:cNvPr>
                <p14:cNvContentPartPr/>
                <p14:nvPr/>
              </p14:nvContentPartPr>
              <p14:xfrm>
                <a:off x="1594980" y="327248"/>
                <a:ext cx="101520" cy="109440"/>
              </p14:xfrm>
            </p:contentPart>
          </mc:Choice>
          <mc:Fallback xmlns="">
            <p:pic>
              <p:nvPicPr>
                <p:cNvPr id="475" name="Ink 474">
                  <a:extLst>
                    <a:ext uri="{FF2B5EF4-FFF2-40B4-BE49-F238E27FC236}">
                      <a16:creationId xmlns:a16="http://schemas.microsoft.com/office/drawing/2014/main" id="{7029D695-0A1D-606D-10C8-41AAA5A0D7A2}"/>
                    </a:ext>
                  </a:extLst>
                </p:cNvPr>
                <p:cNvPicPr/>
                <p:nvPr/>
              </p:nvPicPr>
              <p:blipFill>
                <a:blip r:embed="rId851"/>
                <a:stretch>
                  <a:fillRect/>
                </a:stretch>
              </p:blipFill>
              <p:spPr>
                <a:xfrm>
                  <a:off x="1585980" y="318248"/>
                  <a:ext cx="11916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2">
              <p14:nvContentPartPr>
                <p14:cNvPr id="476" name="Ink 475">
                  <a:extLst>
                    <a:ext uri="{FF2B5EF4-FFF2-40B4-BE49-F238E27FC236}">
                      <a16:creationId xmlns:a16="http://schemas.microsoft.com/office/drawing/2014/main" id="{640002B7-6C92-C0A3-5C02-837EF28AAB05}"/>
                    </a:ext>
                  </a:extLst>
                </p14:cNvPr>
                <p14:cNvContentPartPr/>
                <p14:nvPr/>
              </p14:nvContentPartPr>
              <p14:xfrm>
                <a:off x="1718820" y="310688"/>
                <a:ext cx="73800" cy="114480"/>
              </p14:xfrm>
            </p:contentPart>
          </mc:Choice>
          <mc:Fallback xmlns="">
            <p:pic>
              <p:nvPicPr>
                <p:cNvPr id="476" name="Ink 475">
                  <a:extLst>
                    <a:ext uri="{FF2B5EF4-FFF2-40B4-BE49-F238E27FC236}">
                      <a16:creationId xmlns:a16="http://schemas.microsoft.com/office/drawing/2014/main" id="{640002B7-6C92-C0A3-5C02-837EF28AAB05}"/>
                    </a:ext>
                  </a:extLst>
                </p:cNvPr>
                <p:cNvPicPr/>
                <p:nvPr/>
              </p:nvPicPr>
              <p:blipFill>
                <a:blip r:embed="rId853"/>
                <a:stretch>
                  <a:fillRect/>
                </a:stretch>
              </p:blipFill>
              <p:spPr>
                <a:xfrm>
                  <a:off x="1709820" y="302048"/>
                  <a:ext cx="9144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4">
              <p14:nvContentPartPr>
                <p14:cNvPr id="477" name="Ink 476">
                  <a:extLst>
                    <a:ext uri="{FF2B5EF4-FFF2-40B4-BE49-F238E27FC236}">
                      <a16:creationId xmlns:a16="http://schemas.microsoft.com/office/drawing/2014/main" id="{F39A9F9D-8853-196F-F7DA-49E42828227A}"/>
                    </a:ext>
                  </a:extLst>
                </p14:cNvPr>
                <p14:cNvContentPartPr/>
                <p14:nvPr/>
              </p14:nvContentPartPr>
              <p14:xfrm>
                <a:off x="1833660" y="301328"/>
                <a:ext cx="105120" cy="111240"/>
              </p14:xfrm>
            </p:contentPart>
          </mc:Choice>
          <mc:Fallback xmlns="">
            <p:pic>
              <p:nvPicPr>
                <p:cNvPr id="477" name="Ink 476">
                  <a:extLst>
                    <a:ext uri="{FF2B5EF4-FFF2-40B4-BE49-F238E27FC236}">
                      <a16:creationId xmlns:a16="http://schemas.microsoft.com/office/drawing/2014/main" id="{F39A9F9D-8853-196F-F7DA-49E42828227A}"/>
                    </a:ext>
                  </a:extLst>
                </p:cNvPr>
                <p:cNvPicPr/>
                <p:nvPr/>
              </p:nvPicPr>
              <p:blipFill>
                <a:blip r:embed="rId855"/>
                <a:stretch>
                  <a:fillRect/>
                </a:stretch>
              </p:blipFill>
              <p:spPr>
                <a:xfrm>
                  <a:off x="1824660" y="292688"/>
                  <a:ext cx="12276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6">
              <p14:nvContentPartPr>
                <p14:cNvPr id="478" name="Ink 477">
                  <a:extLst>
                    <a:ext uri="{FF2B5EF4-FFF2-40B4-BE49-F238E27FC236}">
                      <a16:creationId xmlns:a16="http://schemas.microsoft.com/office/drawing/2014/main" id="{3BB3BB02-90D4-BBE3-D0EA-45C2867EB576}"/>
                    </a:ext>
                  </a:extLst>
                </p14:cNvPr>
                <p14:cNvContentPartPr/>
                <p14:nvPr/>
              </p14:nvContentPartPr>
              <p14:xfrm>
                <a:off x="1854540" y="342368"/>
                <a:ext cx="73440" cy="27000"/>
              </p14:xfrm>
            </p:contentPart>
          </mc:Choice>
          <mc:Fallback xmlns="">
            <p:pic>
              <p:nvPicPr>
                <p:cNvPr id="478" name="Ink 477">
                  <a:extLst>
                    <a:ext uri="{FF2B5EF4-FFF2-40B4-BE49-F238E27FC236}">
                      <a16:creationId xmlns:a16="http://schemas.microsoft.com/office/drawing/2014/main" id="{3BB3BB02-90D4-BBE3-D0EA-45C2867EB576}"/>
                    </a:ext>
                  </a:extLst>
                </p:cNvPr>
                <p:cNvPicPr/>
                <p:nvPr/>
              </p:nvPicPr>
              <p:blipFill>
                <a:blip r:embed="rId857"/>
                <a:stretch>
                  <a:fillRect/>
                </a:stretch>
              </p:blipFill>
              <p:spPr>
                <a:xfrm>
                  <a:off x="1845900" y="333368"/>
                  <a:ext cx="9108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8">
              <p14:nvContentPartPr>
                <p14:cNvPr id="479" name="Ink 478">
                  <a:extLst>
                    <a:ext uri="{FF2B5EF4-FFF2-40B4-BE49-F238E27FC236}">
                      <a16:creationId xmlns:a16="http://schemas.microsoft.com/office/drawing/2014/main" id="{5C395B58-96B2-AE94-5BDB-268839B384E6}"/>
                    </a:ext>
                  </a:extLst>
                </p14:cNvPr>
                <p14:cNvContentPartPr/>
                <p14:nvPr/>
              </p14:nvContentPartPr>
              <p14:xfrm>
                <a:off x="1562220" y="492128"/>
                <a:ext cx="125640" cy="190440"/>
              </p14:xfrm>
            </p:contentPart>
          </mc:Choice>
          <mc:Fallback xmlns="">
            <p:pic>
              <p:nvPicPr>
                <p:cNvPr id="479" name="Ink 478">
                  <a:extLst>
                    <a:ext uri="{FF2B5EF4-FFF2-40B4-BE49-F238E27FC236}">
                      <a16:creationId xmlns:a16="http://schemas.microsoft.com/office/drawing/2014/main" id="{5C395B58-96B2-AE94-5BDB-268839B384E6}"/>
                    </a:ext>
                  </a:extLst>
                </p:cNvPr>
                <p:cNvPicPr/>
                <p:nvPr/>
              </p:nvPicPr>
              <p:blipFill>
                <a:blip r:embed="rId859"/>
                <a:stretch>
                  <a:fillRect/>
                </a:stretch>
              </p:blipFill>
              <p:spPr>
                <a:xfrm>
                  <a:off x="1553220" y="483128"/>
                  <a:ext cx="14328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0">
              <p14:nvContentPartPr>
                <p14:cNvPr id="481" name="Ink 480">
                  <a:extLst>
                    <a:ext uri="{FF2B5EF4-FFF2-40B4-BE49-F238E27FC236}">
                      <a16:creationId xmlns:a16="http://schemas.microsoft.com/office/drawing/2014/main" id="{D8683E31-A103-FF1F-68D3-AEE07D74D7E5}"/>
                    </a:ext>
                  </a:extLst>
                </p14:cNvPr>
                <p14:cNvContentPartPr/>
                <p14:nvPr/>
              </p14:nvContentPartPr>
              <p14:xfrm>
                <a:off x="1731420" y="550088"/>
                <a:ext cx="107280" cy="62640"/>
              </p14:xfrm>
            </p:contentPart>
          </mc:Choice>
          <mc:Fallback xmlns="">
            <p:pic>
              <p:nvPicPr>
                <p:cNvPr id="481" name="Ink 480">
                  <a:extLst>
                    <a:ext uri="{FF2B5EF4-FFF2-40B4-BE49-F238E27FC236}">
                      <a16:creationId xmlns:a16="http://schemas.microsoft.com/office/drawing/2014/main" id="{D8683E31-A103-FF1F-68D3-AEE07D74D7E5}"/>
                    </a:ext>
                  </a:extLst>
                </p:cNvPr>
                <p:cNvPicPr/>
                <p:nvPr/>
              </p:nvPicPr>
              <p:blipFill>
                <a:blip r:embed="rId861"/>
                <a:stretch>
                  <a:fillRect/>
                </a:stretch>
              </p:blipFill>
              <p:spPr>
                <a:xfrm>
                  <a:off x="1722420" y="541448"/>
                  <a:ext cx="12492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2">
              <p14:nvContentPartPr>
                <p14:cNvPr id="482" name="Ink 481">
                  <a:extLst>
                    <a:ext uri="{FF2B5EF4-FFF2-40B4-BE49-F238E27FC236}">
                      <a16:creationId xmlns:a16="http://schemas.microsoft.com/office/drawing/2014/main" id="{8FD3BCA5-098F-2394-F1A1-D5F3FF514B5A}"/>
                    </a:ext>
                  </a:extLst>
                </p14:cNvPr>
                <p14:cNvContentPartPr/>
                <p14:nvPr/>
              </p14:nvContentPartPr>
              <p14:xfrm>
                <a:off x="1883700" y="634328"/>
                <a:ext cx="72720" cy="45720"/>
              </p14:xfrm>
            </p:contentPart>
          </mc:Choice>
          <mc:Fallback xmlns="">
            <p:pic>
              <p:nvPicPr>
                <p:cNvPr id="482" name="Ink 481">
                  <a:extLst>
                    <a:ext uri="{FF2B5EF4-FFF2-40B4-BE49-F238E27FC236}">
                      <a16:creationId xmlns:a16="http://schemas.microsoft.com/office/drawing/2014/main" id="{8FD3BCA5-098F-2394-F1A1-D5F3FF514B5A}"/>
                    </a:ext>
                  </a:extLst>
                </p:cNvPr>
                <p:cNvPicPr/>
                <p:nvPr/>
              </p:nvPicPr>
              <p:blipFill>
                <a:blip r:embed="rId863"/>
                <a:stretch>
                  <a:fillRect/>
                </a:stretch>
              </p:blipFill>
              <p:spPr>
                <a:xfrm>
                  <a:off x="1874700" y="625328"/>
                  <a:ext cx="9036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4">
              <p14:nvContentPartPr>
                <p14:cNvPr id="483" name="Ink 482">
                  <a:extLst>
                    <a:ext uri="{FF2B5EF4-FFF2-40B4-BE49-F238E27FC236}">
                      <a16:creationId xmlns:a16="http://schemas.microsoft.com/office/drawing/2014/main" id="{DF6186A6-E231-2071-638E-F546534C6807}"/>
                    </a:ext>
                  </a:extLst>
                </p14:cNvPr>
                <p14:cNvContentPartPr/>
                <p14:nvPr/>
              </p14:nvContentPartPr>
              <p14:xfrm>
                <a:off x="1688220" y="533888"/>
                <a:ext cx="14400" cy="52920"/>
              </p14:xfrm>
            </p:contentPart>
          </mc:Choice>
          <mc:Fallback xmlns="">
            <p:pic>
              <p:nvPicPr>
                <p:cNvPr id="483" name="Ink 482">
                  <a:extLst>
                    <a:ext uri="{FF2B5EF4-FFF2-40B4-BE49-F238E27FC236}">
                      <a16:creationId xmlns:a16="http://schemas.microsoft.com/office/drawing/2014/main" id="{DF6186A6-E231-2071-638E-F546534C6807}"/>
                    </a:ext>
                  </a:extLst>
                </p:cNvPr>
                <p:cNvPicPr/>
                <p:nvPr/>
              </p:nvPicPr>
              <p:blipFill>
                <a:blip r:embed="rId865"/>
                <a:stretch>
                  <a:fillRect/>
                </a:stretch>
              </p:blipFill>
              <p:spPr>
                <a:xfrm>
                  <a:off x="1679220" y="524888"/>
                  <a:ext cx="3204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6">
              <p14:nvContentPartPr>
                <p14:cNvPr id="484" name="Ink 483">
                  <a:extLst>
                    <a:ext uri="{FF2B5EF4-FFF2-40B4-BE49-F238E27FC236}">
                      <a16:creationId xmlns:a16="http://schemas.microsoft.com/office/drawing/2014/main" id="{71AD8EE5-46CF-2D5D-074F-C108DE069A88}"/>
                    </a:ext>
                  </a:extLst>
                </p14:cNvPr>
                <p14:cNvContentPartPr/>
                <p14:nvPr/>
              </p14:nvContentPartPr>
              <p14:xfrm>
                <a:off x="1760940" y="566288"/>
                <a:ext cx="360" cy="360"/>
              </p14:xfrm>
            </p:contentPart>
          </mc:Choice>
          <mc:Fallback xmlns="">
            <p:pic>
              <p:nvPicPr>
                <p:cNvPr id="484" name="Ink 483">
                  <a:extLst>
                    <a:ext uri="{FF2B5EF4-FFF2-40B4-BE49-F238E27FC236}">
                      <a16:creationId xmlns:a16="http://schemas.microsoft.com/office/drawing/2014/main" id="{71AD8EE5-46CF-2D5D-074F-C108DE069A88}"/>
                    </a:ext>
                  </a:extLst>
                </p:cNvPr>
                <p:cNvPicPr/>
                <p:nvPr/>
              </p:nvPicPr>
              <p:blipFill>
                <a:blip r:embed="rId681"/>
                <a:stretch>
                  <a:fillRect/>
                </a:stretch>
              </p:blipFill>
              <p:spPr>
                <a:xfrm>
                  <a:off x="1752300" y="557288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7">
              <p14:nvContentPartPr>
                <p14:cNvPr id="485" name="Ink 484">
                  <a:extLst>
                    <a:ext uri="{FF2B5EF4-FFF2-40B4-BE49-F238E27FC236}">
                      <a16:creationId xmlns:a16="http://schemas.microsoft.com/office/drawing/2014/main" id="{FCF424EC-F8DC-1E3C-0F5A-EA7D69301DC9}"/>
                    </a:ext>
                  </a:extLst>
                </p14:cNvPr>
                <p14:cNvContentPartPr/>
                <p14:nvPr/>
              </p14:nvContentPartPr>
              <p14:xfrm>
                <a:off x="1922220" y="576368"/>
                <a:ext cx="62640" cy="5760"/>
              </p14:xfrm>
            </p:contentPart>
          </mc:Choice>
          <mc:Fallback xmlns="">
            <p:pic>
              <p:nvPicPr>
                <p:cNvPr id="485" name="Ink 484">
                  <a:extLst>
                    <a:ext uri="{FF2B5EF4-FFF2-40B4-BE49-F238E27FC236}">
                      <a16:creationId xmlns:a16="http://schemas.microsoft.com/office/drawing/2014/main" id="{FCF424EC-F8DC-1E3C-0F5A-EA7D69301DC9}"/>
                    </a:ext>
                  </a:extLst>
                </p:cNvPr>
                <p:cNvPicPr/>
                <p:nvPr/>
              </p:nvPicPr>
              <p:blipFill>
                <a:blip r:embed="rId868"/>
                <a:stretch>
                  <a:fillRect/>
                </a:stretch>
              </p:blipFill>
              <p:spPr>
                <a:xfrm>
                  <a:off x="1913220" y="567728"/>
                  <a:ext cx="8028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9">
              <p14:nvContentPartPr>
                <p14:cNvPr id="486" name="Ink 485">
                  <a:extLst>
                    <a:ext uri="{FF2B5EF4-FFF2-40B4-BE49-F238E27FC236}">
                      <a16:creationId xmlns:a16="http://schemas.microsoft.com/office/drawing/2014/main" id="{F411A5E4-AA83-8B08-23D4-D1BA4413C5E7}"/>
                    </a:ext>
                  </a:extLst>
                </p14:cNvPr>
                <p14:cNvContentPartPr/>
                <p14:nvPr/>
              </p14:nvContentPartPr>
              <p14:xfrm>
                <a:off x="1925820" y="528488"/>
                <a:ext cx="38160" cy="1440"/>
              </p14:xfrm>
            </p:contentPart>
          </mc:Choice>
          <mc:Fallback xmlns="">
            <p:pic>
              <p:nvPicPr>
                <p:cNvPr id="486" name="Ink 485">
                  <a:extLst>
                    <a:ext uri="{FF2B5EF4-FFF2-40B4-BE49-F238E27FC236}">
                      <a16:creationId xmlns:a16="http://schemas.microsoft.com/office/drawing/2014/main" id="{F411A5E4-AA83-8B08-23D4-D1BA4413C5E7}"/>
                    </a:ext>
                  </a:extLst>
                </p:cNvPr>
                <p:cNvPicPr/>
                <p:nvPr/>
              </p:nvPicPr>
              <p:blipFill>
                <a:blip r:embed="rId870"/>
                <a:stretch>
                  <a:fillRect/>
                </a:stretch>
              </p:blipFill>
              <p:spPr>
                <a:xfrm>
                  <a:off x="1916820" y="519848"/>
                  <a:ext cx="5580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1">
              <p14:nvContentPartPr>
                <p14:cNvPr id="487" name="Ink 486">
                  <a:extLst>
                    <a:ext uri="{FF2B5EF4-FFF2-40B4-BE49-F238E27FC236}">
                      <a16:creationId xmlns:a16="http://schemas.microsoft.com/office/drawing/2014/main" id="{1E7BD1F5-2BAA-3B00-027E-329E4D658073}"/>
                    </a:ext>
                  </a:extLst>
                </p14:cNvPr>
                <p14:cNvContentPartPr/>
                <p14:nvPr/>
              </p14:nvContentPartPr>
              <p14:xfrm>
                <a:off x="2036340" y="429488"/>
                <a:ext cx="22320" cy="67680"/>
              </p14:xfrm>
            </p:contentPart>
          </mc:Choice>
          <mc:Fallback xmlns="">
            <p:pic>
              <p:nvPicPr>
                <p:cNvPr id="487" name="Ink 486">
                  <a:extLst>
                    <a:ext uri="{FF2B5EF4-FFF2-40B4-BE49-F238E27FC236}">
                      <a16:creationId xmlns:a16="http://schemas.microsoft.com/office/drawing/2014/main" id="{1E7BD1F5-2BAA-3B00-027E-329E4D658073}"/>
                    </a:ext>
                  </a:extLst>
                </p:cNvPr>
                <p:cNvPicPr/>
                <p:nvPr/>
              </p:nvPicPr>
              <p:blipFill>
                <a:blip r:embed="rId872"/>
                <a:stretch>
                  <a:fillRect/>
                </a:stretch>
              </p:blipFill>
              <p:spPr>
                <a:xfrm>
                  <a:off x="2027700" y="420848"/>
                  <a:ext cx="3996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3">
              <p14:nvContentPartPr>
                <p14:cNvPr id="488" name="Ink 487">
                  <a:extLst>
                    <a:ext uri="{FF2B5EF4-FFF2-40B4-BE49-F238E27FC236}">
                      <a16:creationId xmlns:a16="http://schemas.microsoft.com/office/drawing/2014/main" id="{81E68A96-C9E2-B8C4-E63C-518DF9EEFDE8}"/>
                    </a:ext>
                  </a:extLst>
                </p14:cNvPr>
                <p14:cNvContentPartPr/>
                <p14:nvPr/>
              </p14:nvContentPartPr>
              <p14:xfrm>
                <a:off x="2098620" y="436328"/>
                <a:ext cx="11520" cy="56880"/>
              </p14:xfrm>
            </p:contentPart>
          </mc:Choice>
          <mc:Fallback xmlns="">
            <p:pic>
              <p:nvPicPr>
                <p:cNvPr id="488" name="Ink 487">
                  <a:extLst>
                    <a:ext uri="{FF2B5EF4-FFF2-40B4-BE49-F238E27FC236}">
                      <a16:creationId xmlns:a16="http://schemas.microsoft.com/office/drawing/2014/main" id="{81E68A96-C9E2-B8C4-E63C-518DF9EEFDE8}"/>
                    </a:ext>
                  </a:extLst>
                </p:cNvPr>
                <p:cNvPicPr/>
                <p:nvPr/>
              </p:nvPicPr>
              <p:blipFill>
                <a:blip r:embed="rId874"/>
                <a:stretch>
                  <a:fillRect/>
                </a:stretch>
              </p:blipFill>
              <p:spPr>
                <a:xfrm>
                  <a:off x="2089980" y="427328"/>
                  <a:ext cx="2916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5">
              <p14:nvContentPartPr>
                <p14:cNvPr id="489" name="Ink 488">
                  <a:extLst>
                    <a:ext uri="{FF2B5EF4-FFF2-40B4-BE49-F238E27FC236}">
                      <a16:creationId xmlns:a16="http://schemas.microsoft.com/office/drawing/2014/main" id="{2A86237D-1EFD-53F2-ED80-8EBE4C16649D}"/>
                    </a:ext>
                  </a:extLst>
                </p14:cNvPr>
                <p14:cNvContentPartPr/>
                <p14:nvPr/>
              </p14:nvContentPartPr>
              <p14:xfrm>
                <a:off x="1999260" y="413288"/>
                <a:ext cx="126000" cy="14040"/>
              </p14:xfrm>
            </p:contentPart>
          </mc:Choice>
          <mc:Fallback xmlns="">
            <p:pic>
              <p:nvPicPr>
                <p:cNvPr id="489" name="Ink 488">
                  <a:extLst>
                    <a:ext uri="{FF2B5EF4-FFF2-40B4-BE49-F238E27FC236}">
                      <a16:creationId xmlns:a16="http://schemas.microsoft.com/office/drawing/2014/main" id="{2A86237D-1EFD-53F2-ED80-8EBE4C16649D}"/>
                    </a:ext>
                  </a:extLst>
                </p:cNvPr>
                <p:cNvPicPr/>
                <p:nvPr/>
              </p:nvPicPr>
              <p:blipFill>
                <a:blip r:embed="rId876"/>
                <a:stretch>
                  <a:fillRect/>
                </a:stretch>
              </p:blipFill>
              <p:spPr>
                <a:xfrm>
                  <a:off x="1990260" y="404288"/>
                  <a:ext cx="14364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7">
              <p14:nvContentPartPr>
                <p14:cNvPr id="490" name="Ink 489">
                  <a:extLst>
                    <a:ext uri="{FF2B5EF4-FFF2-40B4-BE49-F238E27FC236}">
                      <a16:creationId xmlns:a16="http://schemas.microsoft.com/office/drawing/2014/main" id="{FB517304-7A71-22F2-C515-40C222FB17F1}"/>
                    </a:ext>
                  </a:extLst>
                </p14:cNvPr>
                <p14:cNvContentPartPr/>
                <p14:nvPr/>
              </p14:nvContentPartPr>
              <p14:xfrm>
                <a:off x="2021580" y="560888"/>
                <a:ext cx="134640" cy="10800"/>
              </p14:xfrm>
            </p:contentPart>
          </mc:Choice>
          <mc:Fallback xmlns="">
            <p:pic>
              <p:nvPicPr>
                <p:cNvPr id="490" name="Ink 489">
                  <a:extLst>
                    <a:ext uri="{FF2B5EF4-FFF2-40B4-BE49-F238E27FC236}">
                      <a16:creationId xmlns:a16="http://schemas.microsoft.com/office/drawing/2014/main" id="{FB517304-7A71-22F2-C515-40C222FB17F1}"/>
                    </a:ext>
                  </a:extLst>
                </p:cNvPr>
                <p:cNvPicPr/>
                <p:nvPr/>
              </p:nvPicPr>
              <p:blipFill>
                <a:blip r:embed="rId878"/>
                <a:stretch>
                  <a:fillRect/>
                </a:stretch>
              </p:blipFill>
              <p:spPr>
                <a:xfrm>
                  <a:off x="2012580" y="551888"/>
                  <a:ext cx="15228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9">
              <p14:nvContentPartPr>
                <p14:cNvPr id="491" name="Ink 490">
                  <a:extLst>
                    <a:ext uri="{FF2B5EF4-FFF2-40B4-BE49-F238E27FC236}">
                      <a16:creationId xmlns:a16="http://schemas.microsoft.com/office/drawing/2014/main" id="{E8E0B7D4-7DA2-E424-FBC4-B1B09D4F15DB}"/>
                    </a:ext>
                  </a:extLst>
                </p14:cNvPr>
                <p14:cNvContentPartPr/>
                <p14:nvPr/>
              </p14:nvContentPartPr>
              <p14:xfrm>
                <a:off x="2071260" y="619568"/>
                <a:ext cx="119160" cy="81720"/>
              </p14:xfrm>
            </p:contentPart>
          </mc:Choice>
          <mc:Fallback xmlns="">
            <p:pic>
              <p:nvPicPr>
                <p:cNvPr id="491" name="Ink 490">
                  <a:extLst>
                    <a:ext uri="{FF2B5EF4-FFF2-40B4-BE49-F238E27FC236}">
                      <a16:creationId xmlns:a16="http://schemas.microsoft.com/office/drawing/2014/main" id="{E8E0B7D4-7DA2-E424-FBC4-B1B09D4F15DB}"/>
                    </a:ext>
                  </a:extLst>
                </p:cNvPr>
                <p:cNvPicPr/>
                <p:nvPr/>
              </p:nvPicPr>
              <p:blipFill>
                <a:blip r:embed="rId880"/>
                <a:stretch>
                  <a:fillRect/>
                </a:stretch>
              </p:blipFill>
              <p:spPr>
                <a:xfrm>
                  <a:off x="2062620" y="610568"/>
                  <a:ext cx="13680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1">
              <p14:nvContentPartPr>
                <p14:cNvPr id="543" name="Ink 542">
                  <a:extLst>
                    <a:ext uri="{FF2B5EF4-FFF2-40B4-BE49-F238E27FC236}">
                      <a16:creationId xmlns:a16="http://schemas.microsoft.com/office/drawing/2014/main" id="{09B7A8FB-8BEA-3790-1054-D78D0100B96E}"/>
                    </a:ext>
                  </a:extLst>
                </p14:cNvPr>
                <p14:cNvContentPartPr/>
                <p14:nvPr/>
              </p14:nvContentPartPr>
              <p14:xfrm>
                <a:off x="1315980" y="467288"/>
                <a:ext cx="151200" cy="91440"/>
              </p14:xfrm>
            </p:contentPart>
          </mc:Choice>
          <mc:Fallback xmlns="">
            <p:pic>
              <p:nvPicPr>
                <p:cNvPr id="543" name="Ink 542">
                  <a:extLst>
                    <a:ext uri="{FF2B5EF4-FFF2-40B4-BE49-F238E27FC236}">
                      <a16:creationId xmlns:a16="http://schemas.microsoft.com/office/drawing/2014/main" id="{09B7A8FB-8BEA-3790-1054-D78D0100B96E}"/>
                    </a:ext>
                  </a:extLst>
                </p:cNvPr>
                <p:cNvPicPr/>
                <p:nvPr/>
              </p:nvPicPr>
              <p:blipFill>
                <a:blip r:embed="rId882"/>
                <a:stretch>
                  <a:fillRect/>
                </a:stretch>
              </p:blipFill>
              <p:spPr>
                <a:xfrm>
                  <a:off x="1307340" y="458648"/>
                  <a:ext cx="16884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3">
              <p14:nvContentPartPr>
                <p14:cNvPr id="545" name="Ink 544">
                  <a:extLst>
                    <a:ext uri="{FF2B5EF4-FFF2-40B4-BE49-F238E27FC236}">
                      <a16:creationId xmlns:a16="http://schemas.microsoft.com/office/drawing/2014/main" id="{DD5E5205-923E-EFBF-3F00-7B9FC736AD68}"/>
                    </a:ext>
                  </a:extLst>
                </p14:cNvPr>
                <p14:cNvContentPartPr/>
                <p14:nvPr/>
              </p14:nvContentPartPr>
              <p14:xfrm>
                <a:off x="1364580" y="567728"/>
                <a:ext cx="73440" cy="26640"/>
              </p14:xfrm>
            </p:contentPart>
          </mc:Choice>
          <mc:Fallback xmlns="">
            <p:pic>
              <p:nvPicPr>
                <p:cNvPr id="545" name="Ink 544">
                  <a:extLst>
                    <a:ext uri="{FF2B5EF4-FFF2-40B4-BE49-F238E27FC236}">
                      <a16:creationId xmlns:a16="http://schemas.microsoft.com/office/drawing/2014/main" id="{DD5E5205-923E-EFBF-3F00-7B9FC736AD68}"/>
                    </a:ext>
                  </a:extLst>
                </p:cNvPr>
                <p:cNvPicPr/>
                <p:nvPr/>
              </p:nvPicPr>
              <p:blipFill>
                <a:blip r:embed="rId884"/>
                <a:stretch>
                  <a:fillRect/>
                </a:stretch>
              </p:blipFill>
              <p:spPr>
                <a:xfrm>
                  <a:off x="1355940" y="558728"/>
                  <a:ext cx="91080" cy="442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3860789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0:20–0:25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Aliasing: when stretched copies overlap</a:t>
            </a:r>
            <a:endParaRPr lang="en-US" sz="2550" dirty="0"/>
          </a:p>
        </p:txBody>
      </p:sp>
      <p:pic>
        <p:nvPicPr>
          <p:cNvPr id="4" name="Image 0" descr="/mnt/data/week6_multirate/assets/spectrum_alias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914539"/>
            <a:ext cx="5486400" cy="3394683"/>
          </a:xfrm>
          <a:prstGeom prst="rect">
            <a:avLst/>
          </a:prstGeom>
        </p:spPr>
      </p:pic>
      <p:pic>
        <p:nvPicPr>
          <p:cNvPr id="5" name="Image 1" descr="/mnt/data/week6_multirate/assets/spectrum_no_alia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971117"/>
            <a:ext cx="5303520" cy="3281527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3063240" y="5559552"/>
            <a:ext cx="6035040" cy="658368"/>
          </a:xfrm>
          <a:prstGeom prst="roundRect">
            <a:avLst>
              <a:gd name="adj" fmla="val 8333"/>
            </a:avLst>
          </a:prstGeom>
          <a:solidFill>
            <a:srgbClr val="FFF8EC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3227832" y="5687568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Alias-free requirement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3227832" y="5998464"/>
            <a:ext cx="57058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62500" lnSpcReduction="200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Before ↓M, confine the signal to |ω| &lt; π/M (with a practical transition band).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43D07EC-0163-D94E-22FC-B9CC77C07977}"/>
              </a:ext>
            </a:extLst>
          </p:cNvPr>
          <p:cNvGrpSpPr/>
          <p:nvPr/>
        </p:nvGrpSpPr>
        <p:grpSpPr>
          <a:xfrm>
            <a:off x="695700" y="4827248"/>
            <a:ext cx="302760" cy="130320"/>
            <a:chOff x="695700" y="4827248"/>
            <a:chExt cx="302760" cy="130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814D4B72-48E6-744F-C08A-AE79BDBF65C5}"/>
                    </a:ext>
                  </a:extLst>
                </p14:cNvPr>
                <p14:cNvContentPartPr/>
                <p14:nvPr/>
              </p14:nvContentPartPr>
              <p14:xfrm>
                <a:off x="695700" y="4846328"/>
                <a:ext cx="109800" cy="1087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814D4B72-48E6-744F-C08A-AE79BDBF65C5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86700" y="4837688"/>
                  <a:ext cx="12744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F8385B8E-7E45-D2F2-F194-E5AFF1AE1AB5}"/>
                    </a:ext>
                  </a:extLst>
                </p14:cNvPr>
                <p14:cNvContentPartPr/>
                <p14:nvPr/>
              </p14:nvContentPartPr>
              <p14:xfrm>
                <a:off x="846540" y="4934168"/>
                <a:ext cx="16560" cy="212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F8385B8E-7E45-D2F2-F194-E5AFF1AE1AB5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37900" y="4925528"/>
                  <a:ext cx="3420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16A40A8F-295A-4A2B-D1B8-530E18709DB9}"/>
                    </a:ext>
                  </a:extLst>
                </p14:cNvPr>
                <p14:cNvContentPartPr/>
                <p14:nvPr/>
              </p14:nvContentPartPr>
              <p14:xfrm>
                <a:off x="916740" y="4849928"/>
                <a:ext cx="81720" cy="1076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16A40A8F-295A-4A2B-D1B8-530E18709DB9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908100" y="4840928"/>
                  <a:ext cx="9936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626835A0-9783-77A8-D181-2D07B8734593}"/>
                    </a:ext>
                  </a:extLst>
                </p14:cNvPr>
                <p14:cNvContentPartPr/>
                <p14:nvPr/>
              </p14:nvContentPartPr>
              <p14:xfrm>
                <a:off x="903780" y="4827248"/>
                <a:ext cx="86760" cy="151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626835A0-9783-77A8-D181-2D07B8734593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895140" y="4818248"/>
                  <a:ext cx="104400" cy="32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DB8A659-CF14-4CD0-2747-DD14C2441134}"/>
              </a:ext>
            </a:extLst>
          </p:cNvPr>
          <p:cNvGrpSpPr/>
          <p:nvPr/>
        </p:nvGrpSpPr>
        <p:grpSpPr>
          <a:xfrm>
            <a:off x="623340" y="3654728"/>
            <a:ext cx="250200" cy="118080"/>
            <a:chOff x="623340" y="3654728"/>
            <a:chExt cx="250200" cy="118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0BA7DEAB-F0DB-B1BF-EFB7-72218B56A280}"/>
                    </a:ext>
                  </a:extLst>
                </p14:cNvPr>
                <p14:cNvContentPartPr/>
                <p14:nvPr/>
              </p14:nvContentPartPr>
              <p14:xfrm>
                <a:off x="623340" y="3660128"/>
                <a:ext cx="10440" cy="802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0BA7DEAB-F0DB-B1BF-EFB7-72218B56A280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14340" y="3651488"/>
                  <a:ext cx="2808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5670C55D-89C8-0AF5-1130-AA65EF87C07C}"/>
                    </a:ext>
                  </a:extLst>
                </p14:cNvPr>
                <p14:cNvContentPartPr/>
                <p14:nvPr/>
              </p14:nvContentPartPr>
              <p14:xfrm>
                <a:off x="719820" y="3771728"/>
                <a:ext cx="2520" cy="10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5670C55D-89C8-0AF5-1130-AA65EF87C07C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711180" y="3762728"/>
                  <a:ext cx="2016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AC09235A-758B-6D36-7D40-2B422B367A70}"/>
                    </a:ext>
                  </a:extLst>
                </p14:cNvPr>
                <p14:cNvContentPartPr/>
                <p14:nvPr/>
              </p14:nvContentPartPr>
              <p14:xfrm>
                <a:off x="779220" y="3654728"/>
                <a:ext cx="94320" cy="928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AC09235A-758B-6D36-7D40-2B422B367A70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770220" y="3645728"/>
                  <a:ext cx="111960" cy="110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A0560A2B-5593-8B37-F000-85B8F788D182}"/>
              </a:ext>
            </a:extLst>
          </p:cNvPr>
          <p:cNvGrpSpPr/>
          <p:nvPr/>
        </p:nvGrpSpPr>
        <p:grpSpPr>
          <a:xfrm>
            <a:off x="2239020" y="1516688"/>
            <a:ext cx="1075320" cy="209880"/>
            <a:chOff x="2239020" y="1516688"/>
            <a:chExt cx="1075320" cy="209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C0665B54-197D-A832-79C3-14154B57616B}"/>
                    </a:ext>
                  </a:extLst>
                </p14:cNvPr>
                <p14:cNvContentPartPr/>
                <p14:nvPr/>
              </p14:nvContentPartPr>
              <p14:xfrm>
                <a:off x="2239020" y="1554848"/>
                <a:ext cx="110520" cy="1717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C0665B54-197D-A832-79C3-14154B57616B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2230380" y="1546208"/>
                  <a:ext cx="12816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AE76C0CA-9288-5559-A65C-CBD34840D787}"/>
                    </a:ext>
                  </a:extLst>
                </p14:cNvPr>
                <p14:cNvContentPartPr/>
                <p14:nvPr/>
              </p14:nvContentPartPr>
              <p14:xfrm>
                <a:off x="2381940" y="1646648"/>
                <a:ext cx="88560" cy="532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AE76C0CA-9288-5559-A65C-CBD34840D787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2373300" y="1638008"/>
                  <a:ext cx="10620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A3238390-5462-90D2-8A7D-B59D8A2DDC47}"/>
                    </a:ext>
                  </a:extLst>
                </p14:cNvPr>
                <p14:cNvContentPartPr/>
                <p14:nvPr/>
              </p14:nvContentPartPr>
              <p14:xfrm>
                <a:off x="2488500" y="1625048"/>
                <a:ext cx="114120" cy="687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A3238390-5462-90D2-8A7D-B59D8A2DDC47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2479500" y="1616048"/>
                  <a:ext cx="13176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C9A2A51C-A5E8-B5D6-EEBB-58886707ABC5}"/>
                    </a:ext>
                  </a:extLst>
                </p14:cNvPr>
                <p14:cNvContentPartPr/>
                <p14:nvPr/>
              </p14:nvContentPartPr>
              <p14:xfrm>
                <a:off x="2563380" y="1614968"/>
                <a:ext cx="119520" cy="756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C9A2A51C-A5E8-B5D6-EEBB-58886707ABC5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2554740" y="1606328"/>
                  <a:ext cx="13716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11AC8F32-7D22-2FBE-D217-0F2592AAEF5F}"/>
                    </a:ext>
                  </a:extLst>
                </p14:cNvPr>
                <p14:cNvContentPartPr/>
                <p14:nvPr/>
              </p14:nvContentPartPr>
              <p14:xfrm>
                <a:off x="2831220" y="1516688"/>
                <a:ext cx="131400" cy="1630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11AC8F32-7D22-2FBE-D217-0F2592AAEF5F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2822580" y="1507688"/>
                  <a:ext cx="14904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BB8BEEDA-4FF0-C15C-84EF-315399A7391F}"/>
                    </a:ext>
                  </a:extLst>
                </p14:cNvPr>
                <p14:cNvContentPartPr/>
                <p14:nvPr/>
              </p14:nvContentPartPr>
              <p14:xfrm>
                <a:off x="3024180" y="1620728"/>
                <a:ext cx="104400" cy="666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BB8BEEDA-4FF0-C15C-84EF-315399A7391F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3015180" y="1612088"/>
                  <a:ext cx="12204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E4B57322-F5BB-E8F1-835C-28A246DC32BC}"/>
                    </a:ext>
                  </a:extLst>
                </p14:cNvPr>
                <p14:cNvContentPartPr/>
                <p14:nvPr/>
              </p14:nvContentPartPr>
              <p14:xfrm>
                <a:off x="3127500" y="1597328"/>
                <a:ext cx="63360" cy="716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E4B57322-F5BB-E8F1-835C-28A246DC32BC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3118500" y="1588688"/>
                  <a:ext cx="8100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B9D34216-6EDA-F3D5-A097-E2A1AC86CEEC}"/>
                    </a:ext>
                  </a:extLst>
                </p14:cNvPr>
                <p14:cNvContentPartPr/>
                <p14:nvPr/>
              </p14:nvContentPartPr>
              <p14:xfrm>
                <a:off x="3235860" y="1575728"/>
                <a:ext cx="78480" cy="799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B9D34216-6EDA-F3D5-A097-E2A1AC86CEEC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3227220" y="1567088"/>
                  <a:ext cx="96120" cy="97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D8891C8F-37CC-AB3A-E5F8-4BF8F9713A9F}"/>
              </a:ext>
            </a:extLst>
          </p:cNvPr>
          <p:cNvGrpSpPr/>
          <p:nvPr/>
        </p:nvGrpSpPr>
        <p:grpSpPr>
          <a:xfrm>
            <a:off x="3583620" y="1451168"/>
            <a:ext cx="838440" cy="402480"/>
            <a:chOff x="3583620" y="1451168"/>
            <a:chExt cx="838440" cy="402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6D275FFF-67FA-26F7-532D-4BB07FAFBC25}"/>
                    </a:ext>
                  </a:extLst>
                </p14:cNvPr>
                <p14:cNvContentPartPr/>
                <p14:nvPr/>
              </p14:nvContentPartPr>
              <p14:xfrm>
                <a:off x="3583620" y="1451168"/>
                <a:ext cx="281160" cy="2322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6D275FFF-67FA-26F7-532D-4BB07FAFBC25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3574620" y="1442528"/>
                  <a:ext cx="29880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8E139B69-1B29-846B-8E53-F7EEA1FA63A7}"/>
                    </a:ext>
                  </a:extLst>
                </p14:cNvPr>
                <p14:cNvContentPartPr/>
                <p14:nvPr/>
              </p14:nvContentPartPr>
              <p14:xfrm>
                <a:off x="3792420" y="1475288"/>
                <a:ext cx="16200" cy="57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8E139B69-1B29-846B-8E53-F7EEA1FA63A7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3783780" y="1466648"/>
                  <a:ext cx="338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2146A8CA-BA7A-36AE-2DD3-84EA3DFEFDBA}"/>
                    </a:ext>
                  </a:extLst>
                </p14:cNvPr>
                <p14:cNvContentPartPr/>
                <p14:nvPr/>
              </p14:nvContentPartPr>
              <p14:xfrm>
                <a:off x="3926700" y="1573928"/>
                <a:ext cx="70560" cy="914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2146A8CA-BA7A-36AE-2DD3-84EA3DFEFDBA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3918060" y="1564928"/>
                  <a:ext cx="8820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E7AB322E-EA39-8E31-0ABB-3B634B2EF1E4}"/>
                    </a:ext>
                  </a:extLst>
                </p14:cNvPr>
                <p14:cNvContentPartPr/>
                <p14:nvPr/>
              </p14:nvContentPartPr>
              <p14:xfrm>
                <a:off x="4035420" y="1557368"/>
                <a:ext cx="53280" cy="1159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E7AB322E-EA39-8E31-0ABB-3B634B2EF1E4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4026420" y="1548368"/>
                  <a:ext cx="7092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763998B0-1920-937D-74C3-7176E663AC5E}"/>
                    </a:ext>
                  </a:extLst>
                </p14:cNvPr>
                <p14:cNvContentPartPr/>
                <p14:nvPr/>
              </p14:nvContentPartPr>
              <p14:xfrm>
                <a:off x="4145940" y="1605248"/>
                <a:ext cx="16200" cy="511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763998B0-1920-937D-74C3-7176E663AC5E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4136940" y="1596248"/>
                  <a:ext cx="3384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6670A79E-D1F6-575D-B117-C3993AE0D69F}"/>
                    </a:ext>
                  </a:extLst>
                </p14:cNvPr>
                <p14:cNvContentPartPr/>
                <p14:nvPr/>
              </p14:nvContentPartPr>
              <p14:xfrm>
                <a:off x="4156020" y="1506608"/>
                <a:ext cx="360" cy="3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6670A79E-D1F6-575D-B117-C3993AE0D69F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4147380" y="1497608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CCDB065D-7F30-AAA3-993C-B97A3CF82100}"/>
                    </a:ext>
                  </a:extLst>
                </p14:cNvPr>
                <p14:cNvContentPartPr/>
                <p14:nvPr/>
              </p14:nvContentPartPr>
              <p14:xfrm>
                <a:off x="4218660" y="1603448"/>
                <a:ext cx="101520" cy="651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CCDB065D-7F30-AAA3-993C-B97A3CF82100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4209660" y="1594808"/>
                  <a:ext cx="11916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3D2F7A6F-67D1-AC32-C7B3-57A7FDE5CA13}"/>
                    </a:ext>
                  </a:extLst>
                </p14:cNvPr>
                <p14:cNvContentPartPr/>
                <p14:nvPr/>
              </p14:nvContentPartPr>
              <p14:xfrm>
                <a:off x="4326660" y="1572848"/>
                <a:ext cx="95400" cy="2808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3D2F7A6F-67D1-AC32-C7B3-57A7FDE5CA13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4317660" y="1564208"/>
                  <a:ext cx="113040" cy="298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D0C3C3D1-B530-9031-2B3F-DA5C91280064}"/>
              </a:ext>
            </a:extLst>
          </p:cNvPr>
          <p:cNvGrpSpPr/>
          <p:nvPr/>
        </p:nvGrpSpPr>
        <p:grpSpPr>
          <a:xfrm>
            <a:off x="8109900" y="1636568"/>
            <a:ext cx="245520" cy="81720"/>
            <a:chOff x="8109900" y="1636568"/>
            <a:chExt cx="245520" cy="81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39C1D1D1-5470-C920-5199-BAD1CBE2B35D}"/>
                    </a:ext>
                  </a:extLst>
                </p14:cNvPr>
                <p14:cNvContentPartPr/>
                <p14:nvPr/>
              </p14:nvContentPartPr>
              <p14:xfrm>
                <a:off x="8109900" y="1636568"/>
                <a:ext cx="118080" cy="817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39C1D1D1-5470-C920-5199-BAD1CBE2B35D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8101260" y="1627568"/>
                  <a:ext cx="13572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48EF5221-ABD2-92BE-3396-1C6AA77A02EB}"/>
                    </a:ext>
                  </a:extLst>
                </p14:cNvPr>
                <p14:cNvContentPartPr/>
                <p14:nvPr/>
              </p14:nvContentPartPr>
              <p14:xfrm>
                <a:off x="8267940" y="1656368"/>
                <a:ext cx="87480" cy="5940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48EF5221-ABD2-92BE-3396-1C6AA77A02EB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8259300" y="1647368"/>
                  <a:ext cx="105120" cy="77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62B9C777-1088-97D9-9645-D18CF58946F6}"/>
              </a:ext>
            </a:extLst>
          </p:cNvPr>
          <p:cNvGrpSpPr/>
          <p:nvPr/>
        </p:nvGrpSpPr>
        <p:grpSpPr>
          <a:xfrm>
            <a:off x="8584020" y="1483928"/>
            <a:ext cx="851760" cy="392040"/>
            <a:chOff x="8584020" y="1483928"/>
            <a:chExt cx="851760" cy="392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0E4FE9FF-F11A-E121-BD1E-E22191CB1269}"/>
                    </a:ext>
                  </a:extLst>
                </p14:cNvPr>
                <p14:cNvContentPartPr/>
                <p14:nvPr/>
              </p14:nvContentPartPr>
              <p14:xfrm>
                <a:off x="8584020" y="1483928"/>
                <a:ext cx="267840" cy="22608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0E4FE9FF-F11A-E121-BD1E-E22191CB1269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8575020" y="1475288"/>
                  <a:ext cx="28548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8414B5F3-6D72-C1CA-8076-F06DE2EDFC38}"/>
                    </a:ext>
                  </a:extLst>
                </p14:cNvPr>
                <p14:cNvContentPartPr/>
                <p14:nvPr/>
              </p14:nvContentPartPr>
              <p14:xfrm>
                <a:off x="8806140" y="1506608"/>
                <a:ext cx="10080" cy="396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8414B5F3-6D72-C1CA-8076-F06DE2EDFC38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8797140" y="1497608"/>
                  <a:ext cx="2772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DA3CC915-74C5-EABB-A18E-6D2EF72EACE3}"/>
                    </a:ext>
                  </a:extLst>
                </p14:cNvPr>
                <p14:cNvContentPartPr/>
                <p14:nvPr/>
              </p14:nvContentPartPr>
              <p14:xfrm>
                <a:off x="8909460" y="1620008"/>
                <a:ext cx="82440" cy="806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DA3CC915-74C5-EABB-A18E-6D2EF72EACE3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8900820" y="1611008"/>
                  <a:ext cx="10008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C37FEF17-D328-2500-568D-BC038516C68E}"/>
                    </a:ext>
                  </a:extLst>
                </p14:cNvPr>
                <p14:cNvContentPartPr/>
                <p14:nvPr/>
              </p14:nvContentPartPr>
              <p14:xfrm>
                <a:off x="9028980" y="1600928"/>
                <a:ext cx="77040" cy="1198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C37FEF17-D328-2500-568D-BC038516C68E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9019980" y="1591928"/>
                  <a:ext cx="9468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618845C8-E6AF-5165-D33A-840E55783C3F}"/>
                    </a:ext>
                  </a:extLst>
                </p14:cNvPr>
                <p14:cNvContentPartPr/>
                <p14:nvPr/>
              </p14:nvContentPartPr>
              <p14:xfrm>
                <a:off x="9154260" y="1636568"/>
                <a:ext cx="26280" cy="5940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618845C8-E6AF-5165-D33A-840E55783C3F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9145260" y="1627568"/>
                  <a:ext cx="4392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44740E30-BF72-CA93-0AE9-96D674D14D38}"/>
                    </a:ext>
                  </a:extLst>
                </p14:cNvPr>
                <p14:cNvContentPartPr/>
                <p14:nvPr/>
              </p14:nvContentPartPr>
              <p14:xfrm>
                <a:off x="9185220" y="1568888"/>
                <a:ext cx="1440" cy="324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44740E30-BF72-CA93-0AE9-96D674D14D38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9176580" y="1559888"/>
                  <a:ext cx="1908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9E9B4F33-D79E-7FD1-0D24-A19B6248DF8C}"/>
                    </a:ext>
                  </a:extLst>
                </p14:cNvPr>
                <p14:cNvContentPartPr/>
                <p14:nvPr/>
              </p14:nvContentPartPr>
              <p14:xfrm>
                <a:off x="9216540" y="1636568"/>
                <a:ext cx="148320" cy="925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9E9B4F33-D79E-7FD1-0D24-A19B6248DF8C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9207900" y="1627568"/>
                  <a:ext cx="16596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2F6A58BA-2A91-2239-952D-471226ECEB48}"/>
                    </a:ext>
                  </a:extLst>
                </p14:cNvPr>
                <p14:cNvContentPartPr/>
                <p14:nvPr/>
              </p14:nvContentPartPr>
              <p14:xfrm>
                <a:off x="9340020" y="1646288"/>
                <a:ext cx="95760" cy="2296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2F6A58BA-2A91-2239-952D-471226ECEB48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9331020" y="1637648"/>
                  <a:ext cx="113400" cy="247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D9148738-2DA3-15F1-7959-FFEFB6DD81C4}"/>
              </a:ext>
            </a:extLst>
          </p:cNvPr>
          <p:cNvGrpSpPr/>
          <p:nvPr/>
        </p:nvGrpSpPr>
        <p:grpSpPr>
          <a:xfrm>
            <a:off x="6280740" y="4992128"/>
            <a:ext cx="301320" cy="120240"/>
            <a:chOff x="6280740" y="4992128"/>
            <a:chExt cx="301320" cy="120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60C45DE7-6753-B135-7D32-0A3B28AAE26D}"/>
                    </a:ext>
                  </a:extLst>
                </p14:cNvPr>
                <p14:cNvContentPartPr/>
                <p14:nvPr/>
              </p14:nvContentPartPr>
              <p14:xfrm>
                <a:off x="6280740" y="4992128"/>
                <a:ext cx="94320" cy="993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60C45DE7-6753-B135-7D32-0A3B28AAE26D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6272100" y="4983488"/>
                  <a:ext cx="11196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61020D41-DC6E-196C-6665-90CBE6AB5BBF}"/>
                    </a:ext>
                  </a:extLst>
                </p14:cNvPr>
                <p14:cNvContentPartPr/>
                <p14:nvPr/>
              </p14:nvContentPartPr>
              <p14:xfrm>
                <a:off x="6425820" y="5112008"/>
                <a:ext cx="6480" cy="3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61020D41-DC6E-196C-6665-90CBE6AB5BBF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6416820" y="5103368"/>
                  <a:ext cx="2412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D759BCFD-230A-3B8B-7F90-693BFEEA5203}"/>
                    </a:ext>
                  </a:extLst>
                </p14:cNvPr>
                <p14:cNvContentPartPr/>
                <p14:nvPr/>
              </p14:nvContentPartPr>
              <p14:xfrm>
                <a:off x="6489540" y="5013728"/>
                <a:ext cx="92520" cy="7308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D759BCFD-230A-3B8B-7F90-693BFEEA5203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6480540" y="5005088"/>
                  <a:ext cx="110160" cy="90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7B6E9467-D1AE-AA53-0070-2D5FED69FB3E}"/>
              </a:ext>
            </a:extLst>
          </p:cNvPr>
          <p:cNvGrpSpPr/>
          <p:nvPr/>
        </p:nvGrpSpPr>
        <p:grpSpPr>
          <a:xfrm>
            <a:off x="6238980" y="3485168"/>
            <a:ext cx="293400" cy="179280"/>
            <a:chOff x="6238980" y="3485168"/>
            <a:chExt cx="293400" cy="179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F2432DDA-6992-4A17-E41A-F0FDDEA8DD0D}"/>
                    </a:ext>
                  </a:extLst>
                </p14:cNvPr>
                <p14:cNvContentPartPr/>
                <p14:nvPr/>
              </p14:nvContentPartPr>
              <p14:xfrm>
                <a:off x="6238980" y="3552848"/>
                <a:ext cx="105840" cy="900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F2432DDA-6992-4A17-E41A-F0FDDEA8DD0D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6229980" y="3543848"/>
                  <a:ext cx="12348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16937FFE-3647-C5B7-C0E8-CA130E36C837}"/>
                    </a:ext>
                  </a:extLst>
                </p14:cNvPr>
                <p14:cNvContentPartPr/>
                <p14:nvPr/>
              </p14:nvContentPartPr>
              <p14:xfrm>
                <a:off x="6412140" y="3657248"/>
                <a:ext cx="20160" cy="720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16937FFE-3647-C5B7-C0E8-CA130E36C837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6403140" y="3648608"/>
                  <a:ext cx="3780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51B75270-56A9-14D1-250C-B8C7BA8766A8}"/>
                    </a:ext>
                  </a:extLst>
                </p14:cNvPr>
                <p14:cNvContentPartPr/>
                <p14:nvPr/>
              </p14:nvContentPartPr>
              <p14:xfrm>
                <a:off x="6446700" y="3538088"/>
                <a:ext cx="78480" cy="8388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51B75270-56A9-14D1-250C-B8C7BA8766A8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6438060" y="3529088"/>
                  <a:ext cx="9612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150B75C8-FBBB-59F6-C3FB-D296ABCA5601}"/>
                    </a:ext>
                  </a:extLst>
                </p14:cNvPr>
                <p14:cNvContentPartPr/>
                <p14:nvPr/>
              </p14:nvContentPartPr>
              <p14:xfrm>
                <a:off x="6426540" y="3485168"/>
                <a:ext cx="105840" cy="219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150B75C8-FBBB-59F6-C3FB-D296ABCA5601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6417900" y="3476528"/>
                  <a:ext cx="123480" cy="3960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32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943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300" b="1" dirty="0">
                <a:solidFill>
                  <a:srgbClr val="6FA6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658368" y="18288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Decimation = filter + downsample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2761488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D5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lowpass filter removes content that would fold into the preserved band.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0:25–0:32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the anti-aliasing filter is necessary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685800" y="2148840"/>
            <a:ext cx="1143000" cy="6583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9D6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2167128"/>
            <a:ext cx="114300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x[n]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828800" y="2478024"/>
            <a:ext cx="914400" cy="0"/>
          </a:xfrm>
          <a:prstGeom prst="line">
            <a:avLst/>
          </a:prstGeom>
          <a:noFill/>
          <a:ln w="25400">
            <a:solidFill>
              <a:srgbClr val="245B8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0" y="1965960"/>
            <a:ext cx="1920240" cy="1024128"/>
          </a:xfrm>
          <a:prstGeom prst="roundRect">
            <a:avLst/>
          </a:prstGeom>
          <a:solidFill>
            <a:srgbClr val="EAF4FA"/>
          </a:solidFill>
          <a:ln w="19050">
            <a:solidFill>
              <a:srgbClr val="2F80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0" y="1984248"/>
            <a:ext cx="1920240" cy="1005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HAA(z)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lowpass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663440" y="2478024"/>
            <a:ext cx="960120" cy="0"/>
          </a:xfrm>
          <a:prstGeom prst="line">
            <a:avLst/>
          </a:prstGeom>
          <a:noFill/>
          <a:ln w="25400">
            <a:solidFill>
              <a:srgbClr val="245B8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623560" y="2057400"/>
            <a:ext cx="1325880" cy="841248"/>
          </a:xfrm>
          <a:prstGeom prst="roundRect">
            <a:avLst/>
          </a:prstGeom>
          <a:solidFill>
            <a:srgbClr val="FFF6E9"/>
          </a:solidFill>
          <a:ln w="19050">
            <a:solidFill>
              <a:srgbClr val="C96A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623560" y="2075688"/>
            <a:ext cx="132588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 M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949440" y="2478024"/>
            <a:ext cx="1005840" cy="0"/>
          </a:xfrm>
          <a:prstGeom prst="line">
            <a:avLst/>
          </a:prstGeom>
          <a:noFill/>
          <a:ln w="25400">
            <a:solidFill>
              <a:srgbClr val="245B8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955280" y="2148840"/>
            <a:ext cx="1143000" cy="6583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9D6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955280" y="2167128"/>
            <a:ext cx="114300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y[n]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60120" y="3886200"/>
            <a:ext cx="2743200" cy="960120"/>
          </a:xfrm>
          <a:prstGeom prst="roundRect">
            <a:avLst>
              <a:gd name="adj" fmla="val 5714"/>
            </a:avLst>
          </a:prstGeom>
          <a:solidFill>
            <a:srgbClr val="EEF7F1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124712" y="4014216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Ideal cutoff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24712" y="4325112"/>
            <a:ext cx="24140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ω_c = π/M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3977640" y="3886200"/>
            <a:ext cx="3749040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142232" y="4014216"/>
            <a:ext cx="3419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Practical filter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142232" y="4325112"/>
            <a:ext cx="3419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passband edge &lt; π/M and stopband edge ≤ π/M.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8001000" y="3886200"/>
            <a:ext cx="2880360" cy="960120"/>
          </a:xfrm>
          <a:prstGeom prst="roundRect">
            <a:avLst>
              <a:gd name="adj" fmla="val 5714"/>
            </a:avLst>
          </a:prstGeom>
          <a:solidFill>
            <a:srgbClr val="FFF8EC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165592" y="4014216"/>
            <a:ext cx="2551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tradeoff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165592" y="4325112"/>
            <a:ext cx="25511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Sharper transition ⇒ longer FIR ⇒ more delay and computation.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0B2A9A30-28B7-607A-96A3-AC5056BFA195}"/>
              </a:ext>
            </a:extLst>
          </p:cNvPr>
          <p:cNvGrpSpPr/>
          <p:nvPr/>
        </p:nvGrpSpPr>
        <p:grpSpPr>
          <a:xfrm>
            <a:off x="2796660" y="1437848"/>
            <a:ext cx="1224720" cy="252000"/>
            <a:chOff x="2796660" y="1437848"/>
            <a:chExt cx="1224720" cy="252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3E8CA91B-A711-E6E5-76FB-4002AD40C74D}"/>
                    </a:ext>
                  </a:extLst>
                </p14:cNvPr>
                <p14:cNvContentPartPr/>
                <p14:nvPr/>
              </p14:nvContentPartPr>
              <p14:xfrm>
                <a:off x="2796660" y="1620728"/>
                <a:ext cx="118080" cy="691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3E8CA91B-A711-E6E5-76FB-4002AD40C74D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787660" y="1611728"/>
                  <a:ext cx="13572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A6B26F2B-7E05-3A2B-AF2C-E6D8793D984F}"/>
                    </a:ext>
                  </a:extLst>
                </p14:cNvPr>
                <p14:cNvContentPartPr/>
                <p14:nvPr/>
              </p14:nvContentPartPr>
              <p14:xfrm>
                <a:off x="2956140" y="1622888"/>
                <a:ext cx="98640" cy="464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A6B26F2B-7E05-3A2B-AF2C-E6D8793D984F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947140" y="1613888"/>
                  <a:ext cx="11628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68F1AD8D-4854-E1E2-A75D-3254382928D3}"/>
                    </a:ext>
                  </a:extLst>
                </p14:cNvPr>
                <p14:cNvContentPartPr/>
                <p14:nvPr/>
              </p14:nvContentPartPr>
              <p14:xfrm>
                <a:off x="3075660" y="1454408"/>
                <a:ext cx="93960" cy="1936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68F1AD8D-4854-E1E2-A75D-3254382928D3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3066660" y="1445768"/>
                  <a:ext cx="11160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268B1736-8F4C-7D77-C49B-733F4C0A8724}"/>
                    </a:ext>
                  </a:extLst>
                </p14:cNvPr>
                <p14:cNvContentPartPr/>
                <p14:nvPr/>
              </p14:nvContentPartPr>
              <p14:xfrm>
                <a:off x="3069180" y="1584368"/>
                <a:ext cx="95040" cy="57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268B1736-8F4C-7D77-C49B-733F4C0A8724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3060540" y="1575728"/>
                  <a:ext cx="11268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F3ADCC8F-2EDC-3D8C-935D-E739DD0DFC0E}"/>
                    </a:ext>
                  </a:extLst>
                </p14:cNvPr>
                <p14:cNvContentPartPr/>
                <p14:nvPr/>
              </p14:nvContentPartPr>
              <p14:xfrm>
                <a:off x="3184740" y="1584368"/>
                <a:ext cx="25200" cy="590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F3ADCC8F-2EDC-3D8C-935D-E739DD0DFC0E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3175740" y="1575728"/>
                  <a:ext cx="4284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69CCF7BE-F5DC-5409-0481-75C3593201A8}"/>
                    </a:ext>
                  </a:extLst>
                </p14:cNvPr>
                <p14:cNvContentPartPr/>
                <p14:nvPr/>
              </p14:nvContentPartPr>
              <p14:xfrm>
                <a:off x="3174300" y="1480688"/>
                <a:ext cx="2520" cy="432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69CCF7BE-F5DC-5409-0481-75C3593201A8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165300" y="1471688"/>
                  <a:ext cx="2016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65D3303E-97DC-A26D-3DC7-493C194B44FE}"/>
                    </a:ext>
                  </a:extLst>
                </p14:cNvPr>
                <p14:cNvContentPartPr/>
                <p14:nvPr/>
              </p14:nvContentPartPr>
              <p14:xfrm>
                <a:off x="3322620" y="1615688"/>
                <a:ext cx="44280" cy="25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65D3303E-97DC-A26D-3DC7-493C194B44FE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313620" y="1606688"/>
                  <a:ext cx="6192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279EBC64-BF11-7F10-A080-1D5E5C0F5A87}"/>
                    </a:ext>
                  </a:extLst>
                </p14:cNvPr>
                <p14:cNvContentPartPr/>
                <p14:nvPr/>
              </p14:nvContentPartPr>
              <p14:xfrm>
                <a:off x="3463380" y="1575368"/>
                <a:ext cx="127800" cy="1008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279EBC64-BF11-7F10-A080-1D5E5C0F5A87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3454380" y="1566728"/>
                  <a:ext cx="14544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576C2B4D-1DBA-EE73-3560-23B38C0D17E9}"/>
                    </a:ext>
                  </a:extLst>
                </p14:cNvPr>
                <p14:cNvContentPartPr/>
                <p14:nvPr/>
              </p14:nvContentPartPr>
              <p14:xfrm>
                <a:off x="3578580" y="1437848"/>
                <a:ext cx="192240" cy="2264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576C2B4D-1DBA-EE73-3560-23B38C0D17E9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3569580" y="1428848"/>
                  <a:ext cx="20988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9BD4C313-72A0-D2CE-30BC-54A1BCBD8108}"/>
                    </a:ext>
                  </a:extLst>
                </p14:cNvPr>
                <p14:cNvContentPartPr/>
                <p14:nvPr/>
              </p14:nvContentPartPr>
              <p14:xfrm>
                <a:off x="3693780" y="1497968"/>
                <a:ext cx="9720" cy="172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9BD4C313-72A0-D2CE-30BC-54A1BCBD8108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3685140" y="1488968"/>
                  <a:ext cx="2736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BF2E7954-3C39-B599-7AF6-5CA116A5726F}"/>
                    </a:ext>
                  </a:extLst>
                </p14:cNvPr>
                <p14:cNvContentPartPr/>
                <p14:nvPr/>
              </p14:nvContentPartPr>
              <p14:xfrm>
                <a:off x="3843540" y="1585088"/>
                <a:ext cx="82440" cy="774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BF2E7954-3C39-B599-7AF6-5CA116A5726F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3834540" y="1576448"/>
                  <a:ext cx="10008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D7C7894C-71A4-DC63-9063-CBA428472C79}"/>
                    </a:ext>
                  </a:extLst>
                </p14:cNvPr>
                <p14:cNvContentPartPr/>
                <p14:nvPr/>
              </p14:nvContentPartPr>
              <p14:xfrm>
                <a:off x="3936420" y="1536488"/>
                <a:ext cx="84960" cy="1267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D7C7894C-71A4-DC63-9063-CBA428472C79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3927780" y="1527848"/>
                  <a:ext cx="102600" cy="144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9A779E14-86D7-69B4-478B-9AD26B232D4F}"/>
              </a:ext>
            </a:extLst>
          </p:cNvPr>
          <p:cNvGrpSpPr/>
          <p:nvPr/>
        </p:nvGrpSpPr>
        <p:grpSpPr>
          <a:xfrm>
            <a:off x="4216140" y="1402928"/>
            <a:ext cx="638640" cy="313200"/>
            <a:chOff x="4216140" y="1402928"/>
            <a:chExt cx="638640" cy="313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D6CD6938-35E8-0DA7-3767-BEE910A7C244}"/>
                    </a:ext>
                  </a:extLst>
                </p14:cNvPr>
                <p14:cNvContentPartPr/>
                <p14:nvPr/>
              </p14:nvContentPartPr>
              <p14:xfrm>
                <a:off x="4231620" y="1410848"/>
                <a:ext cx="101520" cy="3052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D6CD6938-35E8-0DA7-3767-BEE910A7C244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4222980" y="1402208"/>
                  <a:ext cx="119160" cy="32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7B242024-08EF-523B-E312-67CE0B62721B}"/>
                    </a:ext>
                  </a:extLst>
                </p14:cNvPr>
                <p14:cNvContentPartPr/>
                <p14:nvPr/>
              </p14:nvContentPartPr>
              <p14:xfrm>
                <a:off x="4216140" y="1583648"/>
                <a:ext cx="122400" cy="273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7B242024-08EF-523B-E312-67CE0B62721B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4207140" y="1574648"/>
                  <a:ext cx="14004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C891289E-80EB-6A18-2364-0C7B6BCAA7A5}"/>
                    </a:ext>
                  </a:extLst>
                </p14:cNvPr>
                <p14:cNvContentPartPr/>
                <p14:nvPr/>
              </p14:nvContentPartPr>
              <p14:xfrm>
                <a:off x="4395060" y="1615688"/>
                <a:ext cx="9720" cy="2088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C891289E-80EB-6A18-2364-0C7B6BCAA7A5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4386420" y="1606688"/>
                  <a:ext cx="2736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D68D6B4C-541A-25A2-E58A-2DF2F2842FBD}"/>
                    </a:ext>
                  </a:extLst>
                </p14:cNvPr>
                <p14:cNvContentPartPr/>
                <p14:nvPr/>
              </p14:nvContentPartPr>
              <p14:xfrm>
                <a:off x="4353660" y="1511648"/>
                <a:ext cx="6480" cy="3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D68D6B4C-541A-25A2-E58A-2DF2F2842FBD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4344660" y="1503008"/>
                  <a:ext cx="2412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876A1BEB-7C62-44D6-5DDD-5AF7BBA6DB6C}"/>
                    </a:ext>
                  </a:extLst>
                </p14:cNvPr>
                <p14:cNvContentPartPr/>
                <p14:nvPr/>
              </p14:nvContentPartPr>
              <p14:xfrm>
                <a:off x="4464540" y="1402928"/>
                <a:ext cx="118440" cy="2494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876A1BEB-7C62-44D6-5DDD-5AF7BBA6DB6C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4455900" y="1393928"/>
                  <a:ext cx="13608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8792FE72-D25A-D9CA-BB9C-4E87B0D3E273}"/>
                    </a:ext>
                  </a:extLst>
                </p14:cNvPr>
                <p14:cNvContentPartPr/>
                <p14:nvPr/>
              </p14:nvContentPartPr>
              <p14:xfrm>
                <a:off x="4613220" y="1423448"/>
                <a:ext cx="31680" cy="1666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8792FE72-D25A-D9CA-BB9C-4E87B0D3E273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4604580" y="1414448"/>
                  <a:ext cx="4932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C56A45F1-9111-5E16-85A7-672EF2DBB7D0}"/>
                    </a:ext>
                  </a:extLst>
                </p14:cNvPr>
                <p14:cNvContentPartPr/>
                <p14:nvPr/>
              </p14:nvContentPartPr>
              <p14:xfrm>
                <a:off x="4582260" y="1476368"/>
                <a:ext cx="272520" cy="1137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C56A45F1-9111-5E16-85A7-672EF2DBB7D0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4573260" y="1467728"/>
                  <a:ext cx="290160" cy="131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E13C3004-479D-8430-901F-933E28173558}"/>
              </a:ext>
            </a:extLst>
          </p:cNvPr>
          <p:cNvGrpSpPr/>
          <p:nvPr/>
        </p:nvGrpSpPr>
        <p:grpSpPr>
          <a:xfrm>
            <a:off x="3095820" y="3061088"/>
            <a:ext cx="847800" cy="324720"/>
            <a:chOff x="3095820" y="3061088"/>
            <a:chExt cx="847800" cy="324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0DA6CC97-C805-CE23-FD1E-AA7994C5B697}"/>
                    </a:ext>
                  </a:extLst>
                </p14:cNvPr>
                <p14:cNvContentPartPr/>
                <p14:nvPr/>
              </p14:nvContentPartPr>
              <p14:xfrm>
                <a:off x="3095820" y="3195368"/>
                <a:ext cx="193320" cy="12744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0DA6CC97-C805-CE23-FD1E-AA7994C5B697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3087180" y="3186728"/>
                  <a:ext cx="21096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C92D8003-C896-F221-E06F-B98C85FC9AB4}"/>
                    </a:ext>
                  </a:extLst>
                </p14:cNvPr>
                <p14:cNvContentPartPr/>
                <p14:nvPr/>
              </p14:nvContentPartPr>
              <p14:xfrm>
                <a:off x="3329460" y="3293288"/>
                <a:ext cx="110520" cy="925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C92D8003-C896-F221-E06F-B98C85FC9AB4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3320820" y="3284648"/>
                  <a:ext cx="12816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47478B9B-A736-0063-BD19-F7E646D8F0F8}"/>
                    </a:ext>
                  </a:extLst>
                </p14:cNvPr>
                <p14:cNvContentPartPr/>
                <p14:nvPr/>
              </p14:nvContentPartPr>
              <p14:xfrm>
                <a:off x="3527100" y="3257288"/>
                <a:ext cx="88920" cy="1584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47478B9B-A736-0063-BD19-F7E646D8F0F8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3518460" y="3248648"/>
                  <a:ext cx="10656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85900A29-C5A1-93F6-CFBF-E0023F74A47A}"/>
                    </a:ext>
                  </a:extLst>
                </p14:cNvPr>
                <p14:cNvContentPartPr/>
                <p14:nvPr/>
              </p14:nvContentPartPr>
              <p14:xfrm>
                <a:off x="3491820" y="3199688"/>
                <a:ext cx="103680" cy="165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85900A29-C5A1-93F6-CFBF-E0023F74A47A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3482820" y="3190688"/>
                  <a:ext cx="12132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C10E5E0C-6288-527F-1890-0E8CDA357916}"/>
                    </a:ext>
                  </a:extLst>
                </p14:cNvPr>
                <p14:cNvContentPartPr/>
                <p14:nvPr/>
              </p14:nvContentPartPr>
              <p14:xfrm>
                <a:off x="3830940" y="3087008"/>
                <a:ext cx="22320" cy="950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C10E5E0C-6288-527F-1890-0E8CDA357916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3821940" y="3078008"/>
                  <a:ext cx="3996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C565F4D8-63BC-496C-99AE-356568B2E16B}"/>
                    </a:ext>
                  </a:extLst>
                </p14:cNvPr>
                <p14:cNvContentPartPr/>
                <p14:nvPr/>
              </p14:nvContentPartPr>
              <p14:xfrm>
                <a:off x="3875580" y="3111848"/>
                <a:ext cx="42480" cy="856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C565F4D8-63BC-496C-99AE-356568B2E16B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3866940" y="3103208"/>
                  <a:ext cx="6012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948ADDD8-9FC1-4B4A-04A9-F339F48E248E}"/>
                    </a:ext>
                  </a:extLst>
                </p14:cNvPr>
                <p14:cNvContentPartPr/>
                <p14:nvPr/>
              </p14:nvContentPartPr>
              <p14:xfrm>
                <a:off x="3713220" y="3061088"/>
                <a:ext cx="230400" cy="972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948ADDD8-9FC1-4B4A-04A9-F339F48E248E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3704220" y="3052448"/>
                  <a:ext cx="248040" cy="27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1621B646-2DC2-6220-4CF1-993692CED375}"/>
                  </a:ext>
                </a:extLst>
              </p14:cNvPr>
              <p14:cNvContentPartPr/>
              <p14:nvPr/>
            </p14:nvContentPartPr>
            <p14:xfrm>
              <a:off x="3766860" y="3272408"/>
              <a:ext cx="271800" cy="1656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1621B646-2DC2-6220-4CF1-993692CED375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3757860" y="3263408"/>
                <a:ext cx="289440" cy="3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A6C7B4DA-2CEB-ABD9-6B42-5BB94C1DDD18}"/>
                  </a:ext>
                </a:extLst>
              </p14:cNvPr>
              <p14:cNvContentPartPr/>
              <p14:nvPr/>
            </p14:nvContentPartPr>
            <p14:xfrm>
              <a:off x="3843540" y="3388328"/>
              <a:ext cx="184680" cy="14796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A6C7B4DA-2CEB-ABD9-6B42-5BB94C1DDD18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3834540" y="3379688"/>
                <a:ext cx="202320" cy="165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0:32–0:39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Filter design example: decimate by 2</a:t>
            </a:r>
            <a:endParaRPr lang="en-US" sz="2550" dirty="0"/>
          </a:p>
        </p:txBody>
      </p:sp>
      <p:pic>
        <p:nvPicPr>
          <p:cNvPr id="4" name="Image 0" descr="/mnt/data/week6_multirate/assets/anti_alias_fil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547083"/>
            <a:ext cx="5577840" cy="217531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720840" y="1645920"/>
            <a:ext cx="4526280" cy="3108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75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 Nyquist limit corresponds to input |ω| = π/2.
</a:t>
            </a:r>
            <a:r>
              <a:rPr lang="en-US" sz="175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Preserve the useful band below the transition region.
</a:t>
            </a:r>
            <a:r>
              <a:rPr lang="en-US" sz="175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Suppress energy above π/2 before ↓2.
</a:t>
            </a:r>
            <a:r>
              <a:rPr lang="en-US" sz="175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linear-phase FIR gives constant group delay in the passband.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6720840" y="4709160"/>
            <a:ext cx="4434840" cy="960120"/>
          </a:xfrm>
          <a:prstGeom prst="roundRect">
            <a:avLst>
              <a:gd name="adj" fmla="val 5714"/>
            </a:avLst>
          </a:prstGeom>
          <a:solidFill>
            <a:srgbClr val="F3F8FB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885432" y="4837176"/>
            <a:ext cx="4105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Implementation note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885432" y="5148072"/>
            <a:ext cx="41056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scipy.signal.decimate or resample_poly handles filtering + rate change for you—but the design assumptions still matter.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CA32D7C-9C6B-CFA9-E417-2836E9B28A6E}"/>
              </a:ext>
            </a:extLst>
          </p:cNvPr>
          <p:cNvGrpSpPr/>
          <p:nvPr/>
        </p:nvGrpSpPr>
        <p:grpSpPr>
          <a:xfrm>
            <a:off x="6561540" y="766088"/>
            <a:ext cx="733320" cy="227520"/>
            <a:chOff x="6561540" y="766088"/>
            <a:chExt cx="733320" cy="227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250F313A-DBD6-432C-AE6C-83A0E6567F59}"/>
                    </a:ext>
                  </a:extLst>
                </p14:cNvPr>
                <p14:cNvContentPartPr/>
                <p14:nvPr/>
              </p14:nvContentPartPr>
              <p14:xfrm>
                <a:off x="6561540" y="766088"/>
                <a:ext cx="234720" cy="2275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250F313A-DBD6-432C-AE6C-83A0E6567F59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552540" y="757448"/>
                  <a:ext cx="25236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384CE59A-9A05-36A1-F11E-09C6FF931712}"/>
                    </a:ext>
                  </a:extLst>
                </p14:cNvPr>
                <p14:cNvContentPartPr/>
                <p14:nvPr/>
              </p14:nvContentPartPr>
              <p14:xfrm>
                <a:off x="6910380" y="906128"/>
                <a:ext cx="119160" cy="136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384CE59A-9A05-36A1-F11E-09C6FF93171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901380" y="897488"/>
                  <a:ext cx="13680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AFF15251-FC54-59E9-2503-778ED20B70A7}"/>
                    </a:ext>
                  </a:extLst>
                </p14:cNvPr>
                <p14:cNvContentPartPr/>
                <p14:nvPr/>
              </p14:nvContentPartPr>
              <p14:xfrm>
                <a:off x="6917580" y="844928"/>
                <a:ext cx="86040" cy="122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AFF15251-FC54-59E9-2503-778ED20B70A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908940" y="836288"/>
                  <a:ext cx="10368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86C00E42-2C80-C26C-E89F-CA3FF3B5F66C}"/>
                    </a:ext>
                  </a:extLst>
                </p14:cNvPr>
                <p14:cNvContentPartPr/>
                <p14:nvPr/>
              </p14:nvContentPartPr>
              <p14:xfrm>
                <a:off x="7133220" y="810008"/>
                <a:ext cx="161640" cy="1674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86C00E42-2C80-C26C-E89F-CA3FF3B5F66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124220" y="801008"/>
                  <a:ext cx="179280" cy="185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9F9C9E8-6CF1-BA00-89E2-D877050021CF}"/>
              </a:ext>
            </a:extLst>
          </p:cNvPr>
          <p:cNvGrpSpPr/>
          <p:nvPr/>
        </p:nvGrpSpPr>
        <p:grpSpPr>
          <a:xfrm>
            <a:off x="3736620" y="4417208"/>
            <a:ext cx="502560" cy="690120"/>
            <a:chOff x="3736620" y="4417208"/>
            <a:chExt cx="502560" cy="690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CE056010-5E08-6023-CC33-8D647C37CF69}"/>
                    </a:ext>
                  </a:extLst>
                </p14:cNvPr>
                <p14:cNvContentPartPr/>
                <p14:nvPr/>
              </p14:nvContentPartPr>
              <p14:xfrm>
                <a:off x="3782700" y="4471568"/>
                <a:ext cx="71640" cy="4413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CE056010-5E08-6023-CC33-8D647C37CF69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773700" y="4462568"/>
                  <a:ext cx="89280" cy="45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124F7379-1CD7-B9B9-60BE-8E1504BE34D2}"/>
                    </a:ext>
                  </a:extLst>
                </p14:cNvPr>
                <p14:cNvContentPartPr/>
                <p14:nvPr/>
              </p14:nvContentPartPr>
              <p14:xfrm>
                <a:off x="3736620" y="4417208"/>
                <a:ext cx="97200" cy="691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124F7379-1CD7-B9B9-60BE-8E1504BE34D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727620" y="4408208"/>
                  <a:ext cx="11484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240BCDE4-C33B-0E52-27E5-BFB8E9530F4A}"/>
                    </a:ext>
                  </a:extLst>
                </p14:cNvPr>
                <p14:cNvContentPartPr/>
                <p14:nvPr/>
              </p14:nvContentPartPr>
              <p14:xfrm>
                <a:off x="3948660" y="4895648"/>
                <a:ext cx="156240" cy="1296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240BCDE4-C33B-0E52-27E5-BFB8E9530F4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940020" y="4887008"/>
                  <a:ext cx="17388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E602741F-A6EE-11BD-AA76-851AD6820689}"/>
                    </a:ext>
                  </a:extLst>
                </p14:cNvPr>
                <p14:cNvContentPartPr/>
                <p14:nvPr/>
              </p14:nvContentPartPr>
              <p14:xfrm>
                <a:off x="4155660" y="4991768"/>
                <a:ext cx="83520" cy="1155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E602741F-A6EE-11BD-AA76-851AD6820689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147020" y="4982768"/>
                  <a:ext cx="101160" cy="133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14D731E6-B6AB-170D-F8F3-EDEED801E30F}"/>
                  </a:ext>
                </a:extLst>
              </p14:cNvPr>
              <p14:cNvContentPartPr/>
              <p14:nvPr/>
            </p14:nvContentPartPr>
            <p14:xfrm>
              <a:off x="3939660" y="5174288"/>
              <a:ext cx="273960" cy="2664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14D731E6-B6AB-170D-F8F3-EDEED801E30F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931020" y="5165288"/>
                <a:ext cx="291600" cy="44280"/>
              </a:xfrm>
              <a:prstGeom prst="rect">
                <a:avLst/>
              </a:prstGeom>
            </p:spPr>
          </p:pic>
        </mc:Fallback>
      </mc:AlternateContent>
      <p:grpSp>
        <p:nvGrpSpPr>
          <p:cNvPr id="23" name="Group 22">
            <a:extLst>
              <a:ext uri="{FF2B5EF4-FFF2-40B4-BE49-F238E27FC236}">
                <a16:creationId xmlns:a16="http://schemas.microsoft.com/office/drawing/2014/main" id="{3FB00249-8289-119C-166B-D3BC254E7100}"/>
              </a:ext>
            </a:extLst>
          </p:cNvPr>
          <p:cNvGrpSpPr/>
          <p:nvPr/>
        </p:nvGrpSpPr>
        <p:grpSpPr>
          <a:xfrm>
            <a:off x="4016700" y="5310368"/>
            <a:ext cx="165600" cy="131400"/>
            <a:chOff x="4016700" y="5310368"/>
            <a:chExt cx="165600" cy="131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861B7202-A864-F23C-F470-A2EBE5FBA8F5}"/>
                    </a:ext>
                  </a:extLst>
                </p14:cNvPr>
                <p14:cNvContentPartPr/>
                <p14:nvPr/>
              </p14:nvContentPartPr>
              <p14:xfrm>
                <a:off x="4048380" y="5327648"/>
                <a:ext cx="47520" cy="1141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861B7202-A864-F23C-F470-A2EBE5FBA8F5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039740" y="5319008"/>
                  <a:ext cx="6516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3B5CB8A5-B93F-7977-D981-F19A651A15B3}"/>
                    </a:ext>
                  </a:extLst>
                </p14:cNvPr>
                <p14:cNvContentPartPr/>
                <p14:nvPr/>
              </p14:nvContentPartPr>
              <p14:xfrm>
                <a:off x="4125780" y="5343128"/>
                <a:ext cx="38880" cy="864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3B5CB8A5-B93F-7977-D981-F19A651A15B3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117140" y="5334488"/>
                  <a:ext cx="5652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4FE2F623-11E0-F9F7-E1BC-DE080FB63E76}"/>
                    </a:ext>
                  </a:extLst>
                </p14:cNvPr>
                <p14:cNvContentPartPr/>
                <p14:nvPr/>
              </p14:nvContentPartPr>
              <p14:xfrm>
                <a:off x="4016700" y="5310368"/>
                <a:ext cx="165600" cy="410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4FE2F623-11E0-F9F7-E1BC-DE080FB63E76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008060" y="5301368"/>
                  <a:ext cx="183240" cy="58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BEDE0A81-1951-8091-4687-E8AA3644F7F4}"/>
              </a:ext>
            </a:extLst>
          </p:cNvPr>
          <p:cNvGrpSpPr/>
          <p:nvPr/>
        </p:nvGrpSpPr>
        <p:grpSpPr>
          <a:xfrm>
            <a:off x="4452660" y="5144408"/>
            <a:ext cx="100080" cy="61560"/>
            <a:chOff x="4452660" y="5144408"/>
            <a:chExt cx="100080" cy="61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6DC8A1E9-9FD5-336A-422F-3965CAD66D86}"/>
                    </a:ext>
                  </a:extLst>
                </p14:cNvPr>
                <p14:cNvContentPartPr/>
                <p14:nvPr/>
              </p14:nvContentPartPr>
              <p14:xfrm>
                <a:off x="4452660" y="5195168"/>
                <a:ext cx="100080" cy="108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6DC8A1E9-9FD5-336A-422F-3965CAD66D86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443660" y="5186528"/>
                  <a:ext cx="11772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6552036D-6851-9DB1-5ECF-C2E840A24AC1}"/>
                    </a:ext>
                  </a:extLst>
                </p14:cNvPr>
                <p14:cNvContentPartPr/>
                <p14:nvPr/>
              </p14:nvContentPartPr>
              <p14:xfrm>
                <a:off x="4459860" y="5144408"/>
                <a:ext cx="81360" cy="97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6552036D-6851-9DB1-5ECF-C2E840A24AC1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450860" y="5135408"/>
                  <a:ext cx="99000" cy="27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75FA06C5-B158-E064-5687-9A6257651741}"/>
                  </a:ext>
                </a:extLst>
              </p14:cNvPr>
              <p14:cNvContentPartPr/>
              <p14:nvPr/>
            </p14:nvContentPartPr>
            <p14:xfrm>
              <a:off x="4826700" y="4926968"/>
              <a:ext cx="26280" cy="12060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75FA06C5-B158-E064-5687-9A6257651741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4817700" y="4918328"/>
                <a:ext cx="43920" cy="13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44022158-80AC-3A1D-5FC6-602BDA9FF8E2}"/>
                  </a:ext>
                </a:extLst>
              </p14:cNvPr>
              <p14:cNvContentPartPr/>
              <p14:nvPr/>
            </p14:nvContentPartPr>
            <p14:xfrm>
              <a:off x="4758660" y="5142968"/>
              <a:ext cx="218880" cy="1224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44022158-80AC-3A1D-5FC6-602BDA9FF8E2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4749660" y="5134328"/>
                <a:ext cx="236520" cy="2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6964757F-A46E-9D8B-26E6-F311D092E567}"/>
                  </a:ext>
                </a:extLst>
              </p14:cNvPr>
              <p14:cNvContentPartPr/>
              <p14:nvPr/>
            </p14:nvContentPartPr>
            <p14:xfrm>
              <a:off x="4760100" y="5284088"/>
              <a:ext cx="176400" cy="16380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6964757F-A46E-9D8B-26E6-F311D092E567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4751100" y="5275088"/>
                <a:ext cx="194040" cy="181440"/>
              </a:xfrm>
              <a:prstGeom prst="rect">
                <a:avLst/>
              </a:prstGeom>
            </p:spPr>
          </p:pic>
        </mc:Fallback>
      </mc:AlternateContent>
      <p:grpSp>
        <p:nvGrpSpPr>
          <p:cNvPr id="36" name="Group 35">
            <a:extLst>
              <a:ext uri="{FF2B5EF4-FFF2-40B4-BE49-F238E27FC236}">
                <a16:creationId xmlns:a16="http://schemas.microsoft.com/office/drawing/2014/main" id="{DB9FE6E5-7846-8EDC-2F4A-44C57A3DEE80}"/>
              </a:ext>
            </a:extLst>
          </p:cNvPr>
          <p:cNvGrpSpPr/>
          <p:nvPr/>
        </p:nvGrpSpPr>
        <p:grpSpPr>
          <a:xfrm>
            <a:off x="5139540" y="5171768"/>
            <a:ext cx="97560" cy="65520"/>
            <a:chOff x="5139540" y="5171768"/>
            <a:chExt cx="97560" cy="65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A100A2E8-28F7-223B-7399-E3F4B25C6868}"/>
                    </a:ext>
                  </a:extLst>
                </p14:cNvPr>
                <p14:cNvContentPartPr/>
                <p14:nvPr/>
              </p14:nvContentPartPr>
              <p14:xfrm>
                <a:off x="5144940" y="5218568"/>
                <a:ext cx="92160" cy="187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A100A2E8-28F7-223B-7399-E3F4B25C6868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136300" y="5209568"/>
                  <a:ext cx="10980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63ACF647-C1DA-8D92-F854-4B70923C471E}"/>
                    </a:ext>
                  </a:extLst>
                </p14:cNvPr>
                <p14:cNvContentPartPr/>
                <p14:nvPr/>
              </p14:nvContentPartPr>
              <p14:xfrm>
                <a:off x="5139540" y="5171768"/>
                <a:ext cx="66240" cy="187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63ACF647-C1DA-8D92-F854-4B70923C471E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130900" y="5163128"/>
                  <a:ext cx="83880" cy="36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01556F45-077D-29F0-3938-D03184A7337D}"/>
                  </a:ext>
                </a:extLst>
              </p14:cNvPr>
              <p14:cNvContentPartPr/>
              <p14:nvPr/>
            </p14:nvContentPartPr>
            <p14:xfrm>
              <a:off x="5475780" y="4946048"/>
              <a:ext cx="34920" cy="11448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01556F45-077D-29F0-3938-D03184A7337D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5467140" y="4937048"/>
                <a:ext cx="52560" cy="13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952AEA94-C5B0-6AC5-57D1-8E43DEF57943}"/>
                  </a:ext>
                </a:extLst>
              </p14:cNvPr>
              <p14:cNvContentPartPr/>
              <p14:nvPr/>
            </p14:nvContentPartPr>
            <p14:xfrm>
              <a:off x="5446260" y="5166008"/>
              <a:ext cx="154800" cy="1836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952AEA94-C5B0-6AC5-57D1-8E43DEF57943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5437260" y="5157008"/>
                <a:ext cx="17244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5133A927-BE25-A62A-C751-FA30F189695D}"/>
                  </a:ext>
                </a:extLst>
              </p14:cNvPr>
              <p14:cNvContentPartPr/>
              <p14:nvPr/>
            </p14:nvContentPartPr>
            <p14:xfrm>
              <a:off x="5418540" y="5289128"/>
              <a:ext cx="198000" cy="11016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5133A927-BE25-A62A-C751-FA30F189695D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5409900" y="5280128"/>
                <a:ext cx="215640" cy="127800"/>
              </a:xfrm>
              <a:prstGeom prst="rect">
                <a:avLst/>
              </a:prstGeom>
            </p:spPr>
          </p:pic>
        </mc:Fallback>
      </mc:AlternateContent>
      <p:grpSp>
        <p:nvGrpSpPr>
          <p:cNvPr id="67" name="Group 66">
            <a:extLst>
              <a:ext uri="{FF2B5EF4-FFF2-40B4-BE49-F238E27FC236}">
                <a16:creationId xmlns:a16="http://schemas.microsoft.com/office/drawing/2014/main" id="{6BCF462E-1211-7826-B06B-F3FB1E00C77E}"/>
              </a:ext>
            </a:extLst>
          </p:cNvPr>
          <p:cNvGrpSpPr/>
          <p:nvPr/>
        </p:nvGrpSpPr>
        <p:grpSpPr>
          <a:xfrm>
            <a:off x="1364940" y="5586848"/>
            <a:ext cx="3648960" cy="426240"/>
            <a:chOff x="1364940" y="5586848"/>
            <a:chExt cx="3648960" cy="426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82B8DF2C-039C-70A8-905A-31987A454055}"/>
                    </a:ext>
                  </a:extLst>
                </p14:cNvPr>
                <p14:cNvContentPartPr/>
                <p14:nvPr/>
              </p14:nvContentPartPr>
              <p14:xfrm>
                <a:off x="1364940" y="5755328"/>
                <a:ext cx="118800" cy="1425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82B8DF2C-039C-70A8-905A-31987A454055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356300" y="5746688"/>
                  <a:ext cx="13644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4A69C639-7316-F528-B0CA-3CC1733F0DBA}"/>
                    </a:ext>
                  </a:extLst>
                </p14:cNvPr>
                <p14:cNvContentPartPr/>
                <p14:nvPr/>
              </p14:nvContentPartPr>
              <p14:xfrm>
                <a:off x="1549620" y="5780888"/>
                <a:ext cx="93600" cy="1000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4A69C639-7316-F528-B0CA-3CC1733F0DBA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540620" y="5772248"/>
                  <a:ext cx="11124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3243719A-887D-FC1E-FCE1-5EDF074E2535}"/>
                    </a:ext>
                  </a:extLst>
                </p14:cNvPr>
                <p14:cNvContentPartPr/>
                <p14:nvPr/>
              </p14:nvContentPartPr>
              <p14:xfrm>
                <a:off x="1724580" y="5834168"/>
                <a:ext cx="13680" cy="471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3243719A-887D-FC1E-FCE1-5EDF074E2535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715940" y="5825528"/>
                  <a:ext cx="3132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5CC1B991-64A4-7D54-3B52-198449BC2B19}"/>
                    </a:ext>
                  </a:extLst>
                </p14:cNvPr>
                <p14:cNvContentPartPr/>
                <p14:nvPr/>
              </p14:nvContentPartPr>
              <p14:xfrm>
                <a:off x="1688220" y="5729408"/>
                <a:ext cx="3600" cy="36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5CC1B991-64A4-7D54-3B52-198449BC2B19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679580" y="5720408"/>
                  <a:ext cx="2124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74401D6D-7F17-13A2-EA08-E4715C95E81E}"/>
                    </a:ext>
                  </a:extLst>
                </p14:cNvPr>
                <p14:cNvContentPartPr/>
                <p14:nvPr/>
              </p14:nvContentPartPr>
              <p14:xfrm>
                <a:off x="1812420" y="5798888"/>
                <a:ext cx="95760" cy="16524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74401D6D-7F17-13A2-EA08-E4715C95E81E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803420" y="5789888"/>
                  <a:ext cx="11340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FBFEAF4F-1D07-47BD-8BB3-AB5DF3CE5D25}"/>
                    </a:ext>
                  </a:extLst>
                </p14:cNvPr>
                <p14:cNvContentPartPr/>
                <p14:nvPr/>
              </p14:nvContentPartPr>
              <p14:xfrm>
                <a:off x="1938060" y="5812568"/>
                <a:ext cx="162360" cy="20052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FBFEAF4F-1D07-47BD-8BB3-AB5DF3CE5D25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929060" y="5803568"/>
                  <a:ext cx="18000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ACC285E0-2F10-2460-B898-5F4A3D107F12}"/>
                    </a:ext>
                  </a:extLst>
                </p14:cNvPr>
                <p14:cNvContentPartPr/>
                <p14:nvPr/>
              </p14:nvContentPartPr>
              <p14:xfrm>
                <a:off x="2221020" y="5922728"/>
                <a:ext cx="7920" cy="43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ACC285E0-2F10-2460-B898-5F4A3D107F12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212380" y="5913728"/>
                  <a:ext cx="2556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956980A2-F419-5D6F-5F62-490F4D8CD231}"/>
                    </a:ext>
                  </a:extLst>
                </p14:cNvPr>
                <p14:cNvContentPartPr/>
                <p14:nvPr/>
              </p14:nvContentPartPr>
              <p14:xfrm>
                <a:off x="2251620" y="5745608"/>
                <a:ext cx="133200" cy="1267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956980A2-F419-5D6F-5F62-490F4D8CD231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242620" y="5736608"/>
                  <a:ext cx="15084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FAA706E4-7D8F-A056-DE09-757795A2C280}"/>
                    </a:ext>
                  </a:extLst>
                </p14:cNvPr>
                <p14:cNvContentPartPr/>
                <p14:nvPr/>
              </p14:nvContentPartPr>
              <p14:xfrm>
                <a:off x="2449980" y="5824088"/>
                <a:ext cx="7920" cy="486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FAA706E4-7D8F-A056-DE09-757795A2C280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440980" y="5815088"/>
                  <a:ext cx="2556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DA02E2CF-8E9A-6CEE-8AF1-A6B2A4682004}"/>
                    </a:ext>
                  </a:extLst>
                </p14:cNvPr>
                <p14:cNvContentPartPr/>
                <p14:nvPr/>
              </p14:nvContentPartPr>
              <p14:xfrm>
                <a:off x="2400300" y="5709608"/>
                <a:ext cx="12960" cy="57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DA02E2CF-8E9A-6CEE-8AF1-A6B2A4682004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391300" y="5700968"/>
                  <a:ext cx="3060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EAC6226E-7118-40F0-EB0D-D29A5AD23F23}"/>
                    </a:ext>
                  </a:extLst>
                </p14:cNvPr>
                <p14:cNvContentPartPr/>
                <p14:nvPr/>
              </p14:nvContentPartPr>
              <p14:xfrm>
                <a:off x="2554020" y="5812568"/>
                <a:ext cx="101520" cy="1890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EAC6226E-7118-40F0-EB0D-D29A5AD23F23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545380" y="5803568"/>
                  <a:ext cx="11916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E734DCEF-F436-86FB-F497-FCE177AB9276}"/>
                    </a:ext>
                  </a:extLst>
                </p14:cNvPr>
                <p14:cNvContentPartPr/>
                <p14:nvPr/>
              </p14:nvContentPartPr>
              <p14:xfrm>
                <a:off x="2682900" y="5812568"/>
                <a:ext cx="121320" cy="687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E734DCEF-F436-86FB-F497-FCE177AB9276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674260" y="5803568"/>
                  <a:ext cx="13896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009B1A5A-B479-BB17-19D4-835FA67162B6}"/>
                    </a:ext>
                  </a:extLst>
                </p14:cNvPr>
                <p14:cNvContentPartPr/>
                <p14:nvPr/>
              </p14:nvContentPartPr>
              <p14:xfrm>
                <a:off x="2830140" y="5626448"/>
                <a:ext cx="192960" cy="24552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009B1A5A-B479-BB17-19D4-835FA67162B6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821140" y="5617448"/>
                  <a:ext cx="21060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C8E2FE03-3E6D-19C2-D6FF-109ECEBDE6C0}"/>
                    </a:ext>
                  </a:extLst>
                </p14:cNvPr>
                <p14:cNvContentPartPr/>
                <p14:nvPr/>
              </p14:nvContentPartPr>
              <p14:xfrm>
                <a:off x="3139020" y="5850008"/>
                <a:ext cx="19800" cy="648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C8E2FE03-3E6D-19C2-D6FF-109ECEBDE6C0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130380" y="5841008"/>
                  <a:ext cx="3744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15AE814E-9020-2DF3-F8FE-7666D8DD224E}"/>
                    </a:ext>
                  </a:extLst>
                </p14:cNvPr>
                <p14:cNvContentPartPr/>
                <p14:nvPr/>
              </p14:nvContentPartPr>
              <p14:xfrm>
                <a:off x="3288060" y="5632568"/>
                <a:ext cx="250200" cy="2289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15AE814E-9020-2DF3-F8FE-7666D8DD224E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279060" y="5623568"/>
                  <a:ext cx="26784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99CBEAEF-C4C4-B724-0F8B-CAC7D47F7EBE}"/>
                    </a:ext>
                  </a:extLst>
                </p14:cNvPr>
                <p14:cNvContentPartPr/>
                <p14:nvPr/>
              </p14:nvContentPartPr>
              <p14:xfrm>
                <a:off x="3613860" y="5756408"/>
                <a:ext cx="176040" cy="9144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99CBEAEF-C4C4-B724-0F8B-CAC7D47F7EBE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3604860" y="5747408"/>
                  <a:ext cx="19368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3BF912FF-847E-12B3-2F8F-D1A949900CD6}"/>
                    </a:ext>
                  </a:extLst>
                </p14:cNvPr>
                <p14:cNvContentPartPr/>
                <p14:nvPr/>
              </p14:nvContentPartPr>
              <p14:xfrm>
                <a:off x="3719700" y="5672168"/>
                <a:ext cx="360" cy="144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3BF912FF-847E-12B3-2F8F-D1A949900CD6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711060" y="5663168"/>
                  <a:ext cx="1800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C90E6435-2AA3-BD80-CB7B-0EE4526044E0}"/>
                    </a:ext>
                  </a:extLst>
                </p14:cNvPr>
                <p14:cNvContentPartPr/>
                <p14:nvPr/>
              </p14:nvContentPartPr>
              <p14:xfrm>
                <a:off x="3813300" y="5761448"/>
                <a:ext cx="197640" cy="7740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C90E6435-2AA3-BD80-CB7B-0EE4526044E0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3804300" y="5752808"/>
                  <a:ext cx="21528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201977BF-A924-364E-E470-8760AB2F413A}"/>
                    </a:ext>
                  </a:extLst>
                </p14:cNvPr>
                <p14:cNvContentPartPr/>
                <p14:nvPr/>
              </p14:nvContentPartPr>
              <p14:xfrm>
                <a:off x="4076460" y="5760008"/>
                <a:ext cx="97920" cy="8532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201977BF-A924-364E-E470-8760AB2F413A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4067820" y="5751008"/>
                  <a:ext cx="11556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52353569-8B1A-8372-AF25-26E91554E50E}"/>
                    </a:ext>
                  </a:extLst>
                </p14:cNvPr>
                <p14:cNvContentPartPr/>
                <p14:nvPr/>
              </p14:nvContentPartPr>
              <p14:xfrm>
                <a:off x="4221900" y="5652368"/>
                <a:ext cx="69120" cy="21348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52353569-8B1A-8372-AF25-26E91554E50E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4213260" y="5643368"/>
                  <a:ext cx="8676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49DBB91A-1795-9B20-2951-A56FA67F0DCD}"/>
                    </a:ext>
                  </a:extLst>
                </p14:cNvPr>
                <p14:cNvContentPartPr/>
                <p14:nvPr/>
              </p14:nvContentPartPr>
              <p14:xfrm>
                <a:off x="4222980" y="5777288"/>
                <a:ext cx="115200" cy="57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49DBB91A-1795-9B20-2951-A56FA67F0DCD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4214340" y="5768288"/>
                  <a:ext cx="1328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61504A83-948D-00BD-5721-71A9CF473ED2}"/>
                    </a:ext>
                  </a:extLst>
                </p14:cNvPr>
                <p14:cNvContentPartPr/>
                <p14:nvPr/>
              </p14:nvContentPartPr>
              <p14:xfrm>
                <a:off x="4375980" y="5737328"/>
                <a:ext cx="162720" cy="1033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61504A83-948D-00BD-5721-71A9CF473ED2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4367340" y="5728688"/>
                  <a:ext cx="18036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2C011453-EC90-449F-A630-183D8F0F62F4}"/>
                    </a:ext>
                  </a:extLst>
                </p14:cNvPr>
                <p14:cNvContentPartPr/>
                <p14:nvPr/>
              </p14:nvContentPartPr>
              <p14:xfrm>
                <a:off x="4208580" y="5653088"/>
                <a:ext cx="123840" cy="2127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2C011453-EC90-449F-A630-183D8F0F62F4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4199940" y="5644448"/>
                  <a:ext cx="14148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358E0877-3921-0A47-F658-EDDA47E0E19F}"/>
                    </a:ext>
                  </a:extLst>
                </p14:cNvPr>
                <p14:cNvContentPartPr/>
                <p14:nvPr/>
              </p14:nvContentPartPr>
              <p14:xfrm>
                <a:off x="4607100" y="5586848"/>
                <a:ext cx="115920" cy="32472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358E0877-3921-0A47-F658-EDDA47E0E19F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4598100" y="5578208"/>
                  <a:ext cx="133560" cy="34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5B4ED878-A53D-5260-9FF7-1A273BDB38F3}"/>
                    </a:ext>
                  </a:extLst>
                </p14:cNvPr>
                <p14:cNvContentPartPr/>
                <p14:nvPr/>
              </p14:nvContentPartPr>
              <p14:xfrm>
                <a:off x="4754340" y="5762168"/>
                <a:ext cx="139680" cy="9432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5B4ED878-A53D-5260-9FF7-1A273BDB38F3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4745700" y="5753168"/>
                  <a:ext cx="15732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F3CC6838-23D2-0867-1D32-E6DCE569DD0E}"/>
                    </a:ext>
                  </a:extLst>
                </p14:cNvPr>
                <p14:cNvContentPartPr/>
                <p14:nvPr/>
              </p14:nvContentPartPr>
              <p14:xfrm>
                <a:off x="4810140" y="5778008"/>
                <a:ext cx="57960" cy="8172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F3CC6838-23D2-0867-1D32-E6DCE569DD0E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4801500" y="5769368"/>
                  <a:ext cx="7560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152FA4F0-5BC9-3E25-C1D4-FDC21E70CEEC}"/>
                    </a:ext>
                  </a:extLst>
                </p14:cNvPr>
                <p14:cNvContentPartPr/>
                <p14:nvPr/>
              </p14:nvContentPartPr>
              <p14:xfrm>
                <a:off x="4988340" y="5887088"/>
                <a:ext cx="25560" cy="5616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152FA4F0-5BC9-3E25-C1D4-FDC21E70CEEC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4979340" y="5878448"/>
                  <a:ext cx="43200" cy="73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2AF1F76C-4265-0EBE-7AFE-703BBEA6CB73}"/>
              </a:ext>
            </a:extLst>
          </p:cNvPr>
          <p:cNvGrpSpPr/>
          <p:nvPr/>
        </p:nvGrpSpPr>
        <p:grpSpPr>
          <a:xfrm>
            <a:off x="5112180" y="5704928"/>
            <a:ext cx="588960" cy="267480"/>
            <a:chOff x="5112180" y="5704928"/>
            <a:chExt cx="588960" cy="267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0374184B-6A24-73A3-0394-7784D7669E3A}"/>
                    </a:ext>
                  </a:extLst>
                </p14:cNvPr>
                <p14:cNvContentPartPr/>
                <p14:nvPr/>
              </p14:nvContentPartPr>
              <p14:xfrm>
                <a:off x="5112180" y="5740568"/>
                <a:ext cx="139680" cy="23184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0374184B-6A24-73A3-0394-7784D7669E3A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5103540" y="5731928"/>
                  <a:ext cx="15732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8E6E18B6-607B-FBDD-EC13-47E291841B50}"/>
                    </a:ext>
                  </a:extLst>
                </p14:cNvPr>
                <p14:cNvContentPartPr/>
                <p14:nvPr/>
              </p14:nvContentPartPr>
              <p14:xfrm>
                <a:off x="5231700" y="5885648"/>
                <a:ext cx="26640" cy="3204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8E6E18B6-607B-FBDD-EC13-47E291841B50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5222700" y="5877008"/>
                  <a:ext cx="4428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90B780BF-A830-185E-B30B-6F909C7A0FC6}"/>
                    </a:ext>
                  </a:extLst>
                </p14:cNvPr>
                <p14:cNvContentPartPr/>
                <p14:nvPr/>
              </p14:nvContentPartPr>
              <p14:xfrm>
                <a:off x="5362020" y="5818328"/>
                <a:ext cx="56880" cy="1116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90B780BF-A830-185E-B30B-6F909C7A0FC6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5353380" y="5809328"/>
                  <a:ext cx="7452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0C7DE74A-E786-402A-F005-8CAA5FDDEF3B}"/>
                    </a:ext>
                  </a:extLst>
                </p14:cNvPr>
                <p14:cNvContentPartPr/>
                <p14:nvPr/>
              </p14:nvContentPartPr>
              <p14:xfrm>
                <a:off x="5346900" y="5769728"/>
                <a:ext cx="61920" cy="792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0C7DE74A-E786-402A-F005-8CAA5FDDEF3B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5337900" y="5761088"/>
                  <a:ext cx="7956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3D8026E2-DECE-AF4D-9576-75D3A04D2716}"/>
                    </a:ext>
                  </a:extLst>
                </p14:cNvPr>
                <p14:cNvContentPartPr/>
                <p14:nvPr/>
              </p14:nvContentPartPr>
              <p14:xfrm>
                <a:off x="5472900" y="5704928"/>
                <a:ext cx="228240" cy="16164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3D8026E2-DECE-AF4D-9576-75D3A04D2716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5463900" y="5696288"/>
                  <a:ext cx="245880" cy="179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1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CE261B96-E92F-E414-C3FF-FDBE26671ABF}"/>
                  </a:ext>
                </a:extLst>
              </p14:cNvPr>
              <p14:cNvContentPartPr/>
              <p14:nvPr/>
            </p14:nvContentPartPr>
            <p14:xfrm>
              <a:off x="5808420" y="5902568"/>
              <a:ext cx="20880" cy="39600"/>
            </p14:xfrm>
          </p:contentPart>
        </mc:Choice>
        <mc:Fallback xmlns=""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CE261B96-E92F-E414-C3FF-FDBE26671ABF}"/>
                  </a:ext>
                </a:extLst>
              </p:cNvPr>
              <p:cNvPicPr/>
              <p:nvPr/>
            </p:nvPicPr>
            <p:blipFill>
              <a:blip r:embed="rId112"/>
              <a:stretch>
                <a:fillRect/>
              </a:stretch>
            </p:blipFill>
            <p:spPr>
              <a:xfrm>
                <a:off x="5799780" y="5893928"/>
                <a:ext cx="38520" cy="57240"/>
              </a:xfrm>
              <a:prstGeom prst="rect">
                <a:avLst/>
              </a:prstGeom>
            </p:spPr>
          </p:pic>
        </mc:Fallback>
      </mc:AlternateContent>
      <p:grpSp>
        <p:nvGrpSpPr>
          <p:cNvPr id="83" name="Group 82">
            <a:extLst>
              <a:ext uri="{FF2B5EF4-FFF2-40B4-BE49-F238E27FC236}">
                <a16:creationId xmlns:a16="http://schemas.microsoft.com/office/drawing/2014/main" id="{88F2661C-3303-B64A-2801-D7C20EC46B65}"/>
              </a:ext>
            </a:extLst>
          </p:cNvPr>
          <p:cNvGrpSpPr/>
          <p:nvPr/>
        </p:nvGrpSpPr>
        <p:grpSpPr>
          <a:xfrm>
            <a:off x="5968980" y="5732288"/>
            <a:ext cx="1008000" cy="182160"/>
            <a:chOff x="5968980" y="5732288"/>
            <a:chExt cx="1008000" cy="182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6D30E213-DFC1-4940-6DD1-3A4ABA141C7F}"/>
                    </a:ext>
                  </a:extLst>
                </p14:cNvPr>
                <p14:cNvContentPartPr/>
                <p14:nvPr/>
              </p14:nvContentPartPr>
              <p14:xfrm>
                <a:off x="5968980" y="5787368"/>
                <a:ext cx="114480" cy="7344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6D30E213-DFC1-4940-6DD1-3A4ABA141C7F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5959980" y="5778368"/>
                  <a:ext cx="13212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80FAD8F0-5742-A4B1-7670-18161A05A793}"/>
                    </a:ext>
                  </a:extLst>
                </p14:cNvPr>
                <p14:cNvContentPartPr/>
                <p14:nvPr/>
              </p14:nvContentPartPr>
              <p14:xfrm>
                <a:off x="6227820" y="5860448"/>
                <a:ext cx="73080" cy="864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80FAD8F0-5742-A4B1-7670-18161A05A793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6218820" y="5851448"/>
                  <a:ext cx="9072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B2D05AE4-F774-5276-C5A3-1FB35B32DBB8}"/>
                    </a:ext>
                  </a:extLst>
                </p14:cNvPr>
                <p14:cNvContentPartPr/>
                <p14:nvPr/>
              </p14:nvContentPartPr>
              <p14:xfrm>
                <a:off x="6224580" y="5817608"/>
                <a:ext cx="82800" cy="684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B2D05AE4-F774-5276-C5A3-1FB35B32DBB8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6215580" y="5808968"/>
                  <a:ext cx="10044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56F9C880-63A7-6388-3913-A9C1EDD8DDAA}"/>
                    </a:ext>
                  </a:extLst>
                </p14:cNvPr>
                <p14:cNvContentPartPr/>
                <p14:nvPr/>
              </p14:nvContentPartPr>
              <p14:xfrm>
                <a:off x="6364260" y="5732288"/>
                <a:ext cx="131040" cy="18216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56F9C880-63A7-6388-3913-A9C1EDD8DDAA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6355260" y="5723648"/>
                  <a:ext cx="14868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217997F4-6FEB-5FA5-2CDD-D0AE1F7FB935}"/>
                    </a:ext>
                  </a:extLst>
                </p14:cNvPr>
                <p14:cNvContentPartPr/>
                <p14:nvPr/>
              </p14:nvContentPartPr>
              <p14:xfrm>
                <a:off x="6591780" y="5836688"/>
                <a:ext cx="79920" cy="7164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217997F4-6FEB-5FA5-2CDD-D0AE1F7FB935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6583140" y="5828048"/>
                  <a:ext cx="9756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64AD4BD2-5EFA-6B38-5C45-DA6807869215}"/>
                    </a:ext>
                  </a:extLst>
                </p14:cNvPr>
                <p14:cNvContentPartPr/>
                <p14:nvPr/>
              </p14:nvContentPartPr>
              <p14:xfrm>
                <a:off x="6712380" y="5839568"/>
                <a:ext cx="135360" cy="6588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64AD4BD2-5EFA-6B38-5C45-DA6807869215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6703380" y="5830568"/>
                  <a:ext cx="15300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0E5A0101-B6ED-87BB-B191-4E27E76AE414}"/>
                    </a:ext>
                  </a:extLst>
                </p14:cNvPr>
                <p14:cNvContentPartPr/>
                <p14:nvPr/>
              </p14:nvContentPartPr>
              <p14:xfrm>
                <a:off x="6867180" y="5808608"/>
                <a:ext cx="109800" cy="8892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0E5A0101-B6ED-87BB-B191-4E27E76AE414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6858540" y="5799608"/>
                  <a:ext cx="127440" cy="106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05670777-4EC7-D791-E364-B71A926BFAE8}"/>
              </a:ext>
            </a:extLst>
          </p:cNvPr>
          <p:cNvGrpSpPr/>
          <p:nvPr/>
        </p:nvGrpSpPr>
        <p:grpSpPr>
          <a:xfrm>
            <a:off x="5767380" y="5994368"/>
            <a:ext cx="1063800" cy="483120"/>
            <a:chOff x="5767380" y="5994368"/>
            <a:chExt cx="1063800" cy="483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426865BD-D4AF-73CE-D19F-CF2D12B18470}"/>
                    </a:ext>
                  </a:extLst>
                </p14:cNvPr>
                <p14:cNvContentPartPr/>
                <p14:nvPr/>
              </p14:nvContentPartPr>
              <p14:xfrm>
                <a:off x="5979060" y="6031448"/>
                <a:ext cx="66600" cy="1551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426865BD-D4AF-73CE-D19F-CF2D12B18470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5970420" y="6022808"/>
                  <a:ext cx="8424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CDE53ECB-D74B-7DB0-B3EE-C970EEDC4517}"/>
                    </a:ext>
                  </a:extLst>
                </p14:cNvPr>
                <p14:cNvContentPartPr/>
                <p14:nvPr/>
              </p14:nvContentPartPr>
              <p14:xfrm>
                <a:off x="5994180" y="5994368"/>
                <a:ext cx="92160" cy="6084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CDE53ECB-D74B-7DB0-B3EE-C970EEDC4517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5985180" y="5985368"/>
                  <a:ext cx="10980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E40088A9-AEBD-0EBE-64FF-5EF5A725C528}"/>
                    </a:ext>
                  </a:extLst>
                </p14:cNvPr>
                <p14:cNvContentPartPr/>
                <p14:nvPr/>
              </p14:nvContentPartPr>
              <p14:xfrm>
                <a:off x="5792220" y="6249608"/>
                <a:ext cx="57960" cy="22788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E40088A9-AEBD-0EBE-64FF-5EF5A725C528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5783580" y="6240968"/>
                  <a:ext cx="7560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B052E0BE-CA36-82F7-A9A4-E3996E4A073F}"/>
                    </a:ext>
                  </a:extLst>
                </p14:cNvPr>
                <p14:cNvContentPartPr/>
                <p14:nvPr/>
              </p14:nvContentPartPr>
              <p14:xfrm>
                <a:off x="5767380" y="6395048"/>
                <a:ext cx="93240" cy="2160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B052E0BE-CA36-82F7-A9A4-E3996E4A073F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5758380" y="6386408"/>
                  <a:ext cx="11088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6694A17E-F81E-C44D-BBD8-571227D1B39F}"/>
                    </a:ext>
                  </a:extLst>
                </p14:cNvPr>
                <p14:cNvContentPartPr/>
                <p14:nvPr/>
              </p14:nvContentPartPr>
              <p14:xfrm>
                <a:off x="5930820" y="6410888"/>
                <a:ext cx="7920" cy="2088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6694A17E-F81E-C44D-BBD8-571227D1B39F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5922180" y="6402248"/>
                  <a:ext cx="2556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D62189CE-5EC7-643B-4789-B3223956E1A6}"/>
                    </a:ext>
                  </a:extLst>
                </p14:cNvPr>
                <p14:cNvContentPartPr/>
                <p14:nvPr/>
              </p14:nvContentPartPr>
              <p14:xfrm>
                <a:off x="5907060" y="6327728"/>
                <a:ext cx="360" cy="36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D62189CE-5EC7-643B-4789-B3223956E1A6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5898060" y="6319088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1F820109-547E-93EE-E961-247F2C36A673}"/>
                    </a:ext>
                  </a:extLst>
                </p14:cNvPr>
                <p14:cNvContentPartPr/>
                <p14:nvPr/>
              </p14:nvContentPartPr>
              <p14:xfrm>
                <a:off x="5999220" y="6276248"/>
                <a:ext cx="64080" cy="16344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1F820109-547E-93EE-E961-247F2C36A673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5990580" y="6267608"/>
                  <a:ext cx="8172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FA2939A1-1414-3A31-F3D1-99DD0AC30303}"/>
                    </a:ext>
                  </a:extLst>
                </p14:cNvPr>
                <p14:cNvContentPartPr/>
                <p14:nvPr/>
              </p14:nvContentPartPr>
              <p14:xfrm>
                <a:off x="6121260" y="6291368"/>
                <a:ext cx="39240" cy="14148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FA2939A1-1414-3A31-F3D1-99DD0AC30303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6112620" y="6282728"/>
                  <a:ext cx="5688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080A08AE-4AE1-2EEB-560D-9C2EB593193F}"/>
                    </a:ext>
                  </a:extLst>
                </p14:cNvPr>
                <p14:cNvContentPartPr/>
                <p14:nvPr/>
              </p14:nvContentPartPr>
              <p14:xfrm>
                <a:off x="6130620" y="6343928"/>
                <a:ext cx="194400" cy="9828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080A08AE-4AE1-2EEB-560D-9C2EB593193F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6121620" y="6335288"/>
                  <a:ext cx="21204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96AD8160-A41D-BCDC-3290-E3F6A5ED93AD}"/>
                    </a:ext>
                  </a:extLst>
                </p14:cNvPr>
                <p14:cNvContentPartPr/>
                <p14:nvPr/>
              </p14:nvContentPartPr>
              <p14:xfrm>
                <a:off x="6439860" y="6364088"/>
                <a:ext cx="73440" cy="5256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96AD8160-A41D-BCDC-3290-E3F6A5ED93AD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6431220" y="6355448"/>
                  <a:ext cx="9108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969E5FBF-0FE2-CCDC-B039-F04B2288D123}"/>
                    </a:ext>
                  </a:extLst>
                </p14:cNvPr>
                <p14:cNvContentPartPr/>
                <p14:nvPr/>
              </p14:nvContentPartPr>
              <p14:xfrm>
                <a:off x="6555780" y="6321968"/>
                <a:ext cx="32400" cy="7164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969E5FBF-0FE2-CCDC-B039-F04B2288D123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6546780" y="6313328"/>
                  <a:ext cx="5004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CC86DC2A-8D40-1EC0-E581-5C48FE8AE6D5}"/>
                    </a:ext>
                  </a:extLst>
                </p14:cNvPr>
                <p14:cNvContentPartPr/>
                <p14:nvPr/>
              </p14:nvContentPartPr>
              <p14:xfrm>
                <a:off x="6653340" y="6242408"/>
                <a:ext cx="177840" cy="18072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CC86DC2A-8D40-1EC0-E581-5C48FE8AE6D5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6644340" y="6233408"/>
                  <a:ext cx="195480" cy="198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51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611C2FB5-32A7-BF28-B1B6-CDDC69D732A8}"/>
                  </a:ext>
                </a:extLst>
              </p14:cNvPr>
              <p14:cNvContentPartPr/>
              <p14:nvPr/>
            </p14:nvContentPartPr>
            <p14:xfrm>
              <a:off x="7054740" y="5942168"/>
              <a:ext cx="11160" cy="52920"/>
            </p14:xfrm>
          </p:contentPart>
        </mc:Choice>
        <mc:Fallback xmlns=""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611C2FB5-32A7-BF28-B1B6-CDDC69D732A8}"/>
                  </a:ext>
                </a:extLst>
              </p:cNvPr>
              <p:cNvPicPr/>
              <p:nvPr/>
            </p:nvPicPr>
            <p:blipFill>
              <a:blip r:embed="rId152"/>
              <a:stretch>
                <a:fillRect/>
              </a:stretch>
            </p:blipFill>
            <p:spPr>
              <a:xfrm>
                <a:off x="7046100" y="5933528"/>
                <a:ext cx="28800" cy="70560"/>
              </a:xfrm>
              <a:prstGeom prst="rect">
                <a:avLst/>
              </a:prstGeom>
            </p:spPr>
          </p:pic>
        </mc:Fallback>
      </mc:AlternateContent>
      <p:grpSp>
        <p:nvGrpSpPr>
          <p:cNvPr id="109" name="Group 108">
            <a:extLst>
              <a:ext uri="{FF2B5EF4-FFF2-40B4-BE49-F238E27FC236}">
                <a16:creationId xmlns:a16="http://schemas.microsoft.com/office/drawing/2014/main" id="{57CA7577-E7DE-377D-CF01-37036B4486B6}"/>
              </a:ext>
            </a:extLst>
          </p:cNvPr>
          <p:cNvGrpSpPr/>
          <p:nvPr/>
        </p:nvGrpSpPr>
        <p:grpSpPr>
          <a:xfrm>
            <a:off x="7190820" y="5672888"/>
            <a:ext cx="883080" cy="385560"/>
            <a:chOff x="7190820" y="5672888"/>
            <a:chExt cx="883080" cy="385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3197D279-68F0-CF39-C0B4-F19CB0D97F65}"/>
                    </a:ext>
                  </a:extLst>
                </p14:cNvPr>
                <p14:cNvContentPartPr/>
                <p14:nvPr/>
              </p14:nvContentPartPr>
              <p14:xfrm>
                <a:off x="7220340" y="5672888"/>
                <a:ext cx="77760" cy="31644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3197D279-68F0-CF39-C0B4-F19CB0D97F65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7211340" y="5664248"/>
                  <a:ext cx="95400" cy="33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04AE5A7E-A2AE-DDB2-E566-D3EF3403E13B}"/>
                    </a:ext>
                  </a:extLst>
                </p14:cNvPr>
                <p14:cNvContentPartPr/>
                <p14:nvPr/>
              </p14:nvContentPartPr>
              <p14:xfrm>
                <a:off x="7190820" y="5896088"/>
                <a:ext cx="155880" cy="2196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04AE5A7E-A2AE-DDB2-E566-D3EF3403E13B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7181820" y="5887088"/>
                  <a:ext cx="17352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E783E438-1478-74BA-7C32-14D02AB17B45}"/>
                    </a:ext>
                  </a:extLst>
                </p14:cNvPr>
                <p14:cNvContentPartPr/>
                <p14:nvPr/>
              </p14:nvContentPartPr>
              <p14:xfrm>
                <a:off x="7382340" y="5724008"/>
                <a:ext cx="84240" cy="19656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E783E438-1478-74BA-7C32-14D02AB17B45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7373340" y="5715008"/>
                  <a:ext cx="10188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A9A1E161-DFE4-2E0B-A40F-59402B23F99C}"/>
                    </a:ext>
                  </a:extLst>
                </p14:cNvPr>
                <p14:cNvContentPartPr/>
                <p14:nvPr/>
              </p14:nvContentPartPr>
              <p14:xfrm>
                <a:off x="7376940" y="5842808"/>
                <a:ext cx="83880" cy="1800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A9A1E161-DFE4-2E0B-A40F-59402B23F99C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7367940" y="5833808"/>
                  <a:ext cx="10152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1B6E6465-B4C1-8493-0D5F-63877884D897}"/>
                    </a:ext>
                  </a:extLst>
                </p14:cNvPr>
                <p14:cNvContentPartPr/>
                <p14:nvPr/>
              </p14:nvContentPartPr>
              <p14:xfrm>
                <a:off x="7522740" y="5850008"/>
                <a:ext cx="94320" cy="20844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1B6E6465-B4C1-8493-0D5F-63877884D897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7514100" y="5841008"/>
                  <a:ext cx="11196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803409D1-A5D9-61F5-5318-719169B4E471}"/>
                    </a:ext>
                  </a:extLst>
                </p14:cNvPr>
                <p14:cNvContentPartPr/>
                <p14:nvPr/>
              </p14:nvContentPartPr>
              <p14:xfrm>
                <a:off x="7641540" y="5835248"/>
                <a:ext cx="84960" cy="16632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803409D1-A5D9-61F5-5318-719169B4E471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7632900" y="5826248"/>
                  <a:ext cx="10260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7FE705A1-A372-AE88-678C-C28DA0E3762F}"/>
                    </a:ext>
                  </a:extLst>
                </p14:cNvPr>
                <p14:cNvContentPartPr/>
                <p14:nvPr/>
              </p14:nvContentPartPr>
              <p14:xfrm>
                <a:off x="7777260" y="5850008"/>
                <a:ext cx="124920" cy="12024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7FE705A1-A372-AE88-678C-C28DA0E3762F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7768620" y="5841368"/>
                  <a:ext cx="14256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A87BC534-2BAE-EA7A-9239-FB4A09924DE9}"/>
                    </a:ext>
                  </a:extLst>
                </p14:cNvPr>
                <p14:cNvContentPartPr/>
                <p14:nvPr/>
              </p14:nvContentPartPr>
              <p14:xfrm>
                <a:off x="7996140" y="5912288"/>
                <a:ext cx="77760" cy="1116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A87BC534-2BAE-EA7A-9239-FB4A09924DE9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7987500" y="5903288"/>
                  <a:ext cx="9540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56FE21D1-287B-E6B8-C944-A1C4FCB6ED26}"/>
                    </a:ext>
                  </a:extLst>
                </p14:cNvPr>
                <p14:cNvContentPartPr/>
                <p14:nvPr/>
              </p14:nvContentPartPr>
              <p14:xfrm>
                <a:off x="7975260" y="5860088"/>
                <a:ext cx="77760" cy="1620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56FE21D1-287B-E6B8-C944-A1C4FCB6ED26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7966620" y="5851448"/>
                  <a:ext cx="95400" cy="33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FC6D3F67-D09B-41B9-806E-9EB639D32C48}"/>
              </a:ext>
            </a:extLst>
          </p:cNvPr>
          <p:cNvGrpSpPr/>
          <p:nvPr/>
        </p:nvGrpSpPr>
        <p:grpSpPr>
          <a:xfrm>
            <a:off x="8283780" y="5756408"/>
            <a:ext cx="101880" cy="6480"/>
            <a:chOff x="8283780" y="5756408"/>
            <a:chExt cx="101880" cy="6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93B62017-9BEB-219A-7A78-3D62A6C7CA06}"/>
                    </a:ext>
                  </a:extLst>
                </p14:cNvPr>
                <p14:cNvContentPartPr/>
                <p14:nvPr/>
              </p14:nvContentPartPr>
              <p14:xfrm>
                <a:off x="8283780" y="5756408"/>
                <a:ext cx="8640" cy="252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93B62017-9BEB-219A-7A78-3D62A6C7CA06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8274780" y="5747408"/>
                  <a:ext cx="2628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779BF32C-176C-9336-A489-9ABFF22AA85B}"/>
                    </a:ext>
                  </a:extLst>
                </p14:cNvPr>
                <p14:cNvContentPartPr/>
                <p14:nvPr/>
              </p14:nvContentPartPr>
              <p14:xfrm>
                <a:off x="8383140" y="5756408"/>
                <a:ext cx="2520" cy="648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779BF32C-176C-9336-A489-9ABFF22AA85B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8374500" y="5747408"/>
                  <a:ext cx="20160" cy="24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14324469-24AC-9ED3-F586-2E091742D685}"/>
              </a:ext>
            </a:extLst>
          </p:cNvPr>
          <p:cNvGrpSpPr/>
          <p:nvPr/>
        </p:nvGrpSpPr>
        <p:grpSpPr>
          <a:xfrm>
            <a:off x="8281620" y="5839568"/>
            <a:ext cx="327600" cy="91800"/>
            <a:chOff x="8281620" y="5839568"/>
            <a:chExt cx="327600" cy="91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4D81F4DB-508D-A686-0DF4-1A2744DA51E2}"/>
                    </a:ext>
                  </a:extLst>
                </p14:cNvPr>
                <p14:cNvContentPartPr/>
                <p14:nvPr/>
              </p14:nvContentPartPr>
              <p14:xfrm>
                <a:off x="8281620" y="5839568"/>
                <a:ext cx="42480" cy="9180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4D81F4DB-508D-A686-0DF4-1A2744DA51E2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8272980" y="5830568"/>
                  <a:ext cx="6012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7E88BD49-09EF-4C8C-63C7-E62541EC282C}"/>
                    </a:ext>
                  </a:extLst>
                </p14:cNvPr>
                <p14:cNvContentPartPr/>
                <p14:nvPr/>
              </p14:nvContentPartPr>
              <p14:xfrm>
                <a:off x="8369100" y="5855048"/>
                <a:ext cx="70200" cy="7344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7E88BD49-09EF-4C8C-63C7-E62541EC282C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8360460" y="5846408"/>
                  <a:ext cx="8784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8B49E7D9-3972-417E-2A29-6A79EF8C039F}"/>
                    </a:ext>
                  </a:extLst>
                </p14:cNvPr>
                <p14:cNvContentPartPr/>
                <p14:nvPr/>
              </p14:nvContentPartPr>
              <p14:xfrm>
                <a:off x="8512020" y="5844968"/>
                <a:ext cx="97200" cy="8244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8B49E7D9-3972-417E-2A29-6A79EF8C039F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8503020" y="5835968"/>
                  <a:ext cx="114840" cy="100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3927ED57-AEB8-5FF9-074E-F1DABF6D1233}"/>
              </a:ext>
            </a:extLst>
          </p:cNvPr>
          <p:cNvGrpSpPr/>
          <p:nvPr/>
        </p:nvGrpSpPr>
        <p:grpSpPr>
          <a:xfrm>
            <a:off x="7923420" y="6160688"/>
            <a:ext cx="192600" cy="104760"/>
            <a:chOff x="7923420" y="6160688"/>
            <a:chExt cx="192600" cy="104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EDD877DF-5911-B75A-F054-87F64C7E6851}"/>
                    </a:ext>
                  </a:extLst>
                </p14:cNvPr>
                <p14:cNvContentPartPr/>
                <p14:nvPr/>
              </p14:nvContentPartPr>
              <p14:xfrm>
                <a:off x="7923420" y="6186248"/>
                <a:ext cx="83160" cy="7920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EDD877DF-5911-B75A-F054-87F64C7E6851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7914420" y="6177248"/>
                  <a:ext cx="10080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85B09322-255F-23C5-DC78-C3ADA3623137}"/>
                    </a:ext>
                  </a:extLst>
                </p14:cNvPr>
                <p14:cNvContentPartPr/>
                <p14:nvPr/>
              </p14:nvContentPartPr>
              <p14:xfrm>
                <a:off x="8069580" y="6160688"/>
                <a:ext cx="46440" cy="7020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85B09322-255F-23C5-DC78-C3ADA3623137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8060940" y="6151688"/>
                  <a:ext cx="64080" cy="87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BC484652-E604-F508-2979-324DB793402A}"/>
              </a:ext>
            </a:extLst>
          </p:cNvPr>
          <p:cNvGrpSpPr/>
          <p:nvPr/>
        </p:nvGrpSpPr>
        <p:grpSpPr>
          <a:xfrm>
            <a:off x="8290260" y="6104528"/>
            <a:ext cx="303120" cy="281880"/>
            <a:chOff x="8290260" y="6104528"/>
            <a:chExt cx="303120" cy="281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0375D2B1-BD42-840B-7FF7-E78CBBB4CBD7}"/>
                    </a:ext>
                  </a:extLst>
                </p14:cNvPr>
                <p14:cNvContentPartPr/>
                <p14:nvPr/>
              </p14:nvContentPartPr>
              <p14:xfrm>
                <a:off x="8297100" y="6104528"/>
                <a:ext cx="88560" cy="28188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0375D2B1-BD42-840B-7FF7-E78CBBB4CBD7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8288100" y="6095888"/>
                  <a:ext cx="106200" cy="29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849A55DB-2140-1985-5F56-F8655479E6F6}"/>
                    </a:ext>
                  </a:extLst>
                </p14:cNvPr>
                <p14:cNvContentPartPr/>
                <p14:nvPr/>
              </p14:nvContentPartPr>
              <p14:xfrm>
                <a:off x="8290260" y="6291008"/>
                <a:ext cx="95400" cy="3204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849A55DB-2140-1985-5F56-F8655479E6F6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8281620" y="6282008"/>
                  <a:ext cx="11304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A1C866D5-CE5D-4CDF-7AC0-29B1BF9695C6}"/>
                    </a:ext>
                  </a:extLst>
                </p14:cNvPr>
                <p14:cNvContentPartPr/>
                <p14:nvPr/>
              </p14:nvContentPartPr>
              <p14:xfrm>
                <a:off x="8423820" y="6249968"/>
                <a:ext cx="18720" cy="5796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A1C866D5-CE5D-4CDF-7AC0-29B1BF9695C6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8414820" y="6240968"/>
                  <a:ext cx="3636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A6257028-837D-1A85-A19A-B7B30C05FDAA}"/>
                    </a:ext>
                  </a:extLst>
                </p14:cNvPr>
                <p14:cNvContentPartPr/>
                <p14:nvPr/>
              </p14:nvContentPartPr>
              <p14:xfrm>
                <a:off x="8416620" y="6177248"/>
                <a:ext cx="3600" cy="324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A6257028-837D-1A85-A19A-B7B30C05FDAA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8407620" y="6168248"/>
                  <a:ext cx="2124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546E89A6-45E8-60D3-91FD-6C8BD86A73E5}"/>
                    </a:ext>
                  </a:extLst>
                </p14:cNvPr>
                <p14:cNvContentPartPr/>
                <p14:nvPr/>
              </p14:nvContentPartPr>
              <p14:xfrm>
                <a:off x="8514540" y="6212528"/>
                <a:ext cx="78840" cy="8820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546E89A6-45E8-60D3-91FD-6C8BD86A73E5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8505540" y="6203528"/>
                  <a:ext cx="96480" cy="105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95">
            <p14:nvContentPartPr>
              <p14:cNvPr id="126" name="Ink 125">
                <a:extLst>
                  <a:ext uri="{FF2B5EF4-FFF2-40B4-BE49-F238E27FC236}">
                    <a16:creationId xmlns:a16="http://schemas.microsoft.com/office/drawing/2014/main" id="{14FF9D95-E1F3-FE33-81E4-BDAEB97F0265}"/>
                  </a:ext>
                </a:extLst>
              </p14:cNvPr>
              <p14:cNvContentPartPr/>
              <p14:nvPr/>
            </p14:nvContentPartPr>
            <p14:xfrm>
              <a:off x="8724060" y="6010928"/>
              <a:ext cx="30600" cy="57960"/>
            </p14:xfrm>
          </p:contentPart>
        </mc:Choice>
        <mc:Fallback xmlns="">
          <p:pic>
            <p:nvPicPr>
              <p:cNvPr id="126" name="Ink 125">
                <a:extLst>
                  <a:ext uri="{FF2B5EF4-FFF2-40B4-BE49-F238E27FC236}">
                    <a16:creationId xmlns:a16="http://schemas.microsoft.com/office/drawing/2014/main" id="{14FF9D95-E1F3-FE33-81E4-BDAEB97F0265}"/>
                  </a:ext>
                </a:extLst>
              </p:cNvPr>
              <p:cNvPicPr/>
              <p:nvPr/>
            </p:nvPicPr>
            <p:blipFill>
              <a:blip r:embed="rId196"/>
              <a:stretch>
                <a:fillRect/>
              </a:stretch>
            </p:blipFill>
            <p:spPr>
              <a:xfrm>
                <a:off x="8715420" y="6001928"/>
                <a:ext cx="48240" cy="75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48" name="Group 147">
            <a:extLst>
              <a:ext uri="{FF2B5EF4-FFF2-40B4-BE49-F238E27FC236}">
                <a16:creationId xmlns:a16="http://schemas.microsoft.com/office/drawing/2014/main" id="{62967CB1-1212-23FA-1699-B2C5BC74BD05}"/>
              </a:ext>
            </a:extLst>
          </p:cNvPr>
          <p:cNvGrpSpPr/>
          <p:nvPr/>
        </p:nvGrpSpPr>
        <p:grpSpPr>
          <a:xfrm>
            <a:off x="8899740" y="5742368"/>
            <a:ext cx="2267280" cy="309600"/>
            <a:chOff x="8899740" y="5742368"/>
            <a:chExt cx="2267280" cy="309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897B26E1-F2F8-C0F2-C276-0C6504AE0267}"/>
                    </a:ext>
                  </a:extLst>
                </p14:cNvPr>
                <p14:cNvContentPartPr/>
                <p14:nvPr/>
              </p14:nvContentPartPr>
              <p14:xfrm>
                <a:off x="8899740" y="5848928"/>
                <a:ext cx="154080" cy="10980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897B26E1-F2F8-C0F2-C276-0C6504AE0267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8890740" y="5840288"/>
                  <a:ext cx="17172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D7642FE9-3F8E-EE59-09F8-683B7F5ACA88}"/>
                    </a:ext>
                  </a:extLst>
                </p14:cNvPr>
                <p14:cNvContentPartPr/>
                <p14:nvPr/>
              </p14:nvContentPartPr>
              <p14:xfrm>
                <a:off x="8930700" y="5904008"/>
                <a:ext cx="75960" cy="864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D7642FE9-3F8E-EE59-09F8-683B7F5ACA88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8922060" y="5895368"/>
                  <a:ext cx="9360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4A2B4121-1416-FC7C-81B9-63A50CEA879D}"/>
                    </a:ext>
                  </a:extLst>
                </p14:cNvPr>
                <p14:cNvContentPartPr/>
                <p14:nvPr/>
              </p14:nvContentPartPr>
              <p14:xfrm>
                <a:off x="9054540" y="5852168"/>
                <a:ext cx="155880" cy="8712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4A2B4121-1416-FC7C-81B9-63A50CEA879D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9045900" y="5843528"/>
                  <a:ext cx="17352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43D80B55-840D-D5E9-4088-44A846EB1328}"/>
                    </a:ext>
                  </a:extLst>
                </p14:cNvPr>
                <p14:cNvContentPartPr/>
                <p14:nvPr/>
              </p14:nvContentPartPr>
              <p14:xfrm>
                <a:off x="9319500" y="5902568"/>
                <a:ext cx="79200" cy="6264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43D80B55-840D-D5E9-4088-44A846EB1328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9310860" y="5893928"/>
                  <a:ext cx="9684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A02D9F20-47A7-C106-F40A-F3A8664EDF5F}"/>
                    </a:ext>
                  </a:extLst>
                </p14:cNvPr>
                <p14:cNvContentPartPr/>
                <p14:nvPr/>
              </p14:nvContentPartPr>
              <p14:xfrm>
                <a:off x="9518580" y="5964128"/>
                <a:ext cx="30960" cy="360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A02D9F20-47A7-C106-F40A-F3A8664EDF5F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9509580" y="5955488"/>
                  <a:ext cx="4860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17A86BB4-93A1-C67B-50D7-DED57CAF236A}"/>
                    </a:ext>
                  </a:extLst>
                </p14:cNvPr>
                <p14:cNvContentPartPr/>
                <p14:nvPr/>
              </p14:nvContentPartPr>
              <p14:xfrm>
                <a:off x="9602460" y="5892488"/>
                <a:ext cx="106920" cy="15192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17A86BB4-93A1-C67B-50D7-DED57CAF236A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9593460" y="5883488"/>
                  <a:ext cx="12456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BDCF603A-1D72-60FA-71AF-AD2C9B3F6DDD}"/>
                    </a:ext>
                  </a:extLst>
                </p14:cNvPr>
                <p14:cNvContentPartPr/>
                <p14:nvPr/>
              </p14:nvContentPartPr>
              <p14:xfrm>
                <a:off x="9689220" y="5803208"/>
                <a:ext cx="126360" cy="15480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BDCF603A-1D72-60FA-71AF-AD2C9B3F6DDD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9680580" y="5794208"/>
                  <a:ext cx="14400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1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7B187B61-ABFB-A79C-4BEE-374889041EED}"/>
                    </a:ext>
                  </a:extLst>
                </p14:cNvPr>
                <p14:cNvContentPartPr/>
                <p14:nvPr/>
              </p14:nvContentPartPr>
              <p14:xfrm>
                <a:off x="9835020" y="5880968"/>
                <a:ext cx="93960" cy="7560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7B187B61-ABFB-A79C-4BEE-374889041EED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9826380" y="5872328"/>
                  <a:ext cx="11160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3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F13AD7FE-748C-1C02-1A81-598100641336}"/>
                    </a:ext>
                  </a:extLst>
                </p14:cNvPr>
                <p14:cNvContentPartPr/>
                <p14:nvPr/>
              </p14:nvContentPartPr>
              <p14:xfrm>
                <a:off x="9963540" y="5852168"/>
                <a:ext cx="198720" cy="8676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F13AD7FE-748C-1C02-1A81-598100641336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9954900" y="5843528"/>
                  <a:ext cx="21636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F49E43EF-057A-8F57-D2F6-7D4C672A76CD}"/>
                    </a:ext>
                  </a:extLst>
                </p14:cNvPr>
                <p14:cNvContentPartPr/>
                <p14:nvPr/>
              </p14:nvContentPartPr>
              <p14:xfrm>
                <a:off x="9475740" y="5958728"/>
                <a:ext cx="56880" cy="1620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F49E43EF-057A-8F57-D2F6-7D4C672A76CD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9466740" y="5949728"/>
                  <a:ext cx="7452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7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5EA93FE4-9DC8-524C-CED6-1ED4ECEA07BC}"/>
                    </a:ext>
                  </a:extLst>
                </p14:cNvPr>
                <p14:cNvContentPartPr/>
                <p14:nvPr/>
              </p14:nvContentPartPr>
              <p14:xfrm>
                <a:off x="10271700" y="5936048"/>
                <a:ext cx="67320" cy="792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5EA93FE4-9DC8-524C-CED6-1ED4ECEA07BC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10263060" y="5927048"/>
                  <a:ext cx="8496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9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34D67B68-3B90-91A1-9462-84D3450D8154}"/>
                    </a:ext>
                  </a:extLst>
                </p14:cNvPr>
                <p14:cNvContentPartPr/>
                <p14:nvPr/>
              </p14:nvContentPartPr>
              <p14:xfrm>
                <a:off x="10231020" y="5870168"/>
                <a:ext cx="97920" cy="1656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34D67B68-3B90-91A1-9462-84D3450D8154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10222020" y="5861168"/>
                  <a:ext cx="11556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1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373FC19E-5F26-C133-8A3A-5448A488C3C1}"/>
                    </a:ext>
                  </a:extLst>
                </p14:cNvPr>
                <p14:cNvContentPartPr/>
                <p14:nvPr/>
              </p14:nvContentPartPr>
              <p14:xfrm>
                <a:off x="10499940" y="5843888"/>
                <a:ext cx="39600" cy="10152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373FC19E-5F26-C133-8A3A-5448A488C3C1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10490940" y="5835248"/>
                  <a:ext cx="5724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3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A7604696-99A9-108E-D6C4-C605FDE0DCF8}"/>
                    </a:ext>
                  </a:extLst>
                </p14:cNvPr>
                <p14:cNvContentPartPr/>
                <p14:nvPr/>
              </p14:nvContentPartPr>
              <p14:xfrm>
                <a:off x="10421100" y="5782688"/>
                <a:ext cx="156960" cy="2088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A7604696-99A9-108E-D6C4-C605FDE0DCF8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10412460" y="5773688"/>
                  <a:ext cx="17460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5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505346B3-2E8F-009B-1C69-2103B84EC141}"/>
                    </a:ext>
                  </a:extLst>
                </p14:cNvPr>
                <p14:cNvContentPartPr/>
                <p14:nvPr/>
              </p14:nvContentPartPr>
              <p14:xfrm>
                <a:off x="10609020" y="5879888"/>
                <a:ext cx="42120" cy="7596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505346B3-2E8F-009B-1C69-2103B84EC141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10600020" y="5871248"/>
                  <a:ext cx="5976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81F7D651-5F2D-2931-D33B-0AB79060BDF0}"/>
                    </a:ext>
                  </a:extLst>
                </p14:cNvPr>
                <p14:cNvContentPartPr/>
                <p14:nvPr/>
              </p14:nvContentPartPr>
              <p14:xfrm>
                <a:off x="10715940" y="5915888"/>
                <a:ext cx="113400" cy="4824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81F7D651-5F2D-2931-D33B-0AB79060BDF0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10706940" y="5907248"/>
                  <a:ext cx="13104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67A3671C-CF17-9D40-A9DF-714DA521036E}"/>
                    </a:ext>
                  </a:extLst>
                </p14:cNvPr>
                <p14:cNvContentPartPr/>
                <p14:nvPr/>
              </p14:nvContentPartPr>
              <p14:xfrm>
                <a:off x="10863540" y="5870528"/>
                <a:ext cx="124920" cy="8784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67A3671C-CF17-9D40-A9DF-714DA521036E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10854540" y="5861888"/>
                  <a:ext cx="14256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F27E65C1-1953-0476-7335-48C79792CF27}"/>
                    </a:ext>
                  </a:extLst>
                </p14:cNvPr>
                <p14:cNvContentPartPr/>
                <p14:nvPr/>
              </p14:nvContentPartPr>
              <p14:xfrm>
                <a:off x="11034900" y="5742368"/>
                <a:ext cx="132120" cy="30960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F27E65C1-1953-0476-7335-48C79792CF27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11026260" y="5733728"/>
                  <a:ext cx="149760" cy="327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33">
            <p14:nvContentPartPr>
              <p14:cNvPr id="149" name="Ink 148">
                <a:extLst>
                  <a:ext uri="{FF2B5EF4-FFF2-40B4-BE49-F238E27FC236}">
                    <a16:creationId xmlns:a16="http://schemas.microsoft.com/office/drawing/2014/main" id="{A6973B53-F828-7493-D1D5-9674FDEE10CC}"/>
                  </a:ext>
                </a:extLst>
              </p14:cNvPr>
              <p14:cNvContentPartPr/>
              <p14:nvPr/>
            </p14:nvContentPartPr>
            <p14:xfrm>
              <a:off x="9277380" y="5339528"/>
              <a:ext cx="1614600" cy="30960"/>
            </p14:xfrm>
          </p:contentPart>
        </mc:Choice>
        <mc:Fallback xmlns="">
          <p:pic>
            <p:nvPicPr>
              <p:cNvPr id="149" name="Ink 148">
                <a:extLst>
                  <a:ext uri="{FF2B5EF4-FFF2-40B4-BE49-F238E27FC236}">
                    <a16:creationId xmlns:a16="http://schemas.microsoft.com/office/drawing/2014/main" id="{A6973B53-F828-7493-D1D5-9674FDEE10CC}"/>
                  </a:ext>
                </a:extLst>
              </p:cNvPr>
              <p:cNvPicPr/>
              <p:nvPr/>
            </p:nvPicPr>
            <p:blipFill>
              <a:blip r:embed="rId234"/>
              <a:stretch>
                <a:fillRect/>
              </a:stretch>
            </p:blipFill>
            <p:spPr>
              <a:xfrm>
                <a:off x="9268740" y="5330888"/>
                <a:ext cx="1632240" cy="4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5">
            <p14:nvContentPartPr>
              <p14:cNvPr id="150" name="Ink 149">
                <a:extLst>
                  <a:ext uri="{FF2B5EF4-FFF2-40B4-BE49-F238E27FC236}">
                    <a16:creationId xmlns:a16="http://schemas.microsoft.com/office/drawing/2014/main" id="{F5A85055-2D0E-8037-B10B-9A20810F4E0E}"/>
                  </a:ext>
                </a:extLst>
              </p14:cNvPr>
              <p14:cNvContentPartPr/>
              <p14:nvPr/>
            </p14:nvContentPartPr>
            <p14:xfrm>
              <a:off x="8033940" y="5522408"/>
              <a:ext cx="2131200" cy="31680"/>
            </p14:xfrm>
          </p:contentPart>
        </mc:Choice>
        <mc:Fallback xmlns="">
          <p:pic>
            <p:nvPicPr>
              <p:cNvPr id="150" name="Ink 149">
                <a:extLst>
                  <a:ext uri="{FF2B5EF4-FFF2-40B4-BE49-F238E27FC236}">
                    <a16:creationId xmlns:a16="http://schemas.microsoft.com/office/drawing/2014/main" id="{F5A85055-2D0E-8037-B10B-9A20810F4E0E}"/>
                  </a:ext>
                </a:extLst>
              </p:cNvPr>
              <p:cNvPicPr/>
              <p:nvPr/>
            </p:nvPicPr>
            <p:blipFill>
              <a:blip r:embed="rId236"/>
              <a:stretch>
                <a:fillRect/>
              </a:stretch>
            </p:blipFill>
            <p:spPr>
              <a:xfrm>
                <a:off x="8024940" y="5513408"/>
                <a:ext cx="2148840" cy="493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0:39–0:46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linear-phase FIR is a common choice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777240" y="1508760"/>
            <a:ext cx="5074920" cy="1508760"/>
          </a:xfrm>
          <a:prstGeom prst="roundRect">
            <a:avLst>
              <a:gd name="adj" fmla="val 3636"/>
            </a:avLst>
          </a:prstGeom>
          <a:solidFill>
            <a:srgbClr val="F7FAFC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41832" y="1636776"/>
            <a:ext cx="4745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Preserved waveform shape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41832" y="1947672"/>
            <a:ext cx="47457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Constant group delay keeps relative phase relationships across the passband.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09360" y="1508760"/>
            <a:ext cx="5074920" cy="1508760"/>
          </a:xfrm>
          <a:prstGeom prst="roundRect">
            <a:avLst>
              <a:gd name="adj" fmla="val 3636"/>
            </a:avLst>
          </a:prstGeom>
          <a:solidFill>
            <a:srgbClr val="F7FAFC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73952" y="1636776"/>
            <a:ext cx="4745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Stable by construction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73952" y="1947672"/>
            <a:ext cx="47457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Finite impulse response filters have no recursive poles to destabilize the decimator.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77240" y="3566160"/>
            <a:ext cx="5074920" cy="1508760"/>
          </a:xfrm>
          <a:prstGeom prst="roundRect">
            <a:avLst>
              <a:gd name="adj" fmla="val 3636"/>
            </a:avLst>
          </a:prstGeom>
          <a:solidFill>
            <a:srgbClr val="F7FAFC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41832" y="3694176"/>
            <a:ext cx="4745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Predictable delay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41832" y="4005072"/>
            <a:ext cx="47457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Symmetric taps give delay (N−1)/2 samples at the input rate.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309360" y="3566160"/>
            <a:ext cx="5074920" cy="1508760"/>
          </a:xfrm>
          <a:prstGeom prst="roundRect">
            <a:avLst>
              <a:gd name="adj" fmla="val 3636"/>
            </a:avLst>
          </a:prstGeom>
          <a:solidFill>
            <a:srgbClr val="EEF7F1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73952" y="3694176"/>
            <a:ext cx="4745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Efficient structures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73952" y="4005072"/>
            <a:ext cx="47457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Polyphase implementations avoid computing samples that will be discarded.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22960" y="5715000"/>
            <a:ext cx="10469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Important nuance: linear phase is useful, not mandatory. Minimum-phase or IIR designs may be preferred when latency dominates.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7EAD4223-E538-644B-0E15-6EEB639AC26A}"/>
                  </a:ext>
                </a:extLst>
              </p14:cNvPr>
              <p14:cNvContentPartPr/>
              <p14:nvPr/>
            </p14:nvContentPartPr>
            <p14:xfrm>
              <a:off x="1003140" y="2416328"/>
              <a:ext cx="1406520" cy="201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7EAD4223-E538-644B-0E15-6EEB639AC26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94140" y="2407688"/>
                <a:ext cx="1424160" cy="3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7D8A2DD4-8049-48E0-22D9-359B88F42B08}"/>
                  </a:ext>
                </a:extLst>
              </p14:cNvPr>
              <p14:cNvContentPartPr/>
              <p14:nvPr/>
            </p14:nvContentPartPr>
            <p14:xfrm>
              <a:off x="6539220" y="1895408"/>
              <a:ext cx="1309680" cy="165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7D8A2DD4-8049-48E0-22D9-359B88F42B0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530580" y="1886768"/>
                <a:ext cx="1327320" cy="3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D2663D0C-492E-439E-42F2-408A749194D7}"/>
                  </a:ext>
                </a:extLst>
              </p14:cNvPr>
              <p14:cNvContentPartPr/>
              <p14:nvPr/>
            </p14:nvContentPartPr>
            <p14:xfrm>
              <a:off x="2516940" y="4638968"/>
              <a:ext cx="932040" cy="2160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D2663D0C-492E-439E-42F2-408A749194D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508300" y="4629968"/>
                <a:ext cx="949680" cy="39240"/>
              </a:xfrm>
              <a:prstGeom prst="rect">
                <a:avLst/>
              </a:prstGeom>
            </p:spPr>
          </p:pic>
        </mc:Fallback>
      </mc:AlternateContent>
      <p:grpSp>
        <p:nvGrpSpPr>
          <p:cNvPr id="48" name="Group 47">
            <a:extLst>
              <a:ext uri="{FF2B5EF4-FFF2-40B4-BE49-F238E27FC236}">
                <a16:creationId xmlns:a16="http://schemas.microsoft.com/office/drawing/2014/main" id="{FEEA5206-ADC1-9687-5839-6598EC8B44CC}"/>
              </a:ext>
            </a:extLst>
          </p:cNvPr>
          <p:cNvGrpSpPr/>
          <p:nvPr/>
        </p:nvGrpSpPr>
        <p:grpSpPr>
          <a:xfrm>
            <a:off x="1528020" y="5137928"/>
            <a:ext cx="3857760" cy="365040"/>
            <a:chOff x="1528020" y="5137928"/>
            <a:chExt cx="3857760" cy="365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922D2704-E44E-7A27-6381-80C8FF7F8D59}"/>
                    </a:ext>
                  </a:extLst>
                </p14:cNvPr>
                <p14:cNvContentPartPr/>
                <p14:nvPr/>
              </p14:nvContentPartPr>
              <p14:xfrm>
                <a:off x="1528020" y="5304248"/>
                <a:ext cx="205200" cy="10260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922D2704-E44E-7A27-6381-80C8FF7F8D59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519020" y="5295248"/>
                  <a:ext cx="22284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CC17824D-4B13-3010-2A5C-19D4813BD55D}"/>
                    </a:ext>
                  </a:extLst>
                </p14:cNvPr>
                <p14:cNvContentPartPr/>
                <p14:nvPr/>
              </p14:nvContentPartPr>
              <p14:xfrm>
                <a:off x="1729260" y="5187608"/>
                <a:ext cx="118080" cy="2106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CC17824D-4B13-3010-2A5C-19D4813BD55D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720260" y="5178968"/>
                  <a:ext cx="13572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21BDD7AF-2E61-2984-5FA5-82702DE9973D}"/>
                    </a:ext>
                  </a:extLst>
                </p14:cNvPr>
                <p14:cNvContentPartPr/>
                <p14:nvPr/>
              </p14:nvContentPartPr>
              <p14:xfrm>
                <a:off x="1867860" y="5320088"/>
                <a:ext cx="86760" cy="662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21BDD7AF-2E61-2984-5FA5-82702DE9973D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858860" y="5311088"/>
                  <a:ext cx="10440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3F60345C-C363-09C9-B921-CEF37F005CED}"/>
                    </a:ext>
                  </a:extLst>
                </p14:cNvPr>
                <p14:cNvContentPartPr/>
                <p14:nvPr/>
              </p14:nvContentPartPr>
              <p14:xfrm>
                <a:off x="1963620" y="5211008"/>
                <a:ext cx="168840" cy="1828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3F60345C-C363-09C9-B921-CEF37F005CED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954980" y="5202008"/>
                  <a:ext cx="18648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9D2F303D-4227-85C2-8B7D-C7A63A45921E}"/>
                    </a:ext>
                  </a:extLst>
                </p14:cNvPr>
                <p14:cNvContentPartPr/>
                <p14:nvPr/>
              </p14:nvContentPartPr>
              <p14:xfrm>
                <a:off x="2075940" y="5231528"/>
                <a:ext cx="2520" cy="32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9D2F303D-4227-85C2-8B7D-C7A63A45921E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067300" y="5222888"/>
                  <a:ext cx="2016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16A39CEC-0855-92DB-6875-7E7DFAEF45EB}"/>
                    </a:ext>
                  </a:extLst>
                </p14:cNvPr>
                <p14:cNvContentPartPr/>
                <p14:nvPr/>
              </p14:nvContentPartPr>
              <p14:xfrm>
                <a:off x="2124900" y="5261048"/>
                <a:ext cx="77040" cy="1033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16A39CEC-0855-92DB-6875-7E7DFAEF45EB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2115900" y="5252408"/>
                  <a:ext cx="9468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A111A04B-C70F-F2A9-3B8D-6453A170180C}"/>
                    </a:ext>
                  </a:extLst>
                </p14:cNvPr>
                <p14:cNvContentPartPr/>
                <p14:nvPr/>
              </p14:nvContentPartPr>
              <p14:xfrm>
                <a:off x="2279340" y="5288408"/>
                <a:ext cx="109440" cy="892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A111A04B-C70F-F2A9-3B8D-6453A170180C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2270700" y="5279408"/>
                  <a:ext cx="12708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9DEA73AE-E6E6-004C-B264-F20873212D97}"/>
                    </a:ext>
                  </a:extLst>
                </p14:cNvPr>
                <p14:cNvContentPartPr/>
                <p14:nvPr/>
              </p14:nvContentPartPr>
              <p14:xfrm>
                <a:off x="2331900" y="5151968"/>
                <a:ext cx="104400" cy="2203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9DEA73AE-E6E6-004C-B264-F20873212D97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2322900" y="5142968"/>
                  <a:ext cx="12204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261888B0-7332-AB64-856B-D590E67DE250}"/>
                    </a:ext>
                  </a:extLst>
                </p14:cNvPr>
                <p14:cNvContentPartPr/>
                <p14:nvPr/>
              </p14:nvContentPartPr>
              <p14:xfrm>
                <a:off x="2452140" y="5292728"/>
                <a:ext cx="93600" cy="2102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261888B0-7332-AB64-856B-D590E67DE250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2443140" y="5284088"/>
                  <a:ext cx="11124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7B99751-0747-8ACF-4C51-E017EA9F9C9E}"/>
                    </a:ext>
                  </a:extLst>
                </p14:cNvPr>
                <p14:cNvContentPartPr/>
                <p14:nvPr/>
              </p14:nvContentPartPr>
              <p14:xfrm>
                <a:off x="2716380" y="5149448"/>
                <a:ext cx="104400" cy="23832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7B99751-0747-8ACF-4C51-E017EA9F9C9E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2707380" y="5140808"/>
                  <a:ext cx="12204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68679FCF-69D0-F0A5-B772-D1536018C44E}"/>
                    </a:ext>
                  </a:extLst>
                </p14:cNvPr>
                <p14:cNvContentPartPr/>
                <p14:nvPr/>
              </p14:nvContentPartPr>
              <p14:xfrm>
                <a:off x="2867580" y="5261768"/>
                <a:ext cx="193320" cy="1015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68679FCF-69D0-F0A5-B772-D1536018C44E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2858580" y="5252768"/>
                  <a:ext cx="21096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02B374E5-A798-DE67-A073-CCB6B03DA070}"/>
                    </a:ext>
                  </a:extLst>
                </p14:cNvPr>
                <p14:cNvContentPartPr/>
                <p14:nvPr/>
              </p14:nvContentPartPr>
              <p14:xfrm>
                <a:off x="3109860" y="5271488"/>
                <a:ext cx="186120" cy="2001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02B374E5-A798-DE67-A073-CCB6B03DA070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3100860" y="5262848"/>
                  <a:ext cx="20376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A11AB4A6-9C4A-2D74-CD00-73B46443DBFB}"/>
                    </a:ext>
                  </a:extLst>
                </p14:cNvPr>
                <p14:cNvContentPartPr/>
                <p14:nvPr/>
              </p14:nvContentPartPr>
              <p14:xfrm>
                <a:off x="3498660" y="5273288"/>
                <a:ext cx="116280" cy="9972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A11AB4A6-9C4A-2D74-CD00-73B46443DBFB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3489660" y="5264288"/>
                  <a:ext cx="13392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2B5DF8D8-C98E-4AAB-3A92-C01F62835A2F}"/>
                    </a:ext>
                  </a:extLst>
                </p14:cNvPr>
                <p14:cNvContentPartPr/>
                <p14:nvPr/>
              </p14:nvContentPartPr>
              <p14:xfrm>
                <a:off x="3629340" y="5293808"/>
                <a:ext cx="60480" cy="622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2B5DF8D8-C98E-4AAB-3A92-C01F62835A2F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3620700" y="5285168"/>
                  <a:ext cx="7812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0103712B-A752-3552-113A-F11BF9AC21D2}"/>
                    </a:ext>
                  </a:extLst>
                </p14:cNvPr>
                <p14:cNvContentPartPr/>
                <p14:nvPr/>
              </p14:nvContentPartPr>
              <p14:xfrm>
                <a:off x="3745620" y="5273288"/>
                <a:ext cx="160560" cy="572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0103712B-A752-3552-113A-F11BF9AC21D2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3736980" y="5264288"/>
                  <a:ext cx="17820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8A5AC5B9-0AED-99A1-47B4-36B0B6AF6EC3}"/>
                    </a:ext>
                  </a:extLst>
                </p14:cNvPr>
                <p14:cNvContentPartPr/>
                <p14:nvPr/>
              </p14:nvContentPartPr>
              <p14:xfrm>
                <a:off x="3954780" y="5272208"/>
                <a:ext cx="86400" cy="1425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8A5AC5B9-0AED-99A1-47B4-36B0B6AF6EC3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3946140" y="5263568"/>
                  <a:ext cx="10404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D5B0A31F-9CEC-BA13-FF85-5419C5A7FD74}"/>
                    </a:ext>
                  </a:extLst>
                </p14:cNvPr>
                <p14:cNvContentPartPr/>
                <p14:nvPr/>
              </p14:nvContentPartPr>
              <p14:xfrm>
                <a:off x="4134420" y="5241968"/>
                <a:ext cx="333720" cy="1123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D5B0A31F-9CEC-BA13-FF85-5419C5A7FD74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4125420" y="5232968"/>
                  <a:ext cx="35136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EF6C209D-6F8F-0E4E-0098-09953F7CD8EF}"/>
                    </a:ext>
                  </a:extLst>
                </p14:cNvPr>
                <p14:cNvContentPartPr/>
                <p14:nvPr/>
              </p14:nvContentPartPr>
              <p14:xfrm>
                <a:off x="4497300" y="5137928"/>
                <a:ext cx="59400" cy="19152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EF6C209D-6F8F-0E4E-0098-09953F7CD8EF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4488300" y="5129288"/>
                  <a:ext cx="7704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4587D051-215B-3E66-0B5C-CC6179471E75}"/>
                    </a:ext>
                  </a:extLst>
                </p14:cNvPr>
                <p14:cNvContentPartPr/>
                <p14:nvPr/>
              </p14:nvContentPartPr>
              <p14:xfrm>
                <a:off x="4743180" y="5190128"/>
                <a:ext cx="49320" cy="1918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4587D051-215B-3E66-0B5C-CC6179471E75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4734540" y="5181128"/>
                  <a:ext cx="6696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F13100A8-7B01-4627-D81F-950B746C3438}"/>
                    </a:ext>
                  </a:extLst>
                </p14:cNvPr>
                <p14:cNvContentPartPr/>
                <p14:nvPr/>
              </p14:nvContentPartPr>
              <p14:xfrm>
                <a:off x="4707540" y="5284088"/>
                <a:ext cx="93240" cy="684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F13100A8-7B01-4627-D81F-950B746C3438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4698540" y="5275088"/>
                  <a:ext cx="11088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05EC28C0-EAE0-B3FB-253D-A693AAEC4A7C}"/>
                    </a:ext>
                  </a:extLst>
                </p14:cNvPr>
                <p14:cNvContentPartPr/>
                <p14:nvPr/>
              </p14:nvContentPartPr>
              <p14:xfrm>
                <a:off x="4834980" y="5298488"/>
                <a:ext cx="91080" cy="8280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05EC28C0-EAE0-B3FB-253D-A693AAEC4A7C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4826340" y="5289488"/>
                  <a:ext cx="10872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4219D4A9-44A7-E1EA-5189-D9BF6CC677BE}"/>
                    </a:ext>
                  </a:extLst>
                </p14:cNvPr>
                <p14:cNvContentPartPr/>
                <p14:nvPr/>
              </p14:nvContentPartPr>
              <p14:xfrm>
                <a:off x="5091300" y="5211008"/>
                <a:ext cx="46080" cy="1353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4219D4A9-44A7-E1EA-5189-D9BF6CC677BE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5082660" y="5202008"/>
                  <a:ext cx="6372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EFD8E5D6-6D97-8C05-A4DA-2DCBC5FCFD09}"/>
                    </a:ext>
                  </a:extLst>
                </p14:cNvPr>
                <p14:cNvContentPartPr/>
                <p14:nvPr/>
              </p14:nvContentPartPr>
              <p14:xfrm>
                <a:off x="5158980" y="5231528"/>
                <a:ext cx="50760" cy="11988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EFD8E5D6-6D97-8C05-A4DA-2DCBC5FCFD09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5149980" y="5222888"/>
                  <a:ext cx="6840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92AEA9C9-54D7-B4B4-6C47-88C6105CDC0F}"/>
                    </a:ext>
                  </a:extLst>
                </p14:cNvPr>
                <p14:cNvContentPartPr/>
                <p14:nvPr/>
              </p14:nvContentPartPr>
              <p14:xfrm>
                <a:off x="5242500" y="5168888"/>
                <a:ext cx="143280" cy="1771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92AEA9C9-54D7-B4B4-6C47-88C6105CDC0F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5233860" y="5159888"/>
                  <a:ext cx="160920" cy="194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52E5056A-4E16-2868-18F1-45E2E6E451CA}"/>
              </a:ext>
            </a:extLst>
          </p:cNvPr>
          <p:cNvGrpSpPr/>
          <p:nvPr/>
        </p:nvGrpSpPr>
        <p:grpSpPr>
          <a:xfrm>
            <a:off x="6487380" y="4473008"/>
            <a:ext cx="1820520" cy="47880"/>
            <a:chOff x="6487380" y="4473008"/>
            <a:chExt cx="1820520" cy="47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77237132-3918-350B-ACA3-A4AA6196D1DB}"/>
                    </a:ext>
                  </a:extLst>
                </p14:cNvPr>
                <p14:cNvContentPartPr/>
                <p14:nvPr/>
              </p14:nvContentPartPr>
              <p14:xfrm>
                <a:off x="6487380" y="4473008"/>
                <a:ext cx="766080" cy="4788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77237132-3918-350B-ACA3-A4AA6196D1DB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6478740" y="4464008"/>
                  <a:ext cx="78372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0D363A42-46B5-9396-4C23-939957B2679E}"/>
                    </a:ext>
                  </a:extLst>
                </p14:cNvPr>
                <p14:cNvContentPartPr/>
                <p14:nvPr/>
              </p14:nvContentPartPr>
              <p14:xfrm>
                <a:off x="7280460" y="4478048"/>
                <a:ext cx="1027440" cy="3168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0D363A42-46B5-9396-4C23-939957B2679E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7271820" y="4469408"/>
                  <a:ext cx="1045080" cy="49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361E90F6-7000-314B-91A7-FA50BA18A72C}"/>
                  </a:ext>
                </a:extLst>
              </p14:cNvPr>
              <p14:cNvContentPartPr/>
              <p14:nvPr/>
            </p14:nvContentPartPr>
            <p14:xfrm>
              <a:off x="6432300" y="3948488"/>
              <a:ext cx="649080" cy="2124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361E90F6-7000-314B-91A7-FA50BA18A72C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6423660" y="3939488"/>
                <a:ext cx="666720" cy="388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 CHECK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 check: safe decimation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822960" y="1600200"/>
            <a:ext cx="10561320" cy="1920240"/>
          </a:xfrm>
          <a:prstGeom prst="roundRect">
            <a:avLst/>
          </a:prstGeom>
          <a:solidFill>
            <a:srgbClr val="F7FAFC"/>
          </a:solidFill>
          <a:ln w="15240">
            <a:solidFill>
              <a:srgbClr val="C9D6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3000" y="1874520"/>
            <a:ext cx="9921240" cy="1325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signal occupies |ω| ≤ 0.22π. What is the largest integer M that can be used without aliasing, assuming an ideal anti-alias filter that preserves the whole band?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103120" y="4069080"/>
            <a:ext cx="7955280" cy="1051560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977640" y="4370832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Reveal after discussion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749E656-5CAD-D7D3-90F5-0EA88B5DAA74}"/>
              </a:ext>
            </a:extLst>
          </p:cNvPr>
          <p:cNvGrpSpPr/>
          <p:nvPr/>
        </p:nvGrpSpPr>
        <p:grpSpPr>
          <a:xfrm>
            <a:off x="1173420" y="5575688"/>
            <a:ext cx="699840" cy="174240"/>
            <a:chOff x="1173420" y="5575688"/>
            <a:chExt cx="699840" cy="174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8DC36AE5-86A4-446F-62B6-63D73F51A299}"/>
                    </a:ext>
                  </a:extLst>
                </p14:cNvPr>
                <p14:cNvContentPartPr/>
                <p14:nvPr/>
              </p14:nvContentPartPr>
              <p14:xfrm>
                <a:off x="1173420" y="5590448"/>
                <a:ext cx="172440" cy="1519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8DC36AE5-86A4-446F-62B6-63D73F51A299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164420" y="5581808"/>
                  <a:ext cx="19008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86FC9891-8892-4563-C99D-8636BD6CCE13}"/>
                    </a:ext>
                  </a:extLst>
                </p14:cNvPr>
                <p14:cNvContentPartPr/>
                <p14:nvPr/>
              </p14:nvContentPartPr>
              <p14:xfrm>
                <a:off x="1412100" y="5735528"/>
                <a:ext cx="1080" cy="144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86FC9891-8892-4563-C99D-8636BD6CCE13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403460" y="5726888"/>
                  <a:ext cx="1872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68B7FAA4-EAE4-C9E1-9BBE-8C0C2A0D55AF}"/>
                    </a:ext>
                  </a:extLst>
                </p14:cNvPr>
                <p14:cNvContentPartPr/>
                <p14:nvPr/>
              </p14:nvContentPartPr>
              <p14:xfrm>
                <a:off x="1475460" y="5614568"/>
                <a:ext cx="90000" cy="1054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68B7FAA4-EAE4-C9E1-9BBE-8C0C2A0D55AF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466460" y="5605928"/>
                  <a:ext cx="10764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D9E2FEA2-E2DB-2936-3ED6-E9E1267E641C}"/>
                    </a:ext>
                  </a:extLst>
                </p14:cNvPr>
                <p14:cNvContentPartPr/>
                <p14:nvPr/>
              </p14:nvContentPartPr>
              <p14:xfrm>
                <a:off x="1620900" y="5621408"/>
                <a:ext cx="106920" cy="1101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D9E2FEA2-E2DB-2936-3ED6-E9E1267E641C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611900" y="5612768"/>
                  <a:ext cx="12456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44FA7E9C-B398-B7A2-D3F2-13669C6B8ABF}"/>
                    </a:ext>
                  </a:extLst>
                </p14:cNvPr>
                <p14:cNvContentPartPr/>
                <p14:nvPr/>
              </p14:nvContentPartPr>
              <p14:xfrm>
                <a:off x="1802340" y="5618168"/>
                <a:ext cx="28080" cy="997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44FA7E9C-B398-B7A2-D3F2-13669C6B8ABF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793700" y="5609168"/>
                  <a:ext cx="4572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3281CE77-DAAD-2546-9978-3CAE5BD5FD9B}"/>
                    </a:ext>
                  </a:extLst>
                </p14:cNvPr>
                <p14:cNvContentPartPr/>
                <p14:nvPr/>
              </p14:nvContentPartPr>
              <p14:xfrm>
                <a:off x="1850940" y="5625368"/>
                <a:ext cx="22320" cy="914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3281CE77-DAAD-2546-9978-3CAE5BD5FD9B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842300" y="5616728"/>
                  <a:ext cx="3996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8D304F18-7BB7-D480-F675-38CCD24AE0ED}"/>
                    </a:ext>
                  </a:extLst>
                </p14:cNvPr>
                <p14:cNvContentPartPr/>
                <p14:nvPr/>
              </p14:nvContentPartPr>
              <p14:xfrm>
                <a:off x="1712700" y="5575688"/>
                <a:ext cx="152640" cy="147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8D304F18-7BB7-D480-F675-38CCD24AE0ED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704060" y="5566688"/>
                  <a:ext cx="170280" cy="32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5DB339CD-9EFB-6FB5-F577-13D2DE59E830}"/>
                  </a:ext>
                </a:extLst>
              </p14:cNvPr>
              <p14:cNvContentPartPr/>
              <p14:nvPr/>
            </p14:nvContentPartPr>
            <p14:xfrm>
              <a:off x="2159820" y="5508728"/>
              <a:ext cx="181800" cy="20124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5DB339CD-9EFB-6FB5-F577-13D2DE59E830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2150820" y="5500088"/>
                <a:ext cx="199440" cy="218880"/>
              </a:xfrm>
              <a:prstGeom prst="rect">
                <a:avLst/>
              </a:prstGeom>
            </p:spPr>
          </p:pic>
        </mc:Fallback>
      </mc:AlternateContent>
      <p:grpSp>
        <p:nvGrpSpPr>
          <p:cNvPr id="24" name="Group 23">
            <a:extLst>
              <a:ext uri="{FF2B5EF4-FFF2-40B4-BE49-F238E27FC236}">
                <a16:creationId xmlns:a16="http://schemas.microsoft.com/office/drawing/2014/main" id="{B8810DC7-DF34-1FAC-7D4C-EEE7BC728564}"/>
              </a:ext>
            </a:extLst>
          </p:cNvPr>
          <p:cNvGrpSpPr/>
          <p:nvPr/>
        </p:nvGrpSpPr>
        <p:grpSpPr>
          <a:xfrm>
            <a:off x="2548980" y="5397488"/>
            <a:ext cx="241200" cy="152640"/>
            <a:chOff x="2548980" y="5397488"/>
            <a:chExt cx="241200" cy="152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190D6F62-30BC-7CD8-DFC2-7AF09D468001}"/>
                    </a:ext>
                  </a:extLst>
                </p14:cNvPr>
                <p14:cNvContentPartPr/>
                <p14:nvPr/>
              </p14:nvContentPartPr>
              <p14:xfrm>
                <a:off x="2628180" y="5410088"/>
                <a:ext cx="27000" cy="1274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190D6F62-30BC-7CD8-DFC2-7AF09D468001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2619180" y="5401448"/>
                  <a:ext cx="4464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D7B3B189-E1AB-77EF-BF84-BAED611E1543}"/>
                    </a:ext>
                  </a:extLst>
                </p14:cNvPr>
                <p14:cNvContentPartPr/>
                <p14:nvPr/>
              </p14:nvContentPartPr>
              <p14:xfrm>
                <a:off x="2711340" y="5448968"/>
                <a:ext cx="32760" cy="1011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D7B3B189-E1AB-77EF-BF84-BAED611E1543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2702340" y="5440328"/>
                  <a:ext cx="5040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1D792417-A236-6222-9525-16BCDCE34049}"/>
                    </a:ext>
                  </a:extLst>
                </p14:cNvPr>
                <p14:cNvContentPartPr/>
                <p14:nvPr/>
              </p14:nvContentPartPr>
              <p14:xfrm>
                <a:off x="2548980" y="5397488"/>
                <a:ext cx="241200" cy="165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1D792417-A236-6222-9525-16BCDCE34049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2540340" y="5388488"/>
                  <a:ext cx="258840" cy="34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C4C062FD-34C4-2795-5D31-6D1E30DD3F42}"/>
                  </a:ext>
                </a:extLst>
              </p14:cNvPr>
              <p14:cNvContentPartPr/>
              <p14:nvPr/>
            </p14:nvContentPartPr>
            <p14:xfrm>
              <a:off x="2553300" y="5652368"/>
              <a:ext cx="273240" cy="3168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C4C062FD-34C4-2795-5D31-6D1E30DD3F42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2544660" y="5643728"/>
                <a:ext cx="290880" cy="4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D2ADF66C-BF67-0221-669A-2DBDEBB05E63}"/>
                  </a:ext>
                </a:extLst>
              </p14:cNvPr>
              <p14:cNvContentPartPr/>
              <p14:nvPr/>
            </p14:nvContentPartPr>
            <p14:xfrm>
              <a:off x="2566260" y="5797808"/>
              <a:ext cx="181800" cy="14580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D2ADF66C-BF67-0221-669A-2DBDEBB05E63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2557620" y="5789168"/>
                <a:ext cx="199440" cy="16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83C151BF-1717-C119-87A3-DC38446FC510}"/>
                  </a:ext>
                </a:extLst>
              </p14:cNvPr>
              <p14:cNvContentPartPr/>
              <p14:nvPr/>
            </p14:nvContentPartPr>
            <p14:xfrm>
              <a:off x="4137660" y="5640488"/>
              <a:ext cx="239040" cy="17820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83C151BF-1717-C119-87A3-DC38446FC510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4129020" y="5631488"/>
                <a:ext cx="256680" cy="19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C5D8CD67-38DC-1024-8F02-D7F638C05A98}"/>
                  </a:ext>
                </a:extLst>
              </p14:cNvPr>
              <p14:cNvContentPartPr/>
              <p14:nvPr/>
            </p14:nvContentPartPr>
            <p14:xfrm>
              <a:off x="2168460" y="5688728"/>
              <a:ext cx="117720" cy="7092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C5D8CD67-38DC-1024-8F02-D7F638C05A98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2159460" y="5680088"/>
                <a:ext cx="135360" cy="88560"/>
              </a:xfrm>
              <a:prstGeom prst="rect">
                <a:avLst/>
              </a:prstGeom>
            </p:spPr>
          </p:pic>
        </mc:Fallback>
      </mc:AlternateContent>
      <p:grpSp>
        <p:nvGrpSpPr>
          <p:cNvPr id="35" name="Group 34">
            <a:extLst>
              <a:ext uri="{FF2B5EF4-FFF2-40B4-BE49-F238E27FC236}">
                <a16:creationId xmlns:a16="http://schemas.microsoft.com/office/drawing/2014/main" id="{5F14C40D-32BC-6F53-81C2-B751DF243403}"/>
              </a:ext>
            </a:extLst>
          </p:cNvPr>
          <p:cNvGrpSpPr/>
          <p:nvPr/>
        </p:nvGrpSpPr>
        <p:grpSpPr>
          <a:xfrm>
            <a:off x="4561380" y="5610248"/>
            <a:ext cx="191520" cy="224280"/>
            <a:chOff x="4561380" y="5610248"/>
            <a:chExt cx="191520" cy="224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653185E6-91B2-6673-BB5E-DA17CFD328E9}"/>
                    </a:ext>
                  </a:extLst>
                </p14:cNvPr>
                <p14:cNvContentPartPr/>
                <p14:nvPr/>
              </p14:nvContentPartPr>
              <p14:xfrm>
                <a:off x="4569300" y="5756408"/>
                <a:ext cx="96480" cy="111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653185E6-91B2-6673-BB5E-DA17CFD328E9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4560300" y="5747408"/>
                  <a:ext cx="11412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0EAFA653-F83C-C185-C6F5-9311707C64AB}"/>
                    </a:ext>
                  </a:extLst>
                </p14:cNvPr>
                <p14:cNvContentPartPr/>
                <p14:nvPr/>
              </p14:nvContentPartPr>
              <p14:xfrm>
                <a:off x="4586220" y="5717168"/>
                <a:ext cx="90000" cy="187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0EAFA653-F83C-C185-C6F5-9311707C64AB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4577220" y="5708168"/>
                  <a:ext cx="10764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8304804B-4ADC-7D46-FF88-AC0059D48DB5}"/>
                    </a:ext>
                  </a:extLst>
                </p14:cNvPr>
                <p14:cNvContentPartPr/>
                <p14:nvPr/>
              </p14:nvContentPartPr>
              <p14:xfrm>
                <a:off x="4561380" y="5610248"/>
                <a:ext cx="191520" cy="1616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8304804B-4ADC-7D46-FF88-AC0059D48DB5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4552380" y="5601248"/>
                  <a:ext cx="20916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F291E4E4-AAF7-FBB6-E3A5-3EEE20C25CD0}"/>
                    </a:ext>
                  </a:extLst>
                </p14:cNvPr>
                <p14:cNvContentPartPr/>
                <p14:nvPr/>
              </p14:nvContentPartPr>
              <p14:xfrm>
                <a:off x="4604940" y="5740568"/>
                <a:ext cx="92160" cy="248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F291E4E4-AAF7-FBB6-E3A5-3EEE20C25CD0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4595940" y="5731928"/>
                  <a:ext cx="10980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61923215-B461-2B52-B11F-2D3E0AC90C01}"/>
                    </a:ext>
                  </a:extLst>
                </p14:cNvPr>
                <p14:cNvContentPartPr/>
                <p14:nvPr/>
              </p14:nvContentPartPr>
              <p14:xfrm>
                <a:off x="4582620" y="5799968"/>
                <a:ext cx="119520" cy="345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61923215-B461-2B52-B11F-2D3E0AC90C01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4573620" y="5790968"/>
                  <a:ext cx="137160" cy="52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01ACFD60-47E3-60D1-817B-40EC639131E5}"/>
                  </a:ext>
                </a:extLst>
              </p14:cNvPr>
              <p14:cNvContentPartPr/>
              <p14:nvPr/>
            </p14:nvContentPartPr>
            <p14:xfrm>
              <a:off x="5115420" y="5442128"/>
              <a:ext cx="33480" cy="13716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01ACFD60-47E3-60D1-817B-40EC639131E5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5106420" y="5433488"/>
                <a:ext cx="51120" cy="15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1682A756-E71E-FBCE-F2AE-217DBA92E8F1}"/>
                  </a:ext>
                </a:extLst>
              </p14:cNvPr>
              <p14:cNvContentPartPr/>
              <p14:nvPr/>
            </p14:nvContentPartPr>
            <p14:xfrm>
              <a:off x="4960980" y="5683328"/>
              <a:ext cx="322920" cy="2736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1682A756-E71E-FBCE-F2AE-217DBA92E8F1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4951980" y="5674328"/>
                <a:ext cx="340560" cy="45000"/>
              </a:xfrm>
              <a:prstGeom prst="rect">
                <a:avLst/>
              </a:prstGeom>
            </p:spPr>
          </p:pic>
        </mc:Fallback>
      </mc:AlternateContent>
      <p:grpSp>
        <p:nvGrpSpPr>
          <p:cNvPr id="42" name="Group 41">
            <a:extLst>
              <a:ext uri="{FF2B5EF4-FFF2-40B4-BE49-F238E27FC236}">
                <a16:creationId xmlns:a16="http://schemas.microsoft.com/office/drawing/2014/main" id="{8F01A6E8-671B-3A29-ABB8-93B0D7D5C2AF}"/>
              </a:ext>
            </a:extLst>
          </p:cNvPr>
          <p:cNvGrpSpPr/>
          <p:nvPr/>
        </p:nvGrpSpPr>
        <p:grpSpPr>
          <a:xfrm>
            <a:off x="4996620" y="5840288"/>
            <a:ext cx="442080" cy="122400"/>
            <a:chOff x="4996620" y="5840288"/>
            <a:chExt cx="442080" cy="122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41379E64-00E1-AA98-FC95-97D2CAF17E1E}"/>
                    </a:ext>
                  </a:extLst>
                </p14:cNvPr>
                <p14:cNvContentPartPr/>
                <p14:nvPr/>
              </p14:nvContentPartPr>
              <p14:xfrm>
                <a:off x="4996620" y="5852168"/>
                <a:ext cx="85680" cy="1076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41379E64-00E1-AA98-FC95-97D2CAF17E1E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4987620" y="5843168"/>
                  <a:ext cx="10332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1866D395-79C0-01E6-BFCF-53D64C501F00}"/>
                    </a:ext>
                  </a:extLst>
                </p14:cNvPr>
                <p14:cNvContentPartPr/>
                <p14:nvPr/>
              </p14:nvContentPartPr>
              <p14:xfrm>
                <a:off x="5129820" y="5959088"/>
                <a:ext cx="8640" cy="360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1866D395-79C0-01E6-BFCF-53D64C501F00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5120820" y="5950088"/>
                  <a:ext cx="2628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F40FD315-1DEE-B2E0-5206-F78F63F73EA3}"/>
                    </a:ext>
                  </a:extLst>
                </p14:cNvPr>
                <p14:cNvContentPartPr/>
                <p14:nvPr/>
              </p14:nvContentPartPr>
              <p14:xfrm>
                <a:off x="5143500" y="5840288"/>
                <a:ext cx="136440" cy="1134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F40FD315-1DEE-B2E0-5206-F78F63F73EA3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5134500" y="5831648"/>
                  <a:ext cx="15408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CB6E3F8D-515F-5128-79B3-3906DC1579F3}"/>
                    </a:ext>
                  </a:extLst>
                </p14:cNvPr>
                <p14:cNvContentPartPr/>
                <p14:nvPr/>
              </p14:nvContentPartPr>
              <p14:xfrm>
                <a:off x="5293980" y="5849648"/>
                <a:ext cx="144720" cy="849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CB6E3F8D-515F-5128-79B3-3906DC1579F3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5285340" y="5840648"/>
                  <a:ext cx="162360" cy="10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7E583846-6E86-CEA9-B330-3C39671B47CA}"/>
              </a:ext>
            </a:extLst>
          </p:cNvPr>
          <p:cNvGrpSpPr/>
          <p:nvPr/>
        </p:nvGrpSpPr>
        <p:grpSpPr>
          <a:xfrm>
            <a:off x="5651820" y="5615288"/>
            <a:ext cx="743760" cy="193680"/>
            <a:chOff x="5651820" y="5615288"/>
            <a:chExt cx="743760" cy="193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269B6BF0-424F-6CC8-8B08-EAE6533E816E}"/>
                    </a:ext>
                  </a:extLst>
                </p14:cNvPr>
                <p14:cNvContentPartPr/>
                <p14:nvPr/>
              </p14:nvContentPartPr>
              <p14:xfrm>
                <a:off x="5651820" y="5747048"/>
                <a:ext cx="194040" cy="619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269B6BF0-424F-6CC8-8B08-EAE6533E816E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5643180" y="5738048"/>
                  <a:ext cx="21168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6622D100-715E-907B-1E43-54A9BECD63F5}"/>
                    </a:ext>
                  </a:extLst>
                </p14:cNvPr>
                <p14:cNvContentPartPr/>
                <p14:nvPr/>
              </p14:nvContentPartPr>
              <p14:xfrm>
                <a:off x="5668020" y="5700248"/>
                <a:ext cx="140400" cy="255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6622D100-715E-907B-1E43-54A9BECD63F5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5659380" y="5691608"/>
                  <a:ext cx="15804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95074508-6D25-A784-F09D-49519000B65B}"/>
                    </a:ext>
                  </a:extLst>
                </p14:cNvPr>
                <p14:cNvContentPartPr/>
                <p14:nvPr/>
              </p14:nvContentPartPr>
              <p14:xfrm>
                <a:off x="5984820" y="5615288"/>
                <a:ext cx="143640" cy="1224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95074508-6D25-A784-F09D-49519000B65B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5976180" y="5606288"/>
                  <a:ext cx="16128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AA913114-DF07-E8B6-4CB2-5489793ACBE4}"/>
                    </a:ext>
                  </a:extLst>
                </p14:cNvPr>
                <p14:cNvContentPartPr/>
                <p14:nvPr/>
              </p14:nvContentPartPr>
              <p14:xfrm>
                <a:off x="6073020" y="5694128"/>
                <a:ext cx="21600" cy="10404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AA913114-DF07-E8B6-4CB2-5489793ACBE4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6064020" y="5685128"/>
                  <a:ext cx="3924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3F996839-0BD6-F3B4-7A72-DCA0FD2FB8E6}"/>
                    </a:ext>
                  </a:extLst>
                </p14:cNvPr>
                <p14:cNvContentPartPr/>
                <p14:nvPr/>
              </p14:nvContentPartPr>
              <p14:xfrm>
                <a:off x="6197940" y="5787728"/>
                <a:ext cx="8280" cy="147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3F996839-0BD6-F3B4-7A72-DCA0FD2FB8E6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6189300" y="5778728"/>
                  <a:ext cx="2592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90B9B081-24C8-D194-3D03-37D3B721C3BA}"/>
                    </a:ext>
                  </a:extLst>
                </p14:cNvPr>
                <p14:cNvContentPartPr/>
                <p14:nvPr/>
              </p14:nvContentPartPr>
              <p14:xfrm>
                <a:off x="6233220" y="5621408"/>
                <a:ext cx="122400" cy="17244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90B9B081-24C8-D194-3D03-37D3B721C3BA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6224580" y="5612408"/>
                  <a:ext cx="14004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7ACF5413-1644-E130-2535-0424F90FC2CF}"/>
                    </a:ext>
                  </a:extLst>
                </p14:cNvPr>
                <p14:cNvContentPartPr/>
                <p14:nvPr/>
              </p14:nvContentPartPr>
              <p14:xfrm>
                <a:off x="6218820" y="5615648"/>
                <a:ext cx="176760" cy="162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7ACF5413-1644-E130-2535-0424F90FC2CF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6209820" y="5607008"/>
                  <a:ext cx="194400" cy="33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19779079-6752-ABE1-AC7F-68DD572F44C4}"/>
              </a:ext>
            </a:extLst>
          </p:cNvPr>
          <p:cNvGrpSpPr/>
          <p:nvPr/>
        </p:nvGrpSpPr>
        <p:grpSpPr>
          <a:xfrm>
            <a:off x="7075980" y="5615288"/>
            <a:ext cx="673920" cy="304920"/>
            <a:chOff x="7075980" y="5615288"/>
            <a:chExt cx="673920" cy="304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CA2FAD2B-3B67-EEA7-0851-93727DFEAA56}"/>
                    </a:ext>
                  </a:extLst>
                </p14:cNvPr>
                <p14:cNvContentPartPr/>
                <p14:nvPr/>
              </p14:nvContentPartPr>
              <p14:xfrm>
                <a:off x="7237260" y="5615288"/>
                <a:ext cx="142200" cy="11160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CA2FAD2B-3B67-EEA7-0851-93727DFEAA56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7228260" y="5606288"/>
                  <a:ext cx="15984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91B44583-D097-3F79-FA88-EA061B659883}"/>
                    </a:ext>
                  </a:extLst>
                </p14:cNvPr>
                <p14:cNvContentPartPr/>
                <p14:nvPr/>
              </p14:nvContentPartPr>
              <p14:xfrm>
                <a:off x="7310340" y="5662808"/>
                <a:ext cx="15480" cy="1173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91B44583-D097-3F79-FA88-EA061B659883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7301700" y="5654168"/>
                  <a:ext cx="3312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9F2BF299-EC83-AB70-EB1F-E37F072C335B}"/>
                    </a:ext>
                  </a:extLst>
                </p14:cNvPr>
                <p14:cNvContentPartPr/>
                <p14:nvPr/>
              </p14:nvContentPartPr>
              <p14:xfrm>
                <a:off x="7439580" y="5813648"/>
                <a:ext cx="1080" cy="36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9F2BF299-EC83-AB70-EB1F-E37F072C335B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7430940" y="5804648"/>
                  <a:ext cx="1872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E5F4A614-058C-6321-9728-DB010F3E0D55}"/>
                    </a:ext>
                  </a:extLst>
                </p14:cNvPr>
                <p14:cNvContentPartPr/>
                <p14:nvPr/>
              </p14:nvContentPartPr>
              <p14:xfrm>
                <a:off x="7482420" y="5657768"/>
                <a:ext cx="108360" cy="1458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E5F4A614-058C-6321-9728-DB010F3E0D55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7473780" y="5648768"/>
                  <a:ext cx="12600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5A885B8B-875A-8081-A3CF-7208EA0B1FB1}"/>
                    </a:ext>
                  </a:extLst>
                </p14:cNvPr>
                <p14:cNvContentPartPr/>
                <p14:nvPr/>
              </p14:nvContentPartPr>
              <p14:xfrm>
                <a:off x="7502220" y="5620688"/>
                <a:ext cx="105480" cy="2196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5A885B8B-875A-8081-A3CF-7208EA0B1FB1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7493220" y="5611688"/>
                  <a:ext cx="12312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CF530A12-5C86-A034-4418-950994341CED}"/>
                    </a:ext>
                  </a:extLst>
                </p14:cNvPr>
                <p14:cNvContentPartPr/>
                <p14:nvPr/>
              </p14:nvContentPartPr>
              <p14:xfrm>
                <a:off x="7607340" y="5616008"/>
                <a:ext cx="142560" cy="29160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CF530A12-5C86-A034-4418-950994341CED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7598700" y="5607368"/>
                  <a:ext cx="16020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869FEEDA-14C8-CD80-0CDD-E97FA6E467B2}"/>
                    </a:ext>
                  </a:extLst>
                </p14:cNvPr>
                <p14:cNvContentPartPr/>
                <p14:nvPr/>
              </p14:nvContentPartPr>
              <p14:xfrm>
                <a:off x="7075980" y="5658848"/>
                <a:ext cx="114480" cy="2613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869FEEDA-14C8-CD80-0CDD-E97FA6E467B2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7067340" y="5649848"/>
                  <a:ext cx="132120" cy="279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C3993EF2-8184-24D0-1071-4B38E16A2A38}"/>
              </a:ext>
            </a:extLst>
          </p:cNvPr>
          <p:cNvGrpSpPr/>
          <p:nvPr/>
        </p:nvGrpSpPr>
        <p:grpSpPr>
          <a:xfrm>
            <a:off x="7996140" y="5724368"/>
            <a:ext cx="145080" cy="74160"/>
            <a:chOff x="7996140" y="5724368"/>
            <a:chExt cx="145080" cy="74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94AA87E2-11C5-854D-D85C-5A181766DAFB}"/>
                    </a:ext>
                  </a:extLst>
                </p14:cNvPr>
                <p14:cNvContentPartPr/>
                <p14:nvPr/>
              </p14:nvContentPartPr>
              <p14:xfrm>
                <a:off x="8000820" y="5782688"/>
                <a:ext cx="121680" cy="1584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94AA87E2-11C5-854D-D85C-5A181766DAFB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7991820" y="5773688"/>
                  <a:ext cx="13932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B8137E8A-DF13-32B9-6C3E-D716EBDBEDF7}"/>
                    </a:ext>
                  </a:extLst>
                </p14:cNvPr>
                <p14:cNvContentPartPr/>
                <p14:nvPr/>
              </p14:nvContentPartPr>
              <p14:xfrm>
                <a:off x="7996140" y="5724368"/>
                <a:ext cx="145080" cy="165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B8137E8A-DF13-32B9-6C3E-D716EBDBEDF7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7987500" y="5715728"/>
                  <a:ext cx="162720" cy="34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0B35B742-FC5E-A1C3-7D68-0C334FC36979}"/>
              </a:ext>
            </a:extLst>
          </p:cNvPr>
          <p:cNvGrpSpPr/>
          <p:nvPr/>
        </p:nvGrpSpPr>
        <p:grpSpPr>
          <a:xfrm>
            <a:off x="8297100" y="5646608"/>
            <a:ext cx="166680" cy="177480"/>
            <a:chOff x="8297100" y="5646608"/>
            <a:chExt cx="166680" cy="177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3CC13C60-4B77-FD6F-9A2F-23B474B67C1A}"/>
                    </a:ext>
                  </a:extLst>
                </p14:cNvPr>
                <p14:cNvContentPartPr/>
                <p14:nvPr/>
              </p14:nvContentPartPr>
              <p14:xfrm>
                <a:off x="8297100" y="5646608"/>
                <a:ext cx="166680" cy="11664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3CC13C60-4B77-FD6F-9A2F-23B474B67C1A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8288100" y="5637608"/>
                  <a:ext cx="18432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765482FB-FCE3-5030-6FF3-504EC82AC74B}"/>
                    </a:ext>
                  </a:extLst>
                </p14:cNvPr>
                <p14:cNvContentPartPr/>
                <p14:nvPr/>
              </p14:nvContentPartPr>
              <p14:xfrm>
                <a:off x="8379180" y="5688728"/>
                <a:ext cx="32760" cy="1353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765482FB-FCE3-5030-6FF3-504EC82AC74B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8370180" y="5680088"/>
                  <a:ext cx="50400" cy="153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49BBB471-3779-7BA1-0706-391E7DB493CD}"/>
              </a:ext>
            </a:extLst>
          </p:cNvPr>
          <p:cNvGrpSpPr/>
          <p:nvPr/>
        </p:nvGrpSpPr>
        <p:grpSpPr>
          <a:xfrm>
            <a:off x="8782020" y="5659568"/>
            <a:ext cx="189000" cy="171360"/>
            <a:chOff x="8782020" y="5659568"/>
            <a:chExt cx="189000" cy="171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18E3752D-4D44-B770-471A-04CB1351F282}"/>
                    </a:ext>
                  </a:extLst>
                </p14:cNvPr>
                <p14:cNvContentPartPr/>
                <p14:nvPr/>
              </p14:nvContentPartPr>
              <p14:xfrm>
                <a:off x="8797500" y="5740928"/>
                <a:ext cx="18720" cy="7380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18E3752D-4D44-B770-471A-04CB1351F282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8788860" y="5731928"/>
                  <a:ext cx="3636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00383607-B76C-961C-5F71-4EA261B656E4}"/>
                    </a:ext>
                  </a:extLst>
                </p14:cNvPr>
                <p14:cNvContentPartPr/>
                <p14:nvPr/>
              </p14:nvContentPartPr>
              <p14:xfrm>
                <a:off x="8782020" y="5659568"/>
                <a:ext cx="3600" cy="360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00383607-B76C-961C-5F71-4EA261B656E4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8773380" y="5650568"/>
                  <a:ext cx="2124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7E2BA953-09EB-CCCE-4BB1-AAE98CA1CE67}"/>
                    </a:ext>
                  </a:extLst>
                </p14:cNvPr>
                <p14:cNvContentPartPr/>
                <p14:nvPr/>
              </p14:nvContentPartPr>
              <p14:xfrm>
                <a:off x="8884620" y="5704928"/>
                <a:ext cx="86400" cy="12600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7E2BA953-09EB-CCCE-4BB1-AAE98CA1CE67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8875620" y="5695928"/>
                  <a:ext cx="104040" cy="143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245C1AED-6FAC-EF75-8B4D-35124B8FC923}"/>
              </a:ext>
            </a:extLst>
          </p:cNvPr>
          <p:cNvGrpSpPr/>
          <p:nvPr/>
        </p:nvGrpSpPr>
        <p:grpSpPr>
          <a:xfrm>
            <a:off x="9169740" y="5699168"/>
            <a:ext cx="530280" cy="88560"/>
            <a:chOff x="9169740" y="5699168"/>
            <a:chExt cx="530280" cy="88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A02A322B-0376-4084-8158-70888704A97B}"/>
                    </a:ext>
                  </a:extLst>
                </p14:cNvPr>
                <p14:cNvContentPartPr/>
                <p14:nvPr/>
              </p14:nvContentPartPr>
              <p14:xfrm>
                <a:off x="9169740" y="5714648"/>
                <a:ext cx="254520" cy="7308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A02A322B-0376-4084-8158-70888704A97B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9161100" y="5706008"/>
                  <a:ext cx="27216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3F630B58-AA2E-3ED8-7353-422F60467E64}"/>
                    </a:ext>
                  </a:extLst>
                </p14:cNvPr>
                <p14:cNvContentPartPr/>
                <p14:nvPr/>
              </p14:nvContentPartPr>
              <p14:xfrm>
                <a:off x="9475380" y="5730488"/>
                <a:ext cx="63360" cy="4284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3F630B58-AA2E-3ED8-7353-422F60467E64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9466740" y="5721488"/>
                  <a:ext cx="8100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CC10B2EC-2EAE-A2A8-FEE7-4A1C70FFF46D}"/>
                    </a:ext>
                  </a:extLst>
                </p14:cNvPr>
                <p14:cNvContentPartPr/>
                <p14:nvPr/>
              </p14:nvContentPartPr>
              <p14:xfrm>
                <a:off x="9590580" y="5714648"/>
                <a:ext cx="93600" cy="5652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CC10B2EC-2EAE-A2A8-FEE7-4A1C70FFF46D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9581940" y="5706008"/>
                  <a:ext cx="11124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7C7CA44E-BD03-F48B-7905-D4B9F88094BC}"/>
                    </a:ext>
                  </a:extLst>
                </p14:cNvPr>
                <p14:cNvContentPartPr/>
                <p14:nvPr/>
              </p14:nvContentPartPr>
              <p14:xfrm>
                <a:off x="9626220" y="5699168"/>
                <a:ext cx="73800" cy="8712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7C7CA44E-BD03-F48B-7905-D4B9F88094BC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9617220" y="5690528"/>
                  <a:ext cx="91440" cy="104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5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5511B9AC-FD8F-2909-B430-EAB4C0F566F5}"/>
                  </a:ext>
                </a:extLst>
              </p14:cNvPr>
              <p14:cNvContentPartPr/>
              <p14:nvPr/>
            </p14:nvContentPartPr>
            <p14:xfrm>
              <a:off x="9927900" y="5595848"/>
              <a:ext cx="221760" cy="187560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5511B9AC-FD8F-2909-B430-EAB4C0F566F5}"/>
                  </a:ext>
                </a:extLst>
              </p:cNvPr>
              <p:cNvPicPr/>
              <p:nvPr/>
            </p:nvPicPr>
            <p:blipFill>
              <a:blip r:embed="rId106"/>
              <a:stretch>
                <a:fillRect/>
              </a:stretch>
            </p:blipFill>
            <p:spPr>
              <a:xfrm>
                <a:off x="9918900" y="5586848"/>
                <a:ext cx="239400" cy="2052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632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943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300" b="1" dirty="0">
                <a:solidFill>
                  <a:srgbClr val="6FA6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658368" y="18288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CNN strides are downsampling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2761488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D5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strided convolution combines learned filtering with sample selection.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0:50–0:57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Conv1d with stride M: the DSP view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150876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9D6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2075688"/>
            <a:ext cx="1508760" cy="8046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 map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x[n]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148840" y="2468880"/>
            <a:ext cx="822960" cy="0"/>
          </a:xfrm>
          <a:prstGeom prst="line">
            <a:avLst/>
          </a:prstGeom>
          <a:noFill/>
          <a:ln w="25400">
            <a:solidFill>
              <a:srgbClr val="245B8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971800" y="1874520"/>
            <a:ext cx="2331720" cy="1188720"/>
          </a:xfrm>
          <a:prstGeom prst="roundRect">
            <a:avLst/>
          </a:prstGeom>
          <a:solidFill>
            <a:srgbClr val="EAF4FA"/>
          </a:solidFill>
          <a:ln w="19050">
            <a:solidFill>
              <a:srgbClr val="2F80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971800" y="1892808"/>
            <a:ext cx="2331720" cy="11704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learned FIR-like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kernel h[k]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303520" y="2468880"/>
            <a:ext cx="822960" cy="0"/>
          </a:xfrm>
          <a:prstGeom prst="line">
            <a:avLst/>
          </a:prstGeom>
          <a:noFill/>
          <a:ln w="25400">
            <a:solidFill>
              <a:srgbClr val="245B8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126480" y="2011680"/>
            <a:ext cx="1554480" cy="914400"/>
          </a:xfrm>
          <a:prstGeom prst="roundRect">
            <a:avLst/>
          </a:prstGeom>
          <a:solidFill>
            <a:srgbClr val="FFF6E9"/>
          </a:solidFill>
          <a:ln w="19050">
            <a:solidFill>
              <a:srgbClr val="C96A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126480" y="2029968"/>
            <a:ext cx="1554480" cy="8961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 M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stride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80960" y="2468880"/>
            <a:ext cx="868680" cy="0"/>
          </a:xfrm>
          <a:prstGeom prst="line">
            <a:avLst/>
          </a:prstGeom>
          <a:noFill/>
          <a:ln w="25400">
            <a:solidFill>
              <a:srgbClr val="245B8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549640" y="2057400"/>
            <a:ext cx="150876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9D6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549640" y="2075688"/>
            <a:ext cx="1508760" cy="8046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y[n]</a:t>
            </a:r>
            <a:endParaRPr lang="en-US" sz="1600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51760" y="3794760"/>
            <a:ext cx="4297680" cy="64008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7086600" y="3703320"/>
            <a:ext cx="3749040" cy="1417320"/>
          </a:xfrm>
          <a:prstGeom prst="roundRect">
            <a:avLst>
              <a:gd name="adj" fmla="val 3871"/>
            </a:avLst>
          </a:prstGeom>
          <a:solidFill>
            <a:srgbClr val="FFF8EC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7251192" y="3831336"/>
            <a:ext cx="3419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difference from classical decimation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251192" y="4142232"/>
            <a:ext cx="34198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kernel is learned for task loss—not explicitly constrained to be a lowpass anti-aliasing filter.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21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B485B25B-8607-2CAF-982B-EF7D230A7699}"/>
                  </a:ext>
                </a:extLst>
              </p14:cNvPr>
              <p14:cNvContentPartPr/>
              <p14:nvPr/>
            </p14:nvContentPartPr>
            <p14:xfrm>
              <a:off x="6575940" y="2763368"/>
              <a:ext cx="572400" cy="4716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B485B25B-8607-2CAF-982B-EF7D230A769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566940" y="2754368"/>
                <a:ext cx="590040" cy="6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2F66E6CD-9173-2F18-1D6E-7058DEE601F5}"/>
                  </a:ext>
                </a:extLst>
              </p14:cNvPr>
              <p14:cNvContentPartPr/>
              <p14:nvPr/>
            </p14:nvContentPartPr>
            <p14:xfrm>
              <a:off x="5721300" y="4212368"/>
              <a:ext cx="320040" cy="3744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2F66E6CD-9173-2F18-1D6E-7058DEE601F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712300" y="4203728"/>
                <a:ext cx="337680" cy="550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9D14A04F-A960-6F79-27E7-87B776FA20DF}"/>
              </a:ext>
            </a:extLst>
          </p:cNvPr>
          <p:cNvGrpSpPr/>
          <p:nvPr/>
        </p:nvGrpSpPr>
        <p:grpSpPr>
          <a:xfrm>
            <a:off x="450900" y="420128"/>
            <a:ext cx="1697760" cy="281880"/>
            <a:chOff x="450900" y="420128"/>
            <a:chExt cx="1697760" cy="281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1BE4599E-FE34-FBB6-C401-9AFEA4B8E1F8}"/>
                    </a:ext>
                  </a:extLst>
                </p14:cNvPr>
                <p14:cNvContentPartPr/>
                <p14:nvPr/>
              </p14:nvContentPartPr>
              <p14:xfrm>
                <a:off x="450900" y="492488"/>
                <a:ext cx="282600" cy="20952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1BE4599E-FE34-FBB6-C401-9AFEA4B8E1F8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41900" y="483848"/>
                  <a:ext cx="30024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812F50CF-19E2-75B3-A6DE-25E93846E1F9}"/>
                    </a:ext>
                  </a:extLst>
                </p14:cNvPr>
                <p14:cNvContentPartPr/>
                <p14:nvPr/>
              </p14:nvContentPartPr>
              <p14:xfrm>
                <a:off x="736380" y="591128"/>
                <a:ext cx="147960" cy="9036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812F50CF-19E2-75B3-A6DE-25E93846E1F9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27740" y="582488"/>
                  <a:ext cx="16560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D6F73AE7-0885-AAD6-B6F9-0487B67F6CFD}"/>
                    </a:ext>
                  </a:extLst>
                </p14:cNvPr>
                <p14:cNvContentPartPr/>
                <p14:nvPr/>
              </p14:nvContentPartPr>
              <p14:xfrm>
                <a:off x="966420" y="576728"/>
                <a:ext cx="42120" cy="9576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D6F73AE7-0885-AAD6-B6F9-0487B67F6CF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57780" y="567728"/>
                  <a:ext cx="5976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FB18D6BF-079B-4C1C-0558-AFCDD25CF11B}"/>
                    </a:ext>
                  </a:extLst>
                </p14:cNvPr>
                <p14:cNvContentPartPr/>
                <p14:nvPr/>
              </p14:nvContentPartPr>
              <p14:xfrm>
                <a:off x="1101060" y="576728"/>
                <a:ext cx="32760" cy="1094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FB18D6BF-079B-4C1C-0558-AFCDD25CF11B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092060" y="568088"/>
                  <a:ext cx="5040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F8606C77-0441-5982-3389-9A3FF451ABE1}"/>
                    </a:ext>
                  </a:extLst>
                </p14:cNvPr>
                <p14:cNvContentPartPr/>
                <p14:nvPr/>
              </p14:nvContentPartPr>
              <p14:xfrm>
                <a:off x="1194660" y="565928"/>
                <a:ext cx="124560" cy="889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F8606C77-0441-5982-3389-9A3FF451ABE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186020" y="557288"/>
                  <a:ext cx="14220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57C01D9D-C403-AEBC-CF1C-4F2535F6CD38}"/>
                    </a:ext>
                  </a:extLst>
                </p14:cNvPr>
                <p14:cNvContentPartPr/>
                <p14:nvPr/>
              </p14:nvContentPartPr>
              <p14:xfrm>
                <a:off x="1340100" y="420128"/>
                <a:ext cx="114120" cy="2552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57C01D9D-C403-AEBC-CF1C-4F2535F6CD3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331100" y="411488"/>
                  <a:ext cx="13176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F6F854AA-C657-2B09-C457-E803DE0582B4}"/>
                    </a:ext>
                  </a:extLst>
                </p14:cNvPr>
                <p14:cNvContentPartPr/>
                <p14:nvPr/>
              </p14:nvContentPartPr>
              <p14:xfrm>
                <a:off x="1488780" y="578888"/>
                <a:ext cx="93240" cy="968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F6F854AA-C657-2B09-C457-E803DE0582B4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479780" y="570248"/>
                  <a:ext cx="11088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41CBA088-CC1C-D8F3-780F-354687C3B902}"/>
                    </a:ext>
                  </a:extLst>
                </p14:cNvPr>
                <p14:cNvContentPartPr/>
                <p14:nvPr/>
              </p14:nvContentPartPr>
              <p14:xfrm>
                <a:off x="1613700" y="435968"/>
                <a:ext cx="70200" cy="2332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41CBA088-CC1C-D8F3-780F-354687C3B90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605060" y="427328"/>
                  <a:ext cx="8784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390E3523-5878-9EFA-9166-265490D324F8}"/>
                    </a:ext>
                  </a:extLst>
                </p14:cNvPr>
                <p14:cNvContentPartPr/>
                <p14:nvPr/>
              </p14:nvContentPartPr>
              <p14:xfrm>
                <a:off x="1620900" y="585368"/>
                <a:ext cx="150120" cy="658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390E3523-5878-9EFA-9166-265490D324F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611900" y="576728"/>
                  <a:ext cx="16776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FE1CFA5A-662D-2958-A27D-E4D789FC9F61}"/>
                    </a:ext>
                  </a:extLst>
                </p14:cNvPr>
                <p14:cNvContentPartPr/>
                <p14:nvPr/>
              </p14:nvContentPartPr>
              <p14:xfrm>
                <a:off x="1709100" y="477728"/>
                <a:ext cx="9000" cy="129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FE1CFA5A-662D-2958-A27D-E4D789FC9F61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700460" y="469088"/>
                  <a:ext cx="2664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E2DAD278-FAF5-E420-9584-E37B1DE2710B}"/>
                    </a:ext>
                  </a:extLst>
                </p14:cNvPr>
                <p14:cNvContentPartPr/>
                <p14:nvPr/>
              </p14:nvContentPartPr>
              <p14:xfrm>
                <a:off x="1843740" y="576368"/>
                <a:ext cx="99720" cy="1108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E2DAD278-FAF5-E420-9584-E37B1DE2710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834740" y="567728"/>
                  <a:ext cx="11736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B6B5E547-8A39-6D99-5B77-A66FAEF13990}"/>
                    </a:ext>
                  </a:extLst>
                </p14:cNvPr>
                <p14:cNvContentPartPr/>
                <p14:nvPr/>
              </p14:nvContentPartPr>
              <p14:xfrm>
                <a:off x="1984500" y="597248"/>
                <a:ext cx="164160" cy="702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B6B5E547-8A39-6D99-5B77-A66FAEF13990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975500" y="588608"/>
                  <a:ext cx="181800" cy="87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A48D1E87-F5A3-971C-C846-36FC564DF4D8}"/>
              </a:ext>
            </a:extLst>
          </p:cNvPr>
          <p:cNvGrpSpPr/>
          <p:nvPr/>
        </p:nvGrpSpPr>
        <p:grpSpPr>
          <a:xfrm>
            <a:off x="2331900" y="305288"/>
            <a:ext cx="2096640" cy="416880"/>
            <a:chOff x="2331900" y="305288"/>
            <a:chExt cx="2096640" cy="416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081701F-1C4B-6044-848D-F7238F54DB39}"/>
                    </a:ext>
                  </a:extLst>
                </p14:cNvPr>
                <p14:cNvContentPartPr/>
                <p14:nvPr/>
              </p14:nvContentPartPr>
              <p14:xfrm>
                <a:off x="2331900" y="370088"/>
                <a:ext cx="141120" cy="3520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D081701F-1C4B-6044-848D-F7238F54DB39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323260" y="361088"/>
                  <a:ext cx="158760" cy="36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B501D0B-2CCA-AC3B-8C03-C0AE107F2BF5}"/>
                    </a:ext>
                  </a:extLst>
                </p14:cNvPr>
                <p14:cNvContentPartPr/>
                <p14:nvPr/>
              </p14:nvContentPartPr>
              <p14:xfrm>
                <a:off x="2498580" y="410048"/>
                <a:ext cx="72360" cy="414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B501D0B-2CCA-AC3B-8C03-C0AE107F2BF5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489940" y="401048"/>
                  <a:ext cx="9000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33D687F8-23ED-4AF5-2075-7D0BCEA32764}"/>
                    </a:ext>
                  </a:extLst>
                </p14:cNvPr>
                <p14:cNvContentPartPr/>
                <p14:nvPr/>
              </p14:nvContentPartPr>
              <p14:xfrm>
                <a:off x="2648340" y="501128"/>
                <a:ext cx="146880" cy="1177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33D687F8-23ED-4AF5-2075-7D0BCEA32764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639340" y="492488"/>
                  <a:ext cx="16452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01D4F7F4-7FF4-4DDB-9FEF-AFC4D34D0AA7}"/>
                    </a:ext>
                  </a:extLst>
                </p14:cNvPr>
                <p14:cNvContentPartPr/>
                <p14:nvPr/>
              </p14:nvContentPartPr>
              <p14:xfrm>
                <a:off x="2806020" y="523448"/>
                <a:ext cx="77400" cy="702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01D4F7F4-7FF4-4DDB-9FEF-AFC4D34D0AA7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797380" y="514808"/>
                  <a:ext cx="9504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2F8B1E02-8E86-3A7B-347E-A869E070BA7B}"/>
                    </a:ext>
                  </a:extLst>
                </p14:cNvPr>
                <p14:cNvContentPartPr/>
                <p14:nvPr/>
              </p14:nvContentPartPr>
              <p14:xfrm>
                <a:off x="2935260" y="540008"/>
                <a:ext cx="185040" cy="842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2F8B1E02-8E86-3A7B-347E-A869E070BA7B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926260" y="531368"/>
                  <a:ext cx="20268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B05E50C2-1A82-131F-5822-5269B4BCB17B}"/>
                    </a:ext>
                  </a:extLst>
                </p14:cNvPr>
                <p14:cNvContentPartPr/>
                <p14:nvPr/>
              </p14:nvContentPartPr>
              <p14:xfrm>
                <a:off x="3122460" y="510488"/>
                <a:ext cx="89640" cy="961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B05E50C2-1A82-131F-5822-5269B4BCB17B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113460" y="501488"/>
                  <a:ext cx="10728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AB6DC608-9ECF-142B-63A1-A4874152545F}"/>
                    </a:ext>
                  </a:extLst>
                </p14:cNvPr>
                <p14:cNvContentPartPr/>
                <p14:nvPr/>
              </p14:nvContentPartPr>
              <p14:xfrm>
                <a:off x="3262500" y="497528"/>
                <a:ext cx="79200" cy="849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AB6DC608-9ECF-142B-63A1-A4874152545F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253500" y="488888"/>
                  <a:ext cx="9684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7871EFAA-6D04-DAF2-13FA-251C07696FD0}"/>
                    </a:ext>
                  </a:extLst>
                </p14:cNvPr>
                <p14:cNvContentPartPr/>
                <p14:nvPr/>
              </p14:nvContentPartPr>
              <p14:xfrm>
                <a:off x="3376620" y="377288"/>
                <a:ext cx="276120" cy="2098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7871EFAA-6D04-DAF2-13FA-251C07696FD0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367980" y="368648"/>
                  <a:ext cx="29376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E91DEAEF-CE63-B04F-A221-38497DC8EC7B}"/>
                    </a:ext>
                  </a:extLst>
                </p14:cNvPr>
                <p14:cNvContentPartPr/>
                <p14:nvPr/>
              </p14:nvContentPartPr>
              <p14:xfrm>
                <a:off x="3677220" y="357128"/>
                <a:ext cx="104040" cy="1832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E91DEAEF-CE63-B04F-A221-38497DC8EC7B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668220" y="348488"/>
                  <a:ext cx="12168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C34A2A81-3C71-A2F0-F7B7-016A36674107}"/>
                    </a:ext>
                  </a:extLst>
                </p14:cNvPr>
                <p14:cNvContentPartPr/>
                <p14:nvPr/>
              </p14:nvContentPartPr>
              <p14:xfrm>
                <a:off x="3652380" y="469448"/>
                <a:ext cx="119880" cy="172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C34A2A81-3C71-A2F0-F7B7-016A36674107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643380" y="460448"/>
                  <a:ext cx="13752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FAC5AD33-17F6-DD29-8F4C-2157561220DC}"/>
                    </a:ext>
                  </a:extLst>
                </p14:cNvPr>
                <p14:cNvContentPartPr/>
                <p14:nvPr/>
              </p14:nvContentPartPr>
              <p14:xfrm>
                <a:off x="3818340" y="509048"/>
                <a:ext cx="30600" cy="568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FAC5AD33-17F6-DD29-8F4C-2157561220DC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809700" y="500048"/>
                  <a:ext cx="4824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E788E3E0-0EB8-05FD-FA83-09C65A2512AF}"/>
                    </a:ext>
                  </a:extLst>
                </p14:cNvPr>
                <p14:cNvContentPartPr/>
                <p14:nvPr/>
              </p14:nvContentPartPr>
              <p14:xfrm>
                <a:off x="3797820" y="402848"/>
                <a:ext cx="4320" cy="39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E788E3E0-0EB8-05FD-FA83-09C65A2512AF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788820" y="393848"/>
                  <a:ext cx="2196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028F3664-6305-C9F3-937B-8E28B4A092CB}"/>
                    </a:ext>
                  </a:extLst>
                </p14:cNvPr>
                <p14:cNvContentPartPr/>
                <p14:nvPr/>
              </p14:nvContentPartPr>
              <p14:xfrm>
                <a:off x="3880260" y="488168"/>
                <a:ext cx="79200" cy="6408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028F3664-6305-C9F3-937B-8E28B4A092CB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871620" y="479528"/>
                  <a:ext cx="9684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A1D68DC2-7317-5AEC-5833-B6CF6F170A11}"/>
                    </a:ext>
                  </a:extLst>
                </p14:cNvPr>
                <p14:cNvContentPartPr/>
                <p14:nvPr/>
              </p14:nvContentPartPr>
              <p14:xfrm>
                <a:off x="4005540" y="477728"/>
                <a:ext cx="119880" cy="720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A1D68DC2-7317-5AEC-5833-B6CF6F170A11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996540" y="469088"/>
                  <a:ext cx="13752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CE9CEA78-8E00-8458-82A9-AA7070D7B13E}"/>
                    </a:ext>
                  </a:extLst>
                </p14:cNvPr>
                <p14:cNvContentPartPr/>
                <p14:nvPr/>
              </p14:nvContentPartPr>
              <p14:xfrm>
                <a:off x="4109580" y="337328"/>
                <a:ext cx="100080" cy="471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CE9CEA78-8E00-8458-82A9-AA7070D7B13E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100580" y="328328"/>
                  <a:ext cx="11772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614036FA-B0CB-AADA-CA14-E8A3526F2552}"/>
                    </a:ext>
                  </a:extLst>
                </p14:cNvPr>
                <p14:cNvContentPartPr/>
                <p14:nvPr/>
              </p14:nvContentPartPr>
              <p14:xfrm>
                <a:off x="4280940" y="305288"/>
                <a:ext cx="147600" cy="3495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614036FA-B0CB-AADA-CA14-E8A3526F2552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271940" y="296648"/>
                  <a:ext cx="165240" cy="367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26912A03-92E4-9FD1-3C40-3D59F86F9856}"/>
              </a:ext>
            </a:extLst>
          </p:cNvPr>
          <p:cNvGrpSpPr/>
          <p:nvPr/>
        </p:nvGrpSpPr>
        <p:grpSpPr>
          <a:xfrm>
            <a:off x="4664700" y="496808"/>
            <a:ext cx="222120" cy="117360"/>
            <a:chOff x="4664700" y="496808"/>
            <a:chExt cx="222120" cy="117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7C2EE3A3-7A4C-DA48-6050-0817F7D4BA1A}"/>
                    </a:ext>
                  </a:extLst>
                </p14:cNvPr>
                <p14:cNvContentPartPr/>
                <p14:nvPr/>
              </p14:nvContentPartPr>
              <p14:xfrm>
                <a:off x="4664700" y="518048"/>
                <a:ext cx="124920" cy="946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7C2EE3A3-7A4C-DA48-6050-0817F7D4BA1A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656060" y="509408"/>
                  <a:ext cx="14256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8D1CD7C8-2EEA-F448-B45C-44659F896759}"/>
                    </a:ext>
                  </a:extLst>
                </p14:cNvPr>
                <p14:cNvContentPartPr/>
                <p14:nvPr/>
              </p14:nvContentPartPr>
              <p14:xfrm>
                <a:off x="4770900" y="496808"/>
                <a:ext cx="115920" cy="1173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8D1CD7C8-2EEA-F448-B45C-44659F896759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762260" y="487808"/>
                  <a:ext cx="133560" cy="135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81016786-CA55-8934-559A-DCD238151AB7}"/>
              </a:ext>
            </a:extLst>
          </p:cNvPr>
          <p:cNvGrpSpPr/>
          <p:nvPr/>
        </p:nvGrpSpPr>
        <p:grpSpPr>
          <a:xfrm>
            <a:off x="5244660" y="363608"/>
            <a:ext cx="1745640" cy="213840"/>
            <a:chOff x="5244660" y="363608"/>
            <a:chExt cx="1745640" cy="213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174519D5-E9C3-881E-3DF9-804A2B40FE9B}"/>
                    </a:ext>
                  </a:extLst>
                </p14:cNvPr>
                <p14:cNvContentPartPr/>
                <p14:nvPr/>
              </p14:nvContentPartPr>
              <p14:xfrm>
                <a:off x="5244660" y="481328"/>
                <a:ext cx="223920" cy="925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174519D5-E9C3-881E-3DF9-804A2B40FE9B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235660" y="472328"/>
                  <a:ext cx="24156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E95B9D80-2E07-20D9-77AE-AF4DB19F01A0}"/>
                    </a:ext>
                  </a:extLst>
                </p14:cNvPr>
                <p14:cNvContentPartPr/>
                <p14:nvPr/>
              </p14:nvContentPartPr>
              <p14:xfrm>
                <a:off x="5537700" y="511568"/>
                <a:ext cx="93960" cy="6480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E95B9D80-2E07-20D9-77AE-AF4DB19F01A0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528700" y="502928"/>
                  <a:ext cx="11160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D7475284-0360-833F-DD54-B55DD7B4D919}"/>
                    </a:ext>
                  </a:extLst>
                </p14:cNvPr>
                <p14:cNvContentPartPr/>
                <p14:nvPr/>
              </p14:nvContentPartPr>
              <p14:xfrm>
                <a:off x="5631660" y="368648"/>
                <a:ext cx="81720" cy="20880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D7475284-0360-833F-DD54-B55DD7B4D919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623020" y="360008"/>
                  <a:ext cx="9936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4B61CF22-AEDB-84E3-8EB1-D09B93F3F1ED}"/>
                    </a:ext>
                  </a:extLst>
                </p14:cNvPr>
                <p14:cNvContentPartPr/>
                <p14:nvPr/>
              </p14:nvContentPartPr>
              <p14:xfrm>
                <a:off x="5620140" y="504728"/>
                <a:ext cx="95040" cy="1188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4B61CF22-AEDB-84E3-8EB1-D09B93F3F1ED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611500" y="495728"/>
                  <a:ext cx="11268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52197713-A7C4-B957-98A0-64100E44B860}"/>
                    </a:ext>
                  </a:extLst>
                </p14:cNvPr>
                <p14:cNvContentPartPr/>
                <p14:nvPr/>
              </p14:nvContentPartPr>
              <p14:xfrm>
                <a:off x="5755140" y="467288"/>
                <a:ext cx="24120" cy="8172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52197713-A7C4-B957-98A0-64100E44B860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5746140" y="458288"/>
                  <a:ext cx="4176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4B5DBE28-37C1-2509-DED7-FD61B8513089}"/>
                    </a:ext>
                  </a:extLst>
                </p14:cNvPr>
                <p14:cNvContentPartPr/>
                <p14:nvPr/>
              </p14:nvContentPartPr>
              <p14:xfrm>
                <a:off x="5870700" y="514088"/>
                <a:ext cx="23040" cy="579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4B5DBE28-37C1-2509-DED7-FD61B8513089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5861700" y="505448"/>
                  <a:ext cx="4068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B7359AA9-4C11-B4D9-66D9-21239E70C5DA}"/>
                    </a:ext>
                  </a:extLst>
                </p14:cNvPr>
                <p14:cNvContentPartPr/>
                <p14:nvPr/>
              </p14:nvContentPartPr>
              <p14:xfrm>
                <a:off x="5834340" y="405008"/>
                <a:ext cx="5040" cy="144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B7359AA9-4C11-B4D9-66D9-21239E70C5DA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5825340" y="396368"/>
                  <a:ext cx="2268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E8DD6071-F684-9CD2-5E9B-74F34AE11E8E}"/>
                    </a:ext>
                  </a:extLst>
                </p14:cNvPr>
                <p14:cNvContentPartPr/>
                <p14:nvPr/>
              </p14:nvContentPartPr>
              <p14:xfrm>
                <a:off x="5953860" y="477728"/>
                <a:ext cx="112320" cy="6732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E8DD6071-F684-9CD2-5E9B-74F34AE11E8E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944860" y="469088"/>
                  <a:ext cx="12996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697DADB3-BF27-9EE7-D7A3-D16352627504}"/>
                    </a:ext>
                  </a:extLst>
                </p14:cNvPr>
                <p14:cNvContentPartPr/>
                <p14:nvPr/>
              </p14:nvContentPartPr>
              <p14:xfrm>
                <a:off x="5975460" y="483128"/>
                <a:ext cx="61920" cy="7128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697DADB3-BF27-9EE7-D7A3-D16352627504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5966820" y="474128"/>
                  <a:ext cx="7956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C74DCE1D-7BC6-C59D-3E48-9E08244CE08A}"/>
                    </a:ext>
                  </a:extLst>
                </p14:cNvPr>
                <p14:cNvContentPartPr/>
                <p14:nvPr/>
              </p14:nvContentPartPr>
              <p14:xfrm>
                <a:off x="6138540" y="493208"/>
                <a:ext cx="111600" cy="2124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C74DCE1D-7BC6-C59D-3E48-9E08244CE08A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6129900" y="484568"/>
                  <a:ext cx="12924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28014F7B-8CA0-ABA2-FDA1-8E86F1E87390}"/>
                    </a:ext>
                  </a:extLst>
                </p14:cNvPr>
                <p14:cNvContentPartPr/>
                <p14:nvPr/>
              </p14:nvContentPartPr>
              <p14:xfrm>
                <a:off x="6286500" y="446048"/>
                <a:ext cx="119880" cy="1011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28014F7B-8CA0-ABA2-FDA1-8E86F1E87390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6277500" y="437048"/>
                  <a:ext cx="13752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08C85EBB-506A-95E4-45A4-7163908726F0}"/>
                    </a:ext>
                  </a:extLst>
                </p14:cNvPr>
                <p14:cNvContentPartPr/>
                <p14:nvPr/>
              </p14:nvContentPartPr>
              <p14:xfrm>
                <a:off x="6436980" y="459008"/>
                <a:ext cx="119520" cy="864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08C85EBB-506A-95E4-45A4-7163908726F0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6428340" y="450008"/>
                  <a:ext cx="13716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5110D815-D36E-789C-2EFA-CCC41FFC978F}"/>
                    </a:ext>
                  </a:extLst>
                </p14:cNvPr>
                <p14:cNvContentPartPr/>
                <p14:nvPr/>
              </p14:nvContentPartPr>
              <p14:xfrm>
                <a:off x="6584580" y="467288"/>
                <a:ext cx="105840" cy="903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5110D815-D36E-789C-2EFA-CCC41FFC978F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6575580" y="458648"/>
                  <a:ext cx="12348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794BD07D-C502-9F86-9F86-333DF6EBF4FF}"/>
                    </a:ext>
                  </a:extLst>
                </p14:cNvPr>
                <p14:cNvContentPartPr/>
                <p14:nvPr/>
              </p14:nvContentPartPr>
              <p14:xfrm>
                <a:off x="6670620" y="363608"/>
                <a:ext cx="74520" cy="1983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794BD07D-C502-9F86-9F86-333DF6EBF4FF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661980" y="354608"/>
                  <a:ext cx="9216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A8B151D6-35D8-7E9D-724A-E963CD230A37}"/>
                    </a:ext>
                  </a:extLst>
                </p14:cNvPr>
                <p14:cNvContentPartPr/>
                <p14:nvPr/>
              </p14:nvContentPartPr>
              <p14:xfrm>
                <a:off x="6655140" y="464048"/>
                <a:ext cx="109440" cy="144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A8B151D6-35D8-7E9D-724A-E963CD230A37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6646140" y="455048"/>
                  <a:ext cx="12708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9BE0ECE1-84D2-6E16-BBA8-D683725AAC7F}"/>
                    </a:ext>
                  </a:extLst>
                </p14:cNvPr>
                <p14:cNvContentPartPr/>
                <p14:nvPr/>
              </p14:nvContentPartPr>
              <p14:xfrm>
                <a:off x="6821820" y="477008"/>
                <a:ext cx="82080" cy="745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9BE0ECE1-84D2-6E16-BBA8-D683725AAC7F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813180" y="468368"/>
                  <a:ext cx="9972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7FB9B7C3-BBA7-F88C-E620-A5DF9A3E6062}"/>
                    </a:ext>
                  </a:extLst>
                </p14:cNvPr>
                <p14:cNvContentPartPr/>
                <p14:nvPr/>
              </p14:nvContentPartPr>
              <p14:xfrm>
                <a:off x="6940980" y="441008"/>
                <a:ext cx="49320" cy="12168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7FB9B7C3-BBA7-F88C-E620-A5DF9A3E6062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6931980" y="432368"/>
                  <a:ext cx="66960" cy="139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44CED05F-188F-5905-D296-DA4208B4D014}"/>
              </a:ext>
            </a:extLst>
          </p:cNvPr>
          <p:cNvGrpSpPr/>
          <p:nvPr/>
        </p:nvGrpSpPr>
        <p:grpSpPr>
          <a:xfrm>
            <a:off x="7168860" y="351008"/>
            <a:ext cx="835560" cy="299880"/>
            <a:chOff x="7168860" y="351008"/>
            <a:chExt cx="835560" cy="299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8A00514A-DDCC-A57B-4A51-E3ED689D60A0}"/>
                    </a:ext>
                  </a:extLst>
                </p14:cNvPr>
                <p14:cNvContentPartPr/>
                <p14:nvPr/>
              </p14:nvContentPartPr>
              <p14:xfrm>
                <a:off x="7168860" y="462968"/>
                <a:ext cx="83880" cy="18792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8A00514A-DDCC-A57B-4A51-E3ED689D60A0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160220" y="454328"/>
                  <a:ext cx="10152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B3E4A9CF-06F5-8518-0DB9-70F02F815D14}"/>
                    </a:ext>
                  </a:extLst>
                </p14:cNvPr>
                <p14:cNvContentPartPr/>
                <p14:nvPr/>
              </p14:nvContentPartPr>
              <p14:xfrm>
                <a:off x="7277940" y="446048"/>
                <a:ext cx="42480" cy="8640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B3E4A9CF-06F5-8518-0DB9-70F02F815D14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7268940" y="437408"/>
                  <a:ext cx="6012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D8F1BA80-8456-73E9-D12B-1173BD6287CD}"/>
                    </a:ext>
                  </a:extLst>
                </p14:cNvPr>
                <p14:cNvContentPartPr/>
                <p14:nvPr/>
              </p14:nvContentPartPr>
              <p14:xfrm>
                <a:off x="7430580" y="468368"/>
                <a:ext cx="78120" cy="9432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D8F1BA80-8456-73E9-D12B-1173BD6287CD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7421580" y="459368"/>
                  <a:ext cx="9576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D66104D6-401F-CC58-080A-A69A5D0D4AF2}"/>
                    </a:ext>
                  </a:extLst>
                </p14:cNvPr>
                <p14:cNvContentPartPr/>
                <p14:nvPr/>
              </p14:nvContentPartPr>
              <p14:xfrm>
                <a:off x="7551900" y="351008"/>
                <a:ext cx="241560" cy="22608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D66104D6-401F-CC58-080A-A69A5D0D4AF2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7543260" y="342008"/>
                  <a:ext cx="25920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6D11F1B8-F220-248B-4F9D-2BA5C93F8487}"/>
                    </a:ext>
                  </a:extLst>
                </p14:cNvPr>
                <p14:cNvContentPartPr/>
                <p14:nvPr/>
              </p14:nvContentPartPr>
              <p14:xfrm>
                <a:off x="7848540" y="519488"/>
                <a:ext cx="89640" cy="831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6D11F1B8-F220-248B-4F9D-2BA5C93F8487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7839900" y="510488"/>
                  <a:ext cx="10728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625992DB-F42C-C2CC-12CA-42EDCCFF9246}"/>
                    </a:ext>
                  </a:extLst>
                </p14:cNvPr>
                <p14:cNvContentPartPr/>
                <p14:nvPr/>
              </p14:nvContentPartPr>
              <p14:xfrm>
                <a:off x="7923060" y="390968"/>
                <a:ext cx="81360" cy="1944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625992DB-F42C-C2CC-12CA-42EDCCFF9246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7914060" y="382328"/>
                  <a:ext cx="9900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F9087A46-79E0-21D5-D4ED-E14D9E021A0B}"/>
                    </a:ext>
                  </a:extLst>
                </p14:cNvPr>
                <p14:cNvContentPartPr/>
                <p14:nvPr/>
              </p14:nvContentPartPr>
              <p14:xfrm>
                <a:off x="7907940" y="471608"/>
                <a:ext cx="87840" cy="648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F9087A46-79E0-21D5-D4ED-E14D9E021A0B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7899300" y="462608"/>
                  <a:ext cx="105480" cy="24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92A360F1-D2DA-5D01-B5C4-0EFA74076474}"/>
              </a:ext>
            </a:extLst>
          </p:cNvPr>
          <p:cNvGrpSpPr/>
          <p:nvPr/>
        </p:nvGrpSpPr>
        <p:grpSpPr>
          <a:xfrm>
            <a:off x="488340" y="948608"/>
            <a:ext cx="1301040" cy="317880"/>
            <a:chOff x="488340" y="948608"/>
            <a:chExt cx="1301040" cy="317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0443E453-0B60-CFD3-33AF-9D5D37AC5F49}"/>
                    </a:ext>
                  </a:extLst>
                </p14:cNvPr>
                <p14:cNvContentPartPr/>
                <p14:nvPr/>
              </p14:nvContentPartPr>
              <p14:xfrm>
                <a:off x="518220" y="1063448"/>
                <a:ext cx="42120" cy="11052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0443E453-0B60-CFD3-33AF-9D5D37AC5F49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509580" y="1054808"/>
                  <a:ext cx="5976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00914B35-69EE-8466-BB9D-9940BE87DF34}"/>
                    </a:ext>
                  </a:extLst>
                </p14:cNvPr>
                <p14:cNvContentPartPr/>
                <p14:nvPr/>
              </p14:nvContentPartPr>
              <p14:xfrm>
                <a:off x="488340" y="1018088"/>
                <a:ext cx="116640" cy="3168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00914B35-69EE-8466-BB9D-9940BE87DF34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479340" y="1009088"/>
                  <a:ext cx="13428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095032A4-88E4-713B-F106-C0251D28D36B}"/>
                    </a:ext>
                  </a:extLst>
                </p14:cNvPr>
                <p14:cNvContentPartPr/>
                <p14:nvPr/>
              </p14:nvContentPartPr>
              <p14:xfrm>
                <a:off x="529740" y="1096208"/>
                <a:ext cx="90360" cy="576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095032A4-88E4-713B-F106-C0251D28D36B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521100" y="1087208"/>
                  <a:ext cx="10800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06201C14-A2DA-F450-C9F8-BB5DC360548E}"/>
                    </a:ext>
                  </a:extLst>
                </p14:cNvPr>
                <p14:cNvContentPartPr/>
                <p14:nvPr/>
              </p14:nvContentPartPr>
              <p14:xfrm>
                <a:off x="566100" y="1179368"/>
                <a:ext cx="140400" cy="1620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06201C14-A2DA-F450-C9F8-BB5DC360548E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557460" y="1170368"/>
                  <a:ext cx="15804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DE1DDBAD-3690-92E7-23C1-BB72530A3DCE}"/>
                    </a:ext>
                  </a:extLst>
                </p14:cNvPr>
                <p14:cNvContentPartPr/>
                <p14:nvPr/>
              </p14:nvContentPartPr>
              <p14:xfrm>
                <a:off x="696060" y="1096208"/>
                <a:ext cx="153000" cy="7596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DE1DDBAD-3690-92E7-23C1-BB72530A3DCE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687060" y="1087208"/>
                  <a:ext cx="17064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43D0BA0D-5AD1-8C7F-344D-52E7ED72C49F}"/>
                    </a:ext>
                  </a:extLst>
                </p14:cNvPr>
                <p14:cNvContentPartPr/>
                <p14:nvPr/>
              </p14:nvContentPartPr>
              <p14:xfrm>
                <a:off x="745740" y="1116728"/>
                <a:ext cx="70200" cy="6732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43D0BA0D-5AD1-8C7F-344D-52E7ED72C49F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737100" y="1108088"/>
                  <a:ext cx="8784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E7FC4C4E-BE29-2511-1701-15F3B59F0C7A}"/>
                    </a:ext>
                  </a:extLst>
                </p14:cNvPr>
                <p14:cNvContentPartPr/>
                <p14:nvPr/>
              </p14:nvContentPartPr>
              <p14:xfrm>
                <a:off x="935820" y="1121048"/>
                <a:ext cx="119520" cy="5328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E7FC4C4E-BE29-2511-1701-15F3B59F0C7A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926820" y="1112048"/>
                  <a:ext cx="13716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1BBD7CC8-663C-0750-A77A-185732E1E26B}"/>
                    </a:ext>
                  </a:extLst>
                </p14:cNvPr>
                <p14:cNvContentPartPr/>
                <p14:nvPr/>
              </p14:nvContentPartPr>
              <p14:xfrm>
                <a:off x="1080540" y="1121768"/>
                <a:ext cx="188640" cy="3636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1BBD7CC8-663C-0750-A77A-185732E1E26B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071540" y="1113128"/>
                  <a:ext cx="20628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01CD4890-E44C-F4BA-054E-DBE19FF47BBD}"/>
                    </a:ext>
                  </a:extLst>
                </p14:cNvPr>
                <p14:cNvContentPartPr/>
                <p14:nvPr/>
              </p14:nvContentPartPr>
              <p14:xfrm>
                <a:off x="1340100" y="1099448"/>
                <a:ext cx="94320" cy="16704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01CD4890-E44C-F4BA-054E-DBE19FF47BBD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331460" y="1090808"/>
                  <a:ext cx="11196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B4CC1A0F-ED0E-7786-8AB0-93EE3A821DE8}"/>
                    </a:ext>
                  </a:extLst>
                </p14:cNvPr>
                <p14:cNvContentPartPr/>
                <p14:nvPr/>
              </p14:nvContentPartPr>
              <p14:xfrm>
                <a:off x="1448460" y="948608"/>
                <a:ext cx="203400" cy="2307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B4CC1A0F-ED0E-7786-8AB0-93EE3A821DE8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439460" y="939968"/>
                  <a:ext cx="22104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164C2FE1-1C85-6CCC-45D2-6F529B124985}"/>
                    </a:ext>
                  </a:extLst>
                </p14:cNvPr>
                <p14:cNvContentPartPr/>
                <p14:nvPr/>
              </p14:nvContentPartPr>
              <p14:xfrm>
                <a:off x="1766340" y="1074248"/>
                <a:ext cx="2520" cy="14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164C2FE1-1C85-6CCC-45D2-6F529B124985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757340" y="1065248"/>
                  <a:ext cx="2016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BDCCE937-969C-B4A5-9C5D-676778CDA578}"/>
                    </a:ext>
                  </a:extLst>
                </p14:cNvPr>
                <p14:cNvContentPartPr/>
                <p14:nvPr/>
              </p14:nvContentPartPr>
              <p14:xfrm>
                <a:off x="1781820" y="1137608"/>
                <a:ext cx="7560" cy="864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BDCCE937-969C-B4A5-9C5D-676778CDA578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1773180" y="1128968"/>
                  <a:ext cx="25200" cy="26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6EBFC1E8-41D4-91AD-BB84-BB6C4A2E693C}"/>
              </a:ext>
            </a:extLst>
          </p:cNvPr>
          <p:cNvGrpSpPr/>
          <p:nvPr/>
        </p:nvGrpSpPr>
        <p:grpSpPr>
          <a:xfrm>
            <a:off x="2233980" y="921248"/>
            <a:ext cx="779040" cy="255240"/>
            <a:chOff x="2233980" y="921248"/>
            <a:chExt cx="779040" cy="255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3B1B6D24-E3D5-420E-24FF-8B72427AE290}"/>
                    </a:ext>
                  </a:extLst>
                </p14:cNvPr>
                <p14:cNvContentPartPr/>
                <p14:nvPr/>
              </p14:nvContentPartPr>
              <p14:xfrm>
                <a:off x="2233980" y="957968"/>
                <a:ext cx="90720" cy="21852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3B1B6D24-E3D5-420E-24FF-8B72427AE290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2224980" y="948968"/>
                  <a:ext cx="10836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45161ADD-E3F1-0FFA-5049-91E3DFC1FAA9}"/>
                    </a:ext>
                  </a:extLst>
                </p14:cNvPr>
                <p14:cNvContentPartPr/>
                <p14:nvPr/>
              </p14:nvContentPartPr>
              <p14:xfrm>
                <a:off x="2330820" y="1085768"/>
                <a:ext cx="95760" cy="8352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45161ADD-E3F1-0FFA-5049-91E3DFC1FAA9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2322180" y="1076768"/>
                  <a:ext cx="11340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102C496A-1A6E-78FE-EE7D-8E2C532C6B25}"/>
                    </a:ext>
                  </a:extLst>
                </p14:cNvPr>
                <p14:cNvContentPartPr/>
                <p14:nvPr/>
              </p14:nvContentPartPr>
              <p14:xfrm>
                <a:off x="2450700" y="1073528"/>
                <a:ext cx="188280" cy="10080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102C496A-1A6E-78FE-EE7D-8E2C532C6B25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2441700" y="1064888"/>
                  <a:ext cx="20592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BEFAFB46-8262-87FE-B62B-EB9622186633}"/>
                    </a:ext>
                  </a:extLst>
                </p14:cNvPr>
                <p14:cNvContentPartPr/>
                <p14:nvPr/>
              </p14:nvContentPartPr>
              <p14:xfrm>
                <a:off x="2665260" y="1096208"/>
                <a:ext cx="118440" cy="5364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BEFAFB46-8262-87FE-B62B-EB9622186633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2656260" y="1087208"/>
                  <a:ext cx="13608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996EC139-7677-4199-2E45-59CA6FA57CA6}"/>
                    </a:ext>
                  </a:extLst>
                </p14:cNvPr>
                <p14:cNvContentPartPr/>
                <p14:nvPr/>
              </p14:nvContentPartPr>
              <p14:xfrm>
                <a:off x="2810700" y="1085048"/>
                <a:ext cx="103680" cy="7380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996EC139-7677-4199-2E45-59CA6FA57CA6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2801700" y="1076408"/>
                  <a:ext cx="12132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9A888880-4B30-99F0-E9A1-E6F7E493D79A}"/>
                    </a:ext>
                  </a:extLst>
                </p14:cNvPr>
                <p14:cNvContentPartPr/>
                <p14:nvPr/>
              </p14:nvContentPartPr>
              <p14:xfrm>
                <a:off x="2897820" y="921248"/>
                <a:ext cx="115200" cy="23760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9A888880-4B30-99F0-E9A1-E6F7E493D79A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2889180" y="912248"/>
                  <a:ext cx="132840" cy="255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991F2E55-CB71-1E53-52FD-8588A9B73945}"/>
              </a:ext>
            </a:extLst>
          </p:cNvPr>
          <p:cNvGrpSpPr/>
          <p:nvPr/>
        </p:nvGrpSpPr>
        <p:grpSpPr>
          <a:xfrm>
            <a:off x="3293820" y="835928"/>
            <a:ext cx="1673280" cy="357120"/>
            <a:chOff x="3293820" y="835928"/>
            <a:chExt cx="1673280" cy="357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8F325331-896F-6059-C8E2-E8810F3775FA}"/>
                    </a:ext>
                  </a:extLst>
                </p14:cNvPr>
                <p14:cNvContentPartPr/>
                <p14:nvPr/>
              </p14:nvContentPartPr>
              <p14:xfrm>
                <a:off x="3293820" y="1049768"/>
                <a:ext cx="193320" cy="7884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8F325331-896F-6059-C8E2-E8810F3775FA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3284820" y="1040768"/>
                  <a:ext cx="21096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0E98E71A-EC68-3A9E-4F28-2D19BC14A357}"/>
                    </a:ext>
                  </a:extLst>
                </p14:cNvPr>
                <p14:cNvContentPartPr/>
                <p14:nvPr/>
              </p14:nvContentPartPr>
              <p14:xfrm>
                <a:off x="3521340" y="909008"/>
                <a:ext cx="123840" cy="24084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0E98E71A-EC68-3A9E-4F28-2D19BC14A357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3512700" y="900368"/>
                  <a:ext cx="14148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6F03D367-F4C7-20C2-86D9-6B0C12A17B0F}"/>
                    </a:ext>
                  </a:extLst>
                </p14:cNvPr>
                <p14:cNvContentPartPr/>
                <p14:nvPr/>
              </p14:nvContentPartPr>
              <p14:xfrm>
                <a:off x="3641940" y="1051208"/>
                <a:ext cx="118080" cy="5148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6F03D367-F4C7-20C2-86D9-6B0C12A17B0F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3632940" y="1042568"/>
                  <a:ext cx="13572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19C8EA98-BC95-6F94-937A-BC3EC24A70EE}"/>
                    </a:ext>
                  </a:extLst>
                </p14:cNvPr>
                <p14:cNvContentPartPr/>
                <p14:nvPr/>
              </p14:nvContentPartPr>
              <p14:xfrm>
                <a:off x="3714660" y="914408"/>
                <a:ext cx="175320" cy="23436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19C8EA98-BC95-6F94-937A-BC3EC24A70EE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3705660" y="905408"/>
                  <a:ext cx="19296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8FE146DF-1CF4-C97E-ABB9-85EA0769E968}"/>
                    </a:ext>
                  </a:extLst>
                </p14:cNvPr>
                <p14:cNvContentPartPr/>
                <p14:nvPr/>
              </p14:nvContentPartPr>
              <p14:xfrm>
                <a:off x="4036500" y="1064528"/>
                <a:ext cx="104400" cy="1620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8FE146DF-1CF4-C97E-ABB9-85EA0769E968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4027860" y="1055528"/>
                  <a:ext cx="12204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B16563A2-4959-EF8E-F1C7-53C7129A7FD5}"/>
                    </a:ext>
                  </a:extLst>
                </p14:cNvPr>
                <p14:cNvContentPartPr/>
                <p14:nvPr/>
              </p14:nvContentPartPr>
              <p14:xfrm>
                <a:off x="4018140" y="1022408"/>
                <a:ext cx="70920" cy="1692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B16563A2-4959-EF8E-F1C7-53C7129A7FD5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4009500" y="1013768"/>
                  <a:ext cx="8856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38DA90DC-3809-33E6-6B25-5CFA67D90E76}"/>
                    </a:ext>
                  </a:extLst>
                </p14:cNvPr>
                <p14:cNvContentPartPr/>
                <p14:nvPr/>
              </p14:nvContentPartPr>
              <p14:xfrm>
                <a:off x="4207500" y="835928"/>
                <a:ext cx="140760" cy="34884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38DA90DC-3809-33E6-6B25-5CFA67D90E76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4198500" y="826928"/>
                  <a:ext cx="158400" cy="36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5509F41C-F97F-21CC-208A-49852C7BECAB}"/>
                    </a:ext>
                  </a:extLst>
                </p14:cNvPr>
                <p14:cNvContentPartPr/>
                <p14:nvPr/>
              </p14:nvContentPartPr>
              <p14:xfrm>
                <a:off x="4363740" y="1008368"/>
                <a:ext cx="173160" cy="7920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5509F41C-F97F-21CC-208A-49852C7BECAB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4355100" y="999368"/>
                  <a:ext cx="19080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45D86D5B-C12F-C844-FACC-073EAC64B077}"/>
                    </a:ext>
                  </a:extLst>
                </p14:cNvPr>
                <p14:cNvContentPartPr/>
                <p14:nvPr/>
              </p14:nvContentPartPr>
              <p14:xfrm>
                <a:off x="4597740" y="906848"/>
                <a:ext cx="98640" cy="19872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45D86D5B-C12F-C844-FACC-073EAC64B077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4588740" y="897848"/>
                  <a:ext cx="11628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0237DA18-1081-75DE-10C3-EBF74D5C4DA1}"/>
                    </a:ext>
                  </a:extLst>
                </p14:cNvPr>
                <p14:cNvContentPartPr/>
                <p14:nvPr/>
              </p14:nvContentPartPr>
              <p14:xfrm>
                <a:off x="4707180" y="987848"/>
                <a:ext cx="78480" cy="7740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0237DA18-1081-75DE-10C3-EBF74D5C4DA1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4698180" y="979208"/>
                  <a:ext cx="9612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180F265F-F19B-58AD-400E-D066AE254746}"/>
                    </a:ext>
                  </a:extLst>
                </p14:cNvPr>
                <p14:cNvContentPartPr/>
                <p14:nvPr/>
              </p14:nvContentPartPr>
              <p14:xfrm>
                <a:off x="4847220" y="929888"/>
                <a:ext cx="51480" cy="18036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180F265F-F19B-58AD-400E-D066AE254746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4838220" y="920888"/>
                  <a:ext cx="6912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0607799F-8842-3240-0E7A-FE9E7CFDE2B6}"/>
                    </a:ext>
                  </a:extLst>
                </p14:cNvPr>
                <p14:cNvContentPartPr/>
                <p14:nvPr/>
              </p14:nvContentPartPr>
              <p14:xfrm>
                <a:off x="4956300" y="1132568"/>
                <a:ext cx="10800" cy="6048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0607799F-8842-3240-0E7A-FE9E7CFDE2B6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4947660" y="1123568"/>
                  <a:ext cx="28440" cy="78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81CDE1A3-492D-FDB5-CD36-493FE91F91F0}"/>
              </a:ext>
            </a:extLst>
          </p:cNvPr>
          <p:cNvGrpSpPr/>
          <p:nvPr/>
        </p:nvGrpSpPr>
        <p:grpSpPr>
          <a:xfrm>
            <a:off x="5138100" y="860768"/>
            <a:ext cx="592560" cy="318240"/>
            <a:chOff x="5138100" y="860768"/>
            <a:chExt cx="592560" cy="318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52035FCF-1BE1-ED1D-C8D5-242801FCF1A1}"/>
                    </a:ext>
                  </a:extLst>
                </p14:cNvPr>
                <p14:cNvContentPartPr/>
                <p14:nvPr/>
              </p14:nvContentPartPr>
              <p14:xfrm>
                <a:off x="5138100" y="1007648"/>
                <a:ext cx="183240" cy="7812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52035FCF-1BE1-ED1D-C8D5-242801FCF1A1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5129460" y="999008"/>
                  <a:ext cx="20088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84462780-2CB1-0389-47D5-B1F54A254D10}"/>
                    </a:ext>
                  </a:extLst>
                </p14:cNvPr>
                <p14:cNvContentPartPr/>
                <p14:nvPr/>
              </p14:nvContentPartPr>
              <p14:xfrm>
                <a:off x="5324940" y="860768"/>
                <a:ext cx="126360" cy="27036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84462780-2CB1-0389-47D5-B1F54A254D10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5316300" y="852128"/>
                  <a:ext cx="144000" cy="28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3520DE72-AC42-75D6-DD9B-BDE26EC0F034}"/>
                    </a:ext>
                  </a:extLst>
                </p14:cNvPr>
                <p14:cNvContentPartPr/>
                <p14:nvPr/>
              </p14:nvContentPartPr>
              <p14:xfrm>
                <a:off x="5478660" y="1004768"/>
                <a:ext cx="35280" cy="8640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3520DE72-AC42-75D6-DD9B-BDE26EC0F034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5469660" y="995768"/>
                  <a:ext cx="5292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A6D06641-1E22-9573-45A4-0EA6192C9A3D}"/>
                    </a:ext>
                  </a:extLst>
                </p14:cNvPr>
                <p14:cNvContentPartPr/>
                <p14:nvPr/>
              </p14:nvContentPartPr>
              <p14:xfrm>
                <a:off x="5481180" y="883808"/>
                <a:ext cx="164880" cy="21780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A6D06641-1E22-9573-45A4-0EA6192C9A3D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5472180" y="875168"/>
                  <a:ext cx="18252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4F1A3C57-EBB3-720F-AF11-FE8A9D9A0450}"/>
                    </a:ext>
                  </a:extLst>
                </p14:cNvPr>
                <p14:cNvContentPartPr/>
                <p14:nvPr/>
              </p14:nvContentPartPr>
              <p14:xfrm>
                <a:off x="5702940" y="1127168"/>
                <a:ext cx="27720" cy="5184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4F1A3C57-EBB3-720F-AF11-FE8A9D9A0450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5693940" y="1118528"/>
                  <a:ext cx="45360" cy="69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5F75C7F8-F3A4-B051-BEBE-F3B839CCA7A4}"/>
              </a:ext>
            </a:extLst>
          </p:cNvPr>
          <p:cNvGrpSpPr/>
          <p:nvPr/>
        </p:nvGrpSpPr>
        <p:grpSpPr>
          <a:xfrm>
            <a:off x="5933340" y="820088"/>
            <a:ext cx="654840" cy="324720"/>
            <a:chOff x="5933340" y="820088"/>
            <a:chExt cx="654840" cy="324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4D0C525C-3C91-667A-1C47-16A73DF3CFAA}"/>
                    </a:ext>
                  </a:extLst>
                </p14:cNvPr>
                <p14:cNvContentPartPr/>
                <p14:nvPr/>
              </p14:nvContentPartPr>
              <p14:xfrm>
                <a:off x="5933340" y="1006928"/>
                <a:ext cx="187560" cy="8172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4D0C525C-3C91-667A-1C47-16A73DF3CFAA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5924340" y="998288"/>
                  <a:ext cx="20520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F47BA8F1-3ED1-25E9-3C89-351137AB0751}"/>
                    </a:ext>
                  </a:extLst>
                </p14:cNvPr>
                <p14:cNvContentPartPr/>
                <p14:nvPr/>
              </p14:nvContentPartPr>
              <p14:xfrm>
                <a:off x="6157980" y="876248"/>
                <a:ext cx="107280" cy="23940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F47BA8F1-3ED1-25E9-3C89-351137AB0751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6149340" y="867248"/>
                  <a:ext cx="12492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6903F994-E980-D3BB-B3F5-2E4ACBB59F8D}"/>
                    </a:ext>
                  </a:extLst>
                </p14:cNvPr>
                <p14:cNvContentPartPr/>
                <p14:nvPr/>
              </p14:nvContentPartPr>
              <p14:xfrm>
                <a:off x="6265620" y="966608"/>
                <a:ext cx="140400" cy="10332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6903F994-E980-D3BB-B3F5-2E4ACBB59F8D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6256620" y="957968"/>
                  <a:ext cx="15804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0787925E-29F5-9D90-B993-7FFA6E5EB495}"/>
                    </a:ext>
                  </a:extLst>
                </p14:cNvPr>
                <p14:cNvContentPartPr/>
                <p14:nvPr/>
              </p14:nvContentPartPr>
              <p14:xfrm>
                <a:off x="6353820" y="895328"/>
                <a:ext cx="120240" cy="21780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0787925E-29F5-9D90-B993-7FFA6E5EB495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6345180" y="886688"/>
                  <a:ext cx="13788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099CFCA2-342B-8342-F24A-8EEC1DDB0B94}"/>
                    </a:ext>
                  </a:extLst>
                </p14:cNvPr>
                <p14:cNvContentPartPr/>
                <p14:nvPr/>
              </p14:nvContentPartPr>
              <p14:xfrm>
                <a:off x="6442020" y="820088"/>
                <a:ext cx="146160" cy="32472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099CFCA2-342B-8342-F24A-8EEC1DDB0B94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6433380" y="811088"/>
                  <a:ext cx="163800" cy="342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DB8DF772-AAC9-528A-16EC-3D9E1BAEEE65}"/>
              </a:ext>
            </a:extLst>
          </p:cNvPr>
          <p:cNvGrpSpPr/>
          <p:nvPr/>
        </p:nvGrpSpPr>
        <p:grpSpPr>
          <a:xfrm>
            <a:off x="651780" y="1652408"/>
            <a:ext cx="761760" cy="338040"/>
            <a:chOff x="651780" y="1652408"/>
            <a:chExt cx="761760" cy="338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A03D9663-B9B3-90F3-E109-532DBAC0F859}"/>
                    </a:ext>
                  </a:extLst>
                </p14:cNvPr>
                <p14:cNvContentPartPr/>
                <p14:nvPr/>
              </p14:nvContentPartPr>
              <p14:xfrm>
                <a:off x="651780" y="1776248"/>
                <a:ext cx="185040" cy="21420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A03D9663-B9B3-90F3-E109-532DBAC0F859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642780" y="1767248"/>
                  <a:ext cx="20268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E2837553-6650-75E7-2659-4D572E421B63}"/>
                    </a:ext>
                  </a:extLst>
                </p14:cNvPr>
                <p14:cNvContentPartPr/>
                <p14:nvPr/>
              </p14:nvContentPartPr>
              <p14:xfrm>
                <a:off x="840780" y="1652408"/>
                <a:ext cx="125280" cy="23148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E2837553-6650-75E7-2659-4D572E421B63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831780" y="1643408"/>
                  <a:ext cx="14292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10A2F066-DBA1-6F0F-F39D-9C1BCA8F6215}"/>
                    </a:ext>
                  </a:extLst>
                </p14:cNvPr>
                <p14:cNvContentPartPr/>
                <p14:nvPr/>
              </p14:nvContentPartPr>
              <p14:xfrm>
                <a:off x="942660" y="1785968"/>
                <a:ext cx="135720" cy="6516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10A2F066-DBA1-6F0F-F39D-9C1BCA8F6215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933660" y="1777328"/>
                  <a:ext cx="15336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7D1AE538-5734-7E9B-5678-6475BACF9053}"/>
                    </a:ext>
                  </a:extLst>
                </p14:cNvPr>
                <p14:cNvContentPartPr/>
                <p14:nvPr/>
              </p14:nvContentPartPr>
              <p14:xfrm>
                <a:off x="1044180" y="1679048"/>
                <a:ext cx="160920" cy="23436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7D1AE538-5734-7E9B-5678-6475BACF9053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1035180" y="1670408"/>
                  <a:ext cx="17856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88829CAE-00DE-492C-3B0C-37663A7622E4}"/>
                    </a:ext>
                  </a:extLst>
                </p14:cNvPr>
                <p14:cNvContentPartPr/>
                <p14:nvPr/>
              </p14:nvContentPartPr>
              <p14:xfrm>
                <a:off x="1325340" y="1829168"/>
                <a:ext cx="88200" cy="540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88829CAE-00DE-492C-3B0C-37663A7622E4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316340" y="1820168"/>
                  <a:ext cx="10584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F543D1F5-942E-1B30-8449-7C25A2743263}"/>
                    </a:ext>
                  </a:extLst>
                </p14:cNvPr>
                <p14:cNvContentPartPr/>
                <p14:nvPr/>
              </p14:nvContentPartPr>
              <p14:xfrm>
                <a:off x="1305180" y="1750328"/>
                <a:ext cx="102960" cy="1620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F543D1F5-942E-1B30-8449-7C25A2743263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296180" y="1741688"/>
                  <a:ext cx="120600" cy="33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00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6806D5B6-54BA-F89B-4A0B-EF5941874710}"/>
                  </a:ext>
                </a:extLst>
              </p14:cNvPr>
              <p14:cNvContentPartPr/>
              <p14:nvPr/>
            </p14:nvContentPartPr>
            <p14:xfrm>
              <a:off x="1574820" y="1628288"/>
              <a:ext cx="343080" cy="248400"/>
            </p14:xfrm>
          </p:contentPart>
        </mc:Choice>
        <mc:Fallback xmlns=""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6806D5B6-54BA-F89B-4A0B-EF5941874710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1566180" y="1619648"/>
                <a:ext cx="360720" cy="266040"/>
              </a:xfrm>
              <a:prstGeom prst="rect">
                <a:avLst/>
              </a:prstGeom>
            </p:spPr>
          </p:pic>
        </mc:Fallback>
      </mc:AlternateContent>
      <p:grpSp>
        <p:nvGrpSpPr>
          <p:cNvPr id="127" name="Group 126">
            <a:extLst>
              <a:ext uri="{FF2B5EF4-FFF2-40B4-BE49-F238E27FC236}">
                <a16:creationId xmlns:a16="http://schemas.microsoft.com/office/drawing/2014/main" id="{9FA3E2D8-1104-2B38-F2D0-61E4DEDD3824}"/>
              </a:ext>
            </a:extLst>
          </p:cNvPr>
          <p:cNvGrpSpPr/>
          <p:nvPr/>
        </p:nvGrpSpPr>
        <p:grpSpPr>
          <a:xfrm>
            <a:off x="1693620" y="1964168"/>
            <a:ext cx="140400" cy="147240"/>
            <a:chOff x="1693620" y="1964168"/>
            <a:chExt cx="140400" cy="147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7BF36597-E612-C6DC-70E0-331541B0D19E}"/>
                    </a:ext>
                  </a:extLst>
                </p14:cNvPr>
                <p14:cNvContentPartPr/>
                <p14:nvPr/>
              </p14:nvContentPartPr>
              <p14:xfrm>
                <a:off x="1693620" y="1964168"/>
                <a:ext cx="39960" cy="14724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7BF36597-E612-C6DC-70E0-331541B0D19E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684980" y="1955528"/>
                  <a:ext cx="5760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D167A0D8-8FA5-88A1-BA47-B9EC91F57912}"/>
                    </a:ext>
                  </a:extLst>
                </p14:cNvPr>
                <p14:cNvContentPartPr/>
                <p14:nvPr/>
              </p14:nvContentPartPr>
              <p14:xfrm>
                <a:off x="1748700" y="2041208"/>
                <a:ext cx="85320" cy="4248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D167A0D8-8FA5-88A1-BA47-B9EC91F57912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740060" y="2032568"/>
                  <a:ext cx="102960" cy="60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D96AD90D-BA2C-CEC0-E373-D685414106BE}"/>
              </a:ext>
            </a:extLst>
          </p:cNvPr>
          <p:cNvGrpSpPr/>
          <p:nvPr/>
        </p:nvGrpSpPr>
        <p:grpSpPr>
          <a:xfrm>
            <a:off x="2092860" y="1575728"/>
            <a:ext cx="1694160" cy="296280"/>
            <a:chOff x="2092860" y="1575728"/>
            <a:chExt cx="1694160" cy="296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8260404B-1997-D120-4540-93AB9CEC945E}"/>
                    </a:ext>
                  </a:extLst>
                </p14:cNvPr>
                <p14:cNvContentPartPr/>
                <p14:nvPr/>
              </p14:nvContentPartPr>
              <p14:xfrm>
                <a:off x="2092860" y="1774088"/>
                <a:ext cx="189360" cy="9072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8260404B-1997-D120-4540-93AB9CEC945E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2083860" y="1765088"/>
                  <a:ext cx="20700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D7370284-1216-246A-70C2-2C8E5A0A123B}"/>
                    </a:ext>
                  </a:extLst>
                </p14:cNvPr>
                <p14:cNvContentPartPr/>
                <p14:nvPr/>
              </p14:nvContentPartPr>
              <p14:xfrm>
                <a:off x="2337660" y="1612808"/>
                <a:ext cx="136080" cy="25920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D7370284-1216-246A-70C2-2C8E5A0A123B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2329020" y="1603808"/>
                  <a:ext cx="15372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F901FEB1-3DB3-388B-52E2-7C25FC80612D}"/>
                    </a:ext>
                  </a:extLst>
                </p14:cNvPr>
                <p14:cNvContentPartPr/>
                <p14:nvPr/>
              </p14:nvContentPartPr>
              <p14:xfrm>
                <a:off x="2467620" y="1673648"/>
                <a:ext cx="50400" cy="15696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F901FEB1-3DB3-388B-52E2-7C25FC80612D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2458980" y="1665008"/>
                  <a:ext cx="6804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26A75125-2DD5-6C8B-7146-C45B8F29DB60}"/>
                    </a:ext>
                  </a:extLst>
                </p14:cNvPr>
                <p14:cNvContentPartPr/>
                <p14:nvPr/>
              </p14:nvContentPartPr>
              <p14:xfrm>
                <a:off x="2521260" y="1766168"/>
                <a:ext cx="95760" cy="3744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26A75125-2DD5-6C8B-7146-C45B8F29DB60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2512620" y="1757528"/>
                  <a:ext cx="11340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EDF94228-FC60-4557-C46D-868A73C6412E}"/>
                    </a:ext>
                  </a:extLst>
                </p14:cNvPr>
                <p14:cNvContentPartPr/>
                <p14:nvPr/>
              </p14:nvContentPartPr>
              <p14:xfrm>
                <a:off x="2566260" y="1607048"/>
                <a:ext cx="138600" cy="26388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EDF94228-FC60-4557-C46D-868A73C6412E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2557620" y="1598048"/>
                  <a:ext cx="156240" cy="2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750783DB-ED68-A8CD-ADF5-6426458E3297}"/>
                    </a:ext>
                  </a:extLst>
                </p14:cNvPr>
                <p14:cNvContentPartPr/>
                <p14:nvPr/>
              </p14:nvContentPartPr>
              <p14:xfrm>
                <a:off x="2819700" y="1737728"/>
                <a:ext cx="135360" cy="8424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750783DB-ED68-A8CD-ADF5-6426458E3297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2811060" y="1729088"/>
                  <a:ext cx="15300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23F1C6D8-554E-A60F-2BE2-9AE3C4132A1A}"/>
                    </a:ext>
                  </a:extLst>
                </p14:cNvPr>
                <p14:cNvContentPartPr/>
                <p14:nvPr/>
              </p14:nvContentPartPr>
              <p14:xfrm>
                <a:off x="2847780" y="1748168"/>
                <a:ext cx="82800" cy="8280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23F1C6D8-554E-A60F-2BE2-9AE3C4132A1A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2839140" y="1739168"/>
                  <a:ext cx="10044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50B620CA-47E5-EAC6-73CE-929EEA31ECFD}"/>
                    </a:ext>
                  </a:extLst>
                </p14:cNvPr>
                <p14:cNvContentPartPr/>
                <p14:nvPr/>
              </p14:nvContentPartPr>
              <p14:xfrm>
                <a:off x="3001500" y="1575728"/>
                <a:ext cx="118440" cy="27468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50B620CA-47E5-EAC6-73CE-929EEA31ECFD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2992860" y="1567088"/>
                  <a:ext cx="136080" cy="29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E46DE490-7A77-8FEE-48AE-A081CB6FADFB}"/>
                    </a:ext>
                  </a:extLst>
                </p14:cNvPr>
                <p14:cNvContentPartPr/>
                <p14:nvPr/>
              </p14:nvContentPartPr>
              <p14:xfrm>
                <a:off x="3131460" y="1751048"/>
                <a:ext cx="147240" cy="6912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E46DE490-7A77-8FEE-48AE-A081CB6FADFB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3122820" y="1742048"/>
                  <a:ext cx="16488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FF1A49A6-BD2B-C67F-1EB3-D380793FD9B0}"/>
                    </a:ext>
                  </a:extLst>
                </p14:cNvPr>
                <p14:cNvContentPartPr/>
                <p14:nvPr/>
              </p14:nvContentPartPr>
              <p14:xfrm>
                <a:off x="3371580" y="1708208"/>
                <a:ext cx="43560" cy="8460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FF1A49A6-BD2B-C67F-1EB3-D380793FD9B0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3362940" y="1699568"/>
                  <a:ext cx="6120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3D1E6DEA-0CD0-19B8-B1E1-E36BB8DC2705}"/>
                    </a:ext>
                  </a:extLst>
                </p14:cNvPr>
                <p14:cNvContentPartPr/>
                <p14:nvPr/>
              </p14:nvContentPartPr>
              <p14:xfrm>
                <a:off x="3356460" y="1760048"/>
                <a:ext cx="93600" cy="648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3D1E6DEA-0CD0-19B8-B1E1-E36BB8DC2705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3347460" y="1751408"/>
                  <a:ext cx="11124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A5A4FD72-73FF-2A3B-87DF-3846438D22D2}"/>
                    </a:ext>
                  </a:extLst>
                </p14:cNvPr>
                <p14:cNvContentPartPr/>
                <p14:nvPr/>
              </p14:nvContentPartPr>
              <p14:xfrm>
                <a:off x="3501540" y="1594808"/>
                <a:ext cx="64800" cy="18108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A5A4FD72-73FF-2A3B-87DF-3846438D22D2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3492900" y="1586168"/>
                  <a:ext cx="8244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5AC247F0-1D45-CC1F-09A6-99DB51802D40}"/>
                    </a:ext>
                  </a:extLst>
                </p14:cNvPr>
                <p14:cNvContentPartPr/>
                <p14:nvPr/>
              </p14:nvContentPartPr>
              <p14:xfrm>
                <a:off x="3569940" y="1698128"/>
                <a:ext cx="63360" cy="6660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5AC247F0-1D45-CC1F-09A6-99DB51802D40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3561300" y="1689488"/>
                  <a:ext cx="8100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BED07D63-19A8-0998-D4BA-D3D9A7F170D2}"/>
                    </a:ext>
                  </a:extLst>
                </p14:cNvPr>
                <p14:cNvContentPartPr/>
                <p14:nvPr/>
              </p14:nvContentPartPr>
              <p14:xfrm>
                <a:off x="3646980" y="1589768"/>
                <a:ext cx="140040" cy="22968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BED07D63-19A8-0998-D4BA-D3D9A7F170D2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3638340" y="1580768"/>
                  <a:ext cx="157680" cy="247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37C27E06-9DA7-2FBC-DBBA-EE1D79B62E69}"/>
              </a:ext>
            </a:extLst>
          </p:cNvPr>
          <p:cNvGrpSpPr/>
          <p:nvPr/>
        </p:nvGrpSpPr>
        <p:grpSpPr>
          <a:xfrm>
            <a:off x="4047660" y="1709288"/>
            <a:ext cx="104040" cy="56880"/>
            <a:chOff x="4047660" y="1709288"/>
            <a:chExt cx="104040" cy="56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F4F1E96A-1E0E-3CE8-C8A2-F45B61D4FD3E}"/>
                    </a:ext>
                  </a:extLst>
                </p14:cNvPr>
                <p14:cNvContentPartPr/>
                <p14:nvPr/>
              </p14:nvContentPartPr>
              <p14:xfrm>
                <a:off x="4047660" y="1760768"/>
                <a:ext cx="104040" cy="540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F4F1E96A-1E0E-3CE8-C8A2-F45B61D4FD3E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4039020" y="1751768"/>
                  <a:ext cx="12168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26793288-9086-B8FF-710B-CF688ACF328C}"/>
                    </a:ext>
                  </a:extLst>
                </p14:cNvPr>
                <p14:cNvContentPartPr/>
                <p14:nvPr/>
              </p14:nvContentPartPr>
              <p14:xfrm>
                <a:off x="4064940" y="1709288"/>
                <a:ext cx="86400" cy="1044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26793288-9086-B8FF-710B-CF688ACF328C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4056300" y="1700288"/>
                  <a:ext cx="104040" cy="28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38">
            <p14:nvContentPartPr>
              <p14:cNvPr id="141" name="Ink 140">
                <a:extLst>
                  <a:ext uri="{FF2B5EF4-FFF2-40B4-BE49-F238E27FC236}">
                    <a16:creationId xmlns:a16="http://schemas.microsoft.com/office/drawing/2014/main" id="{CE98433B-1B85-206C-1803-0C4C3BD71EC3}"/>
                  </a:ext>
                </a:extLst>
              </p14:cNvPr>
              <p14:cNvContentPartPr/>
              <p14:nvPr/>
            </p14:nvContentPartPr>
            <p14:xfrm>
              <a:off x="4414500" y="1575008"/>
              <a:ext cx="345960" cy="239040"/>
            </p14:xfrm>
          </p:contentPart>
        </mc:Choice>
        <mc:Fallback xmlns="">
          <p:pic>
            <p:nvPicPr>
              <p:cNvPr id="141" name="Ink 140">
                <a:extLst>
                  <a:ext uri="{FF2B5EF4-FFF2-40B4-BE49-F238E27FC236}">
                    <a16:creationId xmlns:a16="http://schemas.microsoft.com/office/drawing/2014/main" id="{CE98433B-1B85-206C-1803-0C4C3BD71EC3}"/>
                  </a:ext>
                </a:extLst>
              </p:cNvPr>
              <p:cNvPicPr/>
              <p:nvPr/>
            </p:nvPicPr>
            <p:blipFill>
              <a:blip r:embed="rId239"/>
              <a:stretch>
                <a:fillRect/>
              </a:stretch>
            </p:blipFill>
            <p:spPr>
              <a:xfrm>
                <a:off x="4405500" y="1566368"/>
                <a:ext cx="363600" cy="256680"/>
              </a:xfrm>
              <a:prstGeom prst="rect">
                <a:avLst/>
              </a:prstGeom>
            </p:spPr>
          </p:pic>
        </mc:Fallback>
      </mc:AlternateContent>
      <p:grpSp>
        <p:nvGrpSpPr>
          <p:cNvPr id="148" name="Group 147">
            <a:extLst>
              <a:ext uri="{FF2B5EF4-FFF2-40B4-BE49-F238E27FC236}">
                <a16:creationId xmlns:a16="http://schemas.microsoft.com/office/drawing/2014/main" id="{10E7B72B-ED8A-D7ED-48BC-306137C8A361}"/>
              </a:ext>
            </a:extLst>
          </p:cNvPr>
          <p:cNvGrpSpPr/>
          <p:nvPr/>
        </p:nvGrpSpPr>
        <p:grpSpPr>
          <a:xfrm>
            <a:off x="4405500" y="1906568"/>
            <a:ext cx="446400" cy="171360"/>
            <a:chOff x="4405500" y="1906568"/>
            <a:chExt cx="446400" cy="171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B7504E8F-C739-FD8B-C628-03E012FE093D}"/>
                    </a:ext>
                  </a:extLst>
                </p14:cNvPr>
                <p14:cNvContentPartPr/>
                <p14:nvPr/>
              </p14:nvContentPartPr>
              <p14:xfrm>
                <a:off x="4405500" y="1906568"/>
                <a:ext cx="41040" cy="17136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B7504E8F-C739-FD8B-C628-03E012FE093D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4396860" y="1897568"/>
                  <a:ext cx="5868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042AB81C-F74E-08FA-7A0B-901C2FE20ABB}"/>
                    </a:ext>
                  </a:extLst>
                </p14:cNvPr>
                <p14:cNvContentPartPr/>
                <p14:nvPr/>
              </p14:nvContentPartPr>
              <p14:xfrm>
                <a:off x="4458060" y="2000168"/>
                <a:ext cx="102600" cy="5760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042AB81C-F74E-08FA-7A0B-901C2FE20ABB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4449060" y="1991168"/>
                  <a:ext cx="12024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C08455BC-8220-3263-C0E3-01F579776FF1}"/>
                    </a:ext>
                  </a:extLst>
                </p14:cNvPr>
                <p14:cNvContentPartPr/>
                <p14:nvPr/>
              </p14:nvContentPartPr>
              <p14:xfrm>
                <a:off x="4629420" y="2013488"/>
                <a:ext cx="61920" cy="792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C08455BC-8220-3263-C0E3-01F579776FF1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4620780" y="2004488"/>
                  <a:ext cx="7956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9C20F21B-5DF9-1207-FF9D-87DEBD446C53}"/>
                    </a:ext>
                  </a:extLst>
                </p14:cNvPr>
                <p14:cNvContentPartPr/>
                <p14:nvPr/>
              </p14:nvContentPartPr>
              <p14:xfrm>
                <a:off x="4586940" y="1947608"/>
                <a:ext cx="94320" cy="1656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9C20F21B-5DF9-1207-FF9D-87DEBD446C53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4577940" y="1938608"/>
                  <a:ext cx="11196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697EA1C5-6C83-90F5-BC47-641488143441}"/>
                    </a:ext>
                  </a:extLst>
                </p14:cNvPr>
                <p14:cNvContentPartPr/>
                <p14:nvPr/>
              </p14:nvContentPartPr>
              <p14:xfrm>
                <a:off x="4752900" y="1958048"/>
                <a:ext cx="99000" cy="8424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697EA1C5-6C83-90F5-BC47-641488143441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4744260" y="1949048"/>
                  <a:ext cx="116640" cy="101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50">
            <p14:nvContentPartPr>
              <p14:cNvPr id="147" name="Ink 146">
                <a:extLst>
                  <a:ext uri="{FF2B5EF4-FFF2-40B4-BE49-F238E27FC236}">
                    <a16:creationId xmlns:a16="http://schemas.microsoft.com/office/drawing/2014/main" id="{43EB3FDC-E169-B152-AC61-DB843EE4550D}"/>
                  </a:ext>
                </a:extLst>
              </p14:cNvPr>
              <p14:cNvContentPartPr/>
              <p14:nvPr/>
            </p14:nvContentPartPr>
            <p14:xfrm>
              <a:off x="4452300" y="1380608"/>
              <a:ext cx="135360" cy="100800"/>
            </p14:xfrm>
          </p:contentPart>
        </mc:Choice>
        <mc:Fallback xmlns="">
          <p:pic>
            <p:nvPicPr>
              <p:cNvPr id="147" name="Ink 146">
                <a:extLst>
                  <a:ext uri="{FF2B5EF4-FFF2-40B4-BE49-F238E27FC236}">
                    <a16:creationId xmlns:a16="http://schemas.microsoft.com/office/drawing/2014/main" id="{43EB3FDC-E169-B152-AC61-DB843EE4550D}"/>
                  </a:ext>
                </a:extLst>
              </p:cNvPr>
              <p:cNvPicPr/>
              <p:nvPr/>
            </p:nvPicPr>
            <p:blipFill>
              <a:blip r:embed="rId251"/>
              <a:stretch>
                <a:fillRect/>
              </a:stretch>
            </p:blipFill>
            <p:spPr>
              <a:xfrm>
                <a:off x="4443660" y="1371968"/>
                <a:ext cx="153000" cy="118440"/>
              </a:xfrm>
              <a:prstGeom prst="rect">
                <a:avLst/>
              </a:prstGeom>
            </p:spPr>
          </p:pic>
        </mc:Fallback>
      </mc:AlternateContent>
      <p:grpSp>
        <p:nvGrpSpPr>
          <p:cNvPr id="165" name="Group 164">
            <a:extLst>
              <a:ext uri="{FF2B5EF4-FFF2-40B4-BE49-F238E27FC236}">
                <a16:creationId xmlns:a16="http://schemas.microsoft.com/office/drawing/2014/main" id="{278880A1-3C1B-F990-F4CF-711D145752A0}"/>
              </a:ext>
            </a:extLst>
          </p:cNvPr>
          <p:cNvGrpSpPr/>
          <p:nvPr/>
        </p:nvGrpSpPr>
        <p:grpSpPr>
          <a:xfrm>
            <a:off x="5018580" y="1517048"/>
            <a:ext cx="1751400" cy="323280"/>
            <a:chOff x="5018580" y="1517048"/>
            <a:chExt cx="1751400" cy="323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B8E3D1C3-2364-18E1-C139-DEA024948FEA}"/>
                    </a:ext>
                  </a:extLst>
                </p14:cNvPr>
                <p14:cNvContentPartPr/>
                <p14:nvPr/>
              </p14:nvContentPartPr>
              <p14:xfrm>
                <a:off x="5018580" y="1706048"/>
                <a:ext cx="177840" cy="8964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B8E3D1C3-2364-18E1-C139-DEA024948FEA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5009940" y="1697408"/>
                  <a:ext cx="19548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5FC275D8-D6C9-57BF-3139-FE63738BF929}"/>
                    </a:ext>
                  </a:extLst>
                </p14:cNvPr>
                <p14:cNvContentPartPr/>
                <p14:nvPr/>
              </p14:nvContentPartPr>
              <p14:xfrm>
                <a:off x="5241420" y="1592648"/>
                <a:ext cx="155520" cy="24768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5FC275D8-D6C9-57BF-3139-FE63738BF929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5232420" y="1583648"/>
                  <a:ext cx="17316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3D204ED5-32DA-6DEF-FC62-91A0D86773F5}"/>
                    </a:ext>
                  </a:extLst>
                </p14:cNvPr>
                <p14:cNvContentPartPr/>
                <p14:nvPr/>
              </p14:nvContentPartPr>
              <p14:xfrm>
                <a:off x="5383260" y="1609208"/>
                <a:ext cx="72000" cy="18900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3D204ED5-32DA-6DEF-FC62-91A0D86773F5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5374260" y="1600568"/>
                  <a:ext cx="8964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F2CA903A-44B8-A5E7-417B-149F3B5A434B}"/>
                    </a:ext>
                  </a:extLst>
                </p14:cNvPr>
                <p14:cNvContentPartPr/>
                <p14:nvPr/>
              </p14:nvContentPartPr>
              <p14:xfrm>
                <a:off x="5443380" y="1703888"/>
                <a:ext cx="129960" cy="6912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F2CA903A-44B8-A5E7-417B-149F3B5A434B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5434740" y="1695248"/>
                  <a:ext cx="14760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29A51754-D06C-EE2D-4CA6-CFABDAE6995E}"/>
                    </a:ext>
                  </a:extLst>
                </p14:cNvPr>
                <p14:cNvContentPartPr/>
                <p14:nvPr/>
              </p14:nvContentPartPr>
              <p14:xfrm>
                <a:off x="5501700" y="1568888"/>
                <a:ext cx="172800" cy="26676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29A51754-D06C-EE2D-4CA6-CFABDAE6995E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5493060" y="1559888"/>
                  <a:ext cx="190440" cy="28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2C5ACB5F-EA6F-D3F2-9396-1EB88ADB2CD5}"/>
                    </a:ext>
                  </a:extLst>
                </p14:cNvPr>
                <p14:cNvContentPartPr/>
                <p14:nvPr/>
              </p14:nvContentPartPr>
              <p14:xfrm>
                <a:off x="5772060" y="1719368"/>
                <a:ext cx="4320" cy="1800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2C5ACB5F-EA6F-D3F2-9396-1EB88ADB2CD5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5763060" y="1710728"/>
                  <a:ext cx="2196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146B37C3-116F-02E0-73A4-2DF27057D675}"/>
                    </a:ext>
                  </a:extLst>
                </p14:cNvPr>
                <p14:cNvContentPartPr/>
                <p14:nvPr/>
              </p14:nvContentPartPr>
              <p14:xfrm>
                <a:off x="5818860" y="1652048"/>
                <a:ext cx="172800" cy="10800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146B37C3-116F-02E0-73A4-2DF27057D675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5809860" y="1643048"/>
                  <a:ext cx="19044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79DEC960-6592-4984-52E4-C7E502B44AA7}"/>
                    </a:ext>
                  </a:extLst>
                </p14:cNvPr>
                <p14:cNvContentPartPr/>
                <p14:nvPr/>
              </p14:nvContentPartPr>
              <p14:xfrm>
                <a:off x="5903820" y="1677968"/>
                <a:ext cx="55800" cy="7740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79DEC960-6592-4984-52E4-C7E502B44AA7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5894820" y="1668968"/>
                  <a:ext cx="7344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FF4B4B65-3226-26C5-B179-2AB5CF9F744A}"/>
                    </a:ext>
                  </a:extLst>
                </p14:cNvPr>
                <p14:cNvContentPartPr/>
                <p14:nvPr/>
              </p14:nvContentPartPr>
              <p14:xfrm>
                <a:off x="6056460" y="1534328"/>
                <a:ext cx="141120" cy="24912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FF4B4B65-3226-26C5-B179-2AB5CF9F744A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6047820" y="1525688"/>
                  <a:ext cx="15876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79DC0E98-3A17-FD7C-65D1-CFE4CA0C46A0}"/>
                    </a:ext>
                  </a:extLst>
                </p14:cNvPr>
                <p14:cNvContentPartPr/>
                <p14:nvPr/>
              </p14:nvContentPartPr>
              <p14:xfrm>
                <a:off x="6177060" y="1688408"/>
                <a:ext cx="132840" cy="5832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79DC0E98-3A17-FD7C-65D1-CFE4CA0C46A0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6168420" y="1679408"/>
                  <a:ext cx="15048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ABD2E323-B4B5-0C7D-2ACD-287C3E42807C}"/>
                    </a:ext>
                  </a:extLst>
                </p14:cNvPr>
                <p14:cNvContentPartPr/>
                <p14:nvPr/>
              </p14:nvContentPartPr>
              <p14:xfrm>
                <a:off x="6379740" y="1667528"/>
                <a:ext cx="39960" cy="9396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ABD2E323-B4B5-0C7D-2ACD-287C3E42807C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6371100" y="1658888"/>
                  <a:ext cx="5760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49D5F2D3-583C-733A-7215-645DCA249B4C}"/>
                    </a:ext>
                  </a:extLst>
                </p14:cNvPr>
                <p14:cNvContentPartPr/>
                <p14:nvPr/>
              </p14:nvContentPartPr>
              <p14:xfrm>
                <a:off x="6356340" y="1715048"/>
                <a:ext cx="75960" cy="468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49D5F2D3-583C-733A-7215-645DCA249B4C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6347340" y="1706408"/>
                  <a:ext cx="9360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EEFED8F5-8976-5767-6BFD-A41B6EA7CF13}"/>
                    </a:ext>
                  </a:extLst>
                </p14:cNvPr>
                <p14:cNvContentPartPr/>
                <p14:nvPr/>
              </p14:nvContentPartPr>
              <p14:xfrm>
                <a:off x="6515100" y="1548008"/>
                <a:ext cx="47160" cy="17208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EEFED8F5-8976-5767-6BFD-A41B6EA7CF13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6506100" y="1539368"/>
                  <a:ext cx="6480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93663427-05DB-9E14-D9B0-F5232B32E3D6}"/>
                    </a:ext>
                  </a:extLst>
                </p14:cNvPr>
                <p14:cNvContentPartPr/>
                <p14:nvPr/>
              </p14:nvContentPartPr>
              <p14:xfrm>
                <a:off x="6555780" y="1641608"/>
                <a:ext cx="110160" cy="8280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93663427-05DB-9E14-D9B0-F5232B32E3D6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6547140" y="1632608"/>
                  <a:ext cx="12780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2BA3B8B6-1C20-98A3-7479-0DA2BCD9F26E}"/>
                    </a:ext>
                  </a:extLst>
                </p14:cNvPr>
                <p14:cNvContentPartPr/>
                <p14:nvPr/>
              </p14:nvContentPartPr>
              <p14:xfrm>
                <a:off x="6629220" y="1517048"/>
                <a:ext cx="140760" cy="24804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2BA3B8B6-1C20-98A3-7479-0DA2BCD9F26E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6620220" y="1508048"/>
                  <a:ext cx="158400" cy="265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4" name="Group 303">
            <a:extLst>
              <a:ext uri="{FF2B5EF4-FFF2-40B4-BE49-F238E27FC236}">
                <a16:creationId xmlns:a16="http://schemas.microsoft.com/office/drawing/2014/main" id="{9E111E39-8802-A681-9553-01EAD822E7BA}"/>
              </a:ext>
            </a:extLst>
          </p:cNvPr>
          <p:cNvGrpSpPr/>
          <p:nvPr/>
        </p:nvGrpSpPr>
        <p:grpSpPr>
          <a:xfrm>
            <a:off x="597420" y="2352968"/>
            <a:ext cx="4532400" cy="1324800"/>
            <a:chOff x="597420" y="2352968"/>
            <a:chExt cx="4532400" cy="1324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9AE78F51-CD0F-A9C8-004C-28018773CD73}"/>
                    </a:ext>
                  </a:extLst>
                </p14:cNvPr>
                <p14:cNvContentPartPr/>
                <p14:nvPr/>
              </p14:nvContentPartPr>
              <p14:xfrm>
                <a:off x="597420" y="2597408"/>
                <a:ext cx="190800" cy="24012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9AE78F51-CD0F-A9C8-004C-28018773CD73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588420" y="2588768"/>
                  <a:ext cx="20844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D8B6312D-E4DB-DA76-2A96-B59C42B4137B}"/>
                    </a:ext>
                  </a:extLst>
                </p14:cNvPr>
                <p14:cNvContentPartPr/>
                <p14:nvPr/>
              </p14:nvContentPartPr>
              <p14:xfrm>
                <a:off x="756900" y="2510648"/>
                <a:ext cx="144720" cy="19800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D8B6312D-E4DB-DA76-2A96-B59C42B4137B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748260" y="2501648"/>
                  <a:ext cx="16236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006FDD55-C8AE-D437-A9F2-3EA2FA31554F}"/>
                    </a:ext>
                  </a:extLst>
                </p14:cNvPr>
                <p14:cNvContentPartPr/>
                <p14:nvPr/>
              </p14:nvContentPartPr>
              <p14:xfrm>
                <a:off x="893340" y="2592368"/>
                <a:ext cx="99000" cy="8388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006FDD55-C8AE-D437-A9F2-3EA2FA31554F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884700" y="2583368"/>
                  <a:ext cx="11664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0CAE9DBB-4CB2-960A-8EA4-838D2FAB0732}"/>
                    </a:ext>
                  </a:extLst>
                </p14:cNvPr>
                <p14:cNvContentPartPr/>
                <p14:nvPr/>
              </p14:nvContentPartPr>
              <p14:xfrm>
                <a:off x="903780" y="2495888"/>
                <a:ext cx="196560" cy="22752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0CAE9DBB-4CB2-960A-8EA4-838D2FAB0732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895140" y="2487248"/>
                  <a:ext cx="21420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99099FFC-E4CF-444C-ED0E-6D1E6F68DE94}"/>
                    </a:ext>
                  </a:extLst>
                </p14:cNvPr>
                <p14:cNvContentPartPr/>
                <p14:nvPr/>
              </p14:nvContentPartPr>
              <p14:xfrm>
                <a:off x="1196460" y="2638808"/>
                <a:ext cx="92160" cy="576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99099FFC-E4CF-444C-ED0E-6D1E6F68DE94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187460" y="2630168"/>
                  <a:ext cx="10980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1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CAA1EC7E-DC02-CC75-2F69-F8277129E884}"/>
                    </a:ext>
                  </a:extLst>
                </p14:cNvPr>
                <p14:cNvContentPartPr/>
                <p14:nvPr/>
              </p14:nvContentPartPr>
              <p14:xfrm>
                <a:off x="1191780" y="2584808"/>
                <a:ext cx="65880" cy="792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CAA1EC7E-DC02-CC75-2F69-F8277129E884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1182780" y="2576168"/>
                  <a:ext cx="8352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3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AD605619-DB51-F876-8FFC-90044B552574}"/>
                    </a:ext>
                  </a:extLst>
                </p14:cNvPr>
                <p14:cNvContentPartPr/>
                <p14:nvPr/>
              </p14:nvContentPartPr>
              <p14:xfrm>
                <a:off x="1376460" y="2583368"/>
                <a:ext cx="152280" cy="10008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AD605619-DB51-F876-8FFC-90044B552574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1367820" y="2574728"/>
                  <a:ext cx="16992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5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C0B1EB35-5E13-F3E8-EFA3-BC3C1A8FD28D}"/>
                    </a:ext>
                  </a:extLst>
                </p14:cNvPr>
                <p14:cNvContentPartPr/>
                <p14:nvPr/>
              </p14:nvContentPartPr>
              <p14:xfrm>
                <a:off x="1573380" y="2466368"/>
                <a:ext cx="104040" cy="22032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C0B1EB35-5E13-F3E8-EFA3-BC3C1A8FD28D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1564740" y="2457728"/>
                  <a:ext cx="12168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7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431A6C4A-B6DB-F586-E26E-F75F89E604B7}"/>
                    </a:ext>
                  </a:extLst>
                </p14:cNvPr>
                <p14:cNvContentPartPr/>
                <p14:nvPr/>
              </p14:nvContentPartPr>
              <p14:xfrm>
                <a:off x="1673100" y="2553848"/>
                <a:ext cx="102240" cy="7596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431A6C4A-B6DB-F586-E26E-F75F89E604B7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1664460" y="2544848"/>
                  <a:ext cx="11988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9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4CF7B339-577E-C6C9-AB58-0AF4034D630F}"/>
                    </a:ext>
                  </a:extLst>
                </p14:cNvPr>
                <p14:cNvContentPartPr/>
                <p14:nvPr/>
              </p14:nvContentPartPr>
              <p14:xfrm>
                <a:off x="1771380" y="2457008"/>
                <a:ext cx="124560" cy="21996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4CF7B339-577E-C6C9-AB58-0AF4034D630F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1762740" y="2448368"/>
                  <a:ext cx="14220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1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8F8F03F9-8A87-5577-5E4E-E62CDD945A8A}"/>
                    </a:ext>
                  </a:extLst>
                </p14:cNvPr>
                <p14:cNvContentPartPr/>
                <p14:nvPr/>
              </p14:nvContentPartPr>
              <p14:xfrm>
                <a:off x="1937700" y="2550968"/>
                <a:ext cx="126720" cy="8496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8F8F03F9-8A87-5577-5E4E-E62CDD945A8A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1929060" y="2541968"/>
                  <a:ext cx="14436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3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E87E82A7-4FAB-1835-FE77-AE8FAB99A4EB}"/>
                    </a:ext>
                  </a:extLst>
                </p14:cNvPr>
                <p14:cNvContentPartPr/>
                <p14:nvPr/>
              </p14:nvContentPartPr>
              <p14:xfrm>
                <a:off x="1979460" y="2556008"/>
                <a:ext cx="41760" cy="9936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E87E82A7-4FAB-1835-FE77-AE8FAB99A4EB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1970460" y="2547008"/>
                  <a:ext cx="5940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5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E58F0ACB-DB61-8F27-7C07-F8DC2FB895C3}"/>
                    </a:ext>
                  </a:extLst>
                </p14:cNvPr>
                <p14:cNvContentPartPr/>
                <p14:nvPr/>
              </p14:nvContentPartPr>
              <p14:xfrm>
                <a:off x="2061180" y="2449808"/>
                <a:ext cx="125640" cy="22248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E58F0ACB-DB61-8F27-7C07-F8DC2FB895C3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2052180" y="2440808"/>
                  <a:ext cx="14328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7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59BB99E5-D892-9367-09E9-A24FD11A2175}"/>
                    </a:ext>
                  </a:extLst>
                </p14:cNvPr>
                <p14:cNvContentPartPr/>
                <p14:nvPr/>
              </p14:nvContentPartPr>
              <p14:xfrm>
                <a:off x="2177820" y="2529368"/>
                <a:ext cx="73080" cy="7488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59BB99E5-D892-9367-09E9-A24FD11A2175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2168820" y="2520728"/>
                  <a:ext cx="9072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9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96202B7E-DA42-933F-4B8F-617298EE2317}"/>
                    </a:ext>
                  </a:extLst>
                </p14:cNvPr>
                <p14:cNvContentPartPr/>
                <p14:nvPr/>
              </p14:nvContentPartPr>
              <p14:xfrm>
                <a:off x="2213100" y="2457368"/>
                <a:ext cx="149400" cy="20160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96202B7E-DA42-933F-4B8F-617298EE2317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2204100" y="2448368"/>
                  <a:ext cx="16704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1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475815B6-1D93-6AB6-CE38-752CA4AC6FB9}"/>
                    </a:ext>
                  </a:extLst>
                </p14:cNvPr>
                <p14:cNvContentPartPr/>
                <p14:nvPr/>
              </p14:nvContentPartPr>
              <p14:xfrm>
                <a:off x="2510460" y="2506328"/>
                <a:ext cx="34200" cy="10404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475815B6-1D93-6AB6-CE38-752CA4AC6FB9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2501820" y="2497328"/>
                  <a:ext cx="5184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3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FC02E2B4-E957-5E18-E81C-5543B5AD1080}"/>
                    </a:ext>
                  </a:extLst>
                </p14:cNvPr>
                <p14:cNvContentPartPr/>
                <p14:nvPr/>
              </p14:nvContentPartPr>
              <p14:xfrm>
                <a:off x="2473020" y="2558168"/>
                <a:ext cx="104400" cy="1368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FC02E2B4-E957-5E18-E81C-5543B5AD1080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2464020" y="2549168"/>
                  <a:ext cx="12204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5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010F545A-EF76-BEAC-B834-A333595D5469}"/>
                    </a:ext>
                  </a:extLst>
                </p14:cNvPr>
                <p14:cNvContentPartPr/>
                <p14:nvPr/>
              </p14:nvContentPartPr>
              <p14:xfrm>
                <a:off x="2683260" y="2519648"/>
                <a:ext cx="153720" cy="9828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010F545A-EF76-BEAC-B834-A333595D5469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2674620" y="2510648"/>
                  <a:ext cx="17136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7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EEA9B500-7B93-F472-78CF-AE25C9511EF5}"/>
                    </a:ext>
                  </a:extLst>
                </p14:cNvPr>
                <p14:cNvContentPartPr/>
                <p14:nvPr/>
              </p14:nvContentPartPr>
              <p14:xfrm>
                <a:off x="2859300" y="2425688"/>
                <a:ext cx="122400" cy="19440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EEA9B500-7B93-F472-78CF-AE25C9511EF5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2850300" y="2416688"/>
                  <a:ext cx="14004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9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DEE1459A-D5AD-716E-0429-A685B2077205}"/>
                    </a:ext>
                  </a:extLst>
                </p14:cNvPr>
                <p14:cNvContentPartPr/>
                <p14:nvPr/>
              </p14:nvContentPartPr>
              <p14:xfrm>
                <a:off x="2982060" y="2514248"/>
                <a:ext cx="36360" cy="8316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DEE1459A-D5AD-716E-0429-A685B2077205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2973060" y="2505608"/>
                  <a:ext cx="5400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1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B0AFEDDE-489E-46B3-D6D1-370756C31282}"/>
                    </a:ext>
                  </a:extLst>
                </p14:cNvPr>
                <p14:cNvContentPartPr/>
                <p14:nvPr/>
              </p14:nvContentPartPr>
              <p14:xfrm>
                <a:off x="2987100" y="2396168"/>
                <a:ext cx="171360" cy="23868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B0AFEDDE-489E-46B3-D6D1-370756C31282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2978460" y="2387168"/>
                  <a:ext cx="18900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3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C61F2AFE-29B2-B6E9-62E2-C082993B381B}"/>
                    </a:ext>
                  </a:extLst>
                </p14:cNvPr>
                <p14:cNvContentPartPr/>
                <p14:nvPr/>
              </p14:nvContentPartPr>
              <p14:xfrm>
                <a:off x="3207420" y="2535128"/>
                <a:ext cx="3600" cy="648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C61F2AFE-29B2-B6E9-62E2-C082993B381B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3198780" y="2526488"/>
                  <a:ext cx="2124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5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192477B3-2693-782D-8A6C-EE84A1125FA9}"/>
                    </a:ext>
                  </a:extLst>
                </p14:cNvPr>
                <p14:cNvContentPartPr/>
                <p14:nvPr/>
              </p14:nvContentPartPr>
              <p14:xfrm>
                <a:off x="3262500" y="2488328"/>
                <a:ext cx="146160" cy="10008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192477B3-2693-782D-8A6C-EE84A1125FA9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3253860" y="2479688"/>
                  <a:ext cx="16380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7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BC60A581-AEBB-80EC-E8AE-AD0B3D7EB4F6}"/>
                    </a:ext>
                  </a:extLst>
                </p14:cNvPr>
                <p14:cNvContentPartPr/>
                <p14:nvPr/>
              </p14:nvContentPartPr>
              <p14:xfrm>
                <a:off x="3312540" y="2514248"/>
                <a:ext cx="43920" cy="8820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BC60A581-AEBB-80EC-E8AE-AD0B3D7EB4F6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3303540" y="2505608"/>
                  <a:ext cx="6156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9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2B4FCA1C-54CB-DDF2-4811-104D219BB6EF}"/>
                    </a:ext>
                  </a:extLst>
                </p14:cNvPr>
                <p14:cNvContentPartPr/>
                <p14:nvPr/>
              </p14:nvContentPartPr>
              <p14:xfrm>
                <a:off x="3403980" y="2432528"/>
                <a:ext cx="114480" cy="18216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2B4FCA1C-54CB-DDF2-4811-104D219BB6EF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3395340" y="2423888"/>
                  <a:ext cx="13212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1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42E2F19B-8542-6288-0C3C-BE55A6748DFA}"/>
                    </a:ext>
                  </a:extLst>
                </p14:cNvPr>
                <p14:cNvContentPartPr/>
                <p14:nvPr/>
              </p14:nvContentPartPr>
              <p14:xfrm>
                <a:off x="3548340" y="2509208"/>
                <a:ext cx="39960" cy="7776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42E2F19B-8542-6288-0C3C-BE55A6748DFA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3539340" y="2500568"/>
                  <a:ext cx="5760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3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A1A133E7-DE03-017E-083F-B55997927C2E}"/>
                    </a:ext>
                  </a:extLst>
                </p14:cNvPr>
                <p14:cNvContentPartPr/>
                <p14:nvPr/>
              </p14:nvContentPartPr>
              <p14:xfrm>
                <a:off x="3548340" y="2421008"/>
                <a:ext cx="155880" cy="18900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A1A133E7-DE03-017E-083F-B55997927C2E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3539340" y="2412008"/>
                  <a:ext cx="17352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5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14490E65-898A-07F7-755E-B874FA832D5C}"/>
                    </a:ext>
                  </a:extLst>
                </p14:cNvPr>
                <p14:cNvContentPartPr/>
                <p14:nvPr/>
              </p14:nvContentPartPr>
              <p14:xfrm>
                <a:off x="3792420" y="2451968"/>
                <a:ext cx="54000" cy="9432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14490E65-898A-07F7-755E-B874FA832D5C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3783780" y="2443328"/>
                  <a:ext cx="7164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7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564D4F26-E7E5-B250-3C44-C780EC695E01}"/>
                    </a:ext>
                  </a:extLst>
                </p14:cNvPr>
                <p14:cNvContentPartPr/>
                <p14:nvPr/>
              </p14:nvContentPartPr>
              <p14:xfrm>
                <a:off x="3768660" y="2493368"/>
                <a:ext cx="102240" cy="1620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564D4F26-E7E5-B250-3C44-C780EC695E01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3760020" y="2484368"/>
                  <a:ext cx="11988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9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623F5E54-5937-4625-2158-02877D87909C}"/>
                    </a:ext>
                  </a:extLst>
                </p14:cNvPr>
                <p14:cNvContentPartPr/>
                <p14:nvPr/>
              </p14:nvContentPartPr>
              <p14:xfrm>
                <a:off x="3953700" y="2467808"/>
                <a:ext cx="192240" cy="9720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623F5E54-5937-4625-2158-02877D87909C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3944700" y="2459168"/>
                  <a:ext cx="20988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1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66B7C6D4-29A5-ED24-BA52-47F88F202F31}"/>
                    </a:ext>
                  </a:extLst>
                </p14:cNvPr>
                <p14:cNvContentPartPr/>
                <p14:nvPr/>
              </p14:nvContentPartPr>
              <p14:xfrm>
                <a:off x="4222620" y="2382128"/>
                <a:ext cx="70560" cy="20016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66B7C6D4-29A5-ED24-BA52-47F88F202F31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4213620" y="2373488"/>
                  <a:ext cx="8820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3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934CDD89-EAB6-C980-7BE6-1CF95E939F53}"/>
                    </a:ext>
                  </a:extLst>
                </p14:cNvPr>
                <p14:cNvContentPartPr/>
                <p14:nvPr/>
              </p14:nvContentPartPr>
              <p14:xfrm>
                <a:off x="4311900" y="2450888"/>
                <a:ext cx="88200" cy="9864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934CDD89-EAB6-C980-7BE6-1CF95E939F53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4303260" y="2441888"/>
                  <a:ext cx="10584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5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8992EC5E-05EC-E538-5A7B-E954EBB97171}"/>
                    </a:ext>
                  </a:extLst>
                </p14:cNvPr>
                <p14:cNvContentPartPr/>
                <p14:nvPr/>
              </p14:nvContentPartPr>
              <p14:xfrm>
                <a:off x="4410900" y="2372768"/>
                <a:ext cx="127080" cy="21996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8992EC5E-05EC-E538-5A7B-E954EBB97171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4401900" y="2364128"/>
                  <a:ext cx="14472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7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B471D4F4-918A-39FD-E289-CF013CD1F2BF}"/>
                    </a:ext>
                  </a:extLst>
                </p14:cNvPr>
                <p14:cNvContentPartPr/>
                <p14:nvPr/>
              </p14:nvContentPartPr>
              <p14:xfrm>
                <a:off x="4619340" y="2477888"/>
                <a:ext cx="9720" cy="324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B471D4F4-918A-39FD-E289-CF013CD1F2BF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4610700" y="2469248"/>
                  <a:ext cx="2736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9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CA38A20F-C9B3-4A09-7674-DD16D6B13EF3}"/>
                    </a:ext>
                  </a:extLst>
                </p14:cNvPr>
                <p14:cNvContentPartPr/>
                <p14:nvPr/>
              </p14:nvContentPartPr>
              <p14:xfrm>
                <a:off x="4686300" y="2446928"/>
                <a:ext cx="140400" cy="8424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CA38A20F-C9B3-4A09-7674-DD16D6B13EF3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4677300" y="2437928"/>
                  <a:ext cx="15804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1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5BE6E4C4-3623-9D4A-3F0B-03E23ACB9EDA}"/>
                    </a:ext>
                  </a:extLst>
                </p14:cNvPr>
                <p14:cNvContentPartPr/>
                <p14:nvPr/>
              </p14:nvContentPartPr>
              <p14:xfrm>
                <a:off x="4737420" y="2457368"/>
                <a:ext cx="52920" cy="8280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5BE6E4C4-3623-9D4A-3F0B-03E23ACB9EDA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4728780" y="2448368"/>
                  <a:ext cx="7056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3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76756C30-DD97-339A-2219-76213B1AD590}"/>
                    </a:ext>
                  </a:extLst>
                </p14:cNvPr>
                <p14:cNvContentPartPr/>
                <p14:nvPr/>
              </p14:nvContentPartPr>
              <p14:xfrm>
                <a:off x="4820940" y="2356568"/>
                <a:ext cx="125640" cy="22644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76756C30-DD97-339A-2219-76213B1AD590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4811940" y="2347928"/>
                  <a:ext cx="14328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5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045E657F-34C3-C067-48BF-25F8C037EE2A}"/>
                    </a:ext>
                  </a:extLst>
                </p14:cNvPr>
                <p14:cNvContentPartPr/>
                <p14:nvPr/>
              </p14:nvContentPartPr>
              <p14:xfrm>
                <a:off x="4940820" y="2440448"/>
                <a:ext cx="95400" cy="9108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045E657F-34C3-C067-48BF-25F8C037EE2A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4931820" y="2431448"/>
                  <a:ext cx="11304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7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DBD5E8B3-F0CB-05E6-CF74-92B6DA3A600C}"/>
                    </a:ext>
                  </a:extLst>
                </p14:cNvPr>
                <p14:cNvContentPartPr/>
                <p14:nvPr/>
              </p14:nvContentPartPr>
              <p14:xfrm>
                <a:off x="4992660" y="2352968"/>
                <a:ext cx="137160" cy="20844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DBD5E8B3-F0CB-05E6-CF74-92B6DA3A600C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4983660" y="2344328"/>
                  <a:ext cx="15480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9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8B6A0368-28F1-58DC-6410-0414255A3F7B}"/>
                    </a:ext>
                  </a:extLst>
                </p14:cNvPr>
                <p14:cNvContentPartPr/>
                <p14:nvPr/>
              </p14:nvContentPartPr>
              <p14:xfrm>
                <a:off x="630540" y="3067208"/>
                <a:ext cx="174600" cy="23616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8B6A0368-28F1-58DC-6410-0414255A3F7B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621540" y="3058568"/>
                  <a:ext cx="19224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1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88460977-F00C-1D2B-DCF3-2A474281F633}"/>
                    </a:ext>
                  </a:extLst>
                </p14:cNvPr>
                <p14:cNvContentPartPr/>
                <p14:nvPr/>
              </p14:nvContentPartPr>
              <p14:xfrm>
                <a:off x="752580" y="2979728"/>
                <a:ext cx="131400" cy="23724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88460977-F00C-1D2B-DCF3-2A474281F633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743580" y="2970728"/>
                  <a:ext cx="14904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3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64C32096-8822-678A-9DB1-D6F09703BC62}"/>
                    </a:ext>
                  </a:extLst>
                </p14:cNvPr>
                <p14:cNvContentPartPr/>
                <p14:nvPr/>
              </p14:nvContentPartPr>
              <p14:xfrm>
                <a:off x="872820" y="3098168"/>
                <a:ext cx="38520" cy="8712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64C32096-8822-678A-9DB1-D6F09703BC62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863820" y="3089168"/>
                  <a:ext cx="5616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5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501E4760-277C-8417-F5CE-6C6BF78711A3}"/>
                    </a:ext>
                  </a:extLst>
                </p14:cNvPr>
                <p14:cNvContentPartPr/>
                <p14:nvPr/>
              </p14:nvContentPartPr>
              <p14:xfrm>
                <a:off x="898740" y="3005288"/>
                <a:ext cx="135360" cy="20160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501E4760-277C-8417-F5CE-6C6BF78711A3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889740" y="2996288"/>
                  <a:ext cx="15300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7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5EEE6353-B2B1-3A77-B68B-51FA74365795}"/>
                    </a:ext>
                  </a:extLst>
                </p14:cNvPr>
                <p14:cNvContentPartPr/>
                <p14:nvPr/>
              </p14:nvContentPartPr>
              <p14:xfrm>
                <a:off x="1184940" y="3122288"/>
                <a:ext cx="101160" cy="1152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5EEE6353-B2B1-3A77-B68B-51FA74365795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1176300" y="3113648"/>
                  <a:ext cx="11880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9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6B98880F-D0C5-4F63-1E9B-8CB3C90F3A00}"/>
                    </a:ext>
                  </a:extLst>
                </p14:cNvPr>
                <p14:cNvContentPartPr/>
                <p14:nvPr/>
              </p14:nvContentPartPr>
              <p14:xfrm>
                <a:off x="1174500" y="3063248"/>
                <a:ext cx="88200" cy="2304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6B98880F-D0C5-4F63-1E9B-8CB3C90F3A00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1165500" y="3054608"/>
                  <a:ext cx="10584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1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0FA210FD-45C4-5916-38B6-DEE60F38C3FA}"/>
                    </a:ext>
                  </a:extLst>
                </p14:cNvPr>
                <p14:cNvContentPartPr/>
                <p14:nvPr/>
              </p14:nvContentPartPr>
              <p14:xfrm>
                <a:off x="1406700" y="3037328"/>
                <a:ext cx="167760" cy="9720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0FA210FD-45C4-5916-38B6-DEE60F38C3FA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1397700" y="3028328"/>
                  <a:ext cx="18540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3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413125C4-4070-78B7-C116-EC9CE0E21F85}"/>
                    </a:ext>
                  </a:extLst>
                </p14:cNvPr>
                <p14:cNvContentPartPr/>
                <p14:nvPr/>
              </p14:nvContentPartPr>
              <p14:xfrm>
                <a:off x="1540260" y="2924648"/>
                <a:ext cx="163440" cy="24048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413125C4-4070-78B7-C116-EC9CE0E21F85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1531620" y="2915648"/>
                  <a:ext cx="18108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5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EB8CA65A-63B1-E8B4-A7CA-9550CC64A067}"/>
                    </a:ext>
                  </a:extLst>
                </p14:cNvPr>
                <p14:cNvContentPartPr/>
                <p14:nvPr/>
              </p14:nvContentPartPr>
              <p14:xfrm>
                <a:off x="1694700" y="3012848"/>
                <a:ext cx="93960" cy="9504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EB8CA65A-63B1-E8B4-A7CA-9550CC64A067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1686060" y="3003848"/>
                  <a:ext cx="11160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7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2C7DE0A0-DAF7-8B8E-5F7E-40F560D9FCEE}"/>
                    </a:ext>
                  </a:extLst>
                </p14:cNvPr>
                <p14:cNvContentPartPr/>
                <p14:nvPr/>
              </p14:nvContentPartPr>
              <p14:xfrm>
                <a:off x="1755900" y="2929688"/>
                <a:ext cx="136800" cy="23364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2C7DE0A0-DAF7-8B8E-5F7E-40F560D9FCEE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1746900" y="2921048"/>
                  <a:ext cx="15444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9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92A8918A-02F3-209F-EFAC-2D80D5685522}"/>
                    </a:ext>
                  </a:extLst>
                </p14:cNvPr>
                <p14:cNvContentPartPr/>
                <p14:nvPr/>
              </p14:nvContentPartPr>
              <p14:xfrm>
                <a:off x="1945620" y="3015368"/>
                <a:ext cx="130320" cy="8280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92A8918A-02F3-209F-EFAC-2D80D5685522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1936620" y="3006368"/>
                  <a:ext cx="14796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1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9319CE00-BC78-4C93-E8FF-9EB9298A1084}"/>
                    </a:ext>
                  </a:extLst>
                </p14:cNvPr>
                <p14:cNvContentPartPr/>
                <p14:nvPr/>
              </p14:nvContentPartPr>
              <p14:xfrm>
                <a:off x="1987020" y="3034088"/>
                <a:ext cx="65520" cy="8496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9319CE00-BC78-4C93-E8FF-9EB9298A1084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1978380" y="3025088"/>
                  <a:ext cx="8316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3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BC8EF0A9-5C48-6B2F-EFC6-E3695F9EFE5B}"/>
                    </a:ext>
                  </a:extLst>
                </p14:cNvPr>
                <p14:cNvContentPartPr/>
                <p14:nvPr/>
              </p14:nvContentPartPr>
              <p14:xfrm>
                <a:off x="2052540" y="2908808"/>
                <a:ext cx="129960" cy="22248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BC8EF0A9-5C48-6B2F-EFC6-E3695F9EFE5B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2043540" y="2899808"/>
                  <a:ext cx="14760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5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00261A66-825F-6C02-8E27-1FF6296B6B85}"/>
                    </a:ext>
                  </a:extLst>
                </p14:cNvPr>
                <p14:cNvContentPartPr/>
                <p14:nvPr/>
              </p14:nvContentPartPr>
              <p14:xfrm>
                <a:off x="2208420" y="3034088"/>
                <a:ext cx="27360" cy="7056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00261A66-825F-6C02-8E27-1FF6296B6B85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2199420" y="3025088"/>
                  <a:ext cx="4500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7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E5E925B0-7998-04A4-8AEE-A4ED2176351E}"/>
                    </a:ext>
                  </a:extLst>
                </p14:cNvPr>
                <p14:cNvContentPartPr/>
                <p14:nvPr/>
              </p14:nvContentPartPr>
              <p14:xfrm>
                <a:off x="2192220" y="2895848"/>
                <a:ext cx="167400" cy="22428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E5E925B0-7998-04A4-8AEE-A4ED2176351E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2183580" y="2887208"/>
                  <a:ext cx="18504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9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804F5F56-22EA-798F-5FD9-F0059F041E98}"/>
                    </a:ext>
                  </a:extLst>
                </p14:cNvPr>
                <p14:cNvContentPartPr/>
                <p14:nvPr/>
              </p14:nvContentPartPr>
              <p14:xfrm>
                <a:off x="2452140" y="2976848"/>
                <a:ext cx="54000" cy="9468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804F5F56-22EA-798F-5FD9-F0059F041E98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2443140" y="2967848"/>
                  <a:ext cx="7164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1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86C620E6-02A4-2D37-820D-6DEAE3F8FBEA}"/>
                    </a:ext>
                  </a:extLst>
                </p14:cNvPr>
                <p14:cNvContentPartPr/>
                <p14:nvPr/>
              </p14:nvContentPartPr>
              <p14:xfrm>
                <a:off x="2451060" y="3013208"/>
                <a:ext cx="73800" cy="1152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86C620E6-02A4-2D37-820D-6DEAE3F8FBEA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2442420" y="3004208"/>
                  <a:ext cx="9144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3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6EFB5140-E1D4-CB35-9F89-6A3CD66FB766}"/>
                    </a:ext>
                  </a:extLst>
                </p14:cNvPr>
                <p14:cNvContentPartPr/>
                <p14:nvPr/>
              </p14:nvContentPartPr>
              <p14:xfrm>
                <a:off x="2661660" y="2921768"/>
                <a:ext cx="140040" cy="11412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6EFB5140-E1D4-CB35-9F89-6A3CD66FB766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2652660" y="2913128"/>
                  <a:ext cx="15768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5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E4531F2E-F548-7CA6-76AE-C4DDE2A6D4AE}"/>
                    </a:ext>
                  </a:extLst>
                </p14:cNvPr>
                <p14:cNvContentPartPr/>
                <p14:nvPr/>
              </p14:nvContentPartPr>
              <p14:xfrm>
                <a:off x="2803500" y="2838968"/>
                <a:ext cx="158400" cy="22680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E4531F2E-F548-7CA6-76AE-C4DDE2A6D4AE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2794860" y="2830328"/>
                  <a:ext cx="17604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7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87ED8EAD-527F-82B2-5100-88A5F99BD32C}"/>
                    </a:ext>
                  </a:extLst>
                </p14:cNvPr>
                <p14:cNvContentPartPr/>
                <p14:nvPr/>
              </p14:nvContentPartPr>
              <p14:xfrm>
                <a:off x="2950740" y="2940488"/>
                <a:ext cx="46080" cy="95760"/>
              </p14:xfrm>
            </p:contentPart>
          </mc:Choice>
          <mc:Fallback xmlns=""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87ED8EAD-527F-82B2-5100-88A5F99BD32C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2942100" y="2931488"/>
                  <a:ext cx="6372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9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A2747A71-B7D2-0C4E-AE01-70EE620307FF}"/>
                    </a:ext>
                  </a:extLst>
                </p14:cNvPr>
                <p14:cNvContentPartPr/>
                <p14:nvPr/>
              </p14:nvContentPartPr>
              <p14:xfrm>
                <a:off x="2956140" y="2862008"/>
                <a:ext cx="169920" cy="19836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A2747A71-B7D2-0C4E-AE01-70EE620307FF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2947140" y="2853008"/>
                  <a:ext cx="18756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1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C4671618-8337-76F8-8963-0D8C5279B151}"/>
                    </a:ext>
                  </a:extLst>
                </p14:cNvPr>
                <p14:cNvContentPartPr/>
                <p14:nvPr/>
              </p14:nvContentPartPr>
              <p14:xfrm>
                <a:off x="3208860" y="2963168"/>
                <a:ext cx="7560" cy="360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C4671618-8337-76F8-8963-0D8C5279B151}"/>
                    </a:ext>
                  </a:extLst>
                </p:cNvPr>
                <p:cNvPicPr/>
                <p:nvPr/>
              </p:nvPicPr>
              <p:blipFill>
                <a:blip r:embed="rId402"/>
                <a:stretch>
                  <a:fillRect/>
                </a:stretch>
              </p:blipFill>
              <p:spPr>
                <a:xfrm>
                  <a:off x="3199860" y="2954168"/>
                  <a:ext cx="2520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3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06E2DB5C-DB22-5EAA-5721-DB824F4D5F13}"/>
                    </a:ext>
                  </a:extLst>
                </p14:cNvPr>
                <p14:cNvContentPartPr/>
                <p14:nvPr/>
              </p14:nvContentPartPr>
              <p14:xfrm>
                <a:off x="3272940" y="2925008"/>
                <a:ext cx="119520" cy="8532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06E2DB5C-DB22-5EAA-5721-DB824F4D5F13}"/>
                    </a:ext>
                  </a:extLst>
                </p:cNvPr>
                <p:cNvPicPr/>
                <p:nvPr/>
              </p:nvPicPr>
              <p:blipFill>
                <a:blip r:embed="rId404"/>
                <a:stretch>
                  <a:fillRect/>
                </a:stretch>
              </p:blipFill>
              <p:spPr>
                <a:xfrm>
                  <a:off x="3264300" y="2916008"/>
                  <a:ext cx="13716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5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89A0FA46-C561-2D78-CA7A-61D82EEBBBC5}"/>
                    </a:ext>
                  </a:extLst>
                </p14:cNvPr>
                <p14:cNvContentPartPr/>
                <p14:nvPr/>
              </p14:nvContentPartPr>
              <p14:xfrm>
                <a:off x="3321540" y="2955968"/>
                <a:ext cx="50400" cy="7416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89A0FA46-C561-2D78-CA7A-61D82EEBBBC5}"/>
                    </a:ext>
                  </a:extLst>
                </p:cNvPr>
                <p:cNvPicPr/>
                <p:nvPr/>
              </p:nvPicPr>
              <p:blipFill>
                <a:blip r:embed="rId406"/>
                <a:stretch>
                  <a:fillRect/>
                </a:stretch>
              </p:blipFill>
              <p:spPr>
                <a:xfrm>
                  <a:off x="3312900" y="2947328"/>
                  <a:ext cx="6804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7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16C5E7EF-B915-C171-EC18-A9A3654B0DB4}"/>
                    </a:ext>
                  </a:extLst>
                </p14:cNvPr>
                <p14:cNvContentPartPr/>
                <p14:nvPr/>
              </p14:nvContentPartPr>
              <p14:xfrm>
                <a:off x="3418380" y="2836448"/>
                <a:ext cx="98280" cy="20844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16C5E7EF-B915-C171-EC18-A9A3654B0DB4}"/>
                    </a:ext>
                  </a:extLst>
                </p:cNvPr>
                <p:cNvPicPr/>
                <p:nvPr/>
              </p:nvPicPr>
              <p:blipFill>
                <a:blip r:embed="rId408"/>
                <a:stretch>
                  <a:fillRect/>
                </a:stretch>
              </p:blipFill>
              <p:spPr>
                <a:xfrm>
                  <a:off x="3409740" y="2827808"/>
                  <a:ext cx="11592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9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63D0F183-E8E2-DA80-8D39-B5760C770CAA}"/>
                    </a:ext>
                  </a:extLst>
                </p14:cNvPr>
                <p14:cNvContentPartPr/>
                <p14:nvPr/>
              </p14:nvContentPartPr>
              <p14:xfrm>
                <a:off x="3522420" y="2913488"/>
                <a:ext cx="108720" cy="9072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63D0F183-E8E2-DA80-8D39-B5760C770CAA}"/>
                    </a:ext>
                  </a:extLst>
                </p:cNvPr>
                <p:cNvPicPr/>
                <p:nvPr/>
              </p:nvPicPr>
              <p:blipFill>
                <a:blip r:embed="rId410"/>
                <a:stretch>
                  <a:fillRect/>
                </a:stretch>
              </p:blipFill>
              <p:spPr>
                <a:xfrm>
                  <a:off x="3513420" y="2904848"/>
                  <a:ext cx="12636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1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DA88E334-5A42-779C-A5D8-8559B8DB9FAB}"/>
                    </a:ext>
                  </a:extLst>
                </p14:cNvPr>
                <p14:cNvContentPartPr/>
                <p14:nvPr/>
              </p14:nvContentPartPr>
              <p14:xfrm>
                <a:off x="3574260" y="2841488"/>
                <a:ext cx="145080" cy="21744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DA88E334-5A42-779C-A5D8-8559B8DB9FAB}"/>
                    </a:ext>
                  </a:extLst>
                </p:cNvPr>
                <p:cNvPicPr/>
                <p:nvPr/>
              </p:nvPicPr>
              <p:blipFill>
                <a:blip r:embed="rId412"/>
                <a:stretch>
                  <a:fillRect/>
                </a:stretch>
              </p:blipFill>
              <p:spPr>
                <a:xfrm>
                  <a:off x="3565620" y="2832488"/>
                  <a:ext cx="16272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3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A72B0A80-0374-80A9-B2AF-6E48D100E264}"/>
                    </a:ext>
                  </a:extLst>
                </p14:cNvPr>
                <p14:cNvContentPartPr/>
                <p14:nvPr/>
              </p14:nvContentPartPr>
              <p14:xfrm>
                <a:off x="3820500" y="2909168"/>
                <a:ext cx="39240" cy="8604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A72B0A80-0374-80A9-B2AF-6E48D100E264}"/>
                    </a:ext>
                  </a:extLst>
                </p:cNvPr>
                <p:cNvPicPr/>
                <p:nvPr/>
              </p:nvPicPr>
              <p:blipFill>
                <a:blip r:embed="rId414"/>
                <a:stretch>
                  <a:fillRect/>
                </a:stretch>
              </p:blipFill>
              <p:spPr>
                <a:xfrm>
                  <a:off x="3811500" y="2900528"/>
                  <a:ext cx="5688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5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FCA96578-DA05-0411-89A3-A6E485FB8E67}"/>
                    </a:ext>
                  </a:extLst>
                </p14:cNvPr>
                <p14:cNvContentPartPr/>
                <p14:nvPr/>
              </p14:nvContentPartPr>
              <p14:xfrm>
                <a:off x="3791700" y="2957048"/>
                <a:ext cx="94680" cy="576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FCA96578-DA05-0411-89A3-A6E485FB8E67}"/>
                    </a:ext>
                  </a:extLst>
                </p:cNvPr>
                <p:cNvPicPr/>
                <p:nvPr/>
              </p:nvPicPr>
              <p:blipFill>
                <a:blip r:embed="rId416"/>
                <a:stretch>
                  <a:fillRect/>
                </a:stretch>
              </p:blipFill>
              <p:spPr>
                <a:xfrm>
                  <a:off x="3783060" y="2948048"/>
                  <a:ext cx="11232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7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6A39D6AE-C8F6-46F6-19B8-DE5CC655D873}"/>
                    </a:ext>
                  </a:extLst>
                </p14:cNvPr>
                <p14:cNvContentPartPr/>
                <p14:nvPr/>
              </p14:nvContentPartPr>
              <p14:xfrm>
                <a:off x="3979620" y="2889728"/>
                <a:ext cx="165960" cy="10296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6A39D6AE-C8F6-46F6-19B8-DE5CC655D873}"/>
                    </a:ext>
                  </a:extLst>
                </p:cNvPr>
                <p:cNvPicPr/>
                <p:nvPr/>
              </p:nvPicPr>
              <p:blipFill>
                <a:blip r:embed="rId418"/>
                <a:stretch>
                  <a:fillRect/>
                </a:stretch>
              </p:blipFill>
              <p:spPr>
                <a:xfrm>
                  <a:off x="3970620" y="2881088"/>
                  <a:ext cx="18360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9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DF74F927-2CB1-AA7D-166A-FFBAA4C214D0}"/>
                    </a:ext>
                  </a:extLst>
                </p14:cNvPr>
                <p14:cNvContentPartPr/>
                <p14:nvPr/>
              </p14:nvContentPartPr>
              <p14:xfrm>
                <a:off x="4171860" y="2820248"/>
                <a:ext cx="117000" cy="19584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DF74F927-2CB1-AA7D-166A-FFBAA4C214D0}"/>
                    </a:ext>
                  </a:extLst>
                </p:cNvPr>
                <p:cNvPicPr/>
                <p:nvPr/>
              </p:nvPicPr>
              <p:blipFill>
                <a:blip r:embed="rId420"/>
                <a:stretch>
                  <a:fillRect/>
                </a:stretch>
              </p:blipFill>
              <p:spPr>
                <a:xfrm>
                  <a:off x="4163220" y="2811248"/>
                  <a:ext cx="13464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1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79883724-6643-0594-95F7-C29709762B55}"/>
                    </a:ext>
                  </a:extLst>
                </p14:cNvPr>
                <p14:cNvContentPartPr/>
                <p14:nvPr/>
              </p14:nvContentPartPr>
              <p14:xfrm>
                <a:off x="4379580" y="2791448"/>
                <a:ext cx="129600" cy="20268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79883724-6643-0594-95F7-C29709762B55}"/>
                    </a:ext>
                  </a:extLst>
                </p:cNvPr>
                <p:cNvPicPr/>
                <p:nvPr/>
              </p:nvPicPr>
              <p:blipFill>
                <a:blip r:embed="rId422"/>
                <a:stretch>
                  <a:fillRect/>
                </a:stretch>
              </p:blipFill>
              <p:spPr>
                <a:xfrm>
                  <a:off x="4370940" y="2782808"/>
                  <a:ext cx="14724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3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1984582A-583F-B549-CC47-789F167A12E6}"/>
                    </a:ext>
                  </a:extLst>
                </p14:cNvPr>
                <p14:cNvContentPartPr/>
                <p14:nvPr/>
              </p14:nvContentPartPr>
              <p14:xfrm>
                <a:off x="4544460" y="2851928"/>
                <a:ext cx="183600" cy="100800"/>
              </p14:xfrm>
            </p:contentPart>
          </mc:Choice>
          <mc:Fallback xmlns=""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1984582A-583F-B549-CC47-789F167A12E6}"/>
                    </a:ext>
                  </a:extLst>
                </p:cNvPr>
                <p:cNvPicPr/>
                <p:nvPr/>
              </p:nvPicPr>
              <p:blipFill>
                <a:blip r:embed="rId424"/>
                <a:stretch>
                  <a:fillRect/>
                </a:stretch>
              </p:blipFill>
              <p:spPr>
                <a:xfrm>
                  <a:off x="4535460" y="2842928"/>
                  <a:ext cx="20124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5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D0FBA8F0-88B6-420F-F479-DF36E0845C7F}"/>
                    </a:ext>
                  </a:extLst>
                </p14:cNvPr>
                <p14:cNvContentPartPr/>
                <p14:nvPr/>
              </p14:nvContentPartPr>
              <p14:xfrm>
                <a:off x="4625460" y="2872808"/>
                <a:ext cx="60840" cy="9324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D0FBA8F0-88B6-420F-F479-DF36E0845C7F}"/>
                    </a:ext>
                  </a:extLst>
                </p:cNvPr>
                <p:cNvPicPr/>
                <p:nvPr/>
              </p:nvPicPr>
              <p:blipFill>
                <a:blip r:embed="rId426"/>
                <a:stretch>
                  <a:fillRect/>
                </a:stretch>
              </p:blipFill>
              <p:spPr>
                <a:xfrm>
                  <a:off x="4616820" y="2864168"/>
                  <a:ext cx="7848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7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4590108B-B4AE-0137-D534-0F43062519B0}"/>
                    </a:ext>
                  </a:extLst>
                </p14:cNvPr>
                <p14:cNvContentPartPr/>
                <p14:nvPr/>
              </p14:nvContentPartPr>
              <p14:xfrm>
                <a:off x="4761900" y="2754728"/>
                <a:ext cx="123480" cy="19764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4590108B-B4AE-0137-D534-0F43062519B0}"/>
                    </a:ext>
                  </a:extLst>
                </p:cNvPr>
                <p:cNvPicPr/>
                <p:nvPr/>
              </p:nvPicPr>
              <p:blipFill>
                <a:blip r:embed="rId428"/>
                <a:stretch>
                  <a:fillRect/>
                </a:stretch>
              </p:blipFill>
              <p:spPr>
                <a:xfrm>
                  <a:off x="4752900" y="2746088"/>
                  <a:ext cx="14112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9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6A587003-B761-7216-BE53-EFEC38A806F3}"/>
                    </a:ext>
                  </a:extLst>
                </p14:cNvPr>
                <p14:cNvContentPartPr/>
                <p14:nvPr/>
              </p14:nvContentPartPr>
              <p14:xfrm>
                <a:off x="4873140" y="2842928"/>
                <a:ext cx="101880" cy="9864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6A587003-B761-7216-BE53-EFEC38A806F3}"/>
                    </a:ext>
                  </a:extLst>
                </p:cNvPr>
                <p:cNvPicPr/>
                <p:nvPr/>
              </p:nvPicPr>
              <p:blipFill>
                <a:blip r:embed="rId430"/>
                <a:stretch>
                  <a:fillRect/>
                </a:stretch>
              </p:blipFill>
              <p:spPr>
                <a:xfrm>
                  <a:off x="4864500" y="2834288"/>
                  <a:ext cx="11952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1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59D6E2B9-1F7C-B389-08DF-49A3B75E07D1}"/>
                    </a:ext>
                  </a:extLst>
                </p14:cNvPr>
                <p14:cNvContentPartPr/>
                <p14:nvPr/>
              </p14:nvContentPartPr>
              <p14:xfrm>
                <a:off x="4935420" y="2760128"/>
                <a:ext cx="140400" cy="20700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59D6E2B9-1F7C-B389-08DF-49A3B75E07D1}"/>
                    </a:ext>
                  </a:extLst>
                </p:cNvPr>
                <p:cNvPicPr/>
                <p:nvPr/>
              </p:nvPicPr>
              <p:blipFill>
                <a:blip r:embed="rId432"/>
                <a:stretch>
                  <a:fillRect/>
                </a:stretch>
              </p:blipFill>
              <p:spPr>
                <a:xfrm>
                  <a:off x="4926780" y="2751128"/>
                  <a:ext cx="15804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3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635E4BB6-4E42-3DDD-7D29-F24EF6C91ECF}"/>
                    </a:ext>
                  </a:extLst>
                </p14:cNvPr>
                <p14:cNvContentPartPr/>
                <p14:nvPr/>
              </p14:nvContentPartPr>
              <p14:xfrm>
                <a:off x="639180" y="3468248"/>
                <a:ext cx="133560" cy="209520"/>
              </p14:xfrm>
            </p:contentPart>
          </mc:Choice>
          <mc:Fallback xmlns=""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635E4BB6-4E42-3DDD-7D29-F24EF6C91ECF}"/>
                    </a:ext>
                  </a:extLst>
                </p:cNvPr>
                <p:cNvPicPr/>
                <p:nvPr/>
              </p:nvPicPr>
              <p:blipFill>
                <a:blip r:embed="rId434"/>
                <a:stretch>
                  <a:fillRect/>
                </a:stretch>
              </p:blipFill>
              <p:spPr>
                <a:xfrm>
                  <a:off x="630540" y="3459608"/>
                  <a:ext cx="15120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5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4210AAB6-6BF7-473A-09C7-81E2500E1B65}"/>
                    </a:ext>
                  </a:extLst>
                </p14:cNvPr>
                <p14:cNvContentPartPr/>
                <p14:nvPr/>
              </p14:nvContentPartPr>
              <p14:xfrm>
                <a:off x="773100" y="3377888"/>
                <a:ext cx="122400" cy="218880"/>
              </p14:xfrm>
            </p:contentPart>
          </mc:Choice>
          <mc:Fallback xmlns=""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4210AAB6-6BF7-473A-09C7-81E2500E1B65}"/>
                    </a:ext>
                  </a:extLst>
                </p:cNvPr>
                <p:cNvPicPr/>
                <p:nvPr/>
              </p:nvPicPr>
              <p:blipFill>
                <a:blip r:embed="rId436"/>
                <a:stretch>
                  <a:fillRect/>
                </a:stretch>
              </p:blipFill>
              <p:spPr>
                <a:xfrm>
                  <a:off x="764100" y="3369248"/>
                  <a:ext cx="14004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7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0D22E0A1-DB60-1A4F-0454-FD2857911DB7}"/>
                    </a:ext>
                  </a:extLst>
                </p14:cNvPr>
                <p14:cNvContentPartPr/>
                <p14:nvPr/>
              </p14:nvContentPartPr>
              <p14:xfrm>
                <a:off x="872460" y="3463208"/>
                <a:ext cx="130320" cy="113040"/>
              </p14:xfrm>
            </p:contentPart>
          </mc:Choice>
          <mc:Fallback xmlns=""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0D22E0A1-DB60-1A4F-0454-FD2857911DB7}"/>
                    </a:ext>
                  </a:extLst>
                </p:cNvPr>
                <p:cNvPicPr/>
                <p:nvPr/>
              </p:nvPicPr>
              <p:blipFill>
                <a:blip r:embed="rId438"/>
                <a:stretch>
                  <a:fillRect/>
                </a:stretch>
              </p:blipFill>
              <p:spPr>
                <a:xfrm>
                  <a:off x="863820" y="3454208"/>
                  <a:ext cx="14796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9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1051F5BD-407F-EF8F-A0AC-927D1E6158CF}"/>
                    </a:ext>
                  </a:extLst>
                </p14:cNvPr>
                <p14:cNvContentPartPr/>
                <p14:nvPr/>
              </p14:nvContentPartPr>
              <p14:xfrm>
                <a:off x="929700" y="3380048"/>
                <a:ext cx="134640" cy="229680"/>
              </p14:xfrm>
            </p:contentPart>
          </mc:Choice>
          <mc:Fallback xmlns=""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1051F5BD-407F-EF8F-A0AC-927D1E6158CF}"/>
                    </a:ext>
                  </a:extLst>
                </p:cNvPr>
                <p:cNvPicPr/>
                <p:nvPr/>
              </p:nvPicPr>
              <p:blipFill>
                <a:blip r:embed="rId440"/>
                <a:stretch>
                  <a:fillRect/>
                </a:stretch>
              </p:blipFill>
              <p:spPr>
                <a:xfrm>
                  <a:off x="921060" y="3371408"/>
                  <a:ext cx="15228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1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756A633F-DA65-BDAA-24B5-0492F24CC860}"/>
                    </a:ext>
                  </a:extLst>
                </p14:cNvPr>
                <p14:cNvContentPartPr/>
                <p14:nvPr/>
              </p14:nvContentPartPr>
              <p14:xfrm>
                <a:off x="1210860" y="3517208"/>
                <a:ext cx="56880" cy="5760"/>
              </p14:xfrm>
            </p:contentPart>
          </mc:Choice>
          <mc:Fallback xmlns=""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756A633F-DA65-BDAA-24B5-0492F24CC860}"/>
                    </a:ext>
                  </a:extLst>
                </p:cNvPr>
                <p:cNvPicPr/>
                <p:nvPr/>
              </p:nvPicPr>
              <p:blipFill>
                <a:blip r:embed="rId442"/>
                <a:stretch>
                  <a:fillRect/>
                </a:stretch>
              </p:blipFill>
              <p:spPr>
                <a:xfrm>
                  <a:off x="1202220" y="3508208"/>
                  <a:ext cx="7452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3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858E1C16-310F-0F97-9D52-41D8E4F31C71}"/>
                    </a:ext>
                  </a:extLst>
                </p14:cNvPr>
                <p14:cNvContentPartPr/>
                <p14:nvPr/>
              </p14:nvContentPartPr>
              <p14:xfrm>
                <a:off x="1201500" y="3471848"/>
                <a:ext cx="66240" cy="14400"/>
              </p14:xfrm>
            </p:contentPart>
          </mc:Choice>
          <mc:Fallback xmlns=""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858E1C16-310F-0F97-9D52-41D8E4F31C71}"/>
                    </a:ext>
                  </a:extLst>
                </p:cNvPr>
                <p:cNvPicPr/>
                <p:nvPr/>
              </p:nvPicPr>
              <p:blipFill>
                <a:blip r:embed="rId444"/>
                <a:stretch>
                  <a:fillRect/>
                </a:stretch>
              </p:blipFill>
              <p:spPr>
                <a:xfrm>
                  <a:off x="1192860" y="3462848"/>
                  <a:ext cx="8388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5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8AD5D29F-559A-BFDD-696F-0B477648A7F6}"/>
                    </a:ext>
                  </a:extLst>
                </p14:cNvPr>
                <p14:cNvContentPartPr/>
                <p14:nvPr/>
              </p14:nvContentPartPr>
              <p14:xfrm>
                <a:off x="1414260" y="3443048"/>
                <a:ext cx="151200" cy="98640"/>
              </p14:xfrm>
            </p:contentPart>
          </mc:Choice>
          <mc:Fallback xmlns=""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8AD5D29F-559A-BFDD-696F-0B477648A7F6}"/>
                    </a:ext>
                  </a:extLst>
                </p:cNvPr>
                <p:cNvPicPr/>
                <p:nvPr/>
              </p:nvPicPr>
              <p:blipFill>
                <a:blip r:embed="rId446"/>
                <a:stretch>
                  <a:fillRect/>
                </a:stretch>
              </p:blipFill>
              <p:spPr>
                <a:xfrm>
                  <a:off x="1405620" y="3434048"/>
                  <a:ext cx="16884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7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FEEAC462-4709-A395-4B86-0D8F6EFEF0A4}"/>
                    </a:ext>
                  </a:extLst>
                </p14:cNvPr>
                <p14:cNvContentPartPr/>
                <p14:nvPr/>
              </p14:nvContentPartPr>
              <p14:xfrm>
                <a:off x="1603620" y="3357728"/>
                <a:ext cx="136440" cy="237600"/>
              </p14:xfrm>
            </p:contentPart>
          </mc:Choice>
          <mc:Fallback xmlns=""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FEEAC462-4709-A395-4B86-0D8F6EFEF0A4}"/>
                    </a:ext>
                  </a:extLst>
                </p:cNvPr>
                <p:cNvPicPr/>
                <p:nvPr/>
              </p:nvPicPr>
              <p:blipFill>
                <a:blip r:embed="rId448"/>
                <a:stretch>
                  <a:fillRect/>
                </a:stretch>
              </p:blipFill>
              <p:spPr>
                <a:xfrm>
                  <a:off x="1594620" y="3349088"/>
                  <a:ext cx="15408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9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635B373D-C2A9-3A3A-0F26-3DA99FB35685}"/>
                    </a:ext>
                  </a:extLst>
                </p14:cNvPr>
                <p14:cNvContentPartPr/>
                <p14:nvPr/>
              </p14:nvContentPartPr>
              <p14:xfrm>
                <a:off x="1672380" y="3396608"/>
                <a:ext cx="103320" cy="95040"/>
              </p14:xfrm>
            </p:contentPart>
          </mc:Choice>
          <mc:Fallback xmlns=""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635B373D-C2A9-3A3A-0F26-3DA99FB35685}"/>
                    </a:ext>
                  </a:extLst>
                </p:cNvPr>
                <p:cNvPicPr/>
                <p:nvPr/>
              </p:nvPicPr>
              <p:blipFill>
                <a:blip r:embed="rId450"/>
                <a:stretch>
                  <a:fillRect/>
                </a:stretch>
              </p:blipFill>
              <p:spPr>
                <a:xfrm>
                  <a:off x="1663740" y="3387608"/>
                  <a:ext cx="12096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1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55D2DDBD-3064-718E-2D44-FA13A6CCC3F5}"/>
                    </a:ext>
                  </a:extLst>
                </p14:cNvPr>
                <p14:cNvContentPartPr/>
                <p14:nvPr/>
              </p14:nvContentPartPr>
              <p14:xfrm>
                <a:off x="1750860" y="3325328"/>
                <a:ext cx="131760" cy="228960"/>
              </p14:xfrm>
            </p:contentPart>
          </mc:Choice>
          <mc:Fallback xmlns=""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55D2DDBD-3064-718E-2D44-FA13A6CCC3F5}"/>
                    </a:ext>
                  </a:extLst>
                </p:cNvPr>
                <p:cNvPicPr/>
                <p:nvPr/>
              </p:nvPicPr>
              <p:blipFill>
                <a:blip r:embed="rId452"/>
                <a:stretch>
                  <a:fillRect/>
                </a:stretch>
              </p:blipFill>
              <p:spPr>
                <a:xfrm>
                  <a:off x="1741860" y="3316328"/>
                  <a:ext cx="14940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3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308A3B43-6E36-51F3-243F-656494E7EF0B}"/>
                    </a:ext>
                  </a:extLst>
                </p14:cNvPr>
                <p14:cNvContentPartPr/>
                <p14:nvPr/>
              </p14:nvContentPartPr>
              <p14:xfrm>
                <a:off x="1958580" y="3454928"/>
                <a:ext cx="8280" cy="14400"/>
              </p14:xfrm>
            </p:contentPart>
          </mc:Choice>
          <mc:Fallback xmlns=""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308A3B43-6E36-51F3-243F-656494E7EF0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949580" y="3445928"/>
                  <a:ext cx="2592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4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46522850-FEA4-BFBB-6794-081DC84C633B}"/>
                    </a:ext>
                  </a:extLst>
                </p14:cNvPr>
                <p14:cNvContentPartPr/>
                <p14:nvPr/>
              </p14:nvContentPartPr>
              <p14:xfrm>
                <a:off x="1963620" y="3369608"/>
                <a:ext cx="159480" cy="131760"/>
              </p14:xfrm>
            </p:contentPart>
          </mc:Choice>
          <mc:Fallback xmlns=""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46522850-FEA4-BFBB-6794-081DC84C633B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1954620" y="3360968"/>
                  <a:ext cx="17712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6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F4270C44-A5F8-9CE5-E952-870F8EBA9A46}"/>
                    </a:ext>
                  </a:extLst>
                </p14:cNvPr>
                <p14:cNvContentPartPr/>
                <p14:nvPr/>
              </p14:nvContentPartPr>
              <p14:xfrm>
                <a:off x="1940220" y="3383648"/>
                <a:ext cx="117360" cy="124920"/>
              </p14:xfrm>
            </p:contentPart>
          </mc:Choice>
          <mc:Fallback xmlns=""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F4270C44-A5F8-9CE5-E952-870F8EBA9A46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1931580" y="3374648"/>
                  <a:ext cx="13500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8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63F1EC4A-A063-6CDE-FED7-0889C659AD86}"/>
                    </a:ext>
                  </a:extLst>
                </p14:cNvPr>
                <p14:cNvContentPartPr/>
                <p14:nvPr/>
              </p14:nvContentPartPr>
              <p14:xfrm>
                <a:off x="2144700" y="3282128"/>
                <a:ext cx="93960" cy="225720"/>
              </p14:xfrm>
            </p:contentPart>
          </mc:Choice>
          <mc:Fallback xmlns=""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63F1EC4A-A063-6CDE-FED7-0889C659AD86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2135700" y="3273128"/>
                  <a:ext cx="11160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0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9BBB3842-E86A-08A7-8F6B-E9462CF5C67E}"/>
                    </a:ext>
                  </a:extLst>
                </p14:cNvPr>
                <p14:cNvContentPartPr/>
                <p14:nvPr/>
              </p14:nvContentPartPr>
              <p14:xfrm>
                <a:off x="2218140" y="3387608"/>
                <a:ext cx="151560" cy="104760"/>
              </p14:xfrm>
            </p:contentPart>
          </mc:Choice>
          <mc:Fallback xmlns=""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9BBB3842-E86A-08A7-8F6B-E9462CF5C67E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2209500" y="3378608"/>
                  <a:ext cx="16920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2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977956D1-EF33-5706-31E1-80801EA2D18F}"/>
                    </a:ext>
                  </a:extLst>
                </p14:cNvPr>
                <p14:cNvContentPartPr/>
                <p14:nvPr/>
              </p14:nvContentPartPr>
              <p14:xfrm>
                <a:off x="2270340" y="3295088"/>
                <a:ext cx="125640" cy="232200"/>
              </p14:xfrm>
            </p:contentPart>
          </mc:Choice>
          <mc:Fallback xmlns=""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977956D1-EF33-5706-31E1-80801EA2D18F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2261340" y="3286448"/>
                  <a:ext cx="14328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4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BDA59888-2B74-AEA2-5BA7-9DDA2EF5E4AA}"/>
                    </a:ext>
                  </a:extLst>
                </p14:cNvPr>
                <p14:cNvContentPartPr/>
                <p14:nvPr/>
              </p14:nvContentPartPr>
              <p14:xfrm>
                <a:off x="2520540" y="3370688"/>
                <a:ext cx="36000" cy="111240"/>
              </p14:xfrm>
            </p:contentPart>
          </mc:Choice>
          <mc:Fallback xmlns=""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BDA59888-2B74-AEA2-5BA7-9DDA2EF5E4AA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2511900" y="3361688"/>
                  <a:ext cx="5364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6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0B4D8BEB-4C3E-50A5-14A6-5D5FF4C4A859}"/>
                    </a:ext>
                  </a:extLst>
                </p14:cNvPr>
                <p14:cNvContentPartPr/>
                <p14:nvPr/>
              </p14:nvContentPartPr>
              <p14:xfrm>
                <a:off x="2482020" y="3428648"/>
                <a:ext cx="90000" cy="360"/>
              </p14:xfrm>
            </p:contentPart>
          </mc:Choice>
          <mc:Fallback xmlns=""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0B4D8BEB-4C3E-50A5-14A6-5D5FF4C4A859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2473020" y="3420008"/>
                  <a:ext cx="10764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8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3D8F7715-AE4F-436D-431B-9D63427FF952}"/>
                    </a:ext>
                  </a:extLst>
                </p14:cNvPr>
                <p14:cNvContentPartPr/>
                <p14:nvPr/>
              </p14:nvContentPartPr>
              <p14:xfrm>
                <a:off x="2654820" y="3356288"/>
                <a:ext cx="171360" cy="102600"/>
              </p14:xfrm>
            </p:contentPart>
          </mc:Choice>
          <mc:Fallback xmlns=""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3D8F7715-AE4F-436D-431B-9D63427FF952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2645820" y="3347648"/>
                  <a:ext cx="18900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0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003C7BB9-5D98-AFE8-4D59-1228BD9B41E4}"/>
                    </a:ext>
                  </a:extLst>
                </p14:cNvPr>
                <p14:cNvContentPartPr/>
                <p14:nvPr/>
              </p14:nvContentPartPr>
              <p14:xfrm>
                <a:off x="2801340" y="3282848"/>
                <a:ext cx="135000" cy="183600"/>
              </p14:xfrm>
            </p:contentPart>
          </mc:Choice>
          <mc:Fallback xmlns=""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003C7BB9-5D98-AFE8-4D59-1228BD9B41E4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2792340" y="3273848"/>
                  <a:ext cx="15264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2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834CE461-4B94-673C-3F04-490DD9335856}"/>
                    </a:ext>
                  </a:extLst>
                </p14:cNvPr>
                <p14:cNvContentPartPr/>
                <p14:nvPr/>
              </p14:nvContentPartPr>
              <p14:xfrm>
                <a:off x="2940300" y="3345848"/>
                <a:ext cx="47520" cy="98280"/>
              </p14:xfrm>
            </p:contentPart>
          </mc:Choice>
          <mc:Fallback xmlns=""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834CE461-4B94-673C-3F04-490DD9335856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2931660" y="3336848"/>
                  <a:ext cx="6516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4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05BEB07D-F45B-8494-8083-D380A0C5E596}"/>
                    </a:ext>
                  </a:extLst>
                </p14:cNvPr>
                <p14:cNvContentPartPr/>
                <p14:nvPr/>
              </p14:nvContentPartPr>
              <p14:xfrm>
                <a:off x="2961180" y="3285728"/>
                <a:ext cx="123120" cy="164160"/>
              </p14:xfrm>
            </p:contentPart>
          </mc:Choice>
          <mc:Fallback xmlns=""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05BEB07D-F45B-8494-8083-D380A0C5E596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2952540" y="3277088"/>
                  <a:ext cx="14076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6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C53F3342-6A5A-754A-45BB-D5783CF43542}"/>
                    </a:ext>
                  </a:extLst>
                </p14:cNvPr>
                <p14:cNvContentPartPr/>
                <p14:nvPr/>
              </p14:nvContentPartPr>
              <p14:xfrm>
                <a:off x="3179340" y="3345848"/>
                <a:ext cx="128160" cy="92880"/>
              </p14:xfrm>
            </p:contentPart>
          </mc:Choice>
          <mc:Fallback xmlns=""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C53F3342-6A5A-754A-45BB-D5783CF43542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3170700" y="3336848"/>
                  <a:ext cx="14580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8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54C55BC2-02E7-AFB5-5085-820025412EAC}"/>
                    </a:ext>
                  </a:extLst>
                </p14:cNvPr>
                <p14:cNvContentPartPr/>
                <p14:nvPr/>
              </p14:nvContentPartPr>
              <p14:xfrm>
                <a:off x="3232620" y="3361328"/>
                <a:ext cx="40680" cy="75960"/>
              </p14:xfrm>
            </p:contentPart>
          </mc:Choice>
          <mc:Fallback xmlns=""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54C55BC2-02E7-AFB5-5085-820025412EAC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3223980" y="3352328"/>
                  <a:ext cx="5832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0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F449DA8F-CCB9-C4A0-C8FC-3FF203BDF891}"/>
                    </a:ext>
                  </a:extLst>
                </p14:cNvPr>
                <p14:cNvContentPartPr/>
                <p14:nvPr/>
              </p14:nvContentPartPr>
              <p14:xfrm>
                <a:off x="3334860" y="3242168"/>
                <a:ext cx="109440" cy="214200"/>
              </p14:xfrm>
            </p:contentPart>
          </mc:Choice>
          <mc:Fallback xmlns=""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F449DA8F-CCB9-C4A0-C8FC-3FF203BDF891}"/>
                    </a:ext>
                  </a:extLst>
                </p:cNvPr>
                <p:cNvPicPr/>
                <p:nvPr/>
              </p:nvPicPr>
              <p:blipFill>
                <a:blip r:embed="rId481"/>
                <a:stretch>
                  <a:fillRect/>
                </a:stretch>
              </p:blipFill>
              <p:spPr>
                <a:xfrm>
                  <a:off x="3325860" y="3233168"/>
                  <a:ext cx="12708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2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E91709BD-16D2-B239-5852-9EE71BF9BCAD}"/>
                    </a:ext>
                  </a:extLst>
                </p14:cNvPr>
                <p14:cNvContentPartPr/>
                <p14:nvPr/>
              </p14:nvContentPartPr>
              <p14:xfrm>
                <a:off x="3444300" y="3316328"/>
                <a:ext cx="122400" cy="113760"/>
              </p14:xfrm>
            </p:contentPart>
          </mc:Choice>
          <mc:Fallback xmlns=""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E91709BD-16D2-B239-5852-9EE71BF9BCAD}"/>
                    </a:ext>
                  </a:extLst>
                </p:cNvPr>
                <p:cNvPicPr/>
                <p:nvPr/>
              </p:nvPicPr>
              <p:blipFill>
                <a:blip r:embed="rId483"/>
                <a:stretch>
                  <a:fillRect/>
                </a:stretch>
              </p:blipFill>
              <p:spPr>
                <a:xfrm>
                  <a:off x="3435660" y="3307328"/>
                  <a:ext cx="14004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4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A289EDB4-A65E-249D-A7E3-94E55766A677}"/>
                    </a:ext>
                  </a:extLst>
                </p14:cNvPr>
                <p14:cNvContentPartPr/>
                <p14:nvPr/>
              </p14:nvContentPartPr>
              <p14:xfrm>
                <a:off x="3527460" y="3240008"/>
                <a:ext cx="151920" cy="231480"/>
              </p14:xfrm>
            </p:contentPart>
          </mc:Choice>
          <mc:Fallback xmlns=""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A289EDB4-A65E-249D-A7E3-94E55766A677}"/>
                    </a:ext>
                  </a:extLst>
                </p:cNvPr>
                <p:cNvPicPr/>
                <p:nvPr/>
              </p:nvPicPr>
              <p:blipFill>
                <a:blip r:embed="rId485"/>
                <a:stretch>
                  <a:fillRect/>
                </a:stretch>
              </p:blipFill>
              <p:spPr>
                <a:xfrm>
                  <a:off x="3518820" y="3231008"/>
                  <a:ext cx="16956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6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5CF83A51-BBF8-4DAC-D15F-A994AD2BFD50}"/>
                    </a:ext>
                  </a:extLst>
                </p14:cNvPr>
                <p14:cNvContentPartPr/>
                <p14:nvPr/>
              </p14:nvContentPartPr>
              <p14:xfrm>
                <a:off x="3808260" y="3293648"/>
                <a:ext cx="41760" cy="92880"/>
              </p14:xfrm>
            </p:contentPart>
          </mc:Choice>
          <mc:Fallback xmlns=""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5CF83A51-BBF8-4DAC-D15F-A994AD2BFD50}"/>
                    </a:ext>
                  </a:extLst>
                </p:cNvPr>
                <p:cNvPicPr/>
                <p:nvPr/>
              </p:nvPicPr>
              <p:blipFill>
                <a:blip r:embed="rId487"/>
                <a:stretch>
                  <a:fillRect/>
                </a:stretch>
              </p:blipFill>
              <p:spPr>
                <a:xfrm>
                  <a:off x="3799260" y="3285008"/>
                  <a:ext cx="5940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8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ECBE840D-7E0B-EB29-E934-765EACB5D26B}"/>
                    </a:ext>
                  </a:extLst>
                </p14:cNvPr>
                <p14:cNvContentPartPr/>
                <p14:nvPr/>
              </p14:nvContentPartPr>
              <p14:xfrm>
                <a:off x="3755700" y="3334688"/>
                <a:ext cx="125640" cy="11160"/>
              </p14:xfrm>
            </p:contentPart>
          </mc:Choice>
          <mc:Fallback xmlns=""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ECBE840D-7E0B-EB29-E934-765EACB5D26B}"/>
                    </a:ext>
                  </a:extLst>
                </p:cNvPr>
                <p:cNvPicPr/>
                <p:nvPr/>
              </p:nvPicPr>
              <p:blipFill>
                <a:blip r:embed="rId489"/>
                <a:stretch>
                  <a:fillRect/>
                </a:stretch>
              </p:blipFill>
              <p:spPr>
                <a:xfrm>
                  <a:off x="3747060" y="3326048"/>
                  <a:ext cx="14328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0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F54166AE-715D-996E-A4AE-1556B3A5E893}"/>
                    </a:ext>
                  </a:extLst>
                </p14:cNvPr>
                <p14:cNvContentPartPr/>
                <p14:nvPr/>
              </p14:nvContentPartPr>
              <p14:xfrm>
                <a:off x="3966660" y="3285368"/>
                <a:ext cx="147960" cy="91440"/>
              </p14:xfrm>
            </p:contentPart>
          </mc:Choice>
          <mc:Fallback xmlns=""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F54166AE-715D-996E-A4AE-1556B3A5E893}"/>
                    </a:ext>
                  </a:extLst>
                </p:cNvPr>
                <p:cNvPicPr/>
                <p:nvPr/>
              </p:nvPicPr>
              <p:blipFill>
                <a:blip r:embed="rId491"/>
                <a:stretch>
                  <a:fillRect/>
                </a:stretch>
              </p:blipFill>
              <p:spPr>
                <a:xfrm>
                  <a:off x="3958020" y="3276368"/>
                  <a:ext cx="16560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2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A0E45FA0-1F4D-D440-A2F9-A38938EDF71A}"/>
                    </a:ext>
                  </a:extLst>
                </p14:cNvPr>
                <p14:cNvContentPartPr/>
                <p14:nvPr/>
              </p14:nvContentPartPr>
              <p14:xfrm>
                <a:off x="4149540" y="3193568"/>
                <a:ext cx="95400" cy="38160"/>
              </p14:xfrm>
            </p:contentPart>
          </mc:Choice>
          <mc:Fallback xmlns=""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A0E45FA0-1F4D-D440-A2F9-A38938EDF71A}"/>
                    </a:ext>
                  </a:extLst>
                </p:cNvPr>
                <p:cNvPicPr/>
                <p:nvPr/>
              </p:nvPicPr>
              <p:blipFill>
                <a:blip r:embed="rId493"/>
                <a:stretch>
                  <a:fillRect/>
                </a:stretch>
              </p:blipFill>
              <p:spPr>
                <a:xfrm>
                  <a:off x="4140540" y="3184568"/>
                  <a:ext cx="11304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4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9334B1C0-B1D9-F94A-B7F7-0D45D9861FED}"/>
                    </a:ext>
                  </a:extLst>
                </p14:cNvPr>
                <p14:cNvContentPartPr/>
                <p14:nvPr/>
              </p14:nvContentPartPr>
              <p14:xfrm>
                <a:off x="4151340" y="3218048"/>
                <a:ext cx="97920" cy="227880"/>
              </p14:xfrm>
            </p:contentPart>
          </mc:Choice>
          <mc:Fallback xmlns=""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9334B1C0-B1D9-F94A-B7F7-0D45D9861FED}"/>
                    </a:ext>
                  </a:extLst>
                </p:cNvPr>
                <p:cNvPicPr/>
                <p:nvPr/>
              </p:nvPicPr>
              <p:blipFill>
                <a:blip r:embed="rId495"/>
                <a:stretch>
                  <a:fillRect/>
                </a:stretch>
              </p:blipFill>
              <p:spPr>
                <a:xfrm>
                  <a:off x="4142340" y="3209048"/>
                  <a:ext cx="11556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6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60A48F86-2BD9-21B1-BC6F-85C28072B3E9}"/>
                    </a:ext>
                  </a:extLst>
                </p14:cNvPr>
                <p14:cNvContentPartPr/>
                <p14:nvPr/>
              </p14:nvContentPartPr>
              <p14:xfrm>
                <a:off x="4279860" y="2872088"/>
                <a:ext cx="84240" cy="85320"/>
              </p14:xfrm>
            </p:contentPart>
          </mc:Choice>
          <mc:Fallback xmlns=""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60A48F86-2BD9-21B1-BC6F-85C28072B3E9}"/>
                    </a:ext>
                  </a:extLst>
                </p:cNvPr>
                <p:cNvPicPr/>
                <p:nvPr/>
              </p:nvPicPr>
              <p:blipFill>
                <a:blip r:embed="rId497"/>
                <a:stretch>
                  <a:fillRect/>
                </a:stretch>
              </p:blipFill>
              <p:spPr>
                <a:xfrm>
                  <a:off x="4270860" y="2863448"/>
                  <a:ext cx="10188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8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3769D3DD-B8A1-E1F7-1989-6FA2F7161C7D}"/>
                    </a:ext>
                  </a:extLst>
                </p14:cNvPr>
                <p14:cNvContentPartPr/>
                <p14:nvPr/>
              </p14:nvContentPartPr>
              <p14:xfrm>
                <a:off x="4239180" y="3308048"/>
                <a:ext cx="122760" cy="74880"/>
              </p14:xfrm>
            </p:contentPart>
          </mc:Choice>
          <mc:Fallback xmlns=""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3769D3DD-B8A1-E1F7-1989-6FA2F7161C7D}"/>
                    </a:ext>
                  </a:extLst>
                </p:cNvPr>
                <p:cNvPicPr/>
                <p:nvPr/>
              </p:nvPicPr>
              <p:blipFill>
                <a:blip r:embed="rId499"/>
                <a:stretch>
                  <a:fillRect/>
                </a:stretch>
              </p:blipFill>
              <p:spPr>
                <a:xfrm>
                  <a:off x="4230540" y="3299408"/>
                  <a:ext cx="14040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0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4E1D460B-F3A6-33BF-37FD-A8BBFBD02A9F}"/>
                    </a:ext>
                  </a:extLst>
                </p14:cNvPr>
                <p14:cNvContentPartPr/>
                <p14:nvPr/>
              </p14:nvContentPartPr>
              <p14:xfrm>
                <a:off x="4301820" y="3219128"/>
                <a:ext cx="137880" cy="205560"/>
              </p14:xfrm>
            </p:contentPart>
          </mc:Choice>
          <mc:Fallback xmlns=""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4E1D460B-F3A6-33BF-37FD-A8BBFBD02A9F}"/>
                    </a:ext>
                  </a:extLst>
                </p:cNvPr>
                <p:cNvPicPr/>
                <p:nvPr/>
              </p:nvPicPr>
              <p:blipFill>
                <a:blip r:embed="rId501"/>
                <a:stretch>
                  <a:fillRect/>
                </a:stretch>
              </p:blipFill>
              <p:spPr>
                <a:xfrm>
                  <a:off x="4292820" y="3210128"/>
                  <a:ext cx="15552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2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1D18E70E-33A8-6E87-50BC-274A35175B13}"/>
                    </a:ext>
                  </a:extLst>
                </p14:cNvPr>
                <p14:cNvContentPartPr/>
                <p14:nvPr/>
              </p14:nvContentPartPr>
              <p14:xfrm>
                <a:off x="4592700" y="3330008"/>
                <a:ext cx="104760" cy="65160"/>
              </p14:xfrm>
            </p:contentPart>
          </mc:Choice>
          <mc:Fallback xmlns=""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1D18E70E-33A8-6E87-50BC-274A35175B13}"/>
                    </a:ext>
                  </a:extLst>
                </p:cNvPr>
                <p:cNvPicPr/>
                <p:nvPr/>
              </p:nvPicPr>
              <p:blipFill>
                <a:blip r:embed="rId503"/>
                <a:stretch>
                  <a:fillRect/>
                </a:stretch>
              </p:blipFill>
              <p:spPr>
                <a:xfrm>
                  <a:off x="4583700" y="3321368"/>
                  <a:ext cx="12240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4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4436AACB-F24B-FC4C-A411-914266850530}"/>
                    </a:ext>
                  </a:extLst>
                </p14:cNvPr>
                <p14:cNvContentPartPr/>
                <p14:nvPr/>
              </p14:nvContentPartPr>
              <p14:xfrm>
                <a:off x="4611780" y="3324968"/>
                <a:ext cx="53640" cy="77760"/>
              </p14:xfrm>
            </p:contentPart>
          </mc:Choice>
          <mc:Fallback xmlns=""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4436AACB-F24B-FC4C-A411-914266850530}"/>
                    </a:ext>
                  </a:extLst>
                </p:cNvPr>
                <p:cNvPicPr/>
                <p:nvPr/>
              </p:nvPicPr>
              <p:blipFill>
                <a:blip r:embed="rId505"/>
                <a:stretch>
                  <a:fillRect/>
                </a:stretch>
              </p:blipFill>
              <p:spPr>
                <a:xfrm>
                  <a:off x="4603140" y="3315968"/>
                  <a:ext cx="7128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6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B9C2C3E3-C59F-43B8-F2F0-27DE93A9DA37}"/>
                    </a:ext>
                  </a:extLst>
                </p14:cNvPr>
                <p14:cNvContentPartPr/>
                <p14:nvPr/>
              </p14:nvContentPartPr>
              <p14:xfrm>
                <a:off x="4721220" y="3222728"/>
                <a:ext cx="134640" cy="176760"/>
              </p14:xfrm>
            </p:contentPart>
          </mc:Choice>
          <mc:Fallback xmlns=""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B9C2C3E3-C59F-43B8-F2F0-27DE93A9DA37}"/>
                    </a:ext>
                  </a:extLst>
                </p:cNvPr>
                <p:cNvPicPr/>
                <p:nvPr/>
              </p:nvPicPr>
              <p:blipFill>
                <a:blip r:embed="rId507"/>
                <a:stretch>
                  <a:fillRect/>
                </a:stretch>
              </p:blipFill>
              <p:spPr>
                <a:xfrm>
                  <a:off x="4712220" y="3214088"/>
                  <a:ext cx="15228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8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C6747E9E-EC7F-3250-B34D-D3F55E2DF768}"/>
                    </a:ext>
                  </a:extLst>
                </p14:cNvPr>
                <p14:cNvContentPartPr/>
                <p14:nvPr/>
              </p14:nvContentPartPr>
              <p14:xfrm>
                <a:off x="4815900" y="3267728"/>
                <a:ext cx="122400" cy="53640"/>
              </p14:xfrm>
            </p:contentPart>
          </mc:Choice>
          <mc:Fallback xmlns=""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C6747E9E-EC7F-3250-B34D-D3F55E2DF768}"/>
                    </a:ext>
                  </a:extLst>
                </p:cNvPr>
                <p:cNvPicPr/>
                <p:nvPr/>
              </p:nvPicPr>
              <p:blipFill>
                <a:blip r:embed="rId509"/>
                <a:stretch>
                  <a:fillRect/>
                </a:stretch>
              </p:blipFill>
              <p:spPr>
                <a:xfrm>
                  <a:off x="4807260" y="3259088"/>
                  <a:ext cx="14004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0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A27D98F4-1EF0-87CD-AAEB-3B22FD65D188}"/>
                    </a:ext>
                  </a:extLst>
                </p14:cNvPr>
                <p14:cNvContentPartPr/>
                <p14:nvPr/>
              </p14:nvContentPartPr>
              <p14:xfrm>
                <a:off x="4904460" y="3267728"/>
                <a:ext cx="29520" cy="119520"/>
              </p14:xfrm>
            </p:contentPart>
          </mc:Choice>
          <mc:Fallback xmlns=""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A27D98F4-1EF0-87CD-AAEB-3B22FD65D188}"/>
                    </a:ext>
                  </a:extLst>
                </p:cNvPr>
                <p:cNvPicPr/>
                <p:nvPr/>
              </p:nvPicPr>
              <p:blipFill>
                <a:blip r:embed="rId511"/>
                <a:stretch>
                  <a:fillRect/>
                </a:stretch>
              </p:blipFill>
              <p:spPr>
                <a:xfrm>
                  <a:off x="4895460" y="3259088"/>
                  <a:ext cx="4716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2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620AD96B-08E3-834C-445B-CE264E96069D}"/>
                    </a:ext>
                  </a:extLst>
                </p14:cNvPr>
                <p14:cNvContentPartPr/>
                <p14:nvPr/>
              </p14:nvContentPartPr>
              <p14:xfrm>
                <a:off x="4935420" y="3215888"/>
                <a:ext cx="141120" cy="204480"/>
              </p14:xfrm>
            </p:contentPart>
          </mc:Choice>
          <mc:Fallback xmlns=""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620AD96B-08E3-834C-445B-CE264E96069D}"/>
                    </a:ext>
                  </a:extLst>
                </p:cNvPr>
                <p:cNvPicPr/>
                <p:nvPr/>
              </p:nvPicPr>
              <p:blipFill>
                <a:blip r:embed="rId513"/>
                <a:stretch>
                  <a:fillRect/>
                </a:stretch>
              </p:blipFill>
              <p:spPr>
                <a:xfrm>
                  <a:off x="4926780" y="3206888"/>
                  <a:ext cx="158760" cy="222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14">
            <p14:nvContentPartPr>
              <p14:cNvPr id="325" name="Ink 324">
                <a:extLst>
                  <a:ext uri="{FF2B5EF4-FFF2-40B4-BE49-F238E27FC236}">
                    <a16:creationId xmlns:a16="http://schemas.microsoft.com/office/drawing/2014/main" id="{826713DE-E92E-5E29-5351-B471C7B64218}"/>
                  </a:ext>
                </a:extLst>
              </p14:cNvPr>
              <p14:cNvContentPartPr/>
              <p14:nvPr/>
            </p14:nvContentPartPr>
            <p14:xfrm>
              <a:off x="1884420" y="3999608"/>
              <a:ext cx="167040" cy="1858320"/>
            </p14:xfrm>
          </p:contentPart>
        </mc:Choice>
        <mc:Fallback xmlns="">
          <p:pic>
            <p:nvPicPr>
              <p:cNvPr id="325" name="Ink 324">
                <a:extLst>
                  <a:ext uri="{FF2B5EF4-FFF2-40B4-BE49-F238E27FC236}">
                    <a16:creationId xmlns:a16="http://schemas.microsoft.com/office/drawing/2014/main" id="{826713DE-E92E-5E29-5351-B471C7B64218}"/>
                  </a:ext>
                </a:extLst>
              </p:cNvPr>
              <p:cNvPicPr/>
              <p:nvPr/>
            </p:nvPicPr>
            <p:blipFill>
              <a:blip r:embed="rId515"/>
              <a:stretch>
                <a:fillRect/>
              </a:stretch>
            </p:blipFill>
            <p:spPr>
              <a:xfrm>
                <a:off x="1875780" y="3990968"/>
                <a:ext cx="184680" cy="187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6">
            <p14:nvContentPartPr>
              <p14:cNvPr id="394" name="Ink 393">
                <a:extLst>
                  <a:ext uri="{FF2B5EF4-FFF2-40B4-BE49-F238E27FC236}">
                    <a16:creationId xmlns:a16="http://schemas.microsoft.com/office/drawing/2014/main" id="{BB9CFFF0-814A-A018-8A12-F73F45FBA6C2}"/>
                  </a:ext>
                </a:extLst>
              </p14:cNvPr>
              <p14:cNvContentPartPr/>
              <p14:nvPr/>
            </p14:nvContentPartPr>
            <p14:xfrm>
              <a:off x="3541500" y="5527808"/>
              <a:ext cx="236160" cy="141480"/>
            </p14:xfrm>
          </p:contentPart>
        </mc:Choice>
        <mc:Fallback xmlns="">
          <p:pic>
            <p:nvPicPr>
              <p:cNvPr id="394" name="Ink 393">
                <a:extLst>
                  <a:ext uri="{FF2B5EF4-FFF2-40B4-BE49-F238E27FC236}">
                    <a16:creationId xmlns:a16="http://schemas.microsoft.com/office/drawing/2014/main" id="{BB9CFFF0-814A-A018-8A12-F73F45FBA6C2}"/>
                  </a:ext>
                </a:extLst>
              </p:cNvPr>
              <p:cNvPicPr/>
              <p:nvPr/>
            </p:nvPicPr>
            <p:blipFill>
              <a:blip r:embed="rId517"/>
              <a:stretch>
                <a:fillRect/>
              </a:stretch>
            </p:blipFill>
            <p:spPr>
              <a:xfrm>
                <a:off x="3532860" y="5518808"/>
                <a:ext cx="253800" cy="159120"/>
              </a:xfrm>
              <a:prstGeom prst="rect">
                <a:avLst/>
              </a:prstGeom>
            </p:spPr>
          </p:pic>
        </mc:Fallback>
      </mc:AlternateContent>
      <p:grpSp>
        <p:nvGrpSpPr>
          <p:cNvPr id="397" name="Group 396">
            <a:extLst>
              <a:ext uri="{FF2B5EF4-FFF2-40B4-BE49-F238E27FC236}">
                <a16:creationId xmlns:a16="http://schemas.microsoft.com/office/drawing/2014/main" id="{92AD9293-91EB-68D5-61D3-7B50D432E7CD}"/>
              </a:ext>
            </a:extLst>
          </p:cNvPr>
          <p:cNvGrpSpPr/>
          <p:nvPr/>
        </p:nvGrpSpPr>
        <p:grpSpPr>
          <a:xfrm>
            <a:off x="2030580" y="3947768"/>
            <a:ext cx="1767240" cy="1888200"/>
            <a:chOff x="2030580" y="3947768"/>
            <a:chExt cx="1767240" cy="1888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18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56C1837F-AC25-4A92-5DC1-CAF1868812B0}"/>
                    </a:ext>
                  </a:extLst>
                </p14:cNvPr>
                <p14:cNvContentPartPr/>
                <p14:nvPr/>
              </p14:nvContentPartPr>
              <p14:xfrm>
                <a:off x="2030580" y="4089608"/>
                <a:ext cx="178920" cy="262080"/>
              </p14:xfrm>
            </p:contentPart>
          </mc:Choice>
          <mc:Fallback xmlns=""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56C1837F-AC25-4A92-5DC1-CAF1868812B0}"/>
                    </a:ext>
                  </a:extLst>
                </p:cNvPr>
                <p:cNvPicPr/>
                <p:nvPr/>
              </p:nvPicPr>
              <p:blipFill>
                <a:blip r:embed="rId519"/>
                <a:stretch>
                  <a:fillRect/>
                </a:stretch>
              </p:blipFill>
              <p:spPr>
                <a:xfrm>
                  <a:off x="2021940" y="4080608"/>
                  <a:ext cx="196560" cy="27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0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25E0080D-20C8-8F6F-C502-FDDFF53DEF74}"/>
                    </a:ext>
                  </a:extLst>
                </p14:cNvPr>
                <p14:cNvContentPartPr/>
                <p14:nvPr/>
              </p14:nvContentPartPr>
              <p14:xfrm>
                <a:off x="2212380" y="4001408"/>
                <a:ext cx="159480" cy="208440"/>
              </p14:xfrm>
            </p:contentPart>
          </mc:Choice>
          <mc:Fallback xmlns=""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25E0080D-20C8-8F6F-C502-FDDFF53DEF74}"/>
                    </a:ext>
                  </a:extLst>
                </p:cNvPr>
                <p:cNvPicPr/>
                <p:nvPr/>
              </p:nvPicPr>
              <p:blipFill>
                <a:blip r:embed="rId521"/>
                <a:stretch>
                  <a:fillRect/>
                </a:stretch>
              </p:blipFill>
              <p:spPr>
                <a:xfrm>
                  <a:off x="2203740" y="3992408"/>
                  <a:ext cx="17712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2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49B89353-D6F4-1A04-9AA4-C93E8FA8411F}"/>
                    </a:ext>
                  </a:extLst>
                </p14:cNvPr>
                <p14:cNvContentPartPr/>
                <p14:nvPr/>
              </p14:nvContentPartPr>
              <p14:xfrm>
                <a:off x="2371140" y="4081688"/>
                <a:ext cx="102600" cy="92160"/>
              </p14:xfrm>
            </p:contentPart>
          </mc:Choice>
          <mc:Fallback xmlns=""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49B89353-D6F4-1A04-9AA4-C93E8FA8411F}"/>
                    </a:ext>
                  </a:extLst>
                </p:cNvPr>
                <p:cNvPicPr/>
                <p:nvPr/>
              </p:nvPicPr>
              <p:blipFill>
                <a:blip r:embed="rId523"/>
                <a:stretch>
                  <a:fillRect/>
                </a:stretch>
              </p:blipFill>
              <p:spPr>
                <a:xfrm>
                  <a:off x="2362140" y="4073048"/>
                  <a:ext cx="12024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4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3528F192-3C31-066C-ED67-AF3A9C6E0790}"/>
                    </a:ext>
                  </a:extLst>
                </p14:cNvPr>
                <p14:cNvContentPartPr/>
                <p14:nvPr/>
              </p14:nvContentPartPr>
              <p14:xfrm>
                <a:off x="2452140" y="3988448"/>
                <a:ext cx="168120" cy="217080"/>
              </p14:xfrm>
            </p:contentPart>
          </mc:Choice>
          <mc:Fallback xmlns=""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3528F192-3C31-066C-ED67-AF3A9C6E0790}"/>
                    </a:ext>
                  </a:extLst>
                </p:cNvPr>
                <p:cNvPicPr/>
                <p:nvPr/>
              </p:nvPicPr>
              <p:blipFill>
                <a:blip r:embed="rId525"/>
                <a:stretch>
                  <a:fillRect/>
                </a:stretch>
              </p:blipFill>
              <p:spPr>
                <a:xfrm>
                  <a:off x="2443140" y="3979808"/>
                  <a:ext cx="18576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6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762DC27F-8126-2D25-FA95-6619CD6B9ECE}"/>
                    </a:ext>
                  </a:extLst>
                </p14:cNvPr>
                <p14:cNvContentPartPr/>
                <p14:nvPr/>
              </p14:nvContentPartPr>
              <p14:xfrm>
                <a:off x="2093580" y="4551128"/>
                <a:ext cx="129600" cy="213840"/>
              </p14:xfrm>
            </p:contentPart>
          </mc:Choice>
          <mc:Fallback xmlns=""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762DC27F-8126-2D25-FA95-6619CD6B9ECE}"/>
                    </a:ext>
                  </a:extLst>
                </p:cNvPr>
                <p:cNvPicPr/>
                <p:nvPr/>
              </p:nvPicPr>
              <p:blipFill>
                <a:blip r:embed="rId527"/>
                <a:stretch>
                  <a:fillRect/>
                </a:stretch>
              </p:blipFill>
              <p:spPr>
                <a:xfrm>
                  <a:off x="2084940" y="4542128"/>
                  <a:ext cx="14724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8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AB12B61D-EFEC-DE65-5058-132188DD92F8}"/>
                    </a:ext>
                  </a:extLst>
                </p14:cNvPr>
                <p14:cNvContentPartPr/>
                <p14:nvPr/>
              </p14:nvContentPartPr>
              <p14:xfrm>
                <a:off x="2276100" y="4467608"/>
                <a:ext cx="110160" cy="219600"/>
              </p14:xfrm>
            </p:contentPart>
          </mc:Choice>
          <mc:Fallback xmlns=""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AB12B61D-EFEC-DE65-5058-132188DD92F8}"/>
                    </a:ext>
                  </a:extLst>
                </p:cNvPr>
                <p:cNvPicPr/>
                <p:nvPr/>
              </p:nvPicPr>
              <p:blipFill>
                <a:blip r:embed="rId529"/>
                <a:stretch>
                  <a:fillRect/>
                </a:stretch>
              </p:blipFill>
              <p:spPr>
                <a:xfrm>
                  <a:off x="2267100" y="4458968"/>
                  <a:ext cx="12780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0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2000558E-6DF3-1DCE-E379-1978C6ECBBA6}"/>
                    </a:ext>
                  </a:extLst>
                </p14:cNvPr>
                <p14:cNvContentPartPr/>
                <p14:nvPr/>
              </p14:nvContentPartPr>
              <p14:xfrm>
                <a:off x="2405340" y="4571648"/>
                <a:ext cx="30240" cy="88560"/>
              </p14:xfrm>
            </p:contentPart>
          </mc:Choice>
          <mc:Fallback xmlns=""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2000558E-6DF3-1DCE-E379-1978C6ECBBA6}"/>
                    </a:ext>
                  </a:extLst>
                </p:cNvPr>
                <p:cNvPicPr/>
                <p:nvPr/>
              </p:nvPicPr>
              <p:blipFill>
                <a:blip r:embed="rId531"/>
                <a:stretch>
                  <a:fillRect/>
                </a:stretch>
              </p:blipFill>
              <p:spPr>
                <a:xfrm>
                  <a:off x="2396340" y="4563008"/>
                  <a:ext cx="4788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2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F45A9748-FCBC-A3A8-271E-4D8585B78BD8}"/>
                    </a:ext>
                  </a:extLst>
                </p14:cNvPr>
                <p14:cNvContentPartPr/>
                <p14:nvPr/>
              </p14:nvContentPartPr>
              <p14:xfrm>
                <a:off x="2426220" y="4473008"/>
                <a:ext cx="159480" cy="218520"/>
              </p14:xfrm>
            </p:contentPart>
          </mc:Choice>
          <mc:Fallback xmlns=""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F45A9748-FCBC-A3A8-271E-4D8585B78BD8}"/>
                    </a:ext>
                  </a:extLst>
                </p:cNvPr>
                <p:cNvPicPr/>
                <p:nvPr/>
              </p:nvPicPr>
              <p:blipFill>
                <a:blip r:embed="rId533"/>
                <a:stretch>
                  <a:fillRect/>
                </a:stretch>
              </p:blipFill>
              <p:spPr>
                <a:xfrm>
                  <a:off x="2417220" y="4464368"/>
                  <a:ext cx="17712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4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6538DC56-64D1-2C4B-0FE2-F64FDF341E30}"/>
                    </a:ext>
                  </a:extLst>
                </p14:cNvPr>
                <p14:cNvContentPartPr/>
                <p14:nvPr/>
              </p14:nvContentPartPr>
              <p14:xfrm>
                <a:off x="2119500" y="5016968"/>
                <a:ext cx="129240" cy="210600"/>
              </p14:xfrm>
            </p:contentPart>
          </mc:Choice>
          <mc:Fallback xmlns=""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6538DC56-64D1-2C4B-0FE2-F64FDF341E30}"/>
                    </a:ext>
                  </a:extLst>
                </p:cNvPr>
                <p:cNvPicPr/>
                <p:nvPr/>
              </p:nvPicPr>
              <p:blipFill>
                <a:blip r:embed="rId535"/>
                <a:stretch>
                  <a:fillRect/>
                </a:stretch>
              </p:blipFill>
              <p:spPr>
                <a:xfrm>
                  <a:off x="2110860" y="5008328"/>
                  <a:ext cx="14688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6">
              <p14:nvContentPartPr>
                <p14:cNvPr id="315" name="Ink 314">
                  <a:extLst>
                    <a:ext uri="{FF2B5EF4-FFF2-40B4-BE49-F238E27FC236}">
                      <a16:creationId xmlns:a16="http://schemas.microsoft.com/office/drawing/2014/main" id="{8E9107FF-070D-C5A1-AD53-B683B866248E}"/>
                    </a:ext>
                  </a:extLst>
                </p14:cNvPr>
                <p14:cNvContentPartPr/>
                <p14:nvPr/>
              </p14:nvContentPartPr>
              <p14:xfrm>
                <a:off x="2266020" y="4914728"/>
                <a:ext cx="91440" cy="253080"/>
              </p14:xfrm>
            </p:contentPart>
          </mc:Choice>
          <mc:Fallback xmlns="">
            <p:pic>
              <p:nvPicPr>
                <p:cNvPr id="315" name="Ink 314">
                  <a:extLst>
                    <a:ext uri="{FF2B5EF4-FFF2-40B4-BE49-F238E27FC236}">
                      <a16:creationId xmlns:a16="http://schemas.microsoft.com/office/drawing/2014/main" id="{8E9107FF-070D-C5A1-AD53-B683B866248E}"/>
                    </a:ext>
                  </a:extLst>
                </p:cNvPr>
                <p:cNvPicPr/>
                <p:nvPr/>
              </p:nvPicPr>
              <p:blipFill>
                <a:blip r:embed="rId537"/>
                <a:stretch>
                  <a:fillRect/>
                </a:stretch>
              </p:blipFill>
              <p:spPr>
                <a:xfrm>
                  <a:off x="2257380" y="4905728"/>
                  <a:ext cx="10908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8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FC7BE924-F71E-AA27-FF62-088622CE7B80}"/>
                    </a:ext>
                  </a:extLst>
                </p14:cNvPr>
                <p14:cNvContentPartPr/>
                <p14:nvPr/>
              </p14:nvContentPartPr>
              <p14:xfrm>
                <a:off x="2348100" y="5018408"/>
                <a:ext cx="102960" cy="82800"/>
              </p14:xfrm>
            </p:contentPart>
          </mc:Choice>
          <mc:Fallback xmlns=""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FC7BE924-F71E-AA27-FF62-088622CE7B80}"/>
                    </a:ext>
                  </a:extLst>
                </p:cNvPr>
                <p:cNvPicPr/>
                <p:nvPr/>
              </p:nvPicPr>
              <p:blipFill>
                <a:blip r:embed="rId539"/>
                <a:stretch>
                  <a:fillRect/>
                </a:stretch>
              </p:blipFill>
              <p:spPr>
                <a:xfrm>
                  <a:off x="2339460" y="5009768"/>
                  <a:ext cx="12060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0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B82C3B2D-E251-CDF8-BA50-CB8128BF446B}"/>
                    </a:ext>
                  </a:extLst>
                </p14:cNvPr>
                <p14:cNvContentPartPr/>
                <p14:nvPr/>
              </p14:nvContentPartPr>
              <p14:xfrm>
                <a:off x="2462580" y="4924088"/>
                <a:ext cx="146520" cy="231120"/>
              </p14:xfrm>
            </p:contentPart>
          </mc:Choice>
          <mc:Fallback xmlns=""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B82C3B2D-E251-CDF8-BA50-CB8128BF446B}"/>
                    </a:ext>
                  </a:extLst>
                </p:cNvPr>
                <p:cNvPicPr/>
                <p:nvPr/>
              </p:nvPicPr>
              <p:blipFill>
                <a:blip r:embed="rId541"/>
                <a:stretch>
                  <a:fillRect/>
                </a:stretch>
              </p:blipFill>
              <p:spPr>
                <a:xfrm>
                  <a:off x="2453580" y="4915448"/>
                  <a:ext cx="16416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2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038E9F49-1E57-E439-0B24-27700A8567D7}"/>
                    </a:ext>
                  </a:extLst>
                </p14:cNvPr>
                <p14:cNvContentPartPr/>
                <p14:nvPr/>
              </p14:nvContentPartPr>
              <p14:xfrm>
                <a:off x="2179620" y="5512328"/>
                <a:ext cx="133200" cy="240120"/>
              </p14:xfrm>
            </p:contentPart>
          </mc:Choice>
          <mc:Fallback xmlns=""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038E9F49-1E57-E439-0B24-27700A8567D7}"/>
                    </a:ext>
                  </a:extLst>
                </p:cNvPr>
                <p:cNvPicPr/>
                <p:nvPr/>
              </p:nvPicPr>
              <p:blipFill>
                <a:blip r:embed="rId543"/>
                <a:stretch>
                  <a:fillRect/>
                </a:stretch>
              </p:blipFill>
              <p:spPr>
                <a:xfrm>
                  <a:off x="2170980" y="5503328"/>
                  <a:ext cx="15084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4">
              <p14:nvContentPartPr>
                <p14:cNvPr id="321" name="Ink 320">
                  <a:extLst>
                    <a:ext uri="{FF2B5EF4-FFF2-40B4-BE49-F238E27FC236}">
                      <a16:creationId xmlns:a16="http://schemas.microsoft.com/office/drawing/2014/main" id="{53D5B906-F047-2A34-A021-0880899DF0E4}"/>
                    </a:ext>
                  </a:extLst>
                </p14:cNvPr>
                <p14:cNvContentPartPr/>
                <p14:nvPr/>
              </p14:nvContentPartPr>
              <p14:xfrm>
                <a:off x="2314260" y="5429528"/>
                <a:ext cx="130320" cy="247680"/>
              </p14:xfrm>
            </p:contentPart>
          </mc:Choice>
          <mc:Fallback xmlns="">
            <p:pic>
              <p:nvPicPr>
                <p:cNvPr id="321" name="Ink 320">
                  <a:extLst>
                    <a:ext uri="{FF2B5EF4-FFF2-40B4-BE49-F238E27FC236}">
                      <a16:creationId xmlns:a16="http://schemas.microsoft.com/office/drawing/2014/main" id="{53D5B906-F047-2A34-A021-0880899DF0E4}"/>
                    </a:ext>
                  </a:extLst>
                </p:cNvPr>
                <p:cNvPicPr/>
                <p:nvPr/>
              </p:nvPicPr>
              <p:blipFill>
                <a:blip r:embed="rId545"/>
                <a:stretch>
                  <a:fillRect/>
                </a:stretch>
              </p:blipFill>
              <p:spPr>
                <a:xfrm>
                  <a:off x="2305260" y="5420528"/>
                  <a:ext cx="14796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6">
              <p14:nvContentPartPr>
                <p14:cNvPr id="322" name="Ink 321">
                  <a:extLst>
                    <a:ext uri="{FF2B5EF4-FFF2-40B4-BE49-F238E27FC236}">
                      <a16:creationId xmlns:a16="http://schemas.microsoft.com/office/drawing/2014/main" id="{D9883901-D0F8-F951-8E70-47233B4480B6}"/>
                    </a:ext>
                  </a:extLst>
                </p14:cNvPr>
                <p14:cNvContentPartPr/>
                <p14:nvPr/>
              </p14:nvContentPartPr>
              <p14:xfrm>
                <a:off x="2400300" y="5495768"/>
                <a:ext cx="136080" cy="146880"/>
              </p14:xfrm>
            </p:contentPart>
          </mc:Choice>
          <mc:Fallback xmlns="">
            <p:pic>
              <p:nvPicPr>
                <p:cNvPr id="322" name="Ink 321">
                  <a:extLst>
                    <a:ext uri="{FF2B5EF4-FFF2-40B4-BE49-F238E27FC236}">
                      <a16:creationId xmlns:a16="http://schemas.microsoft.com/office/drawing/2014/main" id="{D9883901-D0F8-F951-8E70-47233B4480B6}"/>
                    </a:ext>
                  </a:extLst>
                </p:cNvPr>
                <p:cNvPicPr/>
                <p:nvPr/>
              </p:nvPicPr>
              <p:blipFill>
                <a:blip r:embed="rId547"/>
                <a:stretch>
                  <a:fillRect/>
                </a:stretch>
              </p:blipFill>
              <p:spPr>
                <a:xfrm>
                  <a:off x="2391300" y="5486768"/>
                  <a:ext cx="15372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8">
              <p14:nvContentPartPr>
                <p14:cNvPr id="323" name="Ink 322">
                  <a:extLst>
                    <a:ext uri="{FF2B5EF4-FFF2-40B4-BE49-F238E27FC236}">
                      <a16:creationId xmlns:a16="http://schemas.microsoft.com/office/drawing/2014/main" id="{9CF1ED1A-675D-D954-A47F-DBA940A2A1A0}"/>
                    </a:ext>
                  </a:extLst>
                </p14:cNvPr>
                <p14:cNvContentPartPr/>
                <p14:nvPr/>
              </p14:nvContentPartPr>
              <p14:xfrm>
                <a:off x="2483100" y="5421968"/>
                <a:ext cx="157320" cy="245520"/>
              </p14:xfrm>
            </p:contentPart>
          </mc:Choice>
          <mc:Fallback xmlns="">
            <p:pic>
              <p:nvPicPr>
                <p:cNvPr id="323" name="Ink 322">
                  <a:extLst>
                    <a:ext uri="{FF2B5EF4-FFF2-40B4-BE49-F238E27FC236}">
                      <a16:creationId xmlns:a16="http://schemas.microsoft.com/office/drawing/2014/main" id="{9CF1ED1A-675D-D954-A47F-DBA940A2A1A0}"/>
                    </a:ext>
                  </a:extLst>
                </p:cNvPr>
                <p:cNvPicPr/>
                <p:nvPr/>
              </p:nvPicPr>
              <p:blipFill>
                <a:blip r:embed="rId549"/>
                <a:stretch>
                  <a:fillRect/>
                </a:stretch>
              </p:blipFill>
              <p:spPr>
                <a:xfrm>
                  <a:off x="2474460" y="5413328"/>
                  <a:ext cx="17496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0">
              <p14:nvContentPartPr>
                <p14:cNvPr id="326" name="Ink 325">
                  <a:extLst>
                    <a:ext uri="{FF2B5EF4-FFF2-40B4-BE49-F238E27FC236}">
                      <a16:creationId xmlns:a16="http://schemas.microsoft.com/office/drawing/2014/main" id="{9E29FD29-A5F6-31C4-9793-A52E9923228A}"/>
                    </a:ext>
                  </a:extLst>
                </p14:cNvPr>
                <p14:cNvContentPartPr/>
                <p14:nvPr/>
              </p14:nvContentPartPr>
              <p14:xfrm>
                <a:off x="2608020" y="3947768"/>
                <a:ext cx="248400" cy="1888200"/>
              </p14:xfrm>
            </p:contentPart>
          </mc:Choice>
          <mc:Fallback xmlns="">
            <p:pic>
              <p:nvPicPr>
                <p:cNvPr id="326" name="Ink 325">
                  <a:extLst>
                    <a:ext uri="{FF2B5EF4-FFF2-40B4-BE49-F238E27FC236}">
                      <a16:creationId xmlns:a16="http://schemas.microsoft.com/office/drawing/2014/main" id="{9E29FD29-A5F6-31C4-9793-A52E9923228A}"/>
                    </a:ext>
                  </a:extLst>
                </p:cNvPr>
                <p:cNvPicPr/>
                <p:nvPr/>
              </p:nvPicPr>
              <p:blipFill>
                <a:blip r:embed="rId551"/>
                <a:stretch>
                  <a:fillRect/>
                </a:stretch>
              </p:blipFill>
              <p:spPr>
                <a:xfrm>
                  <a:off x="2599020" y="3938768"/>
                  <a:ext cx="266040" cy="19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2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BAABABEC-84AB-8180-DFF4-9CFA51A81CD2}"/>
                    </a:ext>
                  </a:extLst>
                </p14:cNvPr>
                <p14:cNvContentPartPr/>
                <p14:nvPr/>
              </p14:nvContentPartPr>
              <p14:xfrm>
                <a:off x="2957580" y="4878008"/>
                <a:ext cx="76680" cy="5760"/>
              </p14:xfrm>
            </p:contentPart>
          </mc:Choice>
          <mc:Fallback xmlns=""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BAABABEC-84AB-8180-DFF4-9CFA51A81CD2}"/>
                    </a:ext>
                  </a:extLst>
                </p:cNvPr>
                <p:cNvPicPr/>
                <p:nvPr/>
              </p:nvPicPr>
              <p:blipFill>
                <a:blip r:embed="rId553"/>
                <a:stretch>
                  <a:fillRect/>
                </a:stretch>
              </p:blipFill>
              <p:spPr>
                <a:xfrm>
                  <a:off x="2948940" y="4869368"/>
                  <a:ext cx="9432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4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698FBB4F-743E-EEB4-A330-94D2AEB21180}"/>
                    </a:ext>
                  </a:extLst>
                </p14:cNvPr>
                <p14:cNvContentPartPr/>
                <p14:nvPr/>
              </p14:nvContentPartPr>
              <p14:xfrm>
                <a:off x="2925180" y="4805288"/>
                <a:ext cx="93600" cy="5760"/>
              </p14:xfrm>
            </p:contentPart>
          </mc:Choice>
          <mc:Fallback xmlns=""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698FBB4F-743E-EEB4-A330-94D2AEB21180}"/>
                    </a:ext>
                  </a:extLst>
                </p:cNvPr>
                <p:cNvPicPr/>
                <p:nvPr/>
              </p:nvPicPr>
              <p:blipFill>
                <a:blip r:embed="rId555"/>
                <a:stretch>
                  <a:fillRect/>
                </a:stretch>
              </p:blipFill>
              <p:spPr>
                <a:xfrm>
                  <a:off x="2916540" y="4796648"/>
                  <a:ext cx="1112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6">
              <p14:nvContentPartPr>
                <p14:cNvPr id="331" name="Ink 330">
                  <a:extLst>
                    <a:ext uri="{FF2B5EF4-FFF2-40B4-BE49-F238E27FC236}">
                      <a16:creationId xmlns:a16="http://schemas.microsoft.com/office/drawing/2014/main" id="{A2F84A4B-AF8E-43F7-5691-18969E647D75}"/>
                    </a:ext>
                  </a:extLst>
                </p14:cNvPr>
                <p14:cNvContentPartPr/>
                <p14:nvPr/>
              </p14:nvContentPartPr>
              <p14:xfrm>
                <a:off x="3241620" y="4095368"/>
                <a:ext cx="157680" cy="100440"/>
              </p14:xfrm>
            </p:contentPart>
          </mc:Choice>
          <mc:Fallback xmlns="">
            <p:pic>
              <p:nvPicPr>
                <p:cNvPr id="331" name="Ink 330">
                  <a:extLst>
                    <a:ext uri="{FF2B5EF4-FFF2-40B4-BE49-F238E27FC236}">
                      <a16:creationId xmlns:a16="http://schemas.microsoft.com/office/drawing/2014/main" id="{A2F84A4B-AF8E-43F7-5691-18969E647D75}"/>
                    </a:ext>
                  </a:extLst>
                </p:cNvPr>
                <p:cNvPicPr/>
                <p:nvPr/>
              </p:nvPicPr>
              <p:blipFill>
                <a:blip r:embed="rId557"/>
                <a:stretch>
                  <a:fillRect/>
                </a:stretch>
              </p:blipFill>
              <p:spPr>
                <a:xfrm>
                  <a:off x="3232980" y="4086368"/>
                  <a:ext cx="17532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8">
              <p14:nvContentPartPr>
                <p14:cNvPr id="332" name="Ink 331">
                  <a:extLst>
                    <a:ext uri="{FF2B5EF4-FFF2-40B4-BE49-F238E27FC236}">
                      <a16:creationId xmlns:a16="http://schemas.microsoft.com/office/drawing/2014/main" id="{49507F91-EA2A-5A05-9E0E-86C88F0629D9}"/>
                    </a:ext>
                  </a:extLst>
                </p14:cNvPr>
                <p14:cNvContentPartPr/>
                <p14:nvPr/>
              </p14:nvContentPartPr>
              <p14:xfrm>
                <a:off x="3438540" y="3993128"/>
                <a:ext cx="126000" cy="195840"/>
              </p14:xfrm>
            </p:contentPart>
          </mc:Choice>
          <mc:Fallback xmlns="">
            <p:pic>
              <p:nvPicPr>
                <p:cNvPr id="332" name="Ink 331">
                  <a:extLst>
                    <a:ext uri="{FF2B5EF4-FFF2-40B4-BE49-F238E27FC236}">
                      <a16:creationId xmlns:a16="http://schemas.microsoft.com/office/drawing/2014/main" id="{49507F91-EA2A-5A05-9E0E-86C88F0629D9}"/>
                    </a:ext>
                  </a:extLst>
                </p:cNvPr>
                <p:cNvPicPr/>
                <p:nvPr/>
              </p:nvPicPr>
              <p:blipFill>
                <a:blip r:embed="rId559"/>
                <a:stretch>
                  <a:fillRect/>
                </a:stretch>
              </p:blipFill>
              <p:spPr>
                <a:xfrm>
                  <a:off x="3429900" y="3984128"/>
                  <a:ext cx="14364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0">
              <p14:nvContentPartPr>
                <p14:cNvPr id="333" name="Ink 332">
                  <a:extLst>
                    <a:ext uri="{FF2B5EF4-FFF2-40B4-BE49-F238E27FC236}">
                      <a16:creationId xmlns:a16="http://schemas.microsoft.com/office/drawing/2014/main" id="{283F0FAD-DA26-9D76-9E79-FA2CF89ABC06}"/>
                    </a:ext>
                  </a:extLst>
                </p14:cNvPr>
                <p14:cNvContentPartPr/>
                <p14:nvPr/>
              </p14:nvContentPartPr>
              <p14:xfrm>
                <a:off x="3550500" y="4090688"/>
                <a:ext cx="111600" cy="66960"/>
              </p14:xfrm>
            </p:contentPart>
          </mc:Choice>
          <mc:Fallback xmlns="">
            <p:pic>
              <p:nvPicPr>
                <p:cNvPr id="333" name="Ink 332">
                  <a:extLst>
                    <a:ext uri="{FF2B5EF4-FFF2-40B4-BE49-F238E27FC236}">
                      <a16:creationId xmlns:a16="http://schemas.microsoft.com/office/drawing/2014/main" id="{283F0FAD-DA26-9D76-9E79-FA2CF89ABC06}"/>
                    </a:ext>
                  </a:extLst>
                </p:cNvPr>
                <p:cNvPicPr/>
                <p:nvPr/>
              </p:nvPicPr>
              <p:blipFill>
                <a:blip r:embed="rId561"/>
                <a:stretch>
                  <a:fillRect/>
                </a:stretch>
              </p:blipFill>
              <p:spPr>
                <a:xfrm>
                  <a:off x="3541860" y="4081688"/>
                  <a:ext cx="12924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2">
              <p14:nvContentPartPr>
                <p14:cNvPr id="334" name="Ink 333">
                  <a:extLst>
                    <a:ext uri="{FF2B5EF4-FFF2-40B4-BE49-F238E27FC236}">
                      <a16:creationId xmlns:a16="http://schemas.microsoft.com/office/drawing/2014/main" id="{0B8A31EC-D160-0C01-AE09-C6E98DC43C0B}"/>
                    </a:ext>
                  </a:extLst>
                </p14:cNvPr>
                <p14:cNvContentPartPr/>
                <p14:nvPr/>
              </p14:nvContentPartPr>
              <p14:xfrm>
                <a:off x="3657420" y="3994928"/>
                <a:ext cx="140400" cy="193680"/>
              </p14:xfrm>
            </p:contentPart>
          </mc:Choice>
          <mc:Fallback xmlns="">
            <p:pic>
              <p:nvPicPr>
                <p:cNvPr id="334" name="Ink 333">
                  <a:extLst>
                    <a:ext uri="{FF2B5EF4-FFF2-40B4-BE49-F238E27FC236}">
                      <a16:creationId xmlns:a16="http://schemas.microsoft.com/office/drawing/2014/main" id="{0B8A31EC-D160-0C01-AE09-C6E98DC43C0B}"/>
                    </a:ext>
                  </a:extLst>
                </p:cNvPr>
                <p:cNvPicPr/>
                <p:nvPr/>
              </p:nvPicPr>
              <p:blipFill>
                <a:blip r:embed="rId563"/>
                <a:stretch>
                  <a:fillRect/>
                </a:stretch>
              </p:blipFill>
              <p:spPr>
                <a:xfrm>
                  <a:off x="3648420" y="3986288"/>
                  <a:ext cx="15804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4">
              <p14:nvContentPartPr>
                <p14:cNvPr id="389" name="Ink 388">
                  <a:extLst>
                    <a:ext uri="{FF2B5EF4-FFF2-40B4-BE49-F238E27FC236}">
                      <a16:creationId xmlns:a16="http://schemas.microsoft.com/office/drawing/2014/main" id="{C49B99B9-39DC-6B8E-56E3-0E24940038F8}"/>
                    </a:ext>
                  </a:extLst>
                </p14:cNvPr>
                <p14:cNvContentPartPr/>
                <p14:nvPr/>
              </p14:nvContentPartPr>
              <p14:xfrm>
                <a:off x="3469140" y="4533848"/>
                <a:ext cx="192960" cy="153720"/>
              </p14:xfrm>
            </p:contentPart>
          </mc:Choice>
          <mc:Fallback xmlns="">
            <p:pic>
              <p:nvPicPr>
                <p:cNvPr id="389" name="Ink 388">
                  <a:extLst>
                    <a:ext uri="{FF2B5EF4-FFF2-40B4-BE49-F238E27FC236}">
                      <a16:creationId xmlns:a16="http://schemas.microsoft.com/office/drawing/2014/main" id="{C49B99B9-39DC-6B8E-56E3-0E24940038F8}"/>
                    </a:ext>
                  </a:extLst>
                </p:cNvPr>
                <p:cNvPicPr/>
                <p:nvPr/>
              </p:nvPicPr>
              <p:blipFill>
                <a:blip r:embed="rId565"/>
                <a:stretch>
                  <a:fillRect/>
                </a:stretch>
              </p:blipFill>
              <p:spPr>
                <a:xfrm>
                  <a:off x="3460140" y="4525208"/>
                  <a:ext cx="21060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6">
              <p14:nvContentPartPr>
                <p14:cNvPr id="391" name="Ink 390">
                  <a:extLst>
                    <a:ext uri="{FF2B5EF4-FFF2-40B4-BE49-F238E27FC236}">
                      <a16:creationId xmlns:a16="http://schemas.microsoft.com/office/drawing/2014/main" id="{16B52EDF-B667-5F59-14CA-FF1AD7465BBF}"/>
                    </a:ext>
                  </a:extLst>
                </p14:cNvPr>
                <p14:cNvContentPartPr/>
                <p14:nvPr/>
              </p14:nvContentPartPr>
              <p14:xfrm>
                <a:off x="3493260" y="5017688"/>
                <a:ext cx="227880" cy="127080"/>
              </p14:xfrm>
            </p:contentPart>
          </mc:Choice>
          <mc:Fallback xmlns="">
            <p:pic>
              <p:nvPicPr>
                <p:cNvPr id="391" name="Ink 390">
                  <a:extLst>
                    <a:ext uri="{FF2B5EF4-FFF2-40B4-BE49-F238E27FC236}">
                      <a16:creationId xmlns:a16="http://schemas.microsoft.com/office/drawing/2014/main" id="{16B52EDF-B667-5F59-14CA-FF1AD7465BBF}"/>
                    </a:ext>
                  </a:extLst>
                </p:cNvPr>
                <p:cNvPicPr/>
                <p:nvPr/>
              </p:nvPicPr>
              <p:blipFill>
                <a:blip r:embed="rId567"/>
                <a:stretch>
                  <a:fillRect/>
                </a:stretch>
              </p:blipFill>
              <p:spPr>
                <a:xfrm>
                  <a:off x="3484260" y="5009048"/>
                  <a:ext cx="24552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8">
              <p14:nvContentPartPr>
                <p14:cNvPr id="395" name="Ink 394">
                  <a:extLst>
                    <a:ext uri="{FF2B5EF4-FFF2-40B4-BE49-F238E27FC236}">
                      <a16:creationId xmlns:a16="http://schemas.microsoft.com/office/drawing/2014/main" id="{FDAE3123-5769-FBEE-9E24-627688AD1436}"/>
                    </a:ext>
                  </a:extLst>
                </p14:cNvPr>
                <p14:cNvContentPartPr/>
                <p14:nvPr/>
              </p14:nvContentPartPr>
              <p14:xfrm>
                <a:off x="3151980" y="3952808"/>
                <a:ext cx="174600" cy="1812240"/>
              </p14:xfrm>
            </p:contentPart>
          </mc:Choice>
          <mc:Fallback xmlns="">
            <p:pic>
              <p:nvPicPr>
                <p:cNvPr id="395" name="Ink 394">
                  <a:extLst>
                    <a:ext uri="{FF2B5EF4-FFF2-40B4-BE49-F238E27FC236}">
                      <a16:creationId xmlns:a16="http://schemas.microsoft.com/office/drawing/2014/main" id="{FDAE3123-5769-FBEE-9E24-627688AD1436}"/>
                    </a:ext>
                  </a:extLst>
                </p:cNvPr>
                <p:cNvPicPr/>
                <p:nvPr/>
              </p:nvPicPr>
              <p:blipFill>
                <a:blip r:embed="rId569"/>
                <a:stretch>
                  <a:fillRect/>
                </a:stretch>
              </p:blipFill>
              <p:spPr>
                <a:xfrm>
                  <a:off x="3143340" y="3944168"/>
                  <a:ext cx="192240" cy="18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0">
              <p14:nvContentPartPr>
                <p14:cNvPr id="396" name="Ink 395">
                  <a:extLst>
                    <a:ext uri="{FF2B5EF4-FFF2-40B4-BE49-F238E27FC236}">
                      <a16:creationId xmlns:a16="http://schemas.microsoft.com/office/drawing/2014/main" id="{38A8EE94-03B9-1C79-7443-580F3559B141}"/>
                    </a:ext>
                  </a:extLst>
                </p14:cNvPr>
                <p14:cNvContentPartPr/>
                <p14:nvPr/>
              </p14:nvContentPartPr>
              <p14:xfrm>
                <a:off x="3543300" y="5528168"/>
                <a:ext cx="92880" cy="41760"/>
              </p14:xfrm>
            </p:contentPart>
          </mc:Choice>
          <mc:Fallback xmlns="">
            <p:pic>
              <p:nvPicPr>
                <p:cNvPr id="396" name="Ink 395">
                  <a:extLst>
                    <a:ext uri="{FF2B5EF4-FFF2-40B4-BE49-F238E27FC236}">
                      <a16:creationId xmlns:a16="http://schemas.microsoft.com/office/drawing/2014/main" id="{38A8EE94-03B9-1C79-7443-580F3559B141}"/>
                    </a:ext>
                  </a:extLst>
                </p:cNvPr>
                <p:cNvPicPr/>
                <p:nvPr/>
              </p:nvPicPr>
              <p:blipFill>
                <a:blip r:embed="rId571"/>
                <a:stretch>
                  <a:fillRect/>
                </a:stretch>
              </p:blipFill>
              <p:spPr>
                <a:xfrm>
                  <a:off x="3534300" y="5519168"/>
                  <a:ext cx="110520" cy="59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5" name="Group 404">
            <a:extLst>
              <a:ext uri="{FF2B5EF4-FFF2-40B4-BE49-F238E27FC236}">
                <a16:creationId xmlns:a16="http://schemas.microsoft.com/office/drawing/2014/main" id="{27C79E19-A521-079D-334D-3700088DEFB6}"/>
              </a:ext>
            </a:extLst>
          </p:cNvPr>
          <p:cNvGrpSpPr/>
          <p:nvPr/>
        </p:nvGrpSpPr>
        <p:grpSpPr>
          <a:xfrm>
            <a:off x="4010580" y="3818888"/>
            <a:ext cx="3882600" cy="1850760"/>
            <a:chOff x="4010580" y="3818888"/>
            <a:chExt cx="3882600" cy="1850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72">
              <p14:nvContentPartPr>
                <p14:cNvPr id="336" name="Ink 335">
                  <a:extLst>
                    <a:ext uri="{FF2B5EF4-FFF2-40B4-BE49-F238E27FC236}">
                      <a16:creationId xmlns:a16="http://schemas.microsoft.com/office/drawing/2014/main" id="{622A7DE4-A120-6F21-47CE-9E6D8E2028DB}"/>
                    </a:ext>
                  </a:extLst>
                </p14:cNvPr>
                <p14:cNvContentPartPr/>
                <p14:nvPr/>
              </p14:nvContentPartPr>
              <p14:xfrm>
                <a:off x="4010580" y="4048208"/>
                <a:ext cx="145800" cy="91800"/>
              </p14:xfrm>
            </p:contentPart>
          </mc:Choice>
          <mc:Fallback xmlns="">
            <p:pic>
              <p:nvPicPr>
                <p:cNvPr id="336" name="Ink 335">
                  <a:extLst>
                    <a:ext uri="{FF2B5EF4-FFF2-40B4-BE49-F238E27FC236}">
                      <a16:creationId xmlns:a16="http://schemas.microsoft.com/office/drawing/2014/main" id="{622A7DE4-A120-6F21-47CE-9E6D8E2028DB}"/>
                    </a:ext>
                  </a:extLst>
                </p:cNvPr>
                <p:cNvPicPr/>
                <p:nvPr/>
              </p:nvPicPr>
              <p:blipFill>
                <a:blip r:embed="rId573"/>
                <a:stretch>
                  <a:fillRect/>
                </a:stretch>
              </p:blipFill>
              <p:spPr>
                <a:xfrm>
                  <a:off x="4001580" y="4039208"/>
                  <a:ext cx="16344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4">
              <p14:nvContentPartPr>
                <p14:cNvPr id="337" name="Ink 336">
                  <a:extLst>
                    <a:ext uri="{FF2B5EF4-FFF2-40B4-BE49-F238E27FC236}">
                      <a16:creationId xmlns:a16="http://schemas.microsoft.com/office/drawing/2014/main" id="{832F2040-44ED-0327-4006-2634E1DD051E}"/>
                    </a:ext>
                  </a:extLst>
                </p14:cNvPr>
                <p14:cNvContentPartPr/>
                <p14:nvPr/>
              </p14:nvContentPartPr>
              <p14:xfrm>
                <a:off x="4220820" y="3957128"/>
                <a:ext cx="87840" cy="200160"/>
              </p14:xfrm>
            </p:contentPart>
          </mc:Choice>
          <mc:Fallback xmlns="">
            <p:pic>
              <p:nvPicPr>
                <p:cNvPr id="337" name="Ink 336">
                  <a:extLst>
                    <a:ext uri="{FF2B5EF4-FFF2-40B4-BE49-F238E27FC236}">
                      <a16:creationId xmlns:a16="http://schemas.microsoft.com/office/drawing/2014/main" id="{832F2040-44ED-0327-4006-2634E1DD051E}"/>
                    </a:ext>
                  </a:extLst>
                </p:cNvPr>
                <p:cNvPicPr/>
                <p:nvPr/>
              </p:nvPicPr>
              <p:blipFill>
                <a:blip r:embed="rId575"/>
                <a:stretch>
                  <a:fillRect/>
                </a:stretch>
              </p:blipFill>
              <p:spPr>
                <a:xfrm>
                  <a:off x="4211820" y="3948128"/>
                  <a:ext cx="10548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6">
              <p14:nvContentPartPr>
                <p14:cNvPr id="338" name="Ink 337">
                  <a:extLst>
                    <a:ext uri="{FF2B5EF4-FFF2-40B4-BE49-F238E27FC236}">
                      <a16:creationId xmlns:a16="http://schemas.microsoft.com/office/drawing/2014/main" id="{5FC0424D-314F-59D6-5A3D-7F0C0D895D47}"/>
                    </a:ext>
                  </a:extLst>
                </p14:cNvPr>
                <p14:cNvContentPartPr/>
                <p14:nvPr/>
              </p14:nvContentPartPr>
              <p14:xfrm>
                <a:off x="4343940" y="4052168"/>
                <a:ext cx="42480" cy="93600"/>
              </p14:xfrm>
            </p:contentPart>
          </mc:Choice>
          <mc:Fallback xmlns="">
            <p:pic>
              <p:nvPicPr>
                <p:cNvPr id="338" name="Ink 337">
                  <a:extLst>
                    <a:ext uri="{FF2B5EF4-FFF2-40B4-BE49-F238E27FC236}">
                      <a16:creationId xmlns:a16="http://schemas.microsoft.com/office/drawing/2014/main" id="{5FC0424D-314F-59D6-5A3D-7F0C0D895D47}"/>
                    </a:ext>
                  </a:extLst>
                </p:cNvPr>
                <p:cNvPicPr/>
                <p:nvPr/>
              </p:nvPicPr>
              <p:blipFill>
                <a:blip r:embed="rId577"/>
                <a:stretch>
                  <a:fillRect/>
                </a:stretch>
              </p:blipFill>
              <p:spPr>
                <a:xfrm>
                  <a:off x="4335300" y="4043528"/>
                  <a:ext cx="6012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8">
              <p14:nvContentPartPr>
                <p14:cNvPr id="339" name="Ink 338">
                  <a:extLst>
                    <a:ext uri="{FF2B5EF4-FFF2-40B4-BE49-F238E27FC236}">
                      <a16:creationId xmlns:a16="http://schemas.microsoft.com/office/drawing/2014/main" id="{78E8FE26-1B74-BB1E-FFC6-6FC5C5A8A795}"/>
                    </a:ext>
                  </a:extLst>
                </p14:cNvPr>
                <p14:cNvContentPartPr/>
                <p14:nvPr/>
              </p14:nvContentPartPr>
              <p14:xfrm>
                <a:off x="4374540" y="3963968"/>
                <a:ext cx="158760" cy="193320"/>
              </p14:xfrm>
            </p:contentPart>
          </mc:Choice>
          <mc:Fallback xmlns="">
            <p:pic>
              <p:nvPicPr>
                <p:cNvPr id="339" name="Ink 338">
                  <a:extLst>
                    <a:ext uri="{FF2B5EF4-FFF2-40B4-BE49-F238E27FC236}">
                      <a16:creationId xmlns:a16="http://schemas.microsoft.com/office/drawing/2014/main" id="{78E8FE26-1B74-BB1E-FFC6-6FC5C5A8A795}"/>
                    </a:ext>
                  </a:extLst>
                </p:cNvPr>
                <p:cNvPicPr/>
                <p:nvPr/>
              </p:nvPicPr>
              <p:blipFill>
                <a:blip r:embed="rId579"/>
                <a:stretch>
                  <a:fillRect/>
                </a:stretch>
              </p:blipFill>
              <p:spPr>
                <a:xfrm>
                  <a:off x="4365540" y="3954968"/>
                  <a:ext cx="17640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0">
              <p14:nvContentPartPr>
                <p14:cNvPr id="340" name="Ink 339">
                  <a:extLst>
                    <a:ext uri="{FF2B5EF4-FFF2-40B4-BE49-F238E27FC236}">
                      <a16:creationId xmlns:a16="http://schemas.microsoft.com/office/drawing/2014/main" id="{6EB24589-F027-A158-BFF9-74526BDE3812}"/>
                    </a:ext>
                  </a:extLst>
                </p14:cNvPr>
                <p14:cNvContentPartPr/>
                <p14:nvPr/>
              </p14:nvContentPartPr>
              <p14:xfrm>
                <a:off x="4732740" y="4049288"/>
                <a:ext cx="173520" cy="81000"/>
              </p14:xfrm>
            </p:contentPart>
          </mc:Choice>
          <mc:Fallback xmlns="">
            <p:pic>
              <p:nvPicPr>
                <p:cNvPr id="340" name="Ink 339">
                  <a:extLst>
                    <a:ext uri="{FF2B5EF4-FFF2-40B4-BE49-F238E27FC236}">
                      <a16:creationId xmlns:a16="http://schemas.microsoft.com/office/drawing/2014/main" id="{6EB24589-F027-A158-BFF9-74526BDE3812}"/>
                    </a:ext>
                  </a:extLst>
                </p:cNvPr>
                <p:cNvPicPr/>
                <p:nvPr/>
              </p:nvPicPr>
              <p:blipFill>
                <a:blip r:embed="rId581"/>
                <a:stretch>
                  <a:fillRect/>
                </a:stretch>
              </p:blipFill>
              <p:spPr>
                <a:xfrm>
                  <a:off x="4724100" y="4040648"/>
                  <a:ext cx="19116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2">
              <p14:nvContentPartPr>
                <p14:cNvPr id="341" name="Ink 340">
                  <a:extLst>
                    <a:ext uri="{FF2B5EF4-FFF2-40B4-BE49-F238E27FC236}">
                      <a16:creationId xmlns:a16="http://schemas.microsoft.com/office/drawing/2014/main" id="{DDBD18F8-BD6E-7099-F14F-2F09570A7095}"/>
                    </a:ext>
                  </a:extLst>
                </p14:cNvPr>
                <p14:cNvContentPartPr/>
                <p14:nvPr/>
              </p14:nvContentPartPr>
              <p14:xfrm>
                <a:off x="4895100" y="3928688"/>
                <a:ext cx="131760" cy="182520"/>
              </p14:xfrm>
            </p:contentPart>
          </mc:Choice>
          <mc:Fallback xmlns="">
            <p:pic>
              <p:nvPicPr>
                <p:cNvPr id="341" name="Ink 340">
                  <a:extLst>
                    <a:ext uri="{FF2B5EF4-FFF2-40B4-BE49-F238E27FC236}">
                      <a16:creationId xmlns:a16="http://schemas.microsoft.com/office/drawing/2014/main" id="{DDBD18F8-BD6E-7099-F14F-2F09570A7095}"/>
                    </a:ext>
                  </a:extLst>
                </p:cNvPr>
                <p:cNvPicPr/>
                <p:nvPr/>
              </p:nvPicPr>
              <p:blipFill>
                <a:blip r:embed="rId583"/>
                <a:stretch>
                  <a:fillRect/>
                </a:stretch>
              </p:blipFill>
              <p:spPr>
                <a:xfrm>
                  <a:off x="4886460" y="3919688"/>
                  <a:ext cx="14940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4">
              <p14:nvContentPartPr>
                <p14:cNvPr id="342" name="Ink 341">
                  <a:extLst>
                    <a:ext uri="{FF2B5EF4-FFF2-40B4-BE49-F238E27FC236}">
                      <a16:creationId xmlns:a16="http://schemas.microsoft.com/office/drawing/2014/main" id="{A1FD55BC-8BE2-1BC0-BF21-D5AEAF62A905}"/>
                    </a:ext>
                  </a:extLst>
                </p14:cNvPr>
                <p14:cNvContentPartPr/>
                <p14:nvPr/>
              </p14:nvContentPartPr>
              <p14:xfrm>
                <a:off x="5054940" y="3999248"/>
                <a:ext cx="127800" cy="95760"/>
              </p14:xfrm>
            </p:contentPart>
          </mc:Choice>
          <mc:Fallback xmlns="">
            <p:pic>
              <p:nvPicPr>
                <p:cNvPr id="342" name="Ink 341">
                  <a:extLst>
                    <a:ext uri="{FF2B5EF4-FFF2-40B4-BE49-F238E27FC236}">
                      <a16:creationId xmlns:a16="http://schemas.microsoft.com/office/drawing/2014/main" id="{A1FD55BC-8BE2-1BC0-BF21-D5AEAF62A905}"/>
                    </a:ext>
                  </a:extLst>
                </p:cNvPr>
                <p:cNvPicPr/>
                <p:nvPr/>
              </p:nvPicPr>
              <p:blipFill>
                <a:blip r:embed="rId585"/>
                <a:stretch>
                  <a:fillRect/>
                </a:stretch>
              </p:blipFill>
              <p:spPr>
                <a:xfrm>
                  <a:off x="5046300" y="3990608"/>
                  <a:ext cx="14544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6">
              <p14:nvContentPartPr>
                <p14:cNvPr id="343" name="Ink 342">
                  <a:extLst>
                    <a:ext uri="{FF2B5EF4-FFF2-40B4-BE49-F238E27FC236}">
                      <a16:creationId xmlns:a16="http://schemas.microsoft.com/office/drawing/2014/main" id="{D0896698-C017-ABFD-1D59-DBA87050A8E4}"/>
                    </a:ext>
                  </a:extLst>
                </p14:cNvPr>
                <p14:cNvContentPartPr/>
                <p14:nvPr/>
              </p14:nvContentPartPr>
              <p14:xfrm>
                <a:off x="5174460" y="3927608"/>
                <a:ext cx="123480" cy="179280"/>
              </p14:xfrm>
            </p:contentPart>
          </mc:Choice>
          <mc:Fallback xmlns="">
            <p:pic>
              <p:nvPicPr>
                <p:cNvPr id="343" name="Ink 342">
                  <a:extLst>
                    <a:ext uri="{FF2B5EF4-FFF2-40B4-BE49-F238E27FC236}">
                      <a16:creationId xmlns:a16="http://schemas.microsoft.com/office/drawing/2014/main" id="{D0896698-C017-ABFD-1D59-DBA87050A8E4}"/>
                    </a:ext>
                  </a:extLst>
                </p:cNvPr>
                <p:cNvPicPr/>
                <p:nvPr/>
              </p:nvPicPr>
              <p:blipFill>
                <a:blip r:embed="rId587"/>
                <a:stretch>
                  <a:fillRect/>
                </a:stretch>
              </p:blipFill>
              <p:spPr>
                <a:xfrm>
                  <a:off x="5165820" y="3918608"/>
                  <a:ext cx="14112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8">
              <p14:nvContentPartPr>
                <p14:cNvPr id="346" name="Ink 345">
                  <a:extLst>
                    <a:ext uri="{FF2B5EF4-FFF2-40B4-BE49-F238E27FC236}">
                      <a16:creationId xmlns:a16="http://schemas.microsoft.com/office/drawing/2014/main" id="{54577D63-37DB-40EB-9153-89EE90FC7CF2}"/>
                    </a:ext>
                  </a:extLst>
                </p14:cNvPr>
                <p14:cNvContentPartPr/>
                <p14:nvPr/>
              </p14:nvContentPartPr>
              <p14:xfrm>
                <a:off x="4067820" y="4545728"/>
                <a:ext cx="182880" cy="94680"/>
              </p14:xfrm>
            </p:contentPart>
          </mc:Choice>
          <mc:Fallback xmlns="">
            <p:pic>
              <p:nvPicPr>
                <p:cNvPr id="346" name="Ink 345">
                  <a:extLst>
                    <a:ext uri="{FF2B5EF4-FFF2-40B4-BE49-F238E27FC236}">
                      <a16:creationId xmlns:a16="http://schemas.microsoft.com/office/drawing/2014/main" id="{54577D63-37DB-40EB-9153-89EE90FC7CF2}"/>
                    </a:ext>
                  </a:extLst>
                </p:cNvPr>
                <p:cNvPicPr/>
                <p:nvPr/>
              </p:nvPicPr>
              <p:blipFill>
                <a:blip r:embed="rId589"/>
                <a:stretch>
                  <a:fillRect/>
                </a:stretch>
              </p:blipFill>
              <p:spPr>
                <a:xfrm>
                  <a:off x="4059180" y="4537088"/>
                  <a:ext cx="20052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0">
              <p14:nvContentPartPr>
                <p14:cNvPr id="347" name="Ink 346">
                  <a:extLst>
                    <a:ext uri="{FF2B5EF4-FFF2-40B4-BE49-F238E27FC236}">
                      <a16:creationId xmlns:a16="http://schemas.microsoft.com/office/drawing/2014/main" id="{D5DF0351-C2D1-F759-43FF-8893E6493E82}"/>
                    </a:ext>
                  </a:extLst>
                </p14:cNvPr>
                <p14:cNvContentPartPr/>
                <p14:nvPr/>
              </p14:nvContentPartPr>
              <p14:xfrm>
                <a:off x="4294620" y="4475888"/>
                <a:ext cx="107280" cy="154800"/>
              </p14:xfrm>
            </p:contentPart>
          </mc:Choice>
          <mc:Fallback xmlns="">
            <p:pic>
              <p:nvPicPr>
                <p:cNvPr id="347" name="Ink 346">
                  <a:extLst>
                    <a:ext uri="{FF2B5EF4-FFF2-40B4-BE49-F238E27FC236}">
                      <a16:creationId xmlns:a16="http://schemas.microsoft.com/office/drawing/2014/main" id="{D5DF0351-C2D1-F759-43FF-8893E6493E82}"/>
                    </a:ext>
                  </a:extLst>
                </p:cNvPr>
                <p:cNvPicPr/>
                <p:nvPr/>
              </p:nvPicPr>
              <p:blipFill>
                <a:blip r:embed="rId591"/>
                <a:stretch>
                  <a:fillRect/>
                </a:stretch>
              </p:blipFill>
              <p:spPr>
                <a:xfrm>
                  <a:off x="4285980" y="4466888"/>
                  <a:ext cx="12492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2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6BBE784A-AD21-D942-42E7-17E30A00C831}"/>
                    </a:ext>
                  </a:extLst>
                </p14:cNvPr>
                <p14:cNvContentPartPr/>
                <p14:nvPr/>
              </p14:nvContentPartPr>
              <p14:xfrm>
                <a:off x="4408020" y="4535288"/>
                <a:ext cx="99360" cy="63000"/>
              </p14:xfrm>
            </p:contentPart>
          </mc:Choice>
          <mc:Fallback xmlns=""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6BBE784A-AD21-D942-42E7-17E30A00C831}"/>
                    </a:ext>
                  </a:extLst>
                </p:cNvPr>
                <p:cNvPicPr/>
                <p:nvPr/>
              </p:nvPicPr>
              <p:blipFill>
                <a:blip r:embed="rId593"/>
                <a:stretch>
                  <a:fillRect/>
                </a:stretch>
              </p:blipFill>
              <p:spPr>
                <a:xfrm>
                  <a:off x="4399020" y="4526648"/>
                  <a:ext cx="11700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4">
              <p14:nvContentPartPr>
                <p14:cNvPr id="349" name="Ink 348">
                  <a:extLst>
                    <a:ext uri="{FF2B5EF4-FFF2-40B4-BE49-F238E27FC236}">
                      <a16:creationId xmlns:a16="http://schemas.microsoft.com/office/drawing/2014/main" id="{24EE2392-19A3-23E9-B047-84D78BC7B4E8}"/>
                    </a:ext>
                  </a:extLst>
                </p14:cNvPr>
                <p14:cNvContentPartPr/>
                <p14:nvPr/>
              </p14:nvContentPartPr>
              <p14:xfrm>
                <a:off x="4504140" y="4472288"/>
                <a:ext cx="128520" cy="181080"/>
              </p14:xfrm>
            </p:contentPart>
          </mc:Choice>
          <mc:Fallback xmlns="">
            <p:pic>
              <p:nvPicPr>
                <p:cNvPr id="349" name="Ink 348">
                  <a:extLst>
                    <a:ext uri="{FF2B5EF4-FFF2-40B4-BE49-F238E27FC236}">
                      <a16:creationId xmlns:a16="http://schemas.microsoft.com/office/drawing/2014/main" id="{24EE2392-19A3-23E9-B047-84D78BC7B4E8}"/>
                    </a:ext>
                  </a:extLst>
                </p:cNvPr>
                <p:cNvPicPr/>
                <p:nvPr/>
              </p:nvPicPr>
              <p:blipFill>
                <a:blip r:embed="rId595"/>
                <a:stretch>
                  <a:fillRect/>
                </a:stretch>
              </p:blipFill>
              <p:spPr>
                <a:xfrm>
                  <a:off x="4495500" y="4463288"/>
                  <a:ext cx="14616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6">
              <p14:nvContentPartPr>
                <p14:cNvPr id="350" name="Ink 349">
                  <a:extLst>
                    <a:ext uri="{FF2B5EF4-FFF2-40B4-BE49-F238E27FC236}">
                      <a16:creationId xmlns:a16="http://schemas.microsoft.com/office/drawing/2014/main" id="{F0962397-CD5B-D590-06B9-E0705AA201B0}"/>
                    </a:ext>
                  </a:extLst>
                </p14:cNvPr>
                <p14:cNvContentPartPr/>
                <p14:nvPr/>
              </p14:nvContentPartPr>
              <p14:xfrm>
                <a:off x="4878180" y="4526648"/>
                <a:ext cx="168120" cy="82800"/>
              </p14:xfrm>
            </p:contentPart>
          </mc:Choice>
          <mc:Fallback xmlns="">
            <p:pic>
              <p:nvPicPr>
                <p:cNvPr id="350" name="Ink 349">
                  <a:extLst>
                    <a:ext uri="{FF2B5EF4-FFF2-40B4-BE49-F238E27FC236}">
                      <a16:creationId xmlns:a16="http://schemas.microsoft.com/office/drawing/2014/main" id="{F0962397-CD5B-D590-06B9-E0705AA201B0}"/>
                    </a:ext>
                  </a:extLst>
                </p:cNvPr>
                <p:cNvPicPr/>
                <p:nvPr/>
              </p:nvPicPr>
              <p:blipFill>
                <a:blip r:embed="rId597"/>
                <a:stretch>
                  <a:fillRect/>
                </a:stretch>
              </p:blipFill>
              <p:spPr>
                <a:xfrm>
                  <a:off x="4869540" y="4517648"/>
                  <a:ext cx="18576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8">
              <p14:nvContentPartPr>
                <p14:cNvPr id="351" name="Ink 350">
                  <a:extLst>
                    <a:ext uri="{FF2B5EF4-FFF2-40B4-BE49-F238E27FC236}">
                      <a16:creationId xmlns:a16="http://schemas.microsoft.com/office/drawing/2014/main" id="{67273D85-CD65-C7A9-7417-6D2E0FFED7A0}"/>
                    </a:ext>
                  </a:extLst>
                </p14:cNvPr>
                <p14:cNvContentPartPr/>
                <p14:nvPr/>
              </p14:nvContentPartPr>
              <p14:xfrm>
                <a:off x="5082660" y="4405688"/>
                <a:ext cx="111960" cy="212760"/>
              </p14:xfrm>
            </p:contentPart>
          </mc:Choice>
          <mc:Fallback xmlns="">
            <p:pic>
              <p:nvPicPr>
                <p:cNvPr id="351" name="Ink 350">
                  <a:extLst>
                    <a:ext uri="{FF2B5EF4-FFF2-40B4-BE49-F238E27FC236}">
                      <a16:creationId xmlns:a16="http://schemas.microsoft.com/office/drawing/2014/main" id="{67273D85-CD65-C7A9-7417-6D2E0FFED7A0}"/>
                    </a:ext>
                  </a:extLst>
                </p:cNvPr>
                <p:cNvPicPr/>
                <p:nvPr/>
              </p:nvPicPr>
              <p:blipFill>
                <a:blip r:embed="rId599"/>
                <a:stretch>
                  <a:fillRect/>
                </a:stretch>
              </p:blipFill>
              <p:spPr>
                <a:xfrm>
                  <a:off x="5074020" y="4396688"/>
                  <a:ext cx="12960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0">
              <p14:nvContentPartPr>
                <p14:cNvPr id="352" name="Ink 351">
                  <a:extLst>
                    <a:ext uri="{FF2B5EF4-FFF2-40B4-BE49-F238E27FC236}">
                      <a16:creationId xmlns:a16="http://schemas.microsoft.com/office/drawing/2014/main" id="{AD3C3667-3B19-DE25-CADD-DCA6E383BE9A}"/>
                    </a:ext>
                  </a:extLst>
                </p14:cNvPr>
                <p14:cNvContentPartPr/>
                <p14:nvPr/>
              </p14:nvContentPartPr>
              <p14:xfrm>
                <a:off x="5195340" y="4493888"/>
                <a:ext cx="47520" cy="104040"/>
              </p14:xfrm>
            </p:contentPart>
          </mc:Choice>
          <mc:Fallback xmlns="">
            <p:pic>
              <p:nvPicPr>
                <p:cNvPr id="352" name="Ink 351">
                  <a:extLst>
                    <a:ext uri="{FF2B5EF4-FFF2-40B4-BE49-F238E27FC236}">
                      <a16:creationId xmlns:a16="http://schemas.microsoft.com/office/drawing/2014/main" id="{AD3C3667-3B19-DE25-CADD-DCA6E383BE9A}"/>
                    </a:ext>
                  </a:extLst>
                </p:cNvPr>
                <p:cNvPicPr/>
                <p:nvPr/>
              </p:nvPicPr>
              <p:blipFill>
                <a:blip r:embed="rId601"/>
                <a:stretch>
                  <a:fillRect/>
                </a:stretch>
              </p:blipFill>
              <p:spPr>
                <a:xfrm>
                  <a:off x="5186340" y="4485248"/>
                  <a:ext cx="6516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2">
              <p14:nvContentPartPr>
                <p14:cNvPr id="353" name="Ink 352">
                  <a:extLst>
                    <a:ext uri="{FF2B5EF4-FFF2-40B4-BE49-F238E27FC236}">
                      <a16:creationId xmlns:a16="http://schemas.microsoft.com/office/drawing/2014/main" id="{65F694F9-A970-589E-B899-36C9658F1791}"/>
                    </a:ext>
                  </a:extLst>
                </p14:cNvPr>
                <p14:cNvContentPartPr/>
                <p14:nvPr/>
              </p14:nvContentPartPr>
              <p14:xfrm>
                <a:off x="5247180" y="4407848"/>
                <a:ext cx="135360" cy="221760"/>
              </p14:xfrm>
            </p:contentPart>
          </mc:Choice>
          <mc:Fallback xmlns="">
            <p:pic>
              <p:nvPicPr>
                <p:cNvPr id="353" name="Ink 352">
                  <a:extLst>
                    <a:ext uri="{FF2B5EF4-FFF2-40B4-BE49-F238E27FC236}">
                      <a16:creationId xmlns:a16="http://schemas.microsoft.com/office/drawing/2014/main" id="{65F694F9-A970-589E-B899-36C9658F1791}"/>
                    </a:ext>
                  </a:extLst>
                </p:cNvPr>
                <p:cNvPicPr/>
                <p:nvPr/>
              </p:nvPicPr>
              <p:blipFill>
                <a:blip r:embed="rId603"/>
                <a:stretch>
                  <a:fillRect/>
                </a:stretch>
              </p:blipFill>
              <p:spPr>
                <a:xfrm>
                  <a:off x="5238540" y="4399208"/>
                  <a:ext cx="15300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4">
              <p14:nvContentPartPr>
                <p14:cNvPr id="354" name="Ink 353">
                  <a:extLst>
                    <a:ext uri="{FF2B5EF4-FFF2-40B4-BE49-F238E27FC236}">
                      <a16:creationId xmlns:a16="http://schemas.microsoft.com/office/drawing/2014/main" id="{3A7A465C-BC6A-1836-8133-1D6C9261EFAF}"/>
                    </a:ext>
                  </a:extLst>
                </p14:cNvPr>
                <p14:cNvContentPartPr/>
                <p14:nvPr/>
              </p14:nvContentPartPr>
              <p14:xfrm>
                <a:off x="5590260" y="4465448"/>
                <a:ext cx="208080" cy="115920"/>
              </p14:xfrm>
            </p:contentPart>
          </mc:Choice>
          <mc:Fallback xmlns="">
            <p:pic>
              <p:nvPicPr>
                <p:cNvPr id="354" name="Ink 353">
                  <a:extLst>
                    <a:ext uri="{FF2B5EF4-FFF2-40B4-BE49-F238E27FC236}">
                      <a16:creationId xmlns:a16="http://schemas.microsoft.com/office/drawing/2014/main" id="{3A7A465C-BC6A-1836-8133-1D6C9261EFAF}"/>
                    </a:ext>
                  </a:extLst>
                </p:cNvPr>
                <p:cNvPicPr/>
                <p:nvPr/>
              </p:nvPicPr>
              <p:blipFill>
                <a:blip r:embed="rId605"/>
                <a:stretch>
                  <a:fillRect/>
                </a:stretch>
              </p:blipFill>
              <p:spPr>
                <a:xfrm>
                  <a:off x="5581260" y="4456448"/>
                  <a:ext cx="22572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6">
              <p14:nvContentPartPr>
                <p14:cNvPr id="355" name="Ink 354">
                  <a:extLst>
                    <a:ext uri="{FF2B5EF4-FFF2-40B4-BE49-F238E27FC236}">
                      <a16:creationId xmlns:a16="http://schemas.microsoft.com/office/drawing/2014/main" id="{3F17ECC6-EB67-03F5-E382-D5EEEBEB9310}"/>
                    </a:ext>
                  </a:extLst>
                </p14:cNvPr>
                <p14:cNvContentPartPr/>
                <p14:nvPr/>
              </p14:nvContentPartPr>
              <p14:xfrm>
                <a:off x="5799060" y="4359248"/>
                <a:ext cx="139680" cy="206640"/>
              </p14:xfrm>
            </p:contentPart>
          </mc:Choice>
          <mc:Fallback xmlns="">
            <p:pic>
              <p:nvPicPr>
                <p:cNvPr id="355" name="Ink 354">
                  <a:extLst>
                    <a:ext uri="{FF2B5EF4-FFF2-40B4-BE49-F238E27FC236}">
                      <a16:creationId xmlns:a16="http://schemas.microsoft.com/office/drawing/2014/main" id="{3F17ECC6-EB67-03F5-E382-D5EEEBEB9310}"/>
                    </a:ext>
                  </a:extLst>
                </p:cNvPr>
                <p:cNvPicPr/>
                <p:nvPr/>
              </p:nvPicPr>
              <p:blipFill>
                <a:blip r:embed="rId607"/>
                <a:stretch>
                  <a:fillRect/>
                </a:stretch>
              </p:blipFill>
              <p:spPr>
                <a:xfrm>
                  <a:off x="5790420" y="4350608"/>
                  <a:ext cx="15732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8">
              <p14:nvContentPartPr>
                <p14:cNvPr id="356" name="Ink 355">
                  <a:extLst>
                    <a:ext uri="{FF2B5EF4-FFF2-40B4-BE49-F238E27FC236}">
                      <a16:creationId xmlns:a16="http://schemas.microsoft.com/office/drawing/2014/main" id="{3DFE191E-A3BB-A701-1786-708EBB807AAE}"/>
                    </a:ext>
                  </a:extLst>
                </p14:cNvPr>
                <p14:cNvContentPartPr/>
                <p14:nvPr/>
              </p14:nvContentPartPr>
              <p14:xfrm>
                <a:off x="5922540" y="4440608"/>
                <a:ext cx="135000" cy="90720"/>
              </p14:xfrm>
            </p:contentPart>
          </mc:Choice>
          <mc:Fallback xmlns="">
            <p:pic>
              <p:nvPicPr>
                <p:cNvPr id="356" name="Ink 355">
                  <a:extLst>
                    <a:ext uri="{FF2B5EF4-FFF2-40B4-BE49-F238E27FC236}">
                      <a16:creationId xmlns:a16="http://schemas.microsoft.com/office/drawing/2014/main" id="{3DFE191E-A3BB-A701-1786-708EBB807AAE}"/>
                    </a:ext>
                  </a:extLst>
                </p:cNvPr>
                <p:cNvPicPr/>
                <p:nvPr/>
              </p:nvPicPr>
              <p:blipFill>
                <a:blip r:embed="rId609"/>
                <a:stretch>
                  <a:fillRect/>
                </a:stretch>
              </p:blipFill>
              <p:spPr>
                <a:xfrm>
                  <a:off x="5913900" y="4431608"/>
                  <a:ext cx="15264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0">
              <p14:nvContentPartPr>
                <p14:cNvPr id="357" name="Ink 356">
                  <a:extLst>
                    <a:ext uri="{FF2B5EF4-FFF2-40B4-BE49-F238E27FC236}">
                      <a16:creationId xmlns:a16="http://schemas.microsoft.com/office/drawing/2014/main" id="{5B458CAE-40B1-2E02-A55D-621134EFBD6E}"/>
                    </a:ext>
                  </a:extLst>
                </p14:cNvPr>
                <p14:cNvContentPartPr/>
                <p14:nvPr/>
              </p14:nvContentPartPr>
              <p14:xfrm>
                <a:off x="6031620" y="4386248"/>
                <a:ext cx="128520" cy="147600"/>
              </p14:xfrm>
            </p:contentPart>
          </mc:Choice>
          <mc:Fallback xmlns="">
            <p:pic>
              <p:nvPicPr>
                <p:cNvPr id="357" name="Ink 356">
                  <a:extLst>
                    <a:ext uri="{FF2B5EF4-FFF2-40B4-BE49-F238E27FC236}">
                      <a16:creationId xmlns:a16="http://schemas.microsoft.com/office/drawing/2014/main" id="{5B458CAE-40B1-2E02-A55D-621134EFBD6E}"/>
                    </a:ext>
                  </a:extLst>
                </p:cNvPr>
                <p:cNvPicPr/>
                <p:nvPr/>
              </p:nvPicPr>
              <p:blipFill>
                <a:blip r:embed="rId611"/>
                <a:stretch>
                  <a:fillRect/>
                </a:stretch>
              </p:blipFill>
              <p:spPr>
                <a:xfrm>
                  <a:off x="6022980" y="4377248"/>
                  <a:ext cx="14616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2">
              <p14:nvContentPartPr>
                <p14:cNvPr id="361" name="Ink 360">
                  <a:extLst>
                    <a:ext uri="{FF2B5EF4-FFF2-40B4-BE49-F238E27FC236}">
                      <a16:creationId xmlns:a16="http://schemas.microsoft.com/office/drawing/2014/main" id="{280BF99F-D35D-F4A0-FBDB-8C01882CC088}"/>
                    </a:ext>
                  </a:extLst>
                </p14:cNvPr>
                <p14:cNvContentPartPr/>
                <p14:nvPr/>
              </p14:nvContentPartPr>
              <p14:xfrm>
                <a:off x="4909140" y="4960808"/>
                <a:ext cx="178200" cy="131760"/>
              </p14:xfrm>
            </p:contentPart>
          </mc:Choice>
          <mc:Fallback xmlns="">
            <p:pic>
              <p:nvPicPr>
                <p:cNvPr id="361" name="Ink 360">
                  <a:extLst>
                    <a:ext uri="{FF2B5EF4-FFF2-40B4-BE49-F238E27FC236}">
                      <a16:creationId xmlns:a16="http://schemas.microsoft.com/office/drawing/2014/main" id="{280BF99F-D35D-F4A0-FBDB-8C01882CC088}"/>
                    </a:ext>
                  </a:extLst>
                </p:cNvPr>
                <p:cNvPicPr/>
                <p:nvPr/>
              </p:nvPicPr>
              <p:blipFill>
                <a:blip r:embed="rId613"/>
                <a:stretch>
                  <a:fillRect/>
                </a:stretch>
              </p:blipFill>
              <p:spPr>
                <a:xfrm>
                  <a:off x="4900500" y="4952168"/>
                  <a:ext cx="19584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4">
              <p14:nvContentPartPr>
                <p14:cNvPr id="362" name="Ink 361">
                  <a:extLst>
                    <a:ext uri="{FF2B5EF4-FFF2-40B4-BE49-F238E27FC236}">
                      <a16:creationId xmlns:a16="http://schemas.microsoft.com/office/drawing/2014/main" id="{AC113F87-AF57-C94E-9672-E5AA6838CF61}"/>
                    </a:ext>
                  </a:extLst>
                </p14:cNvPr>
                <p14:cNvContentPartPr/>
                <p14:nvPr/>
              </p14:nvContentPartPr>
              <p14:xfrm>
                <a:off x="5117940" y="4894208"/>
                <a:ext cx="153000" cy="199080"/>
              </p14:xfrm>
            </p:contentPart>
          </mc:Choice>
          <mc:Fallback xmlns="">
            <p:pic>
              <p:nvPicPr>
                <p:cNvPr id="362" name="Ink 361">
                  <a:extLst>
                    <a:ext uri="{FF2B5EF4-FFF2-40B4-BE49-F238E27FC236}">
                      <a16:creationId xmlns:a16="http://schemas.microsoft.com/office/drawing/2014/main" id="{AC113F87-AF57-C94E-9672-E5AA6838CF61}"/>
                    </a:ext>
                  </a:extLst>
                </p:cNvPr>
                <p:cNvPicPr/>
                <p:nvPr/>
              </p:nvPicPr>
              <p:blipFill>
                <a:blip r:embed="rId615"/>
                <a:stretch>
                  <a:fillRect/>
                </a:stretch>
              </p:blipFill>
              <p:spPr>
                <a:xfrm>
                  <a:off x="5109300" y="4885568"/>
                  <a:ext cx="17064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6">
              <p14:nvContentPartPr>
                <p14:cNvPr id="363" name="Ink 362">
                  <a:extLst>
                    <a:ext uri="{FF2B5EF4-FFF2-40B4-BE49-F238E27FC236}">
                      <a16:creationId xmlns:a16="http://schemas.microsoft.com/office/drawing/2014/main" id="{E23D1ED9-2B48-6695-EFA7-8DE3BF6C70C8}"/>
                    </a:ext>
                  </a:extLst>
                </p14:cNvPr>
                <p14:cNvContentPartPr/>
                <p14:nvPr/>
              </p14:nvContentPartPr>
              <p14:xfrm>
                <a:off x="5236020" y="4977728"/>
                <a:ext cx="98640" cy="83160"/>
              </p14:xfrm>
            </p:contentPart>
          </mc:Choice>
          <mc:Fallback xmlns="">
            <p:pic>
              <p:nvPicPr>
                <p:cNvPr id="363" name="Ink 362">
                  <a:extLst>
                    <a:ext uri="{FF2B5EF4-FFF2-40B4-BE49-F238E27FC236}">
                      <a16:creationId xmlns:a16="http://schemas.microsoft.com/office/drawing/2014/main" id="{E23D1ED9-2B48-6695-EFA7-8DE3BF6C70C8}"/>
                    </a:ext>
                  </a:extLst>
                </p:cNvPr>
                <p:cNvPicPr/>
                <p:nvPr/>
              </p:nvPicPr>
              <p:blipFill>
                <a:blip r:embed="rId617"/>
                <a:stretch>
                  <a:fillRect/>
                </a:stretch>
              </p:blipFill>
              <p:spPr>
                <a:xfrm>
                  <a:off x="5227380" y="4969088"/>
                  <a:ext cx="11628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8">
              <p14:nvContentPartPr>
                <p14:cNvPr id="364" name="Ink 363">
                  <a:extLst>
                    <a:ext uri="{FF2B5EF4-FFF2-40B4-BE49-F238E27FC236}">
                      <a16:creationId xmlns:a16="http://schemas.microsoft.com/office/drawing/2014/main" id="{3EEB8CA9-CD36-0BEF-5DB5-9B71ED3FA0A0}"/>
                    </a:ext>
                  </a:extLst>
                </p14:cNvPr>
                <p14:cNvContentPartPr/>
                <p14:nvPr/>
              </p14:nvContentPartPr>
              <p14:xfrm>
                <a:off x="5309460" y="4876928"/>
                <a:ext cx="141840" cy="240840"/>
              </p14:xfrm>
            </p:contentPart>
          </mc:Choice>
          <mc:Fallback xmlns="">
            <p:pic>
              <p:nvPicPr>
                <p:cNvPr id="364" name="Ink 363">
                  <a:extLst>
                    <a:ext uri="{FF2B5EF4-FFF2-40B4-BE49-F238E27FC236}">
                      <a16:creationId xmlns:a16="http://schemas.microsoft.com/office/drawing/2014/main" id="{3EEB8CA9-CD36-0BEF-5DB5-9B71ED3FA0A0}"/>
                    </a:ext>
                  </a:extLst>
                </p:cNvPr>
                <p:cNvPicPr/>
                <p:nvPr/>
              </p:nvPicPr>
              <p:blipFill>
                <a:blip r:embed="rId619"/>
                <a:stretch>
                  <a:fillRect/>
                </a:stretch>
              </p:blipFill>
              <p:spPr>
                <a:xfrm>
                  <a:off x="5300820" y="4867928"/>
                  <a:ext cx="15948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0">
              <p14:nvContentPartPr>
                <p14:cNvPr id="365" name="Ink 364">
                  <a:extLst>
                    <a:ext uri="{FF2B5EF4-FFF2-40B4-BE49-F238E27FC236}">
                      <a16:creationId xmlns:a16="http://schemas.microsoft.com/office/drawing/2014/main" id="{1A58B80A-449A-E3D0-F324-11C33FA56CC1}"/>
                    </a:ext>
                  </a:extLst>
                </p14:cNvPr>
                <p14:cNvContentPartPr/>
                <p14:nvPr/>
              </p14:nvContentPartPr>
              <p14:xfrm>
                <a:off x="5678460" y="4956848"/>
                <a:ext cx="167760" cy="86760"/>
              </p14:xfrm>
            </p:contentPart>
          </mc:Choice>
          <mc:Fallback xmlns="">
            <p:pic>
              <p:nvPicPr>
                <p:cNvPr id="365" name="Ink 364">
                  <a:extLst>
                    <a:ext uri="{FF2B5EF4-FFF2-40B4-BE49-F238E27FC236}">
                      <a16:creationId xmlns:a16="http://schemas.microsoft.com/office/drawing/2014/main" id="{1A58B80A-449A-E3D0-F324-11C33FA56CC1}"/>
                    </a:ext>
                  </a:extLst>
                </p:cNvPr>
                <p:cNvPicPr/>
                <p:nvPr/>
              </p:nvPicPr>
              <p:blipFill>
                <a:blip r:embed="rId621"/>
                <a:stretch>
                  <a:fillRect/>
                </a:stretch>
              </p:blipFill>
              <p:spPr>
                <a:xfrm>
                  <a:off x="5669820" y="4947848"/>
                  <a:ext cx="18540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2">
              <p14:nvContentPartPr>
                <p14:cNvPr id="366" name="Ink 365">
                  <a:extLst>
                    <a:ext uri="{FF2B5EF4-FFF2-40B4-BE49-F238E27FC236}">
                      <a16:creationId xmlns:a16="http://schemas.microsoft.com/office/drawing/2014/main" id="{279F790D-CDCB-6437-21B7-9039453EAE2E}"/>
                    </a:ext>
                  </a:extLst>
                </p14:cNvPr>
                <p14:cNvContentPartPr/>
                <p14:nvPr/>
              </p14:nvContentPartPr>
              <p14:xfrm>
                <a:off x="5862780" y="4842728"/>
                <a:ext cx="104400" cy="234000"/>
              </p14:xfrm>
            </p:contentPart>
          </mc:Choice>
          <mc:Fallback xmlns="">
            <p:pic>
              <p:nvPicPr>
                <p:cNvPr id="366" name="Ink 365">
                  <a:extLst>
                    <a:ext uri="{FF2B5EF4-FFF2-40B4-BE49-F238E27FC236}">
                      <a16:creationId xmlns:a16="http://schemas.microsoft.com/office/drawing/2014/main" id="{279F790D-CDCB-6437-21B7-9039453EAE2E}"/>
                    </a:ext>
                  </a:extLst>
                </p:cNvPr>
                <p:cNvPicPr/>
                <p:nvPr/>
              </p:nvPicPr>
              <p:blipFill>
                <a:blip r:embed="rId623"/>
                <a:stretch>
                  <a:fillRect/>
                </a:stretch>
              </p:blipFill>
              <p:spPr>
                <a:xfrm>
                  <a:off x="5854140" y="4834088"/>
                  <a:ext cx="12204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4">
              <p14:nvContentPartPr>
                <p14:cNvPr id="367" name="Ink 366">
                  <a:extLst>
                    <a:ext uri="{FF2B5EF4-FFF2-40B4-BE49-F238E27FC236}">
                      <a16:creationId xmlns:a16="http://schemas.microsoft.com/office/drawing/2014/main" id="{89763BED-D0EC-2C44-358F-4559063DB70C}"/>
                    </a:ext>
                  </a:extLst>
                </p14:cNvPr>
                <p14:cNvContentPartPr/>
                <p14:nvPr/>
              </p14:nvContentPartPr>
              <p14:xfrm>
                <a:off x="5995260" y="4951088"/>
                <a:ext cx="34200" cy="73080"/>
              </p14:xfrm>
            </p:contentPart>
          </mc:Choice>
          <mc:Fallback xmlns="">
            <p:pic>
              <p:nvPicPr>
                <p:cNvPr id="367" name="Ink 366">
                  <a:extLst>
                    <a:ext uri="{FF2B5EF4-FFF2-40B4-BE49-F238E27FC236}">
                      <a16:creationId xmlns:a16="http://schemas.microsoft.com/office/drawing/2014/main" id="{89763BED-D0EC-2C44-358F-4559063DB70C}"/>
                    </a:ext>
                  </a:extLst>
                </p:cNvPr>
                <p:cNvPicPr/>
                <p:nvPr/>
              </p:nvPicPr>
              <p:blipFill>
                <a:blip r:embed="rId625"/>
                <a:stretch>
                  <a:fillRect/>
                </a:stretch>
              </p:blipFill>
              <p:spPr>
                <a:xfrm>
                  <a:off x="5986620" y="4942088"/>
                  <a:ext cx="5184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6">
              <p14:nvContentPartPr>
                <p14:cNvPr id="368" name="Ink 367">
                  <a:extLst>
                    <a:ext uri="{FF2B5EF4-FFF2-40B4-BE49-F238E27FC236}">
                      <a16:creationId xmlns:a16="http://schemas.microsoft.com/office/drawing/2014/main" id="{C614462F-2AA6-3490-AF9C-4A59B3E25549}"/>
                    </a:ext>
                  </a:extLst>
                </p14:cNvPr>
                <p14:cNvContentPartPr/>
                <p14:nvPr/>
              </p14:nvContentPartPr>
              <p14:xfrm>
                <a:off x="6021180" y="4880528"/>
                <a:ext cx="129960" cy="178560"/>
              </p14:xfrm>
            </p:contentPart>
          </mc:Choice>
          <mc:Fallback xmlns="">
            <p:pic>
              <p:nvPicPr>
                <p:cNvPr id="368" name="Ink 367">
                  <a:extLst>
                    <a:ext uri="{FF2B5EF4-FFF2-40B4-BE49-F238E27FC236}">
                      <a16:creationId xmlns:a16="http://schemas.microsoft.com/office/drawing/2014/main" id="{C614462F-2AA6-3490-AF9C-4A59B3E25549}"/>
                    </a:ext>
                  </a:extLst>
                </p:cNvPr>
                <p:cNvPicPr/>
                <p:nvPr/>
              </p:nvPicPr>
              <p:blipFill>
                <a:blip r:embed="rId627"/>
                <a:stretch>
                  <a:fillRect/>
                </a:stretch>
              </p:blipFill>
              <p:spPr>
                <a:xfrm>
                  <a:off x="6012540" y="4871888"/>
                  <a:ext cx="14760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8">
              <p14:nvContentPartPr>
                <p14:cNvPr id="369" name="Ink 368">
                  <a:extLst>
                    <a:ext uri="{FF2B5EF4-FFF2-40B4-BE49-F238E27FC236}">
                      <a16:creationId xmlns:a16="http://schemas.microsoft.com/office/drawing/2014/main" id="{33122E9E-3FA1-409B-46F6-9ABFD4BEC527}"/>
                    </a:ext>
                  </a:extLst>
                </p14:cNvPr>
                <p14:cNvContentPartPr/>
                <p14:nvPr/>
              </p14:nvContentPartPr>
              <p14:xfrm>
                <a:off x="6404220" y="4935968"/>
                <a:ext cx="168840" cy="96120"/>
              </p14:xfrm>
            </p:contentPart>
          </mc:Choice>
          <mc:Fallback xmlns="">
            <p:pic>
              <p:nvPicPr>
                <p:cNvPr id="369" name="Ink 368">
                  <a:extLst>
                    <a:ext uri="{FF2B5EF4-FFF2-40B4-BE49-F238E27FC236}">
                      <a16:creationId xmlns:a16="http://schemas.microsoft.com/office/drawing/2014/main" id="{33122E9E-3FA1-409B-46F6-9ABFD4BEC527}"/>
                    </a:ext>
                  </a:extLst>
                </p:cNvPr>
                <p:cNvPicPr/>
                <p:nvPr/>
              </p:nvPicPr>
              <p:blipFill>
                <a:blip r:embed="rId629"/>
                <a:stretch>
                  <a:fillRect/>
                </a:stretch>
              </p:blipFill>
              <p:spPr>
                <a:xfrm>
                  <a:off x="6395220" y="4927328"/>
                  <a:ext cx="18648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0">
              <p14:nvContentPartPr>
                <p14:cNvPr id="370" name="Ink 369">
                  <a:extLst>
                    <a:ext uri="{FF2B5EF4-FFF2-40B4-BE49-F238E27FC236}">
                      <a16:creationId xmlns:a16="http://schemas.microsoft.com/office/drawing/2014/main" id="{53B7199B-4F8A-FE9D-A07E-C6C8271027C2}"/>
                    </a:ext>
                  </a:extLst>
                </p14:cNvPr>
                <p14:cNvContentPartPr/>
                <p14:nvPr/>
              </p14:nvContentPartPr>
              <p14:xfrm>
                <a:off x="6667380" y="4805288"/>
                <a:ext cx="106920" cy="211680"/>
              </p14:xfrm>
            </p:contentPart>
          </mc:Choice>
          <mc:Fallback xmlns="">
            <p:pic>
              <p:nvPicPr>
                <p:cNvPr id="370" name="Ink 369">
                  <a:extLst>
                    <a:ext uri="{FF2B5EF4-FFF2-40B4-BE49-F238E27FC236}">
                      <a16:creationId xmlns:a16="http://schemas.microsoft.com/office/drawing/2014/main" id="{53B7199B-4F8A-FE9D-A07E-C6C8271027C2}"/>
                    </a:ext>
                  </a:extLst>
                </p:cNvPr>
                <p:cNvPicPr/>
                <p:nvPr/>
              </p:nvPicPr>
              <p:blipFill>
                <a:blip r:embed="rId631"/>
                <a:stretch>
                  <a:fillRect/>
                </a:stretch>
              </p:blipFill>
              <p:spPr>
                <a:xfrm>
                  <a:off x="6658740" y="4796648"/>
                  <a:ext cx="12456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2">
              <p14:nvContentPartPr>
                <p14:cNvPr id="371" name="Ink 370">
                  <a:extLst>
                    <a:ext uri="{FF2B5EF4-FFF2-40B4-BE49-F238E27FC236}">
                      <a16:creationId xmlns:a16="http://schemas.microsoft.com/office/drawing/2014/main" id="{30891CE3-6265-BE6D-61E6-5A1C2170019D}"/>
                    </a:ext>
                  </a:extLst>
                </p14:cNvPr>
                <p14:cNvContentPartPr/>
                <p14:nvPr/>
              </p14:nvContentPartPr>
              <p14:xfrm>
                <a:off x="6780060" y="4888808"/>
                <a:ext cx="114120" cy="79920"/>
              </p14:xfrm>
            </p:contentPart>
          </mc:Choice>
          <mc:Fallback xmlns="">
            <p:pic>
              <p:nvPicPr>
                <p:cNvPr id="371" name="Ink 370">
                  <a:extLst>
                    <a:ext uri="{FF2B5EF4-FFF2-40B4-BE49-F238E27FC236}">
                      <a16:creationId xmlns:a16="http://schemas.microsoft.com/office/drawing/2014/main" id="{30891CE3-6265-BE6D-61E6-5A1C2170019D}"/>
                    </a:ext>
                  </a:extLst>
                </p:cNvPr>
                <p:cNvPicPr/>
                <p:nvPr/>
              </p:nvPicPr>
              <p:blipFill>
                <a:blip r:embed="rId633"/>
                <a:stretch>
                  <a:fillRect/>
                </a:stretch>
              </p:blipFill>
              <p:spPr>
                <a:xfrm>
                  <a:off x="6771060" y="4879808"/>
                  <a:ext cx="13176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4">
              <p14:nvContentPartPr>
                <p14:cNvPr id="372" name="Ink 371">
                  <a:extLst>
                    <a:ext uri="{FF2B5EF4-FFF2-40B4-BE49-F238E27FC236}">
                      <a16:creationId xmlns:a16="http://schemas.microsoft.com/office/drawing/2014/main" id="{8C94521A-F1EB-A237-7924-34A460554DD5}"/>
                    </a:ext>
                  </a:extLst>
                </p14:cNvPr>
                <p14:cNvContentPartPr/>
                <p14:nvPr/>
              </p14:nvContentPartPr>
              <p14:xfrm>
                <a:off x="6862860" y="4802048"/>
                <a:ext cx="128520" cy="192960"/>
              </p14:xfrm>
            </p:contentPart>
          </mc:Choice>
          <mc:Fallback xmlns="">
            <p:pic>
              <p:nvPicPr>
                <p:cNvPr id="372" name="Ink 371">
                  <a:extLst>
                    <a:ext uri="{FF2B5EF4-FFF2-40B4-BE49-F238E27FC236}">
                      <a16:creationId xmlns:a16="http://schemas.microsoft.com/office/drawing/2014/main" id="{8C94521A-F1EB-A237-7924-34A460554DD5}"/>
                    </a:ext>
                  </a:extLst>
                </p:cNvPr>
                <p:cNvPicPr/>
                <p:nvPr/>
              </p:nvPicPr>
              <p:blipFill>
                <a:blip r:embed="rId635"/>
                <a:stretch>
                  <a:fillRect/>
                </a:stretch>
              </p:blipFill>
              <p:spPr>
                <a:xfrm>
                  <a:off x="6854220" y="4793408"/>
                  <a:ext cx="14616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6">
              <p14:nvContentPartPr>
                <p14:cNvPr id="376" name="Ink 375">
                  <a:extLst>
                    <a:ext uri="{FF2B5EF4-FFF2-40B4-BE49-F238E27FC236}">
                      <a16:creationId xmlns:a16="http://schemas.microsoft.com/office/drawing/2014/main" id="{9820C5E5-931B-2E25-C8C1-0CB61CB73443}"/>
                    </a:ext>
                  </a:extLst>
                </p14:cNvPr>
                <p14:cNvContentPartPr/>
                <p14:nvPr/>
              </p14:nvContentPartPr>
              <p14:xfrm>
                <a:off x="5772060" y="5470568"/>
                <a:ext cx="151920" cy="113040"/>
              </p14:xfrm>
            </p:contentPart>
          </mc:Choice>
          <mc:Fallback xmlns="">
            <p:pic>
              <p:nvPicPr>
                <p:cNvPr id="376" name="Ink 375">
                  <a:extLst>
                    <a:ext uri="{FF2B5EF4-FFF2-40B4-BE49-F238E27FC236}">
                      <a16:creationId xmlns:a16="http://schemas.microsoft.com/office/drawing/2014/main" id="{9820C5E5-931B-2E25-C8C1-0CB61CB73443}"/>
                    </a:ext>
                  </a:extLst>
                </p:cNvPr>
                <p:cNvPicPr/>
                <p:nvPr/>
              </p:nvPicPr>
              <p:blipFill>
                <a:blip r:embed="rId637"/>
                <a:stretch>
                  <a:fillRect/>
                </a:stretch>
              </p:blipFill>
              <p:spPr>
                <a:xfrm>
                  <a:off x="5763060" y="5461928"/>
                  <a:ext cx="16956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8">
              <p14:nvContentPartPr>
                <p14:cNvPr id="377" name="Ink 376">
                  <a:extLst>
                    <a:ext uri="{FF2B5EF4-FFF2-40B4-BE49-F238E27FC236}">
                      <a16:creationId xmlns:a16="http://schemas.microsoft.com/office/drawing/2014/main" id="{E422644F-C039-DFCD-457B-D0299B8DE01D}"/>
                    </a:ext>
                  </a:extLst>
                </p14:cNvPr>
                <p14:cNvContentPartPr/>
                <p14:nvPr/>
              </p14:nvContentPartPr>
              <p14:xfrm>
                <a:off x="5974020" y="5391368"/>
                <a:ext cx="100080" cy="216360"/>
              </p14:xfrm>
            </p:contentPart>
          </mc:Choice>
          <mc:Fallback xmlns="">
            <p:pic>
              <p:nvPicPr>
                <p:cNvPr id="377" name="Ink 376">
                  <a:extLst>
                    <a:ext uri="{FF2B5EF4-FFF2-40B4-BE49-F238E27FC236}">
                      <a16:creationId xmlns:a16="http://schemas.microsoft.com/office/drawing/2014/main" id="{E422644F-C039-DFCD-457B-D0299B8DE01D}"/>
                    </a:ext>
                  </a:extLst>
                </p:cNvPr>
                <p:cNvPicPr/>
                <p:nvPr/>
              </p:nvPicPr>
              <p:blipFill>
                <a:blip r:embed="rId639"/>
                <a:stretch>
                  <a:fillRect/>
                </a:stretch>
              </p:blipFill>
              <p:spPr>
                <a:xfrm>
                  <a:off x="5965380" y="5382728"/>
                  <a:ext cx="11772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0">
              <p14:nvContentPartPr>
                <p14:cNvPr id="378" name="Ink 377">
                  <a:extLst>
                    <a:ext uri="{FF2B5EF4-FFF2-40B4-BE49-F238E27FC236}">
                      <a16:creationId xmlns:a16="http://schemas.microsoft.com/office/drawing/2014/main" id="{5EA21F02-B63E-D8C6-0DEF-00B688C8AA29}"/>
                    </a:ext>
                  </a:extLst>
                </p14:cNvPr>
                <p14:cNvContentPartPr/>
                <p14:nvPr/>
              </p14:nvContentPartPr>
              <p14:xfrm>
                <a:off x="6064740" y="5484248"/>
                <a:ext cx="108000" cy="85680"/>
              </p14:xfrm>
            </p:contentPart>
          </mc:Choice>
          <mc:Fallback xmlns="">
            <p:pic>
              <p:nvPicPr>
                <p:cNvPr id="378" name="Ink 377">
                  <a:extLst>
                    <a:ext uri="{FF2B5EF4-FFF2-40B4-BE49-F238E27FC236}">
                      <a16:creationId xmlns:a16="http://schemas.microsoft.com/office/drawing/2014/main" id="{5EA21F02-B63E-D8C6-0DEF-00B688C8AA29}"/>
                    </a:ext>
                  </a:extLst>
                </p:cNvPr>
                <p:cNvPicPr/>
                <p:nvPr/>
              </p:nvPicPr>
              <p:blipFill>
                <a:blip r:embed="rId641"/>
                <a:stretch>
                  <a:fillRect/>
                </a:stretch>
              </p:blipFill>
              <p:spPr>
                <a:xfrm>
                  <a:off x="6056100" y="5475608"/>
                  <a:ext cx="12564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2">
              <p14:nvContentPartPr>
                <p14:cNvPr id="379" name="Ink 378">
                  <a:extLst>
                    <a:ext uri="{FF2B5EF4-FFF2-40B4-BE49-F238E27FC236}">
                      <a16:creationId xmlns:a16="http://schemas.microsoft.com/office/drawing/2014/main" id="{F76F58E2-0591-28DC-055D-CB57349B76D9}"/>
                    </a:ext>
                  </a:extLst>
                </p14:cNvPr>
                <p14:cNvContentPartPr/>
                <p14:nvPr/>
              </p14:nvContentPartPr>
              <p14:xfrm>
                <a:off x="6130620" y="5418728"/>
                <a:ext cx="171000" cy="209160"/>
              </p14:xfrm>
            </p:contentPart>
          </mc:Choice>
          <mc:Fallback xmlns="">
            <p:pic>
              <p:nvPicPr>
                <p:cNvPr id="379" name="Ink 378">
                  <a:extLst>
                    <a:ext uri="{FF2B5EF4-FFF2-40B4-BE49-F238E27FC236}">
                      <a16:creationId xmlns:a16="http://schemas.microsoft.com/office/drawing/2014/main" id="{F76F58E2-0591-28DC-055D-CB57349B76D9}"/>
                    </a:ext>
                  </a:extLst>
                </p:cNvPr>
                <p:cNvPicPr/>
                <p:nvPr/>
              </p:nvPicPr>
              <p:blipFill>
                <a:blip r:embed="rId643"/>
                <a:stretch>
                  <a:fillRect/>
                </a:stretch>
              </p:blipFill>
              <p:spPr>
                <a:xfrm>
                  <a:off x="6121620" y="5409728"/>
                  <a:ext cx="18864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4">
              <p14:nvContentPartPr>
                <p14:cNvPr id="380" name="Ink 379">
                  <a:extLst>
                    <a:ext uri="{FF2B5EF4-FFF2-40B4-BE49-F238E27FC236}">
                      <a16:creationId xmlns:a16="http://schemas.microsoft.com/office/drawing/2014/main" id="{2873B48F-F540-DAC4-48B4-074D97D6A20C}"/>
                    </a:ext>
                  </a:extLst>
                </p14:cNvPr>
                <p14:cNvContentPartPr/>
                <p14:nvPr/>
              </p14:nvContentPartPr>
              <p14:xfrm>
                <a:off x="6452460" y="5470568"/>
                <a:ext cx="203040" cy="106560"/>
              </p14:xfrm>
            </p:contentPart>
          </mc:Choice>
          <mc:Fallback xmlns="">
            <p:pic>
              <p:nvPicPr>
                <p:cNvPr id="380" name="Ink 379">
                  <a:extLst>
                    <a:ext uri="{FF2B5EF4-FFF2-40B4-BE49-F238E27FC236}">
                      <a16:creationId xmlns:a16="http://schemas.microsoft.com/office/drawing/2014/main" id="{2873B48F-F540-DAC4-48B4-074D97D6A20C}"/>
                    </a:ext>
                  </a:extLst>
                </p:cNvPr>
                <p:cNvPicPr/>
                <p:nvPr/>
              </p:nvPicPr>
              <p:blipFill>
                <a:blip r:embed="rId645"/>
                <a:stretch>
                  <a:fillRect/>
                </a:stretch>
              </p:blipFill>
              <p:spPr>
                <a:xfrm>
                  <a:off x="6443820" y="5461928"/>
                  <a:ext cx="22068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6">
              <p14:nvContentPartPr>
                <p14:cNvPr id="381" name="Ink 380">
                  <a:extLst>
                    <a:ext uri="{FF2B5EF4-FFF2-40B4-BE49-F238E27FC236}">
                      <a16:creationId xmlns:a16="http://schemas.microsoft.com/office/drawing/2014/main" id="{A443C688-B8EE-2061-93FE-0CBCC16070CA}"/>
                    </a:ext>
                  </a:extLst>
                </p14:cNvPr>
                <p14:cNvContentPartPr/>
                <p14:nvPr/>
              </p14:nvContentPartPr>
              <p14:xfrm>
                <a:off x="6690420" y="5368688"/>
                <a:ext cx="101520" cy="202320"/>
              </p14:xfrm>
            </p:contentPart>
          </mc:Choice>
          <mc:Fallback xmlns="">
            <p:pic>
              <p:nvPicPr>
                <p:cNvPr id="381" name="Ink 380">
                  <a:extLst>
                    <a:ext uri="{FF2B5EF4-FFF2-40B4-BE49-F238E27FC236}">
                      <a16:creationId xmlns:a16="http://schemas.microsoft.com/office/drawing/2014/main" id="{A443C688-B8EE-2061-93FE-0CBCC16070CA}"/>
                    </a:ext>
                  </a:extLst>
                </p:cNvPr>
                <p:cNvPicPr/>
                <p:nvPr/>
              </p:nvPicPr>
              <p:blipFill>
                <a:blip r:embed="rId647"/>
                <a:stretch>
                  <a:fillRect/>
                </a:stretch>
              </p:blipFill>
              <p:spPr>
                <a:xfrm>
                  <a:off x="6681420" y="5359688"/>
                  <a:ext cx="11916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8">
              <p14:nvContentPartPr>
                <p14:cNvPr id="382" name="Ink 381">
                  <a:extLst>
                    <a:ext uri="{FF2B5EF4-FFF2-40B4-BE49-F238E27FC236}">
                      <a16:creationId xmlns:a16="http://schemas.microsoft.com/office/drawing/2014/main" id="{79BEE1E1-FA6D-FC36-F784-165E4D6AC4B0}"/>
                    </a:ext>
                  </a:extLst>
                </p14:cNvPr>
                <p14:cNvContentPartPr/>
                <p14:nvPr/>
              </p14:nvContentPartPr>
              <p14:xfrm>
                <a:off x="6800580" y="5449688"/>
                <a:ext cx="56160" cy="91800"/>
              </p14:xfrm>
            </p:contentPart>
          </mc:Choice>
          <mc:Fallback xmlns="">
            <p:pic>
              <p:nvPicPr>
                <p:cNvPr id="382" name="Ink 381">
                  <a:extLst>
                    <a:ext uri="{FF2B5EF4-FFF2-40B4-BE49-F238E27FC236}">
                      <a16:creationId xmlns:a16="http://schemas.microsoft.com/office/drawing/2014/main" id="{79BEE1E1-FA6D-FC36-F784-165E4D6AC4B0}"/>
                    </a:ext>
                  </a:extLst>
                </p:cNvPr>
                <p:cNvPicPr/>
                <p:nvPr/>
              </p:nvPicPr>
              <p:blipFill>
                <a:blip r:embed="rId649"/>
                <a:stretch>
                  <a:fillRect/>
                </a:stretch>
              </p:blipFill>
              <p:spPr>
                <a:xfrm>
                  <a:off x="6791940" y="5441048"/>
                  <a:ext cx="7380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0">
              <p14:nvContentPartPr>
                <p14:cNvPr id="383" name="Ink 382">
                  <a:extLst>
                    <a:ext uri="{FF2B5EF4-FFF2-40B4-BE49-F238E27FC236}">
                      <a16:creationId xmlns:a16="http://schemas.microsoft.com/office/drawing/2014/main" id="{CAFC07B6-E2E2-EF09-E02F-EE18E94B33BC}"/>
                    </a:ext>
                  </a:extLst>
                </p14:cNvPr>
                <p14:cNvContentPartPr/>
                <p14:nvPr/>
              </p14:nvContentPartPr>
              <p14:xfrm>
                <a:off x="6852780" y="5376608"/>
                <a:ext cx="135720" cy="183960"/>
              </p14:xfrm>
            </p:contentPart>
          </mc:Choice>
          <mc:Fallback xmlns="">
            <p:pic>
              <p:nvPicPr>
                <p:cNvPr id="383" name="Ink 382">
                  <a:extLst>
                    <a:ext uri="{FF2B5EF4-FFF2-40B4-BE49-F238E27FC236}">
                      <a16:creationId xmlns:a16="http://schemas.microsoft.com/office/drawing/2014/main" id="{CAFC07B6-E2E2-EF09-E02F-EE18E94B33BC}"/>
                    </a:ext>
                  </a:extLst>
                </p:cNvPr>
                <p:cNvPicPr/>
                <p:nvPr/>
              </p:nvPicPr>
              <p:blipFill>
                <a:blip r:embed="rId651"/>
                <a:stretch>
                  <a:fillRect/>
                </a:stretch>
              </p:blipFill>
              <p:spPr>
                <a:xfrm>
                  <a:off x="6843780" y="5367608"/>
                  <a:ext cx="15336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2">
              <p14:nvContentPartPr>
                <p14:cNvPr id="384" name="Ink 383">
                  <a:extLst>
                    <a:ext uri="{FF2B5EF4-FFF2-40B4-BE49-F238E27FC236}">
                      <a16:creationId xmlns:a16="http://schemas.microsoft.com/office/drawing/2014/main" id="{8213C254-97AD-FB2B-EEE4-827A650356A1}"/>
                    </a:ext>
                  </a:extLst>
                </p14:cNvPr>
                <p14:cNvContentPartPr/>
                <p14:nvPr/>
              </p14:nvContentPartPr>
              <p14:xfrm>
                <a:off x="7148700" y="5419808"/>
                <a:ext cx="156240" cy="111960"/>
              </p14:xfrm>
            </p:contentPart>
          </mc:Choice>
          <mc:Fallback xmlns="">
            <p:pic>
              <p:nvPicPr>
                <p:cNvPr id="384" name="Ink 383">
                  <a:extLst>
                    <a:ext uri="{FF2B5EF4-FFF2-40B4-BE49-F238E27FC236}">
                      <a16:creationId xmlns:a16="http://schemas.microsoft.com/office/drawing/2014/main" id="{8213C254-97AD-FB2B-EEE4-827A650356A1}"/>
                    </a:ext>
                  </a:extLst>
                </p:cNvPr>
                <p:cNvPicPr/>
                <p:nvPr/>
              </p:nvPicPr>
              <p:blipFill>
                <a:blip r:embed="rId653"/>
                <a:stretch>
                  <a:fillRect/>
                </a:stretch>
              </p:blipFill>
              <p:spPr>
                <a:xfrm>
                  <a:off x="7140060" y="5411168"/>
                  <a:ext cx="17388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4">
              <p14:nvContentPartPr>
                <p14:cNvPr id="385" name="Ink 384">
                  <a:extLst>
                    <a:ext uri="{FF2B5EF4-FFF2-40B4-BE49-F238E27FC236}">
                      <a16:creationId xmlns:a16="http://schemas.microsoft.com/office/drawing/2014/main" id="{A113AB99-1485-C8E2-141D-6F89CCCE0053}"/>
                    </a:ext>
                  </a:extLst>
                </p14:cNvPr>
                <p14:cNvContentPartPr/>
                <p14:nvPr/>
              </p14:nvContentPartPr>
              <p14:xfrm>
                <a:off x="7312500" y="5325848"/>
                <a:ext cx="116280" cy="218520"/>
              </p14:xfrm>
            </p:contentPart>
          </mc:Choice>
          <mc:Fallback xmlns="">
            <p:pic>
              <p:nvPicPr>
                <p:cNvPr id="385" name="Ink 384">
                  <a:extLst>
                    <a:ext uri="{FF2B5EF4-FFF2-40B4-BE49-F238E27FC236}">
                      <a16:creationId xmlns:a16="http://schemas.microsoft.com/office/drawing/2014/main" id="{A113AB99-1485-C8E2-141D-6F89CCCE0053}"/>
                    </a:ext>
                  </a:extLst>
                </p:cNvPr>
                <p:cNvPicPr/>
                <p:nvPr/>
              </p:nvPicPr>
              <p:blipFill>
                <a:blip r:embed="rId655"/>
                <a:stretch>
                  <a:fillRect/>
                </a:stretch>
              </p:blipFill>
              <p:spPr>
                <a:xfrm>
                  <a:off x="7303860" y="5316848"/>
                  <a:ext cx="13392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6">
              <p14:nvContentPartPr>
                <p14:cNvPr id="386" name="Ink 385">
                  <a:extLst>
                    <a:ext uri="{FF2B5EF4-FFF2-40B4-BE49-F238E27FC236}">
                      <a16:creationId xmlns:a16="http://schemas.microsoft.com/office/drawing/2014/main" id="{50CE9B92-66C0-6BBB-3FDA-D716AE7E410D}"/>
                    </a:ext>
                  </a:extLst>
                </p14:cNvPr>
                <p14:cNvContentPartPr/>
                <p14:nvPr/>
              </p14:nvContentPartPr>
              <p14:xfrm>
                <a:off x="7450020" y="5406488"/>
                <a:ext cx="164520" cy="110160"/>
              </p14:xfrm>
            </p:contentPart>
          </mc:Choice>
          <mc:Fallback xmlns="">
            <p:pic>
              <p:nvPicPr>
                <p:cNvPr id="386" name="Ink 385">
                  <a:extLst>
                    <a:ext uri="{FF2B5EF4-FFF2-40B4-BE49-F238E27FC236}">
                      <a16:creationId xmlns:a16="http://schemas.microsoft.com/office/drawing/2014/main" id="{50CE9B92-66C0-6BBB-3FDA-D716AE7E410D}"/>
                    </a:ext>
                  </a:extLst>
                </p:cNvPr>
                <p:cNvPicPr/>
                <p:nvPr/>
              </p:nvPicPr>
              <p:blipFill>
                <a:blip r:embed="rId657"/>
                <a:stretch>
                  <a:fillRect/>
                </a:stretch>
              </p:blipFill>
              <p:spPr>
                <a:xfrm>
                  <a:off x="7441380" y="5397848"/>
                  <a:ext cx="18216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8">
              <p14:nvContentPartPr>
                <p14:cNvPr id="387" name="Ink 386">
                  <a:extLst>
                    <a:ext uri="{FF2B5EF4-FFF2-40B4-BE49-F238E27FC236}">
                      <a16:creationId xmlns:a16="http://schemas.microsoft.com/office/drawing/2014/main" id="{DF0955D7-583A-7E48-4BB2-E6D045DE06A6}"/>
                    </a:ext>
                  </a:extLst>
                </p14:cNvPr>
                <p14:cNvContentPartPr/>
                <p14:nvPr/>
              </p14:nvContentPartPr>
              <p14:xfrm>
                <a:off x="7574940" y="5326928"/>
                <a:ext cx="181440" cy="213120"/>
              </p14:xfrm>
            </p:contentPart>
          </mc:Choice>
          <mc:Fallback xmlns="">
            <p:pic>
              <p:nvPicPr>
                <p:cNvPr id="387" name="Ink 386">
                  <a:extLst>
                    <a:ext uri="{FF2B5EF4-FFF2-40B4-BE49-F238E27FC236}">
                      <a16:creationId xmlns:a16="http://schemas.microsoft.com/office/drawing/2014/main" id="{DF0955D7-583A-7E48-4BB2-E6D045DE06A6}"/>
                    </a:ext>
                  </a:extLst>
                </p:cNvPr>
                <p:cNvPicPr/>
                <p:nvPr/>
              </p:nvPicPr>
              <p:blipFill>
                <a:blip r:embed="rId659"/>
                <a:stretch>
                  <a:fillRect/>
                </a:stretch>
              </p:blipFill>
              <p:spPr>
                <a:xfrm>
                  <a:off x="7565940" y="5317928"/>
                  <a:ext cx="19908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0">
              <p14:nvContentPartPr>
                <p14:cNvPr id="390" name="Ink 389">
                  <a:extLst>
                    <a:ext uri="{FF2B5EF4-FFF2-40B4-BE49-F238E27FC236}">
                      <a16:creationId xmlns:a16="http://schemas.microsoft.com/office/drawing/2014/main" id="{DE15C601-E01E-D26E-250D-56780DE80F14}"/>
                    </a:ext>
                  </a:extLst>
                </p14:cNvPr>
                <p14:cNvContentPartPr/>
                <p14:nvPr/>
              </p14:nvContentPartPr>
              <p14:xfrm>
                <a:off x="4368780" y="4955408"/>
                <a:ext cx="156960" cy="157320"/>
              </p14:xfrm>
            </p:contentPart>
          </mc:Choice>
          <mc:Fallback xmlns="">
            <p:pic>
              <p:nvPicPr>
                <p:cNvPr id="390" name="Ink 389">
                  <a:extLst>
                    <a:ext uri="{FF2B5EF4-FFF2-40B4-BE49-F238E27FC236}">
                      <a16:creationId xmlns:a16="http://schemas.microsoft.com/office/drawing/2014/main" id="{DE15C601-E01E-D26E-250D-56780DE80F14}"/>
                    </a:ext>
                  </a:extLst>
                </p:cNvPr>
                <p:cNvPicPr/>
                <p:nvPr/>
              </p:nvPicPr>
              <p:blipFill>
                <a:blip r:embed="rId661"/>
                <a:stretch>
                  <a:fillRect/>
                </a:stretch>
              </p:blipFill>
              <p:spPr>
                <a:xfrm>
                  <a:off x="4360140" y="4946768"/>
                  <a:ext cx="17460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2">
              <p14:nvContentPartPr>
                <p14:cNvPr id="392" name="Ink 391">
                  <a:extLst>
                    <a:ext uri="{FF2B5EF4-FFF2-40B4-BE49-F238E27FC236}">
                      <a16:creationId xmlns:a16="http://schemas.microsoft.com/office/drawing/2014/main" id="{2C7C0858-63FC-BA4E-369E-F0BEAEAE6FAE}"/>
                    </a:ext>
                  </a:extLst>
                </p14:cNvPr>
                <p14:cNvContentPartPr/>
                <p14:nvPr/>
              </p14:nvContentPartPr>
              <p14:xfrm>
                <a:off x="5102460" y="5470568"/>
                <a:ext cx="202320" cy="137160"/>
              </p14:xfrm>
            </p:contentPart>
          </mc:Choice>
          <mc:Fallback xmlns="">
            <p:pic>
              <p:nvPicPr>
                <p:cNvPr id="392" name="Ink 391">
                  <a:extLst>
                    <a:ext uri="{FF2B5EF4-FFF2-40B4-BE49-F238E27FC236}">
                      <a16:creationId xmlns:a16="http://schemas.microsoft.com/office/drawing/2014/main" id="{2C7C0858-63FC-BA4E-369E-F0BEAEAE6FAE}"/>
                    </a:ext>
                  </a:extLst>
                </p:cNvPr>
                <p:cNvPicPr/>
                <p:nvPr/>
              </p:nvPicPr>
              <p:blipFill>
                <a:blip r:embed="rId663"/>
                <a:stretch>
                  <a:fillRect/>
                </a:stretch>
              </p:blipFill>
              <p:spPr>
                <a:xfrm>
                  <a:off x="5093820" y="5461568"/>
                  <a:ext cx="21996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4">
              <p14:nvContentPartPr>
                <p14:cNvPr id="393" name="Ink 392">
                  <a:extLst>
                    <a:ext uri="{FF2B5EF4-FFF2-40B4-BE49-F238E27FC236}">
                      <a16:creationId xmlns:a16="http://schemas.microsoft.com/office/drawing/2014/main" id="{0D4A431D-DCCB-86AC-7F56-4F6571B307B4}"/>
                    </a:ext>
                  </a:extLst>
                </p14:cNvPr>
                <p14:cNvContentPartPr/>
                <p14:nvPr/>
              </p14:nvContentPartPr>
              <p14:xfrm>
                <a:off x="4432860" y="5499368"/>
                <a:ext cx="207720" cy="128880"/>
              </p14:xfrm>
            </p:contentPart>
          </mc:Choice>
          <mc:Fallback xmlns="">
            <p:pic>
              <p:nvPicPr>
                <p:cNvPr id="393" name="Ink 392">
                  <a:extLst>
                    <a:ext uri="{FF2B5EF4-FFF2-40B4-BE49-F238E27FC236}">
                      <a16:creationId xmlns:a16="http://schemas.microsoft.com/office/drawing/2014/main" id="{0D4A431D-DCCB-86AC-7F56-4F6571B307B4}"/>
                    </a:ext>
                  </a:extLst>
                </p:cNvPr>
                <p:cNvPicPr/>
                <p:nvPr/>
              </p:nvPicPr>
              <p:blipFill>
                <a:blip r:embed="rId665"/>
                <a:stretch>
                  <a:fillRect/>
                </a:stretch>
              </p:blipFill>
              <p:spPr>
                <a:xfrm>
                  <a:off x="4423860" y="5490368"/>
                  <a:ext cx="22536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6">
              <p14:nvContentPartPr>
                <p14:cNvPr id="398" name="Ink 397">
                  <a:extLst>
                    <a:ext uri="{FF2B5EF4-FFF2-40B4-BE49-F238E27FC236}">
                      <a16:creationId xmlns:a16="http://schemas.microsoft.com/office/drawing/2014/main" id="{D3754428-F5C1-ECD8-5E8D-B60DA50DC115}"/>
                    </a:ext>
                  </a:extLst>
                </p14:cNvPr>
                <p14:cNvContentPartPr/>
                <p14:nvPr/>
              </p14:nvContentPartPr>
              <p14:xfrm>
                <a:off x="5621220" y="3948128"/>
                <a:ext cx="253800" cy="120960"/>
              </p14:xfrm>
            </p:contentPart>
          </mc:Choice>
          <mc:Fallback xmlns="">
            <p:pic>
              <p:nvPicPr>
                <p:cNvPr id="398" name="Ink 397">
                  <a:extLst>
                    <a:ext uri="{FF2B5EF4-FFF2-40B4-BE49-F238E27FC236}">
                      <a16:creationId xmlns:a16="http://schemas.microsoft.com/office/drawing/2014/main" id="{D3754428-F5C1-ECD8-5E8D-B60DA50DC115}"/>
                    </a:ext>
                  </a:extLst>
                </p:cNvPr>
                <p:cNvPicPr/>
                <p:nvPr/>
              </p:nvPicPr>
              <p:blipFill>
                <a:blip r:embed="rId667"/>
                <a:stretch>
                  <a:fillRect/>
                </a:stretch>
              </p:blipFill>
              <p:spPr>
                <a:xfrm>
                  <a:off x="5612580" y="3939488"/>
                  <a:ext cx="27144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8">
              <p14:nvContentPartPr>
                <p14:cNvPr id="399" name="Ink 398">
                  <a:extLst>
                    <a:ext uri="{FF2B5EF4-FFF2-40B4-BE49-F238E27FC236}">
                      <a16:creationId xmlns:a16="http://schemas.microsoft.com/office/drawing/2014/main" id="{9CE1A551-7DB6-7096-E05B-C0ADE1F4DF6E}"/>
                    </a:ext>
                  </a:extLst>
                </p14:cNvPr>
                <p14:cNvContentPartPr/>
                <p14:nvPr/>
              </p14:nvContentPartPr>
              <p14:xfrm>
                <a:off x="6500700" y="3921488"/>
                <a:ext cx="186840" cy="121320"/>
              </p14:xfrm>
            </p:contentPart>
          </mc:Choice>
          <mc:Fallback xmlns="">
            <p:pic>
              <p:nvPicPr>
                <p:cNvPr id="399" name="Ink 398">
                  <a:extLst>
                    <a:ext uri="{FF2B5EF4-FFF2-40B4-BE49-F238E27FC236}">
                      <a16:creationId xmlns:a16="http://schemas.microsoft.com/office/drawing/2014/main" id="{9CE1A551-7DB6-7096-E05B-C0ADE1F4DF6E}"/>
                    </a:ext>
                  </a:extLst>
                </p:cNvPr>
                <p:cNvPicPr/>
                <p:nvPr/>
              </p:nvPicPr>
              <p:blipFill>
                <a:blip r:embed="rId669"/>
                <a:stretch>
                  <a:fillRect/>
                </a:stretch>
              </p:blipFill>
              <p:spPr>
                <a:xfrm>
                  <a:off x="6491700" y="3912848"/>
                  <a:ext cx="20448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0">
              <p14:nvContentPartPr>
                <p14:cNvPr id="400" name="Ink 399">
                  <a:extLst>
                    <a:ext uri="{FF2B5EF4-FFF2-40B4-BE49-F238E27FC236}">
                      <a16:creationId xmlns:a16="http://schemas.microsoft.com/office/drawing/2014/main" id="{CF9FBFE8-B004-6230-4B95-8E5895A54478}"/>
                    </a:ext>
                  </a:extLst>
                </p14:cNvPr>
                <p14:cNvContentPartPr/>
                <p14:nvPr/>
              </p14:nvContentPartPr>
              <p14:xfrm>
                <a:off x="6602220" y="4385168"/>
                <a:ext cx="173160" cy="141120"/>
              </p14:xfrm>
            </p:contentPart>
          </mc:Choice>
          <mc:Fallback xmlns="">
            <p:pic>
              <p:nvPicPr>
                <p:cNvPr id="400" name="Ink 399">
                  <a:extLst>
                    <a:ext uri="{FF2B5EF4-FFF2-40B4-BE49-F238E27FC236}">
                      <a16:creationId xmlns:a16="http://schemas.microsoft.com/office/drawing/2014/main" id="{CF9FBFE8-B004-6230-4B95-8E5895A54478}"/>
                    </a:ext>
                  </a:extLst>
                </p:cNvPr>
                <p:cNvPicPr/>
                <p:nvPr/>
              </p:nvPicPr>
              <p:blipFill>
                <a:blip r:embed="rId671"/>
                <a:stretch>
                  <a:fillRect/>
                </a:stretch>
              </p:blipFill>
              <p:spPr>
                <a:xfrm>
                  <a:off x="6593580" y="4376168"/>
                  <a:ext cx="19080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2">
              <p14:nvContentPartPr>
                <p14:cNvPr id="401" name="Ink 400">
                  <a:extLst>
                    <a:ext uri="{FF2B5EF4-FFF2-40B4-BE49-F238E27FC236}">
                      <a16:creationId xmlns:a16="http://schemas.microsoft.com/office/drawing/2014/main" id="{D91F6F1C-DF73-B40A-74CA-2F44DE1BB77E}"/>
                    </a:ext>
                  </a:extLst>
                </p14:cNvPr>
                <p14:cNvContentPartPr/>
                <p14:nvPr/>
              </p14:nvContentPartPr>
              <p14:xfrm>
                <a:off x="7157340" y="3937688"/>
                <a:ext cx="204480" cy="137160"/>
              </p14:xfrm>
            </p:contentPart>
          </mc:Choice>
          <mc:Fallback xmlns="">
            <p:pic>
              <p:nvPicPr>
                <p:cNvPr id="401" name="Ink 400">
                  <a:extLst>
                    <a:ext uri="{FF2B5EF4-FFF2-40B4-BE49-F238E27FC236}">
                      <a16:creationId xmlns:a16="http://schemas.microsoft.com/office/drawing/2014/main" id="{D91F6F1C-DF73-B40A-74CA-2F44DE1BB77E}"/>
                    </a:ext>
                  </a:extLst>
                </p:cNvPr>
                <p:cNvPicPr/>
                <p:nvPr/>
              </p:nvPicPr>
              <p:blipFill>
                <a:blip r:embed="rId673"/>
                <a:stretch>
                  <a:fillRect/>
                </a:stretch>
              </p:blipFill>
              <p:spPr>
                <a:xfrm>
                  <a:off x="7148340" y="3928688"/>
                  <a:ext cx="22212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4">
              <p14:nvContentPartPr>
                <p14:cNvPr id="402" name="Ink 401">
                  <a:extLst>
                    <a:ext uri="{FF2B5EF4-FFF2-40B4-BE49-F238E27FC236}">
                      <a16:creationId xmlns:a16="http://schemas.microsoft.com/office/drawing/2014/main" id="{9A650AC4-EA36-B5C0-EF60-047D61B2EB7D}"/>
                    </a:ext>
                  </a:extLst>
                </p14:cNvPr>
                <p14:cNvContentPartPr/>
                <p14:nvPr/>
              </p14:nvContentPartPr>
              <p14:xfrm>
                <a:off x="7225380" y="4397768"/>
                <a:ext cx="137160" cy="122400"/>
              </p14:xfrm>
            </p:contentPart>
          </mc:Choice>
          <mc:Fallback xmlns="">
            <p:pic>
              <p:nvPicPr>
                <p:cNvPr id="402" name="Ink 401">
                  <a:extLst>
                    <a:ext uri="{FF2B5EF4-FFF2-40B4-BE49-F238E27FC236}">
                      <a16:creationId xmlns:a16="http://schemas.microsoft.com/office/drawing/2014/main" id="{9A650AC4-EA36-B5C0-EF60-047D61B2EB7D}"/>
                    </a:ext>
                  </a:extLst>
                </p:cNvPr>
                <p:cNvPicPr/>
                <p:nvPr/>
              </p:nvPicPr>
              <p:blipFill>
                <a:blip r:embed="rId675"/>
                <a:stretch>
                  <a:fillRect/>
                </a:stretch>
              </p:blipFill>
              <p:spPr>
                <a:xfrm>
                  <a:off x="7216740" y="4389128"/>
                  <a:ext cx="15480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6">
              <p14:nvContentPartPr>
                <p14:cNvPr id="403" name="Ink 402">
                  <a:extLst>
                    <a:ext uri="{FF2B5EF4-FFF2-40B4-BE49-F238E27FC236}">
                      <a16:creationId xmlns:a16="http://schemas.microsoft.com/office/drawing/2014/main" id="{C29D8BCA-3198-3563-0482-8AB09E4099BA}"/>
                    </a:ext>
                  </a:extLst>
                </p14:cNvPr>
                <p14:cNvContentPartPr/>
                <p14:nvPr/>
              </p14:nvContentPartPr>
              <p14:xfrm>
                <a:off x="7247340" y="4853528"/>
                <a:ext cx="180000" cy="123840"/>
              </p14:xfrm>
            </p:contentPart>
          </mc:Choice>
          <mc:Fallback xmlns="">
            <p:pic>
              <p:nvPicPr>
                <p:cNvPr id="403" name="Ink 402">
                  <a:extLst>
                    <a:ext uri="{FF2B5EF4-FFF2-40B4-BE49-F238E27FC236}">
                      <a16:creationId xmlns:a16="http://schemas.microsoft.com/office/drawing/2014/main" id="{C29D8BCA-3198-3563-0482-8AB09E4099BA}"/>
                    </a:ext>
                  </a:extLst>
                </p:cNvPr>
                <p:cNvPicPr/>
                <p:nvPr/>
              </p:nvPicPr>
              <p:blipFill>
                <a:blip r:embed="rId677"/>
                <a:stretch>
                  <a:fillRect/>
                </a:stretch>
              </p:blipFill>
              <p:spPr>
                <a:xfrm>
                  <a:off x="7238700" y="4844888"/>
                  <a:ext cx="19764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8">
              <p14:nvContentPartPr>
                <p14:cNvPr id="404" name="Ink 403">
                  <a:extLst>
                    <a:ext uri="{FF2B5EF4-FFF2-40B4-BE49-F238E27FC236}">
                      <a16:creationId xmlns:a16="http://schemas.microsoft.com/office/drawing/2014/main" id="{D76C71B4-5822-6DA0-46E7-F6BE882ACD7F}"/>
                    </a:ext>
                  </a:extLst>
                </p14:cNvPr>
                <p14:cNvContentPartPr/>
                <p14:nvPr/>
              </p14:nvContentPartPr>
              <p14:xfrm>
                <a:off x="7637220" y="3818888"/>
                <a:ext cx="255960" cy="1850760"/>
              </p14:xfrm>
            </p:contentPart>
          </mc:Choice>
          <mc:Fallback xmlns="">
            <p:pic>
              <p:nvPicPr>
                <p:cNvPr id="404" name="Ink 403">
                  <a:extLst>
                    <a:ext uri="{FF2B5EF4-FFF2-40B4-BE49-F238E27FC236}">
                      <a16:creationId xmlns:a16="http://schemas.microsoft.com/office/drawing/2014/main" id="{D76C71B4-5822-6DA0-46E7-F6BE882ACD7F}"/>
                    </a:ext>
                  </a:extLst>
                </p:cNvPr>
                <p:cNvPicPr/>
                <p:nvPr/>
              </p:nvPicPr>
              <p:blipFill>
                <a:blip r:embed="rId679"/>
                <a:stretch>
                  <a:fillRect/>
                </a:stretch>
              </p:blipFill>
              <p:spPr>
                <a:xfrm>
                  <a:off x="7628220" y="3809888"/>
                  <a:ext cx="273600" cy="1868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8" name="Group 447">
            <a:extLst>
              <a:ext uri="{FF2B5EF4-FFF2-40B4-BE49-F238E27FC236}">
                <a16:creationId xmlns:a16="http://schemas.microsoft.com/office/drawing/2014/main" id="{DFB629E2-DE33-97C9-52C6-0F5B128EF4DA}"/>
              </a:ext>
            </a:extLst>
          </p:cNvPr>
          <p:cNvGrpSpPr/>
          <p:nvPr/>
        </p:nvGrpSpPr>
        <p:grpSpPr>
          <a:xfrm>
            <a:off x="7992180" y="3799088"/>
            <a:ext cx="1163520" cy="2325960"/>
            <a:chOff x="7992180" y="3799088"/>
            <a:chExt cx="1163520" cy="2325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80">
              <p14:nvContentPartPr>
                <p14:cNvPr id="406" name="Ink 405">
                  <a:extLst>
                    <a:ext uri="{FF2B5EF4-FFF2-40B4-BE49-F238E27FC236}">
                      <a16:creationId xmlns:a16="http://schemas.microsoft.com/office/drawing/2014/main" id="{A731E816-958D-10DC-CBF1-3A5726DD4C17}"/>
                    </a:ext>
                  </a:extLst>
                </p14:cNvPr>
                <p14:cNvContentPartPr/>
                <p14:nvPr/>
              </p14:nvContentPartPr>
              <p14:xfrm>
                <a:off x="8212860" y="3957128"/>
                <a:ext cx="134280" cy="92880"/>
              </p14:xfrm>
            </p:contentPart>
          </mc:Choice>
          <mc:Fallback xmlns="">
            <p:pic>
              <p:nvPicPr>
                <p:cNvPr id="406" name="Ink 405">
                  <a:extLst>
                    <a:ext uri="{FF2B5EF4-FFF2-40B4-BE49-F238E27FC236}">
                      <a16:creationId xmlns:a16="http://schemas.microsoft.com/office/drawing/2014/main" id="{A731E816-958D-10DC-CBF1-3A5726DD4C17}"/>
                    </a:ext>
                  </a:extLst>
                </p:cNvPr>
                <p:cNvPicPr/>
                <p:nvPr/>
              </p:nvPicPr>
              <p:blipFill>
                <a:blip r:embed="rId681"/>
                <a:stretch>
                  <a:fillRect/>
                </a:stretch>
              </p:blipFill>
              <p:spPr>
                <a:xfrm>
                  <a:off x="8203860" y="3948128"/>
                  <a:ext cx="15192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2">
              <p14:nvContentPartPr>
                <p14:cNvPr id="407" name="Ink 406">
                  <a:extLst>
                    <a:ext uri="{FF2B5EF4-FFF2-40B4-BE49-F238E27FC236}">
                      <a16:creationId xmlns:a16="http://schemas.microsoft.com/office/drawing/2014/main" id="{5700E2B6-7E3D-BB20-0AB8-A1A62E80C884}"/>
                    </a:ext>
                  </a:extLst>
                </p14:cNvPr>
                <p14:cNvContentPartPr/>
                <p14:nvPr/>
              </p14:nvContentPartPr>
              <p14:xfrm>
                <a:off x="8270820" y="3962888"/>
                <a:ext cx="52200" cy="88920"/>
              </p14:xfrm>
            </p:contentPart>
          </mc:Choice>
          <mc:Fallback xmlns="">
            <p:pic>
              <p:nvPicPr>
                <p:cNvPr id="407" name="Ink 406">
                  <a:extLst>
                    <a:ext uri="{FF2B5EF4-FFF2-40B4-BE49-F238E27FC236}">
                      <a16:creationId xmlns:a16="http://schemas.microsoft.com/office/drawing/2014/main" id="{5700E2B6-7E3D-BB20-0AB8-A1A62E80C884}"/>
                    </a:ext>
                  </a:extLst>
                </p:cNvPr>
                <p:cNvPicPr/>
                <p:nvPr/>
              </p:nvPicPr>
              <p:blipFill>
                <a:blip r:embed="rId683"/>
                <a:stretch>
                  <a:fillRect/>
                </a:stretch>
              </p:blipFill>
              <p:spPr>
                <a:xfrm>
                  <a:off x="8262180" y="3954248"/>
                  <a:ext cx="6984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4">
              <p14:nvContentPartPr>
                <p14:cNvPr id="408" name="Ink 407">
                  <a:extLst>
                    <a:ext uri="{FF2B5EF4-FFF2-40B4-BE49-F238E27FC236}">
                      <a16:creationId xmlns:a16="http://schemas.microsoft.com/office/drawing/2014/main" id="{9C3EA5A5-8999-CD4C-F690-D7C7E43C2C9E}"/>
                    </a:ext>
                  </a:extLst>
                </p14:cNvPr>
                <p14:cNvContentPartPr/>
                <p14:nvPr/>
              </p14:nvContentPartPr>
              <p14:xfrm>
                <a:off x="8400420" y="3899528"/>
                <a:ext cx="140760" cy="189720"/>
              </p14:xfrm>
            </p:contentPart>
          </mc:Choice>
          <mc:Fallback xmlns="">
            <p:pic>
              <p:nvPicPr>
                <p:cNvPr id="408" name="Ink 407">
                  <a:extLst>
                    <a:ext uri="{FF2B5EF4-FFF2-40B4-BE49-F238E27FC236}">
                      <a16:creationId xmlns:a16="http://schemas.microsoft.com/office/drawing/2014/main" id="{9C3EA5A5-8999-CD4C-F690-D7C7E43C2C9E}"/>
                    </a:ext>
                  </a:extLst>
                </p:cNvPr>
                <p:cNvPicPr/>
                <p:nvPr/>
              </p:nvPicPr>
              <p:blipFill>
                <a:blip r:embed="rId685"/>
                <a:stretch>
                  <a:fillRect/>
                </a:stretch>
              </p:blipFill>
              <p:spPr>
                <a:xfrm>
                  <a:off x="8391780" y="3890528"/>
                  <a:ext cx="15840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6">
              <p14:nvContentPartPr>
                <p14:cNvPr id="409" name="Ink 408">
                  <a:extLst>
                    <a:ext uri="{FF2B5EF4-FFF2-40B4-BE49-F238E27FC236}">
                      <a16:creationId xmlns:a16="http://schemas.microsoft.com/office/drawing/2014/main" id="{AE2FBEA7-E81D-0A87-D9F7-619D4AA6BC75}"/>
                    </a:ext>
                  </a:extLst>
                </p14:cNvPr>
                <p14:cNvContentPartPr/>
                <p14:nvPr/>
              </p14:nvContentPartPr>
              <p14:xfrm>
                <a:off x="8556300" y="3969008"/>
                <a:ext cx="115920" cy="99720"/>
              </p14:xfrm>
            </p:contentPart>
          </mc:Choice>
          <mc:Fallback xmlns="">
            <p:pic>
              <p:nvPicPr>
                <p:cNvPr id="409" name="Ink 408">
                  <a:extLst>
                    <a:ext uri="{FF2B5EF4-FFF2-40B4-BE49-F238E27FC236}">
                      <a16:creationId xmlns:a16="http://schemas.microsoft.com/office/drawing/2014/main" id="{AE2FBEA7-E81D-0A87-D9F7-619D4AA6BC75}"/>
                    </a:ext>
                  </a:extLst>
                </p:cNvPr>
                <p:cNvPicPr/>
                <p:nvPr/>
              </p:nvPicPr>
              <p:blipFill>
                <a:blip r:embed="rId687"/>
                <a:stretch>
                  <a:fillRect/>
                </a:stretch>
              </p:blipFill>
              <p:spPr>
                <a:xfrm>
                  <a:off x="8547300" y="3960368"/>
                  <a:ext cx="13356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8">
              <p14:nvContentPartPr>
                <p14:cNvPr id="410" name="Ink 409">
                  <a:extLst>
                    <a:ext uri="{FF2B5EF4-FFF2-40B4-BE49-F238E27FC236}">
                      <a16:creationId xmlns:a16="http://schemas.microsoft.com/office/drawing/2014/main" id="{A07995F4-A95F-E38A-084F-8A5E61113737}"/>
                    </a:ext>
                  </a:extLst>
                </p14:cNvPr>
                <p14:cNvContentPartPr/>
                <p14:nvPr/>
              </p14:nvContentPartPr>
              <p14:xfrm>
                <a:off x="8665740" y="3857408"/>
                <a:ext cx="155520" cy="229680"/>
              </p14:xfrm>
            </p:contentPart>
          </mc:Choice>
          <mc:Fallback xmlns="">
            <p:pic>
              <p:nvPicPr>
                <p:cNvPr id="410" name="Ink 409">
                  <a:extLst>
                    <a:ext uri="{FF2B5EF4-FFF2-40B4-BE49-F238E27FC236}">
                      <a16:creationId xmlns:a16="http://schemas.microsoft.com/office/drawing/2014/main" id="{A07995F4-A95F-E38A-084F-8A5E61113737}"/>
                    </a:ext>
                  </a:extLst>
                </p:cNvPr>
                <p:cNvPicPr/>
                <p:nvPr/>
              </p:nvPicPr>
              <p:blipFill>
                <a:blip r:embed="rId689"/>
                <a:stretch>
                  <a:fillRect/>
                </a:stretch>
              </p:blipFill>
              <p:spPr>
                <a:xfrm>
                  <a:off x="8657100" y="3848768"/>
                  <a:ext cx="17316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0">
              <p14:nvContentPartPr>
                <p14:cNvPr id="411" name="Ink 410">
                  <a:extLst>
                    <a:ext uri="{FF2B5EF4-FFF2-40B4-BE49-F238E27FC236}">
                      <a16:creationId xmlns:a16="http://schemas.microsoft.com/office/drawing/2014/main" id="{53CD15C4-32BE-2634-28A4-40C151995CBB}"/>
                    </a:ext>
                  </a:extLst>
                </p14:cNvPr>
                <p14:cNvContentPartPr/>
                <p14:nvPr/>
              </p14:nvContentPartPr>
              <p14:xfrm>
                <a:off x="8291700" y="4306688"/>
                <a:ext cx="130320" cy="92160"/>
              </p14:xfrm>
            </p:contentPart>
          </mc:Choice>
          <mc:Fallback xmlns="">
            <p:pic>
              <p:nvPicPr>
                <p:cNvPr id="411" name="Ink 410">
                  <a:extLst>
                    <a:ext uri="{FF2B5EF4-FFF2-40B4-BE49-F238E27FC236}">
                      <a16:creationId xmlns:a16="http://schemas.microsoft.com/office/drawing/2014/main" id="{53CD15C4-32BE-2634-28A4-40C151995CBB}"/>
                    </a:ext>
                  </a:extLst>
                </p:cNvPr>
                <p:cNvPicPr/>
                <p:nvPr/>
              </p:nvPicPr>
              <p:blipFill>
                <a:blip r:embed="rId691"/>
                <a:stretch>
                  <a:fillRect/>
                </a:stretch>
              </p:blipFill>
              <p:spPr>
                <a:xfrm>
                  <a:off x="8283060" y="4298048"/>
                  <a:ext cx="14796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2">
              <p14:nvContentPartPr>
                <p14:cNvPr id="412" name="Ink 411">
                  <a:extLst>
                    <a:ext uri="{FF2B5EF4-FFF2-40B4-BE49-F238E27FC236}">
                      <a16:creationId xmlns:a16="http://schemas.microsoft.com/office/drawing/2014/main" id="{F65E67EF-4A71-8CEE-31A7-16CD10EA6295}"/>
                    </a:ext>
                  </a:extLst>
                </p14:cNvPr>
                <p14:cNvContentPartPr/>
                <p14:nvPr/>
              </p14:nvContentPartPr>
              <p14:xfrm>
                <a:off x="8347860" y="4343048"/>
                <a:ext cx="42840" cy="77760"/>
              </p14:xfrm>
            </p:contentPart>
          </mc:Choice>
          <mc:Fallback xmlns="">
            <p:pic>
              <p:nvPicPr>
                <p:cNvPr id="412" name="Ink 411">
                  <a:extLst>
                    <a:ext uri="{FF2B5EF4-FFF2-40B4-BE49-F238E27FC236}">
                      <a16:creationId xmlns:a16="http://schemas.microsoft.com/office/drawing/2014/main" id="{F65E67EF-4A71-8CEE-31A7-16CD10EA6295}"/>
                    </a:ext>
                  </a:extLst>
                </p:cNvPr>
                <p:cNvPicPr/>
                <p:nvPr/>
              </p:nvPicPr>
              <p:blipFill>
                <a:blip r:embed="rId693"/>
                <a:stretch>
                  <a:fillRect/>
                </a:stretch>
              </p:blipFill>
              <p:spPr>
                <a:xfrm>
                  <a:off x="8339220" y="4334408"/>
                  <a:ext cx="6048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4">
              <p14:nvContentPartPr>
                <p14:cNvPr id="415" name="Ink 414">
                  <a:extLst>
                    <a:ext uri="{FF2B5EF4-FFF2-40B4-BE49-F238E27FC236}">
                      <a16:creationId xmlns:a16="http://schemas.microsoft.com/office/drawing/2014/main" id="{628D699E-5D1B-CB59-A32E-4CF86AD08126}"/>
                    </a:ext>
                  </a:extLst>
                </p14:cNvPr>
                <p14:cNvContentPartPr/>
                <p14:nvPr/>
              </p14:nvContentPartPr>
              <p14:xfrm>
                <a:off x="8466660" y="4285088"/>
                <a:ext cx="136800" cy="174600"/>
              </p14:xfrm>
            </p:contentPart>
          </mc:Choice>
          <mc:Fallback xmlns="">
            <p:pic>
              <p:nvPicPr>
                <p:cNvPr id="415" name="Ink 414">
                  <a:extLst>
                    <a:ext uri="{FF2B5EF4-FFF2-40B4-BE49-F238E27FC236}">
                      <a16:creationId xmlns:a16="http://schemas.microsoft.com/office/drawing/2014/main" id="{628D699E-5D1B-CB59-A32E-4CF86AD08126}"/>
                    </a:ext>
                  </a:extLst>
                </p:cNvPr>
                <p:cNvPicPr/>
                <p:nvPr/>
              </p:nvPicPr>
              <p:blipFill>
                <a:blip r:embed="rId695"/>
                <a:stretch>
                  <a:fillRect/>
                </a:stretch>
              </p:blipFill>
              <p:spPr>
                <a:xfrm>
                  <a:off x="8457660" y="4276088"/>
                  <a:ext cx="15444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6">
              <p14:nvContentPartPr>
                <p14:cNvPr id="416" name="Ink 415">
                  <a:extLst>
                    <a:ext uri="{FF2B5EF4-FFF2-40B4-BE49-F238E27FC236}">
                      <a16:creationId xmlns:a16="http://schemas.microsoft.com/office/drawing/2014/main" id="{D3559328-BF9B-0144-071C-17742A113D25}"/>
                    </a:ext>
                  </a:extLst>
                </p14:cNvPr>
                <p14:cNvContentPartPr/>
                <p14:nvPr/>
              </p14:nvContentPartPr>
              <p14:xfrm>
                <a:off x="8603460" y="4353488"/>
                <a:ext cx="20520" cy="73440"/>
              </p14:xfrm>
            </p:contentPart>
          </mc:Choice>
          <mc:Fallback xmlns="">
            <p:pic>
              <p:nvPicPr>
                <p:cNvPr id="416" name="Ink 415">
                  <a:extLst>
                    <a:ext uri="{FF2B5EF4-FFF2-40B4-BE49-F238E27FC236}">
                      <a16:creationId xmlns:a16="http://schemas.microsoft.com/office/drawing/2014/main" id="{D3559328-BF9B-0144-071C-17742A113D25}"/>
                    </a:ext>
                  </a:extLst>
                </p:cNvPr>
                <p:cNvPicPr/>
                <p:nvPr/>
              </p:nvPicPr>
              <p:blipFill>
                <a:blip r:embed="rId697"/>
                <a:stretch>
                  <a:fillRect/>
                </a:stretch>
              </p:blipFill>
              <p:spPr>
                <a:xfrm>
                  <a:off x="8594820" y="4344848"/>
                  <a:ext cx="3816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8">
              <p14:nvContentPartPr>
                <p14:cNvPr id="417" name="Ink 416">
                  <a:extLst>
                    <a:ext uri="{FF2B5EF4-FFF2-40B4-BE49-F238E27FC236}">
                      <a16:creationId xmlns:a16="http://schemas.microsoft.com/office/drawing/2014/main" id="{780204C6-D602-02F7-B553-692B6D7532C4}"/>
                    </a:ext>
                  </a:extLst>
                </p14:cNvPr>
                <p14:cNvContentPartPr/>
                <p14:nvPr/>
              </p14:nvContentPartPr>
              <p14:xfrm>
                <a:off x="8650260" y="4271768"/>
                <a:ext cx="150840" cy="164520"/>
              </p14:xfrm>
            </p:contentPart>
          </mc:Choice>
          <mc:Fallback xmlns="">
            <p:pic>
              <p:nvPicPr>
                <p:cNvPr id="417" name="Ink 416">
                  <a:extLst>
                    <a:ext uri="{FF2B5EF4-FFF2-40B4-BE49-F238E27FC236}">
                      <a16:creationId xmlns:a16="http://schemas.microsoft.com/office/drawing/2014/main" id="{780204C6-D602-02F7-B553-692B6D7532C4}"/>
                    </a:ext>
                  </a:extLst>
                </p:cNvPr>
                <p:cNvPicPr/>
                <p:nvPr/>
              </p:nvPicPr>
              <p:blipFill>
                <a:blip r:embed="rId699"/>
                <a:stretch>
                  <a:fillRect/>
                </a:stretch>
              </p:blipFill>
              <p:spPr>
                <a:xfrm>
                  <a:off x="8641260" y="4262768"/>
                  <a:ext cx="16848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0">
              <p14:nvContentPartPr>
                <p14:cNvPr id="419" name="Ink 418">
                  <a:extLst>
                    <a:ext uri="{FF2B5EF4-FFF2-40B4-BE49-F238E27FC236}">
                      <a16:creationId xmlns:a16="http://schemas.microsoft.com/office/drawing/2014/main" id="{756FCC26-56FC-8EBD-74B6-1FB18BAFF687}"/>
                    </a:ext>
                  </a:extLst>
                </p14:cNvPr>
                <p14:cNvContentPartPr/>
                <p14:nvPr/>
              </p14:nvContentPartPr>
              <p14:xfrm>
                <a:off x="8297100" y="4727528"/>
                <a:ext cx="113760" cy="80640"/>
              </p14:xfrm>
            </p:contentPart>
          </mc:Choice>
          <mc:Fallback xmlns="">
            <p:pic>
              <p:nvPicPr>
                <p:cNvPr id="419" name="Ink 418">
                  <a:extLst>
                    <a:ext uri="{FF2B5EF4-FFF2-40B4-BE49-F238E27FC236}">
                      <a16:creationId xmlns:a16="http://schemas.microsoft.com/office/drawing/2014/main" id="{756FCC26-56FC-8EBD-74B6-1FB18BAFF687}"/>
                    </a:ext>
                  </a:extLst>
                </p:cNvPr>
                <p:cNvPicPr/>
                <p:nvPr/>
              </p:nvPicPr>
              <p:blipFill>
                <a:blip r:embed="rId701"/>
                <a:stretch>
                  <a:fillRect/>
                </a:stretch>
              </p:blipFill>
              <p:spPr>
                <a:xfrm>
                  <a:off x="8288100" y="4718888"/>
                  <a:ext cx="13140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2">
              <p14:nvContentPartPr>
                <p14:cNvPr id="420" name="Ink 419">
                  <a:extLst>
                    <a:ext uri="{FF2B5EF4-FFF2-40B4-BE49-F238E27FC236}">
                      <a16:creationId xmlns:a16="http://schemas.microsoft.com/office/drawing/2014/main" id="{55222B36-83E4-2D7E-877E-B9598B9AA001}"/>
                    </a:ext>
                  </a:extLst>
                </p14:cNvPr>
                <p14:cNvContentPartPr/>
                <p14:nvPr/>
              </p14:nvContentPartPr>
              <p14:xfrm>
                <a:off x="8352900" y="4743368"/>
                <a:ext cx="48600" cy="79200"/>
              </p14:xfrm>
            </p:contentPart>
          </mc:Choice>
          <mc:Fallback xmlns="">
            <p:pic>
              <p:nvPicPr>
                <p:cNvPr id="420" name="Ink 419">
                  <a:extLst>
                    <a:ext uri="{FF2B5EF4-FFF2-40B4-BE49-F238E27FC236}">
                      <a16:creationId xmlns:a16="http://schemas.microsoft.com/office/drawing/2014/main" id="{55222B36-83E4-2D7E-877E-B9598B9AA001}"/>
                    </a:ext>
                  </a:extLst>
                </p:cNvPr>
                <p:cNvPicPr/>
                <p:nvPr/>
              </p:nvPicPr>
              <p:blipFill>
                <a:blip r:embed="rId703"/>
                <a:stretch>
                  <a:fillRect/>
                </a:stretch>
              </p:blipFill>
              <p:spPr>
                <a:xfrm>
                  <a:off x="8343900" y="4734368"/>
                  <a:ext cx="6624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4">
              <p14:nvContentPartPr>
                <p14:cNvPr id="421" name="Ink 420">
                  <a:extLst>
                    <a:ext uri="{FF2B5EF4-FFF2-40B4-BE49-F238E27FC236}">
                      <a16:creationId xmlns:a16="http://schemas.microsoft.com/office/drawing/2014/main" id="{0F7297CA-E2FF-B91D-3A44-4AB766A693B2}"/>
                    </a:ext>
                  </a:extLst>
                </p14:cNvPr>
                <p14:cNvContentPartPr/>
                <p14:nvPr/>
              </p14:nvContentPartPr>
              <p14:xfrm>
                <a:off x="8458740" y="4640768"/>
                <a:ext cx="115200" cy="213480"/>
              </p14:xfrm>
            </p:contentPart>
          </mc:Choice>
          <mc:Fallback xmlns="">
            <p:pic>
              <p:nvPicPr>
                <p:cNvPr id="421" name="Ink 420">
                  <a:extLst>
                    <a:ext uri="{FF2B5EF4-FFF2-40B4-BE49-F238E27FC236}">
                      <a16:creationId xmlns:a16="http://schemas.microsoft.com/office/drawing/2014/main" id="{0F7297CA-E2FF-B91D-3A44-4AB766A693B2}"/>
                    </a:ext>
                  </a:extLst>
                </p:cNvPr>
                <p:cNvPicPr/>
                <p:nvPr/>
              </p:nvPicPr>
              <p:blipFill>
                <a:blip r:embed="rId705"/>
                <a:stretch>
                  <a:fillRect/>
                </a:stretch>
              </p:blipFill>
              <p:spPr>
                <a:xfrm>
                  <a:off x="8450100" y="4632128"/>
                  <a:ext cx="13284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6">
              <p14:nvContentPartPr>
                <p14:cNvPr id="422" name="Ink 421">
                  <a:extLst>
                    <a:ext uri="{FF2B5EF4-FFF2-40B4-BE49-F238E27FC236}">
                      <a16:creationId xmlns:a16="http://schemas.microsoft.com/office/drawing/2014/main" id="{7ED141C3-F152-B984-FDB8-180F062D02F6}"/>
                    </a:ext>
                  </a:extLst>
                </p14:cNvPr>
                <p14:cNvContentPartPr/>
                <p14:nvPr/>
              </p14:nvContentPartPr>
              <p14:xfrm>
                <a:off x="8587980" y="4731848"/>
                <a:ext cx="116280" cy="80640"/>
              </p14:xfrm>
            </p:contentPart>
          </mc:Choice>
          <mc:Fallback xmlns="">
            <p:pic>
              <p:nvPicPr>
                <p:cNvPr id="422" name="Ink 421">
                  <a:extLst>
                    <a:ext uri="{FF2B5EF4-FFF2-40B4-BE49-F238E27FC236}">
                      <a16:creationId xmlns:a16="http://schemas.microsoft.com/office/drawing/2014/main" id="{7ED141C3-F152-B984-FDB8-180F062D02F6}"/>
                    </a:ext>
                  </a:extLst>
                </p:cNvPr>
                <p:cNvPicPr/>
                <p:nvPr/>
              </p:nvPicPr>
              <p:blipFill>
                <a:blip r:embed="rId707"/>
                <a:stretch>
                  <a:fillRect/>
                </a:stretch>
              </p:blipFill>
              <p:spPr>
                <a:xfrm>
                  <a:off x="8578980" y="4723208"/>
                  <a:ext cx="13392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8">
              <p14:nvContentPartPr>
                <p14:cNvPr id="423" name="Ink 422">
                  <a:extLst>
                    <a:ext uri="{FF2B5EF4-FFF2-40B4-BE49-F238E27FC236}">
                      <a16:creationId xmlns:a16="http://schemas.microsoft.com/office/drawing/2014/main" id="{DAD5CC1E-F650-FE07-8776-F233B79A7835}"/>
                    </a:ext>
                  </a:extLst>
                </p14:cNvPr>
                <p14:cNvContentPartPr/>
                <p14:nvPr/>
              </p14:nvContentPartPr>
              <p14:xfrm>
                <a:off x="8676180" y="4639688"/>
                <a:ext cx="147960" cy="201960"/>
              </p14:xfrm>
            </p:contentPart>
          </mc:Choice>
          <mc:Fallback xmlns="">
            <p:pic>
              <p:nvPicPr>
                <p:cNvPr id="423" name="Ink 422">
                  <a:extLst>
                    <a:ext uri="{FF2B5EF4-FFF2-40B4-BE49-F238E27FC236}">
                      <a16:creationId xmlns:a16="http://schemas.microsoft.com/office/drawing/2014/main" id="{DAD5CC1E-F650-FE07-8776-F233B79A7835}"/>
                    </a:ext>
                  </a:extLst>
                </p:cNvPr>
                <p:cNvPicPr/>
                <p:nvPr/>
              </p:nvPicPr>
              <p:blipFill>
                <a:blip r:embed="rId709"/>
                <a:stretch>
                  <a:fillRect/>
                </a:stretch>
              </p:blipFill>
              <p:spPr>
                <a:xfrm>
                  <a:off x="8667540" y="4630688"/>
                  <a:ext cx="16560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0">
              <p14:nvContentPartPr>
                <p14:cNvPr id="424" name="Ink 423">
                  <a:extLst>
                    <a:ext uri="{FF2B5EF4-FFF2-40B4-BE49-F238E27FC236}">
                      <a16:creationId xmlns:a16="http://schemas.microsoft.com/office/drawing/2014/main" id="{9F26F99A-44F6-C02A-1D8B-3926EF8537AE}"/>
                    </a:ext>
                  </a:extLst>
                </p14:cNvPr>
                <p14:cNvContentPartPr/>
                <p14:nvPr/>
              </p14:nvContentPartPr>
              <p14:xfrm>
                <a:off x="8323020" y="5086088"/>
                <a:ext cx="114480" cy="69480"/>
              </p14:xfrm>
            </p:contentPart>
          </mc:Choice>
          <mc:Fallback xmlns="">
            <p:pic>
              <p:nvPicPr>
                <p:cNvPr id="424" name="Ink 423">
                  <a:extLst>
                    <a:ext uri="{FF2B5EF4-FFF2-40B4-BE49-F238E27FC236}">
                      <a16:creationId xmlns:a16="http://schemas.microsoft.com/office/drawing/2014/main" id="{9F26F99A-44F6-C02A-1D8B-3926EF8537AE}"/>
                    </a:ext>
                  </a:extLst>
                </p:cNvPr>
                <p:cNvPicPr/>
                <p:nvPr/>
              </p:nvPicPr>
              <p:blipFill>
                <a:blip r:embed="rId711"/>
                <a:stretch>
                  <a:fillRect/>
                </a:stretch>
              </p:blipFill>
              <p:spPr>
                <a:xfrm>
                  <a:off x="8314020" y="5077448"/>
                  <a:ext cx="13212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2">
              <p14:nvContentPartPr>
                <p14:cNvPr id="425" name="Ink 424">
                  <a:extLst>
                    <a:ext uri="{FF2B5EF4-FFF2-40B4-BE49-F238E27FC236}">
                      <a16:creationId xmlns:a16="http://schemas.microsoft.com/office/drawing/2014/main" id="{F1792883-E552-5319-C2B1-C7E0C744C93F}"/>
                    </a:ext>
                  </a:extLst>
                </p14:cNvPr>
                <p14:cNvContentPartPr/>
                <p14:nvPr/>
              </p14:nvContentPartPr>
              <p14:xfrm>
                <a:off x="8362980" y="5086088"/>
                <a:ext cx="43560" cy="99000"/>
              </p14:xfrm>
            </p:contentPart>
          </mc:Choice>
          <mc:Fallback xmlns="">
            <p:pic>
              <p:nvPicPr>
                <p:cNvPr id="425" name="Ink 424">
                  <a:extLst>
                    <a:ext uri="{FF2B5EF4-FFF2-40B4-BE49-F238E27FC236}">
                      <a16:creationId xmlns:a16="http://schemas.microsoft.com/office/drawing/2014/main" id="{F1792883-E552-5319-C2B1-C7E0C744C93F}"/>
                    </a:ext>
                  </a:extLst>
                </p:cNvPr>
                <p:cNvPicPr/>
                <p:nvPr/>
              </p:nvPicPr>
              <p:blipFill>
                <a:blip r:embed="rId713"/>
                <a:stretch>
                  <a:fillRect/>
                </a:stretch>
              </p:blipFill>
              <p:spPr>
                <a:xfrm>
                  <a:off x="8354340" y="5077448"/>
                  <a:ext cx="6120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4">
              <p14:nvContentPartPr>
                <p14:cNvPr id="426" name="Ink 425">
                  <a:extLst>
                    <a:ext uri="{FF2B5EF4-FFF2-40B4-BE49-F238E27FC236}">
                      <a16:creationId xmlns:a16="http://schemas.microsoft.com/office/drawing/2014/main" id="{A127CE78-1F70-67BA-E346-AC1BE453FB03}"/>
                    </a:ext>
                  </a:extLst>
                </p14:cNvPr>
                <p14:cNvContentPartPr/>
                <p14:nvPr/>
              </p14:nvContentPartPr>
              <p14:xfrm>
                <a:off x="8487540" y="5021288"/>
                <a:ext cx="118800" cy="195840"/>
              </p14:xfrm>
            </p:contentPart>
          </mc:Choice>
          <mc:Fallback xmlns="">
            <p:pic>
              <p:nvPicPr>
                <p:cNvPr id="426" name="Ink 425">
                  <a:extLst>
                    <a:ext uri="{FF2B5EF4-FFF2-40B4-BE49-F238E27FC236}">
                      <a16:creationId xmlns:a16="http://schemas.microsoft.com/office/drawing/2014/main" id="{A127CE78-1F70-67BA-E346-AC1BE453FB03}"/>
                    </a:ext>
                  </a:extLst>
                </p:cNvPr>
                <p:cNvPicPr/>
                <p:nvPr/>
              </p:nvPicPr>
              <p:blipFill>
                <a:blip r:embed="rId715"/>
                <a:stretch>
                  <a:fillRect/>
                </a:stretch>
              </p:blipFill>
              <p:spPr>
                <a:xfrm>
                  <a:off x="8478900" y="5012288"/>
                  <a:ext cx="13644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6">
              <p14:nvContentPartPr>
                <p14:cNvPr id="427" name="Ink 426">
                  <a:extLst>
                    <a:ext uri="{FF2B5EF4-FFF2-40B4-BE49-F238E27FC236}">
                      <a16:creationId xmlns:a16="http://schemas.microsoft.com/office/drawing/2014/main" id="{B300316D-5AFD-8E2E-ACF8-3AE7ABA59A58}"/>
                    </a:ext>
                  </a:extLst>
                </p14:cNvPr>
                <p14:cNvContentPartPr/>
                <p14:nvPr/>
              </p14:nvContentPartPr>
              <p14:xfrm>
                <a:off x="8629380" y="5041088"/>
                <a:ext cx="77760" cy="120240"/>
              </p14:xfrm>
            </p:contentPart>
          </mc:Choice>
          <mc:Fallback xmlns="">
            <p:pic>
              <p:nvPicPr>
                <p:cNvPr id="427" name="Ink 426">
                  <a:extLst>
                    <a:ext uri="{FF2B5EF4-FFF2-40B4-BE49-F238E27FC236}">
                      <a16:creationId xmlns:a16="http://schemas.microsoft.com/office/drawing/2014/main" id="{B300316D-5AFD-8E2E-ACF8-3AE7ABA59A58}"/>
                    </a:ext>
                  </a:extLst>
                </p:cNvPr>
                <p:cNvPicPr/>
                <p:nvPr/>
              </p:nvPicPr>
              <p:blipFill>
                <a:blip r:embed="rId717"/>
                <a:stretch>
                  <a:fillRect/>
                </a:stretch>
              </p:blipFill>
              <p:spPr>
                <a:xfrm>
                  <a:off x="8620740" y="5032448"/>
                  <a:ext cx="9540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8">
              <p14:nvContentPartPr>
                <p14:cNvPr id="428" name="Ink 427">
                  <a:extLst>
                    <a:ext uri="{FF2B5EF4-FFF2-40B4-BE49-F238E27FC236}">
                      <a16:creationId xmlns:a16="http://schemas.microsoft.com/office/drawing/2014/main" id="{CB4E4089-CFAD-DD64-E559-10F932D4E2E0}"/>
                    </a:ext>
                  </a:extLst>
                </p14:cNvPr>
                <p14:cNvContentPartPr/>
                <p14:nvPr/>
              </p14:nvContentPartPr>
              <p14:xfrm>
                <a:off x="8748900" y="4997888"/>
                <a:ext cx="109800" cy="220680"/>
              </p14:xfrm>
            </p:contentPart>
          </mc:Choice>
          <mc:Fallback xmlns="">
            <p:pic>
              <p:nvPicPr>
                <p:cNvPr id="428" name="Ink 427">
                  <a:extLst>
                    <a:ext uri="{FF2B5EF4-FFF2-40B4-BE49-F238E27FC236}">
                      <a16:creationId xmlns:a16="http://schemas.microsoft.com/office/drawing/2014/main" id="{CB4E4089-CFAD-DD64-E559-10F932D4E2E0}"/>
                    </a:ext>
                  </a:extLst>
                </p:cNvPr>
                <p:cNvPicPr/>
                <p:nvPr/>
              </p:nvPicPr>
              <p:blipFill>
                <a:blip r:embed="rId719"/>
                <a:stretch>
                  <a:fillRect/>
                </a:stretch>
              </p:blipFill>
              <p:spPr>
                <a:xfrm>
                  <a:off x="8740260" y="4988888"/>
                  <a:ext cx="12744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0">
              <p14:nvContentPartPr>
                <p14:cNvPr id="431" name="Ink 430">
                  <a:extLst>
                    <a:ext uri="{FF2B5EF4-FFF2-40B4-BE49-F238E27FC236}">
                      <a16:creationId xmlns:a16="http://schemas.microsoft.com/office/drawing/2014/main" id="{73F8826D-899B-6A36-769A-638806CEBF79}"/>
                    </a:ext>
                  </a:extLst>
                </p14:cNvPr>
                <p14:cNvContentPartPr/>
                <p14:nvPr/>
              </p14:nvContentPartPr>
              <p14:xfrm>
                <a:off x="8366940" y="5495768"/>
                <a:ext cx="140400" cy="97560"/>
              </p14:xfrm>
            </p:contentPart>
          </mc:Choice>
          <mc:Fallback xmlns="">
            <p:pic>
              <p:nvPicPr>
                <p:cNvPr id="431" name="Ink 430">
                  <a:extLst>
                    <a:ext uri="{FF2B5EF4-FFF2-40B4-BE49-F238E27FC236}">
                      <a16:creationId xmlns:a16="http://schemas.microsoft.com/office/drawing/2014/main" id="{73F8826D-899B-6A36-769A-638806CEBF79}"/>
                    </a:ext>
                  </a:extLst>
                </p:cNvPr>
                <p:cNvPicPr/>
                <p:nvPr/>
              </p:nvPicPr>
              <p:blipFill>
                <a:blip r:embed="rId721"/>
                <a:stretch>
                  <a:fillRect/>
                </a:stretch>
              </p:blipFill>
              <p:spPr>
                <a:xfrm>
                  <a:off x="8357940" y="5486768"/>
                  <a:ext cx="15804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2">
              <p14:nvContentPartPr>
                <p14:cNvPr id="432" name="Ink 431">
                  <a:extLst>
                    <a:ext uri="{FF2B5EF4-FFF2-40B4-BE49-F238E27FC236}">
                      <a16:creationId xmlns:a16="http://schemas.microsoft.com/office/drawing/2014/main" id="{E1E0759D-60BA-FB9D-66E1-7B21B3AEFC0A}"/>
                    </a:ext>
                  </a:extLst>
                </p14:cNvPr>
                <p14:cNvContentPartPr/>
                <p14:nvPr/>
              </p14:nvContentPartPr>
              <p14:xfrm>
                <a:off x="8415180" y="5506928"/>
                <a:ext cx="43200" cy="72360"/>
              </p14:xfrm>
            </p:contentPart>
          </mc:Choice>
          <mc:Fallback xmlns="">
            <p:pic>
              <p:nvPicPr>
                <p:cNvPr id="432" name="Ink 431">
                  <a:extLst>
                    <a:ext uri="{FF2B5EF4-FFF2-40B4-BE49-F238E27FC236}">
                      <a16:creationId xmlns:a16="http://schemas.microsoft.com/office/drawing/2014/main" id="{E1E0759D-60BA-FB9D-66E1-7B21B3AEFC0A}"/>
                    </a:ext>
                  </a:extLst>
                </p:cNvPr>
                <p:cNvPicPr/>
                <p:nvPr/>
              </p:nvPicPr>
              <p:blipFill>
                <a:blip r:embed="rId723"/>
                <a:stretch>
                  <a:fillRect/>
                </a:stretch>
              </p:blipFill>
              <p:spPr>
                <a:xfrm>
                  <a:off x="8406540" y="5498288"/>
                  <a:ext cx="6084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4">
              <p14:nvContentPartPr>
                <p14:cNvPr id="433" name="Ink 432">
                  <a:extLst>
                    <a:ext uri="{FF2B5EF4-FFF2-40B4-BE49-F238E27FC236}">
                      <a16:creationId xmlns:a16="http://schemas.microsoft.com/office/drawing/2014/main" id="{E0AFFF85-EC0A-5B0D-3A2C-1918E0A023FC}"/>
                    </a:ext>
                  </a:extLst>
                </p14:cNvPr>
                <p14:cNvContentPartPr/>
                <p14:nvPr/>
              </p14:nvContentPartPr>
              <p14:xfrm>
                <a:off x="8541540" y="5405408"/>
                <a:ext cx="122040" cy="221760"/>
              </p14:xfrm>
            </p:contentPart>
          </mc:Choice>
          <mc:Fallback xmlns="">
            <p:pic>
              <p:nvPicPr>
                <p:cNvPr id="433" name="Ink 432">
                  <a:extLst>
                    <a:ext uri="{FF2B5EF4-FFF2-40B4-BE49-F238E27FC236}">
                      <a16:creationId xmlns:a16="http://schemas.microsoft.com/office/drawing/2014/main" id="{E0AFFF85-EC0A-5B0D-3A2C-1918E0A023FC}"/>
                    </a:ext>
                  </a:extLst>
                </p:cNvPr>
                <p:cNvPicPr/>
                <p:nvPr/>
              </p:nvPicPr>
              <p:blipFill>
                <a:blip r:embed="rId725"/>
                <a:stretch>
                  <a:fillRect/>
                </a:stretch>
              </p:blipFill>
              <p:spPr>
                <a:xfrm>
                  <a:off x="8532900" y="5396408"/>
                  <a:ext cx="13968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6">
              <p14:nvContentPartPr>
                <p14:cNvPr id="434" name="Ink 433">
                  <a:extLst>
                    <a:ext uri="{FF2B5EF4-FFF2-40B4-BE49-F238E27FC236}">
                      <a16:creationId xmlns:a16="http://schemas.microsoft.com/office/drawing/2014/main" id="{C761B572-57DD-32AA-51CA-B8EF6963FB63}"/>
                    </a:ext>
                  </a:extLst>
                </p14:cNvPr>
                <p14:cNvContentPartPr/>
                <p14:nvPr/>
              </p14:nvContentPartPr>
              <p14:xfrm>
                <a:off x="8645220" y="5455088"/>
                <a:ext cx="98640" cy="58320"/>
              </p14:xfrm>
            </p:contentPart>
          </mc:Choice>
          <mc:Fallback xmlns="">
            <p:pic>
              <p:nvPicPr>
                <p:cNvPr id="434" name="Ink 433">
                  <a:extLst>
                    <a:ext uri="{FF2B5EF4-FFF2-40B4-BE49-F238E27FC236}">
                      <a16:creationId xmlns:a16="http://schemas.microsoft.com/office/drawing/2014/main" id="{C761B572-57DD-32AA-51CA-B8EF6963FB63}"/>
                    </a:ext>
                  </a:extLst>
                </p:cNvPr>
                <p:cNvPicPr/>
                <p:nvPr/>
              </p:nvPicPr>
              <p:blipFill>
                <a:blip r:embed="rId727"/>
                <a:stretch>
                  <a:fillRect/>
                </a:stretch>
              </p:blipFill>
              <p:spPr>
                <a:xfrm>
                  <a:off x="8636220" y="5446088"/>
                  <a:ext cx="11628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8">
              <p14:nvContentPartPr>
                <p14:cNvPr id="435" name="Ink 434">
                  <a:extLst>
                    <a:ext uri="{FF2B5EF4-FFF2-40B4-BE49-F238E27FC236}">
                      <a16:creationId xmlns:a16="http://schemas.microsoft.com/office/drawing/2014/main" id="{A4DE5B42-6FD0-2024-78E4-B070A1086E47}"/>
                    </a:ext>
                  </a:extLst>
                </p14:cNvPr>
                <p14:cNvContentPartPr/>
                <p14:nvPr/>
              </p14:nvContentPartPr>
              <p14:xfrm>
                <a:off x="8697060" y="5449688"/>
                <a:ext cx="42480" cy="120960"/>
              </p14:xfrm>
            </p:contentPart>
          </mc:Choice>
          <mc:Fallback xmlns="">
            <p:pic>
              <p:nvPicPr>
                <p:cNvPr id="435" name="Ink 434">
                  <a:extLst>
                    <a:ext uri="{FF2B5EF4-FFF2-40B4-BE49-F238E27FC236}">
                      <a16:creationId xmlns:a16="http://schemas.microsoft.com/office/drawing/2014/main" id="{A4DE5B42-6FD0-2024-78E4-B070A1086E47}"/>
                    </a:ext>
                  </a:extLst>
                </p:cNvPr>
                <p:cNvPicPr/>
                <p:nvPr/>
              </p:nvPicPr>
              <p:blipFill>
                <a:blip r:embed="rId729"/>
                <a:stretch>
                  <a:fillRect/>
                </a:stretch>
              </p:blipFill>
              <p:spPr>
                <a:xfrm>
                  <a:off x="8688060" y="5441048"/>
                  <a:ext cx="6012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0">
              <p14:nvContentPartPr>
                <p14:cNvPr id="436" name="Ink 435">
                  <a:extLst>
                    <a:ext uri="{FF2B5EF4-FFF2-40B4-BE49-F238E27FC236}">
                      <a16:creationId xmlns:a16="http://schemas.microsoft.com/office/drawing/2014/main" id="{4F406E0A-28FF-B3B7-4E90-FBEED87C2B67}"/>
                    </a:ext>
                  </a:extLst>
                </p14:cNvPr>
                <p14:cNvContentPartPr/>
                <p14:nvPr/>
              </p14:nvContentPartPr>
              <p14:xfrm>
                <a:off x="8769780" y="5406128"/>
                <a:ext cx="97200" cy="189360"/>
              </p14:xfrm>
            </p:contentPart>
          </mc:Choice>
          <mc:Fallback xmlns="">
            <p:pic>
              <p:nvPicPr>
                <p:cNvPr id="436" name="Ink 435">
                  <a:extLst>
                    <a:ext uri="{FF2B5EF4-FFF2-40B4-BE49-F238E27FC236}">
                      <a16:creationId xmlns:a16="http://schemas.microsoft.com/office/drawing/2014/main" id="{4F406E0A-28FF-B3B7-4E90-FBEED87C2B67}"/>
                    </a:ext>
                  </a:extLst>
                </p:cNvPr>
                <p:cNvPicPr/>
                <p:nvPr/>
              </p:nvPicPr>
              <p:blipFill>
                <a:blip r:embed="rId731"/>
                <a:stretch>
                  <a:fillRect/>
                </a:stretch>
              </p:blipFill>
              <p:spPr>
                <a:xfrm>
                  <a:off x="8760780" y="5397128"/>
                  <a:ext cx="11484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2">
              <p14:nvContentPartPr>
                <p14:cNvPr id="438" name="Ink 437">
                  <a:extLst>
                    <a:ext uri="{FF2B5EF4-FFF2-40B4-BE49-F238E27FC236}">
                      <a16:creationId xmlns:a16="http://schemas.microsoft.com/office/drawing/2014/main" id="{7A93B425-AC7C-1708-0BF4-39865E06D5A0}"/>
                    </a:ext>
                  </a:extLst>
                </p14:cNvPr>
                <p14:cNvContentPartPr/>
                <p14:nvPr/>
              </p14:nvContentPartPr>
              <p14:xfrm>
                <a:off x="8410500" y="5828408"/>
                <a:ext cx="143280" cy="145080"/>
              </p14:xfrm>
            </p:contentPart>
          </mc:Choice>
          <mc:Fallback xmlns="">
            <p:pic>
              <p:nvPicPr>
                <p:cNvPr id="438" name="Ink 437">
                  <a:extLst>
                    <a:ext uri="{FF2B5EF4-FFF2-40B4-BE49-F238E27FC236}">
                      <a16:creationId xmlns:a16="http://schemas.microsoft.com/office/drawing/2014/main" id="{7A93B425-AC7C-1708-0BF4-39865E06D5A0}"/>
                    </a:ext>
                  </a:extLst>
                </p:cNvPr>
                <p:cNvPicPr/>
                <p:nvPr/>
              </p:nvPicPr>
              <p:blipFill>
                <a:blip r:embed="rId733"/>
                <a:stretch>
                  <a:fillRect/>
                </a:stretch>
              </p:blipFill>
              <p:spPr>
                <a:xfrm>
                  <a:off x="8401860" y="5819408"/>
                  <a:ext cx="16092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4">
              <p14:nvContentPartPr>
                <p14:cNvPr id="439" name="Ink 438">
                  <a:extLst>
                    <a:ext uri="{FF2B5EF4-FFF2-40B4-BE49-F238E27FC236}">
                      <a16:creationId xmlns:a16="http://schemas.microsoft.com/office/drawing/2014/main" id="{D79CD81C-AB7E-31FE-9935-12824F044745}"/>
                    </a:ext>
                  </a:extLst>
                </p14:cNvPr>
                <p14:cNvContentPartPr/>
                <p14:nvPr/>
              </p14:nvContentPartPr>
              <p14:xfrm>
                <a:off x="8455860" y="5870528"/>
                <a:ext cx="49320" cy="78120"/>
              </p14:xfrm>
            </p:contentPart>
          </mc:Choice>
          <mc:Fallback xmlns="">
            <p:pic>
              <p:nvPicPr>
                <p:cNvPr id="439" name="Ink 438">
                  <a:extLst>
                    <a:ext uri="{FF2B5EF4-FFF2-40B4-BE49-F238E27FC236}">
                      <a16:creationId xmlns:a16="http://schemas.microsoft.com/office/drawing/2014/main" id="{D79CD81C-AB7E-31FE-9935-12824F044745}"/>
                    </a:ext>
                  </a:extLst>
                </p:cNvPr>
                <p:cNvPicPr/>
                <p:nvPr/>
              </p:nvPicPr>
              <p:blipFill>
                <a:blip r:embed="rId735"/>
                <a:stretch>
                  <a:fillRect/>
                </a:stretch>
              </p:blipFill>
              <p:spPr>
                <a:xfrm>
                  <a:off x="8446860" y="5861888"/>
                  <a:ext cx="6696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6">
              <p14:nvContentPartPr>
                <p14:cNvPr id="440" name="Ink 439">
                  <a:extLst>
                    <a:ext uri="{FF2B5EF4-FFF2-40B4-BE49-F238E27FC236}">
                      <a16:creationId xmlns:a16="http://schemas.microsoft.com/office/drawing/2014/main" id="{45EB633E-82BF-41C2-0BFE-A1D0DE421FD9}"/>
                    </a:ext>
                  </a:extLst>
                </p14:cNvPr>
                <p14:cNvContentPartPr/>
                <p14:nvPr/>
              </p14:nvContentPartPr>
              <p14:xfrm>
                <a:off x="8603460" y="5815808"/>
                <a:ext cx="98640" cy="194400"/>
              </p14:xfrm>
            </p:contentPart>
          </mc:Choice>
          <mc:Fallback xmlns="">
            <p:pic>
              <p:nvPicPr>
                <p:cNvPr id="440" name="Ink 439">
                  <a:extLst>
                    <a:ext uri="{FF2B5EF4-FFF2-40B4-BE49-F238E27FC236}">
                      <a16:creationId xmlns:a16="http://schemas.microsoft.com/office/drawing/2014/main" id="{45EB633E-82BF-41C2-0BFE-A1D0DE421FD9}"/>
                    </a:ext>
                  </a:extLst>
                </p:cNvPr>
                <p:cNvPicPr/>
                <p:nvPr/>
              </p:nvPicPr>
              <p:blipFill>
                <a:blip r:embed="rId737"/>
                <a:stretch>
                  <a:fillRect/>
                </a:stretch>
              </p:blipFill>
              <p:spPr>
                <a:xfrm>
                  <a:off x="8594460" y="5807168"/>
                  <a:ext cx="11628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8">
              <p14:nvContentPartPr>
                <p14:cNvPr id="441" name="Ink 440">
                  <a:extLst>
                    <a:ext uri="{FF2B5EF4-FFF2-40B4-BE49-F238E27FC236}">
                      <a16:creationId xmlns:a16="http://schemas.microsoft.com/office/drawing/2014/main" id="{16C0FD57-FCC4-4CCC-5050-DA2486763D20}"/>
                    </a:ext>
                  </a:extLst>
                </p14:cNvPr>
                <p14:cNvContentPartPr/>
                <p14:nvPr/>
              </p14:nvContentPartPr>
              <p14:xfrm>
                <a:off x="8711820" y="5850008"/>
                <a:ext cx="54000" cy="141480"/>
              </p14:xfrm>
            </p:contentPart>
          </mc:Choice>
          <mc:Fallback xmlns="">
            <p:pic>
              <p:nvPicPr>
                <p:cNvPr id="441" name="Ink 440">
                  <a:extLst>
                    <a:ext uri="{FF2B5EF4-FFF2-40B4-BE49-F238E27FC236}">
                      <a16:creationId xmlns:a16="http://schemas.microsoft.com/office/drawing/2014/main" id="{16C0FD57-FCC4-4CCC-5050-DA2486763D20}"/>
                    </a:ext>
                  </a:extLst>
                </p:cNvPr>
                <p:cNvPicPr/>
                <p:nvPr/>
              </p:nvPicPr>
              <p:blipFill>
                <a:blip r:embed="rId739"/>
                <a:stretch>
                  <a:fillRect/>
                </a:stretch>
              </p:blipFill>
              <p:spPr>
                <a:xfrm>
                  <a:off x="8703180" y="5841008"/>
                  <a:ext cx="7164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0">
              <p14:nvContentPartPr>
                <p14:cNvPr id="442" name="Ink 441">
                  <a:extLst>
                    <a:ext uri="{FF2B5EF4-FFF2-40B4-BE49-F238E27FC236}">
                      <a16:creationId xmlns:a16="http://schemas.microsoft.com/office/drawing/2014/main" id="{053DA1E3-C7E2-94BA-D83A-ED7385CAF622}"/>
                    </a:ext>
                  </a:extLst>
                </p14:cNvPr>
                <p14:cNvContentPartPr/>
                <p14:nvPr/>
              </p14:nvContentPartPr>
              <p14:xfrm>
                <a:off x="8702100" y="5837048"/>
                <a:ext cx="83520" cy="5400"/>
              </p14:xfrm>
            </p:contentPart>
          </mc:Choice>
          <mc:Fallback xmlns="">
            <p:pic>
              <p:nvPicPr>
                <p:cNvPr id="442" name="Ink 441">
                  <a:extLst>
                    <a:ext uri="{FF2B5EF4-FFF2-40B4-BE49-F238E27FC236}">
                      <a16:creationId xmlns:a16="http://schemas.microsoft.com/office/drawing/2014/main" id="{053DA1E3-C7E2-94BA-D83A-ED7385CAF622}"/>
                    </a:ext>
                  </a:extLst>
                </p:cNvPr>
                <p:cNvPicPr/>
                <p:nvPr/>
              </p:nvPicPr>
              <p:blipFill>
                <a:blip r:embed="rId741"/>
                <a:stretch>
                  <a:fillRect/>
                </a:stretch>
              </p:blipFill>
              <p:spPr>
                <a:xfrm>
                  <a:off x="8693460" y="5828408"/>
                  <a:ext cx="10116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2">
              <p14:nvContentPartPr>
                <p14:cNvPr id="443" name="Ink 442">
                  <a:extLst>
                    <a:ext uri="{FF2B5EF4-FFF2-40B4-BE49-F238E27FC236}">
                      <a16:creationId xmlns:a16="http://schemas.microsoft.com/office/drawing/2014/main" id="{FFFFC45B-5FF0-F3E0-8E6E-568CBA27AEDD}"/>
                    </a:ext>
                  </a:extLst>
                </p14:cNvPr>
                <p14:cNvContentPartPr/>
                <p14:nvPr/>
              </p14:nvContentPartPr>
              <p14:xfrm>
                <a:off x="8863380" y="5808248"/>
                <a:ext cx="85320" cy="223920"/>
              </p14:xfrm>
            </p:contentPart>
          </mc:Choice>
          <mc:Fallback xmlns="">
            <p:pic>
              <p:nvPicPr>
                <p:cNvPr id="443" name="Ink 442">
                  <a:extLst>
                    <a:ext uri="{FF2B5EF4-FFF2-40B4-BE49-F238E27FC236}">
                      <a16:creationId xmlns:a16="http://schemas.microsoft.com/office/drawing/2014/main" id="{FFFFC45B-5FF0-F3E0-8E6E-568CBA27AEDD}"/>
                    </a:ext>
                  </a:extLst>
                </p:cNvPr>
                <p:cNvPicPr/>
                <p:nvPr/>
              </p:nvPicPr>
              <p:blipFill>
                <a:blip r:embed="rId743"/>
                <a:stretch>
                  <a:fillRect/>
                </a:stretch>
              </p:blipFill>
              <p:spPr>
                <a:xfrm>
                  <a:off x="8854380" y="5799608"/>
                  <a:ext cx="10296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4">
              <p14:nvContentPartPr>
                <p14:cNvPr id="445" name="Ink 444">
                  <a:extLst>
                    <a:ext uri="{FF2B5EF4-FFF2-40B4-BE49-F238E27FC236}">
                      <a16:creationId xmlns:a16="http://schemas.microsoft.com/office/drawing/2014/main" id="{35FCA35A-88E8-BB41-A8D3-607195E73A79}"/>
                    </a:ext>
                  </a:extLst>
                </p14:cNvPr>
                <p14:cNvContentPartPr/>
                <p14:nvPr/>
              </p14:nvContentPartPr>
              <p14:xfrm>
                <a:off x="8056980" y="3828248"/>
                <a:ext cx="282600" cy="2296800"/>
              </p14:xfrm>
            </p:contentPart>
          </mc:Choice>
          <mc:Fallback xmlns="">
            <p:pic>
              <p:nvPicPr>
                <p:cNvPr id="445" name="Ink 444">
                  <a:extLst>
                    <a:ext uri="{FF2B5EF4-FFF2-40B4-BE49-F238E27FC236}">
                      <a16:creationId xmlns:a16="http://schemas.microsoft.com/office/drawing/2014/main" id="{35FCA35A-88E8-BB41-A8D3-607195E73A79}"/>
                    </a:ext>
                  </a:extLst>
                </p:cNvPr>
                <p:cNvPicPr/>
                <p:nvPr/>
              </p:nvPicPr>
              <p:blipFill>
                <a:blip r:embed="rId745"/>
                <a:stretch>
                  <a:fillRect/>
                </a:stretch>
              </p:blipFill>
              <p:spPr>
                <a:xfrm>
                  <a:off x="8047980" y="3819608"/>
                  <a:ext cx="300240" cy="231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6">
              <p14:nvContentPartPr>
                <p14:cNvPr id="446" name="Ink 445">
                  <a:extLst>
                    <a:ext uri="{FF2B5EF4-FFF2-40B4-BE49-F238E27FC236}">
                      <a16:creationId xmlns:a16="http://schemas.microsoft.com/office/drawing/2014/main" id="{399E4047-B381-D3FF-37C4-8FF563A23440}"/>
                    </a:ext>
                  </a:extLst>
                </p14:cNvPr>
                <p14:cNvContentPartPr/>
                <p14:nvPr/>
              </p14:nvContentPartPr>
              <p14:xfrm>
                <a:off x="8873820" y="3799088"/>
                <a:ext cx="281880" cy="2319840"/>
              </p14:xfrm>
            </p:contentPart>
          </mc:Choice>
          <mc:Fallback xmlns="">
            <p:pic>
              <p:nvPicPr>
                <p:cNvPr id="446" name="Ink 445">
                  <a:extLst>
                    <a:ext uri="{FF2B5EF4-FFF2-40B4-BE49-F238E27FC236}">
                      <a16:creationId xmlns:a16="http://schemas.microsoft.com/office/drawing/2014/main" id="{399E4047-B381-D3FF-37C4-8FF563A23440}"/>
                    </a:ext>
                  </a:extLst>
                </p:cNvPr>
                <p:cNvPicPr/>
                <p:nvPr/>
              </p:nvPicPr>
              <p:blipFill>
                <a:blip r:embed="rId747"/>
                <a:stretch>
                  <a:fillRect/>
                </a:stretch>
              </p:blipFill>
              <p:spPr>
                <a:xfrm>
                  <a:off x="8864820" y="3790448"/>
                  <a:ext cx="299520" cy="233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8">
              <p14:nvContentPartPr>
                <p14:cNvPr id="447" name="Ink 446">
                  <a:extLst>
                    <a:ext uri="{FF2B5EF4-FFF2-40B4-BE49-F238E27FC236}">
                      <a16:creationId xmlns:a16="http://schemas.microsoft.com/office/drawing/2014/main" id="{4BD58C7D-CA18-0087-471D-BC7E0169483E}"/>
                    </a:ext>
                  </a:extLst>
                </p14:cNvPr>
                <p14:cNvContentPartPr/>
                <p14:nvPr/>
              </p14:nvContentPartPr>
              <p14:xfrm>
                <a:off x="7992180" y="4888808"/>
                <a:ext cx="50040" cy="39240"/>
              </p14:xfrm>
            </p:contentPart>
          </mc:Choice>
          <mc:Fallback xmlns="">
            <p:pic>
              <p:nvPicPr>
                <p:cNvPr id="447" name="Ink 446">
                  <a:extLst>
                    <a:ext uri="{FF2B5EF4-FFF2-40B4-BE49-F238E27FC236}">
                      <a16:creationId xmlns:a16="http://schemas.microsoft.com/office/drawing/2014/main" id="{4BD58C7D-CA18-0087-471D-BC7E0169483E}"/>
                    </a:ext>
                  </a:extLst>
                </p:cNvPr>
                <p:cNvPicPr/>
                <p:nvPr/>
              </p:nvPicPr>
              <p:blipFill>
                <a:blip r:embed="rId749"/>
                <a:stretch>
                  <a:fillRect/>
                </a:stretch>
              </p:blipFill>
              <p:spPr>
                <a:xfrm>
                  <a:off x="7983180" y="4880168"/>
                  <a:ext cx="67680" cy="56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7" name="Group 456">
            <a:extLst>
              <a:ext uri="{FF2B5EF4-FFF2-40B4-BE49-F238E27FC236}">
                <a16:creationId xmlns:a16="http://schemas.microsoft.com/office/drawing/2014/main" id="{25814F35-20C7-FEF8-F63C-2976BE7C5CD1}"/>
              </a:ext>
            </a:extLst>
          </p:cNvPr>
          <p:cNvGrpSpPr/>
          <p:nvPr/>
        </p:nvGrpSpPr>
        <p:grpSpPr>
          <a:xfrm>
            <a:off x="8072460" y="2311568"/>
            <a:ext cx="1039680" cy="422640"/>
            <a:chOff x="8072460" y="2311568"/>
            <a:chExt cx="1039680" cy="422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50">
              <p14:nvContentPartPr>
                <p14:cNvPr id="449" name="Ink 448">
                  <a:extLst>
                    <a:ext uri="{FF2B5EF4-FFF2-40B4-BE49-F238E27FC236}">
                      <a16:creationId xmlns:a16="http://schemas.microsoft.com/office/drawing/2014/main" id="{C16B736F-91A8-331F-411E-861F012EC8B1}"/>
                    </a:ext>
                  </a:extLst>
                </p14:cNvPr>
                <p14:cNvContentPartPr/>
                <p14:nvPr/>
              </p14:nvContentPartPr>
              <p14:xfrm>
                <a:off x="8140860" y="2458808"/>
                <a:ext cx="198720" cy="275400"/>
              </p14:xfrm>
            </p:contentPart>
          </mc:Choice>
          <mc:Fallback xmlns="">
            <p:pic>
              <p:nvPicPr>
                <p:cNvPr id="449" name="Ink 448">
                  <a:extLst>
                    <a:ext uri="{FF2B5EF4-FFF2-40B4-BE49-F238E27FC236}">
                      <a16:creationId xmlns:a16="http://schemas.microsoft.com/office/drawing/2014/main" id="{C16B736F-91A8-331F-411E-861F012EC8B1}"/>
                    </a:ext>
                  </a:extLst>
                </p:cNvPr>
                <p:cNvPicPr/>
                <p:nvPr/>
              </p:nvPicPr>
              <p:blipFill>
                <a:blip r:embed="rId751"/>
                <a:stretch>
                  <a:fillRect/>
                </a:stretch>
              </p:blipFill>
              <p:spPr>
                <a:xfrm>
                  <a:off x="8132220" y="2449808"/>
                  <a:ext cx="216360" cy="29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2">
              <p14:nvContentPartPr>
                <p14:cNvPr id="450" name="Ink 449">
                  <a:extLst>
                    <a:ext uri="{FF2B5EF4-FFF2-40B4-BE49-F238E27FC236}">
                      <a16:creationId xmlns:a16="http://schemas.microsoft.com/office/drawing/2014/main" id="{49980237-FB1B-C0E7-161C-24F2B89E9182}"/>
                    </a:ext>
                  </a:extLst>
                </p14:cNvPr>
                <p14:cNvContentPartPr/>
                <p14:nvPr/>
              </p14:nvContentPartPr>
              <p14:xfrm>
                <a:off x="8072460" y="2591288"/>
                <a:ext cx="297720" cy="27720"/>
              </p14:xfrm>
            </p:contentPart>
          </mc:Choice>
          <mc:Fallback xmlns="">
            <p:pic>
              <p:nvPicPr>
                <p:cNvPr id="450" name="Ink 449">
                  <a:extLst>
                    <a:ext uri="{FF2B5EF4-FFF2-40B4-BE49-F238E27FC236}">
                      <a16:creationId xmlns:a16="http://schemas.microsoft.com/office/drawing/2014/main" id="{49980237-FB1B-C0E7-161C-24F2B89E9182}"/>
                    </a:ext>
                  </a:extLst>
                </p:cNvPr>
                <p:cNvPicPr/>
                <p:nvPr/>
              </p:nvPicPr>
              <p:blipFill>
                <a:blip r:embed="rId753"/>
                <a:stretch>
                  <a:fillRect/>
                </a:stretch>
              </p:blipFill>
              <p:spPr>
                <a:xfrm>
                  <a:off x="8063820" y="2582288"/>
                  <a:ext cx="31536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4">
              <p14:nvContentPartPr>
                <p14:cNvPr id="451" name="Ink 450">
                  <a:extLst>
                    <a:ext uri="{FF2B5EF4-FFF2-40B4-BE49-F238E27FC236}">
                      <a16:creationId xmlns:a16="http://schemas.microsoft.com/office/drawing/2014/main" id="{379B4965-860A-5A1D-BD8C-EEB35529448C}"/>
                    </a:ext>
                  </a:extLst>
                </p14:cNvPr>
                <p14:cNvContentPartPr/>
                <p14:nvPr/>
              </p14:nvContentPartPr>
              <p14:xfrm>
                <a:off x="8516340" y="2508488"/>
                <a:ext cx="140760" cy="21960"/>
              </p14:xfrm>
            </p:contentPart>
          </mc:Choice>
          <mc:Fallback xmlns="">
            <p:pic>
              <p:nvPicPr>
                <p:cNvPr id="451" name="Ink 450">
                  <a:extLst>
                    <a:ext uri="{FF2B5EF4-FFF2-40B4-BE49-F238E27FC236}">
                      <a16:creationId xmlns:a16="http://schemas.microsoft.com/office/drawing/2014/main" id="{379B4965-860A-5A1D-BD8C-EEB35529448C}"/>
                    </a:ext>
                  </a:extLst>
                </p:cNvPr>
                <p:cNvPicPr/>
                <p:nvPr/>
              </p:nvPicPr>
              <p:blipFill>
                <a:blip r:embed="rId755"/>
                <a:stretch>
                  <a:fillRect/>
                </a:stretch>
              </p:blipFill>
              <p:spPr>
                <a:xfrm>
                  <a:off x="8507700" y="2499848"/>
                  <a:ext cx="15840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6">
              <p14:nvContentPartPr>
                <p14:cNvPr id="452" name="Ink 451">
                  <a:extLst>
                    <a:ext uri="{FF2B5EF4-FFF2-40B4-BE49-F238E27FC236}">
                      <a16:creationId xmlns:a16="http://schemas.microsoft.com/office/drawing/2014/main" id="{F735804E-85F8-F169-C13B-C982D582F995}"/>
                    </a:ext>
                  </a:extLst>
                </p14:cNvPr>
                <p14:cNvContentPartPr/>
                <p14:nvPr/>
              </p14:nvContentPartPr>
              <p14:xfrm>
                <a:off x="8508420" y="2457368"/>
                <a:ext cx="131760" cy="360"/>
              </p14:xfrm>
            </p:contentPart>
          </mc:Choice>
          <mc:Fallback xmlns="">
            <p:pic>
              <p:nvPicPr>
                <p:cNvPr id="452" name="Ink 451">
                  <a:extLst>
                    <a:ext uri="{FF2B5EF4-FFF2-40B4-BE49-F238E27FC236}">
                      <a16:creationId xmlns:a16="http://schemas.microsoft.com/office/drawing/2014/main" id="{F735804E-85F8-F169-C13B-C982D582F995}"/>
                    </a:ext>
                  </a:extLst>
                </p:cNvPr>
                <p:cNvPicPr/>
                <p:nvPr/>
              </p:nvPicPr>
              <p:blipFill>
                <a:blip r:embed="rId757"/>
                <a:stretch>
                  <a:fillRect/>
                </a:stretch>
              </p:blipFill>
              <p:spPr>
                <a:xfrm>
                  <a:off x="8499420" y="2448368"/>
                  <a:ext cx="1494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8">
              <p14:nvContentPartPr>
                <p14:cNvPr id="454" name="Ink 453">
                  <a:extLst>
                    <a:ext uri="{FF2B5EF4-FFF2-40B4-BE49-F238E27FC236}">
                      <a16:creationId xmlns:a16="http://schemas.microsoft.com/office/drawing/2014/main" id="{3F114C47-AD60-8E67-C88E-D1079B01B450}"/>
                    </a:ext>
                  </a:extLst>
                </p14:cNvPr>
                <p14:cNvContentPartPr/>
                <p14:nvPr/>
              </p14:nvContentPartPr>
              <p14:xfrm>
                <a:off x="8837100" y="2319128"/>
                <a:ext cx="275040" cy="266400"/>
              </p14:xfrm>
            </p:contentPart>
          </mc:Choice>
          <mc:Fallback xmlns="">
            <p:pic>
              <p:nvPicPr>
                <p:cNvPr id="454" name="Ink 453">
                  <a:extLst>
                    <a:ext uri="{FF2B5EF4-FFF2-40B4-BE49-F238E27FC236}">
                      <a16:creationId xmlns:a16="http://schemas.microsoft.com/office/drawing/2014/main" id="{3F114C47-AD60-8E67-C88E-D1079B01B450}"/>
                    </a:ext>
                  </a:extLst>
                </p:cNvPr>
                <p:cNvPicPr/>
                <p:nvPr/>
              </p:nvPicPr>
              <p:blipFill>
                <a:blip r:embed="rId759"/>
                <a:stretch>
                  <a:fillRect/>
                </a:stretch>
              </p:blipFill>
              <p:spPr>
                <a:xfrm>
                  <a:off x="8828460" y="2310128"/>
                  <a:ext cx="29268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0">
              <p14:nvContentPartPr>
                <p14:cNvPr id="455" name="Ink 454">
                  <a:extLst>
                    <a:ext uri="{FF2B5EF4-FFF2-40B4-BE49-F238E27FC236}">
                      <a16:creationId xmlns:a16="http://schemas.microsoft.com/office/drawing/2014/main" id="{AE88C11C-ADC4-990D-459D-53ACC8EEA29B}"/>
                    </a:ext>
                  </a:extLst>
                </p14:cNvPr>
                <p14:cNvContentPartPr/>
                <p14:nvPr/>
              </p14:nvContentPartPr>
              <p14:xfrm>
                <a:off x="8950500" y="2311568"/>
                <a:ext cx="136440" cy="5760"/>
              </p14:xfrm>
            </p:contentPart>
          </mc:Choice>
          <mc:Fallback xmlns="">
            <p:pic>
              <p:nvPicPr>
                <p:cNvPr id="455" name="Ink 454">
                  <a:extLst>
                    <a:ext uri="{FF2B5EF4-FFF2-40B4-BE49-F238E27FC236}">
                      <a16:creationId xmlns:a16="http://schemas.microsoft.com/office/drawing/2014/main" id="{AE88C11C-ADC4-990D-459D-53ACC8EEA29B}"/>
                    </a:ext>
                  </a:extLst>
                </p:cNvPr>
                <p:cNvPicPr/>
                <p:nvPr/>
              </p:nvPicPr>
              <p:blipFill>
                <a:blip r:embed="rId761"/>
                <a:stretch>
                  <a:fillRect/>
                </a:stretch>
              </p:blipFill>
              <p:spPr>
                <a:xfrm>
                  <a:off x="8941860" y="2302928"/>
                  <a:ext cx="15408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2">
              <p14:nvContentPartPr>
                <p14:cNvPr id="456" name="Ink 455">
                  <a:extLst>
                    <a:ext uri="{FF2B5EF4-FFF2-40B4-BE49-F238E27FC236}">
                      <a16:creationId xmlns:a16="http://schemas.microsoft.com/office/drawing/2014/main" id="{A086CA42-4910-8339-58E3-8F20DD3AEE92}"/>
                    </a:ext>
                  </a:extLst>
                </p14:cNvPr>
                <p14:cNvContentPartPr/>
                <p14:nvPr/>
              </p14:nvContentPartPr>
              <p14:xfrm>
                <a:off x="8796060" y="2316608"/>
                <a:ext cx="93240" cy="11160"/>
              </p14:xfrm>
            </p:contentPart>
          </mc:Choice>
          <mc:Fallback xmlns="">
            <p:pic>
              <p:nvPicPr>
                <p:cNvPr id="456" name="Ink 455">
                  <a:extLst>
                    <a:ext uri="{FF2B5EF4-FFF2-40B4-BE49-F238E27FC236}">
                      <a16:creationId xmlns:a16="http://schemas.microsoft.com/office/drawing/2014/main" id="{A086CA42-4910-8339-58E3-8F20DD3AEE92}"/>
                    </a:ext>
                  </a:extLst>
                </p:cNvPr>
                <p:cNvPicPr/>
                <p:nvPr/>
              </p:nvPicPr>
              <p:blipFill>
                <a:blip r:embed="rId763"/>
                <a:stretch>
                  <a:fillRect/>
                </a:stretch>
              </p:blipFill>
              <p:spPr>
                <a:xfrm>
                  <a:off x="8787420" y="2307608"/>
                  <a:ext cx="110880" cy="28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1" name="Group 460">
            <a:extLst>
              <a:ext uri="{FF2B5EF4-FFF2-40B4-BE49-F238E27FC236}">
                <a16:creationId xmlns:a16="http://schemas.microsoft.com/office/drawing/2014/main" id="{93F9F8E0-3753-94F8-56CC-C68181FEBD9B}"/>
              </a:ext>
            </a:extLst>
          </p:cNvPr>
          <p:cNvGrpSpPr/>
          <p:nvPr/>
        </p:nvGrpSpPr>
        <p:grpSpPr>
          <a:xfrm>
            <a:off x="9293220" y="2418488"/>
            <a:ext cx="193680" cy="189720"/>
            <a:chOff x="9293220" y="2418488"/>
            <a:chExt cx="193680" cy="189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64">
              <p14:nvContentPartPr>
                <p14:cNvPr id="458" name="Ink 457">
                  <a:extLst>
                    <a:ext uri="{FF2B5EF4-FFF2-40B4-BE49-F238E27FC236}">
                      <a16:creationId xmlns:a16="http://schemas.microsoft.com/office/drawing/2014/main" id="{4079B517-007D-7CCF-7D62-7A5D0A302BCB}"/>
                    </a:ext>
                  </a:extLst>
                </p14:cNvPr>
                <p14:cNvContentPartPr/>
                <p14:nvPr/>
              </p14:nvContentPartPr>
              <p14:xfrm>
                <a:off x="9293220" y="2418488"/>
                <a:ext cx="153000" cy="110160"/>
              </p14:xfrm>
            </p:contentPart>
          </mc:Choice>
          <mc:Fallback xmlns="">
            <p:pic>
              <p:nvPicPr>
                <p:cNvPr id="458" name="Ink 457">
                  <a:extLst>
                    <a:ext uri="{FF2B5EF4-FFF2-40B4-BE49-F238E27FC236}">
                      <a16:creationId xmlns:a16="http://schemas.microsoft.com/office/drawing/2014/main" id="{4079B517-007D-7CCF-7D62-7A5D0A302BCB}"/>
                    </a:ext>
                  </a:extLst>
                </p:cNvPr>
                <p:cNvPicPr/>
                <p:nvPr/>
              </p:nvPicPr>
              <p:blipFill>
                <a:blip r:embed="rId765"/>
                <a:stretch>
                  <a:fillRect/>
                </a:stretch>
              </p:blipFill>
              <p:spPr>
                <a:xfrm>
                  <a:off x="9284220" y="2409488"/>
                  <a:ext cx="17064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6">
              <p14:nvContentPartPr>
                <p14:cNvPr id="459" name="Ink 458">
                  <a:extLst>
                    <a:ext uri="{FF2B5EF4-FFF2-40B4-BE49-F238E27FC236}">
                      <a16:creationId xmlns:a16="http://schemas.microsoft.com/office/drawing/2014/main" id="{CC1B33B1-B2BE-20D3-913B-964326F8615D}"/>
                    </a:ext>
                  </a:extLst>
                </p14:cNvPr>
                <p14:cNvContentPartPr/>
                <p14:nvPr/>
              </p14:nvContentPartPr>
              <p14:xfrm>
                <a:off x="9316620" y="2430728"/>
                <a:ext cx="89640" cy="96120"/>
              </p14:xfrm>
            </p:contentPart>
          </mc:Choice>
          <mc:Fallback xmlns="">
            <p:pic>
              <p:nvPicPr>
                <p:cNvPr id="459" name="Ink 458">
                  <a:extLst>
                    <a:ext uri="{FF2B5EF4-FFF2-40B4-BE49-F238E27FC236}">
                      <a16:creationId xmlns:a16="http://schemas.microsoft.com/office/drawing/2014/main" id="{CC1B33B1-B2BE-20D3-913B-964326F8615D}"/>
                    </a:ext>
                  </a:extLst>
                </p:cNvPr>
                <p:cNvPicPr/>
                <p:nvPr/>
              </p:nvPicPr>
              <p:blipFill>
                <a:blip r:embed="rId767"/>
                <a:stretch>
                  <a:fillRect/>
                </a:stretch>
              </p:blipFill>
              <p:spPr>
                <a:xfrm>
                  <a:off x="9307980" y="2421728"/>
                  <a:ext cx="10728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8">
              <p14:nvContentPartPr>
                <p14:cNvPr id="460" name="Ink 459">
                  <a:extLst>
                    <a:ext uri="{FF2B5EF4-FFF2-40B4-BE49-F238E27FC236}">
                      <a16:creationId xmlns:a16="http://schemas.microsoft.com/office/drawing/2014/main" id="{2C02BFD8-D768-5187-F604-B0036ABDAA8E}"/>
                    </a:ext>
                  </a:extLst>
                </p14:cNvPr>
                <p14:cNvContentPartPr/>
                <p14:nvPr/>
              </p14:nvContentPartPr>
              <p14:xfrm>
                <a:off x="9346500" y="2602448"/>
                <a:ext cx="140400" cy="5760"/>
              </p14:xfrm>
            </p:contentPart>
          </mc:Choice>
          <mc:Fallback xmlns="">
            <p:pic>
              <p:nvPicPr>
                <p:cNvPr id="460" name="Ink 459">
                  <a:extLst>
                    <a:ext uri="{FF2B5EF4-FFF2-40B4-BE49-F238E27FC236}">
                      <a16:creationId xmlns:a16="http://schemas.microsoft.com/office/drawing/2014/main" id="{2C02BFD8-D768-5187-F604-B0036ABDAA8E}"/>
                    </a:ext>
                  </a:extLst>
                </p:cNvPr>
                <p:cNvPicPr/>
                <p:nvPr/>
              </p:nvPicPr>
              <p:blipFill>
                <a:blip r:embed="rId769"/>
                <a:stretch>
                  <a:fillRect/>
                </a:stretch>
              </p:blipFill>
              <p:spPr>
                <a:xfrm>
                  <a:off x="9337860" y="2593808"/>
                  <a:ext cx="158040" cy="23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0" name="Group 469">
            <a:extLst>
              <a:ext uri="{FF2B5EF4-FFF2-40B4-BE49-F238E27FC236}">
                <a16:creationId xmlns:a16="http://schemas.microsoft.com/office/drawing/2014/main" id="{7F35F63F-D7B6-CE3D-57C6-1EB1CB8D60CB}"/>
              </a:ext>
            </a:extLst>
          </p:cNvPr>
          <p:cNvGrpSpPr/>
          <p:nvPr/>
        </p:nvGrpSpPr>
        <p:grpSpPr>
          <a:xfrm>
            <a:off x="7545060" y="2773808"/>
            <a:ext cx="711360" cy="265320"/>
            <a:chOff x="7545060" y="2773808"/>
            <a:chExt cx="711360" cy="265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70">
              <p14:nvContentPartPr>
                <p14:cNvPr id="462" name="Ink 461">
                  <a:extLst>
                    <a:ext uri="{FF2B5EF4-FFF2-40B4-BE49-F238E27FC236}">
                      <a16:creationId xmlns:a16="http://schemas.microsoft.com/office/drawing/2014/main" id="{6E46F85B-3B8D-7DAD-E63C-B54DBD04D6DD}"/>
                    </a:ext>
                  </a:extLst>
                </p14:cNvPr>
                <p14:cNvContentPartPr/>
                <p14:nvPr/>
              </p14:nvContentPartPr>
              <p14:xfrm>
                <a:off x="7709940" y="2846888"/>
                <a:ext cx="122760" cy="143280"/>
              </p14:xfrm>
            </p:contentPart>
          </mc:Choice>
          <mc:Fallback xmlns="">
            <p:pic>
              <p:nvPicPr>
                <p:cNvPr id="462" name="Ink 461">
                  <a:extLst>
                    <a:ext uri="{FF2B5EF4-FFF2-40B4-BE49-F238E27FC236}">
                      <a16:creationId xmlns:a16="http://schemas.microsoft.com/office/drawing/2014/main" id="{6E46F85B-3B8D-7DAD-E63C-B54DBD04D6DD}"/>
                    </a:ext>
                  </a:extLst>
                </p:cNvPr>
                <p:cNvPicPr/>
                <p:nvPr/>
              </p:nvPicPr>
              <p:blipFill>
                <a:blip r:embed="rId771"/>
                <a:stretch>
                  <a:fillRect/>
                </a:stretch>
              </p:blipFill>
              <p:spPr>
                <a:xfrm>
                  <a:off x="7700940" y="2838248"/>
                  <a:ext cx="14040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2">
              <p14:nvContentPartPr>
                <p14:cNvPr id="463" name="Ink 462">
                  <a:extLst>
                    <a:ext uri="{FF2B5EF4-FFF2-40B4-BE49-F238E27FC236}">
                      <a16:creationId xmlns:a16="http://schemas.microsoft.com/office/drawing/2014/main" id="{618F7E4B-2D67-468B-84F7-1D234D78AE5F}"/>
                    </a:ext>
                  </a:extLst>
                </p14:cNvPr>
                <p14:cNvContentPartPr/>
                <p14:nvPr/>
              </p14:nvContentPartPr>
              <p14:xfrm>
                <a:off x="7767180" y="2914568"/>
                <a:ext cx="25560" cy="98640"/>
              </p14:xfrm>
            </p:contentPart>
          </mc:Choice>
          <mc:Fallback xmlns="">
            <p:pic>
              <p:nvPicPr>
                <p:cNvPr id="463" name="Ink 462">
                  <a:extLst>
                    <a:ext uri="{FF2B5EF4-FFF2-40B4-BE49-F238E27FC236}">
                      <a16:creationId xmlns:a16="http://schemas.microsoft.com/office/drawing/2014/main" id="{618F7E4B-2D67-468B-84F7-1D234D78AE5F}"/>
                    </a:ext>
                  </a:extLst>
                </p:cNvPr>
                <p:cNvPicPr/>
                <p:nvPr/>
              </p:nvPicPr>
              <p:blipFill>
                <a:blip r:embed="rId773"/>
                <a:stretch>
                  <a:fillRect/>
                </a:stretch>
              </p:blipFill>
              <p:spPr>
                <a:xfrm>
                  <a:off x="7758180" y="2905568"/>
                  <a:ext cx="4320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4">
              <p14:nvContentPartPr>
                <p14:cNvPr id="464" name="Ink 463">
                  <a:extLst>
                    <a:ext uri="{FF2B5EF4-FFF2-40B4-BE49-F238E27FC236}">
                      <a16:creationId xmlns:a16="http://schemas.microsoft.com/office/drawing/2014/main" id="{7D7DC3B6-876D-5924-6B76-D1619041A015}"/>
                    </a:ext>
                  </a:extLst>
                </p14:cNvPr>
                <p14:cNvContentPartPr/>
                <p14:nvPr/>
              </p14:nvContentPartPr>
              <p14:xfrm>
                <a:off x="7884900" y="2903048"/>
                <a:ext cx="111960" cy="68760"/>
              </p14:xfrm>
            </p:contentPart>
          </mc:Choice>
          <mc:Fallback xmlns="">
            <p:pic>
              <p:nvPicPr>
                <p:cNvPr id="464" name="Ink 463">
                  <a:extLst>
                    <a:ext uri="{FF2B5EF4-FFF2-40B4-BE49-F238E27FC236}">
                      <a16:creationId xmlns:a16="http://schemas.microsoft.com/office/drawing/2014/main" id="{7D7DC3B6-876D-5924-6B76-D1619041A015}"/>
                    </a:ext>
                  </a:extLst>
                </p:cNvPr>
                <p:cNvPicPr/>
                <p:nvPr/>
              </p:nvPicPr>
              <p:blipFill>
                <a:blip r:embed="rId775"/>
                <a:stretch>
                  <a:fillRect/>
                </a:stretch>
              </p:blipFill>
              <p:spPr>
                <a:xfrm>
                  <a:off x="7876260" y="2894048"/>
                  <a:ext cx="12960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6">
              <p14:nvContentPartPr>
                <p14:cNvPr id="465" name="Ink 464">
                  <a:extLst>
                    <a:ext uri="{FF2B5EF4-FFF2-40B4-BE49-F238E27FC236}">
                      <a16:creationId xmlns:a16="http://schemas.microsoft.com/office/drawing/2014/main" id="{F9F8D324-9C1E-63BE-E9D0-48212BF98E94}"/>
                    </a:ext>
                  </a:extLst>
                </p14:cNvPr>
                <p14:cNvContentPartPr/>
                <p14:nvPr/>
              </p14:nvContentPartPr>
              <p14:xfrm>
                <a:off x="7923780" y="2913488"/>
                <a:ext cx="66960" cy="67320"/>
              </p14:xfrm>
            </p:contentPart>
          </mc:Choice>
          <mc:Fallback xmlns="">
            <p:pic>
              <p:nvPicPr>
                <p:cNvPr id="465" name="Ink 464">
                  <a:extLst>
                    <a:ext uri="{FF2B5EF4-FFF2-40B4-BE49-F238E27FC236}">
                      <a16:creationId xmlns:a16="http://schemas.microsoft.com/office/drawing/2014/main" id="{F9F8D324-9C1E-63BE-E9D0-48212BF98E94}"/>
                    </a:ext>
                  </a:extLst>
                </p:cNvPr>
                <p:cNvPicPr/>
                <p:nvPr/>
              </p:nvPicPr>
              <p:blipFill>
                <a:blip r:embed="rId777"/>
                <a:stretch>
                  <a:fillRect/>
                </a:stretch>
              </p:blipFill>
              <p:spPr>
                <a:xfrm>
                  <a:off x="7915140" y="2904488"/>
                  <a:ext cx="8460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8">
              <p14:nvContentPartPr>
                <p14:cNvPr id="467" name="Ink 466">
                  <a:extLst>
                    <a:ext uri="{FF2B5EF4-FFF2-40B4-BE49-F238E27FC236}">
                      <a16:creationId xmlns:a16="http://schemas.microsoft.com/office/drawing/2014/main" id="{99880767-C664-164E-834C-57AFF25B0328}"/>
                    </a:ext>
                  </a:extLst>
                </p14:cNvPr>
                <p14:cNvContentPartPr/>
                <p14:nvPr/>
              </p14:nvContentPartPr>
              <p14:xfrm>
                <a:off x="8064900" y="2882168"/>
                <a:ext cx="14400" cy="95760"/>
              </p14:xfrm>
            </p:contentPart>
          </mc:Choice>
          <mc:Fallback xmlns="">
            <p:pic>
              <p:nvPicPr>
                <p:cNvPr id="467" name="Ink 466">
                  <a:extLst>
                    <a:ext uri="{FF2B5EF4-FFF2-40B4-BE49-F238E27FC236}">
                      <a16:creationId xmlns:a16="http://schemas.microsoft.com/office/drawing/2014/main" id="{99880767-C664-164E-834C-57AFF25B0328}"/>
                    </a:ext>
                  </a:extLst>
                </p:cNvPr>
                <p:cNvPicPr/>
                <p:nvPr/>
              </p:nvPicPr>
              <p:blipFill>
                <a:blip r:embed="rId779"/>
                <a:stretch>
                  <a:fillRect/>
                </a:stretch>
              </p:blipFill>
              <p:spPr>
                <a:xfrm>
                  <a:off x="8055900" y="2873528"/>
                  <a:ext cx="3204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0">
              <p14:nvContentPartPr>
                <p14:cNvPr id="468" name="Ink 467">
                  <a:extLst>
                    <a:ext uri="{FF2B5EF4-FFF2-40B4-BE49-F238E27FC236}">
                      <a16:creationId xmlns:a16="http://schemas.microsoft.com/office/drawing/2014/main" id="{1229BF2D-04CF-8D62-3B33-9398BA824D12}"/>
                    </a:ext>
                  </a:extLst>
                </p14:cNvPr>
                <p14:cNvContentPartPr/>
                <p14:nvPr/>
              </p14:nvContentPartPr>
              <p14:xfrm>
                <a:off x="8089020" y="2815928"/>
                <a:ext cx="167400" cy="223200"/>
              </p14:xfrm>
            </p:contentPart>
          </mc:Choice>
          <mc:Fallback xmlns="">
            <p:pic>
              <p:nvPicPr>
                <p:cNvPr id="468" name="Ink 467">
                  <a:extLst>
                    <a:ext uri="{FF2B5EF4-FFF2-40B4-BE49-F238E27FC236}">
                      <a16:creationId xmlns:a16="http://schemas.microsoft.com/office/drawing/2014/main" id="{1229BF2D-04CF-8D62-3B33-9398BA824D12}"/>
                    </a:ext>
                  </a:extLst>
                </p:cNvPr>
                <p:cNvPicPr/>
                <p:nvPr/>
              </p:nvPicPr>
              <p:blipFill>
                <a:blip r:embed="rId781"/>
                <a:stretch>
                  <a:fillRect/>
                </a:stretch>
              </p:blipFill>
              <p:spPr>
                <a:xfrm>
                  <a:off x="8080380" y="2806928"/>
                  <a:ext cx="18504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2">
              <p14:nvContentPartPr>
                <p14:cNvPr id="469" name="Ink 468">
                  <a:extLst>
                    <a:ext uri="{FF2B5EF4-FFF2-40B4-BE49-F238E27FC236}">
                      <a16:creationId xmlns:a16="http://schemas.microsoft.com/office/drawing/2014/main" id="{189B3A06-3833-DAB6-0F72-7F0CCAEF1080}"/>
                    </a:ext>
                  </a:extLst>
                </p14:cNvPr>
                <p14:cNvContentPartPr/>
                <p14:nvPr/>
              </p14:nvContentPartPr>
              <p14:xfrm>
                <a:off x="7545060" y="2773808"/>
                <a:ext cx="97920" cy="236520"/>
              </p14:xfrm>
            </p:contentPart>
          </mc:Choice>
          <mc:Fallback xmlns="">
            <p:pic>
              <p:nvPicPr>
                <p:cNvPr id="469" name="Ink 468">
                  <a:extLst>
                    <a:ext uri="{FF2B5EF4-FFF2-40B4-BE49-F238E27FC236}">
                      <a16:creationId xmlns:a16="http://schemas.microsoft.com/office/drawing/2014/main" id="{189B3A06-3833-DAB6-0F72-7F0CCAEF1080}"/>
                    </a:ext>
                  </a:extLst>
                </p:cNvPr>
                <p:cNvPicPr/>
                <p:nvPr/>
              </p:nvPicPr>
              <p:blipFill>
                <a:blip r:embed="rId783"/>
                <a:stretch>
                  <a:fillRect/>
                </a:stretch>
              </p:blipFill>
              <p:spPr>
                <a:xfrm>
                  <a:off x="7536060" y="2765168"/>
                  <a:ext cx="115560" cy="254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9" name="Group 478">
            <a:extLst>
              <a:ext uri="{FF2B5EF4-FFF2-40B4-BE49-F238E27FC236}">
                <a16:creationId xmlns:a16="http://schemas.microsoft.com/office/drawing/2014/main" id="{EB34E72B-F213-FCCA-68D8-09033B40C805}"/>
              </a:ext>
            </a:extLst>
          </p:cNvPr>
          <p:cNvGrpSpPr/>
          <p:nvPr/>
        </p:nvGrpSpPr>
        <p:grpSpPr>
          <a:xfrm>
            <a:off x="8609940" y="2689208"/>
            <a:ext cx="733320" cy="493920"/>
            <a:chOff x="8609940" y="2689208"/>
            <a:chExt cx="733320" cy="493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84">
              <p14:nvContentPartPr>
                <p14:cNvPr id="471" name="Ink 470">
                  <a:extLst>
                    <a:ext uri="{FF2B5EF4-FFF2-40B4-BE49-F238E27FC236}">
                      <a16:creationId xmlns:a16="http://schemas.microsoft.com/office/drawing/2014/main" id="{BBBE737B-A430-5278-6BC2-57E0C4556722}"/>
                    </a:ext>
                  </a:extLst>
                </p14:cNvPr>
                <p14:cNvContentPartPr/>
                <p14:nvPr/>
              </p14:nvContentPartPr>
              <p14:xfrm>
                <a:off x="8712540" y="2953448"/>
                <a:ext cx="104040" cy="120240"/>
              </p14:xfrm>
            </p:contentPart>
          </mc:Choice>
          <mc:Fallback xmlns="">
            <p:pic>
              <p:nvPicPr>
                <p:cNvPr id="471" name="Ink 470">
                  <a:extLst>
                    <a:ext uri="{FF2B5EF4-FFF2-40B4-BE49-F238E27FC236}">
                      <a16:creationId xmlns:a16="http://schemas.microsoft.com/office/drawing/2014/main" id="{BBBE737B-A430-5278-6BC2-57E0C4556722}"/>
                    </a:ext>
                  </a:extLst>
                </p:cNvPr>
                <p:cNvPicPr/>
                <p:nvPr/>
              </p:nvPicPr>
              <p:blipFill>
                <a:blip r:embed="rId785"/>
                <a:stretch>
                  <a:fillRect/>
                </a:stretch>
              </p:blipFill>
              <p:spPr>
                <a:xfrm>
                  <a:off x="8703900" y="2944448"/>
                  <a:ext cx="12168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6">
              <p14:nvContentPartPr>
                <p14:cNvPr id="472" name="Ink 471">
                  <a:extLst>
                    <a:ext uri="{FF2B5EF4-FFF2-40B4-BE49-F238E27FC236}">
                      <a16:creationId xmlns:a16="http://schemas.microsoft.com/office/drawing/2014/main" id="{A09CE368-7F30-E412-FBDD-AD20CD2B468F}"/>
                    </a:ext>
                  </a:extLst>
                </p14:cNvPr>
                <p14:cNvContentPartPr/>
                <p14:nvPr/>
              </p14:nvContentPartPr>
              <p14:xfrm>
                <a:off x="8789940" y="3027968"/>
                <a:ext cx="13320" cy="107640"/>
              </p14:xfrm>
            </p:contentPart>
          </mc:Choice>
          <mc:Fallback xmlns="">
            <p:pic>
              <p:nvPicPr>
                <p:cNvPr id="472" name="Ink 471">
                  <a:extLst>
                    <a:ext uri="{FF2B5EF4-FFF2-40B4-BE49-F238E27FC236}">
                      <a16:creationId xmlns:a16="http://schemas.microsoft.com/office/drawing/2014/main" id="{A09CE368-7F30-E412-FBDD-AD20CD2B468F}"/>
                    </a:ext>
                  </a:extLst>
                </p:cNvPr>
                <p:cNvPicPr/>
                <p:nvPr/>
              </p:nvPicPr>
              <p:blipFill>
                <a:blip r:embed="rId787"/>
                <a:stretch>
                  <a:fillRect/>
                </a:stretch>
              </p:blipFill>
              <p:spPr>
                <a:xfrm>
                  <a:off x="8781300" y="3018968"/>
                  <a:ext cx="3096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8">
              <p14:nvContentPartPr>
                <p14:cNvPr id="473" name="Ink 472">
                  <a:extLst>
                    <a:ext uri="{FF2B5EF4-FFF2-40B4-BE49-F238E27FC236}">
                      <a16:creationId xmlns:a16="http://schemas.microsoft.com/office/drawing/2014/main" id="{F0850D9C-583B-5091-C101-5682E8446A34}"/>
                    </a:ext>
                  </a:extLst>
                </p14:cNvPr>
                <p14:cNvContentPartPr/>
                <p14:nvPr/>
              </p14:nvContentPartPr>
              <p14:xfrm>
                <a:off x="8920260" y="3044528"/>
                <a:ext cx="105120" cy="83160"/>
              </p14:xfrm>
            </p:contentPart>
          </mc:Choice>
          <mc:Fallback xmlns="">
            <p:pic>
              <p:nvPicPr>
                <p:cNvPr id="473" name="Ink 472">
                  <a:extLst>
                    <a:ext uri="{FF2B5EF4-FFF2-40B4-BE49-F238E27FC236}">
                      <a16:creationId xmlns:a16="http://schemas.microsoft.com/office/drawing/2014/main" id="{F0850D9C-583B-5091-C101-5682E8446A34}"/>
                    </a:ext>
                  </a:extLst>
                </p:cNvPr>
                <p:cNvPicPr/>
                <p:nvPr/>
              </p:nvPicPr>
              <p:blipFill>
                <a:blip r:embed="rId789"/>
                <a:stretch>
                  <a:fillRect/>
                </a:stretch>
              </p:blipFill>
              <p:spPr>
                <a:xfrm>
                  <a:off x="8911620" y="3035528"/>
                  <a:ext cx="12276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0">
              <p14:nvContentPartPr>
                <p14:cNvPr id="474" name="Ink 473">
                  <a:extLst>
                    <a:ext uri="{FF2B5EF4-FFF2-40B4-BE49-F238E27FC236}">
                      <a16:creationId xmlns:a16="http://schemas.microsoft.com/office/drawing/2014/main" id="{F9AAB2A1-3D15-E9FA-F145-1AFCD49DA487}"/>
                    </a:ext>
                  </a:extLst>
                </p14:cNvPr>
                <p14:cNvContentPartPr/>
                <p14:nvPr/>
              </p14:nvContentPartPr>
              <p14:xfrm>
                <a:off x="8952660" y="3070448"/>
                <a:ext cx="66960" cy="57960"/>
              </p14:xfrm>
            </p:contentPart>
          </mc:Choice>
          <mc:Fallback xmlns="">
            <p:pic>
              <p:nvPicPr>
                <p:cNvPr id="474" name="Ink 473">
                  <a:extLst>
                    <a:ext uri="{FF2B5EF4-FFF2-40B4-BE49-F238E27FC236}">
                      <a16:creationId xmlns:a16="http://schemas.microsoft.com/office/drawing/2014/main" id="{F9AAB2A1-3D15-E9FA-F145-1AFCD49DA487}"/>
                    </a:ext>
                  </a:extLst>
                </p:cNvPr>
                <p:cNvPicPr/>
                <p:nvPr/>
              </p:nvPicPr>
              <p:blipFill>
                <a:blip r:embed="rId791"/>
                <a:stretch>
                  <a:fillRect/>
                </a:stretch>
              </p:blipFill>
              <p:spPr>
                <a:xfrm>
                  <a:off x="8943660" y="3061448"/>
                  <a:ext cx="8460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2">
              <p14:nvContentPartPr>
                <p14:cNvPr id="475" name="Ink 474">
                  <a:extLst>
                    <a:ext uri="{FF2B5EF4-FFF2-40B4-BE49-F238E27FC236}">
                      <a16:creationId xmlns:a16="http://schemas.microsoft.com/office/drawing/2014/main" id="{7465DCA0-EAD0-E022-D1CC-9D840F520F3C}"/>
                    </a:ext>
                  </a:extLst>
                </p14:cNvPr>
                <p14:cNvContentPartPr/>
                <p14:nvPr/>
              </p14:nvContentPartPr>
              <p14:xfrm>
                <a:off x="9086580" y="2995928"/>
                <a:ext cx="125280" cy="147600"/>
              </p14:xfrm>
            </p:contentPart>
          </mc:Choice>
          <mc:Fallback xmlns="">
            <p:pic>
              <p:nvPicPr>
                <p:cNvPr id="475" name="Ink 474">
                  <a:extLst>
                    <a:ext uri="{FF2B5EF4-FFF2-40B4-BE49-F238E27FC236}">
                      <a16:creationId xmlns:a16="http://schemas.microsoft.com/office/drawing/2014/main" id="{7465DCA0-EAD0-E022-D1CC-9D840F520F3C}"/>
                    </a:ext>
                  </a:extLst>
                </p:cNvPr>
                <p:cNvPicPr/>
                <p:nvPr/>
              </p:nvPicPr>
              <p:blipFill>
                <a:blip r:embed="rId793"/>
                <a:stretch>
                  <a:fillRect/>
                </a:stretch>
              </p:blipFill>
              <p:spPr>
                <a:xfrm>
                  <a:off x="9077580" y="2986928"/>
                  <a:ext cx="14292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4">
              <p14:nvContentPartPr>
                <p14:cNvPr id="476" name="Ink 475">
                  <a:extLst>
                    <a:ext uri="{FF2B5EF4-FFF2-40B4-BE49-F238E27FC236}">
                      <a16:creationId xmlns:a16="http://schemas.microsoft.com/office/drawing/2014/main" id="{7E6D8F11-AE83-9511-BF29-2B7D45DAE69F}"/>
                    </a:ext>
                  </a:extLst>
                </p14:cNvPr>
                <p14:cNvContentPartPr/>
                <p14:nvPr/>
              </p14:nvContentPartPr>
              <p14:xfrm>
                <a:off x="9258300" y="2940488"/>
                <a:ext cx="84960" cy="242640"/>
              </p14:xfrm>
            </p:contentPart>
          </mc:Choice>
          <mc:Fallback xmlns="">
            <p:pic>
              <p:nvPicPr>
                <p:cNvPr id="476" name="Ink 475">
                  <a:extLst>
                    <a:ext uri="{FF2B5EF4-FFF2-40B4-BE49-F238E27FC236}">
                      <a16:creationId xmlns:a16="http://schemas.microsoft.com/office/drawing/2014/main" id="{7E6D8F11-AE83-9511-BF29-2B7D45DAE69F}"/>
                    </a:ext>
                  </a:extLst>
                </p:cNvPr>
                <p:cNvPicPr/>
                <p:nvPr/>
              </p:nvPicPr>
              <p:blipFill>
                <a:blip r:embed="rId795"/>
                <a:stretch>
                  <a:fillRect/>
                </a:stretch>
              </p:blipFill>
              <p:spPr>
                <a:xfrm>
                  <a:off x="9249300" y="2931488"/>
                  <a:ext cx="10260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6">
              <p14:nvContentPartPr>
                <p14:cNvPr id="477" name="Ink 476">
                  <a:extLst>
                    <a:ext uri="{FF2B5EF4-FFF2-40B4-BE49-F238E27FC236}">
                      <a16:creationId xmlns:a16="http://schemas.microsoft.com/office/drawing/2014/main" id="{E6CEFAC6-085A-AF7C-5259-2077553B7CBF}"/>
                    </a:ext>
                  </a:extLst>
                </p14:cNvPr>
                <p14:cNvContentPartPr/>
                <p14:nvPr/>
              </p14:nvContentPartPr>
              <p14:xfrm>
                <a:off x="8609940" y="2956328"/>
                <a:ext cx="66600" cy="202320"/>
              </p14:xfrm>
            </p:contentPart>
          </mc:Choice>
          <mc:Fallback xmlns="">
            <p:pic>
              <p:nvPicPr>
                <p:cNvPr id="477" name="Ink 476">
                  <a:extLst>
                    <a:ext uri="{FF2B5EF4-FFF2-40B4-BE49-F238E27FC236}">
                      <a16:creationId xmlns:a16="http://schemas.microsoft.com/office/drawing/2014/main" id="{E6CEFAC6-085A-AF7C-5259-2077553B7CBF}"/>
                    </a:ext>
                  </a:extLst>
                </p:cNvPr>
                <p:cNvPicPr/>
                <p:nvPr/>
              </p:nvPicPr>
              <p:blipFill>
                <a:blip r:embed="rId797"/>
                <a:stretch>
                  <a:fillRect/>
                </a:stretch>
              </p:blipFill>
              <p:spPr>
                <a:xfrm>
                  <a:off x="8600940" y="2947328"/>
                  <a:ext cx="8424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8">
              <p14:nvContentPartPr>
                <p14:cNvPr id="478" name="Ink 477">
                  <a:extLst>
                    <a:ext uri="{FF2B5EF4-FFF2-40B4-BE49-F238E27FC236}">
                      <a16:creationId xmlns:a16="http://schemas.microsoft.com/office/drawing/2014/main" id="{E1076521-5A13-76CB-4EEA-E5FC46A8C3F7}"/>
                    </a:ext>
                  </a:extLst>
                </p14:cNvPr>
                <p14:cNvContentPartPr/>
                <p14:nvPr/>
              </p14:nvContentPartPr>
              <p14:xfrm>
                <a:off x="8972100" y="2689208"/>
                <a:ext cx="21240" cy="167400"/>
              </p14:xfrm>
            </p:contentPart>
          </mc:Choice>
          <mc:Fallback xmlns="">
            <p:pic>
              <p:nvPicPr>
                <p:cNvPr id="478" name="Ink 477">
                  <a:extLst>
                    <a:ext uri="{FF2B5EF4-FFF2-40B4-BE49-F238E27FC236}">
                      <a16:creationId xmlns:a16="http://schemas.microsoft.com/office/drawing/2014/main" id="{E1076521-5A13-76CB-4EEA-E5FC46A8C3F7}"/>
                    </a:ext>
                  </a:extLst>
                </p:cNvPr>
                <p:cNvPicPr/>
                <p:nvPr/>
              </p:nvPicPr>
              <p:blipFill>
                <a:blip r:embed="rId799"/>
                <a:stretch>
                  <a:fillRect/>
                </a:stretch>
              </p:blipFill>
              <p:spPr>
                <a:xfrm>
                  <a:off x="8963460" y="2680568"/>
                  <a:ext cx="38880" cy="185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00">
            <p14:nvContentPartPr>
              <p14:cNvPr id="480" name="Ink 479">
                <a:extLst>
                  <a:ext uri="{FF2B5EF4-FFF2-40B4-BE49-F238E27FC236}">
                    <a16:creationId xmlns:a16="http://schemas.microsoft.com/office/drawing/2014/main" id="{446646EF-DE02-7354-207C-9C68E5DB8F9E}"/>
                  </a:ext>
                </a:extLst>
              </p14:cNvPr>
              <p14:cNvContentPartPr/>
              <p14:nvPr/>
            </p14:nvContentPartPr>
            <p14:xfrm>
              <a:off x="9491940" y="2726288"/>
              <a:ext cx="162720" cy="97200"/>
            </p14:xfrm>
          </p:contentPart>
        </mc:Choice>
        <mc:Fallback xmlns="">
          <p:pic>
            <p:nvPicPr>
              <p:cNvPr id="480" name="Ink 479">
                <a:extLst>
                  <a:ext uri="{FF2B5EF4-FFF2-40B4-BE49-F238E27FC236}">
                    <a16:creationId xmlns:a16="http://schemas.microsoft.com/office/drawing/2014/main" id="{446646EF-DE02-7354-207C-9C68E5DB8F9E}"/>
                  </a:ext>
                </a:extLst>
              </p:cNvPr>
              <p:cNvPicPr/>
              <p:nvPr/>
            </p:nvPicPr>
            <p:blipFill>
              <a:blip r:embed="rId801"/>
              <a:stretch>
                <a:fillRect/>
              </a:stretch>
            </p:blipFill>
            <p:spPr>
              <a:xfrm>
                <a:off x="9482940" y="2717288"/>
                <a:ext cx="180360" cy="114840"/>
              </a:xfrm>
              <a:prstGeom prst="rect">
                <a:avLst/>
              </a:prstGeom>
            </p:spPr>
          </p:pic>
        </mc:Fallback>
      </mc:AlternateContent>
      <p:grpSp>
        <p:nvGrpSpPr>
          <p:cNvPr id="487" name="Group 486">
            <a:extLst>
              <a:ext uri="{FF2B5EF4-FFF2-40B4-BE49-F238E27FC236}">
                <a16:creationId xmlns:a16="http://schemas.microsoft.com/office/drawing/2014/main" id="{3FABBBBA-691C-54FA-1117-7A5841806780}"/>
              </a:ext>
            </a:extLst>
          </p:cNvPr>
          <p:cNvGrpSpPr/>
          <p:nvPr/>
        </p:nvGrpSpPr>
        <p:grpSpPr>
          <a:xfrm>
            <a:off x="9797220" y="2754368"/>
            <a:ext cx="688320" cy="246600"/>
            <a:chOff x="9797220" y="2754368"/>
            <a:chExt cx="688320" cy="246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02">
              <p14:nvContentPartPr>
                <p14:cNvPr id="481" name="Ink 480">
                  <a:extLst>
                    <a:ext uri="{FF2B5EF4-FFF2-40B4-BE49-F238E27FC236}">
                      <a16:creationId xmlns:a16="http://schemas.microsoft.com/office/drawing/2014/main" id="{565D440B-6F7E-FA7F-70AE-BC052BC89507}"/>
                    </a:ext>
                  </a:extLst>
                </p14:cNvPr>
                <p14:cNvContentPartPr/>
                <p14:nvPr/>
              </p14:nvContentPartPr>
              <p14:xfrm>
                <a:off x="9865260" y="2810528"/>
                <a:ext cx="102960" cy="141480"/>
              </p14:xfrm>
            </p:contentPart>
          </mc:Choice>
          <mc:Fallback xmlns="">
            <p:pic>
              <p:nvPicPr>
                <p:cNvPr id="481" name="Ink 480">
                  <a:extLst>
                    <a:ext uri="{FF2B5EF4-FFF2-40B4-BE49-F238E27FC236}">
                      <a16:creationId xmlns:a16="http://schemas.microsoft.com/office/drawing/2014/main" id="{565D440B-6F7E-FA7F-70AE-BC052BC89507}"/>
                    </a:ext>
                  </a:extLst>
                </p:cNvPr>
                <p:cNvPicPr/>
                <p:nvPr/>
              </p:nvPicPr>
              <p:blipFill>
                <a:blip r:embed="rId803"/>
                <a:stretch>
                  <a:fillRect/>
                </a:stretch>
              </p:blipFill>
              <p:spPr>
                <a:xfrm>
                  <a:off x="9856620" y="2801888"/>
                  <a:ext cx="12060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4">
              <p14:nvContentPartPr>
                <p14:cNvPr id="482" name="Ink 481">
                  <a:extLst>
                    <a:ext uri="{FF2B5EF4-FFF2-40B4-BE49-F238E27FC236}">
                      <a16:creationId xmlns:a16="http://schemas.microsoft.com/office/drawing/2014/main" id="{AA8AFAD8-BD27-7BA2-558B-C142005F1D71}"/>
                    </a:ext>
                  </a:extLst>
                </p14:cNvPr>
                <p14:cNvContentPartPr/>
                <p14:nvPr/>
              </p14:nvContentPartPr>
              <p14:xfrm>
                <a:off x="10084140" y="2871368"/>
                <a:ext cx="109080" cy="48240"/>
              </p14:xfrm>
            </p:contentPart>
          </mc:Choice>
          <mc:Fallback xmlns="">
            <p:pic>
              <p:nvPicPr>
                <p:cNvPr id="482" name="Ink 481">
                  <a:extLst>
                    <a:ext uri="{FF2B5EF4-FFF2-40B4-BE49-F238E27FC236}">
                      <a16:creationId xmlns:a16="http://schemas.microsoft.com/office/drawing/2014/main" id="{AA8AFAD8-BD27-7BA2-558B-C142005F1D71}"/>
                    </a:ext>
                  </a:extLst>
                </p:cNvPr>
                <p:cNvPicPr/>
                <p:nvPr/>
              </p:nvPicPr>
              <p:blipFill>
                <a:blip r:embed="rId805"/>
                <a:stretch>
                  <a:fillRect/>
                </a:stretch>
              </p:blipFill>
              <p:spPr>
                <a:xfrm>
                  <a:off x="10075500" y="2862728"/>
                  <a:ext cx="12672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6">
              <p14:nvContentPartPr>
                <p14:cNvPr id="483" name="Ink 482">
                  <a:extLst>
                    <a:ext uri="{FF2B5EF4-FFF2-40B4-BE49-F238E27FC236}">
                      <a16:creationId xmlns:a16="http://schemas.microsoft.com/office/drawing/2014/main" id="{98F365CB-71C2-AFDC-5EC2-4D746B7CDC5F}"/>
                    </a:ext>
                  </a:extLst>
                </p14:cNvPr>
                <p14:cNvContentPartPr/>
                <p14:nvPr/>
              </p14:nvContentPartPr>
              <p14:xfrm>
                <a:off x="10089900" y="2878208"/>
                <a:ext cx="88200" cy="48240"/>
              </p14:xfrm>
            </p:contentPart>
          </mc:Choice>
          <mc:Fallback xmlns="">
            <p:pic>
              <p:nvPicPr>
                <p:cNvPr id="483" name="Ink 482">
                  <a:extLst>
                    <a:ext uri="{FF2B5EF4-FFF2-40B4-BE49-F238E27FC236}">
                      <a16:creationId xmlns:a16="http://schemas.microsoft.com/office/drawing/2014/main" id="{98F365CB-71C2-AFDC-5EC2-4D746B7CDC5F}"/>
                    </a:ext>
                  </a:extLst>
                </p:cNvPr>
                <p:cNvPicPr/>
                <p:nvPr/>
              </p:nvPicPr>
              <p:blipFill>
                <a:blip r:embed="rId807"/>
                <a:stretch>
                  <a:fillRect/>
                </a:stretch>
              </p:blipFill>
              <p:spPr>
                <a:xfrm>
                  <a:off x="10081260" y="2869208"/>
                  <a:ext cx="10584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8">
              <p14:nvContentPartPr>
                <p14:cNvPr id="484" name="Ink 483">
                  <a:extLst>
                    <a:ext uri="{FF2B5EF4-FFF2-40B4-BE49-F238E27FC236}">
                      <a16:creationId xmlns:a16="http://schemas.microsoft.com/office/drawing/2014/main" id="{27E7FDB1-C2E7-8398-E230-DF4B5335A895}"/>
                    </a:ext>
                  </a:extLst>
                </p14:cNvPr>
                <p14:cNvContentPartPr/>
                <p14:nvPr/>
              </p14:nvContentPartPr>
              <p14:xfrm>
                <a:off x="10297260" y="2846888"/>
                <a:ext cx="15120" cy="98640"/>
              </p14:xfrm>
            </p:contentPart>
          </mc:Choice>
          <mc:Fallback xmlns="">
            <p:pic>
              <p:nvPicPr>
                <p:cNvPr id="484" name="Ink 483">
                  <a:extLst>
                    <a:ext uri="{FF2B5EF4-FFF2-40B4-BE49-F238E27FC236}">
                      <a16:creationId xmlns:a16="http://schemas.microsoft.com/office/drawing/2014/main" id="{27E7FDB1-C2E7-8398-E230-DF4B5335A895}"/>
                    </a:ext>
                  </a:extLst>
                </p:cNvPr>
                <p:cNvPicPr/>
                <p:nvPr/>
              </p:nvPicPr>
              <p:blipFill>
                <a:blip r:embed="rId809"/>
                <a:stretch>
                  <a:fillRect/>
                </a:stretch>
              </p:blipFill>
              <p:spPr>
                <a:xfrm>
                  <a:off x="10288260" y="2838248"/>
                  <a:ext cx="3276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0">
              <p14:nvContentPartPr>
                <p14:cNvPr id="485" name="Ink 484">
                  <a:extLst>
                    <a:ext uri="{FF2B5EF4-FFF2-40B4-BE49-F238E27FC236}">
                      <a16:creationId xmlns:a16="http://schemas.microsoft.com/office/drawing/2014/main" id="{A5C3C40A-6C19-CF81-7D7B-5110A5427F2F}"/>
                    </a:ext>
                  </a:extLst>
                </p14:cNvPr>
                <p14:cNvContentPartPr/>
                <p14:nvPr/>
              </p14:nvContentPartPr>
              <p14:xfrm>
                <a:off x="10364580" y="2779568"/>
                <a:ext cx="120960" cy="210960"/>
              </p14:xfrm>
            </p:contentPart>
          </mc:Choice>
          <mc:Fallback xmlns="">
            <p:pic>
              <p:nvPicPr>
                <p:cNvPr id="485" name="Ink 484">
                  <a:extLst>
                    <a:ext uri="{FF2B5EF4-FFF2-40B4-BE49-F238E27FC236}">
                      <a16:creationId xmlns:a16="http://schemas.microsoft.com/office/drawing/2014/main" id="{A5C3C40A-6C19-CF81-7D7B-5110A5427F2F}"/>
                    </a:ext>
                  </a:extLst>
                </p:cNvPr>
                <p:cNvPicPr/>
                <p:nvPr/>
              </p:nvPicPr>
              <p:blipFill>
                <a:blip r:embed="rId811"/>
                <a:stretch>
                  <a:fillRect/>
                </a:stretch>
              </p:blipFill>
              <p:spPr>
                <a:xfrm>
                  <a:off x="10355940" y="2770568"/>
                  <a:ext cx="13860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2">
              <p14:nvContentPartPr>
                <p14:cNvPr id="486" name="Ink 485">
                  <a:extLst>
                    <a:ext uri="{FF2B5EF4-FFF2-40B4-BE49-F238E27FC236}">
                      <a16:creationId xmlns:a16="http://schemas.microsoft.com/office/drawing/2014/main" id="{CF4D3C6C-B77D-541D-E43F-8A4E72B5F3C0}"/>
                    </a:ext>
                  </a:extLst>
                </p14:cNvPr>
                <p14:cNvContentPartPr/>
                <p14:nvPr/>
              </p14:nvContentPartPr>
              <p14:xfrm>
                <a:off x="9797220" y="2754368"/>
                <a:ext cx="99360" cy="246600"/>
              </p14:xfrm>
            </p:contentPart>
          </mc:Choice>
          <mc:Fallback xmlns="">
            <p:pic>
              <p:nvPicPr>
                <p:cNvPr id="486" name="Ink 485">
                  <a:extLst>
                    <a:ext uri="{FF2B5EF4-FFF2-40B4-BE49-F238E27FC236}">
                      <a16:creationId xmlns:a16="http://schemas.microsoft.com/office/drawing/2014/main" id="{CF4D3C6C-B77D-541D-E43F-8A4E72B5F3C0}"/>
                    </a:ext>
                  </a:extLst>
                </p:cNvPr>
                <p:cNvPicPr/>
                <p:nvPr/>
              </p:nvPicPr>
              <p:blipFill>
                <a:blip r:embed="rId813"/>
                <a:stretch>
                  <a:fillRect/>
                </a:stretch>
              </p:blipFill>
              <p:spPr>
                <a:xfrm>
                  <a:off x="9788220" y="2745368"/>
                  <a:ext cx="117000" cy="264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3" name="Group 492">
            <a:extLst>
              <a:ext uri="{FF2B5EF4-FFF2-40B4-BE49-F238E27FC236}">
                <a16:creationId xmlns:a16="http://schemas.microsoft.com/office/drawing/2014/main" id="{4887E9A8-5CC1-538E-C135-E9CB74673149}"/>
              </a:ext>
            </a:extLst>
          </p:cNvPr>
          <p:cNvGrpSpPr/>
          <p:nvPr/>
        </p:nvGrpSpPr>
        <p:grpSpPr>
          <a:xfrm>
            <a:off x="3515940" y="5787728"/>
            <a:ext cx="4142880" cy="570240"/>
            <a:chOff x="3515940" y="5787728"/>
            <a:chExt cx="4142880" cy="570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14">
              <p14:nvContentPartPr>
                <p14:cNvPr id="488" name="Ink 487">
                  <a:extLst>
                    <a:ext uri="{FF2B5EF4-FFF2-40B4-BE49-F238E27FC236}">
                      <a16:creationId xmlns:a16="http://schemas.microsoft.com/office/drawing/2014/main" id="{5148E02B-D32D-9127-E0F2-952EA80EF8E8}"/>
                    </a:ext>
                  </a:extLst>
                </p14:cNvPr>
                <p14:cNvContentPartPr/>
                <p14:nvPr/>
              </p14:nvContentPartPr>
              <p14:xfrm>
                <a:off x="5231700" y="6119648"/>
                <a:ext cx="297000" cy="238320"/>
              </p14:xfrm>
            </p:contentPart>
          </mc:Choice>
          <mc:Fallback xmlns="">
            <p:pic>
              <p:nvPicPr>
                <p:cNvPr id="488" name="Ink 487">
                  <a:extLst>
                    <a:ext uri="{FF2B5EF4-FFF2-40B4-BE49-F238E27FC236}">
                      <a16:creationId xmlns:a16="http://schemas.microsoft.com/office/drawing/2014/main" id="{5148E02B-D32D-9127-E0F2-952EA80EF8E8}"/>
                    </a:ext>
                  </a:extLst>
                </p:cNvPr>
                <p:cNvPicPr/>
                <p:nvPr/>
              </p:nvPicPr>
              <p:blipFill>
                <a:blip r:embed="rId815"/>
                <a:stretch>
                  <a:fillRect/>
                </a:stretch>
              </p:blipFill>
              <p:spPr>
                <a:xfrm>
                  <a:off x="5222700" y="6111008"/>
                  <a:ext cx="31464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6">
              <p14:nvContentPartPr>
                <p14:cNvPr id="489" name="Ink 488">
                  <a:extLst>
                    <a:ext uri="{FF2B5EF4-FFF2-40B4-BE49-F238E27FC236}">
                      <a16:creationId xmlns:a16="http://schemas.microsoft.com/office/drawing/2014/main" id="{113B4191-1BC3-3470-C84F-733F0B60A5ED}"/>
                    </a:ext>
                  </a:extLst>
                </p14:cNvPr>
                <p14:cNvContentPartPr/>
                <p14:nvPr/>
              </p14:nvContentPartPr>
              <p14:xfrm>
                <a:off x="5437260" y="6094088"/>
                <a:ext cx="108720" cy="16200"/>
              </p14:xfrm>
            </p:contentPart>
          </mc:Choice>
          <mc:Fallback xmlns="">
            <p:pic>
              <p:nvPicPr>
                <p:cNvPr id="489" name="Ink 488">
                  <a:extLst>
                    <a:ext uri="{FF2B5EF4-FFF2-40B4-BE49-F238E27FC236}">
                      <a16:creationId xmlns:a16="http://schemas.microsoft.com/office/drawing/2014/main" id="{113B4191-1BC3-3470-C84F-733F0B60A5ED}"/>
                    </a:ext>
                  </a:extLst>
                </p:cNvPr>
                <p:cNvPicPr/>
                <p:nvPr/>
              </p:nvPicPr>
              <p:blipFill>
                <a:blip r:embed="rId817"/>
                <a:stretch>
                  <a:fillRect/>
                </a:stretch>
              </p:blipFill>
              <p:spPr>
                <a:xfrm>
                  <a:off x="5428620" y="6085448"/>
                  <a:ext cx="12636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8">
              <p14:nvContentPartPr>
                <p14:cNvPr id="490" name="Ink 489">
                  <a:extLst>
                    <a:ext uri="{FF2B5EF4-FFF2-40B4-BE49-F238E27FC236}">
                      <a16:creationId xmlns:a16="http://schemas.microsoft.com/office/drawing/2014/main" id="{B567F755-5DE4-DC98-252A-A8ED850EB560}"/>
                    </a:ext>
                  </a:extLst>
                </p14:cNvPr>
                <p14:cNvContentPartPr/>
                <p14:nvPr/>
              </p14:nvContentPartPr>
              <p14:xfrm>
                <a:off x="5187060" y="6105608"/>
                <a:ext cx="113400" cy="24480"/>
              </p14:xfrm>
            </p:contentPart>
          </mc:Choice>
          <mc:Fallback xmlns="">
            <p:pic>
              <p:nvPicPr>
                <p:cNvPr id="490" name="Ink 489">
                  <a:extLst>
                    <a:ext uri="{FF2B5EF4-FFF2-40B4-BE49-F238E27FC236}">
                      <a16:creationId xmlns:a16="http://schemas.microsoft.com/office/drawing/2014/main" id="{B567F755-5DE4-DC98-252A-A8ED850EB560}"/>
                    </a:ext>
                  </a:extLst>
                </p:cNvPr>
                <p:cNvPicPr/>
                <p:nvPr/>
              </p:nvPicPr>
              <p:blipFill>
                <a:blip r:embed="rId819"/>
                <a:stretch>
                  <a:fillRect/>
                </a:stretch>
              </p:blipFill>
              <p:spPr>
                <a:xfrm>
                  <a:off x="5178420" y="6096968"/>
                  <a:ext cx="13104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0">
              <p14:nvContentPartPr>
                <p14:cNvPr id="492" name="Ink 491">
                  <a:extLst>
                    <a:ext uri="{FF2B5EF4-FFF2-40B4-BE49-F238E27FC236}">
                      <a16:creationId xmlns:a16="http://schemas.microsoft.com/office/drawing/2014/main" id="{87941904-86DD-43EC-1D55-13C71C0CFE8E}"/>
                    </a:ext>
                  </a:extLst>
                </p14:cNvPr>
                <p14:cNvContentPartPr/>
                <p14:nvPr/>
              </p14:nvContentPartPr>
              <p14:xfrm>
                <a:off x="3515940" y="5787728"/>
                <a:ext cx="4142880" cy="215280"/>
              </p14:xfrm>
            </p:contentPart>
          </mc:Choice>
          <mc:Fallback xmlns="">
            <p:pic>
              <p:nvPicPr>
                <p:cNvPr id="492" name="Ink 491">
                  <a:extLst>
                    <a:ext uri="{FF2B5EF4-FFF2-40B4-BE49-F238E27FC236}">
                      <a16:creationId xmlns:a16="http://schemas.microsoft.com/office/drawing/2014/main" id="{87941904-86DD-43EC-1D55-13C71C0CFE8E}"/>
                    </a:ext>
                  </a:extLst>
                </p:cNvPr>
                <p:cNvPicPr/>
                <p:nvPr/>
              </p:nvPicPr>
              <p:blipFill>
                <a:blip r:embed="rId821"/>
                <a:stretch>
                  <a:fillRect/>
                </a:stretch>
              </p:blipFill>
              <p:spPr>
                <a:xfrm>
                  <a:off x="3506940" y="5778728"/>
                  <a:ext cx="4160520" cy="232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4" name="Group 503">
            <a:extLst>
              <a:ext uri="{FF2B5EF4-FFF2-40B4-BE49-F238E27FC236}">
                <a16:creationId xmlns:a16="http://schemas.microsoft.com/office/drawing/2014/main" id="{309BE99A-130A-9A8D-EB7A-5E17CD2E487A}"/>
              </a:ext>
            </a:extLst>
          </p:cNvPr>
          <p:cNvGrpSpPr/>
          <p:nvPr/>
        </p:nvGrpSpPr>
        <p:grpSpPr>
          <a:xfrm>
            <a:off x="6116940" y="3433688"/>
            <a:ext cx="1224360" cy="213840"/>
            <a:chOff x="6116940" y="3433688"/>
            <a:chExt cx="1224360" cy="213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22">
              <p14:nvContentPartPr>
                <p14:cNvPr id="494" name="Ink 493">
                  <a:extLst>
                    <a:ext uri="{FF2B5EF4-FFF2-40B4-BE49-F238E27FC236}">
                      <a16:creationId xmlns:a16="http://schemas.microsoft.com/office/drawing/2014/main" id="{33A46CCB-8511-537B-1036-5E8ACB914017}"/>
                    </a:ext>
                  </a:extLst>
                </p14:cNvPr>
                <p14:cNvContentPartPr/>
                <p14:nvPr/>
              </p14:nvContentPartPr>
              <p14:xfrm>
                <a:off x="6116940" y="3526568"/>
                <a:ext cx="198720" cy="120960"/>
              </p14:xfrm>
            </p:contentPart>
          </mc:Choice>
          <mc:Fallback xmlns="">
            <p:pic>
              <p:nvPicPr>
                <p:cNvPr id="494" name="Ink 493">
                  <a:extLst>
                    <a:ext uri="{FF2B5EF4-FFF2-40B4-BE49-F238E27FC236}">
                      <a16:creationId xmlns:a16="http://schemas.microsoft.com/office/drawing/2014/main" id="{33A46CCB-8511-537B-1036-5E8ACB914017}"/>
                    </a:ext>
                  </a:extLst>
                </p:cNvPr>
                <p:cNvPicPr/>
                <p:nvPr/>
              </p:nvPicPr>
              <p:blipFill>
                <a:blip r:embed="rId823"/>
                <a:stretch>
                  <a:fillRect/>
                </a:stretch>
              </p:blipFill>
              <p:spPr>
                <a:xfrm>
                  <a:off x="6107940" y="3517928"/>
                  <a:ext cx="21636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4">
              <p14:nvContentPartPr>
                <p14:cNvPr id="495" name="Ink 494">
                  <a:extLst>
                    <a:ext uri="{FF2B5EF4-FFF2-40B4-BE49-F238E27FC236}">
                      <a16:creationId xmlns:a16="http://schemas.microsoft.com/office/drawing/2014/main" id="{12A56C54-5311-EE26-1E3C-E037C4C2CC46}"/>
                    </a:ext>
                  </a:extLst>
                </p14:cNvPr>
                <p14:cNvContentPartPr/>
                <p14:nvPr/>
              </p14:nvContentPartPr>
              <p14:xfrm>
                <a:off x="6367860" y="3433688"/>
                <a:ext cx="69480" cy="192600"/>
              </p14:xfrm>
            </p:contentPart>
          </mc:Choice>
          <mc:Fallback xmlns="">
            <p:pic>
              <p:nvPicPr>
                <p:cNvPr id="495" name="Ink 494">
                  <a:extLst>
                    <a:ext uri="{FF2B5EF4-FFF2-40B4-BE49-F238E27FC236}">
                      <a16:creationId xmlns:a16="http://schemas.microsoft.com/office/drawing/2014/main" id="{12A56C54-5311-EE26-1E3C-E037C4C2CC46}"/>
                    </a:ext>
                  </a:extLst>
                </p:cNvPr>
                <p:cNvPicPr/>
                <p:nvPr/>
              </p:nvPicPr>
              <p:blipFill>
                <a:blip r:embed="rId825"/>
                <a:stretch>
                  <a:fillRect/>
                </a:stretch>
              </p:blipFill>
              <p:spPr>
                <a:xfrm>
                  <a:off x="6358860" y="3424688"/>
                  <a:ext cx="8712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6">
              <p14:nvContentPartPr>
                <p14:cNvPr id="496" name="Ink 495">
                  <a:extLst>
                    <a:ext uri="{FF2B5EF4-FFF2-40B4-BE49-F238E27FC236}">
                      <a16:creationId xmlns:a16="http://schemas.microsoft.com/office/drawing/2014/main" id="{22240B91-07E2-D3F5-B3FA-69EAFDD1A17A}"/>
                    </a:ext>
                  </a:extLst>
                </p14:cNvPr>
                <p14:cNvContentPartPr/>
                <p14:nvPr/>
              </p14:nvContentPartPr>
              <p14:xfrm>
                <a:off x="6318180" y="3558608"/>
                <a:ext cx="160920" cy="5760"/>
              </p14:xfrm>
            </p:contentPart>
          </mc:Choice>
          <mc:Fallback xmlns="">
            <p:pic>
              <p:nvPicPr>
                <p:cNvPr id="496" name="Ink 495">
                  <a:extLst>
                    <a:ext uri="{FF2B5EF4-FFF2-40B4-BE49-F238E27FC236}">
                      <a16:creationId xmlns:a16="http://schemas.microsoft.com/office/drawing/2014/main" id="{22240B91-07E2-D3F5-B3FA-69EAFDD1A17A}"/>
                    </a:ext>
                  </a:extLst>
                </p:cNvPr>
                <p:cNvPicPr/>
                <p:nvPr/>
              </p:nvPicPr>
              <p:blipFill>
                <a:blip r:embed="rId827"/>
                <a:stretch>
                  <a:fillRect/>
                </a:stretch>
              </p:blipFill>
              <p:spPr>
                <a:xfrm>
                  <a:off x="6309180" y="3549608"/>
                  <a:ext cx="17856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8">
              <p14:nvContentPartPr>
                <p14:cNvPr id="497" name="Ink 496">
                  <a:extLst>
                    <a:ext uri="{FF2B5EF4-FFF2-40B4-BE49-F238E27FC236}">
                      <a16:creationId xmlns:a16="http://schemas.microsoft.com/office/drawing/2014/main" id="{3FFDA950-1A45-7FF7-FB29-6123A84681F3}"/>
                    </a:ext>
                  </a:extLst>
                </p14:cNvPr>
                <p14:cNvContentPartPr/>
                <p14:nvPr/>
              </p14:nvContentPartPr>
              <p14:xfrm>
                <a:off x="6493860" y="3526928"/>
                <a:ext cx="62640" cy="99720"/>
              </p14:xfrm>
            </p:contentPart>
          </mc:Choice>
          <mc:Fallback xmlns="">
            <p:pic>
              <p:nvPicPr>
                <p:cNvPr id="497" name="Ink 496">
                  <a:extLst>
                    <a:ext uri="{FF2B5EF4-FFF2-40B4-BE49-F238E27FC236}">
                      <a16:creationId xmlns:a16="http://schemas.microsoft.com/office/drawing/2014/main" id="{3FFDA950-1A45-7FF7-FB29-6123A84681F3}"/>
                    </a:ext>
                  </a:extLst>
                </p:cNvPr>
                <p:cNvPicPr/>
                <p:nvPr/>
              </p:nvPicPr>
              <p:blipFill>
                <a:blip r:embed="rId829"/>
                <a:stretch>
                  <a:fillRect/>
                </a:stretch>
              </p:blipFill>
              <p:spPr>
                <a:xfrm>
                  <a:off x="6485220" y="3517928"/>
                  <a:ext cx="8028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0">
              <p14:nvContentPartPr>
                <p14:cNvPr id="498" name="Ink 497">
                  <a:extLst>
                    <a:ext uri="{FF2B5EF4-FFF2-40B4-BE49-F238E27FC236}">
                      <a16:creationId xmlns:a16="http://schemas.microsoft.com/office/drawing/2014/main" id="{B18DF520-531C-5FE3-266B-1D3BD3F657E0}"/>
                    </a:ext>
                  </a:extLst>
                </p14:cNvPr>
                <p14:cNvContentPartPr/>
                <p14:nvPr/>
              </p14:nvContentPartPr>
              <p14:xfrm>
                <a:off x="6642540" y="3553568"/>
                <a:ext cx="59760" cy="81720"/>
              </p14:xfrm>
            </p:contentPart>
          </mc:Choice>
          <mc:Fallback xmlns="">
            <p:pic>
              <p:nvPicPr>
                <p:cNvPr id="498" name="Ink 497">
                  <a:extLst>
                    <a:ext uri="{FF2B5EF4-FFF2-40B4-BE49-F238E27FC236}">
                      <a16:creationId xmlns:a16="http://schemas.microsoft.com/office/drawing/2014/main" id="{B18DF520-531C-5FE3-266B-1D3BD3F657E0}"/>
                    </a:ext>
                  </a:extLst>
                </p:cNvPr>
                <p:cNvPicPr/>
                <p:nvPr/>
              </p:nvPicPr>
              <p:blipFill>
                <a:blip r:embed="rId831"/>
                <a:stretch>
                  <a:fillRect/>
                </a:stretch>
              </p:blipFill>
              <p:spPr>
                <a:xfrm>
                  <a:off x="6633540" y="3544568"/>
                  <a:ext cx="7740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2">
              <p14:nvContentPartPr>
                <p14:cNvPr id="499" name="Ink 498">
                  <a:extLst>
                    <a:ext uri="{FF2B5EF4-FFF2-40B4-BE49-F238E27FC236}">
                      <a16:creationId xmlns:a16="http://schemas.microsoft.com/office/drawing/2014/main" id="{D3F4875B-5CB6-97C8-CF04-F3CE1B3C9410}"/>
                    </a:ext>
                  </a:extLst>
                </p14:cNvPr>
                <p14:cNvContentPartPr/>
                <p14:nvPr/>
              </p14:nvContentPartPr>
              <p14:xfrm>
                <a:off x="6624180" y="3491288"/>
                <a:ext cx="2520" cy="1080"/>
              </p14:xfrm>
            </p:contentPart>
          </mc:Choice>
          <mc:Fallback xmlns="">
            <p:pic>
              <p:nvPicPr>
                <p:cNvPr id="499" name="Ink 498">
                  <a:extLst>
                    <a:ext uri="{FF2B5EF4-FFF2-40B4-BE49-F238E27FC236}">
                      <a16:creationId xmlns:a16="http://schemas.microsoft.com/office/drawing/2014/main" id="{D3F4875B-5CB6-97C8-CF04-F3CE1B3C9410}"/>
                    </a:ext>
                  </a:extLst>
                </p:cNvPr>
                <p:cNvPicPr/>
                <p:nvPr/>
              </p:nvPicPr>
              <p:blipFill>
                <a:blip r:embed="rId833"/>
                <a:stretch>
                  <a:fillRect/>
                </a:stretch>
              </p:blipFill>
              <p:spPr>
                <a:xfrm>
                  <a:off x="6615180" y="3482288"/>
                  <a:ext cx="2016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4">
              <p14:nvContentPartPr>
                <p14:cNvPr id="500" name="Ink 499">
                  <a:extLst>
                    <a:ext uri="{FF2B5EF4-FFF2-40B4-BE49-F238E27FC236}">
                      <a16:creationId xmlns:a16="http://schemas.microsoft.com/office/drawing/2014/main" id="{483D80E7-A29F-943E-F4A8-F1CC94D7950D}"/>
                    </a:ext>
                  </a:extLst>
                </p14:cNvPr>
                <p14:cNvContentPartPr/>
                <p14:nvPr/>
              </p14:nvContentPartPr>
              <p14:xfrm>
                <a:off x="6771780" y="3433688"/>
                <a:ext cx="341280" cy="199080"/>
              </p14:xfrm>
            </p:contentPart>
          </mc:Choice>
          <mc:Fallback xmlns="">
            <p:pic>
              <p:nvPicPr>
                <p:cNvPr id="500" name="Ink 499">
                  <a:extLst>
                    <a:ext uri="{FF2B5EF4-FFF2-40B4-BE49-F238E27FC236}">
                      <a16:creationId xmlns:a16="http://schemas.microsoft.com/office/drawing/2014/main" id="{483D80E7-A29F-943E-F4A8-F1CC94D7950D}"/>
                    </a:ext>
                  </a:extLst>
                </p:cNvPr>
                <p:cNvPicPr/>
                <p:nvPr/>
              </p:nvPicPr>
              <p:blipFill>
                <a:blip r:embed="rId835"/>
                <a:stretch>
                  <a:fillRect/>
                </a:stretch>
              </p:blipFill>
              <p:spPr>
                <a:xfrm>
                  <a:off x="6763140" y="3425048"/>
                  <a:ext cx="35892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6">
              <p14:nvContentPartPr>
                <p14:cNvPr id="501" name="Ink 500">
                  <a:extLst>
                    <a:ext uri="{FF2B5EF4-FFF2-40B4-BE49-F238E27FC236}">
                      <a16:creationId xmlns:a16="http://schemas.microsoft.com/office/drawing/2014/main" id="{B0158235-324D-24E5-0C56-1C4ADCAF334F}"/>
                    </a:ext>
                  </a:extLst>
                </p14:cNvPr>
                <p14:cNvContentPartPr/>
                <p14:nvPr/>
              </p14:nvContentPartPr>
              <p14:xfrm>
                <a:off x="7268220" y="3435128"/>
                <a:ext cx="73080" cy="179640"/>
              </p14:xfrm>
            </p:contentPart>
          </mc:Choice>
          <mc:Fallback xmlns="">
            <p:pic>
              <p:nvPicPr>
                <p:cNvPr id="501" name="Ink 500">
                  <a:extLst>
                    <a:ext uri="{FF2B5EF4-FFF2-40B4-BE49-F238E27FC236}">
                      <a16:creationId xmlns:a16="http://schemas.microsoft.com/office/drawing/2014/main" id="{B0158235-324D-24E5-0C56-1C4ADCAF334F}"/>
                    </a:ext>
                  </a:extLst>
                </p:cNvPr>
                <p:cNvPicPr/>
                <p:nvPr/>
              </p:nvPicPr>
              <p:blipFill>
                <a:blip r:embed="rId837"/>
                <a:stretch>
                  <a:fillRect/>
                </a:stretch>
              </p:blipFill>
              <p:spPr>
                <a:xfrm>
                  <a:off x="7259220" y="3426488"/>
                  <a:ext cx="9072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8">
              <p14:nvContentPartPr>
                <p14:cNvPr id="503" name="Ink 502">
                  <a:extLst>
                    <a:ext uri="{FF2B5EF4-FFF2-40B4-BE49-F238E27FC236}">
                      <a16:creationId xmlns:a16="http://schemas.microsoft.com/office/drawing/2014/main" id="{95D8BF48-8433-7E77-DA26-7319AD882F15}"/>
                    </a:ext>
                  </a:extLst>
                </p14:cNvPr>
                <p14:cNvContentPartPr/>
                <p14:nvPr/>
              </p14:nvContentPartPr>
              <p14:xfrm>
                <a:off x="7257780" y="3456728"/>
                <a:ext cx="5400" cy="11880"/>
              </p14:xfrm>
            </p:contentPart>
          </mc:Choice>
          <mc:Fallback xmlns="">
            <p:pic>
              <p:nvPicPr>
                <p:cNvPr id="503" name="Ink 502">
                  <a:extLst>
                    <a:ext uri="{FF2B5EF4-FFF2-40B4-BE49-F238E27FC236}">
                      <a16:creationId xmlns:a16="http://schemas.microsoft.com/office/drawing/2014/main" id="{95D8BF48-8433-7E77-DA26-7319AD882F15}"/>
                    </a:ext>
                  </a:extLst>
                </p:cNvPr>
                <p:cNvPicPr/>
                <p:nvPr/>
              </p:nvPicPr>
              <p:blipFill>
                <a:blip r:embed="rId839"/>
                <a:stretch>
                  <a:fillRect/>
                </a:stretch>
              </p:blipFill>
              <p:spPr>
                <a:xfrm>
                  <a:off x="7249140" y="3448088"/>
                  <a:ext cx="23040" cy="295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6970120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EDA6548C-AEB8-66CC-46B6-444009E16AF4}"/>
                  </a:ext>
                </a:extLst>
              </p14:cNvPr>
              <p14:cNvContentPartPr/>
              <p14:nvPr/>
            </p14:nvContentPartPr>
            <p14:xfrm>
              <a:off x="272880" y="943923"/>
              <a:ext cx="133772" cy="1488214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EDA6548C-AEB8-66CC-46B6-444009E16AF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64250" y="935283"/>
                <a:ext cx="151393" cy="150585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3EC2D48-3D62-3C79-9C93-F31AE9CC7840}"/>
                  </a:ext>
                </a:extLst>
              </p14:cNvPr>
              <p14:cNvContentPartPr/>
              <p14:nvPr/>
            </p14:nvContentPartPr>
            <p14:xfrm>
              <a:off x="1599933" y="2167764"/>
              <a:ext cx="189126" cy="113303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3EC2D48-3D62-3C79-9C93-F31AE9CC784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590927" y="2158772"/>
                <a:ext cx="206778" cy="13092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FFA0ADA-0448-5257-1757-5C2959C85D0D}"/>
                  </a:ext>
                </a:extLst>
              </p14:cNvPr>
              <p14:cNvContentPartPr/>
              <p14:nvPr/>
            </p14:nvContentPartPr>
            <p14:xfrm>
              <a:off x="389931" y="1015998"/>
              <a:ext cx="143286" cy="209884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FFA0ADA-0448-5257-1757-5C2959C85D0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81291" y="1006998"/>
                <a:ext cx="160927" cy="22752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FAE76D9B-F6D1-FDAA-D168-1A1FE500E5B7}"/>
                  </a:ext>
                </a:extLst>
              </p14:cNvPr>
              <p14:cNvContentPartPr/>
              <p14:nvPr/>
            </p14:nvContentPartPr>
            <p14:xfrm>
              <a:off x="535523" y="945364"/>
              <a:ext cx="127718" cy="166927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FAE76D9B-F6D1-FDAA-D168-1A1FE500E5B7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26529" y="936370"/>
                <a:ext cx="145347" cy="18455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493AF367-3F36-244F-D0C0-5BAB5B951044}"/>
                  </a:ext>
                </a:extLst>
              </p14:cNvPr>
              <p14:cNvContentPartPr/>
              <p14:nvPr/>
            </p14:nvContentPartPr>
            <p14:xfrm>
              <a:off x="662664" y="1009655"/>
              <a:ext cx="82166" cy="73805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493AF367-3F36-244F-D0C0-5BAB5B951044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53694" y="1001014"/>
                <a:ext cx="99747" cy="9144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DDC94898-0150-2832-DDBF-B3485B7E7B64}"/>
                  </a:ext>
                </a:extLst>
              </p14:cNvPr>
              <p14:cNvContentPartPr/>
              <p14:nvPr/>
            </p14:nvContentPartPr>
            <p14:xfrm>
              <a:off x="727532" y="934985"/>
              <a:ext cx="134637" cy="173846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DDC94898-0150-2832-DDBF-B3485B7E7B64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18532" y="926347"/>
                <a:ext cx="152277" cy="19148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FF59508B-6896-7379-9F5F-0482F469A119}"/>
                  </a:ext>
                </a:extLst>
              </p14:cNvPr>
              <p14:cNvContentPartPr/>
              <p14:nvPr/>
            </p14:nvContentPartPr>
            <p14:xfrm>
              <a:off x="440383" y="1385601"/>
              <a:ext cx="103789" cy="171251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FF59508B-6896-7379-9F5F-0482F469A119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31374" y="1376607"/>
                <a:ext cx="121448" cy="18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F09F4EF3-FA10-9532-AD04-0AAFFAE89AC3}"/>
                  </a:ext>
                </a:extLst>
              </p14:cNvPr>
              <p14:cNvContentPartPr/>
              <p14:nvPr/>
            </p14:nvContentPartPr>
            <p14:xfrm>
              <a:off x="586552" y="1318715"/>
              <a:ext cx="88220" cy="175864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F09F4EF3-FA10-9532-AD04-0AAFFAE89AC3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77550" y="1309724"/>
                <a:ext cx="105864" cy="19348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62EF9292-F4A8-9E70-E94A-ED22B86C9772}"/>
                  </a:ext>
                </a:extLst>
              </p14:cNvPr>
              <p14:cNvContentPartPr/>
              <p14:nvPr/>
            </p14:nvContentPartPr>
            <p14:xfrm>
              <a:off x="690053" y="1402034"/>
              <a:ext cx="24217" cy="70922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62EF9292-F4A8-9E70-E94A-ED22B86C9772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681150" y="1393394"/>
                <a:ext cx="41667" cy="8856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32AB50A7-FA3D-C048-8F8C-9A5E43B52132}"/>
                  </a:ext>
                </a:extLst>
              </p14:cNvPr>
              <p14:cNvContentPartPr/>
              <p14:nvPr/>
            </p14:nvContentPartPr>
            <p14:xfrm>
              <a:off x="706774" y="1323039"/>
              <a:ext cx="127718" cy="174999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32AB50A7-FA3D-C048-8F8C-9A5E43B52132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97780" y="1314397"/>
                <a:ext cx="145347" cy="19264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FA1ECAE3-ED42-7A5B-5D2B-B88DD14AA905}"/>
                  </a:ext>
                </a:extLst>
              </p14:cNvPr>
              <p14:cNvContentPartPr/>
              <p14:nvPr/>
            </p14:nvContentPartPr>
            <p14:xfrm>
              <a:off x="461141" y="1758664"/>
              <a:ext cx="103500" cy="168657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FA1ECAE3-ED42-7A5B-5D2B-B88DD14AA905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52516" y="1750033"/>
                <a:ext cx="121109" cy="18627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512CFFA5-DAC2-4ADD-78CF-B44E9AD4E55A}"/>
                  </a:ext>
                </a:extLst>
              </p14:cNvPr>
              <p14:cNvContentPartPr/>
              <p14:nvPr/>
            </p14:nvContentPartPr>
            <p14:xfrm>
              <a:off x="578480" y="1676786"/>
              <a:ext cx="73229" cy="202676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512CFFA5-DAC2-4ADD-78CF-B44E9AD4E55A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569865" y="1667786"/>
                <a:ext cx="90818" cy="22031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E2175CCD-B924-3407-ED00-15DA4803F2ED}"/>
                  </a:ext>
                </a:extLst>
              </p14:cNvPr>
              <p14:cNvContentPartPr/>
              <p14:nvPr/>
            </p14:nvContentPartPr>
            <p14:xfrm>
              <a:off x="644213" y="1759817"/>
              <a:ext cx="82454" cy="66309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E2175CCD-B924-3407-ED00-15DA4803F2ED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635609" y="1751168"/>
                <a:ext cx="100020" cy="8396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E486F961-75BF-D98E-B446-15501835DA35}"/>
                  </a:ext>
                </a:extLst>
              </p14:cNvPr>
              <p14:cNvContentPartPr/>
              <p14:nvPr/>
            </p14:nvContentPartPr>
            <p14:xfrm>
              <a:off x="735893" y="1684282"/>
              <a:ext cx="117339" cy="18509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E486F961-75BF-D98E-B446-15501835DA35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726895" y="1675640"/>
                <a:ext cx="134976" cy="20273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38F48353-78E9-3720-2156-58968C315E14}"/>
                  </a:ext>
                </a:extLst>
              </p14:cNvPr>
              <p14:cNvContentPartPr/>
              <p14:nvPr/>
            </p14:nvContentPartPr>
            <p14:xfrm>
              <a:off x="509287" y="2155367"/>
              <a:ext cx="106672" cy="192297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38F48353-78E9-3720-2156-58968C315E14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500638" y="2146364"/>
                <a:ext cx="124331" cy="20994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5700B522-80FE-0FEE-2BAE-BB209EB57080}"/>
                  </a:ext>
                </a:extLst>
              </p14:cNvPr>
              <p14:cNvContentPartPr/>
              <p14:nvPr/>
            </p14:nvContentPartPr>
            <p14:xfrm>
              <a:off x="617112" y="2089058"/>
              <a:ext cx="104365" cy="198352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5700B522-80FE-0FEE-2BAE-BB209EB57080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608115" y="2080058"/>
                <a:ext cx="121999" cy="21599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8281C6C8-570D-7899-EF7D-6099F3824683}"/>
                  </a:ext>
                </a:extLst>
              </p14:cNvPr>
              <p14:cNvContentPartPr/>
              <p14:nvPr/>
            </p14:nvContentPartPr>
            <p14:xfrm>
              <a:off x="686016" y="2142105"/>
              <a:ext cx="108978" cy="117627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8281C6C8-570D-7899-EF7D-6099F3824683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677024" y="2133112"/>
                <a:ext cx="126602" cy="13525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9B26699E-6EF4-705A-924D-FE4400A64CDD}"/>
                  </a:ext>
                </a:extLst>
              </p14:cNvPr>
              <p14:cNvContentPartPr/>
              <p14:nvPr/>
            </p14:nvContentPartPr>
            <p14:xfrm>
              <a:off x="752326" y="2083003"/>
              <a:ext cx="125988" cy="196622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9B26699E-6EF4-705A-924D-FE4400A64CDD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743687" y="2074376"/>
                <a:ext cx="143626" cy="21423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443041B0-93C7-5E8D-EFF3-38B337BCDCD2}"/>
                  </a:ext>
                </a:extLst>
              </p14:cNvPr>
              <p14:cNvContentPartPr/>
              <p14:nvPr/>
            </p14:nvContentPartPr>
            <p14:xfrm>
              <a:off x="852367" y="902407"/>
              <a:ext cx="198928" cy="1512143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443041B0-93C7-5E8D-EFF3-38B337BCDCD2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843374" y="893406"/>
                <a:ext cx="216555" cy="152978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840F38BE-B5FF-31CF-54AE-25382FCF43BA}"/>
                  </a:ext>
                </a:extLst>
              </p14:cNvPr>
              <p14:cNvContentPartPr/>
              <p14:nvPr/>
            </p14:nvContentPartPr>
            <p14:xfrm>
              <a:off x="1132308" y="1647379"/>
              <a:ext cx="61408" cy="4613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840F38BE-B5FF-31CF-54AE-25382FCF43BA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1123689" y="1638863"/>
                <a:ext cx="79004" cy="2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B92ABBFD-F16B-E00D-7B09-4D73F49C0808}"/>
                  </a:ext>
                </a:extLst>
              </p14:cNvPr>
              <p14:cNvContentPartPr/>
              <p14:nvPr/>
            </p14:nvContentPartPr>
            <p14:xfrm>
              <a:off x="1106361" y="1589142"/>
              <a:ext cx="74958" cy="4613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B92ABBFD-F16B-E00D-7B09-4D73F49C0808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1097352" y="1580626"/>
                <a:ext cx="92616" cy="2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0D07F03B-5E9B-B045-31AB-4FEE60BCBB77}"/>
                  </a:ext>
                </a:extLst>
              </p14:cNvPr>
              <p14:cNvContentPartPr/>
              <p14:nvPr/>
            </p14:nvContentPartPr>
            <p14:xfrm>
              <a:off x="1359778" y="1020611"/>
              <a:ext cx="126276" cy="80436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0D07F03B-5E9B-B045-31AB-4FEE60BCBB77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1351144" y="1011594"/>
                <a:ext cx="143904" cy="9811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68D1E557-2AB8-2F43-5C37-246F13C52ADA}"/>
                  </a:ext>
                </a:extLst>
              </p14:cNvPr>
              <p14:cNvContentPartPr/>
              <p14:nvPr/>
            </p14:nvContentPartPr>
            <p14:xfrm>
              <a:off x="1517479" y="938733"/>
              <a:ext cx="100906" cy="156836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68D1E557-2AB8-2F43-5C37-246F13C52ADA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1508861" y="929740"/>
                <a:ext cx="118502" cy="17446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309D7768-1238-5929-8F46-EB1DCAF24026}"/>
                  </a:ext>
                </a:extLst>
              </p14:cNvPr>
              <p14:cNvContentPartPr/>
              <p14:nvPr/>
            </p14:nvContentPartPr>
            <p14:xfrm>
              <a:off x="1607141" y="1016863"/>
              <a:ext cx="89374" cy="53624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309D7768-1238-5929-8F46-EB1DCAF24026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1598527" y="1007866"/>
                <a:ext cx="106962" cy="7125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C2D935DD-566F-B338-87BB-68BF2A36ECE1}"/>
                  </a:ext>
                </a:extLst>
              </p14:cNvPr>
              <p14:cNvContentPartPr/>
              <p14:nvPr/>
            </p14:nvContentPartPr>
            <p14:xfrm>
              <a:off x="1692766" y="940175"/>
              <a:ext cx="112438" cy="155106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C2D935DD-566F-B338-87BB-68BF2A36ECE1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1683757" y="931538"/>
                <a:ext cx="130097" cy="1727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CFD45FD2-4FBF-61D1-6120-E57FB8D89456}"/>
                  </a:ext>
                </a:extLst>
              </p14:cNvPr>
              <p14:cNvContentPartPr/>
              <p14:nvPr/>
            </p14:nvContentPartPr>
            <p14:xfrm>
              <a:off x="1541985" y="1371762"/>
              <a:ext cx="154530" cy="123105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CFD45FD2-4FBF-61D1-6120-E57FB8D89456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1533001" y="1363123"/>
                <a:ext cx="172139" cy="14074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A724FB12-898D-2FEE-C708-788E5A91416A}"/>
                  </a:ext>
                </a:extLst>
              </p14:cNvPr>
              <p14:cNvContentPartPr/>
              <p14:nvPr/>
            </p14:nvContentPartPr>
            <p14:xfrm>
              <a:off x="1561301" y="1759240"/>
              <a:ext cx="182495" cy="101771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A724FB12-898D-2FEE-C708-788E5A91416A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552302" y="1750609"/>
                <a:ext cx="200133" cy="11939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C75B744C-29AD-1998-1007-45D0BD312839}"/>
                  </a:ext>
                </a:extLst>
              </p14:cNvPr>
              <p14:cNvContentPartPr/>
              <p14:nvPr/>
            </p14:nvContentPartPr>
            <p14:xfrm>
              <a:off x="1287991" y="906443"/>
              <a:ext cx="139826" cy="1451312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C75B744C-29AD-1998-1007-45D0BD312839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1278982" y="897442"/>
                <a:ext cx="157484" cy="146895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E26FB704-B264-E37B-6C3A-2CD8770C9857}"/>
                  </a:ext>
                </a:extLst>
              </p14:cNvPr>
              <p14:cNvContentPartPr/>
              <p14:nvPr/>
            </p14:nvContentPartPr>
            <p14:xfrm>
              <a:off x="1601375" y="2168052"/>
              <a:ext cx="74382" cy="33443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E26FB704-B264-E37B-6C3A-2CD8770C9857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1592348" y="2159062"/>
                <a:ext cx="92075" cy="5106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6495E869-D293-0BCC-B9F7-18EB36144E3A}"/>
                  </a:ext>
                </a:extLst>
              </p14:cNvPr>
              <p14:cNvContentPartPr/>
              <p14:nvPr/>
            </p14:nvContentPartPr>
            <p14:xfrm>
              <a:off x="1975591" y="982843"/>
              <a:ext cx="116762" cy="73517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6495E869-D293-0BCC-B9F7-18EB36144E3A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1966609" y="973834"/>
                <a:ext cx="134366" cy="9117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81F43892-5BAB-3211-C444-B66EAFF5CC94}"/>
                  </a:ext>
                </a:extLst>
              </p14:cNvPr>
              <p14:cNvContentPartPr/>
              <p14:nvPr/>
            </p14:nvContentPartPr>
            <p14:xfrm>
              <a:off x="2143959" y="909903"/>
              <a:ext cx="70346" cy="160296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81F43892-5BAB-3211-C444-B66EAFF5CC94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2134986" y="900918"/>
                <a:ext cx="87933" cy="17790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151A448A-04AC-8B1C-A91C-716A93377A5C}"/>
                  </a:ext>
                </a:extLst>
              </p14:cNvPr>
              <p14:cNvContentPartPr/>
              <p14:nvPr/>
            </p14:nvContentPartPr>
            <p14:xfrm>
              <a:off x="2242558" y="986015"/>
              <a:ext cx="34020" cy="74958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151A448A-04AC-8B1C-A91C-716A93377A5C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2233963" y="977407"/>
                <a:ext cx="51567" cy="9253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ADE0D599-C863-7BF4-83BC-C6B49D500253}"/>
                  </a:ext>
                </a:extLst>
              </p14:cNvPr>
              <p14:cNvContentPartPr/>
              <p14:nvPr/>
            </p14:nvContentPartPr>
            <p14:xfrm>
              <a:off x="2267064" y="915381"/>
              <a:ext cx="127141" cy="154818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ADE0D599-C863-7BF4-83BC-C6B49D500253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2258085" y="906401"/>
                <a:ext cx="144740" cy="17241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6F97211C-E6DA-BEAA-745E-5AB6167C8E3E}"/>
                  </a:ext>
                </a:extLst>
              </p14:cNvPr>
              <p14:cNvContentPartPr/>
              <p14:nvPr/>
            </p14:nvContentPartPr>
            <p14:xfrm>
              <a:off x="2553924" y="983708"/>
              <a:ext cx="138961" cy="64868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6F97211C-E6DA-BEAA-745E-5AB6167C8E3E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2545284" y="975107"/>
                <a:ext cx="156601" cy="8242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2D5D1B99-E1C5-01C5-6A29-05DBD0D5EC93}"/>
                  </a:ext>
                </a:extLst>
              </p14:cNvPr>
              <p14:cNvContentPartPr/>
              <p14:nvPr/>
            </p14:nvContentPartPr>
            <p14:xfrm>
              <a:off x="2683948" y="887127"/>
              <a:ext cx="105518" cy="146169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2D5D1B99-E1C5-01C5-6A29-05DBD0D5EC93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2674945" y="878126"/>
                <a:ext cx="123164" cy="16381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BE287D61-8D93-6828-C81A-D946AD92F5CE}"/>
                  </a:ext>
                </a:extLst>
              </p14:cNvPr>
              <p14:cNvContentPartPr/>
              <p14:nvPr/>
            </p14:nvContentPartPr>
            <p14:xfrm>
              <a:off x="2811954" y="943634"/>
              <a:ext cx="102347" cy="76688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BE287D61-8D93-6828-C81A-D946AD92F5CE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2803305" y="934675"/>
                <a:ext cx="120005" cy="9424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BFCC3D74-D9BB-B46A-13FE-A0F1FB3361B6}"/>
                  </a:ext>
                </a:extLst>
              </p14:cNvPr>
              <p14:cNvContentPartPr/>
              <p14:nvPr/>
            </p14:nvContentPartPr>
            <p14:xfrm>
              <a:off x="2907670" y="886262"/>
              <a:ext cx="98888" cy="143574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BFCC3D74-D9BB-B46A-13FE-A0F1FB3361B6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2898680" y="877266"/>
                <a:ext cx="116508" cy="16120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FFABC8E7-9DE4-CFD4-4F6F-30A8625E9290}"/>
                  </a:ext>
                </a:extLst>
              </p14:cNvPr>
              <p14:cNvContentPartPr/>
              <p14:nvPr/>
            </p14:nvContentPartPr>
            <p14:xfrm>
              <a:off x="2021430" y="1381276"/>
              <a:ext cx="146457" cy="75823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FFABC8E7-9DE4-CFD4-4F6F-30A8625E9290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2012434" y="1372652"/>
                <a:ext cx="164089" cy="9343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18CAB1E4-55E6-3432-37C4-1AFCC8F096A9}"/>
                  </a:ext>
                </a:extLst>
              </p14:cNvPr>
              <p14:cNvContentPartPr/>
              <p14:nvPr/>
            </p14:nvContentPartPr>
            <p14:xfrm>
              <a:off x="2203061" y="1325346"/>
              <a:ext cx="85914" cy="12397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18CAB1E4-55E6-3432-37C4-1AFCC8F096A9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2194434" y="1316363"/>
                <a:ext cx="103528" cy="14157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0C8DA455-7BDF-4DCE-5016-F882ECB55307}"/>
                  </a:ext>
                </a:extLst>
              </p14:cNvPr>
              <p14:cNvContentPartPr/>
              <p14:nvPr/>
            </p14:nvContentPartPr>
            <p14:xfrm>
              <a:off x="2293876" y="1372916"/>
              <a:ext cx="79571" cy="50453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0C8DA455-7BDF-4DCE-5016-F882ECB55307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2284875" y="1364328"/>
                <a:ext cx="97213" cy="6798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5C38CC25-A423-90DE-F545-A70563D75CE9}"/>
                  </a:ext>
                </a:extLst>
              </p14:cNvPr>
              <p14:cNvContentPartPr/>
              <p14:nvPr/>
            </p14:nvContentPartPr>
            <p14:xfrm>
              <a:off x="2370852" y="1322463"/>
              <a:ext cx="102924" cy="145016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5C38CC25-A423-90DE-F545-A70563D75CE9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2362215" y="1313467"/>
                <a:ext cx="120558" cy="16264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2F4846A5-6EBE-29BA-EA07-5CA368F7ECDD}"/>
                  </a:ext>
                </a:extLst>
              </p14:cNvPr>
              <p14:cNvContentPartPr/>
              <p14:nvPr/>
            </p14:nvContentPartPr>
            <p14:xfrm>
              <a:off x="2670398" y="1365996"/>
              <a:ext cx="134637" cy="66309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2F4846A5-6EBE-29BA-EA07-5CA368F7ECDD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2661398" y="1356987"/>
                <a:ext cx="152277" cy="8396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910404B2-BC0E-5EBE-8611-0F84790D1928}"/>
                  </a:ext>
                </a:extLst>
              </p14:cNvPr>
              <p14:cNvContentPartPr/>
              <p14:nvPr/>
            </p14:nvContentPartPr>
            <p14:xfrm>
              <a:off x="2834153" y="1269127"/>
              <a:ext cx="89662" cy="170386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910404B2-BC0E-5EBE-8611-0F84790D1928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2825545" y="1260121"/>
                <a:ext cx="107236" cy="18803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765672E2-4AF8-6220-32A6-CD59E11BE3C3}"/>
                  </a:ext>
                </a:extLst>
              </p14:cNvPr>
              <p14:cNvContentPartPr/>
              <p14:nvPr/>
            </p14:nvContentPartPr>
            <p14:xfrm>
              <a:off x="2924392" y="1339761"/>
              <a:ext cx="38056" cy="83319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765672E2-4AF8-6220-32A6-CD59E11BE3C3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2915417" y="1330783"/>
                <a:ext cx="55648" cy="10091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2631DE09-58B6-B53E-5B18-A24F370FFA6A}"/>
                  </a:ext>
                </a:extLst>
              </p14:cNvPr>
              <p14:cNvContentPartPr/>
              <p14:nvPr/>
            </p14:nvContentPartPr>
            <p14:xfrm>
              <a:off x="2965907" y="1270857"/>
              <a:ext cx="108401" cy="177594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2631DE09-58B6-B53E-5B18-A24F370FFA6A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2957264" y="1262211"/>
                <a:ext cx="126048" cy="19524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07DE0B45-D8D0-46CB-14BE-64BB5ECCECD7}"/>
                  </a:ext>
                </a:extLst>
              </p14:cNvPr>
              <p14:cNvContentPartPr/>
              <p14:nvPr/>
            </p14:nvContentPartPr>
            <p14:xfrm>
              <a:off x="3240659" y="1316985"/>
              <a:ext cx="166638" cy="92833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07DE0B45-D8D0-46CB-14BE-64BB5ECCECD7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3231661" y="1307990"/>
                <a:ext cx="184274" cy="11046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471BC79A-10ED-E81D-EFD0-AA18427E0D81}"/>
                  </a:ext>
                </a:extLst>
              </p14:cNvPr>
              <p14:cNvContentPartPr/>
              <p14:nvPr/>
            </p14:nvContentPartPr>
            <p14:xfrm>
              <a:off x="3407874" y="1231936"/>
              <a:ext cx="111861" cy="165485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471BC79A-10ED-E81D-EFD0-AA18427E0D81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3399242" y="1223302"/>
                <a:ext cx="129485" cy="18311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6C39CBE2-FB38-9C91-A8EB-6950822F902E}"/>
                  </a:ext>
                </a:extLst>
              </p14:cNvPr>
              <p14:cNvContentPartPr/>
              <p14:nvPr/>
            </p14:nvContentPartPr>
            <p14:xfrm>
              <a:off x="3506761" y="1297092"/>
              <a:ext cx="108113" cy="72652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6C39CBE2-FB38-9C91-A8EB-6950822F902E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3498112" y="1288100"/>
                <a:ext cx="125771" cy="9027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B4BBBA02-CD92-78C3-2422-6E5E67151BBE}"/>
                  </a:ext>
                </a:extLst>
              </p14:cNvPr>
              <p14:cNvContentPartPr/>
              <p14:nvPr/>
            </p14:nvContentPartPr>
            <p14:xfrm>
              <a:off x="3594117" y="1253559"/>
              <a:ext cx="102924" cy="118204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B4BBBA02-CD92-78C3-2422-6E5E67151BBE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3585480" y="1244577"/>
                <a:ext cx="120558" cy="13580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E8DEEFC1-547A-1736-0E7A-003A5EED017E}"/>
                  </a:ext>
                </a:extLst>
              </p14:cNvPr>
              <p14:cNvContentPartPr/>
              <p14:nvPr/>
            </p14:nvContentPartPr>
            <p14:xfrm>
              <a:off x="2695192" y="1713688"/>
              <a:ext cx="142709" cy="105518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E8DEEFC1-547A-1736-0E7A-003A5EED017E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2686565" y="1705074"/>
                <a:ext cx="160323" cy="12310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D89FBB80-12D2-4EFA-28EF-DF2B8254272B}"/>
                  </a:ext>
                </a:extLst>
              </p14:cNvPr>
              <p14:cNvContentPartPr/>
              <p14:nvPr/>
            </p14:nvContentPartPr>
            <p14:xfrm>
              <a:off x="2862407" y="1660353"/>
              <a:ext cx="122528" cy="159431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D89FBB80-12D2-4EFA-28EF-DF2B8254272B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2853424" y="1651716"/>
                <a:ext cx="140135" cy="17706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50992DF0-5D34-EC73-928E-B9CC315F4628}"/>
                  </a:ext>
                </a:extLst>
              </p14:cNvPr>
              <p14:cNvContentPartPr/>
              <p14:nvPr/>
            </p14:nvContentPartPr>
            <p14:xfrm>
              <a:off x="2956970" y="1727239"/>
              <a:ext cx="78995" cy="66598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50992DF0-5D34-EC73-928E-B9CC315F4628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2947993" y="1718239"/>
                <a:ext cx="96589" cy="8423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C7269A7E-3B60-AD2D-88DA-B7DEA76B16A6}"/>
                  </a:ext>
                </a:extLst>
              </p14:cNvPr>
              <p14:cNvContentPartPr/>
              <p14:nvPr/>
            </p14:nvContentPartPr>
            <p14:xfrm>
              <a:off x="3015783" y="1646514"/>
              <a:ext cx="113591" cy="192874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C7269A7E-3B60-AD2D-88DA-B7DEA76B16A6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3007156" y="1637518"/>
                <a:ext cx="131205" cy="21050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860218DA-8A40-B2AC-675E-DBDBAE04F112}"/>
                  </a:ext>
                </a:extLst>
              </p14:cNvPr>
              <p14:cNvContentPartPr/>
              <p14:nvPr/>
            </p14:nvContentPartPr>
            <p14:xfrm>
              <a:off x="3311293" y="1710517"/>
              <a:ext cx="134349" cy="69481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860218DA-8A40-B2AC-675E-DBDBAE04F112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3302649" y="1701517"/>
                <a:ext cx="151998" cy="8712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931BC664-29B2-1063-380A-CE7E85CB59BC}"/>
                  </a:ext>
                </a:extLst>
              </p14:cNvPr>
              <p14:cNvContentPartPr/>
              <p14:nvPr/>
            </p14:nvContentPartPr>
            <p14:xfrm>
              <a:off x="3458903" y="1619125"/>
              <a:ext cx="83608" cy="187396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931BC664-29B2-1063-380A-CE7E85CB59BC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3450291" y="1610493"/>
                <a:ext cx="101191" cy="20502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8F48F565-F9AC-1A01-8FFD-C92C6CF6B18C}"/>
                  </a:ext>
                </a:extLst>
              </p14:cNvPr>
              <p14:cNvContentPartPr/>
              <p14:nvPr/>
            </p14:nvContentPartPr>
            <p14:xfrm>
              <a:off x="3564998" y="1705904"/>
              <a:ext cx="27389" cy="58525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8F48F565-F9AC-1A01-8FFD-C92C6CF6B18C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3556349" y="1696872"/>
                <a:ext cx="45048" cy="7622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5C8D2033-183F-512F-D548-2E188B4EA974}"/>
                  </a:ext>
                </a:extLst>
              </p14:cNvPr>
              <p14:cNvContentPartPr/>
              <p14:nvPr/>
            </p14:nvContentPartPr>
            <p14:xfrm>
              <a:off x="3585756" y="1649397"/>
              <a:ext cx="104077" cy="142998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5C8D2033-183F-512F-D548-2E188B4EA974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3577113" y="1640392"/>
                <a:ext cx="121723" cy="16064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AB30D646-3DB4-440E-45F0-7306A858C066}"/>
                  </a:ext>
                </a:extLst>
              </p14:cNvPr>
              <p14:cNvContentPartPr/>
              <p14:nvPr/>
            </p14:nvContentPartPr>
            <p14:xfrm>
              <a:off x="3892509" y="1693796"/>
              <a:ext cx="135214" cy="76977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AB30D646-3DB4-440E-45F0-7306A858C066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3883519" y="1685163"/>
                <a:ext cx="152835" cy="9460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91931B5B-7291-9E63-E925-149931CF2BF0}"/>
                  </a:ext>
                </a:extLst>
              </p14:cNvPr>
              <p14:cNvContentPartPr/>
              <p14:nvPr/>
            </p14:nvContentPartPr>
            <p14:xfrm>
              <a:off x="4103258" y="1589142"/>
              <a:ext cx="85626" cy="169521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91931B5B-7291-9E63-E925-149931CF2BF0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4094623" y="1580504"/>
                <a:ext cx="103255" cy="18715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1D7B665E-7DA4-8B1E-EDA9-9FCC79C5507C}"/>
                  </a:ext>
                </a:extLst>
              </p14:cNvPr>
              <p14:cNvContentPartPr/>
              <p14:nvPr/>
            </p14:nvContentPartPr>
            <p14:xfrm>
              <a:off x="4193496" y="1656028"/>
              <a:ext cx="91392" cy="64003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1D7B665E-7DA4-8B1E-EDA9-9FCC79C5507C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4184501" y="1647039"/>
                <a:ext cx="109023" cy="8162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C2229C56-6E60-E68C-5AEB-AF11970B9F43}"/>
                  </a:ext>
                </a:extLst>
              </p14:cNvPr>
              <p14:cNvContentPartPr/>
              <p14:nvPr/>
            </p14:nvContentPartPr>
            <p14:xfrm>
              <a:off x="4259806" y="1586547"/>
              <a:ext cx="102924" cy="15453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C2229C56-6E60-E68C-5AEB-AF11970B9F43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4251169" y="1577902"/>
                <a:ext cx="120558" cy="1721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7F419CA9-CAE7-A4F8-726E-978D32E4888E}"/>
                  </a:ext>
                </a:extLst>
              </p14:cNvPr>
              <p14:cNvContentPartPr/>
              <p14:nvPr/>
            </p14:nvContentPartPr>
            <p14:xfrm>
              <a:off x="3386251" y="2121924"/>
              <a:ext cx="121663" cy="90527"/>
            </p14:xfrm>
          </p:contentPart>
        </mc:Choice>
        <mc:Fallback xmlns=""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7F419CA9-CAE7-A4F8-726E-978D32E4888E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3377252" y="2113302"/>
                <a:ext cx="139301" cy="10812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201707E2-C477-CE8B-5BFD-AA66C9896B4C}"/>
                  </a:ext>
                </a:extLst>
              </p14:cNvPr>
              <p14:cNvContentPartPr/>
              <p14:nvPr/>
            </p14:nvContentPartPr>
            <p14:xfrm>
              <a:off x="3547989" y="2058498"/>
              <a:ext cx="80148" cy="173269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201707E2-C477-CE8B-5BFD-AA66C9896B4C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3539004" y="2049511"/>
                <a:ext cx="97759" cy="19088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6B1C3B9A-21A2-D25B-DB35-565842F9D5E3}"/>
                  </a:ext>
                </a:extLst>
              </p14:cNvPr>
              <p14:cNvContentPartPr/>
              <p14:nvPr/>
            </p14:nvContentPartPr>
            <p14:xfrm>
              <a:off x="3620641" y="2132879"/>
              <a:ext cx="86491" cy="68616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6B1C3B9A-21A2-D25B-DB35-565842F9D5E3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3611992" y="2124257"/>
                <a:ext cx="104150" cy="8621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95542352-4668-2AA0-B89B-FE9D85D2EABC}"/>
                  </a:ext>
                </a:extLst>
              </p14:cNvPr>
              <p14:cNvContentPartPr/>
              <p14:nvPr/>
            </p14:nvContentPartPr>
            <p14:xfrm>
              <a:off x="3673400" y="2080408"/>
              <a:ext cx="136943" cy="167503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95542352-4668-2AA0-B89B-FE9D85D2EABC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3664391" y="2071402"/>
                <a:ext cx="154601" cy="18515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E39FAB22-2472-8129-1CDD-BD71780C562F}"/>
                  </a:ext>
                </a:extLst>
              </p14:cNvPr>
              <p14:cNvContentPartPr/>
              <p14:nvPr/>
            </p14:nvContentPartPr>
            <p14:xfrm>
              <a:off x="3931142" y="2121924"/>
              <a:ext cx="162602" cy="85337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E39FAB22-2472-8129-1CDD-BD71780C562F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3922508" y="2113319"/>
                <a:ext cx="180229" cy="10290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3C4DADEC-860C-04AC-3FB5-932D1D5332A4}"/>
                  </a:ext>
                </a:extLst>
              </p14:cNvPr>
              <p14:cNvContentPartPr/>
              <p14:nvPr/>
            </p14:nvContentPartPr>
            <p14:xfrm>
              <a:off x="4121709" y="2040334"/>
              <a:ext cx="81301" cy="162026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3C4DADEC-860C-04AC-3FB5-932D1D5332A4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4112716" y="2031333"/>
                <a:ext cx="98928" cy="17966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0362190D-1BC9-381C-6EEF-6880C5407B34}"/>
                  </a:ext>
                </a:extLst>
              </p14:cNvPr>
              <p14:cNvContentPartPr/>
              <p14:nvPr/>
            </p14:nvContentPartPr>
            <p14:xfrm>
              <a:off x="4209930" y="2105202"/>
              <a:ext cx="44975" cy="73517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0362190D-1BC9-381C-6EEF-6880C5407B34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4201295" y="2096595"/>
                <a:ext cx="62605" cy="9108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F32DCFE7-AFF3-CB5F-AF1C-17CB420B2D82}"/>
                  </a:ext>
                </a:extLst>
              </p14:cNvPr>
              <p14:cNvContentPartPr/>
              <p14:nvPr/>
            </p14:nvContentPartPr>
            <p14:xfrm>
              <a:off x="4251733" y="2046677"/>
              <a:ext cx="108690" cy="147322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F32DCFE7-AFF3-CB5F-AF1C-17CB420B2D82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4242735" y="2037672"/>
                <a:ext cx="126325" cy="16497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B3EDE371-1DBC-2F4D-BCA1-3E25A07AC116}"/>
                  </a:ext>
                </a:extLst>
              </p14:cNvPr>
              <p14:cNvContentPartPr/>
              <p14:nvPr/>
            </p14:nvContentPartPr>
            <p14:xfrm>
              <a:off x="4488717" y="2081273"/>
              <a:ext cx="125123" cy="89662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B3EDE371-1DBC-2F4D-BCA1-3E25A07AC116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4480088" y="2072631"/>
                <a:ext cx="142741" cy="10730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D82490EB-A51D-83DF-3DAA-1D0DF8750D4E}"/>
                  </a:ext>
                </a:extLst>
              </p14:cNvPr>
              <p14:cNvContentPartPr/>
              <p14:nvPr/>
            </p14:nvContentPartPr>
            <p14:xfrm>
              <a:off x="4619895" y="2006027"/>
              <a:ext cx="93121" cy="174999"/>
            </p14:xfrm>
          </p:contentPart>
        </mc:Choice>
        <mc:Fallback xmlns=""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D82490EB-A51D-83DF-3DAA-1D0DF8750D4E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4611266" y="1997043"/>
                <a:ext cx="110738" cy="19260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4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3CB2AD1F-4086-08E0-E662-18AC1006388E}"/>
                  </a:ext>
                </a:extLst>
              </p14:cNvPr>
              <p14:cNvContentPartPr/>
              <p14:nvPr/>
            </p14:nvContentPartPr>
            <p14:xfrm>
              <a:off x="4730026" y="2070606"/>
              <a:ext cx="131754" cy="88220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3CB2AD1F-4086-08E0-E662-18AC1006388E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4721386" y="2061964"/>
                <a:ext cx="149393" cy="10586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6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210C6236-CCCD-6DD6-32EA-482A4FBA6B72}"/>
                  </a:ext>
                </a:extLst>
              </p14:cNvPr>
              <p14:cNvContentPartPr/>
              <p14:nvPr/>
            </p14:nvContentPartPr>
            <p14:xfrm>
              <a:off x="4830067" y="2006891"/>
              <a:ext cx="145304" cy="170675"/>
            </p14:xfrm>
          </p:contentPart>
        </mc:Choice>
        <mc:Fallback xmlns=""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210C6236-CCCD-6DD6-32EA-482A4FBA6B72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4821075" y="1997889"/>
                <a:ext cx="162928" cy="18831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8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56812CA1-5476-50A6-EBB1-F32D45DB1FF9}"/>
                  </a:ext>
                </a:extLst>
              </p14:cNvPr>
              <p14:cNvContentPartPr/>
              <p14:nvPr/>
            </p14:nvContentPartPr>
            <p14:xfrm>
              <a:off x="2262451" y="1709364"/>
              <a:ext cx="125700" cy="125988"/>
            </p14:xfrm>
          </p:contentPart>
        </mc:Choice>
        <mc:Fallback xmlns=""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56812CA1-5476-50A6-EBB1-F32D45DB1FF9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2253832" y="1700725"/>
                <a:ext cx="143298" cy="14362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0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A9966123-D243-96C2-5122-C7FFAC0A27BB}"/>
                  </a:ext>
                </a:extLst>
              </p14:cNvPr>
              <p14:cNvContentPartPr/>
              <p14:nvPr/>
            </p14:nvContentPartPr>
            <p14:xfrm>
              <a:off x="2850010" y="2121924"/>
              <a:ext cx="162026" cy="109843"/>
            </p14:xfrm>
          </p:contentPart>
        </mc:Choice>
        <mc:Fallback xmlns=""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A9966123-D243-96C2-5122-C7FFAC0A27BB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2841369" y="2112920"/>
                <a:ext cx="179669" cy="12749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2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829994ED-03AE-5E70-0FE2-AC15004BA5E3}"/>
                  </a:ext>
                </a:extLst>
              </p14:cNvPr>
              <p14:cNvContentPartPr/>
              <p14:nvPr/>
            </p14:nvContentPartPr>
            <p14:xfrm>
              <a:off x="2313769" y="2144988"/>
              <a:ext cx="166350" cy="103212"/>
            </p14:xfrm>
          </p:contentPart>
        </mc:Choice>
        <mc:Fallback xmlns=""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829994ED-03AE-5E70-0FE2-AC15004BA5E3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2304767" y="2135997"/>
                <a:ext cx="183993" cy="12083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4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FE1DC5D7-DF34-FA96-315D-F94AD48A32D1}"/>
                  </a:ext>
                </a:extLst>
              </p14:cNvPr>
              <p14:cNvContentPartPr/>
              <p14:nvPr/>
            </p14:nvContentPartPr>
            <p14:xfrm>
              <a:off x="3265453" y="902695"/>
              <a:ext cx="203253" cy="96869"/>
            </p14:xfrm>
          </p:contentPart>
        </mc:Choice>
        <mc:Fallback xmlns=""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FE1DC5D7-DF34-FA96-315D-F94AD48A32D1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3256819" y="893692"/>
                <a:ext cx="220880" cy="11451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6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69361FFA-B565-F91E-577B-05148465ABE7}"/>
                  </a:ext>
                </a:extLst>
              </p14:cNvPr>
              <p14:cNvContentPartPr/>
              <p14:nvPr/>
            </p14:nvContentPartPr>
            <p14:xfrm>
              <a:off x="3969774" y="881361"/>
              <a:ext cx="149629" cy="97158"/>
            </p14:xfrm>
          </p:contentPart>
        </mc:Choice>
        <mc:Fallback xmlns=""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69361FFA-B565-F91E-577B-05148465ABE7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3960782" y="872725"/>
                <a:ext cx="167254" cy="11479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8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257B7186-573E-96B2-44EA-8801E96405A3}"/>
                  </a:ext>
                </a:extLst>
              </p14:cNvPr>
              <p14:cNvContentPartPr/>
              <p14:nvPr/>
            </p14:nvContentPartPr>
            <p14:xfrm>
              <a:off x="4051075" y="1252694"/>
              <a:ext cx="138673" cy="113014"/>
            </p14:xfrm>
          </p:contentPart>
        </mc:Choice>
        <mc:Fallback xmlns=""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257B7186-573E-96B2-44EA-8801E96405A3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4042430" y="1243696"/>
                <a:ext cx="156322" cy="13065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0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FCB5FCDE-DA31-996A-B511-EADBEDAFD4C4}"/>
                  </a:ext>
                </a:extLst>
              </p14:cNvPr>
              <p14:cNvContentPartPr/>
              <p14:nvPr/>
            </p14:nvContentPartPr>
            <p14:xfrm>
              <a:off x="4495637" y="894335"/>
              <a:ext cx="163755" cy="109843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FCB5FCDE-DA31-996A-B511-EADBEDAFD4C4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4486639" y="885331"/>
                <a:ext cx="181390" cy="12749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2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53C913A5-1A73-41F7-E655-6580109DCD8B}"/>
                  </a:ext>
                </a:extLst>
              </p14:cNvPr>
              <p14:cNvContentPartPr/>
              <p14:nvPr/>
            </p14:nvContentPartPr>
            <p14:xfrm>
              <a:off x="4550126" y="1262784"/>
              <a:ext cx="109843" cy="98023"/>
            </p14:xfrm>
          </p:contentPart>
        </mc:Choice>
        <mc:Fallback xmlns=""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53C913A5-1A73-41F7-E655-6580109DCD8B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4541152" y="1253808"/>
                <a:ext cx="127432" cy="11561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4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4D8FF2FF-1FF5-E08F-DFD9-D685A078EC62}"/>
                  </a:ext>
                </a:extLst>
              </p14:cNvPr>
              <p14:cNvContentPartPr/>
              <p14:nvPr/>
            </p14:nvContentPartPr>
            <p14:xfrm>
              <a:off x="4567712" y="1627775"/>
              <a:ext cx="144151" cy="99176"/>
            </p14:xfrm>
          </p:contentPart>
        </mc:Choice>
        <mc:Fallback xmlns=""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4D8FF2FF-1FF5-E08F-DFD9-D685A078EC62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4559063" y="1619151"/>
                <a:ext cx="161809" cy="11678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6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637641CB-1925-AF76-AD76-AC0D67720CAF}"/>
                  </a:ext>
                </a:extLst>
              </p14:cNvPr>
              <p14:cNvContentPartPr/>
              <p14:nvPr/>
            </p14:nvContentPartPr>
            <p14:xfrm>
              <a:off x="4879943" y="799195"/>
              <a:ext cx="204983" cy="1482160"/>
            </p14:xfrm>
          </p:contentPart>
        </mc:Choice>
        <mc:Fallback xmlns=""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637641CB-1925-AF76-AD76-AC0D67720CAF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4870953" y="790197"/>
                <a:ext cx="222604" cy="149979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8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C7655B07-4026-5FEB-11ED-1BB74339C875}"/>
                  </a:ext>
                </a:extLst>
              </p14:cNvPr>
              <p14:cNvContentPartPr/>
              <p14:nvPr/>
            </p14:nvContentPartPr>
            <p14:xfrm>
              <a:off x="5340938" y="909903"/>
              <a:ext cx="107537" cy="74382"/>
            </p14:xfrm>
          </p:contentPart>
        </mc:Choice>
        <mc:Fallback xmlns=""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C7655B07-4026-5FEB-11ED-1BB74339C875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5331947" y="900876"/>
                <a:ext cx="125160" cy="9207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0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8D1DCA98-D171-9F10-E7EC-A254F0B78F61}"/>
                  </a:ext>
                </a:extLst>
              </p14:cNvPr>
              <p14:cNvContentPartPr/>
              <p14:nvPr/>
            </p14:nvContentPartPr>
            <p14:xfrm>
              <a:off x="5387354" y="914516"/>
              <a:ext cx="41804" cy="71211"/>
            </p14:xfrm>
          </p:contentPart>
        </mc:Choice>
        <mc:Fallback xmlns=""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8D1DCA98-D171-9F10-E7EC-A254F0B78F61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5378779" y="905884"/>
                <a:ext cx="59312" cy="8883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2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EC887957-D0EB-F9E1-1C03-C96D26BD771E}"/>
                  </a:ext>
                </a:extLst>
              </p14:cNvPr>
              <p14:cNvContentPartPr/>
              <p14:nvPr/>
            </p14:nvContentPartPr>
            <p14:xfrm>
              <a:off x="5491143" y="863775"/>
              <a:ext cx="112726" cy="151935"/>
            </p14:xfrm>
          </p:contentPart>
        </mc:Choice>
        <mc:Fallback xmlns=""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EC887957-D0EB-F9E1-1C03-C96D26BD771E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5482499" y="854774"/>
                <a:ext cx="130373" cy="16957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4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3FEC32FD-2ED3-86C5-5CED-AA353BF64093}"/>
                  </a:ext>
                </a:extLst>
              </p14:cNvPr>
              <p14:cNvContentPartPr/>
              <p14:nvPr/>
            </p14:nvContentPartPr>
            <p14:xfrm>
              <a:off x="5615977" y="919417"/>
              <a:ext cx="92833" cy="79860"/>
            </p14:xfrm>
          </p:contentPart>
        </mc:Choice>
        <mc:Fallback xmlns=""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3FEC32FD-2ED3-86C5-5CED-AA353BF64093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5606982" y="910424"/>
                <a:ext cx="110464" cy="9748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6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ADCB9CD0-28E3-62A5-9691-DCD764CAEDEA}"/>
                  </a:ext>
                </a:extLst>
              </p14:cNvPr>
              <p14:cNvContentPartPr/>
              <p14:nvPr/>
            </p14:nvContentPartPr>
            <p14:xfrm>
              <a:off x="5703621" y="830043"/>
              <a:ext cx="124546" cy="183937"/>
            </p14:xfrm>
          </p:contentPart>
        </mc:Choice>
        <mc:Fallback xmlns=""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ADCB9CD0-28E3-62A5-9691-DCD764CAEDEA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5694982" y="821404"/>
                <a:ext cx="142184" cy="20157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8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CA1A853A-3F03-9B29-4ADA-3CF71D73777E}"/>
                  </a:ext>
                </a:extLst>
              </p14:cNvPr>
              <p14:cNvContentPartPr/>
              <p14:nvPr/>
            </p14:nvContentPartPr>
            <p14:xfrm>
              <a:off x="5404076" y="1189844"/>
              <a:ext cx="104365" cy="73805"/>
            </p14:xfrm>
          </p:contentPart>
        </mc:Choice>
        <mc:Fallback xmlns=""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CA1A853A-3F03-9B29-4ADA-3CF71D73777E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5395439" y="1181245"/>
                <a:ext cx="121999" cy="9136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0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861EDE52-DAA1-90E1-14A7-F312FB8D5F80}"/>
                  </a:ext>
                </a:extLst>
              </p14:cNvPr>
              <p14:cNvContentPartPr/>
              <p14:nvPr/>
            </p14:nvContentPartPr>
            <p14:xfrm>
              <a:off x="5449051" y="1218962"/>
              <a:ext cx="34308" cy="62273"/>
            </p14:xfrm>
          </p:contentPart>
        </mc:Choice>
        <mc:Fallback xmlns=""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861EDE52-DAA1-90E1-14A7-F312FB8D5F80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5440474" y="1210323"/>
                <a:ext cx="51819" cy="7991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2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7B0C6B92-C78D-8CBB-1F11-5893239B9EE2}"/>
                  </a:ext>
                </a:extLst>
              </p14:cNvPr>
              <p14:cNvContentPartPr/>
              <p14:nvPr/>
            </p14:nvContentPartPr>
            <p14:xfrm>
              <a:off x="5544190" y="1172546"/>
              <a:ext cx="109555" cy="139826"/>
            </p14:xfrm>
          </p:contentPart>
        </mc:Choice>
        <mc:Fallback xmlns=""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7B0C6B92-C78D-8CBB-1F11-5893239B9EE2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5535181" y="1163537"/>
                <a:ext cx="127214" cy="15748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4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E41A9D42-BA12-4D93-9EF5-1063168AD507}"/>
                  </a:ext>
                </a:extLst>
              </p14:cNvPr>
              <p14:cNvContentPartPr/>
              <p14:nvPr/>
            </p14:nvContentPartPr>
            <p14:xfrm>
              <a:off x="5653745" y="1227323"/>
              <a:ext cx="16433" cy="58814"/>
            </p14:xfrm>
          </p:contentPart>
        </mc:Choice>
        <mc:Fallback xmlns=""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E41A9D42-BA12-4D93-9EF5-1063168AD507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5644814" y="1218663"/>
                <a:ext cx="33938" cy="7649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6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8DC385C0-9784-E318-C605-00E780826090}"/>
                  </a:ext>
                </a:extLst>
              </p14:cNvPr>
              <p14:cNvContentPartPr/>
              <p14:nvPr/>
            </p14:nvContentPartPr>
            <p14:xfrm>
              <a:off x="5691224" y="1161879"/>
              <a:ext cx="120798" cy="131754"/>
            </p14:xfrm>
          </p:contentPart>
        </mc:Choice>
        <mc:Fallback xmlns=""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8DC385C0-9784-E318-C605-00E780826090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5682236" y="1152904"/>
                <a:ext cx="138414" cy="14934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8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BDF6377D-5C35-848A-6465-295B8A6D7121}"/>
                  </a:ext>
                </a:extLst>
              </p14:cNvPr>
              <p14:cNvContentPartPr/>
              <p14:nvPr/>
            </p14:nvContentPartPr>
            <p14:xfrm>
              <a:off x="5408400" y="1526869"/>
              <a:ext cx="91103" cy="64580"/>
            </p14:xfrm>
          </p:contentPart>
        </mc:Choice>
        <mc:Fallback xmlns=""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BDF6377D-5C35-848A-6465-295B8A6D7121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5399398" y="1518210"/>
                <a:ext cx="108747" cy="8225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0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6CB1D1AC-AC8F-F71E-F3E2-858575799731}"/>
                  </a:ext>
                </a:extLst>
              </p14:cNvPr>
              <p14:cNvContentPartPr/>
              <p14:nvPr/>
            </p14:nvContentPartPr>
            <p14:xfrm>
              <a:off x="5453087" y="1539554"/>
              <a:ext cx="38921" cy="63426"/>
            </p14:xfrm>
          </p:contentPart>
        </mc:Choice>
        <mc:Fallback xmlns=""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6CB1D1AC-AC8F-F71E-F3E2-858575799731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5444078" y="1530545"/>
                <a:ext cx="56580" cy="8108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2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B205F795-8FA0-99C2-B1F0-91E5EFB9A3F4}"/>
                  </a:ext>
                </a:extLst>
              </p14:cNvPr>
              <p14:cNvContentPartPr/>
              <p14:nvPr/>
            </p14:nvContentPartPr>
            <p14:xfrm>
              <a:off x="5537848" y="1457388"/>
              <a:ext cx="92257" cy="170963"/>
            </p14:xfrm>
          </p:contentPart>
        </mc:Choice>
        <mc:Fallback xmlns=""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B205F795-8FA0-99C2-B1F0-91E5EFB9A3F4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5529199" y="1448390"/>
                <a:ext cx="109916" cy="18859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4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CFC1876D-84F3-C8AB-22CB-C2F5D7515126}"/>
                  </a:ext>
                </a:extLst>
              </p14:cNvPr>
              <p14:cNvContentPartPr/>
              <p14:nvPr/>
            </p14:nvContentPartPr>
            <p14:xfrm>
              <a:off x="5641348" y="1530329"/>
              <a:ext cx="93121" cy="64580"/>
            </p14:xfrm>
          </p:contentPart>
        </mc:Choice>
        <mc:Fallback xmlns=""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CFC1876D-84F3-C8AB-22CB-C2F5D7515126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5632359" y="1521718"/>
                <a:ext cx="110738" cy="8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6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6C15F50F-98EA-E7D7-828F-95C28C0108F2}"/>
                  </a:ext>
                </a:extLst>
              </p14:cNvPr>
              <p14:cNvContentPartPr/>
              <p14:nvPr/>
            </p14:nvContentPartPr>
            <p14:xfrm>
              <a:off x="5711982" y="1456523"/>
              <a:ext cx="118492" cy="161737"/>
            </p14:xfrm>
          </p:contentPart>
        </mc:Choice>
        <mc:Fallback xmlns=""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6C15F50F-98EA-E7D7-828F-95C28C0108F2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5703364" y="1447518"/>
                <a:ext cx="136086" cy="17938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8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63B9EE88-C344-D734-01F6-387E19D5C1B3}"/>
                  </a:ext>
                </a:extLst>
              </p14:cNvPr>
              <p14:cNvContentPartPr/>
              <p14:nvPr/>
            </p14:nvContentPartPr>
            <p14:xfrm>
              <a:off x="5429158" y="1814018"/>
              <a:ext cx="91680" cy="55642"/>
            </p14:xfrm>
          </p:contentPart>
        </mc:Choice>
        <mc:Fallback xmlns=""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63B9EE88-C344-D734-01F6-387E19D5C1B3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5420170" y="1805402"/>
                <a:ext cx="109297" cy="7323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0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22D9A035-AEE2-FA7C-7CC8-74C0A4BD104F}"/>
                  </a:ext>
                </a:extLst>
              </p14:cNvPr>
              <p14:cNvContentPartPr/>
              <p14:nvPr/>
            </p14:nvContentPartPr>
            <p14:xfrm>
              <a:off x="5461159" y="1814018"/>
              <a:ext cx="34885" cy="79283"/>
            </p14:xfrm>
          </p:contentPart>
        </mc:Choice>
        <mc:Fallback xmlns=""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22D9A035-AEE2-FA7C-7CC8-74C0A4BD104F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5452168" y="1805369"/>
                <a:ext cx="52507" cy="9694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2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18947F86-E0A1-D989-F247-22F69F9EA550}"/>
                  </a:ext>
                </a:extLst>
              </p14:cNvPr>
              <p14:cNvContentPartPr/>
              <p14:nvPr/>
            </p14:nvContentPartPr>
            <p14:xfrm>
              <a:off x="5560912" y="1762123"/>
              <a:ext cx="95140" cy="156836"/>
            </p14:xfrm>
          </p:contentPart>
        </mc:Choice>
        <mc:Fallback xmlns=""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18947F86-E0A1-D989-F247-22F69F9EA550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5552263" y="1753109"/>
                <a:ext cx="112799" cy="17450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4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E713D492-7960-D66E-BBD1-F8A39CB9CA44}"/>
                  </a:ext>
                </a:extLst>
              </p14:cNvPr>
              <p14:cNvContentPartPr/>
              <p14:nvPr/>
            </p14:nvContentPartPr>
            <p14:xfrm>
              <a:off x="5674503" y="1777980"/>
              <a:ext cx="62273" cy="96293"/>
            </p14:xfrm>
          </p:contentPart>
        </mc:Choice>
        <mc:Fallback xmlns=""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E713D492-7960-D66E-BBD1-F8A39CB9CA44}"/>
                  </a:ext>
                </a:extLst>
              </p:cNvPr>
              <p:cNvPicPr/>
              <p:nvPr/>
            </p:nvPicPr>
            <p:blipFill>
              <a:blip r:embed="rId205"/>
              <a:stretch>
                <a:fillRect/>
              </a:stretch>
            </p:blipFill>
            <p:spPr>
              <a:xfrm>
                <a:off x="5665864" y="1769357"/>
                <a:ext cx="79911" cy="11389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6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0862E78B-8583-A8E0-61EA-5E653E389DB1}"/>
                  </a:ext>
                </a:extLst>
              </p14:cNvPr>
              <p14:cNvContentPartPr/>
              <p14:nvPr/>
            </p14:nvContentPartPr>
            <p14:xfrm>
              <a:off x="5770219" y="1743384"/>
              <a:ext cx="87932" cy="176729"/>
            </p14:xfrm>
          </p:contentPart>
        </mc:Choice>
        <mc:Fallback xmlns=""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0862E78B-8583-A8E0-61EA-5E653E389DB1}"/>
                  </a:ext>
                </a:extLst>
              </p:cNvPr>
              <p:cNvPicPr/>
              <p:nvPr/>
            </p:nvPicPr>
            <p:blipFill>
              <a:blip r:embed="rId207"/>
              <a:stretch>
                <a:fillRect/>
              </a:stretch>
            </p:blipFill>
            <p:spPr>
              <a:xfrm>
                <a:off x="5761570" y="1734386"/>
                <a:ext cx="105590" cy="19436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8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57BA2FBF-A2BC-C04D-634A-97CF976999B0}"/>
                  </a:ext>
                </a:extLst>
              </p14:cNvPr>
              <p14:cNvContentPartPr/>
              <p14:nvPr/>
            </p14:nvContentPartPr>
            <p14:xfrm>
              <a:off x="5464331" y="2142105"/>
              <a:ext cx="112438" cy="78130"/>
            </p14:xfrm>
          </p:contentPart>
        </mc:Choice>
        <mc:Fallback xmlns=""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57BA2FBF-A2BC-C04D-634A-97CF976999B0}"/>
                  </a:ext>
                </a:extLst>
              </p:cNvPr>
              <p:cNvPicPr/>
              <p:nvPr/>
            </p:nvPicPr>
            <p:blipFill>
              <a:blip r:embed="rId209"/>
              <a:stretch>
                <a:fillRect/>
              </a:stretch>
            </p:blipFill>
            <p:spPr>
              <a:xfrm>
                <a:off x="5455322" y="2133104"/>
                <a:ext cx="130097" cy="9577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0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215449CF-9870-9603-98C2-CF698285A87B}"/>
                  </a:ext>
                </a:extLst>
              </p14:cNvPr>
              <p14:cNvContentPartPr/>
              <p14:nvPr/>
            </p14:nvContentPartPr>
            <p14:xfrm>
              <a:off x="5502963" y="2151042"/>
              <a:ext cx="34596" cy="57949"/>
            </p14:xfrm>
          </p:contentPart>
        </mc:Choice>
        <mc:Fallback xmlns=""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215449CF-9870-9603-98C2-CF698285A87B}"/>
                  </a:ext>
                </a:extLst>
              </p:cNvPr>
              <p:cNvPicPr/>
              <p:nvPr/>
            </p:nvPicPr>
            <p:blipFill>
              <a:blip r:embed="rId211"/>
              <a:stretch>
                <a:fillRect/>
              </a:stretch>
            </p:blipFill>
            <p:spPr>
              <a:xfrm>
                <a:off x="5493954" y="2142404"/>
                <a:ext cx="52254" cy="7558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2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B31D310F-8C6F-21BC-C0B8-FDB1EC55509B}"/>
                  </a:ext>
                </a:extLst>
              </p14:cNvPr>
              <p14:cNvContentPartPr/>
              <p14:nvPr/>
            </p14:nvContentPartPr>
            <p14:xfrm>
              <a:off x="5604157" y="2069741"/>
              <a:ext cx="97734" cy="177594"/>
            </p14:xfrm>
          </p:contentPart>
        </mc:Choice>
        <mc:Fallback xmlns=""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B31D310F-8C6F-21BC-C0B8-FDB1EC55509B}"/>
                  </a:ext>
                </a:extLst>
              </p:cNvPr>
              <p:cNvPicPr/>
              <p:nvPr/>
            </p:nvPicPr>
            <p:blipFill>
              <a:blip r:embed="rId213"/>
              <a:stretch>
                <a:fillRect/>
              </a:stretch>
            </p:blipFill>
            <p:spPr>
              <a:xfrm>
                <a:off x="5595533" y="2060735"/>
                <a:ext cx="115340" cy="19524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4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833257B6-82F9-054F-01DE-2CEDE4591895}"/>
                  </a:ext>
                </a:extLst>
              </p14:cNvPr>
              <p14:cNvContentPartPr/>
              <p14:nvPr/>
            </p14:nvContentPartPr>
            <p14:xfrm>
              <a:off x="5687188" y="2109527"/>
              <a:ext cx="78995" cy="46705"/>
            </p14:xfrm>
          </p:contentPart>
        </mc:Choice>
        <mc:Fallback xmlns=""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833257B6-82F9-054F-01DE-2CEDE4591895}"/>
                  </a:ext>
                </a:extLst>
              </p:cNvPr>
              <p:cNvPicPr/>
              <p:nvPr/>
            </p:nvPicPr>
            <p:blipFill>
              <a:blip r:embed="rId215"/>
              <a:stretch>
                <a:fillRect/>
              </a:stretch>
            </p:blipFill>
            <p:spPr>
              <a:xfrm>
                <a:off x="5678170" y="2100545"/>
                <a:ext cx="96670" cy="6430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6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98577751-4051-E378-F60F-443277E78571}"/>
                  </a:ext>
                </a:extLst>
              </p14:cNvPr>
              <p14:cNvContentPartPr/>
              <p14:nvPr/>
            </p14:nvContentPartPr>
            <p14:xfrm>
              <a:off x="5728703" y="2105202"/>
              <a:ext cx="34020" cy="96869"/>
            </p14:xfrm>
          </p:contentPart>
        </mc:Choice>
        <mc:Fallback xmlns=""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98577751-4051-E378-F60F-443277E78571}"/>
                  </a:ext>
                </a:extLst>
              </p:cNvPr>
              <p:cNvPicPr/>
              <p:nvPr/>
            </p:nvPicPr>
            <p:blipFill>
              <a:blip r:embed="rId217"/>
              <a:stretch>
                <a:fillRect/>
              </a:stretch>
            </p:blipFill>
            <p:spPr>
              <a:xfrm>
                <a:off x="5719655" y="2096559"/>
                <a:ext cx="51754" cy="11451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8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164068F2-9B65-8C73-5794-D14A8C29CE2C}"/>
                  </a:ext>
                </a:extLst>
              </p14:cNvPr>
              <p14:cNvContentPartPr/>
              <p14:nvPr/>
            </p14:nvContentPartPr>
            <p14:xfrm>
              <a:off x="5786940" y="2070318"/>
              <a:ext cx="77841" cy="151647"/>
            </p14:xfrm>
          </p:contentPart>
        </mc:Choice>
        <mc:Fallback xmlns=""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164068F2-9B65-8C73-5794-D14A8C29CE2C}"/>
                  </a:ext>
                </a:extLst>
              </p:cNvPr>
              <p:cNvPicPr/>
              <p:nvPr/>
            </p:nvPicPr>
            <p:blipFill>
              <a:blip r:embed="rId219"/>
              <a:stretch>
                <a:fillRect/>
              </a:stretch>
            </p:blipFill>
            <p:spPr>
              <a:xfrm>
                <a:off x="5777972" y="2061334"/>
                <a:ext cx="95418" cy="16925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0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EEFAA8F4-2A05-9717-071B-EF04A118D0AE}"/>
                  </a:ext>
                </a:extLst>
              </p14:cNvPr>
              <p14:cNvContentPartPr/>
              <p14:nvPr/>
            </p14:nvContentPartPr>
            <p14:xfrm>
              <a:off x="5499215" y="2408496"/>
              <a:ext cx="114744" cy="116186"/>
            </p14:xfrm>
          </p:contentPart>
        </mc:Choice>
        <mc:Fallback xmlns=""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EEFAA8F4-2A05-9717-071B-EF04A118D0AE}"/>
                  </a:ext>
                </a:extLst>
              </p:cNvPr>
              <p:cNvPicPr/>
              <p:nvPr/>
            </p:nvPicPr>
            <p:blipFill>
              <a:blip r:embed="rId221"/>
              <a:stretch>
                <a:fillRect/>
              </a:stretch>
            </p:blipFill>
            <p:spPr>
              <a:xfrm>
                <a:off x="5490582" y="2399503"/>
                <a:ext cx="132369" cy="13381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2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445AFDA0-F257-8F00-0597-A461305ADBFE}"/>
                  </a:ext>
                </a:extLst>
              </p14:cNvPr>
              <p14:cNvContentPartPr/>
              <p14:nvPr/>
            </p14:nvContentPartPr>
            <p14:xfrm>
              <a:off x="5535541" y="2442227"/>
              <a:ext cx="39497" cy="62562"/>
            </p14:xfrm>
          </p:contentPart>
        </mc:Choice>
        <mc:Fallback xmlns=""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445AFDA0-F257-8F00-0597-A461305ADBFE}"/>
                  </a:ext>
                </a:extLst>
              </p:cNvPr>
              <p:cNvPicPr/>
              <p:nvPr/>
            </p:nvPicPr>
            <p:blipFill>
              <a:blip r:embed="rId223"/>
              <a:stretch>
                <a:fillRect/>
              </a:stretch>
            </p:blipFill>
            <p:spPr>
              <a:xfrm>
                <a:off x="5526564" y="2433598"/>
                <a:ext cx="57091" cy="801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4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6ED4E506-36CE-7B3F-EA7B-DEA33C0B7596}"/>
                  </a:ext>
                </a:extLst>
              </p14:cNvPr>
              <p14:cNvContentPartPr/>
              <p14:nvPr/>
            </p14:nvContentPartPr>
            <p14:xfrm>
              <a:off x="5653745" y="2398405"/>
              <a:ext cx="78995" cy="155683"/>
            </p14:xfrm>
          </p:contentPart>
        </mc:Choice>
        <mc:Fallback xmlns=""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6ED4E506-36CE-7B3F-EA7B-DEA33C0B7596}"/>
                  </a:ext>
                </a:extLst>
              </p:cNvPr>
              <p:cNvPicPr/>
              <p:nvPr/>
            </p:nvPicPr>
            <p:blipFill>
              <a:blip r:embed="rId225"/>
              <a:stretch>
                <a:fillRect/>
              </a:stretch>
            </p:blipFill>
            <p:spPr>
              <a:xfrm>
                <a:off x="5644768" y="2389776"/>
                <a:ext cx="96589" cy="17330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6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A24C14BA-E1AD-8A55-C256-C0C9911061D7}"/>
                  </a:ext>
                </a:extLst>
              </p14:cNvPr>
              <p14:cNvContentPartPr/>
              <p14:nvPr/>
            </p14:nvContentPartPr>
            <p14:xfrm>
              <a:off x="5740524" y="2425794"/>
              <a:ext cx="43245" cy="113303"/>
            </p14:xfrm>
          </p:contentPart>
        </mc:Choice>
        <mc:Fallback xmlns=""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A24C14BA-E1AD-8A55-C256-C0C9911061D7}"/>
                  </a:ext>
                </a:extLst>
              </p:cNvPr>
              <p:cNvPicPr/>
              <p:nvPr/>
            </p:nvPicPr>
            <p:blipFill>
              <a:blip r:embed="rId227"/>
              <a:stretch>
                <a:fillRect/>
              </a:stretch>
            </p:blipFill>
            <p:spPr>
              <a:xfrm>
                <a:off x="5731946" y="2416802"/>
                <a:ext cx="60757" cy="13092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8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929CCF3B-CD85-BB56-2584-B2176329146A}"/>
                  </a:ext>
                </a:extLst>
              </p14:cNvPr>
              <p14:cNvContentPartPr/>
              <p14:nvPr/>
            </p14:nvContentPartPr>
            <p14:xfrm>
              <a:off x="5732740" y="2415415"/>
              <a:ext cx="66886" cy="4325"/>
            </p14:xfrm>
          </p:contentPart>
        </mc:Choice>
        <mc:Fallback xmlns=""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929CCF3B-CD85-BB56-2584-B2176329146A}"/>
                  </a:ext>
                </a:extLst>
              </p:cNvPr>
              <p:cNvPicPr/>
              <p:nvPr/>
            </p:nvPicPr>
            <p:blipFill>
              <a:blip r:embed="rId229"/>
              <a:stretch>
                <a:fillRect/>
              </a:stretch>
            </p:blipFill>
            <p:spPr>
              <a:xfrm>
                <a:off x="5724110" y="2406765"/>
                <a:ext cx="84507" cy="2198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0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14094370-0604-FB65-369C-9DE28D14F81D}"/>
                  </a:ext>
                </a:extLst>
              </p14:cNvPr>
              <p14:cNvContentPartPr/>
              <p14:nvPr/>
            </p14:nvContentPartPr>
            <p14:xfrm>
              <a:off x="5861899" y="2392351"/>
              <a:ext cx="68328" cy="179324"/>
            </p14:xfrm>
          </p:contentPart>
        </mc:Choice>
        <mc:Fallback xmlns=""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14094370-0604-FB65-369C-9DE28D14F81D}"/>
                  </a:ext>
                </a:extLst>
              </p:cNvPr>
              <p:cNvPicPr/>
              <p:nvPr/>
            </p:nvPicPr>
            <p:blipFill>
              <a:blip r:embed="rId231"/>
              <a:stretch>
                <a:fillRect/>
              </a:stretch>
            </p:blipFill>
            <p:spPr>
              <a:xfrm>
                <a:off x="5852908" y="2383709"/>
                <a:ext cx="85949" cy="19696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2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1ADCB455-2183-64E4-30CA-660F63375403}"/>
                  </a:ext>
                </a:extLst>
              </p14:cNvPr>
              <p14:cNvContentPartPr/>
              <p14:nvPr/>
            </p14:nvContentPartPr>
            <p14:xfrm>
              <a:off x="5216103" y="806691"/>
              <a:ext cx="226317" cy="1839366"/>
            </p14:xfrm>
          </p:contentPart>
        </mc:Choice>
        <mc:Fallback xmlns=""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1ADCB455-2183-64E4-30CA-660F63375403}"/>
                  </a:ext>
                </a:extLst>
              </p:cNvPr>
              <p:cNvPicPr/>
              <p:nvPr/>
            </p:nvPicPr>
            <p:blipFill>
              <a:blip r:embed="rId233"/>
              <a:stretch>
                <a:fillRect/>
              </a:stretch>
            </p:blipFill>
            <p:spPr>
              <a:xfrm>
                <a:off x="5207108" y="798050"/>
                <a:ext cx="243947" cy="185700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4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F9E771AD-311E-75B1-F967-2F37331ACF8F}"/>
                  </a:ext>
                </a:extLst>
              </p14:cNvPr>
              <p14:cNvContentPartPr/>
              <p14:nvPr/>
            </p14:nvContentPartPr>
            <p14:xfrm>
              <a:off x="5870260" y="783338"/>
              <a:ext cx="225740" cy="1857817"/>
            </p14:xfrm>
          </p:contentPart>
        </mc:Choice>
        <mc:Fallback xmlns=""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F9E771AD-311E-75B1-F967-2F37331ACF8F}"/>
                  </a:ext>
                </a:extLst>
              </p:cNvPr>
              <p:cNvPicPr/>
              <p:nvPr/>
            </p:nvPicPr>
            <p:blipFill>
              <a:blip r:embed="rId235"/>
              <a:stretch>
                <a:fillRect/>
              </a:stretch>
            </p:blipFill>
            <p:spPr>
              <a:xfrm>
                <a:off x="5861274" y="774699"/>
                <a:ext cx="243353" cy="187545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6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E9303EF0-D91A-0FC5-D866-6A01378E74E0}"/>
                  </a:ext>
                </a:extLst>
              </p14:cNvPr>
              <p14:cNvContentPartPr/>
              <p14:nvPr/>
            </p14:nvContentPartPr>
            <p14:xfrm>
              <a:off x="5164209" y="1656028"/>
              <a:ext cx="40074" cy="31425"/>
            </p14:xfrm>
          </p:contentPart>
        </mc:Choice>
        <mc:Fallback xmlns=""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E9303EF0-D91A-0FC5-D866-6A01378E74E0}"/>
                  </a:ext>
                </a:extLst>
              </p:cNvPr>
              <p:cNvPicPr/>
              <p:nvPr/>
            </p:nvPicPr>
            <p:blipFill>
              <a:blip r:embed="rId237"/>
              <a:stretch>
                <a:fillRect/>
              </a:stretch>
            </p:blipFill>
            <p:spPr>
              <a:xfrm>
                <a:off x="5155264" y="1647359"/>
                <a:ext cx="57606" cy="4912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8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58C3723A-51E4-5DDC-370D-73C75AFFB537}"/>
                  </a:ext>
                </a:extLst>
              </p14:cNvPr>
              <p14:cNvContentPartPr/>
              <p14:nvPr/>
            </p14:nvContentPartPr>
            <p14:xfrm>
              <a:off x="2953510" y="2641732"/>
              <a:ext cx="237849" cy="190856"/>
            </p14:xfrm>
          </p:contentPart>
        </mc:Choice>
        <mc:Fallback xmlns=""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58C3723A-51E4-5DDC-370D-73C75AFFB537}"/>
                  </a:ext>
                </a:extLst>
              </p:cNvPr>
              <p:cNvPicPr/>
              <p:nvPr/>
            </p:nvPicPr>
            <p:blipFill>
              <a:blip r:embed="rId239"/>
              <a:stretch>
                <a:fillRect/>
              </a:stretch>
            </p:blipFill>
            <p:spPr>
              <a:xfrm>
                <a:off x="2944514" y="2633089"/>
                <a:ext cx="255481" cy="20850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0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54AF6F6B-C0D2-6F18-BC80-DB2901AA34E1}"/>
                  </a:ext>
                </a:extLst>
              </p14:cNvPr>
              <p14:cNvContentPartPr/>
              <p14:nvPr/>
            </p14:nvContentPartPr>
            <p14:xfrm>
              <a:off x="3118131" y="2621263"/>
              <a:ext cx="87067" cy="12974"/>
            </p14:xfrm>
          </p:contentPart>
        </mc:Choice>
        <mc:Fallback xmlns=""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54AF6F6B-C0D2-6F18-BC80-DB2901AA34E1}"/>
                  </a:ext>
                </a:extLst>
              </p:cNvPr>
              <p:cNvPicPr/>
              <p:nvPr/>
            </p:nvPicPr>
            <p:blipFill>
              <a:blip r:embed="rId241"/>
              <a:stretch>
                <a:fillRect/>
              </a:stretch>
            </p:blipFill>
            <p:spPr>
              <a:xfrm>
                <a:off x="3109136" y="2612253"/>
                <a:ext cx="104696" cy="3063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2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B8255A4B-1CDF-8D4D-24AE-1D8935DC32A2}"/>
                  </a:ext>
                </a:extLst>
              </p14:cNvPr>
              <p14:cNvContentPartPr/>
              <p14:nvPr/>
            </p14:nvContentPartPr>
            <p14:xfrm>
              <a:off x="2917761" y="2630488"/>
              <a:ext cx="90815" cy="19605"/>
            </p14:xfrm>
          </p:contentPart>
        </mc:Choice>
        <mc:Fallback xmlns=""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B8255A4B-1CDF-8D4D-24AE-1D8935DC32A2}"/>
                  </a:ext>
                </a:extLst>
              </p:cNvPr>
              <p:cNvPicPr/>
              <p:nvPr/>
            </p:nvPicPr>
            <p:blipFill>
              <a:blip r:embed="rId243"/>
              <a:stretch>
                <a:fillRect/>
              </a:stretch>
            </p:blipFill>
            <p:spPr>
              <a:xfrm>
                <a:off x="2909112" y="2621775"/>
                <a:ext cx="108473" cy="3739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4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0B8F7A2B-14DC-F60A-C0A9-A8A319BAE189}"/>
                  </a:ext>
                </a:extLst>
              </p14:cNvPr>
              <p14:cNvContentPartPr/>
              <p14:nvPr/>
            </p14:nvContentPartPr>
            <p14:xfrm>
              <a:off x="1579464" y="2375918"/>
              <a:ext cx="3317777" cy="172405"/>
            </p14:xfrm>
          </p:contentPart>
        </mc:Choice>
        <mc:Fallback xmlns=""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0B8F7A2B-14DC-F60A-C0A9-A8A319BAE189}"/>
                  </a:ext>
                </a:extLst>
              </p:cNvPr>
              <p:cNvPicPr/>
              <p:nvPr/>
            </p:nvPicPr>
            <p:blipFill>
              <a:blip r:embed="rId245"/>
              <a:stretch>
                <a:fillRect/>
              </a:stretch>
            </p:blipFill>
            <p:spPr>
              <a:xfrm>
                <a:off x="1570464" y="2366920"/>
                <a:ext cx="3335417" cy="19004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6">
            <p14:nvContentPartPr>
              <p14:cNvPr id="125" name="Ink 124">
                <a:extLst>
                  <a:ext uri="{FF2B5EF4-FFF2-40B4-BE49-F238E27FC236}">
                    <a16:creationId xmlns:a16="http://schemas.microsoft.com/office/drawing/2014/main" id="{67EC139F-F467-8F0D-F0A4-879612CF0EF0}"/>
                  </a:ext>
                </a:extLst>
              </p14:cNvPr>
              <p14:cNvContentPartPr/>
              <p14:nvPr/>
            </p14:nvContentPartPr>
            <p14:xfrm>
              <a:off x="3662444" y="565094"/>
              <a:ext cx="159143" cy="96869"/>
            </p14:xfrm>
          </p:contentPart>
        </mc:Choice>
        <mc:Fallback xmlns="">
          <p:pic>
            <p:nvPicPr>
              <p:cNvPr id="125" name="Ink 124">
                <a:extLst>
                  <a:ext uri="{FF2B5EF4-FFF2-40B4-BE49-F238E27FC236}">
                    <a16:creationId xmlns:a16="http://schemas.microsoft.com/office/drawing/2014/main" id="{67EC139F-F467-8F0D-F0A4-879612CF0EF0}"/>
                  </a:ext>
                </a:extLst>
              </p:cNvPr>
              <p:cNvPicPr/>
              <p:nvPr/>
            </p:nvPicPr>
            <p:blipFill>
              <a:blip r:embed="rId247"/>
              <a:stretch>
                <a:fillRect/>
              </a:stretch>
            </p:blipFill>
            <p:spPr>
              <a:xfrm>
                <a:off x="3653443" y="556091"/>
                <a:ext cx="176786" cy="11451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8">
            <p14:nvContentPartPr>
              <p14:cNvPr id="126" name="Ink 125">
                <a:extLst>
                  <a:ext uri="{FF2B5EF4-FFF2-40B4-BE49-F238E27FC236}">
                    <a16:creationId xmlns:a16="http://schemas.microsoft.com/office/drawing/2014/main" id="{C24F7843-6FBA-FD68-3C3C-2440409041DD}"/>
                  </a:ext>
                </a:extLst>
              </p14:cNvPr>
              <p14:cNvContentPartPr/>
              <p14:nvPr/>
            </p14:nvContentPartPr>
            <p14:xfrm>
              <a:off x="3863391" y="490712"/>
              <a:ext cx="55642" cy="154241"/>
            </p14:xfrm>
          </p:contentPart>
        </mc:Choice>
        <mc:Fallback xmlns="">
          <p:pic>
            <p:nvPicPr>
              <p:cNvPr id="126" name="Ink 125">
                <a:extLst>
                  <a:ext uri="{FF2B5EF4-FFF2-40B4-BE49-F238E27FC236}">
                    <a16:creationId xmlns:a16="http://schemas.microsoft.com/office/drawing/2014/main" id="{C24F7843-6FBA-FD68-3C3C-2440409041DD}"/>
                  </a:ext>
                </a:extLst>
              </p:cNvPr>
              <p:cNvPicPr/>
              <p:nvPr/>
            </p:nvPicPr>
            <p:blipFill>
              <a:blip r:embed="rId249"/>
              <a:stretch>
                <a:fillRect/>
              </a:stretch>
            </p:blipFill>
            <p:spPr>
              <a:xfrm>
                <a:off x="3854416" y="481724"/>
                <a:ext cx="73232" cy="17185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0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C761FB9A-72BA-1999-1F3E-4C84FC428A31}"/>
                  </a:ext>
                </a:extLst>
              </p14:cNvPr>
              <p14:cNvContentPartPr/>
              <p14:nvPr/>
            </p14:nvContentPartPr>
            <p14:xfrm>
              <a:off x="3823605" y="590753"/>
              <a:ext cx="128871" cy="4613"/>
            </p14:xfrm>
          </p:contentPart>
        </mc:Choice>
        <mc:Fallback xmlns=""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C761FB9A-72BA-1999-1F3E-4C84FC428A31}"/>
                  </a:ext>
                </a:extLst>
              </p:cNvPr>
              <p:cNvPicPr/>
              <p:nvPr/>
            </p:nvPicPr>
            <p:blipFill>
              <a:blip r:embed="rId251"/>
              <a:stretch>
                <a:fillRect/>
              </a:stretch>
            </p:blipFill>
            <p:spPr>
              <a:xfrm>
                <a:off x="3814606" y="581882"/>
                <a:ext cx="146510" cy="2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2">
            <p14:nvContentPartPr>
              <p14:cNvPr id="128" name="Ink 127">
                <a:extLst>
                  <a:ext uri="{FF2B5EF4-FFF2-40B4-BE49-F238E27FC236}">
                    <a16:creationId xmlns:a16="http://schemas.microsoft.com/office/drawing/2014/main" id="{5DA8952C-8523-AFEE-8A3A-CFC6F57C2CBF}"/>
                  </a:ext>
                </a:extLst>
              </p14:cNvPr>
              <p14:cNvContentPartPr/>
              <p14:nvPr/>
            </p14:nvContentPartPr>
            <p14:xfrm>
              <a:off x="3964296" y="565382"/>
              <a:ext cx="50165" cy="79860"/>
            </p14:xfrm>
          </p:contentPart>
        </mc:Choice>
        <mc:Fallback xmlns="">
          <p:pic>
            <p:nvPicPr>
              <p:cNvPr id="128" name="Ink 127">
                <a:extLst>
                  <a:ext uri="{FF2B5EF4-FFF2-40B4-BE49-F238E27FC236}">
                    <a16:creationId xmlns:a16="http://schemas.microsoft.com/office/drawing/2014/main" id="{5DA8952C-8523-AFEE-8A3A-CFC6F57C2CBF}"/>
                  </a:ext>
                </a:extLst>
              </p:cNvPr>
              <p:cNvPicPr/>
              <p:nvPr/>
            </p:nvPicPr>
            <p:blipFill>
              <a:blip r:embed="rId253"/>
              <a:stretch>
                <a:fillRect/>
              </a:stretch>
            </p:blipFill>
            <p:spPr>
              <a:xfrm>
                <a:off x="3955696" y="556389"/>
                <a:ext cx="67723" cy="9748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4">
            <p14:nvContentPartPr>
              <p14:cNvPr id="129" name="Ink 128">
                <a:extLst>
                  <a:ext uri="{FF2B5EF4-FFF2-40B4-BE49-F238E27FC236}">
                    <a16:creationId xmlns:a16="http://schemas.microsoft.com/office/drawing/2014/main" id="{33077134-1651-BEA4-C8BB-22EE31D035D1}"/>
                  </a:ext>
                </a:extLst>
              </p14:cNvPr>
              <p14:cNvContentPartPr/>
              <p14:nvPr/>
            </p14:nvContentPartPr>
            <p14:xfrm>
              <a:off x="4083365" y="586717"/>
              <a:ext cx="47858" cy="65445"/>
            </p14:xfrm>
          </p:contentPart>
        </mc:Choice>
        <mc:Fallback xmlns="">
          <p:pic>
            <p:nvPicPr>
              <p:cNvPr id="129" name="Ink 128">
                <a:extLst>
                  <a:ext uri="{FF2B5EF4-FFF2-40B4-BE49-F238E27FC236}">
                    <a16:creationId xmlns:a16="http://schemas.microsoft.com/office/drawing/2014/main" id="{33077134-1651-BEA4-C8BB-22EE31D035D1}"/>
                  </a:ext>
                </a:extLst>
              </p:cNvPr>
              <p:cNvPicPr/>
              <p:nvPr/>
            </p:nvPicPr>
            <p:blipFill>
              <a:blip r:embed="rId255"/>
              <a:stretch>
                <a:fillRect/>
              </a:stretch>
            </p:blipFill>
            <p:spPr>
              <a:xfrm>
                <a:off x="4074369" y="577727"/>
                <a:ext cx="65490" cy="8306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6">
            <p14:nvContentPartPr>
              <p14:cNvPr id="130" name="Ink 129">
                <a:extLst>
                  <a:ext uri="{FF2B5EF4-FFF2-40B4-BE49-F238E27FC236}">
                    <a16:creationId xmlns:a16="http://schemas.microsoft.com/office/drawing/2014/main" id="{8EC992EC-A546-E543-A0A7-C2995008FAB4}"/>
                  </a:ext>
                </a:extLst>
              </p14:cNvPr>
              <p14:cNvContentPartPr/>
              <p14:nvPr/>
            </p14:nvContentPartPr>
            <p14:xfrm>
              <a:off x="4068662" y="536840"/>
              <a:ext cx="2018" cy="865"/>
            </p14:xfrm>
          </p:contentPart>
        </mc:Choice>
        <mc:Fallback xmlns="">
          <p:pic>
            <p:nvPicPr>
              <p:cNvPr id="130" name="Ink 129">
                <a:extLst>
                  <a:ext uri="{FF2B5EF4-FFF2-40B4-BE49-F238E27FC236}">
                    <a16:creationId xmlns:a16="http://schemas.microsoft.com/office/drawing/2014/main" id="{8EC992EC-A546-E543-A0A7-C2995008FAB4}"/>
                  </a:ext>
                </a:extLst>
              </p:cNvPr>
              <p:cNvPicPr/>
              <p:nvPr/>
            </p:nvPicPr>
            <p:blipFill>
              <a:blip r:embed="rId257"/>
              <a:stretch>
                <a:fillRect/>
              </a:stretch>
            </p:blipFill>
            <p:spPr>
              <a:xfrm>
                <a:off x="4060254" y="529632"/>
                <a:ext cx="18498" cy="1499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8">
            <p14:nvContentPartPr>
              <p14:cNvPr id="131" name="Ink 130">
                <a:extLst>
                  <a:ext uri="{FF2B5EF4-FFF2-40B4-BE49-F238E27FC236}">
                    <a16:creationId xmlns:a16="http://schemas.microsoft.com/office/drawing/2014/main" id="{289308E0-D825-3E72-20E0-C364966104A7}"/>
                  </a:ext>
                </a:extLst>
              </p14:cNvPr>
              <p14:cNvContentPartPr/>
              <p14:nvPr/>
            </p14:nvContentPartPr>
            <p14:xfrm>
              <a:off x="4186865" y="490712"/>
              <a:ext cx="273310" cy="159431"/>
            </p14:xfrm>
          </p:contentPart>
        </mc:Choice>
        <mc:Fallback xmlns="">
          <p:pic>
            <p:nvPicPr>
              <p:cNvPr id="131" name="Ink 130">
                <a:extLst>
                  <a:ext uri="{FF2B5EF4-FFF2-40B4-BE49-F238E27FC236}">
                    <a16:creationId xmlns:a16="http://schemas.microsoft.com/office/drawing/2014/main" id="{289308E0-D825-3E72-20E0-C364966104A7}"/>
                  </a:ext>
                </a:extLst>
              </p:cNvPr>
              <p:cNvPicPr/>
              <p:nvPr/>
            </p:nvPicPr>
            <p:blipFill>
              <a:blip r:embed="rId259"/>
              <a:stretch>
                <a:fillRect/>
              </a:stretch>
            </p:blipFill>
            <p:spPr>
              <a:xfrm>
                <a:off x="4178234" y="481715"/>
                <a:ext cx="290931" cy="17706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0">
            <p14:nvContentPartPr>
              <p14:cNvPr id="132" name="Ink 131">
                <a:extLst>
                  <a:ext uri="{FF2B5EF4-FFF2-40B4-BE49-F238E27FC236}">
                    <a16:creationId xmlns:a16="http://schemas.microsoft.com/office/drawing/2014/main" id="{30CBDE16-2C7B-2558-0394-384A12CBE8E4}"/>
                  </a:ext>
                </a:extLst>
              </p14:cNvPr>
              <p14:cNvContentPartPr/>
              <p14:nvPr/>
            </p14:nvContentPartPr>
            <p14:xfrm>
              <a:off x="4584434" y="491865"/>
              <a:ext cx="58525" cy="143863"/>
            </p14:xfrm>
          </p:contentPart>
        </mc:Choice>
        <mc:Fallback xmlns="">
          <p:pic>
            <p:nvPicPr>
              <p:cNvPr id="132" name="Ink 131">
                <a:extLst>
                  <a:ext uri="{FF2B5EF4-FFF2-40B4-BE49-F238E27FC236}">
                    <a16:creationId xmlns:a16="http://schemas.microsoft.com/office/drawing/2014/main" id="{30CBDE16-2C7B-2558-0394-384A12CBE8E4}"/>
                  </a:ext>
                </a:extLst>
              </p:cNvPr>
              <p:cNvPicPr/>
              <p:nvPr/>
            </p:nvPicPr>
            <p:blipFill>
              <a:blip r:embed="rId261"/>
              <a:stretch>
                <a:fillRect/>
              </a:stretch>
            </p:blipFill>
            <p:spPr>
              <a:xfrm>
                <a:off x="4575458" y="483233"/>
                <a:ext cx="76118" cy="16148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2">
            <p14:nvContentPartPr>
              <p14:cNvPr id="133" name="Ink 132">
                <a:extLst>
                  <a:ext uri="{FF2B5EF4-FFF2-40B4-BE49-F238E27FC236}">
                    <a16:creationId xmlns:a16="http://schemas.microsoft.com/office/drawing/2014/main" id="{1121FE43-93DB-73DA-1028-D447B18D57E1}"/>
                  </a:ext>
                </a:extLst>
              </p14:cNvPr>
              <p14:cNvContentPartPr/>
              <p14:nvPr/>
            </p14:nvContentPartPr>
            <p14:xfrm>
              <a:off x="4576073" y="509163"/>
              <a:ext cx="4325" cy="9514"/>
            </p14:xfrm>
          </p:contentPart>
        </mc:Choice>
        <mc:Fallback xmlns="">
          <p:pic>
            <p:nvPicPr>
              <p:cNvPr id="133" name="Ink 132">
                <a:extLst>
                  <a:ext uri="{FF2B5EF4-FFF2-40B4-BE49-F238E27FC236}">
                    <a16:creationId xmlns:a16="http://schemas.microsoft.com/office/drawing/2014/main" id="{1121FE43-93DB-73DA-1028-D447B18D57E1}"/>
                  </a:ext>
                </a:extLst>
              </p:cNvPr>
              <p:cNvPicPr/>
              <p:nvPr/>
            </p:nvPicPr>
            <p:blipFill>
              <a:blip r:embed="rId263"/>
              <a:stretch>
                <a:fillRect/>
              </a:stretch>
            </p:blipFill>
            <p:spPr>
              <a:xfrm>
                <a:off x="4567423" y="500381"/>
                <a:ext cx="21985" cy="2744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4">
            <p14:nvContentPartPr>
              <p14:cNvPr id="134" name="Ink 133">
                <a:extLst>
                  <a:ext uri="{FF2B5EF4-FFF2-40B4-BE49-F238E27FC236}">
                    <a16:creationId xmlns:a16="http://schemas.microsoft.com/office/drawing/2014/main" id="{7F5230C6-A0C3-D211-789D-2E481A6394B2}"/>
                  </a:ext>
                </a:extLst>
              </p14:cNvPr>
              <p14:cNvContentPartPr/>
              <p14:nvPr/>
            </p14:nvContentPartPr>
            <p14:xfrm>
              <a:off x="7391340" y="862568"/>
              <a:ext cx="177840" cy="290160"/>
            </p14:xfrm>
          </p:contentPart>
        </mc:Choice>
        <mc:Fallback xmlns="">
          <p:pic>
            <p:nvPicPr>
              <p:cNvPr id="134" name="Ink 133">
                <a:extLst>
                  <a:ext uri="{FF2B5EF4-FFF2-40B4-BE49-F238E27FC236}">
                    <a16:creationId xmlns:a16="http://schemas.microsoft.com/office/drawing/2014/main" id="{7F5230C6-A0C3-D211-789D-2E481A6394B2}"/>
                  </a:ext>
                </a:extLst>
              </p:cNvPr>
              <p:cNvPicPr/>
              <p:nvPr/>
            </p:nvPicPr>
            <p:blipFill>
              <a:blip r:embed="rId265"/>
              <a:stretch>
                <a:fillRect/>
              </a:stretch>
            </p:blipFill>
            <p:spPr>
              <a:xfrm>
                <a:off x="7382700" y="853568"/>
                <a:ext cx="195480" cy="307800"/>
              </a:xfrm>
              <a:prstGeom prst="rect">
                <a:avLst/>
              </a:prstGeom>
            </p:spPr>
          </p:pic>
        </mc:Fallback>
      </mc:AlternateContent>
      <p:grpSp>
        <p:nvGrpSpPr>
          <p:cNvPr id="143" name="Group 142">
            <a:extLst>
              <a:ext uri="{FF2B5EF4-FFF2-40B4-BE49-F238E27FC236}">
                <a16:creationId xmlns:a16="http://schemas.microsoft.com/office/drawing/2014/main" id="{2E812841-ECCB-39A6-246E-AB113B361F4C}"/>
              </a:ext>
            </a:extLst>
          </p:cNvPr>
          <p:cNvGrpSpPr/>
          <p:nvPr/>
        </p:nvGrpSpPr>
        <p:grpSpPr>
          <a:xfrm>
            <a:off x="7332300" y="752408"/>
            <a:ext cx="1063440" cy="318240"/>
            <a:chOff x="7332300" y="752408"/>
            <a:chExt cx="1063440" cy="318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CB8DB896-5F39-CD30-1111-26019356A336}"/>
                    </a:ext>
                  </a:extLst>
                </p14:cNvPr>
                <p14:cNvContentPartPr/>
                <p14:nvPr/>
              </p14:nvContentPartPr>
              <p14:xfrm>
                <a:off x="7332300" y="1049408"/>
                <a:ext cx="260280" cy="2124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CB8DB896-5F39-CD30-1111-26019356A336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7323660" y="1040408"/>
                  <a:ext cx="27792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CD780EB0-DD5D-351D-4C9C-CAD2CE53F6AF}"/>
                    </a:ext>
                  </a:extLst>
                </p14:cNvPr>
                <p14:cNvContentPartPr/>
                <p14:nvPr/>
              </p14:nvContentPartPr>
              <p14:xfrm>
                <a:off x="7793460" y="985328"/>
                <a:ext cx="114840" cy="756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CD780EB0-DD5D-351D-4C9C-CAD2CE53F6AF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7784820" y="976688"/>
                  <a:ext cx="13248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CB6A22DA-AE18-7D4D-3DF6-2F07AA0E0144}"/>
                    </a:ext>
                  </a:extLst>
                </p14:cNvPr>
                <p14:cNvContentPartPr/>
                <p14:nvPr/>
              </p14:nvContentPartPr>
              <p14:xfrm>
                <a:off x="7785180" y="907208"/>
                <a:ext cx="101520" cy="2304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CB6A22DA-AE18-7D4D-3DF6-2F07AA0E0144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7776540" y="898208"/>
                  <a:ext cx="11916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7590EF53-8CB2-5564-4796-B74C1A773750}"/>
                    </a:ext>
                  </a:extLst>
                </p14:cNvPr>
                <p14:cNvContentPartPr/>
                <p14:nvPr/>
              </p14:nvContentPartPr>
              <p14:xfrm>
                <a:off x="8094420" y="796328"/>
                <a:ext cx="280800" cy="25776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7590EF53-8CB2-5564-4796-B74C1A773750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8085420" y="787688"/>
                  <a:ext cx="29844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B0E05407-8E6D-0108-CFCC-AFC7DE2DB7F5}"/>
                    </a:ext>
                  </a:extLst>
                </p14:cNvPr>
                <p14:cNvContentPartPr/>
                <p14:nvPr/>
              </p14:nvContentPartPr>
              <p14:xfrm>
                <a:off x="8243460" y="757448"/>
                <a:ext cx="152280" cy="2196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B0E05407-8E6D-0108-CFCC-AFC7DE2DB7F5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8234820" y="748808"/>
                  <a:ext cx="16992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22344B2B-4A40-0A8B-6C14-04E9EAFFE164}"/>
                    </a:ext>
                  </a:extLst>
                </p14:cNvPr>
                <p14:cNvContentPartPr/>
                <p14:nvPr/>
              </p14:nvContentPartPr>
              <p14:xfrm>
                <a:off x="8031420" y="752408"/>
                <a:ext cx="110160" cy="1656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22344B2B-4A40-0A8B-6C14-04E9EAFFE164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8022420" y="743768"/>
                  <a:ext cx="127800" cy="34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2B663F50-502B-EDE8-E9A4-69A906F567D5}"/>
              </a:ext>
            </a:extLst>
          </p:cNvPr>
          <p:cNvGrpSpPr/>
          <p:nvPr/>
        </p:nvGrpSpPr>
        <p:grpSpPr>
          <a:xfrm>
            <a:off x="8567460" y="874808"/>
            <a:ext cx="306000" cy="206640"/>
            <a:chOff x="8567460" y="874808"/>
            <a:chExt cx="306000" cy="206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9D5AB4CA-E2B3-E01F-4083-2C998D7569DD}"/>
                    </a:ext>
                  </a:extLst>
                </p14:cNvPr>
                <p14:cNvContentPartPr/>
                <p14:nvPr/>
              </p14:nvContentPartPr>
              <p14:xfrm>
                <a:off x="8567460" y="926648"/>
                <a:ext cx="20880" cy="360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9D5AB4CA-E2B3-E01F-4083-2C998D7569DD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8558820" y="917648"/>
                  <a:ext cx="3852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1BC63062-835B-EB5A-BA05-5A85BC41E4E0}"/>
                    </a:ext>
                  </a:extLst>
                </p14:cNvPr>
                <p14:cNvContentPartPr/>
                <p14:nvPr/>
              </p14:nvContentPartPr>
              <p14:xfrm>
                <a:off x="8686620" y="874808"/>
                <a:ext cx="186840" cy="12600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1BC63062-835B-EB5A-BA05-5A85BC41E4E0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8677620" y="866168"/>
                  <a:ext cx="20448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CBBFFA4B-F519-FB87-D5F8-FDB9F00D12E9}"/>
                    </a:ext>
                  </a:extLst>
                </p14:cNvPr>
                <p14:cNvContentPartPr/>
                <p14:nvPr/>
              </p14:nvContentPartPr>
              <p14:xfrm>
                <a:off x="8721900" y="884888"/>
                <a:ext cx="89640" cy="14292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CBBFFA4B-F519-FB87-D5F8-FDB9F00D12E9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8713260" y="875888"/>
                  <a:ext cx="10728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FD1721FD-FF21-D772-42F2-57A7584FE470}"/>
                    </a:ext>
                  </a:extLst>
                </p14:cNvPr>
                <p14:cNvContentPartPr/>
                <p14:nvPr/>
              </p14:nvContentPartPr>
              <p14:xfrm>
                <a:off x="8724420" y="1069928"/>
                <a:ext cx="140040" cy="1152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FD1721FD-FF21-D772-42F2-57A7584FE470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8715420" y="1061288"/>
                  <a:ext cx="157680" cy="29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09B7F6B6-1D2E-F53C-D477-D281DB9F553A}"/>
              </a:ext>
            </a:extLst>
          </p:cNvPr>
          <p:cNvGrpSpPr/>
          <p:nvPr/>
        </p:nvGrpSpPr>
        <p:grpSpPr>
          <a:xfrm>
            <a:off x="3830220" y="3081248"/>
            <a:ext cx="1048320" cy="244440"/>
            <a:chOff x="3830220" y="3081248"/>
            <a:chExt cx="1048320" cy="244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F91832BC-2916-9A88-FBB9-84770EB20DF1}"/>
                    </a:ext>
                  </a:extLst>
                </p14:cNvPr>
                <p14:cNvContentPartPr/>
                <p14:nvPr/>
              </p14:nvContentPartPr>
              <p14:xfrm>
                <a:off x="3830220" y="3199688"/>
                <a:ext cx="137880" cy="12600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F91832BC-2916-9A88-FBB9-84770EB20DF1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3821580" y="3191048"/>
                  <a:ext cx="15552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3293F8F0-18F7-7090-36D8-03BFAF6087E6}"/>
                    </a:ext>
                  </a:extLst>
                </p14:cNvPr>
                <p14:cNvContentPartPr/>
                <p14:nvPr/>
              </p14:nvContentPartPr>
              <p14:xfrm>
                <a:off x="3982860" y="3111128"/>
                <a:ext cx="91080" cy="21204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3293F8F0-18F7-7090-36D8-03BFAF6087E6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3974220" y="3102488"/>
                  <a:ext cx="10872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D972961C-EC0D-9063-A2F1-494793A25872}"/>
                    </a:ext>
                  </a:extLst>
                </p14:cNvPr>
                <p14:cNvContentPartPr/>
                <p14:nvPr/>
              </p14:nvContentPartPr>
              <p14:xfrm>
                <a:off x="3974220" y="3220928"/>
                <a:ext cx="109800" cy="576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D972961C-EC0D-9063-A2F1-494793A25872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3965220" y="3212288"/>
                  <a:ext cx="1274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F5250B9C-6E7D-81B4-8FB1-370FAD58DC5E}"/>
                    </a:ext>
                  </a:extLst>
                </p14:cNvPr>
                <p14:cNvContentPartPr/>
                <p14:nvPr/>
              </p14:nvContentPartPr>
              <p14:xfrm>
                <a:off x="4115700" y="3194288"/>
                <a:ext cx="59040" cy="9036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F5250B9C-6E7D-81B4-8FB1-370FAD58DC5E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4106700" y="3185288"/>
                  <a:ext cx="7668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8421D984-C66A-1ECB-8994-5E6FB071B3B3}"/>
                    </a:ext>
                  </a:extLst>
                </p14:cNvPr>
                <p14:cNvContentPartPr/>
                <p14:nvPr/>
              </p14:nvContentPartPr>
              <p14:xfrm>
                <a:off x="4250340" y="3246848"/>
                <a:ext cx="17280" cy="5112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8421D984-C66A-1ECB-8994-5E6FB071B3B3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4241340" y="3238208"/>
                  <a:ext cx="3492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12F3D677-EF61-7EED-9148-6F596B74AD50}"/>
                    </a:ext>
                  </a:extLst>
                </p14:cNvPr>
                <p14:cNvContentPartPr/>
                <p14:nvPr/>
              </p14:nvContentPartPr>
              <p14:xfrm>
                <a:off x="4218660" y="3142088"/>
                <a:ext cx="15120" cy="2736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12F3D677-EF61-7EED-9148-6F596B74AD50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4209660" y="3133448"/>
                  <a:ext cx="3276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99B44FD8-727C-3ED0-346D-1216458514BE}"/>
                    </a:ext>
                  </a:extLst>
                </p14:cNvPr>
                <p14:cNvContentPartPr/>
                <p14:nvPr/>
              </p14:nvContentPartPr>
              <p14:xfrm>
                <a:off x="4347900" y="3081248"/>
                <a:ext cx="257400" cy="20808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99B44FD8-727C-3ED0-346D-1216458514BE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4338900" y="3072608"/>
                  <a:ext cx="27504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9172A40A-E02B-DB3B-FA44-17EAE67669E5}"/>
                    </a:ext>
                  </a:extLst>
                </p14:cNvPr>
                <p14:cNvContentPartPr/>
                <p14:nvPr/>
              </p14:nvContentPartPr>
              <p14:xfrm>
                <a:off x="4731300" y="3141728"/>
                <a:ext cx="147240" cy="14112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9172A40A-E02B-DB3B-FA44-17EAE67669E5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4722300" y="3132728"/>
                  <a:ext cx="164880" cy="158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46785850-76D2-658C-7288-2E96B2C7145B}"/>
              </a:ext>
            </a:extLst>
          </p:cNvPr>
          <p:cNvGrpSpPr/>
          <p:nvPr/>
        </p:nvGrpSpPr>
        <p:grpSpPr>
          <a:xfrm>
            <a:off x="1884060" y="3898088"/>
            <a:ext cx="568440" cy="207000"/>
            <a:chOff x="1884060" y="3898088"/>
            <a:chExt cx="568440" cy="207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BDA7D8DF-1E55-9418-98A7-3D0383C8307E}"/>
                    </a:ext>
                  </a:extLst>
                </p14:cNvPr>
                <p14:cNvContentPartPr/>
                <p14:nvPr/>
              </p14:nvContentPartPr>
              <p14:xfrm>
                <a:off x="1884060" y="3968288"/>
                <a:ext cx="195840" cy="13680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BDA7D8DF-1E55-9418-98A7-3D0383C8307E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1875420" y="3959648"/>
                  <a:ext cx="21348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13491540-2D5B-77AF-7FA0-DBFB9AD9E912}"/>
                    </a:ext>
                  </a:extLst>
                </p14:cNvPr>
                <p14:cNvContentPartPr/>
                <p14:nvPr/>
              </p14:nvContentPartPr>
              <p14:xfrm>
                <a:off x="2114100" y="3898088"/>
                <a:ext cx="124920" cy="17604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13491540-2D5B-77AF-7FA0-DBFB9AD9E912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2105100" y="3889088"/>
                  <a:ext cx="14256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95FB1C49-8D32-28A9-DF77-FE59AB5D0D4C}"/>
                    </a:ext>
                  </a:extLst>
                </p14:cNvPr>
                <p14:cNvContentPartPr/>
                <p14:nvPr/>
              </p14:nvContentPartPr>
              <p14:xfrm>
                <a:off x="2235060" y="3965768"/>
                <a:ext cx="107280" cy="8856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95FB1C49-8D32-28A9-DF77-FE59AB5D0D4C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2226060" y="3957128"/>
                  <a:ext cx="12492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8DEEDCE8-47A7-0DC6-A982-25B87A48451A}"/>
                    </a:ext>
                  </a:extLst>
                </p14:cNvPr>
                <p14:cNvContentPartPr/>
                <p14:nvPr/>
              </p14:nvContentPartPr>
              <p14:xfrm>
                <a:off x="2348100" y="3902408"/>
                <a:ext cx="104400" cy="18756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8DEEDCE8-47A7-0DC6-A982-25B87A48451A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2339460" y="3893408"/>
                  <a:ext cx="122040" cy="205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8" name="Group 167">
            <a:extLst>
              <a:ext uri="{FF2B5EF4-FFF2-40B4-BE49-F238E27FC236}">
                <a16:creationId xmlns:a16="http://schemas.microsoft.com/office/drawing/2014/main" id="{B0588652-D8F8-31C3-0B0E-2F04100405B3}"/>
              </a:ext>
            </a:extLst>
          </p:cNvPr>
          <p:cNvGrpSpPr/>
          <p:nvPr/>
        </p:nvGrpSpPr>
        <p:grpSpPr>
          <a:xfrm>
            <a:off x="2691180" y="3831128"/>
            <a:ext cx="488520" cy="239400"/>
            <a:chOff x="2691180" y="3831128"/>
            <a:chExt cx="488520" cy="239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F15B7EF3-B9D8-F589-8D7D-FC5C00DB19B9}"/>
                    </a:ext>
                  </a:extLst>
                </p14:cNvPr>
                <p14:cNvContentPartPr/>
                <p14:nvPr/>
              </p14:nvContentPartPr>
              <p14:xfrm>
                <a:off x="2691180" y="3960008"/>
                <a:ext cx="162720" cy="9684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F15B7EF3-B9D8-F589-8D7D-FC5C00DB19B9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2682180" y="3951368"/>
                  <a:ext cx="18036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99F602D8-0EB2-405B-F35D-1CF95388C557}"/>
                    </a:ext>
                  </a:extLst>
                </p14:cNvPr>
                <p14:cNvContentPartPr/>
                <p14:nvPr/>
              </p14:nvContentPartPr>
              <p14:xfrm>
                <a:off x="2845980" y="3831128"/>
                <a:ext cx="150840" cy="23256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99F602D8-0EB2-405B-F35D-1CF95388C557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2836980" y="3822128"/>
                  <a:ext cx="16848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CD6225A7-A337-5272-A508-82CF8BAC76F3}"/>
                    </a:ext>
                  </a:extLst>
                </p14:cNvPr>
                <p14:cNvContentPartPr/>
                <p14:nvPr/>
              </p14:nvContentPartPr>
              <p14:xfrm>
                <a:off x="3016620" y="3974048"/>
                <a:ext cx="32760" cy="7380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CD6225A7-A337-5272-A508-82CF8BAC76F3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3007620" y="3965048"/>
                  <a:ext cx="5040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A6330D37-BA75-1AE0-3EEE-B0B7FE971B40}"/>
                    </a:ext>
                  </a:extLst>
                </p14:cNvPr>
                <p14:cNvContentPartPr/>
                <p14:nvPr/>
              </p14:nvContentPartPr>
              <p14:xfrm>
                <a:off x="3065220" y="3873248"/>
                <a:ext cx="114480" cy="19728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A6330D37-BA75-1AE0-3EEE-B0B7FE971B40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3056220" y="3864248"/>
                  <a:ext cx="132120" cy="214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F732B16E-F609-12C2-009B-EB6FA3584F42}"/>
              </a:ext>
            </a:extLst>
          </p:cNvPr>
          <p:cNvGrpSpPr/>
          <p:nvPr/>
        </p:nvGrpSpPr>
        <p:grpSpPr>
          <a:xfrm>
            <a:off x="3361140" y="3833648"/>
            <a:ext cx="553320" cy="217080"/>
            <a:chOff x="3361140" y="3833648"/>
            <a:chExt cx="553320" cy="217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A33EF85F-38C8-A2B4-BBFD-A51C7A69FCB4}"/>
                    </a:ext>
                  </a:extLst>
                </p14:cNvPr>
                <p14:cNvContentPartPr/>
                <p14:nvPr/>
              </p14:nvContentPartPr>
              <p14:xfrm>
                <a:off x="3361140" y="3940208"/>
                <a:ext cx="157680" cy="9360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A33EF85F-38C8-A2B4-BBFD-A51C7A69FCB4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3352500" y="3931208"/>
                  <a:ext cx="17532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1F2DFE7B-324A-BA03-53E3-6BE923F300D2}"/>
                    </a:ext>
                  </a:extLst>
                </p14:cNvPr>
                <p14:cNvContentPartPr/>
                <p14:nvPr/>
              </p14:nvContentPartPr>
              <p14:xfrm>
                <a:off x="3538980" y="3833648"/>
                <a:ext cx="87840" cy="21708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1F2DFE7B-324A-BA03-53E3-6BE923F300D2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3529980" y="3825008"/>
                  <a:ext cx="10548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CC1D5836-36D9-F7A4-7007-92A9A1B1A1CB}"/>
                    </a:ext>
                  </a:extLst>
                </p14:cNvPr>
                <p14:cNvContentPartPr/>
                <p14:nvPr/>
              </p14:nvContentPartPr>
              <p14:xfrm>
                <a:off x="3646980" y="3899168"/>
                <a:ext cx="136080" cy="10296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CC1D5836-36D9-F7A4-7007-92A9A1B1A1CB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3638340" y="3890168"/>
                  <a:ext cx="15372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EC6EA2DF-3C45-83FB-D03B-D4E0D0DA6F71}"/>
                    </a:ext>
                  </a:extLst>
                </p14:cNvPr>
                <p14:cNvContentPartPr/>
                <p14:nvPr/>
              </p14:nvContentPartPr>
              <p14:xfrm>
                <a:off x="3802860" y="3859568"/>
                <a:ext cx="111600" cy="16200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EC6EA2DF-3C45-83FB-D03B-D4E0D0DA6F71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3794220" y="3850928"/>
                  <a:ext cx="129240" cy="179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26">
            <p14:nvContentPartPr>
              <p14:cNvPr id="174" name="Ink 173">
                <a:extLst>
                  <a:ext uri="{FF2B5EF4-FFF2-40B4-BE49-F238E27FC236}">
                    <a16:creationId xmlns:a16="http://schemas.microsoft.com/office/drawing/2014/main" id="{5C130ED2-4D1D-73E5-7FB9-1D352739AD47}"/>
                  </a:ext>
                </a:extLst>
              </p14:cNvPr>
              <p14:cNvContentPartPr/>
              <p14:nvPr/>
            </p14:nvContentPartPr>
            <p14:xfrm>
              <a:off x="2092500" y="4331888"/>
              <a:ext cx="173160" cy="147240"/>
            </p14:xfrm>
          </p:contentPart>
        </mc:Choice>
        <mc:Fallback xmlns="">
          <p:pic>
            <p:nvPicPr>
              <p:cNvPr id="174" name="Ink 173">
                <a:extLst>
                  <a:ext uri="{FF2B5EF4-FFF2-40B4-BE49-F238E27FC236}">
                    <a16:creationId xmlns:a16="http://schemas.microsoft.com/office/drawing/2014/main" id="{5C130ED2-4D1D-73E5-7FB9-1D352739AD47}"/>
                  </a:ext>
                </a:extLst>
              </p:cNvPr>
              <p:cNvPicPr/>
              <p:nvPr/>
            </p:nvPicPr>
            <p:blipFill>
              <a:blip r:embed="rId327"/>
              <a:stretch>
                <a:fillRect/>
              </a:stretch>
            </p:blipFill>
            <p:spPr>
              <a:xfrm>
                <a:off x="2083500" y="4323248"/>
                <a:ext cx="190800" cy="16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8">
            <p14:nvContentPartPr>
              <p14:cNvPr id="175" name="Ink 174">
                <a:extLst>
                  <a:ext uri="{FF2B5EF4-FFF2-40B4-BE49-F238E27FC236}">
                    <a16:creationId xmlns:a16="http://schemas.microsoft.com/office/drawing/2014/main" id="{0526463D-3E40-7A12-F0AD-19241AAFDD6D}"/>
                  </a:ext>
                </a:extLst>
              </p14:cNvPr>
              <p14:cNvContentPartPr/>
              <p14:nvPr/>
            </p14:nvContentPartPr>
            <p14:xfrm>
              <a:off x="2804580" y="4326128"/>
              <a:ext cx="167040" cy="127080"/>
            </p14:xfrm>
          </p:contentPart>
        </mc:Choice>
        <mc:Fallback xmlns="">
          <p:pic>
            <p:nvPicPr>
              <p:cNvPr id="175" name="Ink 174">
                <a:extLst>
                  <a:ext uri="{FF2B5EF4-FFF2-40B4-BE49-F238E27FC236}">
                    <a16:creationId xmlns:a16="http://schemas.microsoft.com/office/drawing/2014/main" id="{0526463D-3E40-7A12-F0AD-19241AAFDD6D}"/>
                  </a:ext>
                </a:extLst>
              </p:cNvPr>
              <p:cNvPicPr/>
              <p:nvPr/>
            </p:nvPicPr>
            <p:blipFill>
              <a:blip r:embed="rId329"/>
              <a:stretch>
                <a:fillRect/>
              </a:stretch>
            </p:blipFill>
            <p:spPr>
              <a:xfrm>
                <a:off x="2795580" y="4317488"/>
                <a:ext cx="184680" cy="144720"/>
              </a:xfrm>
              <a:prstGeom prst="rect">
                <a:avLst/>
              </a:prstGeom>
            </p:spPr>
          </p:pic>
        </mc:Fallback>
      </mc:AlternateContent>
      <p:grpSp>
        <p:nvGrpSpPr>
          <p:cNvPr id="189" name="Group 188">
            <a:extLst>
              <a:ext uri="{FF2B5EF4-FFF2-40B4-BE49-F238E27FC236}">
                <a16:creationId xmlns:a16="http://schemas.microsoft.com/office/drawing/2014/main" id="{D6F058F4-3E38-757E-9ED2-E93B18B68914}"/>
              </a:ext>
            </a:extLst>
          </p:cNvPr>
          <p:cNvGrpSpPr/>
          <p:nvPr/>
        </p:nvGrpSpPr>
        <p:grpSpPr>
          <a:xfrm>
            <a:off x="3463740" y="4186808"/>
            <a:ext cx="576720" cy="209880"/>
            <a:chOff x="3463740" y="4186808"/>
            <a:chExt cx="576720" cy="209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45C80405-FBE0-9324-977E-5D1459A54280}"/>
                    </a:ext>
                  </a:extLst>
                </p14:cNvPr>
                <p14:cNvContentPartPr/>
                <p14:nvPr/>
              </p14:nvContentPartPr>
              <p14:xfrm>
                <a:off x="3463740" y="4308128"/>
                <a:ext cx="182520" cy="8280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45C80405-FBE0-9324-977E-5D1459A54280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3455100" y="4299488"/>
                  <a:ext cx="20016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CBE5E40D-3EB8-FEA8-C9D3-1B5A7C32425A}"/>
                    </a:ext>
                  </a:extLst>
                </p14:cNvPr>
                <p14:cNvContentPartPr/>
                <p14:nvPr/>
              </p14:nvContentPartPr>
              <p14:xfrm>
                <a:off x="3708180" y="4242968"/>
                <a:ext cx="102960" cy="15300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CBE5E40D-3EB8-FEA8-C9D3-1B5A7C32425A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3699180" y="4233968"/>
                  <a:ext cx="12060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C646F9C3-B950-EF3F-653E-267F2D998F92}"/>
                    </a:ext>
                  </a:extLst>
                </p14:cNvPr>
                <p14:cNvContentPartPr/>
                <p14:nvPr/>
              </p14:nvContentPartPr>
              <p14:xfrm>
                <a:off x="3806460" y="4282928"/>
                <a:ext cx="116640" cy="8208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C646F9C3-B950-EF3F-653E-267F2D998F92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3797820" y="4274288"/>
                  <a:ext cx="13428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6E0EC7BC-FE7E-858E-7CF9-1475182ABC1A}"/>
                    </a:ext>
                  </a:extLst>
                </p14:cNvPr>
                <p14:cNvContentPartPr/>
                <p14:nvPr/>
              </p14:nvContentPartPr>
              <p14:xfrm>
                <a:off x="3891060" y="4186808"/>
                <a:ext cx="149400" cy="20988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6E0EC7BC-FE7E-858E-7CF9-1475182ABC1A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3882420" y="4178168"/>
                  <a:ext cx="167040" cy="227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8" name="Group 187">
            <a:extLst>
              <a:ext uri="{FF2B5EF4-FFF2-40B4-BE49-F238E27FC236}">
                <a16:creationId xmlns:a16="http://schemas.microsoft.com/office/drawing/2014/main" id="{B6A1C028-95AB-6254-6343-665F85F1FFD7}"/>
              </a:ext>
            </a:extLst>
          </p:cNvPr>
          <p:cNvGrpSpPr/>
          <p:nvPr/>
        </p:nvGrpSpPr>
        <p:grpSpPr>
          <a:xfrm>
            <a:off x="4250700" y="4158728"/>
            <a:ext cx="484200" cy="220680"/>
            <a:chOff x="4250700" y="4158728"/>
            <a:chExt cx="484200" cy="220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9A2B9E5F-2FD3-8432-4ADF-8BC7C5EFFAE9}"/>
                    </a:ext>
                  </a:extLst>
                </p14:cNvPr>
                <p14:cNvContentPartPr/>
                <p14:nvPr/>
              </p14:nvContentPartPr>
              <p14:xfrm>
                <a:off x="4250700" y="4305968"/>
                <a:ext cx="150120" cy="6048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9A2B9E5F-2FD3-8432-4ADF-8BC7C5EFFAE9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4242060" y="4296968"/>
                  <a:ext cx="16776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979430C0-A2E3-A566-56E2-BB42B49A4981}"/>
                    </a:ext>
                  </a:extLst>
                </p14:cNvPr>
                <p14:cNvContentPartPr/>
                <p14:nvPr/>
              </p14:nvContentPartPr>
              <p14:xfrm>
                <a:off x="4442580" y="4158728"/>
                <a:ext cx="132480" cy="19656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979430C0-A2E3-A566-56E2-BB42B49A4981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4433580" y="4150088"/>
                  <a:ext cx="15012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435BE5E9-8F43-497B-7951-DB2902FFA1E0}"/>
                    </a:ext>
                  </a:extLst>
                </p14:cNvPr>
                <p14:cNvContentPartPr/>
                <p14:nvPr/>
              </p14:nvContentPartPr>
              <p14:xfrm>
                <a:off x="4566780" y="4286168"/>
                <a:ext cx="42480" cy="8064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435BE5E9-8F43-497B-7951-DB2902FFA1E0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4557780" y="4277168"/>
                  <a:ext cx="6012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829765B4-03ED-88F9-897F-8E1FC22C8DDD}"/>
                    </a:ext>
                  </a:extLst>
                </p14:cNvPr>
                <p14:cNvContentPartPr/>
                <p14:nvPr/>
              </p14:nvContentPartPr>
              <p14:xfrm>
                <a:off x="4608180" y="4190768"/>
                <a:ext cx="126720" cy="18864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829765B4-03ED-88F9-897F-8E1FC22C8DDD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4599540" y="4182128"/>
                  <a:ext cx="144360" cy="206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3" name="Group 192">
            <a:extLst>
              <a:ext uri="{FF2B5EF4-FFF2-40B4-BE49-F238E27FC236}">
                <a16:creationId xmlns:a16="http://schemas.microsoft.com/office/drawing/2014/main" id="{7DEB46B1-9D2A-194D-C3B7-B3376AF65FF1}"/>
              </a:ext>
            </a:extLst>
          </p:cNvPr>
          <p:cNvGrpSpPr/>
          <p:nvPr/>
        </p:nvGrpSpPr>
        <p:grpSpPr>
          <a:xfrm>
            <a:off x="4914900" y="4137128"/>
            <a:ext cx="611280" cy="216720"/>
            <a:chOff x="4914900" y="4137128"/>
            <a:chExt cx="611280" cy="216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9E6417A5-7145-9A4F-7B50-84F49FD9CBFE}"/>
                    </a:ext>
                  </a:extLst>
                </p14:cNvPr>
                <p14:cNvContentPartPr/>
                <p14:nvPr/>
              </p14:nvContentPartPr>
              <p14:xfrm>
                <a:off x="4914900" y="4274288"/>
                <a:ext cx="193680" cy="7848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9E6417A5-7145-9A4F-7B50-84F49FD9CBFE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4905900" y="4265288"/>
                  <a:ext cx="21132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A09C200B-78F3-6E84-8A11-3B2021F51355}"/>
                    </a:ext>
                  </a:extLst>
                </p14:cNvPr>
                <p14:cNvContentPartPr/>
                <p14:nvPr/>
              </p14:nvContentPartPr>
              <p14:xfrm>
                <a:off x="5126940" y="4137128"/>
                <a:ext cx="112680" cy="20232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A09C200B-78F3-6E84-8A11-3B2021F51355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5118300" y="4128488"/>
                  <a:ext cx="13032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E88EA779-7FF2-6205-F9B8-D847C206172F}"/>
                    </a:ext>
                  </a:extLst>
                </p14:cNvPr>
                <p14:cNvContentPartPr/>
                <p14:nvPr/>
              </p14:nvContentPartPr>
              <p14:xfrm>
                <a:off x="5266260" y="4199408"/>
                <a:ext cx="115920" cy="10296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E88EA779-7FF2-6205-F9B8-D847C206172F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5257620" y="4190768"/>
                  <a:ext cx="13356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D7C314CE-EFB3-6C95-48DC-4142AEA72AB2}"/>
                    </a:ext>
                  </a:extLst>
                </p14:cNvPr>
                <p14:cNvContentPartPr/>
                <p14:nvPr/>
              </p14:nvContentPartPr>
              <p14:xfrm>
                <a:off x="5361660" y="4141448"/>
                <a:ext cx="164520" cy="20736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D7C314CE-EFB3-6C95-48DC-4142AEA72AB2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5352660" y="4132808"/>
                  <a:ext cx="18216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F5231CBC-3898-930B-F90D-F39CB9AEB416}"/>
                    </a:ext>
                  </a:extLst>
                </p14:cNvPr>
                <p14:cNvContentPartPr/>
                <p14:nvPr/>
              </p14:nvContentPartPr>
              <p14:xfrm>
                <a:off x="5246100" y="4215248"/>
                <a:ext cx="32400" cy="1404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F5231CBC-3898-930B-F90D-F39CB9AEB416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5237460" y="4206608"/>
                  <a:ext cx="5004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A388993B-0D05-1230-389B-070A49938A54}"/>
                    </a:ext>
                  </a:extLst>
                </p14:cNvPr>
                <p14:cNvContentPartPr/>
                <p14:nvPr/>
              </p14:nvContentPartPr>
              <p14:xfrm>
                <a:off x="5467140" y="4347368"/>
                <a:ext cx="19440" cy="648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A388993B-0D05-1230-389B-070A49938A54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5458140" y="4338368"/>
                  <a:ext cx="37080" cy="24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58">
            <p14:nvContentPartPr>
              <p14:cNvPr id="194" name="Ink 193">
                <a:extLst>
                  <a:ext uri="{FF2B5EF4-FFF2-40B4-BE49-F238E27FC236}">
                    <a16:creationId xmlns:a16="http://schemas.microsoft.com/office/drawing/2014/main" id="{8B32388E-835C-0825-E60D-3F6199319470}"/>
                  </a:ext>
                </a:extLst>
              </p14:cNvPr>
              <p14:cNvContentPartPr/>
              <p14:nvPr/>
            </p14:nvContentPartPr>
            <p14:xfrm>
              <a:off x="3704580" y="4653368"/>
              <a:ext cx="167040" cy="121680"/>
            </p14:xfrm>
          </p:contentPart>
        </mc:Choice>
        <mc:Fallback xmlns="">
          <p:pic>
            <p:nvPicPr>
              <p:cNvPr id="194" name="Ink 193">
                <a:extLst>
                  <a:ext uri="{FF2B5EF4-FFF2-40B4-BE49-F238E27FC236}">
                    <a16:creationId xmlns:a16="http://schemas.microsoft.com/office/drawing/2014/main" id="{8B32388E-835C-0825-E60D-3F6199319470}"/>
                  </a:ext>
                </a:extLst>
              </p:cNvPr>
              <p:cNvPicPr/>
              <p:nvPr/>
            </p:nvPicPr>
            <p:blipFill>
              <a:blip r:embed="rId359"/>
              <a:stretch>
                <a:fillRect/>
              </a:stretch>
            </p:blipFill>
            <p:spPr>
              <a:xfrm>
                <a:off x="3695940" y="4644368"/>
                <a:ext cx="184680" cy="13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0">
            <p14:nvContentPartPr>
              <p14:cNvPr id="195" name="Ink 194">
                <a:extLst>
                  <a:ext uri="{FF2B5EF4-FFF2-40B4-BE49-F238E27FC236}">
                    <a16:creationId xmlns:a16="http://schemas.microsoft.com/office/drawing/2014/main" id="{53CB1278-44C6-EB3F-D6C3-8C138C882BDB}"/>
                  </a:ext>
                </a:extLst>
              </p14:cNvPr>
              <p14:cNvContentPartPr/>
              <p14:nvPr/>
            </p14:nvContentPartPr>
            <p14:xfrm>
              <a:off x="4417740" y="4640408"/>
              <a:ext cx="181080" cy="99360"/>
            </p14:xfrm>
          </p:contentPart>
        </mc:Choice>
        <mc:Fallback xmlns="">
          <p:pic>
            <p:nvPicPr>
              <p:cNvPr id="195" name="Ink 194">
                <a:extLst>
                  <a:ext uri="{FF2B5EF4-FFF2-40B4-BE49-F238E27FC236}">
                    <a16:creationId xmlns:a16="http://schemas.microsoft.com/office/drawing/2014/main" id="{53CB1278-44C6-EB3F-D6C3-8C138C882BDB}"/>
                  </a:ext>
                </a:extLst>
              </p:cNvPr>
              <p:cNvPicPr/>
              <p:nvPr/>
            </p:nvPicPr>
            <p:blipFill>
              <a:blip r:embed="rId361"/>
              <a:stretch>
                <a:fillRect/>
              </a:stretch>
            </p:blipFill>
            <p:spPr>
              <a:xfrm>
                <a:off x="4408740" y="4631768"/>
                <a:ext cx="198720" cy="11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2">
            <p14:nvContentPartPr>
              <p14:cNvPr id="196" name="Ink 195">
                <a:extLst>
                  <a:ext uri="{FF2B5EF4-FFF2-40B4-BE49-F238E27FC236}">
                    <a16:creationId xmlns:a16="http://schemas.microsoft.com/office/drawing/2014/main" id="{A5B833AF-9339-E256-72AD-28B7051EA496}"/>
                  </a:ext>
                </a:extLst>
              </p14:cNvPr>
              <p14:cNvContentPartPr/>
              <p14:nvPr/>
            </p14:nvContentPartPr>
            <p14:xfrm>
              <a:off x="2889180" y="4715648"/>
              <a:ext cx="136080" cy="79200"/>
            </p14:xfrm>
          </p:contentPart>
        </mc:Choice>
        <mc:Fallback xmlns="">
          <p:pic>
            <p:nvPicPr>
              <p:cNvPr id="196" name="Ink 195">
                <a:extLst>
                  <a:ext uri="{FF2B5EF4-FFF2-40B4-BE49-F238E27FC236}">
                    <a16:creationId xmlns:a16="http://schemas.microsoft.com/office/drawing/2014/main" id="{A5B833AF-9339-E256-72AD-28B7051EA496}"/>
                  </a:ext>
                </a:extLst>
              </p:cNvPr>
              <p:cNvPicPr/>
              <p:nvPr/>
            </p:nvPicPr>
            <p:blipFill>
              <a:blip r:embed="rId363"/>
              <a:stretch>
                <a:fillRect/>
              </a:stretch>
            </p:blipFill>
            <p:spPr>
              <a:xfrm>
                <a:off x="2880540" y="4706648"/>
                <a:ext cx="153720" cy="9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4">
            <p14:nvContentPartPr>
              <p14:cNvPr id="197" name="Ink 196">
                <a:extLst>
                  <a:ext uri="{FF2B5EF4-FFF2-40B4-BE49-F238E27FC236}">
                    <a16:creationId xmlns:a16="http://schemas.microsoft.com/office/drawing/2014/main" id="{C40E269B-66A8-7563-42EF-03429B7008FE}"/>
                  </a:ext>
                </a:extLst>
              </p14:cNvPr>
              <p14:cNvContentPartPr/>
              <p14:nvPr/>
            </p14:nvContentPartPr>
            <p14:xfrm>
              <a:off x="2098620" y="4737248"/>
              <a:ext cx="190800" cy="106200"/>
            </p14:xfrm>
          </p:contentPart>
        </mc:Choice>
        <mc:Fallback xmlns="">
          <p:pic>
            <p:nvPicPr>
              <p:cNvPr id="197" name="Ink 196">
                <a:extLst>
                  <a:ext uri="{FF2B5EF4-FFF2-40B4-BE49-F238E27FC236}">
                    <a16:creationId xmlns:a16="http://schemas.microsoft.com/office/drawing/2014/main" id="{C40E269B-66A8-7563-42EF-03429B7008FE}"/>
                  </a:ext>
                </a:extLst>
              </p:cNvPr>
              <p:cNvPicPr/>
              <p:nvPr/>
            </p:nvPicPr>
            <p:blipFill>
              <a:blip r:embed="rId365"/>
              <a:stretch>
                <a:fillRect/>
              </a:stretch>
            </p:blipFill>
            <p:spPr>
              <a:xfrm>
                <a:off x="2089620" y="4728608"/>
                <a:ext cx="208440" cy="123840"/>
              </a:xfrm>
              <a:prstGeom prst="rect">
                <a:avLst/>
              </a:prstGeom>
            </p:spPr>
          </p:pic>
        </mc:Fallback>
      </mc:AlternateContent>
      <p:grpSp>
        <p:nvGrpSpPr>
          <p:cNvPr id="202" name="Group 201">
            <a:extLst>
              <a:ext uri="{FF2B5EF4-FFF2-40B4-BE49-F238E27FC236}">
                <a16:creationId xmlns:a16="http://schemas.microsoft.com/office/drawing/2014/main" id="{216EDF30-BC76-6FC1-C1C6-E237B4FFFBC3}"/>
              </a:ext>
            </a:extLst>
          </p:cNvPr>
          <p:cNvGrpSpPr/>
          <p:nvPr/>
        </p:nvGrpSpPr>
        <p:grpSpPr>
          <a:xfrm>
            <a:off x="4987620" y="4520888"/>
            <a:ext cx="565920" cy="202320"/>
            <a:chOff x="4987620" y="4520888"/>
            <a:chExt cx="565920" cy="202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CE6CFE9C-CBF6-376F-2557-40516FECDC24}"/>
                    </a:ext>
                  </a:extLst>
                </p14:cNvPr>
                <p14:cNvContentPartPr/>
                <p14:nvPr/>
              </p14:nvContentPartPr>
              <p14:xfrm>
                <a:off x="4987620" y="4639328"/>
                <a:ext cx="196200" cy="7740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CE6CFE9C-CBF6-376F-2557-40516FECDC24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4978620" y="4630688"/>
                  <a:ext cx="21384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42337C60-32A6-1BE1-B02F-3488D2F7CF2B}"/>
                    </a:ext>
                  </a:extLst>
                </p14:cNvPr>
                <p14:cNvContentPartPr/>
                <p14:nvPr/>
              </p14:nvContentPartPr>
              <p14:xfrm>
                <a:off x="5226660" y="4545368"/>
                <a:ext cx="115560" cy="17784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42337C60-32A6-1BE1-B02F-3488D2F7CF2B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5218020" y="4536368"/>
                  <a:ext cx="13320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2E897143-EEFD-70B2-242C-DA1A9150E51B}"/>
                    </a:ext>
                  </a:extLst>
                </p14:cNvPr>
                <p14:cNvContentPartPr/>
                <p14:nvPr/>
              </p14:nvContentPartPr>
              <p14:xfrm>
                <a:off x="5325300" y="4631768"/>
                <a:ext cx="97200" cy="7128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2E897143-EEFD-70B2-242C-DA1A9150E51B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5316300" y="4622768"/>
                  <a:ext cx="11484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11E836C0-5C3F-E35C-9D29-118835E34F09}"/>
                    </a:ext>
                  </a:extLst>
                </p14:cNvPr>
                <p14:cNvContentPartPr/>
                <p14:nvPr/>
              </p14:nvContentPartPr>
              <p14:xfrm>
                <a:off x="5444820" y="4520888"/>
                <a:ext cx="108720" cy="19692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11E836C0-5C3F-E35C-9D29-118835E34F09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5435820" y="4511888"/>
                  <a:ext cx="126360" cy="214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1" name="Group 210">
            <a:extLst>
              <a:ext uri="{FF2B5EF4-FFF2-40B4-BE49-F238E27FC236}">
                <a16:creationId xmlns:a16="http://schemas.microsoft.com/office/drawing/2014/main" id="{72C5326D-007D-5B28-CE54-CE1F82B43EDE}"/>
              </a:ext>
            </a:extLst>
          </p:cNvPr>
          <p:cNvGrpSpPr/>
          <p:nvPr/>
        </p:nvGrpSpPr>
        <p:grpSpPr>
          <a:xfrm>
            <a:off x="5751180" y="4487408"/>
            <a:ext cx="1396080" cy="228600"/>
            <a:chOff x="5751180" y="4487408"/>
            <a:chExt cx="1396080" cy="228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3845E006-529A-4C3D-400A-5EB06434A7D0}"/>
                    </a:ext>
                  </a:extLst>
                </p14:cNvPr>
                <p14:cNvContentPartPr/>
                <p14:nvPr/>
              </p14:nvContentPartPr>
              <p14:xfrm>
                <a:off x="5751180" y="4608368"/>
                <a:ext cx="160920" cy="8064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3845E006-529A-4C3D-400A-5EB06434A7D0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5742540" y="4599368"/>
                  <a:ext cx="17856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6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285AD8B5-8F50-8404-5FEA-6DD32CCC0DAC}"/>
                    </a:ext>
                  </a:extLst>
                </p14:cNvPr>
                <p14:cNvContentPartPr/>
                <p14:nvPr/>
              </p14:nvContentPartPr>
              <p14:xfrm>
                <a:off x="5968980" y="4487408"/>
                <a:ext cx="141840" cy="22284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285AD8B5-8F50-8404-5FEA-6DD32CCC0DAC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5959980" y="4478768"/>
                  <a:ext cx="15948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8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500EFD4A-A62D-EFAC-C7C4-78C6E59E3EB6}"/>
                    </a:ext>
                  </a:extLst>
                </p14:cNvPr>
                <p14:cNvContentPartPr/>
                <p14:nvPr/>
              </p14:nvContentPartPr>
              <p14:xfrm>
                <a:off x="6125220" y="4597928"/>
                <a:ext cx="21960" cy="7272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500EFD4A-A62D-EFAC-C7C4-78C6E59E3EB6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6116580" y="4588928"/>
                  <a:ext cx="3960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0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0CF89A3B-D104-7F6C-578A-276A1231E1AF}"/>
                    </a:ext>
                  </a:extLst>
                </p14:cNvPr>
                <p14:cNvContentPartPr/>
                <p14:nvPr/>
              </p14:nvContentPartPr>
              <p14:xfrm>
                <a:off x="6151140" y="4520528"/>
                <a:ext cx="145800" cy="19548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0CF89A3B-D104-7F6C-578A-276A1231E1AF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6142500" y="4511528"/>
                  <a:ext cx="16344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2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74747DB5-C8C7-7583-680E-BC6228779EAC}"/>
                    </a:ext>
                  </a:extLst>
                </p14:cNvPr>
                <p14:cNvContentPartPr/>
                <p14:nvPr/>
              </p14:nvContentPartPr>
              <p14:xfrm>
                <a:off x="6426540" y="4591448"/>
                <a:ext cx="203400" cy="9396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74747DB5-C8C7-7583-680E-BC6228779EAC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6417900" y="4582808"/>
                  <a:ext cx="22104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4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FE7739C1-B9D7-2372-C044-583B367CED40}"/>
                    </a:ext>
                  </a:extLst>
                </p14:cNvPr>
                <p14:cNvContentPartPr/>
                <p14:nvPr/>
              </p14:nvContentPartPr>
              <p14:xfrm>
                <a:off x="6703380" y="4493888"/>
                <a:ext cx="128160" cy="20340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FE7739C1-B9D7-2372-C044-583B367CED40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6694740" y="4485248"/>
                  <a:ext cx="14580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6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79DE7EED-7FD7-79BB-353B-EDCE2A02BE2D}"/>
                    </a:ext>
                  </a:extLst>
                </p14:cNvPr>
                <p14:cNvContentPartPr/>
                <p14:nvPr/>
              </p14:nvContentPartPr>
              <p14:xfrm>
                <a:off x="6842340" y="4575608"/>
                <a:ext cx="147600" cy="9612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79DE7EED-7FD7-79BB-353B-EDCE2A02BE2D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6833340" y="4566608"/>
                  <a:ext cx="16524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8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0AA96256-2F95-F840-EE9F-0B547091EC55}"/>
                    </a:ext>
                  </a:extLst>
                </p14:cNvPr>
                <p14:cNvContentPartPr/>
                <p14:nvPr/>
              </p14:nvContentPartPr>
              <p14:xfrm>
                <a:off x="6998220" y="4508648"/>
                <a:ext cx="149040" cy="18396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0AA96256-2F95-F840-EE9F-0B547091EC55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6989220" y="4499648"/>
                  <a:ext cx="166680" cy="201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90">
            <p14:nvContentPartPr>
              <p14:cNvPr id="212" name="Ink 211">
                <a:extLst>
                  <a:ext uri="{FF2B5EF4-FFF2-40B4-BE49-F238E27FC236}">
                    <a16:creationId xmlns:a16="http://schemas.microsoft.com/office/drawing/2014/main" id="{2F511AD8-ECED-945F-4413-18FF29B7C7D3}"/>
                  </a:ext>
                </a:extLst>
              </p14:cNvPr>
              <p14:cNvContentPartPr/>
              <p14:nvPr/>
            </p14:nvContentPartPr>
            <p14:xfrm>
              <a:off x="4257900" y="3854168"/>
              <a:ext cx="226080" cy="104400"/>
            </p14:xfrm>
          </p:contentPart>
        </mc:Choice>
        <mc:Fallback xmlns="">
          <p:pic>
            <p:nvPicPr>
              <p:cNvPr id="212" name="Ink 211">
                <a:extLst>
                  <a:ext uri="{FF2B5EF4-FFF2-40B4-BE49-F238E27FC236}">
                    <a16:creationId xmlns:a16="http://schemas.microsoft.com/office/drawing/2014/main" id="{2F511AD8-ECED-945F-4413-18FF29B7C7D3}"/>
                  </a:ext>
                </a:extLst>
              </p:cNvPr>
              <p:cNvPicPr/>
              <p:nvPr/>
            </p:nvPicPr>
            <p:blipFill>
              <a:blip r:embed="rId391"/>
              <a:stretch>
                <a:fillRect/>
              </a:stretch>
            </p:blipFill>
            <p:spPr>
              <a:xfrm>
                <a:off x="4249260" y="3845528"/>
                <a:ext cx="243720" cy="12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2">
            <p14:nvContentPartPr>
              <p14:cNvPr id="213" name="Ink 212">
                <a:extLst>
                  <a:ext uri="{FF2B5EF4-FFF2-40B4-BE49-F238E27FC236}">
                    <a16:creationId xmlns:a16="http://schemas.microsoft.com/office/drawing/2014/main" id="{BAD503C1-DD18-125D-F0C3-524485EE9A7A}"/>
                  </a:ext>
                </a:extLst>
              </p14:cNvPr>
              <p14:cNvContentPartPr/>
              <p14:nvPr/>
            </p14:nvContentPartPr>
            <p14:xfrm>
              <a:off x="4937220" y="3816728"/>
              <a:ext cx="158760" cy="117720"/>
            </p14:xfrm>
          </p:contentPart>
        </mc:Choice>
        <mc:Fallback xmlns="">
          <p:pic>
            <p:nvPicPr>
              <p:cNvPr id="213" name="Ink 212">
                <a:extLst>
                  <a:ext uri="{FF2B5EF4-FFF2-40B4-BE49-F238E27FC236}">
                    <a16:creationId xmlns:a16="http://schemas.microsoft.com/office/drawing/2014/main" id="{BAD503C1-DD18-125D-F0C3-524485EE9A7A}"/>
                  </a:ext>
                </a:extLst>
              </p:cNvPr>
              <p:cNvPicPr/>
              <p:nvPr/>
            </p:nvPicPr>
            <p:blipFill>
              <a:blip r:embed="rId393"/>
              <a:stretch>
                <a:fillRect/>
              </a:stretch>
            </p:blipFill>
            <p:spPr>
              <a:xfrm>
                <a:off x="4928220" y="3808088"/>
                <a:ext cx="176400" cy="13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4">
            <p14:nvContentPartPr>
              <p14:cNvPr id="214" name="Ink 213">
                <a:extLst>
                  <a:ext uri="{FF2B5EF4-FFF2-40B4-BE49-F238E27FC236}">
                    <a16:creationId xmlns:a16="http://schemas.microsoft.com/office/drawing/2014/main" id="{056467B0-B1A9-8EB1-B49E-4E0B9E2DBC56}"/>
                  </a:ext>
                </a:extLst>
              </p14:cNvPr>
              <p14:cNvContentPartPr/>
              <p14:nvPr/>
            </p14:nvContentPartPr>
            <p14:xfrm>
              <a:off x="5802300" y="4168088"/>
              <a:ext cx="151200" cy="123480"/>
            </p14:xfrm>
          </p:contentPart>
        </mc:Choice>
        <mc:Fallback xmlns="">
          <p:pic>
            <p:nvPicPr>
              <p:cNvPr id="214" name="Ink 213">
                <a:extLst>
                  <a:ext uri="{FF2B5EF4-FFF2-40B4-BE49-F238E27FC236}">
                    <a16:creationId xmlns:a16="http://schemas.microsoft.com/office/drawing/2014/main" id="{056467B0-B1A9-8EB1-B49E-4E0B9E2DBC56}"/>
                  </a:ext>
                </a:extLst>
              </p:cNvPr>
              <p:cNvPicPr/>
              <p:nvPr/>
            </p:nvPicPr>
            <p:blipFill>
              <a:blip r:embed="rId395"/>
              <a:stretch>
                <a:fillRect/>
              </a:stretch>
            </p:blipFill>
            <p:spPr>
              <a:xfrm>
                <a:off x="5793660" y="4159088"/>
                <a:ext cx="168840" cy="14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6">
            <p14:nvContentPartPr>
              <p14:cNvPr id="215" name="Ink 214">
                <a:extLst>
                  <a:ext uri="{FF2B5EF4-FFF2-40B4-BE49-F238E27FC236}">
                    <a16:creationId xmlns:a16="http://schemas.microsoft.com/office/drawing/2014/main" id="{ECEA566A-80DC-AEB7-1AA4-8428881B49CD}"/>
                  </a:ext>
                </a:extLst>
              </p14:cNvPr>
              <p14:cNvContentPartPr/>
              <p14:nvPr/>
            </p14:nvContentPartPr>
            <p14:xfrm>
              <a:off x="6483060" y="4161248"/>
              <a:ext cx="140760" cy="116280"/>
            </p14:xfrm>
          </p:contentPart>
        </mc:Choice>
        <mc:Fallback xmlns="">
          <p:pic>
            <p:nvPicPr>
              <p:cNvPr id="215" name="Ink 214">
                <a:extLst>
                  <a:ext uri="{FF2B5EF4-FFF2-40B4-BE49-F238E27FC236}">
                    <a16:creationId xmlns:a16="http://schemas.microsoft.com/office/drawing/2014/main" id="{ECEA566A-80DC-AEB7-1AA4-8428881B49CD}"/>
                  </a:ext>
                </a:extLst>
              </p:cNvPr>
              <p:cNvPicPr/>
              <p:nvPr/>
            </p:nvPicPr>
            <p:blipFill>
              <a:blip r:embed="rId397"/>
              <a:stretch>
                <a:fillRect/>
              </a:stretch>
            </p:blipFill>
            <p:spPr>
              <a:xfrm>
                <a:off x="6474060" y="4152608"/>
                <a:ext cx="158400" cy="13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8">
            <p14:nvContentPartPr>
              <p14:cNvPr id="216" name="Ink 215">
                <a:extLst>
                  <a:ext uri="{FF2B5EF4-FFF2-40B4-BE49-F238E27FC236}">
                    <a16:creationId xmlns:a16="http://schemas.microsoft.com/office/drawing/2014/main" id="{4352B8EB-BF48-2B3C-61A0-20B70318A1E3}"/>
                  </a:ext>
                </a:extLst>
              </p14:cNvPr>
              <p14:cNvContentPartPr/>
              <p14:nvPr/>
            </p14:nvContentPartPr>
            <p14:xfrm>
              <a:off x="5630940" y="3791888"/>
              <a:ext cx="182880" cy="126000"/>
            </p14:xfrm>
          </p:contentPart>
        </mc:Choice>
        <mc:Fallback xmlns="">
          <p:pic>
            <p:nvPicPr>
              <p:cNvPr id="216" name="Ink 215">
                <a:extLst>
                  <a:ext uri="{FF2B5EF4-FFF2-40B4-BE49-F238E27FC236}">
                    <a16:creationId xmlns:a16="http://schemas.microsoft.com/office/drawing/2014/main" id="{4352B8EB-BF48-2B3C-61A0-20B70318A1E3}"/>
                  </a:ext>
                </a:extLst>
              </p:cNvPr>
              <p:cNvPicPr/>
              <p:nvPr/>
            </p:nvPicPr>
            <p:blipFill>
              <a:blip r:embed="rId399"/>
              <a:stretch>
                <a:fillRect/>
              </a:stretch>
            </p:blipFill>
            <p:spPr>
              <a:xfrm>
                <a:off x="5621940" y="3783248"/>
                <a:ext cx="200520" cy="14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0">
            <p14:nvContentPartPr>
              <p14:cNvPr id="217" name="Ink 216">
                <a:extLst>
                  <a:ext uri="{FF2B5EF4-FFF2-40B4-BE49-F238E27FC236}">
                    <a16:creationId xmlns:a16="http://schemas.microsoft.com/office/drawing/2014/main" id="{3FAD3AEE-2E63-4C06-4C9A-C952BA45EDF0}"/>
                  </a:ext>
                </a:extLst>
              </p14:cNvPr>
              <p14:cNvContentPartPr/>
              <p14:nvPr/>
            </p14:nvContentPartPr>
            <p14:xfrm>
              <a:off x="6385860" y="3786488"/>
              <a:ext cx="196920" cy="117000"/>
            </p14:xfrm>
          </p:contentPart>
        </mc:Choice>
        <mc:Fallback xmlns="">
          <p:pic>
            <p:nvPicPr>
              <p:cNvPr id="217" name="Ink 216">
                <a:extLst>
                  <a:ext uri="{FF2B5EF4-FFF2-40B4-BE49-F238E27FC236}">
                    <a16:creationId xmlns:a16="http://schemas.microsoft.com/office/drawing/2014/main" id="{3FAD3AEE-2E63-4C06-4C9A-C952BA45EDF0}"/>
                  </a:ext>
                </a:extLst>
              </p:cNvPr>
              <p:cNvPicPr/>
              <p:nvPr/>
            </p:nvPicPr>
            <p:blipFill>
              <a:blip r:embed="rId401"/>
              <a:stretch>
                <a:fillRect/>
              </a:stretch>
            </p:blipFill>
            <p:spPr>
              <a:xfrm>
                <a:off x="6377220" y="3777848"/>
                <a:ext cx="214560" cy="13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2">
            <p14:nvContentPartPr>
              <p14:cNvPr id="218" name="Ink 217">
                <a:extLst>
                  <a:ext uri="{FF2B5EF4-FFF2-40B4-BE49-F238E27FC236}">
                    <a16:creationId xmlns:a16="http://schemas.microsoft.com/office/drawing/2014/main" id="{39CFD5A6-CADD-82F9-9FAD-F34F1CEDD925}"/>
                  </a:ext>
                </a:extLst>
              </p14:cNvPr>
              <p14:cNvContentPartPr/>
              <p14:nvPr/>
            </p14:nvContentPartPr>
            <p14:xfrm>
              <a:off x="1723140" y="3819968"/>
              <a:ext cx="109800" cy="1106640"/>
            </p14:xfrm>
          </p:contentPart>
        </mc:Choice>
        <mc:Fallback xmlns="">
          <p:pic>
            <p:nvPicPr>
              <p:cNvPr id="218" name="Ink 217">
                <a:extLst>
                  <a:ext uri="{FF2B5EF4-FFF2-40B4-BE49-F238E27FC236}">
                    <a16:creationId xmlns:a16="http://schemas.microsoft.com/office/drawing/2014/main" id="{39CFD5A6-CADD-82F9-9FAD-F34F1CEDD925}"/>
                  </a:ext>
                </a:extLst>
              </p:cNvPr>
              <p:cNvPicPr/>
              <p:nvPr/>
            </p:nvPicPr>
            <p:blipFill>
              <a:blip r:embed="rId403"/>
              <a:stretch>
                <a:fillRect/>
              </a:stretch>
            </p:blipFill>
            <p:spPr>
              <a:xfrm>
                <a:off x="1714500" y="3810968"/>
                <a:ext cx="127440" cy="112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4">
            <p14:nvContentPartPr>
              <p14:cNvPr id="219" name="Ink 218">
                <a:extLst>
                  <a:ext uri="{FF2B5EF4-FFF2-40B4-BE49-F238E27FC236}">
                    <a16:creationId xmlns:a16="http://schemas.microsoft.com/office/drawing/2014/main" id="{262BA743-B855-ACDD-368B-4D7F3F94DB5E}"/>
                  </a:ext>
                </a:extLst>
              </p14:cNvPr>
              <p14:cNvContentPartPr/>
              <p14:nvPr/>
            </p14:nvContentPartPr>
            <p14:xfrm>
              <a:off x="7159140" y="3729968"/>
              <a:ext cx="193680" cy="1055880"/>
            </p14:xfrm>
          </p:contentPart>
        </mc:Choice>
        <mc:Fallback xmlns="">
          <p:pic>
            <p:nvPicPr>
              <p:cNvPr id="219" name="Ink 218">
                <a:extLst>
                  <a:ext uri="{FF2B5EF4-FFF2-40B4-BE49-F238E27FC236}">
                    <a16:creationId xmlns:a16="http://schemas.microsoft.com/office/drawing/2014/main" id="{262BA743-B855-ACDD-368B-4D7F3F94DB5E}"/>
                  </a:ext>
                </a:extLst>
              </p:cNvPr>
              <p:cNvPicPr/>
              <p:nvPr/>
            </p:nvPicPr>
            <p:blipFill>
              <a:blip r:embed="rId405"/>
              <a:stretch>
                <a:fillRect/>
              </a:stretch>
            </p:blipFill>
            <p:spPr>
              <a:xfrm>
                <a:off x="7150500" y="3720968"/>
                <a:ext cx="211320" cy="1073520"/>
              </a:xfrm>
              <a:prstGeom prst="rect">
                <a:avLst/>
              </a:prstGeom>
            </p:spPr>
          </p:pic>
        </mc:Fallback>
      </mc:AlternateContent>
      <p:grpSp>
        <p:nvGrpSpPr>
          <p:cNvPr id="266" name="Group 265">
            <a:extLst>
              <a:ext uri="{FF2B5EF4-FFF2-40B4-BE49-F238E27FC236}">
                <a16:creationId xmlns:a16="http://schemas.microsoft.com/office/drawing/2014/main" id="{7E25A639-A581-B88F-2F12-A363223F241A}"/>
              </a:ext>
            </a:extLst>
          </p:cNvPr>
          <p:cNvGrpSpPr/>
          <p:nvPr/>
        </p:nvGrpSpPr>
        <p:grpSpPr>
          <a:xfrm>
            <a:off x="7492140" y="3715208"/>
            <a:ext cx="970200" cy="2584800"/>
            <a:chOff x="7492140" y="3715208"/>
            <a:chExt cx="970200" cy="2584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6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229D8274-CA31-D5F6-D9CE-1B3FA956FFEA}"/>
                    </a:ext>
                  </a:extLst>
                </p14:cNvPr>
                <p14:cNvContentPartPr/>
                <p14:nvPr/>
              </p14:nvContentPartPr>
              <p14:xfrm>
                <a:off x="7682580" y="3848768"/>
                <a:ext cx="149760" cy="11412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229D8274-CA31-D5F6-D9CE-1B3FA956FFEA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7673940" y="3840128"/>
                  <a:ext cx="16740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8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66207BAE-1F21-E33F-5B5B-FC60AB50F6E9}"/>
                    </a:ext>
                  </a:extLst>
                </p14:cNvPr>
                <p14:cNvContentPartPr/>
                <p14:nvPr/>
              </p14:nvContentPartPr>
              <p14:xfrm>
                <a:off x="7752420" y="3858848"/>
                <a:ext cx="41040" cy="10584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66207BAE-1F21-E33F-5B5B-FC60AB50F6E9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7743780" y="3850208"/>
                  <a:ext cx="5868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0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34B37FA6-4AC9-E955-9BF2-E39404614939}"/>
                    </a:ext>
                  </a:extLst>
                </p14:cNvPr>
                <p14:cNvContentPartPr/>
                <p14:nvPr/>
              </p14:nvContentPartPr>
              <p14:xfrm>
                <a:off x="7851420" y="3751928"/>
                <a:ext cx="146880" cy="22860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34B37FA6-4AC9-E955-9BF2-E39404614939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7842780" y="3743288"/>
                  <a:ext cx="16452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2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FFFDF1CB-2F04-9B0E-246B-E16FB3FFC81D}"/>
                    </a:ext>
                  </a:extLst>
                </p14:cNvPr>
                <p14:cNvContentPartPr/>
                <p14:nvPr/>
              </p14:nvContentPartPr>
              <p14:xfrm>
                <a:off x="7997580" y="3848768"/>
                <a:ext cx="87840" cy="8028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FFFDF1CB-2F04-9B0E-246B-E16FB3FFC81D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7988940" y="3839768"/>
                  <a:ext cx="10548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4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1D3CD6B0-E70D-17E3-A963-F54625C4037A}"/>
                    </a:ext>
                  </a:extLst>
                </p14:cNvPr>
                <p14:cNvContentPartPr/>
                <p14:nvPr/>
              </p14:nvContentPartPr>
              <p14:xfrm>
                <a:off x="8126820" y="3734288"/>
                <a:ext cx="82800" cy="22500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1D3CD6B0-E70D-17E3-A963-F54625C4037A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8117820" y="3725648"/>
                  <a:ext cx="10044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6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74FF53C3-6EBE-4250-BD40-076120B1CCC8}"/>
                    </a:ext>
                  </a:extLst>
                </p14:cNvPr>
                <p14:cNvContentPartPr/>
                <p14:nvPr/>
              </p14:nvContentPartPr>
              <p14:xfrm>
                <a:off x="7709940" y="4218488"/>
                <a:ext cx="128880" cy="9000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74FF53C3-6EBE-4250-BD40-076120B1CCC8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7700940" y="4209848"/>
                  <a:ext cx="14652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8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31C56BF5-B586-9B49-3F92-085BF7C02E5D}"/>
                    </a:ext>
                  </a:extLst>
                </p14:cNvPr>
                <p14:cNvContentPartPr/>
                <p14:nvPr/>
              </p14:nvContentPartPr>
              <p14:xfrm>
                <a:off x="7749540" y="4265288"/>
                <a:ext cx="69840" cy="5760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31C56BF5-B586-9B49-3F92-085BF7C02E5D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7740900" y="4256288"/>
                  <a:ext cx="8748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0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EF783746-27F0-7703-1C62-19E47214089F}"/>
                    </a:ext>
                  </a:extLst>
                </p14:cNvPr>
                <p14:cNvContentPartPr/>
                <p14:nvPr/>
              </p14:nvContentPartPr>
              <p14:xfrm>
                <a:off x="7880580" y="4195448"/>
                <a:ext cx="109080" cy="15912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EF783746-27F0-7703-1C62-19E47214089F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7871580" y="4186448"/>
                  <a:ext cx="12672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2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5F6BF9D9-2113-776B-D079-9DF6214CF6AD}"/>
                    </a:ext>
                  </a:extLst>
                </p14:cNvPr>
                <p14:cNvContentPartPr/>
                <p14:nvPr/>
              </p14:nvContentPartPr>
              <p14:xfrm>
                <a:off x="8026740" y="4265288"/>
                <a:ext cx="26280" cy="7272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5F6BF9D9-2113-776B-D079-9DF6214CF6AD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8018100" y="4256288"/>
                  <a:ext cx="4392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4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6908FE92-3BA7-05BD-25D9-F3656C0037DA}"/>
                    </a:ext>
                  </a:extLst>
                </p14:cNvPr>
                <p14:cNvContentPartPr/>
                <p14:nvPr/>
              </p14:nvContentPartPr>
              <p14:xfrm>
                <a:off x="8052660" y="4183568"/>
                <a:ext cx="128880" cy="18216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6908FE92-3BA7-05BD-25D9-F3656C0037DA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8044020" y="4174568"/>
                  <a:ext cx="14652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6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379AE751-6517-3968-F9DD-73D3D1F347CD}"/>
                    </a:ext>
                  </a:extLst>
                </p14:cNvPr>
                <p14:cNvContentPartPr/>
                <p14:nvPr/>
              </p14:nvContentPartPr>
              <p14:xfrm>
                <a:off x="7730820" y="4582088"/>
                <a:ext cx="119520" cy="8820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379AE751-6517-3968-F9DD-73D3D1F347CD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7721820" y="4573448"/>
                  <a:ext cx="13716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8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36A4871D-3BD4-C814-43D7-0B414BC15ABC}"/>
                    </a:ext>
                  </a:extLst>
                </p14:cNvPr>
                <p14:cNvContentPartPr/>
                <p14:nvPr/>
              </p14:nvContentPartPr>
              <p14:xfrm>
                <a:off x="7753140" y="4592528"/>
                <a:ext cx="65880" cy="7920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36A4871D-3BD4-C814-43D7-0B414BC15ABC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7744500" y="4583888"/>
                  <a:ext cx="8352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0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36BC4E1C-9708-B002-4BB5-3FF49AC9E114}"/>
                    </a:ext>
                  </a:extLst>
                </p14:cNvPr>
                <p14:cNvContentPartPr/>
                <p14:nvPr/>
              </p14:nvContentPartPr>
              <p14:xfrm>
                <a:off x="7880940" y="4550768"/>
                <a:ext cx="137160" cy="17244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36BC4E1C-9708-B002-4BB5-3FF49AC9E114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7872300" y="4542128"/>
                  <a:ext cx="15480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2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4C8B749D-294F-BEFB-0378-D34BB20BB887}"/>
                    </a:ext>
                  </a:extLst>
                </p14:cNvPr>
                <p14:cNvContentPartPr/>
                <p14:nvPr/>
              </p14:nvContentPartPr>
              <p14:xfrm>
                <a:off x="8005860" y="4605128"/>
                <a:ext cx="168480" cy="9144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4C8B749D-294F-BEFB-0378-D34BB20BB887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7997220" y="4596128"/>
                  <a:ext cx="18612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4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24F92BEF-9790-58E9-94B6-75FBFFFBC720}"/>
                    </a:ext>
                  </a:extLst>
                </p14:cNvPr>
                <p14:cNvContentPartPr/>
                <p14:nvPr/>
              </p14:nvContentPartPr>
              <p14:xfrm>
                <a:off x="8104860" y="4540688"/>
                <a:ext cx="124560" cy="19620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24F92BEF-9790-58E9-94B6-75FBFFFBC720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8095860" y="4531688"/>
                  <a:ext cx="14220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6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0F5E8CC0-CBBA-16F4-F22B-00810726F403}"/>
                    </a:ext>
                  </a:extLst>
                </p14:cNvPr>
                <p14:cNvContentPartPr/>
                <p14:nvPr/>
              </p14:nvContentPartPr>
              <p14:xfrm>
                <a:off x="7735860" y="4997888"/>
                <a:ext cx="98640" cy="5724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0F5E8CC0-CBBA-16F4-F22B-00810726F403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7726860" y="4988888"/>
                  <a:ext cx="11628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8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8E0AB4B7-8E93-ADEB-9C37-7C726366931A}"/>
                    </a:ext>
                  </a:extLst>
                </p14:cNvPr>
                <p14:cNvContentPartPr/>
                <p14:nvPr/>
              </p14:nvContentPartPr>
              <p14:xfrm>
                <a:off x="7759260" y="4987448"/>
                <a:ext cx="49680" cy="6948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8E0AB4B7-8E93-ADEB-9C37-7C726366931A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7750260" y="4978808"/>
                  <a:ext cx="6732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0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F6F2F7BF-CD96-E4D7-C332-291CA238B8B1}"/>
                    </a:ext>
                  </a:extLst>
                </p14:cNvPr>
                <p14:cNvContentPartPr/>
                <p14:nvPr/>
              </p14:nvContentPartPr>
              <p14:xfrm>
                <a:off x="7822620" y="4886648"/>
                <a:ext cx="120600" cy="21708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F6F2F7BF-CD96-E4D7-C332-291CA238B8B1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7813980" y="4877648"/>
                  <a:ext cx="13824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2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79AA5885-FF66-BA42-CC0F-742DC1F2AE44}"/>
                    </a:ext>
                  </a:extLst>
                </p14:cNvPr>
                <p14:cNvContentPartPr/>
                <p14:nvPr/>
              </p14:nvContentPartPr>
              <p14:xfrm>
                <a:off x="7959420" y="4943888"/>
                <a:ext cx="86040" cy="11232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79AA5885-FF66-BA42-CC0F-742DC1F2AE44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7950420" y="4934888"/>
                  <a:ext cx="10368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4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60B32704-3226-31EE-003B-456A7E01F1E8}"/>
                    </a:ext>
                  </a:extLst>
                </p14:cNvPr>
                <p14:cNvContentPartPr/>
                <p14:nvPr/>
              </p14:nvContentPartPr>
              <p14:xfrm>
                <a:off x="8063100" y="4890248"/>
                <a:ext cx="108360" cy="22572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60B32704-3226-31EE-003B-456A7E01F1E8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8054460" y="4881608"/>
                  <a:ext cx="12600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6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497B96C5-A735-34C4-BFD5-2C8222845D15}"/>
                    </a:ext>
                  </a:extLst>
                </p14:cNvPr>
                <p14:cNvContentPartPr/>
                <p14:nvPr/>
              </p14:nvContentPartPr>
              <p14:xfrm>
                <a:off x="7725420" y="5320088"/>
                <a:ext cx="104040" cy="9252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497B96C5-A735-34C4-BFD5-2C8222845D15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7716780" y="5311088"/>
                  <a:ext cx="12168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8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F7A0B80B-BC78-F17F-1716-B0981CAF8CC0}"/>
                    </a:ext>
                  </a:extLst>
                </p14:cNvPr>
                <p14:cNvContentPartPr/>
                <p14:nvPr/>
              </p14:nvContentPartPr>
              <p14:xfrm>
                <a:off x="7773660" y="5335568"/>
                <a:ext cx="35280" cy="6768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F7A0B80B-BC78-F17F-1716-B0981CAF8CC0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7764660" y="5326568"/>
                  <a:ext cx="5292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0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6E7AE74E-4A74-3B50-F9BC-AAF4D37C56AC}"/>
                    </a:ext>
                  </a:extLst>
                </p14:cNvPr>
                <p14:cNvContentPartPr/>
                <p14:nvPr/>
              </p14:nvContentPartPr>
              <p14:xfrm>
                <a:off x="7891020" y="5238008"/>
                <a:ext cx="101880" cy="22248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6E7AE74E-4A74-3B50-F9BC-AAF4D37C56AC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7882380" y="5229368"/>
                  <a:ext cx="11952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2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9828A84B-4D5A-F3CD-BB20-096BFBC53D83}"/>
                    </a:ext>
                  </a:extLst>
                </p14:cNvPr>
                <p14:cNvContentPartPr/>
                <p14:nvPr/>
              </p14:nvContentPartPr>
              <p14:xfrm>
                <a:off x="7973820" y="5275808"/>
                <a:ext cx="133920" cy="6084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9828A84B-4D5A-F3CD-BB20-096BFBC53D83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7965180" y="5267168"/>
                  <a:ext cx="15156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4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4A968B97-F35E-D112-28AB-4630B436DFB5}"/>
                    </a:ext>
                  </a:extLst>
                </p14:cNvPr>
                <p14:cNvContentPartPr/>
                <p14:nvPr/>
              </p14:nvContentPartPr>
              <p14:xfrm>
                <a:off x="8063100" y="5294168"/>
                <a:ext cx="23400" cy="10872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4A968B97-F35E-D112-28AB-4630B436DFB5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8054460" y="5285168"/>
                  <a:ext cx="4104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6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B3DAFF80-DD30-0226-7E34-3A8EA8794771}"/>
                    </a:ext>
                  </a:extLst>
                </p14:cNvPr>
                <p14:cNvContentPartPr/>
                <p14:nvPr/>
              </p14:nvContentPartPr>
              <p14:xfrm>
                <a:off x="8115300" y="5236568"/>
                <a:ext cx="97200" cy="18648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B3DAFF80-DD30-0226-7E34-3A8EA8794771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8106300" y="5227568"/>
                  <a:ext cx="11484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8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2FEE2253-C4AF-1691-A01B-A1A086765226}"/>
                    </a:ext>
                  </a:extLst>
                </p14:cNvPr>
                <p14:cNvContentPartPr/>
                <p14:nvPr/>
              </p14:nvContentPartPr>
              <p14:xfrm>
                <a:off x="7765740" y="5667488"/>
                <a:ext cx="112680" cy="103680"/>
              </p14:xfrm>
            </p:contentPart>
          </mc:Choice>
          <mc:Fallback xmlns=""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2FEE2253-C4AF-1691-A01B-A1A086765226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7756740" y="5658488"/>
                  <a:ext cx="13032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0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EE241180-659A-340C-E5FC-63542720847B}"/>
                    </a:ext>
                  </a:extLst>
                </p14:cNvPr>
                <p14:cNvContentPartPr/>
                <p14:nvPr/>
              </p14:nvContentPartPr>
              <p14:xfrm>
                <a:off x="7802100" y="5683688"/>
                <a:ext cx="43200" cy="7344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EE241180-659A-340C-E5FC-63542720847B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7793100" y="5674688"/>
                  <a:ext cx="6084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2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5F9A3782-CCA5-72F8-9892-77E6E6C3E0F1}"/>
                    </a:ext>
                  </a:extLst>
                </p14:cNvPr>
                <p14:cNvContentPartPr/>
                <p14:nvPr/>
              </p14:nvContentPartPr>
              <p14:xfrm>
                <a:off x="7902180" y="5601608"/>
                <a:ext cx="106560" cy="18216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5F9A3782-CCA5-72F8-9892-77E6E6C3E0F1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7893180" y="5592608"/>
                  <a:ext cx="12420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4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B6A1035E-B7F1-9DF5-B88E-8F03E583E07A}"/>
                    </a:ext>
                  </a:extLst>
                </p14:cNvPr>
                <p14:cNvContentPartPr/>
                <p14:nvPr/>
              </p14:nvContentPartPr>
              <p14:xfrm>
                <a:off x="8036460" y="5657768"/>
                <a:ext cx="82800" cy="12096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B6A1035E-B7F1-9DF5-B88E-8F03E583E07A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8027460" y="5648768"/>
                  <a:ext cx="10044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6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ADF6926A-45BE-FE92-CE05-5DA17A41044F}"/>
                    </a:ext>
                  </a:extLst>
                </p14:cNvPr>
                <p14:cNvContentPartPr/>
                <p14:nvPr/>
              </p14:nvContentPartPr>
              <p14:xfrm>
                <a:off x="8058060" y="5623928"/>
                <a:ext cx="53280" cy="2916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ADF6926A-45BE-FE92-CE05-5DA17A41044F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8049060" y="5614928"/>
                  <a:ext cx="7092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8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0C28F049-AD8E-2420-C690-05600A308985}"/>
                    </a:ext>
                  </a:extLst>
                </p14:cNvPr>
                <p14:cNvContentPartPr/>
                <p14:nvPr/>
              </p14:nvContentPartPr>
              <p14:xfrm>
                <a:off x="8156700" y="5595848"/>
                <a:ext cx="81720" cy="208080"/>
              </p14:xfrm>
            </p:contentPart>
          </mc:Choice>
          <mc:Fallback xmlns=""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0C28F049-AD8E-2420-C690-05600A308985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8147700" y="5586848"/>
                  <a:ext cx="9936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0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91C0F8F3-B772-318E-16B5-9BCBD66B7BED}"/>
                    </a:ext>
                  </a:extLst>
                </p14:cNvPr>
                <p14:cNvContentPartPr/>
                <p14:nvPr/>
              </p14:nvContentPartPr>
              <p14:xfrm>
                <a:off x="7801380" y="6055208"/>
                <a:ext cx="100800" cy="94320"/>
              </p14:xfrm>
            </p:contentPart>
          </mc:Choice>
          <mc:Fallback xmlns=""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91C0F8F3-B772-318E-16B5-9BCBD66B7BED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7792740" y="6046208"/>
                  <a:ext cx="11844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2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50BEAF83-A937-2976-8D13-49BFA910B50F}"/>
                    </a:ext>
                  </a:extLst>
                </p14:cNvPr>
                <p14:cNvContentPartPr/>
                <p14:nvPr/>
              </p14:nvContentPartPr>
              <p14:xfrm>
                <a:off x="7828020" y="6062768"/>
                <a:ext cx="58680" cy="88920"/>
              </p14:xfrm>
            </p:contentPart>
          </mc:Choice>
          <mc:Fallback xmlns=""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50BEAF83-A937-2976-8D13-49BFA910B50F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7819380" y="6054128"/>
                  <a:ext cx="7632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4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F950ED48-3290-3931-AE43-1FDFB41AFEE1}"/>
                    </a:ext>
                  </a:extLst>
                </p14:cNvPr>
                <p14:cNvContentPartPr/>
                <p14:nvPr/>
              </p14:nvContentPartPr>
              <p14:xfrm>
                <a:off x="7959780" y="5998328"/>
                <a:ext cx="91080" cy="208440"/>
              </p14:xfrm>
            </p:contentPart>
          </mc:Choice>
          <mc:Fallback xmlns=""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F950ED48-3290-3931-AE43-1FDFB41AFEE1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7950780" y="5989688"/>
                  <a:ext cx="10872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6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AA7652DC-BA9F-515A-1E12-8A1F0E7FFD60}"/>
                    </a:ext>
                  </a:extLst>
                </p14:cNvPr>
                <p14:cNvContentPartPr/>
                <p14:nvPr/>
              </p14:nvContentPartPr>
              <p14:xfrm>
                <a:off x="8114580" y="5987168"/>
                <a:ext cx="77040" cy="170640"/>
              </p14:xfrm>
            </p:contentPart>
          </mc:Choice>
          <mc:Fallback xmlns=""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AA7652DC-BA9F-515A-1E12-8A1F0E7FFD60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8105940" y="5978528"/>
                  <a:ext cx="9468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8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1D36E309-9FEF-2E38-4AFF-77C07E235834}"/>
                    </a:ext>
                  </a:extLst>
                </p14:cNvPr>
                <p14:cNvContentPartPr/>
                <p14:nvPr/>
              </p14:nvContentPartPr>
              <p14:xfrm>
                <a:off x="8208540" y="5997608"/>
                <a:ext cx="109440" cy="212040"/>
              </p14:xfrm>
            </p:contentPart>
          </mc:Choice>
          <mc:Fallback xmlns=""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1D36E309-9FEF-2E38-4AFF-77C07E235834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8199900" y="5988608"/>
                  <a:ext cx="12708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0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94894A30-6EE9-453C-7973-1AF3B641ACD2}"/>
                    </a:ext>
                  </a:extLst>
                </p14:cNvPr>
                <p14:cNvContentPartPr/>
                <p14:nvPr/>
              </p14:nvContentPartPr>
              <p14:xfrm>
                <a:off x="7492140" y="3715208"/>
                <a:ext cx="249480" cy="2584800"/>
              </p14:xfrm>
            </p:contentPart>
          </mc:Choice>
          <mc:Fallback xmlns=""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94894A30-6EE9-453C-7973-1AF3B641ACD2}"/>
                    </a:ext>
                  </a:extLst>
                </p:cNvPr>
                <p:cNvPicPr/>
                <p:nvPr/>
              </p:nvPicPr>
              <p:blipFill>
                <a:blip r:embed="rId481"/>
                <a:stretch>
                  <a:fillRect/>
                </a:stretch>
              </p:blipFill>
              <p:spPr>
                <a:xfrm>
                  <a:off x="7483140" y="3706568"/>
                  <a:ext cx="267120" cy="260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2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30F06A52-F650-A6A4-178A-C161C3B98C7B}"/>
                    </a:ext>
                  </a:extLst>
                </p14:cNvPr>
                <p14:cNvContentPartPr/>
                <p14:nvPr/>
              </p14:nvContentPartPr>
              <p14:xfrm>
                <a:off x="8218980" y="3730328"/>
                <a:ext cx="243360" cy="2567160"/>
              </p14:xfrm>
            </p:contentPart>
          </mc:Choice>
          <mc:Fallback xmlns=""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30F06A52-F650-A6A4-178A-C161C3B98C7B}"/>
                    </a:ext>
                  </a:extLst>
                </p:cNvPr>
                <p:cNvPicPr/>
                <p:nvPr/>
              </p:nvPicPr>
              <p:blipFill>
                <a:blip r:embed="rId483"/>
                <a:stretch>
                  <a:fillRect/>
                </a:stretch>
              </p:blipFill>
              <p:spPr>
                <a:xfrm>
                  <a:off x="8210340" y="3721328"/>
                  <a:ext cx="261000" cy="2584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3" name="Group 272">
            <a:extLst>
              <a:ext uri="{FF2B5EF4-FFF2-40B4-BE49-F238E27FC236}">
                <a16:creationId xmlns:a16="http://schemas.microsoft.com/office/drawing/2014/main" id="{7B83F809-FA38-1189-DC16-C1B7D9B58427}"/>
              </a:ext>
            </a:extLst>
          </p:cNvPr>
          <p:cNvGrpSpPr/>
          <p:nvPr/>
        </p:nvGrpSpPr>
        <p:grpSpPr>
          <a:xfrm>
            <a:off x="3229380" y="5269328"/>
            <a:ext cx="938520" cy="230760"/>
            <a:chOff x="3229380" y="5269328"/>
            <a:chExt cx="938520" cy="230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4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56689134-3336-D3BA-CFE4-7ADDCA2A54EE}"/>
                    </a:ext>
                  </a:extLst>
                </p14:cNvPr>
                <p14:cNvContentPartPr/>
                <p14:nvPr/>
              </p14:nvContentPartPr>
              <p14:xfrm>
                <a:off x="3229380" y="5410088"/>
                <a:ext cx="127440" cy="90000"/>
              </p14:xfrm>
            </p:contentPart>
          </mc:Choice>
          <mc:Fallback xmlns=""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56689134-3336-D3BA-CFE4-7ADDCA2A54EE}"/>
                    </a:ext>
                  </a:extLst>
                </p:cNvPr>
                <p:cNvPicPr/>
                <p:nvPr/>
              </p:nvPicPr>
              <p:blipFill>
                <a:blip r:embed="rId485"/>
                <a:stretch>
                  <a:fillRect/>
                </a:stretch>
              </p:blipFill>
              <p:spPr>
                <a:xfrm>
                  <a:off x="3220740" y="5401448"/>
                  <a:ext cx="14508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6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8ADC88EE-2A13-D6DD-2870-08907EB84A19}"/>
                    </a:ext>
                  </a:extLst>
                </p14:cNvPr>
                <p14:cNvContentPartPr/>
                <p14:nvPr/>
              </p14:nvContentPartPr>
              <p14:xfrm>
                <a:off x="3412620" y="5389568"/>
                <a:ext cx="95760" cy="103680"/>
              </p14:xfrm>
            </p:contentPart>
          </mc:Choice>
          <mc:Fallback xmlns=""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8ADC88EE-2A13-D6DD-2870-08907EB84A19}"/>
                    </a:ext>
                  </a:extLst>
                </p:cNvPr>
                <p:cNvPicPr/>
                <p:nvPr/>
              </p:nvPicPr>
              <p:blipFill>
                <a:blip r:embed="rId487"/>
                <a:stretch>
                  <a:fillRect/>
                </a:stretch>
              </p:blipFill>
              <p:spPr>
                <a:xfrm>
                  <a:off x="3403620" y="5380568"/>
                  <a:ext cx="11340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8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78CCC451-8DAA-5553-8A7E-477DB0EF857C}"/>
                    </a:ext>
                  </a:extLst>
                </p14:cNvPr>
                <p14:cNvContentPartPr/>
                <p14:nvPr/>
              </p14:nvContentPartPr>
              <p14:xfrm>
                <a:off x="3553380" y="5406848"/>
                <a:ext cx="190800" cy="78120"/>
              </p14:xfrm>
            </p:contentPart>
          </mc:Choice>
          <mc:Fallback xmlns=""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78CCC451-8DAA-5553-8A7E-477DB0EF857C}"/>
                    </a:ext>
                  </a:extLst>
                </p:cNvPr>
                <p:cNvPicPr/>
                <p:nvPr/>
              </p:nvPicPr>
              <p:blipFill>
                <a:blip r:embed="rId489"/>
                <a:stretch>
                  <a:fillRect/>
                </a:stretch>
              </p:blipFill>
              <p:spPr>
                <a:xfrm>
                  <a:off x="3544740" y="5397848"/>
                  <a:ext cx="20844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0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DA3BEF6B-ECA2-3C3A-FE04-0CAE5D333F78}"/>
                    </a:ext>
                  </a:extLst>
                </p14:cNvPr>
                <p14:cNvContentPartPr/>
                <p14:nvPr/>
              </p14:nvContentPartPr>
              <p14:xfrm>
                <a:off x="3907620" y="5296688"/>
                <a:ext cx="260280" cy="175680"/>
              </p14:xfrm>
            </p:contentPart>
          </mc:Choice>
          <mc:Fallback xmlns=""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DA3BEF6B-ECA2-3C3A-FE04-0CAE5D333F78}"/>
                    </a:ext>
                  </a:extLst>
                </p:cNvPr>
                <p:cNvPicPr/>
                <p:nvPr/>
              </p:nvPicPr>
              <p:blipFill>
                <a:blip r:embed="rId491"/>
                <a:stretch>
                  <a:fillRect/>
                </a:stretch>
              </p:blipFill>
              <p:spPr>
                <a:xfrm>
                  <a:off x="3898620" y="5287688"/>
                  <a:ext cx="27792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2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72366D9A-7D3D-68BD-9D73-2705D820B51E}"/>
                    </a:ext>
                  </a:extLst>
                </p14:cNvPr>
                <p14:cNvContentPartPr/>
                <p14:nvPr/>
              </p14:nvContentPartPr>
              <p14:xfrm>
                <a:off x="4082220" y="5269328"/>
                <a:ext cx="84960" cy="9720"/>
              </p14:xfrm>
            </p:contentPart>
          </mc:Choice>
          <mc:Fallback xmlns=""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72366D9A-7D3D-68BD-9D73-2705D820B51E}"/>
                    </a:ext>
                  </a:extLst>
                </p:cNvPr>
                <p:cNvPicPr/>
                <p:nvPr/>
              </p:nvPicPr>
              <p:blipFill>
                <a:blip r:embed="rId493"/>
                <a:stretch>
                  <a:fillRect/>
                </a:stretch>
              </p:blipFill>
              <p:spPr>
                <a:xfrm>
                  <a:off x="4073220" y="5260328"/>
                  <a:ext cx="10260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4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29B4C8D6-F015-A64C-EA14-ACEA214AE129}"/>
                    </a:ext>
                  </a:extLst>
                </p14:cNvPr>
                <p14:cNvContentPartPr/>
                <p14:nvPr/>
              </p14:nvContentPartPr>
              <p14:xfrm>
                <a:off x="3875220" y="5277608"/>
                <a:ext cx="73800" cy="6480"/>
              </p14:xfrm>
            </p:contentPart>
          </mc:Choice>
          <mc:Fallback xmlns=""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29B4C8D6-F015-A64C-EA14-ACEA214AE129}"/>
                    </a:ext>
                  </a:extLst>
                </p:cNvPr>
                <p:cNvPicPr/>
                <p:nvPr/>
              </p:nvPicPr>
              <p:blipFill>
                <a:blip r:embed="rId495"/>
                <a:stretch>
                  <a:fillRect/>
                </a:stretch>
              </p:blipFill>
              <p:spPr>
                <a:xfrm>
                  <a:off x="3866220" y="5268608"/>
                  <a:ext cx="91440" cy="24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96">
            <p14:nvContentPartPr>
              <p14:cNvPr id="274" name="Ink 273">
                <a:extLst>
                  <a:ext uri="{FF2B5EF4-FFF2-40B4-BE49-F238E27FC236}">
                    <a16:creationId xmlns:a16="http://schemas.microsoft.com/office/drawing/2014/main" id="{58C5E17A-B7CA-2D6A-34E9-E94C54FCF4C3}"/>
                  </a:ext>
                </a:extLst>
              </p14:cNvPr>
              <p14:cNvContentPartPr/>
              <p14:nvPr/>
            </p14:nvContentPartPr>
            <p14:xfrm>
              <a:off x="2158740" y="4901408"/>
              <a:ext cx="4964400" cy="246960"/>
            </p14:xfrm>
          </p:contentPart>
        </mc:Choice>
        <mc:Fallback xmlns="">
          <p:pic>
            <p:nvPicPr>
              <p:cNvPr id="274" name="Ink 273">
                <a:extLst>
                  <a:ext uri="{FF2B5EF4-FFF2-40B4-BE49-F238E27FC236}">
                    <a16:creationId xmlns:a16="http://schemas.microsoft.com/office/drawing/2014/main" id="{58C5E17A-B7CA-2D6A-34E9-E94C54FCF4C3}"/>
                  </a:ext>
                </a:extLst>
              </p:cNvPr>
              <p:cNvPicPr/>
              <p:nvPr/>
            </p:nvPicPr>
            <p:blipFill>
              <a:blip r:embed="rId497"/>
              <a:stretch>
                <a:fillRect/>
              </a:stretch>
            </p:blipFill>
            <p:spPr>
              <a:xfrm>
                <a:off x="2149740" y="4892408"/>
                <a:ext cx="4982040" cy="264600"/>
              </a:xfrm>
              <a:prstGeom prst="rect">
                <a:avLst/>
              </a:prstGeom>
            </p:spPr>
          </p:pic>
        </mc:Fallback>
      </mc:AlternateContent>
      <p:grpSp>
        <p:nvGrpSpPr>
          <p:cNvPr id="292" name="Group 291">
            <a:extLst>
              <a:ext uri="{FF2B5EF4-FFF2-40B4-BE49-F238E27FC236}">
                <a16:creationId xmlns:a16="http://schemas.microsoft.com/office/drawing/2014/main" id="{50A0F0F0-9C5B-B9D8-C2D1-303171B371A0}"/>
              </a:ext>
            </a:extLst>
          </p:cNvPr>
          <p:cNvGrpSpPr/>
          <p:nvPr/>
        </p:nvGrpSpPr>
        <p:grpSpPr>
          <a:xfrm>
            <a:off x="397260" y="3883328"/>
            <a:ext cx="815040" cy="1364760"/>
            <a:chOff x="397260" y="3883328"/>
            <a:chExt cx="815040" cy="1364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98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FC25CBD7-F97E-A4E2-386E-0770750A4AAE}"/>
                    </a:ext>
                  </a:extLst>
                </p14:cNvPr>
                <p14:cNvContentPartPr/>
                <p14:nvPr/>
              </p14:nvContentPartPr>
              <p14:xfrm>
                <a:off x="550260" y="4029848"/>
                <a:ext cx="195840" cy="272160"/>
              </p14:xfrm>
            </p:contentPart>
          </mc:Choice>
          <mc:Fallback xmlns=""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FC25CBD7-F97E-A4E2-386E-0770750A4AAE}"/>
                    </a:ext>
                  </a:extLst>
                </p:cNvPr>
                <p:cNvPicPr/>
                <p:nvPr/>
              </p:nvPicPr>
              <p:blipFill>
                <a:blip r:embed="rId499"/>
                <a:stretch>
                  <a:fillRect/>
                </a:stretch>
              </p:blipFill>
              <p:spPr>
                <a:xfrm>
                  <a:off x="541620" y="4020848"/>
                  <a:ext cx="213480" cy="28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0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CB011913-6249-4E6D-1CC8-B33F3075DD14}"/>
                    </a:ext>
                  </a:extLst>
                </p14:cNvPr>
                <p14:cNvContentPartPr/>
                <p14:nvPr/>
              </p14:nvContentPartPr>
              <p14:xfrm>
                <a:off x="727740" y="3962168"/>
                <a:ext cx="136800" cy="195840"/>
              </p14:xfrm>
            </p:contentPart>
          </mc:Choice>
          <mc:Fallback xmlns=""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CB011913-6249-4E6D-1CC8-B33F3075DD14}"/>
                    </a:ext>
                  </a:extLst>
                </p:cNvPr>
                <p:cNvPicPr/>
                <p:nvPr/>
              </p:nvPicPr>
              <p:blipFill>
                <a:blip r:embed="rId501"/>
                <a:stretch>
                  <a:fillRect/>
                </a:stretch>
              </p:blipFill>
              <p:spPr>
                <a:xfrm>
                  <a:off x="718740" y="3953528"/>
                  <a:ext cx="15444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2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28F2AD0B-393B-91B5-CA60-A73378E04D72}"/>
                    </a:ext>
                  </a:extLst>
                </p14:cNvPr>
                <p14:cNvContentPartPr/>
                <p14:nvPr/>
              </p14:nvContentPartPr>
              <p14:xfrm>
                <a:off x="857700" y="4053608"/>
                <a:ext cx="66960" cy="60120"/>
              </p14:xfrm>
            </p:contentPart>
          </mc:Choice>
          <mc:Fallback xmlns=""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28F2AD0B-393B-91B5-CA60-A73378E04D72}"/>
                    </a:ext>
                  </a:extLst>
                </p:cNvPr>
                <p:cNvPicPr/>
                <p:nvPr/>
              </p:nvPicPr>
              <p:blipFill>
                <a:blip r:embed="rId503"/>
                <a:stretch>
                  <a:fillRect/>
                </a:stretch>
              </p:blipFill>
              <p:spPr>
                <a:xfrm>
                  <a:off x="848700" y="4044968"/>
                  <a:ext cx="8460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4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0613C397-1931-FA5C-6169-9587ECC8D604}"/>
                    </a:ext>
                  </a:extLst>
                </p14:cNvPr>
                <p14:cNvContentPartPr/>
                <p14:nvPr/>
              </p14:nvContentPartPr>
              <p14:xfrm>
                <a:off x="924660" y="3932648"/>
                <a:ext cx="115560" cy="214920"/>
              </p14:xfrm>
            </p:contentPart>
          </mc:Choice>
          <mc:Fallback xmlns=""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0613C397-1931-FA5C-6169-9587ECC8D604}"/>
                    </a:ext>
                  </a:extLst>
                </p:cNvPr>
                <p:cNvPicPr/>
                <p:nvPr/>
              </p:nvPicPr>
              <p:blipFill>
                <a:blip r:embed="rId505"/>
                <a:stretch>
                  <a:fillRect/>
                </a:stretch>
              </p:blipFill>
              <p:spPr>
                <a:xfrm>
                  <a:off x="915660" y="3923648"/>
                  <a:ext cx="13320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6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2827C74C-6232-DF35-C240-11787DD2A5A3}"/>
                    </a:ext>
                  </a:extLst>
                </p14:cNvPr>
                <p14:cNvContentPartPr/>
                <p14:nvPr/>
              </p14:nvContentPartPr>
              <p14:xfrm>
                <a:off x="597420" y="4561568"/>
                <a:ext cx="144000" cy="230760"/>
              </p14:xfrm>
            </p:contentPart>
          </mc:Choice>
          <mc:Fallback xmlns=""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2827C74C-6232-DF35-C240-11787DD2A5A3}"/>
                    </a:ext>
                  </a:extLst>
                </p:cNvPr>
                <p:cNvPicPr/>
                <p:nvPr/>
              </p:nvPicPr>
              <p:blipFill>
                <a:blip r:embed="rId507"/>
                <a:stretch>
                  <a:fillRect/>
                </a:stretch>
              </p:blipFill>
              <p:spPr>
                <a:xfrm>
                  <a:off x="588420" y="4552568"/>
                  <a:ext cx="16164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8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6EB0C19B-C416-89E1-A8A7-A2497C83530E}"/>
                    </a:ext>
                  </a:extLst>
                </p14:cNvPr>
                <p14:cNvContentPartPr/>
                <p14:nvPr/>
              </p14:nvContentPartPr>
              <p14:xfrm>
                <a:off x="726300" y="4482728"/>
                <a:ext cx="92160" cy="186480"/>
              </p14:xfrm>
            </p:contentPart>
          </mc:Choice>
          <mc:Fallback xmlns=""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6EB0C19B-C416-89E1-A8A7-A2497C83530E}"/>
                    </a:ext>
                  </a:extLst>
                </p:cNvPr>
                <p:cNvPicPr/>
                <p:nvPr/>
              </p:nvPicPr>
              <p:blipFill>
                <a:blip r:embed="rId509"/>
                <a:stretch>
                  <a:fillRect/>
                </a:stretch>
              </p:blipFill>
              <p:spPr>
                <a:xfrm>
                  <a:off x="717300" y="4474088"/>
                  <a:ext cx="10980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0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955D9BCB-8E0B-3610-B30A-9E99839C6942}"/>
                    </a:ext>
                  </a:extLst>
                </p14:cNvPr>
                <p14:cNvContentPartPr/>
                <p14:nvPr/>
              </p14:nvContentPartPr>
              <p14:xfrm>
                <a:off x="856980" y="4571648"/>
                <a:ext cx="25200" cy="83160"/>
              </p14:xfrm>
            </p:contentPart>
          </mc:Choice>
          <mc:Fallback xmlns=""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955D9BCB-8E0B-3610-B30A-9E99839C6942}"/>
                    </a:ext>
                  </a:extLst>
                </p:cNvPr>
                <p:cNvPicPr/>
                <p:nvPr/>
              </p:nvPicPr>
              <p:blipFill>
                <a:blip r:embed="rId511"/>
                <a:stretch>
                  <a:fillRect/>
                </a:stretch>
              </p:blipFill>
              <p:spPr>
                <a:xfrm>
                  <a:off x="848340" y="4563008"/>
                  <a:ext cx="4284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2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9244706A-A05F-7A49-8DA1-7BB754DED61F}"/>
                    </a:ext>
                  </a:extLst>
                </p14:cNvPr>
                <p14:cNvContentPartPr/>
                <p14:nvPr/>
              </p14:nvContentPartPr>
              <p14:xfrm>
                <a:off x="882900" y="4489568"/>
                <a:ext cx="99000" cy="196920"/>
              </p14:xfrm>
            </p:contentPart>
          </mc:Choice>
          <mc:Fallback xmlns=""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9244706A-A05F-7A49-8DA1-7BB754DED61F}"/>
                    </a:ext>
                  </a:extLst>
                </p:cNvPr>
                <p:cNvPicPr/>
                <p:nvPr/>
              </p:nvPicPr>
              <p:blipFill>
                <a:blip r:embed="rId513"/>
                <a:stretch>
                  <a:fillRect/>
                </a:stretch>
              </p:blipFill>
              <p:spPr>
                <a:xfrm>
                  <a:off x="874260" y="4480928"/>
                  <a:ext cx="11664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4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B9B1A2B2-D468-B117-0BFA-EBFFF8230A75}"/>
                    </a:ext>
                  </a:extLst>
                </p14:cNvPr>
                <p14:cNvContentPartPr/>
                <p14:nvPr/>
              </p14:nvContentPartPr>
              <p14:xfrm>
                <a:off x="628380" y="5017688"/>
                <a:ext cx="123840" cy="230400"/>
              </p14:xfrm>
            </p:contentPart>
          </mc:Choice>
          <mc:Fallback xmlns=""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B9B1A2B2-D468-B117-0BFA-EBFFF8230A75}"/>
                    </a:ext>
                  </a:extLst>
                </p:cNvPr>
                <p:cNvPicPr/>
                <p:nvPr/>
              </p:nvPicPr>
              <p:blipFill>
                <a:blip r:embed="rId515"/>
                <a:stretch>
                  <a:fillRect/>
                </a:stretch>
              </p:blipFill>
              <p:spPr>
                <a:xfrm>
                  <a:off x="619740" y="5008688"/>
                  <a:ext cx="14148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6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D9C10527-CC29-BCE9-7A7A-787385BB2241}"/>
                    </a:ext>
                  </a:extLst>
                </p14:cNvPr>
                <p14:cNvContentPartPr/>
                <p14:nvPr/>
              </p14:nvContentPartPr>
              <p14:xfrm>
                <a:off x="723420" y="4950008"/>
                <a:ext cx="97560" cy="178920"/>
              </p14:xfrm>
            </p:contentPart>
          </mc:Choice>
          <mc:Fallback xmlns=""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D9C10527-CC29-BCE9-7A7A-787385BB2241}"/>
                    </a:ext>
                  </a:extLst>
                </p:cNvPr>
                <p:cNvPicPr/>
                <p:nvPr/>
              </p:nvPicPr>
              <p:blipFill>
                <a:blip r:embed="rId517"/>
                <a:stretch>
                  <a:fillRect/>
                </a:stretch>
              </p:blipFill>
              <p:spPr>
                <a:xfrm>
                  <a:off x="714780" y="4941008"/>
                  <a:ext cx="11520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8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E5723954-042E-B4C9-B430-02E240C95D07}"/>
                    </a:ext>
                  </a:extLst>
                </p14:cNvPr>
                <p14:cNvContentPartPr/>
                <p14:nvPr/>
              </p14:nvContentPartPr>
              <p14:xfrm>
                <a:off x="836460" y="5009768"/>
                <a:ext cx="109440" cy="88920"/>
              </p14:xfrm>
            </p:contentPart>
          </mc:Choice>
          <mc:Fallback xmlns=""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E5723954-042E-B4C9-B430-02E240C95D07}"/>
                    </a:ext>
                  </a:extLst>
                </p:cNvPr>
                <p:cNvPicPr/>
                <p:nvPr/>
              </p:nvPicPr>
              <p:blipFill>
                <a:blip r:embed="rId519"/>
                <a:stretch>
                  <a:fillRect/>
                </a:stretch>
              </p:blipFill>
              <p:spPr>
                <a:xfrm>
                  <a:off x="827460" y="5000768"/>
                  <a:ext cx="12708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0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4A14717E-92A3-5C4D-F590-6E0A49CC1D62}"/>
                    </a:ext>
                  </a:extLst>
                </p14:cNvPr>
                <p14:cNvContentPartPr/>
                <p14:nvPr/>
              </p14:nvContentPartPr>
              <p14:xfrm>
                <a:off x="898740" y="4927688"/>
                <a:ext cx="142200" cy="235800"/>
              </p14:xfrm>
            </p:contentPart>
          </mc:Choice>
          <mc:Fallback xmlns=""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4A14717E-92A3-5C4D-F590-6E0A49CC1D62}"/>
                    </a:ext>
                  </a:extLst>
                </p:cNvPr>
                <p:cNvPicPr/>
                <p:nvPr/>
              </p:nvPicPr>
              <p:blipFill>
                <a:blip r:embed="rId521"/>
                <a:stretch>
                  <a:fillRect/>
                </a:stretch>
              </p:blipFill>
              <p:spPr>
                <a:xfrm>
                  <a:off x="889740" y="4919048"/>
                  <a:ext cx="15984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2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9C86A0AE-9BCC-43EA-65FD-06D8939F05B1}"/>
                    </a:ext>
                  </a:extLst>
                </p14:cNvPr>
                <p14:cNvContentPartPr/>
                <p14:nvPr/>
              </p14:nvContentPartPr>
              <p14:xfrm>
                <a:off x="397260" y="3927608"/>
                <a:ext cx="163440" cy="1289160"/>
              </p14:xfrm>
            </p:contentPart>
          </mc:Choice>
          <mc:Fallback xmlns=""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9C86A0AE-9BCC-43EA-65FD-06D8939F05B1}"/>
                    </a:ext>
                  </a:extLst>
                </p:cNvPr>
                <p:cNvPicPr/>
                <p:nvPr/>
              </p:nvPicPr>
              <p:blipFill>
                <a:blip r:embed="rId523"/>
                <a:stretch>
                  <a:fillRect/>
                </a:stretch>
              </p:blipFill>
              <p:spPr>
                <a:xfrm>
                  <a:off x="388260" y="3918608"/>
                  <a:ext cx="181080" cy="130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4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238FE717-4F15-F32F-849F-B04A522CAE4D}"/>
                    </a:ext>
                  </a:extLst>
                </p14:cNvPr>
                <p14:cNvContentPartPr/>
                <p14:nvPr/>
              </p14:nvContentPartPr>
              <p14:xfrm>
                <a:off x="1033740" y="3883328"/>
                <a:ext cx="178560" cy="1297800"/>
              </p14:xfrm>
            </p:contentPart>
          </mc:Choice>
          <mc:Fallback xmlns=""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238FE717-4F15-F32F-849F-B04A522CAE4D}"/>
                    </a:ext>
                  </a:extLst>
                </p:cNvPr>
                <p:cNvPicPr/>
                <p:nvPr/>
              </p:nvPicPr>
              <p:blipFill>
                <a:blip r:embed="rId525"/>
                <a:stretch>
                  <a:fillRect/>
                </a:stretch>
              </p:blipFill>
              <p:spPr>
                <a:xfrm>
                  <a:off x="1024740" y="3874688"/>
                  <a:ext cx="196200" cy="1315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5" name="Group 294">
            <a:extLst>
              <a:ext uri="{FF2B5EF4-FFF2-40B4-BE49-F238E27FC236}">
                <a16:creationId xmlns:a16="http://schemas.microsoft.com/office/drawing/2014/main" id="{8570F1B6-D35F-0966-A4F7-BC11587A750A}"/>
              </a:ext>
            </a:extLst>
          </p:cNvPr>
          <p:cNvGrpSpPr/>
          <p:nvPr/>
        </p:nvGrpSpPr>
        <p:grpSpPr>
          <a:xfrm>
            <a:off x="1387620" y="4435928"/>
            <a:ext cx="103680" cy="90000"/>
            <a:chOff x="1387620" y="4435928"/>
            <a:chExt cx="103680" cy="90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6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2D7F694C-38E1-9A93-A3A5-C128FA6EC668}"/>
                    </a:ext>
                  </a:extLst>
                </p14:cNvPr>
                <p14:cNvContentPartPr/>
                <p14:nvPr/>
              </p14:nvContentPartPr>
              <p14:xfrm>
                <a:off x="1387620" y="4507928"/>
                <a:ext cx="103680" cy="18000"/>
              </p14:xfrm>
            </p:contentPart>
          </mc:Choice>
          <mc:Fallback xmlns=""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2D7F694C-38E1-9A93-A3A5-C128FA6EC668}"/>
                    </a:ext>
                  </a:extLst>
                </p:cNvPr>
                <p:cNvPicPr/>
                <p:nvPr/>
              </p:nvPicPr>
              <p:blipFill>
                <a:blip r:embed="rId527"/>
                <a:stretch>
                  <a:fillRect/>
                </a:stretch>
              </p:blipFill>
              <p:spPr>
                <a:xfrm>
                  <a:off x="1378620" y="4498928"/>
                  <a:ext cx="12132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8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12831E5A-D335-5C3B-9B36-C55289EEC307}"/>
                    </a:ext>
                  </a:extLst>
                </p14:cNvPr>
                <p14:cNvContentPartPr/>
                <p14:nvPr/>
              </p14:nvContentPartPr>
              <p14:xfrm>
                <a:off x="1398780" y="4435928"/>
                <a:ext cx="87480" cy="16560"/>
              </p14:xfrm>
            </p:contentPart>
          </mc:Choice>
          <mc:Fallback xmlns=""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12831E5A-D335-5C3B-9B36-C55289EEC307}"/>
                    </a:ext>
                  </a:extLst>
                </p:cNvPr>
                <p:cNvPicPr/>
                <p:nvPr/>
              </p:nvPicPr>
              <p:blipFill>
                <a:blip r:embed="rId529"/>
                <a:stretch>
                  <a:fillRect/>
                </a:stretch>
              </p:blipFill>
              <p:spPr>
                <a:xfrm>
                  <a:off x="1389780" y="4427288"/>
                  <a:ext cx="105120" cy="34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0" name="Group 299">
            <a:extLst>
              <a:ext uri="{FF2B5EF4-FFF2-40B4-BE49-F238E27FC236}">
                <a16:creationId xmlns:a16="http://schemas.microsoft.com/office/drawing/2014/main" id="{610A18DE-F2BF-F999-2181-0454075336B4}"/>
              </a:ext>
            </a:extLst>
          </p:cNvPr>
          <p:cNvGrpSpPr/>
          <p:nvPr/>
        </p:nvGrpSpPr>
        <p:grpSpPr>
          <a:xfrm>
            <a:off x="1800540" y="3310928"/>
            <a:ext cx="1450080" cy="429480"/>
            <a:chOff x="1800540" y="3310928"/>
            <a:chExt cx="1450080" cy="429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30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19981EAD-94E1-3E5E-BECC-0CE54035BFF9}"/>
                    </a:ext>
                  </a:extLst>
                </p14:cNvPr>
                <p14:cNvContentPartPr/>
                <p14:nvPr/>
              </p14:nvContentPartPr>
              <p14:xfrm>
                <a:off x="1800540" y="3327488"/>
                <a:ext cx="28080" cy="412920"/>
              </p14:xfrm>
            </p:contentPart>
          </mc:Choice>
          <mc:Fallback xmlns=""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19981EAD-94E1-3E5E-BECC-0CE54035BFF9}"/>
                    </a:ext>
                  </a:extLst>
                </p:cNvPr>
                <p:cNvPicPr/>
                <p:nvPr/>
              </p:nvPicPr>
              <p:blipFill>
                <a:blip r:embed="rId531"/>
                <a:stretch>
                  <a:fillRect/>
                </a:stretch>
              </p:blipFill>
              <p:spPr>
                <a:xfrm>
                  <a:off x="1791540" y="3318848"/>
                  <a:ext cx="45720" cy="43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2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BCE4166E-F847-2316-ACC4-B27E711D2FC6}"/>
                    </a:ext>
                  </a:extLst>
                </p14:cNvPr>
                <p14:cNvContentPartPr/>
                <p14:nvPr/>
              </p14:nvContentPartPr>
              <p14:xfrm>
                <a:off x="3215700" y="3310928"/>
                <a:ext cx="34920" cy="349920"/>
              </p14:xfrm>
            </p:contentPart>
          </mc:Choice>
          <mc:Fallback xmlns=""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BCE4166E-F847-2316-ACC4-B27E711D2FC6}"/>
                    </a:ext>
                  </a:extLst>
                </p:cNvPr>
                <p:cNvPicPr/>
                <p:nvPr/>
              </p:nvPicPr>
              <p:blipFill>
                <a:blip r:embed="rId533"/>
                <a:stretch>
                  <a:fillRect/>
                </a:stretch>
              </p:blipFill>
              <p:spPr>
                <a:xfrm>
                  <a:off x="3207060" y="3302288"/>
                  <a:ext cx="52560" cy="36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4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D6968BBA-47B5-A4E2-2355-0139EBDD17C1}"/>
                    </a:ext>
                  </a:extLst>
                </p14:cNvPr>
                <p14:cNvContentPartPr/>
                <p14:nvPr/>
              </p14:nvContentPartPr>
              <p14:xfrm>
                <a:off x="1908540" y="3485528"/>
                <a:ext cx="1162080" cy="76680"/>
              </p14:xfrm>
            </p:contentPart>
          </mc:Choice>
          <mc:Fallback xmlns=""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D6968BBA-47B5-A4E2-2355-0139EBDD17C1}"/>
                    </a:ext>
                  </a:extLst>
                </p:cNvPr>
                <p:cNvPicPr/>
                <p:nvPr/>
              </p:nvPicPr>
              <p:blipFill>
                <a:blip r:embed="rId535"/>
                <a:stretch>
                  <a:fillRect/>
                </a:stretch>
              </p:blipFill>
              <p:spPr>
                <a:xfrm>
                  <a:off x="1899900" y="3476528"/>
                  <a:ext cx="117972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6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0203A2C3-3D88-6383-0B67-0781F36C6DA4}"/>
                    </a:ext>
                  </a:extLst>
                </p14:cNvPr>
                <p14:cNvContentPartPr/>
                <p14:nvPr/>
              </p14:nvContentPartPr>
              <p14:xfrm>
                <a:off x="2963700" y="3445208"/>
                <a:ext cx="143640" cy="94320"/>
              </p14:xfrm>
            </p:contentPart>
          </mc:Choice>
          <mc:Fallback xmlns=""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0203A2C3-3D88-6383-0B67-0781F36C6DA4}"/>
                    </a:ext>
                  </a:extLst>
                </p:cNvPr>
                <p:cNvPicPr/>
                <p:nvPr/>
              </p:nvPicPr>
              <p:blipFill>
                <a:blip r:embed="rId537"/>
                <a:stretch>
                  <a:fillRect/>
                </a:stretch>
              </p:blipFill>
              <p:spPr>
                <a:xfrm>
                  <a:off x="2954700" y="3436208"/>
                  <a:ext cx="161280" cy="111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8" name="Group 307">
            <a:extLst>
              <a:ext uri="{FF2B5EF4-FFF2-40B4-BE49-F238E27FC236}">
                <a16:creationId xmlns:a16="http://schemas.microsoft.com/office/drawing/2014/main" id="{353014C1-8088-5F1D-31B1-276B0653DD03}"/>
              </a:ext>
            </a:extLst>
          </p:cNvPr>
          <p:cNvGrpSpPr/>
          <p:nvPr/>
        </p:nvGrpSpPr>
        <p:grpSpPr>
          <a:xfrm>
            <a:off x="2066580" y="3117608"/>
            <a:ext cx="702360" cy="239400"/>
            <a:chOff x="2066580" y="3117608"/>
            <a:chExt cx="702360" cy="239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38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9A7A6BF5-0FFB-4040-2154-FBB8F9DD480F}"/>
                    </a:ext>
                  </a:extLst>
                </p14:cNvPr>
                <p14:cNvContentPartPr/>
                <p14:nvPr/>
              </p14:nvContentPartPr>
              <p14:xfrm>
                <a:off x="2066580" y="3255848"/>
                <a:ext cx="156960" cy="101160"/>
              </p14:xfrm>
            </p:contentPart>
          </mc:Choice>
          <mc:Fallback xmlns=""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9A7A6BF5-0FFB-4040-2154-FBB8F9DD480F}"/>
                    </a:ext>
                  </a:extLst>
                </p:cNvPr>
                <p:cNvPicPr/>
                <p:nvPr/>
              </p:nvPicPr>
              <p:blipFill>
                <a:blip r:embed="rId539"/>
                <a:stretch>
                  <a:fillRect/>
                </a:stretch>
              </p:blipFill>
              <p:spPr>
                <a:xfrm>
                  <a:off x="2057940" y="3247208"/>
                  <a:ext cx="17460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0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E74F7023-150D-B7F2-7CE5-C4CBB2A7B479}"/>
                    </a:ext>
                  </a:extLst>
                </p14:cNvPr>
                <p14:cNvContentPartPr/>
                <p14:nvPr/>
              </p14:nvContentPartPr>
              <p14:xfrm>
                <a:off x="2239020" y="3163688"/>
                <a:ext cx="79200" cy="156600"/>
              </p14:xfrm>
            </p:contentPart>
          </mc:Choice>
          <mc:Fallback xmlns=""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E74F7023-150D-B7F2-7CE5-C4CBB2A7B479}"/>
                    </a:ext>
                  </a:extLst>
                </p:cNvPr>
                <p:cNvPicPr/>
                <p:nvPr/>
              </p:nvPicPr>
              <p:blipFill>
                <a:blip r:embed="rId541"/>
                <a:stretch>
                  <a:fillRect/>
                </a:stretch>
              </p:blipFill>
              <p:spPr>
                <a:xfrm>
                  <a:off x="2230380" y="3155048"/>
                  <a:ext cx="9684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2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82CA02CA-EC76-B1E7-2359-4BA389453043}"/>
                    </a:ext>
                  </a:extLst>
                </p14:cNvPr>
                <p14:cNvContentPartPr/>
                <p14:nvPr/>
              </p14:nvContentPartPr>
              <p14:xfrm>
                <a:off x="2214180" y="3246128"/>
                <a:ext cx="129240" cy="16560"/>
              </p14:xfrm>
            </p:contentPart>
          </mc:Choice>
          <mc:Fallback xmlns=""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82CA02CA-EC76-B1E7-2359-4BA389453043}"/>
                    </a:ext>
                  </a:extLst>
                </p:cNvPr>
                <p:cNvPicPr/>
                <p:nvPr/>
              </p:nvPicPr>
              <p:blipFill>
                <a:blip r:embed="rId543"/>
                <a:stretch>
                  <a:fillRect/>
                </a:stretch>
              </p:blipFill>
              <p:spPr>
                <a:xfrm>
                  <a:off x="2205180" y="3237488"/>
                  <a:ext cx="14688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4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6CA0EFA7-AB51-5D88-C908-BF76654C9926}"/>
                    </a:ext>
                  </a:extLst>
                </p14:cNvPr>
                <p14:cNvContentPartPr/>
                <p14:nvPr/>
              </p14:nvContentPartPr>
              <p14:xfrm>
                <a:off x="2347380" y="3220208"/>
                <a:ext cx="66240" cy="98280"/>
              </p14:xfrm>
            </p:contentPart>
          </mc:Choice>
          <mc:Fallback xmlns=""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6CA0EFA7-AB51-5D88-C908-BF76654C9926}"/>
                    </a:ext>
                  </a:extLst>
                </p:cNvPr>
                <p:cNvPicPr/>
                <p:nvPr/>
              </p:nvPicPr>
              <p:blipFill>
                <a:blip r:embed="rId545"/>
                <a:stretch>
                  <a:fillRect/>
                </a:stretch>
              </p:blipFill>
              <p:spPr>
                <a:xfrm>
                  <a:off x="2338740" y="3211568"/>
                  <a:ext cx="8388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6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C4DE304D-FEF9-844A-28B8-0041BD4B50B6}"/>
                    </a:ext>
                  </a:extLst>
                </p14:cNvPr>
                <p14:cNvContentPartPr/>
                <p14:nvPr/>
              </p14:nvContentPartPr>
              <p14:xfrm>
                <a:off x="2475900" y="3267728"/>
                <a:ext cx="11160" cy="23400"/>
              </p14:xfrm>
            </p:contentPart>
          </mc:Choice>
          <mc:Fallback xmlns=""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C4DE304D-FEF9-844A-28B8-0041BD4B50B6}"/>
                    </a:ext>
                  </a:extLst>
                </p:cNvPr>
                <p:cNvPicPr/>
                <p:nvPr/>
              </p:nvPicPr>
              <p:blipFill>
                <a:blip r:embed="rId547"/>
                <a:stretch>
                  <a:fillRect/>
                </a:stretch>
              </p:blipFill>
              <p:spPr>
                <a:xfrm>
                  <a:off x="2466900" y="3259088"/>
                  <a:ext cx="2880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8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7B50C682-A01D-B742-6F71-6A60032CFCA2}"/>
                    </a:ext>
                  </a:extLst>
                </p14:cNvPr>
                <p14:cNvContentPartPr/>
                <p14:nvPr/>
              </p14:nvContentPartPr>
              <p14:xfrm>
                <a:off x="2436660" y="3175928"/>
                <a:ext cx="6840" cy="3600"/>
              </p14:xfrm>
            </p:contentPart>
          </mc:Choice>
          <mc:Fallback xmlns=""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7B50C682-A01D-B742-6F71-6A60032CFCA2}"/>
                    </a:ext>
                  </a:extLst>
                </p:cNvPr>
                <p:cNvPicPr/>
                <p:nvPr/>
              </p:nvPicPr>
              <p:blipFill>
                <a:blip r:embed="rId549"/>
                <a:stretch>
                  <a:fillRect/>
                </a:stretch>
              </p:blipFill>
              <p:spPr>
                <a:xfrm>
                  <a:off x="2427660" y="3167288"/>
                  <a:ext cx="2448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0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7015A53E-BDE8-1ADF-A61B-D302AB0526A4}"/>
                    </a:ext>
                  </a:extLst>
                </p14:cNvPr>
                <p14:cNvContentPartPr/>
                <p14:nvPr/>
              </p14:nvContentPartPr>
              <p14:xfrm>
                <a:off x="2548260" y="3117608"/>
                <a:ext cx="220680" cy="169920"/>
              </p14:xfrm>
            </p:contentPart>
          </mc:Choice>
          <mc:Fallback xmlns=""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7015A53E-BDE8-1ADF-A61B-D302AB0526A4}"/>
                    </a:ext>
                  </a:extLst>
                </p:cNvPr>
                <p:cNvPicPr/>
                <p:nvPr/>
              </p:nvPicPr>
              <p:blipFill>
                <a:blip r:embed="rId551"/>
                <a:stretch>
                  <a:fillRect/>
                </a:stretch>
              </p:blipFill>
              <p:spPr>
                <a:xfrm>
                  <a:off x="2539620" y="3108608"/>
                  <a:ext cx="238320" cy="187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5" name="Group 314">
            <a:extLst>
              <a:ext uri="{FF2B5EF4-FFF2-40B4-BE49-F238E27FC236}">
                <a16:creationId xmlns:a16="http://schemas.microsoft.com/office/drawing/2014/main" id="{9E78D37F-5783-82BC-BE91-9D63D1D3714F}"/>
              </a:ext>
            </a:extLst>
          </p:cNvPr>
          <p:cNvGrpSpPr/>
          <p:nvPr/>
        </p:nvGrpSpPr>
        <p:grpSpPr>
          <a:xfrm>
            <a:off x="3231540" y="3792608"/>
            <a:ext cx="15120" cy="320760"/>
            <a:chOff x="3231540" y="3792608"/>
            <a:chExt cx="15120" cy="320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52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73CDA266-AA52-297A-6381-1FF013586279}"/>
                    </a:ext>
                  </a:extLst>
                </p14:cNvPr>
                <p14:cNvContentPartPr/>
                <p14:nvPr/>
              </p14:nvContentPartPr>
              <p14:xfrm>
                <a:off x="3231540" y="3792608"/>
                <a:ext cx="9000" cy="28080"/>
              </p14:xfrm>
            </p:contentPart>
          </mc:Choice>
          <mc:Fallback xmlns=""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73CDA266-AA52-297A-6381-1FF013586279}"/>
                    </a:ext>
                  </a:extLst>
                </p:cNvPr>
                <p:cNvPicPr/>
                <p:nvPr/>
              </p:nvPicPr>
              <p:blipFill>
                <a:blip r:embed="rId553"/>
                <a:stretch>
                  <a:fillRect/>
                </a:stretch>
              </p:blipFill>
              <p:spPr>
                <a:xfrm>
                  <a:off x="3222540" y="3783608"/>
                  <a:ext cx="2664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4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85201943-AC9C-2523-8621-4683FE757C97}"/>
                    </a:ext>
                  </a:extLst>
                </p14:cNvPr>
                <p14:cNvContentPartPr/>
                <p14:nvPr/>
              </p14:nvContentPartPr>
              <p14:xfrm>
                <a:off x="3235500" y="3896288"/>
                <a:ext cx="6480" cy="14760"/>
              </p14:xfrm>
            </p:contentPart>
          </mc:Choice>
          <mc:Fallback xmlns=""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85201943-AC9C-2523-8621-4683FE757C97}"/>
                    </a:ext>
                  </a:extLst>
                </p:cNvPr>
                <p:cNvPicPr/>
                <p:nvPr/>
              </p:nvPicPr>
              <p:blipFill>
                <a:blip r:embed="rId555"/>
                <a:stretch>
                  <a:fillRect/>
                </a:stretch>
              </p:blipFill>
              <p:spPr>
                <a:xfrm>
                  <a:off x="3226860" y="3887648"/>
                  <a:ext cx="2412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6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9E7BB058-BF90-2684-D2A5-39562E332874}"/>
                    </a:ext>
                  </a:extLst>
                </p14:cNvPr>
                <p14:cNvContentPartPr/>
                <p14:nvPr/>
              </p14:nvContentPartPr>
              <p14:xfrm>
                <a:off x="3233340" y="4000328"/>
                <a:ext cx="13320" cy="113040"/>
              </p14:xfrm>
            </p:contentPart>
          </mc:Choice>
          <mc:Fallback xmlns=""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9E7BB058-BF90-2684-D2A5-39562E332874}"/>
                    </a:ext>
                  </a:extLst>
                </p:cNvPr>
                <p:cNvPicPr/>
                <p:nvPr/>
              </p:nvPicPr>
              <p:blipFill>
                <a:blip r:embed="rId557"/>
                <a:stretch>
                  <a:fillRect/>
                </a:stretch>
              </p:blipFill>
              <p:spPr>
                <a:xfrm>
                  <a:off x="3224700" y="3991328"/>
                  <a:ext cx="30960" cy="130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4" name="Group 313">
            <a:extLst>
              <a:ext uri="{FF2B5EF4-FFF2-40B4-BE49-F238E27FC236}">
                <a16:creationId xmlns:a16="http://schemas.microsoft.com/office/drawing/2014/main" id="{01801718-12D6-991F-8625-61EB52F4A4E1}"/>
              </a:ext>
            </a:extLst>
          </p:cNvPr>
          <p:cNvGrpSpPr/>
          <p:nvPr/>
        </p:nvGrpSpPr>
        <p:grpSpPr>
          <a:xfrm>
            <a:off x="3267900" y="4296608"/>
            <a:ext cx="36720" cy="140400"/>
            <a:chOff x="3267900" y="4296608"/>
            <a:chExt cx="36720" cy="140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58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493E2E62-B574-F735-784F-D03B57B149F8}"/>
                    </a:ext>
                  </a:extLst>
                </p14:cNvPr>
                <p14:cNvContentPartPr/>
                <p14:nvPr/>
              </p14:nvContentPartPr>
              <p14:xfrm>
                <a:off x="3267900" y="4296608"/>
                <a:ext cx="9000" cy="109080"/>
              </p14:xfrm>
            </p:contentPart>
          </mc:Choice>
          <mc:Fallback xmlns=""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493E2E62-B574-F735-784F-D03B57B149F8}"/>
                    </a:ext>
                  </a:extLst>
                </p:cNvPr>
                <p:cNvPicPr/>
                <p:nvPr/>
              </p:nvPicPr>
              <p:blipFill>
                <a:blip r:embed="rId559"/>
                <a:stretch>
                  <a:fillRect/>
                </a:stretch>
              </p:blipFill>
              <p:spPr>
                <a:xfrm>
                  <a:off x="3258900" y="4287608"/>
                  <a:ext cx="2664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0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00AC60CE-D61C-59CD-C50F-98FCD81D3D88}"/>
                    </a:ext>
                  </a:extLst>
                </p14:cNvPr>
                <p14:cNvContentPartPr/>
                <p14:nvPr/>
              </p14:nvContentPartPr>
              <p14:xfrm>
                <a:off x="3304260" y="4436648"/>
                <a:ext cx="360" cy="360"/>
              </p14:xfrm>
            </p:contentPart>
          </mc:Choice>
          <mc:Fallback xmlns=""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00AC60CE-D61C-59CD-C50F-98FCD81D3D88}"/>
                    </a:ext>
                  </a:extLst>
                </p:cNvPr>
                <p:cNvPicPr/>
                <p:nvPr/>
              </p:nvPicPr>
              <p:blipFill>
                <a:blip r:embed="rId561"/>
                <a:stretch>
                  <a:fillRect/>
                </a:stretch>
              </p:blipFill>
              <p:spPr>
                <a:xfrm>
                  <a:off x="3295260" y="4428008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8" name="Group 317">
            <a:extLst>
              <a:ext uri="{FF2B5EF4-FFF2-40B4-BE49-F238E27FC236}">
                <a16:creationId xmlns:a16="http://schemas.microsoft.com/office/drawing/2014/main" id="{BD1A8792-B644-0275-6536-29D604D3D401}"/>
              </a:ext>
            </a:extLst>
          </p:cNvPr>
          <p:cNvGrpSpPr/>
          <p:nvPr/>
        </p:nvGrpSpPr>
        <p:grpSpPr>
          <a:xfrm>
            <a:off x="1761300" y="3828968"/>
            <a:ext cx="52200" cy="233280"/>
            <a:chOff x="1761300" y="3828968"/>
            <a:chExt cx="52200" cy="233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2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0CEDD49D-6244-6BE8-49FF-E42613E4939E}"/>
                    </a:ext>
                  </a:extLst>
                </p14:cNvPr>
                <p14:cNvContentPartPr/>
                <p14:nvPr/>
              </p14:nvContentPartPr>
              <p14:xfrm>
                <a:off x="1813140" y="3828968"/>
                <a:ext cx="360" cy="14400"/>
              </p14:xfrm>
            </p:contentPart>
          </mc:Choice>
          <mc:Fallback xmlns=""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0CEDD49D-6244-6BE8-49FF-E42613E4939E}"/>
                    </a:ext>
                  </a:extLst>
                </p:cNvPr>
                <p:cNvPicPr/>
                <p:nvPr/>
              </p:nvPicPr>
              <p:blipFill>
                <a:blip r:embed="rId563"/>
                <a:stretch>
                  <a:fillRect/>
                </a:stretch>
              </p:blipFill>
              <p:spPr>
                <a:xfrm>
                  <a:off x="1804140" y="3819968"/>
                  <a:ext cx="1800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4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2E2355BC-261E-051C-3175-C346A188484D}"/>
                    </a:ext>
                  </a:extLst>
                </p14:cNvPr>
                <p14:cNvContentPartPr/>
                <p14:nvPr/>
              </p14:nvContentPartPr>
              <p14:xfrm>
                <a:off x="1761300" y="3917168"/>
                <a:ext cx="15840" cy="145080"/>
              </p14:xfrm>
            </p:contentPart>
          </mc:Choice>
          <mc:Fallback xmlns=""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2E2355BC-261E-051C-3175-C346A188484D}"/>
                    </a:ext>
                  </a:extLst>
                </p:cNvPr>
                <p:cNvPicPr/>
                <p:nvPr/>
              </p:nvPicPr>
              <p:blipFill>
                <a:blip r:embed="rId565"/>
                <a:stretch>
                  <a:fillRect/>
                </a:stretch>
              </p:blipFill>
              <p:spPr>
                <a:xfrm>
                  <a:off x="1752300" y="3908528"/>
                  <a:ext cx="33480" cy="162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7" name="Group 326">
            <a:extLst>
              <a:ext uri="{FF2B5EF4-FFF2-40B4-BE49-F238E27FC236}">
                <a16:creationId xmlns:a16="http://schemas.microsoft.com/office/drawing/2014/main" id="{9911B61B-4088-41D6-DD1C-2B28154FFB42}"/>
              </a:ext>
            </a:extLst>
          </p:cNvPr>
          <p:cNvGrpSpPr/>
          <p:nvPr/>
        </p:nvGrpSpPr>
        <p:grpSpPr>
          <a:xfrm>
            <a:off x="9107460" y="3248648"/>
            <a:ext cx="738000" cy="397080"/>
            <a:chOff x="9107460" y="3248648"/>
            <a:chExt cx="738000" cy="397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6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A8BEC6FC-6B84-F48B-FCEF-E51755882B32}"/>
                    </a:ext>
                  </a:extLst>
                </p14:cNvPr>
                <p14:cNvContentPartPr/>
                <p14:nvPr/>
              </p14:nvContentPartPr>
              <p14:xfrm>
                <a:off x="9107460" y="3318128"/>
                <a:ext cx="135360" cy="327600"/>
              </p14:xfrm>
            </p:contentPart>
          </mc:Choice>
          <mc:Fallback xmlns=""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A8BEC6FC-6B84-F48B-FCEF-E51755882B32}"/>
                    </a:ext>
                  </a:extLst>
                </p:cNvPr>
                <p:cNvPicPr/>
                <p:nvPr/>
              </p:nvPicPr>
              <p:blipFill>
                <a:blip r:embed="rId567"/>
                <a:stretch>
                  <a:fillRect/>
                </a:stretch>
              </p:blipFill>
              <p:spPr>
                <a:xfrm>
                  <a:off x="9098460" y="3309128"/>
                  <a:ext cx="153000" cy="34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8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43A9C15A-CCE8-E3E2-02F1-6B2E4F8D21A8}"/>
                    </a:ext>
                  </a:extLst>
                </p14:cNvPr>
                <p14:cNvContentPartPr/>
                <p14:nvPr/>
              </p14:nvContentPartPr>
              <p14:xfrm>
                <a:off x="9121860" y="3464648"/>
                <a:ext cx="162720" cy="11160"/>
              </p14:xfrm>
            </p:contentPart>
          </mc:Choice>
          <mc:Fallback xmlns=""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43A9C15A-CCE8-E3E2-02F1-6B2E4F8D21A8}"/>
                    </a:ext>
                  </a:extLst>
                </p:cNvPr>
                <p:cNvPicPr/>
                <p:nvPr/>
              </p:nvPicPr>
              <p:blipFill>
                <a:blip r:embed="rId569"/>
                <a:stretch>
                  <a:fillRect/>
                </a:stretch>
              </p:blipFill>
              <p:spPr>
                <a:xfrm>
                  <a:off x="9112860" y="3456008"/>
                  <a:ext cx="18036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0">
              <p14:nvContentPartPr>
                <p14:cNvPr id="321" name="Ink 320">
                  <a:extLst>
                    <a:ext uri="{FF2B5EF4-FFF2-40B4-BE49-F238E27FC236}">
                      <a16:creationId xmlns:a16="http://schemas.microsoft.com/office/drawing/2014/main" id="{ECFD8E10-CAA7-D126-182E-3B89EE3810F4}"/>
                    </a:ext>
                  </a:extLst>
                </p14:cNvPr>
                <p14:cNvContentPartPr/>
                <p14:nvPr/>
              </p14:nvContentPartPr>
              <p14:xfrm>
                <a:off x="9362340" y="3417488"/>
                <a:ext cx="124920" cy="27360"/>
              </p14:xfrm>
            </p:contentPart>
          </mc:Choice>
          <mc:Fallback xmlns="">
            <p:pic>
              <p:nvPicPr>
                <p:cNvPr id="321" name="Ink 320">
                  <a:extLst>
                    <a:ext uri="{FF2B5EF4-FFF2-40B4-BE49-F238E27FC236}">
                      <a16:creationId xmlns:a16="http://schemas.microsoft.com/office/drawing/2014/main" id="{ECFD8E10-CAA7-D126-182E-3B89EE3810F4}"/>
                    </a:ext>
                  </a:extLst>
                </p:cNvPr>
                <p:cNvPicPr/>
                <p:nvPr/>
              </p:nvPicPr>
              <p:blipFill>
                <a:blip r:embed="rId571"/>
                <a:stretch>
                  <a:fillRect/>
                </a:stretch>
              </p:blipFill>
              <p:spPr>
                <a:xfrm>
                  <a:off x="9353340" y="3408848"/>
                  <a:ext cx="14256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2">
              <p14:nvContentPartPr>
                <p14:cNvPr id="322" name="Ink 321">
                  <a:extLst>
                    <a:ext uri="{FF2B5EF4-FFF2-40B4-BE49-F238E27FC236}">
                      <a16:creationId xmlns:a16="http://schemas.microsoft.com/office/drawing/2014/main" id="{21D37161-A17C-44C6-DA31-741DEA0AF856}"/>
                    </a:ext>
                  </a:extLst>
                </p14:cNvPr>
                <p14:cNvContentPartPr/>
                <p14:nvPr/>
              </p14:nvContentPartPr>
              <p14:xfrm>
                <a:off x="9376740" y="3360248"/>
                <a:ext cx="84600" cy="21960"/>
              </p14:xfrm>
            </p:contentPart>
          </mc:Choice>
          <mc:Fallback xmlns="">
            <p:pic>
              <p:nvPicPr>
                <p:cNvPr id="322" name="Ink 321">
                  <a:extLst>
                    <a:ext uri="{FF2B5EF4-FFF2-40B4-BE49-F238E27FC236}">
                      <a16:creationId xmlns:a16="http://schemas.microsoft.com/office/drawing/2014/main" id="{21D37161-A17C-44C6-DA31-741DEA0AF856}"/>
                    </a:ext>
                  </a:extLst>
                </p:cNvPr>
                <p:cNvPicPr/>
                <p:nvPr/>
              </p:nvPicPr>
              <p:blipFill>
                <a:blip r:embed="rId573"/>
                <a:stretch>
                  <a:fillRect/>
                </a:stretch>
              </p:blipFill>
              <p:spPr>
                <a:xfrm>
                  <a:off x="9367740" y="3351608"/>
                  <a:ext cx="10224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4">
              <p14:nvContentPartPr>
                <p14:cNvPr id="323" name="Ink 322">
                  <a:extLst>
                    <a:ext uri="{FF2B5EF4-FFF2-40B4-BE49-F238E27FC236}">
                      <a16:creationId xmlns:a16="http://schemas.microsoft.com/office/drawing/2014/main" id="{127E28C2-BBE0-01B3-0E43-B3DC839E76E7}"/>
                    </a:ext>
                  </a:extLst>
                </p14:cNvPr>
                <p14:cNvContentPartPr/>
                <p14:nvPr/>
              </p14:nvContentPartPr>
              <p14:xfrm>
                <a:off x="9583740" y="3248648"/>
                <a:ext cx="226800" cy="219960"/>
              </p14:xfrm>
            </p:contentPart>
          </mc:Choice>
          <mc:Fallback xmlns="">
            <p:pic>
              <p:nvPicPr>
                <p:cNvPr id="323" name="Ink 322">
                  <a:extLst>
                    <a:ext uri="{FF2B5EF4-FFF2-40B4-BE49-F238E27FC236}">
                      <a16:creationId xmlns:a16="http://schemas.microsoft.com/office/drawing/2014/main" id="{127E28C2-BBE0-01B3-0E43-B3DC839E76E7}"/>
                    </a:ext>
                  </a:extLst>
                </p:cNvPr>
                <p:cNvPicPr/>
                <p:nvPr/>
              </p:nvPicPr>
              <p:blipFill>
                <a:blip r:embed="rId575"/>
                <a:stretch>
                  <a:fillRect/>
                </a:stretch>
              </p:blipFill>
              <p:spPr>
                <a:xfrm>
                  <a:off x="9575100" y="3239648"/>
                  <a:ext cx="24444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6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F8A4A1CC-D712-1971-814A-6462BC15AE69}"/>
                    </a:ext>
                  </a:extLst>
                </p14:cNvPr>
                <p14:cNvContentPartPr/>
                <p14:nvPr/>
              </p14:nvContentPartPr>
              <p14:xfrm>
                <a:off x="9697140" y="3251888"/>
                <a:ext cx="148320" cy="11160"/>
              </p14:xfrm>
            </p:contentPart>
          </mc:Choice>
          <mc:Fallback xmlns=""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F8A4A1CC-D712-1971-814A-6462BC15AE69}"/>
                    </a:ext>
                  </a:extLst>
                </p:cNvPr>
                <p:cNvPicPr/>
                <p:nvPr/>
              </p:nvPicPr>
              <p:blipFill>
                <a:blip r:embed="rId577"/>
                <a:stretch>
                  <a:fillRect/>
                </a:stretch>
              </p:blipFill>
              <p:spPr>
                <a:xfrm>
                  <a:off x="9688140" y="3242888"/>
                  <a:ext cx="16596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8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E1C40D72-C738-070F-79CF-B9543AFF3FF4}"/>
                    </a:ext>
                  </a:extLst>
                </p14:cNvPr>
                <p14:cNvContentPartPr/>
                <p14:nvPr/>
              </p14:nvContentPartPr>
              <p14:xfrm>
                <a:off x="9516420" y="3262688"/>
                <a:ext cx="79920" cy="7920"/>
              </p14:xfrm>
            </p:contentPart>
          </mc:Choice>
          <mc:Fallback xmlns=""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E1C40D72-C738-070F-79CF-B9543AFF3FF4}"/>
                    </a:ext>
                  </a:extLst>
                </p:cNvPr>
                <p:cNvPicPr/>
                <p:nvPr/>
              </p:nvPicPr>
              <p:blipFill>
                <a:blip r:embed="rId579"/>
                <a:stretch>
                  <a:fillRect/>
                </a:stretch>
              </p:blipFill>
              <p:spPr>
                <a:xfrm>
                  <a:off x="9507420" y="3253688"/>
                  <a:ext cx="97560" cy="25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1" name="Group 330">
            <a:extLst>
              <a:ext uri="{FF2B5EF4-FFF2-40B4-BE49-F238E27FC236}">
                <a16:creationId xmlns:a16="http://schemas.microsoft.com/office/drawing/2014/main" id="{193223DE-624C-1DEB-9038-CC1FC3B87AA0}"/>
              </a:ext>
            </a:extLst>
          </p:cNvPr>
          <p:cNvGrpSpPr/>
          <p:nvPr/>
        </p:nvGrpSpPr>
        <p:grpSpPr>
          <a:xfrm>
            <a:off x="10042740" y="3339728"/>
            <a:ext cx="312120" cy="224640"/>
            <a:chOff x="10042740" y="3339728"/>
            <a:chExt cx="312120" cy="224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80">
              <p14:nvContentPartPr>
                <p14:cNvPr id="326" name="Ink 325">
                  <a:extLst>
                    <a:ext uri="{FF2B5EF4-FFF2-40B4-BE49-F238E27FC236}">
                      <a16:creationId xmlns:a16="http://schemas.microsoft.com/office/drawing/2014/main" id="{75B6C28A-8BFD-8F72-070F-023EF67D5098}"/>
                    </a:ext>
                  </a:extLst>
                </p14:cNvPr>
                <p14:cNvContentPartPr/>
                <p14:nvPr/>
              </p14:nvContentPartPr>
              <p14:xfrm>
                <a:off x="10042740" y="3387248"/>
                <a:ext cx="2520" cy="3240"/>
              </p14:xfrm>
            </p:contentPart>
          </mc:Choice>
          <mc:Fallback xmlns="">
            <p:pic>
              <p:nvPicPr>
                <p:cNvPr id="326" name="Ink 325">
                  <a:extLst>
                    <a:ext uri="{FF2B5EF4-FFF2-40B4-BE49-F238E27FC236}">
                      <a16:creationId xmlns:a16="http://schemas.microsoft.com/office/drawing/2014/main" id="{75B6C28A-8BFD-8F72-070F-023EF67D5098}"/>
                    </a:ext>
                  </a:extLst>
                </p:cNvPr>
                <p:cNvPicPr/>
                <p:nvPr/>
              </p:nvPicPr>
              <p:blipFill>
                <a:blip r:embed="rId581"/>
                <a:stretch>
                  <a:fillRect/>
                </a:stretch>
              </p:blipFill>
              <p:spPr>
                <a:xfrm>
                  <a:off x="10033740" y="3378608"/>
                  <a:ext cx="2016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2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6CE9D0F7-AECC-5684-59CE-8C68422FA0BD}"/>
                    </a:ext>
                  </a:extLst>
                </p14:cNvPr>
                <p14:cNvContentPartPr/>
                <p14:nvPr/>
              </p14:nvContentPartPr>
              <p14:xfrm>
                <a:off x="10135980" y="3339728"/>
                <a:ext cx="151200" cy="90000"/>
              </p14:xfrm>
            </p:contentPart>
          </mc:Choice>
          <mc:Fallback xmlns=""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6CE9D0F7-AECC-5684-59CE-8C68422FA0BD}"/>
                    </a:ext>
                  </a:extLst>
                </p:cNvPr>
                <p:cNvPicPr/>
                <p:nvPr/>
              </p:nvPicPr>
              <p:blipFill>
                <a:blip r:embed="rId583"/>
                <a:stretch>
                  <a:fillRect/>
                </a:stretch>
              </p:blipFill>
              <p:spPr>
                <a:xfrm>
                  <a:off x="10127340" y="3330728"/>
                  <a:ext cx="16884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4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C7989CC1-4748-0D0F-8478-1C942FC26D35}"/>
                    </a:ext>
                  </a:extLst>
                </p14:cNvPr>
                <p14:cNvContentPartPr/>
                <p14:nvPr/>
              </p14:nvContentPartPr>
              <p14:xfrm>
                <a:off x="10181700" y="3355928"/>
                <a:ext cx="58680" cy="78120"/>
              </p14:xfrm>
            </p:contentPart>
          </mc:Choice>
          <mc:Fallback xmlns=""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C7989CC1-4748-0D0F-8478-1C942FC26D35}"/>
                    </a:ext>
                  </a:extLst>
                </p:cNvPr>
                <p:cNvPicPr/>
                <p:nvPr/>
              </p:nvPicPr>
              <p:blipFill>
                <a:blip r:embed="rId585"/>
                <a:stretch>
                  <a:fillRect/>
                </a:stretch>
              </p:blipFill>
              <p:spPr>
                <a:xfrm>
                  <a:off x="10173060" y="3347288"/>
                  <a:ext cx="7632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6">
              <p14:nvContentPartPr>
                <p14:cNvPr id="330" name="Ink 329">
                  <a:extLst>
                    <a:ext uri="{FF2B5EF4-FFF2-40B4-BE49-F238E27FC236}">
                      <a16:creationId xmlns:a16="http://schemas.microsoft.com/office/drawing/2014/main" id="{081E5256-2F39-1469-606E-AE43D1CFA4BB}"/>
                    </a:ext>
                  </a:extLst>
                </p14:cNvPr>
                <p14:cNvContentPartPr/>
                <p14:nvPr/>
              </p14:nvContentPartPr>
              <p14:xfrm>
                <a:off x="10166580" y="3549248"/>
                <a:ext cx="188280" cy="15120"/>
              </p14:xfrm>
            </p:contentPart>
          </mc:Choice>
          <mc:Fallback xmlns="">
            <p:pic>
              <p:nvPicPr>
                <p:cNvPr id="330" name="Ink 329">
                  <a:extLst>
                    <a:ext uri="{FF2B5EF4-FFF2-40B4-BE49-F238E27FC236}">
                      <a16:creationId xmlns:a16="http://schemas.microsoft.com/office/drawing/2014/main" id="{081E5256-2F39-1469-606E-AE43D1CFA4BB}"/>
                    </a:ext>
                  </a:extLst>
                </p:cNvPr>
                <p:cNvPicPr/>
                <p:nvPr/>
              </p:nvPicPr>
              <p:blipFill>
                <a:blip r:embed="rId587"/>
                <a:stretch>
                  <a:fillRect/>
                </a:stretch>
              </p:blipFill>
              <p:spPr>
                <a:xfrm>
                  <a:off x="10157940" y="3540608"/>
                  <a:ext cx="205920" cy="32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88">
            <p14:nvContentPartPr>
              <p14:cNvPr id="332" name="Ink 331">
                <a:extLst>
                  <a:ext uri="{FF2B5EF4-FFF2-40B4-BE49-F238E27FC236}">
                    <a16:creationId xmlns:a16="http://schemas.microsoft.com/office/drawing/2014/main" id="{00BD2981-7750-F279-A591-27378EE63DC4}"/>
                  </a:ext>
                </a:extLst>
              </p14:cNvPr>
              <p14:cNvContentPartPr/>
              <p14:nvPr/>
            </p14:nvContentPartPr>
            <p14:xfrm>
              <a:off x="9741420" y="3682448"/>
              <a:ext cx="10800" cy="255600"/>
            </p14:xfrm>
          </p:contentPart>
        </mc:Choice>
        <mc:Fallback xmlns="">
          <p:pic>
            <p:nvPicPr>
              <p:cNvPr id="332" name="Ink 331">
                <a:extLst>
                  <a:ext uri="{FF2B5EF4-FFF2-40B4-BE49-F238E27FC236}">
                    <a16:creationId xmlns:a16="http://schemas.microsoft.com/office/drawing/2014/main" id="{00BD2981-7750-F279-A591-27378EE63DC4}"/>
                  </a:ext>
                </a:extLst>
              </p:cNvPr>
              <p:cNvPicPr/>
              <p:nvPr/>
            </p:nvPicPr>
            <p:blipFill>
              <a:blip r:embed="rId589"/>
              <a:stretch>
                <a:fillRect/>
              </a:stretch>
            </p:blipFill>
            <p:spPr>
              <a:xfrm>
                <a:off x="9732420" y="3673808"/>
                <a:ext cx="28440" cy="273240"/>
              </a:xfrm>
              <a:prstGeom prst="rect">
                <a:avLst/>
              </a:prstGeom>
            </p:spPr>
          </p:pic>
        </mc:Fallback>
      </mc:AlternateContent>
      <p:grpSp>
        <p:nvGrpSpPr>
          <p:cNvPr id="342" name="Group 341">
            <a:extLst>
              <a:ext uri="{FF2B5EF4-FFF2-40B4-BE49-F238E27FC236}">
                <a16:creationId xmlns:a16="http://schemas.microsoft.com/office/drawing/2014/main" id="{5097DDF2-18AE-5B9F-1103-A7D0AC50A414}"/>
              </a:ext>
            </a:extLst>
          </p:cNvPr>
          <p:cNvGrpSpPr/>
          <p:nvPr/>
        </p:nvGrpSpPr>
        <p:grpSpPr>
          <a:xfrm>
            <a:off x="9413100" y="4098968"/>
            <a:ext cx="826920" cy="307800"/>
            <a:chOff x="9413100" y="4098968"/>
            <a:chExt cx="826920" cy="307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90">
              <p14:nvContentPartPr>
                <p14:cNvPr id="333" name="Ink 332">
                  <a:extLst>
                    <a:ext uri="{FF2B5EF4-FFF2-40B4-BE49-F238E27FC236}">
                      <a16:creationId xmlns:a16="http://schemas.microsoft.com/office/drawing/2014/main" id="{B0DAB4D0-F99E-812F-7220-12A6D2D51A92}"/>
                    </a:ext>
                  </a:extLst>
                </p14:cNvPr>
                <p14:cNvContentPartPr/>
                <p14:nvPr/>
              </p14:nvContentPartPr>
              <p14:xfrm>
                <a:off x="9517860" y="4160528"/>
                <a:ext cx="144000" cy="143280"/>
              </p14:xfrm>
            </p:contentPart>
          </mc:Choice>
          <mc:Fallback xmlns="">
            <p:pic>
              <p:nvPicPr>
                <p:cNvPr id="333" name="Ink 332">
                  <a:extLst>
                    <a:ext uri="{FF2B5EF4-FFF2-40B4-BE49-F238E27FC236}">
                      <a16:creationId xmlns:a16="http://schemas.microsoft.com/office/drawing/2014/main" id="{B0DAB4D0-F99E-812F-7220-12A6D2D51A92}"/>
                    </a:ext>
                  </a:extLst>
                </p:cNvPr>
                <p:cNvPicPr/>
                <p:nvPr/>
              </p:nvPicPr>
              <p:blipFill>
                <a:blip r:embed="rId591"/>
                <a:stretch>
                  <a:fillRect/>
                </a:stretch>
              </p:blipFill>
              <p:spPr>
                <a:xfrm>
                  <a:off x="9509220" y="4151528"/>
                  <a:ext cx="16164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2">
              <p14:nvContentPartPr>
                <p14:cNvPr id="334" name="Ink 333">
                  <a:extLst>
                    <a:ext uri="{FF2B5EF4-FFF2-40B4-BE49-F238E27FC236}">
                      <a16:creationId xmlns:a16="http://schemas.microsoft.com/office/drawing/2014/main" id="{DC31B5BB-E260-8F2B-E2DF-B45998989ED9}"/>
                    </a:ext>
                  </a:extLst>
                </p14:cNvPr>
                <p14:cNvContentPartPr/>
                <p14:nvPr/>
              </p14:nvContentPartPr>
              <p14:xfrm>
                <a:off x="9767340" y="4228928"/>
                <a:ext cx="129960" cy="64800"/>
              </p14:xfrm>
            </p:contentPart>
          </mc:Choice>
          <mc:Fallback xmlns="">
            <p:pic>
              <p:nvPicPr>
                <p:cNvPr id="334" name="Ink 333">
                  <a:extLst>
                    <a:ext uri="{FF2B5EF4-FFF2-40B4-BE49-F238E27FC236}">
                      <a16:creationId xmlns:a16="http://schemas.microsoft.com/office/drawing/2014/main" id="{DC31B5BB-E260-8F2B-E2DF-B45998989ED9}"/>
                    </a:ext>
                  </a:extLst>
                </p:cNvPr>
                <p:cNvPicPr/>
                <p:nvPr/>
              </p:nvPicPr>
              <p:blipFill>
                <a:blip r:embed="rId593"/>
                <a:stretch>
                  <a:fillRect/>
                </a:stretch>
              </p:blipFill>
              <p:spPr>
                <a:xfrm>
                  <a:off x="9758340" y="4219928"/>
                  <a:ext cx="14760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4">
              <p14:nvContentPartPr>
                <p14:cNvPr id="335" name="Ink 334">
                  <a:extLst>
                    <a:ext uri="{FF2B5EF4-FFF2-40B4-BE49-F238E27FC236}">
                      <a16:creationId xmlns:a16="http://schemas.microsoft.com/office/drawing/2014/main" id="{A542BDCF-477F-87F0-0A6E-13ABA78FDF59}"/>
                    </a:ext>
                  </a:extLst>
                </p14:cNvPr>
                <p14:cNvContentPartPr/>
                <p14:nvPr/>
              </p14:nvContentPartPr>
              <p14:xfrm>
                <a:off x="9800460" y="4254848"/>
                <a:ext cx="65880" cy="39960"/>
              </p14:xfrm>
            </p:contentPart>
          </mc:Choice>
          <mc:Fallback xmlns="">
            <p:pic>
              <p:nvPicPr>
                <p:cNvPr id="335" name="Ink 334">
                  <a:extLst>
                    <a:ext uri="{FF2B5EF4-FFF2-40B4-BE49-F238E27FC236}">
                      <a16:creationId xmlns:a16="http://schemas.microsoft.com/office/drawing/2014/main" id="{A542BDCF-477F-87F0-0A6E-13ABA78FDF59}"/>
                    </a:ext>
                  </a:extLst>
                </p:cNvPr>
                <p:cNvPicPr/>
                <p:nvPr/>
              </p:nvPicPr>
              <p:blipFill>
                <a:blip r:embed="rId595"/>
                <a:stretch>
                  <a:fillRect/>
                </a:stretch>
              </p:blipFill>
              <p:spPr>
                <a:xfrm>
                  <a:off x="9791820" y="4246208"/>
                  <a:ext cx="8352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6">
              <p14:nvContentPartPr>
                <p14:cNvPr id="337" name="Ink 336">
                  <a:extLst>
                    <a:ext uri="{FF2B5EF4-FFF2-40B4-BE49-F238E27FC236}">
                      <a16:creationId xmlns:a16="http://schemas.microsoft.com/office/drawing/2014/main" id="{8A78F874-700A-EE68-603B-4EE6AD06A967}"/>
                    </a:ext>
                  </a:extLst>
                </p14:cNvPr>
                <p14:cNvContentPartPr/>
                <p14:nvPr/>
              </p14:nvContentPartPr>
              <p14:xfrm>
                <a:off x="9963540" y="4119848"/>
                <a:ext cx="94320" cy="195120"/>
              </p14:xfrm>
            </p:contentPart>
          </mc:Choice>
          <mc:Fallback xmlns="">
            <p:pic>
              <p:nvPicPr>
                <p:cNvPr id="337" name="Ink 336">
                  <a:extLst>
                    <a:ext uri="{FF2B5EF4-FFF2-40B4-BE49-F238E27FC236}">
                      <a16:creationId xmlns:a16="http://schemas.microsoft.com/office/drawing/2014/main" id="{8A78F874-700A-EE68-603B-4EE6AD06A967}"/>
                    </a:ext>
                  </a:extLst>
                </p:cNvPr>
                <p:cNvPicPr/>
                <p:nvPr/>
              </p:nvPicPr>
              <p:blipFill>
                <a:blip r:embed="rId597"/>
                <a:stretch>
                  <a:fillRect/>
                </a:stretch>
              </p:blipFill>
              <p:spPr>
                <a:xfrm>
                  <a:off x="9954900" y="4110848"/>
                  <a:ext cx="11196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8">
              <p14:nvContentPartPr>
                <p14:cNvPr id="338" name="Ink 337">
                  <a:extLst>
                    <a:ext uri="{FF2B5EF4-FFF2-40B4-BE49-F238E27FC236}">
                      <a16:creationId xmlns:a16="http://schemas.microsoft.com/office/drawing/2014/main" id="{6C66CB86-7A5B-6010-4931-20AFC807C9B5}"/>
                    </a:ext>
                  </a:extLst>
                </p14:cNvPr>
                <p14:cNvContentPartPr/>
                <p14:nvPr/>
              </p14:nvContentPartPr>
              <p14:xfrm>
                <a:off x="10012500" y="4237208"/>
                <a:ext cx="92880" cy="7920"/>
              </p14:xfrm>
            </p:contentPart>
          </mc:Choice>
          <mc:Fallback xmlns="">
            <p:pic>
              <p:nvPicPr>
                <p:cNvPr id="338" name="Ink 337">
                  <a:extLst>
                    <a:ext uri="{FF2B5EF4-FFF2-40B4-BE49-F238E27FC236}">
                      <a16:creationId xmlns:a16="http://schemas.microsoft.com/office/drawing/2014/main" id="{6C66CB86-7A5B-6010-4931-20AFC807C9B5}"/>
                    </a:ext>
                  </a:extLst>
                </p:cNvPr>
                <p:cNvPicPr/>
                <p:nvPr/>
              </p:nvPicPr>
              <p:blipFill>
                <a:blip r:embed="rId599"/>
                <a:stretch>
                  <a:fillRect/>
                </a:stretch>
              </p:blipFill>
              <p:spPr>
                <a:xfrm>
                  <a:off x="10003860" y="4228208"/>
                  <a:ext cx="11052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0">
              <p14:nvContentPartPr>
                <p14:cNvPr id="340" name="Ink 339">
                  <a:extLst>
                    <a:ext uri="{FF2B5EF4-FFF2-40B4-BE49-F238E27FC236}">
                      <a16:creationId xmlns:a16="http://schemas.microsoft.com/office/drawing/2014/main" id="{ADD870F0-BD6C-2338-EAFA-4C224B96EA47}"/>
                    </a:ext>
                  </a:extLst>
                </p14:cNvPr>
                <p14:cNvContentPartPr/>
                <p14:nvPr/>
              </p14:nvContentPartPr>
              <p14:xfrm>
                <a:off x="10110060" y="4098968"/>
                <a:ext cx="129960" cy="275760"/>
              </p14:xfrm>
            </p:contentPart>
          </mc:Choice>
          <mc:Fallback xmlns="">
            <p:pic>
              <p:nvPicPr>
                <p:cNvPr id="340" name="Ink 339">
                  <a:extLst>
                    <a:ext uri="{FF2B5EF4-FFF2-40B4-BE49-F238E27FC236}">
                      <a16:creationId xmlns:a16="http://schemas.microsoft.com/office/drawing/2014/main" id="{ADD870F0-BD6C-2338-EAFA-4C224B96EA47}"/>
                    </a:ext>
                  </a:extLst>
                </p:cNvPr>
                <p:cNvPicPr/>
                <p:nvPr/>
              </p:nvPicPr>
              <p:blipFill>
                <a:blip r:embed="rId601"/>
                <a:stretch>
                  <a:fillRect/>
                </a:stretch>
              </p:blipFill>
              <p:spPr>
                <a:xfrm>
                  <a:off x="10101420" y="4090328"/>
                  <a:ext cx="14760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2">
              <p14:nvContentPartPr>
                <p14:cNvPr id="341" name="Ink 340">
                  <a:extLst>
                    <a:ext uri="{FF2B5EF4-FFF2-40B4-BE49-F238E27FC236}">
                      <a16:creationId xmlns:a16="http://schemas.microsoft.com/office/drawing/2014/main" id="{2CD42AD2-B264-B44C-A407-71D75D71802D}"/>
                    </a:ext>
                  </a:extLst>
                </p14:cNvPr>
                <p14:cNvContentPartPr/>
                <p14:nvPr/>
              </p14:nvContentPartPr>
              <p14:xfrm>
                <a:off x="9413100" y="4129208"/>
                <a:ext cx="104400" cy="277560"/>
              </p14:xfrm>
            </p:contentPart>
          </mc:Choice>
          <mc:Fallback xmlns="">
            <p:pic>
              <p:nvPicPr>
                <p:cNvPr id="341" name="Ink 340">
                  <a:extLst>
                    <a:ext uri="{FF2B5EF4-FFF2-40B4-BE49-F238E27FC236}">
                      <a16:creationId xmlns:a16="http://schemas.microsoft.com/office/drawing/2014/main" id="{2CD42AD2-B264-B44C-A407-71D75D71802D}"/>
                    </a:ext>
                  </a:extLst>
                </p:cNvPr>
                <p:cNvPicPr/>
                <p:nvPr/>
              </p:nvPicPr>
              <p:blipFill>
                <a:blip r:embed="rId603"/>
                <a:stretch>
                  <a:fillRect/>
                </a:stretch>
              </p:blipFill>
              <p:spPr>
                <a:xfrm>
                  <a:off x="9404460" y="4120208"/>
                  <a:ext cx="122040" cy="295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3" name="Group 352">
            <a:extLst>
              <a:ext uri="{FF2B5EF4-FFF2-40B4-BE49-F238E27FC236}">
                <a16:creationId xmlns:a16="http://schemas.microsoft.com/office/drawing/2014/main" id="{36399FD4-5A97-DA80-F8A3-482CCCFFBEB3}"/>
              </a:ext>
            </a:extLst>
          </p:cNvPr>
          <p:cNvGrpSpPr/>
          <p:nvPr/>
        </p:nvGrpSpPr>
        <p:grpSpPr>
          <a:xfrm>
            <a:off x="10276380" y="3662648"/>
            <a:ext cx="998280" cy="388440"/>
            <a:chOff x="10276380" y="3662648"/>
            <a:chExt cx="998280" cy="388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04">
              <p14:nvContentPartPr>
                <p14:cNvPr id="343" name="Ink 342">
                  <a:extLst>
                    <a:ext uri="{FF2B5EF4-FFF2-40B4-BE49-F238E27FC236}">
                      <a16:creationId xmlns:a16="http://schemas.microsoft.com/office/drawing/2014/main" id="{03286A60-4747-D8B0-14B9-7AE03E0543D8}"/>
                    </a:ext>
                  </a:extLst>
                </p14:cNvPr>
                <p14:cNvContentPartPr/>
                <p14:nvPr/>
              </p14:nvContentPartPr>
              <p14:xfrm>
                <a:off x="10577700" y="3843728"/>
                <a:ext cx="105480" cy="187560"/>
              </p14:xfrm>
            </p:contentPart>
          </mc:Choice>
          <mc:Fallback xmlns="">
            <p:pic>
              <p:nvPicPr>
                <p:cNvPr id="343" name="Ink 342">
                  <a:extLst>
                    <a:ext uri="{FF2B5EF4-FFF2-40B4-BE49-F238E27FC236}">
                      <a16:creationId xmlns:a16="http://schemas.microsoft.com/office/drawing/2014/main" id="{03286A60-4747-D8B0-14B9-7AE03E0543D8}"/>
                    </a:ext>
                  </a:extLst>
                </p:cNvPr>
                <p:cNvPicPr/>
                <p:nvPr/>
              </p:nvPicPr>
              <p:blipFill>
                <a:blip r:embed="rId605"/>
                <a:stretch>
                  <a:fillRect/>
                </a:stretch>
              </p:blipFill>
              <p:spPr>
                <a:xfrm>
                  <a:off x="10569060" y="3835088"/>
                  <a:ext cx="12312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6">
              <p14:nvContentPartPr>
                <p14:cNvPr id="344" name="Ink 343">
                  <a:extLst>
                    <a:ext uri="{FF2B5EF4-FFF2-40B4-BE49-F238E27FC236}">
                      <a16:creationId xmlns:a16="http://schemas.microsoft.com/office/drawing/2014/main" id="{F5D23A14-60DE-FB7C-B7E4-C0B8A9E80296}"/>
                    </a:ext>
                  </a:extLst>
                </p14:cNvPr>
                <p14:cNvContentPartPr/>
                <p14:nvPr/>
              </p14:nvContentPartPr>
              <p14:xfrm>
                <a:off x="10634220" y="3953888"/>
                <a:ext cx="79200" cy="5400"/>
              </p14:xfrm>
            </p:contentPart>
          </mc:Choice>
          <mc:Fallback xmlns="">
            <p:pic>
              <p:nvPicPr>
                <p:cNvPr id="344" name="Ink 343">
                  <a:extLst>
                    <a:ext uri="{FF2B5EF4-FFF2-40B4-BE49-F238E27FC236}">
                      <a16:creationId xmlns:a16="http://schemas.microsoft.com/office/drawing/2014/main" id="{F5D23A14-60DE-FB7C-B7E4-C0B8A9E80296}"/>
                    </a:ext>
                  </a:extLst>
                </p:cNvPr>
                <p:cNvPicPr/>
                <p:nvPr/>
              </p:nvPicPr>
              <p:blipFill>
                <a:blip r:embed="rId607"/>
                <a:stretch>
                  <a:fillRect/>
                </a:stretch>
              </p:blipFill>
              <p:spPr>
                <a:xfrm>
                  <a:off x="10625220" y="3944888"/>
                  <a:ext cx="9684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8">
              <p14:nvContentPartPr>
                <p14:cNvPr id="346" name="Ink 345">
                  <a:extLst>
                    <a:ext uri="{FF2B5EF4-FFF2-40B4-BE49-F238E27FC236}">
                      <a16:creationId xmlns:a16="http://schemas.microsoft.com/office/drawing/2014/main" id="{D791CE6C-D39A-59FD-9DB6-1CF910D230AB}"/>
                    </a:ext>
                  </a:extLst>
                </p14:cNvPr>
                <p14:cNvContentPartPr/>
                <p14:nvPr/>
              </p14:nvContentPartPr>
              <p14:xfrm>
                <a:off x="10821780" y="3927608"/>
                <a:ext cx="112680" cy="84960"/>
              </p14:xfrm>
            </p:contentPart>
          </mc:Choice>
          <mc:Fallback xmlns="">
            <p:pic>
              <p:nvPicPr>
                <p:cNvPr id="346" name="Ink 345">
                  <a:extLst>
                    <a:ext uri="{FF2B5EF4-FFF2-40B4-BE49-F238E27FC236}">
                      <a16:creationId xmlns:a16="http://schemas.microsoft.com/office/drawing/2014/main" id="{D791CE6C-D39A-59FD-9DB6-1CF910D230AB}"/>
                    </a:ext>
                  </a:extLst>
                </p:cNvPr>
                <p:cNvPicPr/>
                <p:nvPr/>
              </p:nvPicPr>
              <p:blipFill>
                <a:blip r:embed="rId609"/>
                <a:stretch>
                  <a:fillRect/>
                </a:stretch>
              </p:blipFill>
              <p:spPr>
                <a:xfrm>
                  <a:off x="10813140" y="3918608"/>
                  <a:ext cx="13032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0">
              <p14:nvContentPartPr>
                <p14:cNvPr id="347" name="Ink 346">
                  <a:extLst>
                    <a:ext uri="{FF2B5EF4-FFF2-40B4-BE49-F238E27FC236}">
                      <a16:creationId xmlns:a16="http://schemas.microsoft.com/office/drawing/2014/main" id="{3418AB16-E4E7-AA65-8D77-330C9FFCE62A}"/>
                    </a:ext>
                  </a:extLst>
                </p14:cNvPr>
                <p14:cNvContentPartPr/>
                <p14:nvPr/>
              </p14:nvContentPartPr>
              <p14:xfrm>
                <a:off x="10869660" y="3932648"/>
                <a:ext cx="51480" cy="73440"/>
              </p14:xfrm>
            </p:contentPart>
          </mc:Choice>
          <mc:Fallback xmlns="">
            <p:pic>
              <p:nvPicPr>
                <p:cNvPr id="347" name="Ink 346">
                  <a:extLst>
                    <a:ext uri="{FF2B5EF4-FFF2-40B4-BE49-F238E27FC236}">
                      <a16:creationId xmlns:a16="http://schemas.microsoft.com/office/drawing/2014/main" id="{3418AB16-E4E7-AA65-8D77-330C9FFCE62A}"/>
                    </a:ext>
                  </a:extLst>
                </p:cNvPr>
                <p:cNvPicPr/>
                <p:nvPr/>
              </p:nvPicPr>
              <p:blipFill>
                <a:blip r:embed="rId611"/>
                <a:stretch>
                  <a:fillRect/>
                </a:stretch>
              </p:blipFill>
              <p:spPr>
                <a:xfrm>
                  <a:off x="10861020" y="3924008"/>
                  <a:ext cx="6912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2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7E165BEF-B192-9D6F-1862-F04552F5D8DC}"/>
                    </a:ext>
                  </a:extLst>
                </p14:cNvPr>
                <p14:cNvContentPartPr/>
                <p14:nvPr/>
              </p14:nvContentPartPr>
              <p14:xfrm>
                <a:off x="11058300" y="3882968"/>
                <a:ext cx="8640" cy="120240"/>
              </p14:xfrm>
            </p:contentPart>
          </mc:Choice>
          <mc:Fallback xmlns=""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7E165BEF-B192-9D6F-1862-F04552F5D8DC}"/>
                    </a:ext>
                  </a:extLst>
                </p:cNvPr>
                <p:cNvPicPr/>
                <p:nvPr/>
              </p:nvPicPr>
              <p:blipFill>
                <a:blip r:embed="rId613"/>
                <a:stretch>
                  <a:fillRect/>
                </a:stretch>
              </p:blipFill>
              <p:spPr>
                <a:xfrm>
                  <a:off x="11049300" y="3874328"/>
                  <a:ext cx="2628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4">
              <p14:nvContentPartPr>
                <p14:cNvPr id="350" name="Ink 349">
                  <a:extLst>
                    <a:ext uri="{FF2B5EF4-FFF2-40B4-BE49-F238E27FC236}">
                      <a16:creationId xmlns:a16="http://schemas.microsoft.com/office/drawing/2014/main" id="{BA33A60D-6BCF-C1FC-CEB0-20FBAA60EA53}"/>
                    </a:ext>
                  </a:extLst>
                </p14:cNvPr>
                <p14:cNvContentPartPr/>
                <p14:nvPr/>
              </p14:nvContentPartPr>
              <p14:xfrm>
                <a:off x="10459260" y="3792608"/>
                <a:ext cx="89640" cy="258480"/>
              </p14:xfrm>
            </p:contentPart>
          </mc:Choice>
          <mc:Fallback xmlns="">
            <p:pic>
              <p:nvPicPr>
                <p:cNvPr id="350" name="Ink 349">
                  <a:extLst>
                    <a:ext uri="{FF2B5EF4-FFF2-40B4-BE49-F238E27FC236}">
                      <a16:creationId xmlns:a16="http://schemas.microsoft.com/office/drawing/2014/main" id="{BA33A60D-6BCF-C1FC-CEB0-20FBAA60EA53}"/>
                    </a:ext>
                  </a:extLst>
                </p:cNvPr>
                <p:cNvPicPr/>
                <p:nvPr/>
              </p:nvPicPr>
              <p:blipFill>
                <a:blip r:embed="rId615"/>
                <a:stretch>
                  <a:fillRect/>
                </a:stretch>
              </p:blipFill>
              <p:spPr>
                <a:xfrm>
                  <a:off x="10450260" y="3783608"/>
                  <a:ext cx="10728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6">
              <p14:nvContentPartPr>
                <p14:cNvPr id="351" name="Ink 350">
                  <a:extLst>
                    <a:ext uri="{FF2B5EF4-FFF2-40B4-BE49-F238E27FC236}">
                      <a16:creationId xmlns:a16="http://schemas.microsoft.com/office/drawing/2014/main" id="{716F04F5-5538-3CEA-5AEB-9DECFB62D6D9}"/>
                    </a:ext>
                  </a:extLst>
                </p14:cNvPr>
                <p14:cNvContentPartPr/>
                <p14:nvPr/>
              </p14:nvContentPartPr>
              <p14:xfrm>
                <a:off x="11143980" y="3818528"/>
                <a:ext cx="130680" cy="231840"/>
              </p14:xfrm>
            </p:contentPart>
          </mc:Choice>
          <mc:Fallback xmlns="">
            <p:pic>
              <p:nvPicPr>
                <p:cNvPr id="351" name="Ink 350">
                  <a:extLst>
                    <a:ext uri="{FF2B5EF4-FFF2-40B4-BE49-F238E27FC236}">
                      <a16:creationId xmlns:a16="http://schemas.microsoft.com/office/drawing/2014/main" id="{716F04F5-5538-3CEA-5AEB-9DECFB62D6D9}"/>
                    </a:ext>
                  </a:extLst>
                </p:cNvPr>
                <p:cNvPicPr/>
                <p:nvPr/>
              </p:nvPicPr>
              <p:blipFill>
                <a:blip r:embed="rId617"/>
                <a:stretch>
                  <a:fillRect/>
                </a:stretch>
              </p:blipFill>
              <p:spPr>
                <a:xfrm>
                  <a:off x="11135340" y="3809528"/>
                  <a:ext cx="14832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8">
              <p14:nvContentPartPr>
                <p14:cNvPr id="352" name="Ink 351">
                  <a:extLst>
                    <a:ext uri="{FF2B5EF4-FFF2-40B4-BE49-F238E27FC236}">
                      <a16:creationId xmlns:a16="http://schemas.microsoft.com/office/drawing/2014/main" id="{469A207C-6429-64DA-4A38-E6114FB295A2}"/>
                    </a:ext>
                  </a:extLst>
                </p14:cNvPr>
                <p14:cNvContentPartPr/>
                <p14:nvPr/>
              </p14:nvContentPartPr>
              <p14:xfrm>
                <a:off x="10276380" y="3662648"/>
                <a:ext cx="108360" cy="96840"/>
              </p14:xfrm>
            </p:contentPart>
          </mc:Choice>
          <mc:Fallback xmlns="">
            <p:pic>
              <p:nvPicPr>
                <p:cNvPr id="352" name="Ink 351">
                  <a:extLst>
                    <a:ext uri="{FF2B5EF4-FFF2-40B4-BE49-F238E27FC236}">
                      <a16:creationId xmlns:a16="http://schemas.microsoft.com/office/drawing/2014/main" id="{469A207C-6429-64DA-4A38-E6114FB295A2}"/>
                    </a:ext>
                  </a:extLst>
                </p:cNvPr>
                <p:cNvPicPr/>
                <p:nvPr/>
              </p:nvPicPr>
              <p:blipFill>
                <a:blip r:embed="rId619"/>
                <a:stretch>
                  <a:fillRect/>
                </a:stretch>
              </p:blipFill>
              <p:spPr>
                <a:xfrm>
                  <a:off x="10267740" y="3653648"/>
                  <a:ext cx="126000" cy="114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20">
            <p14:nvContentPartPr>
              <p14:cNvPr id="354" name="Ink 353">
                <a:extLst>
                  <a:ext uri="{FF2B5EF4-FFF2-40B4-BE49-F238E27FC236}">
                    <a16:creationId xmlns:a16="http://schemas.microsoft.com/office/drawing/2014/main" id="{C4792FC2-C12A-9906-10E9-BC11FD39E282}"/>
                  </a:ext>
                </a:extLst>
              </p14:cNvPr>
              <p14:cNvContentPartPr/>
              <p14:nvPr/>
            </p14:nvContentPartPr>
            <p14:xfrm>
              <a:off x="9047700" y="3756248"/>
              <a:ext cx="106560" cy="82800"/>
            </p14:xfrm>
          </p:contentPart>
        </mc:Choice>
        <mc:Fallback xmlns="">
          <p:pic>
            <p:nvPicPr>
              <p:cNvPr id="354" name="Ink 353">
                <a:extLst>
                  <a:ext uri="{FF2B5EF4-FFF2-40B4-BE49-F238E27FC236}">
                    <a16:creationId xmlns:a16="http://schemas.microsoft.com/office/drawing/2014/main" id="{C4792FC2-C12A-9906-10E9-BC11FD39E282}"/>
                  </a:ext>
                </a:extLst>
              </p:cNvPr>
              <p:cNvPicPr/>
              <p:nvPr/>
            </p:nvPicPr>
            <p:blipFill>
              <a:blip r:embed="rId621"/>
              <a:stretch>
                <a:fillRect/>
              </a:stretch>
            </p:blipFill>
            <p:spPr>
              <a:xfrm>
                <a:off x="9039060" y="3747248"/>
                <a:ext cx="124200" cy="100440"/>
              </a:xfrm>
              <a:prstGeom prst="rect">
                <a:avLst/>
              </a:prstGeom>
            </p:spPr>
          </p:pic>
        </mc:Fallback>
      </mc:AlternateContent>
      <p:grpSp>
        <p:nvGrpSpPr>
          <p:cNvPr id="362" name="Group 361">
            <a:extLst>
              <a:ext uri="{FF2B5EF4-FFF2-40B4-BE49-F238E27FC236}">
                <a16:creationId xmlns:a16="http://schemas.microsoft.com/office/drawing/2014/main" id="{B2947232-8F6F-904E-43A3-EA79E748390E}"/>
              </a:ext>
            </a:extLst>
          </p:cNvPr>
          <p:cNvGrpSpPr/>
          <p:nvPr/>
        </p:nvGrpSpPr>
        <p:grpSpPr>
          <a:xfrm>
            <a:off x="8470620" y="3914648"/>
            <a:ext cx="613440" cy="259920"/>
            <a:chOff x="8470620" y="3914648"/>
            <a:chExt cx="613440" cy="259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22">
              <p14:nvContentPartPr>
                <p14:cNvPr id="355" name="Ink 354">
                  <a:extLst>
                    <a:ext uri="{FF2B5EF4-FFF2-40B4-BE49-F238E27FC236}">
                      <a16:creationId xmlns:a16="http://schemas.microsoft.com/office/drawing/2014/main" id="{F2B5346C-ECB3-153B-06BE-72D0D7131CA3}"/>
                    </a:ext>
                  </a:extLst>
                </p14:cNvPr>
                <p14:cNvContentPartPr/>
                <p14:nvPr/>
              </p14:nvContentPartPr>
              <p14:xfrm>
                <a:off x="8576100" y="3974408"/>
                <a:ext cx="120240" cy="164880"/>
              </p14:xfrm>
            </p:contentPart>
          </mc:Choice>
          <mc:Fallback xmlns="">
            <p:pic>
              <p:nvPicPr>
                <p:cNvPr id="355" name="Ink 354">
                  <a:extLst>
                    <a:ext uri="{FF2B5EF4-FFF2-40B4-BE49-F238E27FC236}">
                      <a16:creationId xmlns:a16="http://schemas.microsoft.com/office/drawing/2014/main" id="{F2B5346C-ECB3-153B-06BE-72D0D7131CA3}"/>
                    </a:ext>
                  </a:extLst>
                </p:cNvPr>
                <p:cNvPicPr/>
                <p:nvPr/>
              </p:nvPicPr>
              <p:blipFill>
                <a:blip r:embed="rId623"/>
                <a:stretch>
                  <a:fillRect/>
                </a:stretch>
              </p:blipFill>
              <p:spPr>
                <a:xfrm>
                  <a:off x="8567100" y="3965408"/>
                  <a:ext cx="13788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4">
              <p14:nvContentPartPr>
                <p14:cNvPr id="356" name="Ink 355">
                  <a:extLst>
                    <a:ext uri="{FF2B5EF4-FFF2-40B4-BE49-F238E27FC236}">
                      <a16:creationId xmlns:a16="http://schemas.microsoft.com/office/drawing/2014/main" id="{B57F9087-AD03-7D12-05B8-0213E2253A95}"/>
                    </a:ext>
                  </a:extLst>
                </p14:cNvPr>
                <p14:cNvContentPartPr/>
                <p14:nvPr/>
              </p14:nvContentPartPr>
              <p14:xfrm>
                <a:off x="8752860" y="4029128"/>
                <a:ext cx="96840" cy="62280"/>
              </p14:xfrm>
            </p:contentPart>
          </mc:Choice>
          <mc:Fallback xmlns="">
            <p:pic>
              <p:nvPicPr>
                <p:cNvPr id="356" name="Ink 355">
                  <a:extLst>
                    <a:ext uri="{FF2B5EF4-FFF2-40B4-BE49-F238E27FC236}">
                      <a16:creationId xmlns:a16="http://schemas.microsoft.com/office/drawing/2014/main" id="{B57F9087-AD03-7D12-05B8-0213E2253A95}"/>
                    </a:ext>
                  </a:extLst>
                </p:cNvPr>
                <p:cNvPicPr/>
                <p:nvPr/>
              </p:nvPicPr>
              <p:blipFill>
                <a:blip r:embed="rId625"/>
                <a:stretch>
                  <a:fillRect/>
                </a:stretch>
              </p:blipFill>
              <p:spPr>
                <a:xfrm>
                  <a:off x="8744220" y="4020488"/>
                  <a:ext cx="11448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6">
              <p14:nvContentPartPr>
                <p14:cNvPr id="357" name="Ink 356">
                  <a:extLst>
                    <a:ext uri="{FF2B5EF4-FFF2-40B4-BE49-F238E27FC236}">
                      <a16:creationId xmlns:a16="http://schemas.microsoft.com/office/drawing/2014/main" id="{B2542694-DB3B-D850-6D76-09D6C44A9649}"/>
                    </a:ext>
                  </a:extLst>
                </p14:cNvPr>
                <p14:cNvContentPartPr/>
                <p14:nvPr/>
              </p14:nvContentPartPr>
              <p14:xfrm>
                <a:off x="8778060" y="4041728"/>
                <a:ext cx="54360" cy="51840"/>
              </p14:xfrm>
            </p:contentPart>
          </mc:Choice>
          <mc:Fallback xmlns="">
            <p:pic>
              <p:nvPicPr>
                <p:cNvPr id="357" name="Ink 356">
                  <a:extLst>
                    <a:ext uri="{FF2B5EF4-FFF2-40B4-BE49-F238E27FC236}">
                      <a16:creationId xmlns:a16="http://schemas.microsoft.com/office/drawing/2014/main" id="{B2542694-DB3B-D850-6D76-09D6C44A9649}"/>
                    </a:ext>
                  </a:extLst>
                </p:cNvPr>
                <p:cNvPicPr/>
                <p:nvPr/>
              </p:nvPicPr>
              <p:blipFill>
                <a:blip r:embed="rId627"/>
                <a:stretch>
                  <a:fillRect/>
                </a:stretch>
              </p:blipFill>
              <p:spPr>
                <a:xfrm>
                  <a:off x="8769420" y="4033088"/>
                  <a:ext cx="7200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8">
              <p14:nvContentPartPr>
                <p14:cNvPr id="358" name="Ink 357">
                  <a:extLst>
                    <a:ext uri="{FF2B5EF4-FFF2-40B4-BE49-F238E27FC236}">
                      <a16:creationId xmlns:a16="http://schemas.microsoft.com/office/drawing/2014/main" id="{59B33282-A4A8-1EDA-882C-12DA8F92E333}"/>
                    </a:ext>
                  </a:extLst>
                </p14:cNvPr>
                <p14:cNvContentPartPr/>
                <p14:nvPr/>
              </p14:nvContentPartPr>
              <p14:xfrm>
                <a:off x="8940420" y="4005368"/>
                <a:ext cx="38160" cy="119880"/>
              </p14:xfrm>
            </p:contentPart>
          </mc:Choice>
          <mc:Fallback xmlns="">
            <p:pic>
              <p:nvPicPr>
                <p:cNvPr id="358" name="Ink 357">
                  <a:extLst>
                    <a:ext uri="{FF2B5EF4-FFF2-40B4-BE49-F238E27FC236}">
                      <a16:creationId xmlns:a16="http://schemas.microsoft.com/office/drawing/2014/main" id="{59B33282-A4A8-1EDA-882C-12DA8F92E333}"/>
                    </a:ext>
                  </a:extLst>
                </p:cNvPr>
                <p:cNvPicPr/>
                <p:nvPr/>
              </p:nvPicPr>
              <p:blipFill>
                <a:blip r:embed="rId629"/>
                <a:stretch>
                  <a:fillRect/>
                </a:stretch>
              </p:blipFill>
              <p:spPr>
                <a:xfrm>
                  <a:off x="8931420" y="3996728"/>
                  <a:ext cx="5580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0">
              <p14:nvContentPartPr>
                <p14:cNvPr id="360" name="Ink 359">
                  <a:extLst>
                    <a:ext uri="{FF2B5EF4-FFF2-40B4-BE49-F238E27FC236}">
                      <a16:creationId xmlns:a16="http://schemas.microsoft.com/office/drawing/2014/main" id="{7D20ADF5-44C4-107A-8255-916F9A7013CA}"/>
                    </a:ext>
                  </a:extLst>
                </p14:cNvPr>
                <p14:cNvContentPartPr/>
                <p14:nvPr/>
              </p14:nvContentPartPr>
              <p14:xfrm>
                <a:off x="8987940" y="3953528"/>
                <a:ext cx="96120" cy="194400"/>
              </p14:xfrm>
            </p:contentPart>
          </mc:Choice>
          <mc:Fallback xmlns="">
            <p:pic>
              <p:nvPicPr>
                <p:cNvPr id="360" name="Ink 359">
                  <a:extLst>
                    <a:ext uri="{FF2B5EF4-FFF2-40B4-BE49-F238E27FC236}">
                      <a16:creationId xmlns:a16="http://schemas.microsoft.com/office/drawing/2014/main" id="{7D20ADF5-44C4-107A-8255-916F9A7013CA}"/>
                    </a:ext>
                  </a:extLst>
                </p:cNvPr>
                <p:cNvPicPr/>
                <p:nvPr/>
              </p:nvPicPr>
              <p:blipFill>
                <a:blip r:embed="rId631"/>
                <a:stretch>
                  <a:fillRect/>
                </a:stretch>
              </p:blipFill>
              <p:spPr>
                <a:xfrm>
                  <a:off x="8979300" y="3944888"/>
                  <a:ext cx="11376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2">
              <p14:nvContentPartPr>
                <p14:cNvPr id="361" name="Ink 360">
                  <a:extLst>
                    <a:ext uri="{FF2B5EF4-FFF2-40B4-BE49-F238E27FC236}">
                      <a16:creationId xmlns:a16="http://schemas.microsoft.com/office/drawing/2014/main" id="{5CEC6191-5679-E047-59A8-04F6EF6DBDCC}"/>
                    </a:ext>
                  </a:extLst>
                </p14:cNvPr>
                <p14:cNvContentPartPr/>
                <p14:nvPr/>
              </p14:nvContentPartPr>
              <p14:xfrm>
                <a:off x="8470620" y="3914648"/>
                <a:ext cx="96120" cy="259920"/>
              </p14:xfrm>
            </p:contentPart>
          </mc:Choice>
          <mc:Fallback xmlns="">
            <p:pic>
              <p:nvPicPr>
                <p:cNvPr id="361" name="Ink 360">
                  <a:extLst>
                    <a:ext uri="{FF2B5EF4-FFF2-40B4-BE49-F238E27FC236}">
                      <a16:creationId xmlns:a16="http://schemas.microsoft.com/office/drawing/2014/main" id="{5CEC6191-5679-E047-59A8-04F6EF6DBDCC}"/>
                    </a:ext>
                  </a:extLst>
                </p:cNvPr>
                <p:cNvPicPr/>
                <p:nvPr/>
              </p:nvPicPr>
              <p:blipFill>
                <a:blip r:embed="rId633"/>
                <a:stretch>
                  <a:fillRect/>
                </a:stretch>
              </p:blipFill>
              <p:spPr>
                <a:xfrm>
                  <a:off x="8461620" y="3906008"/>
                  <a:ext cx="113760" cy="2775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1921683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F09BAEE-FEB0-4B22-3890-4722EA27A83A}"/>
                  </a:ext>
                </a:extLst>
              </p14:cNvPr>
              <p14:cNvContentPartPr/>
              <p14:nvPr/>
            </p14:nvContentPartPr>
            <p14:xfrm>
              <a:off x="1858860" y="1162064"/>
              <a:ext cx="195840" cy="1368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F09BAEE-FEB0-4B22-3890-4722EA27A83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850220" y="1153424"/>
                <a:ext cx="213480" cy="15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733FBDB-B7AD-BBFF-C56A-626EA879BBC8}"/>
                  </a:ext>
                </a:extLst>
              </p14:cNvPr>
              <p14:cNvContentPartPr/>
              <p14:nvPr/>
            </p14:nvContentPartPr>
            <p14:xfrm>
              <a:off x="2088900" y="1091864"/>
              <a:ext cx="124920" cy="1760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733FBDB-B7AD-BBFF-C56A-626EA879BBC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079900" y="1082864"/>
                <a:ext cx="142560" cy="19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944D200-44C7-F38E-150D-26EA59779E68}"/>
                  </a:ext>
                </a:extLst>
              </p14:cNvPr>
              <p14:cNvContentPartPr/>
              <p14:nvPr/>
            </p14:nvContentPartPr>
            <p14:xfrm>
              <a:off x="2209860" y="1159544"/>
              <a:ext cx="107280" cy="885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944D200-44C7-F38E-150D-26EA59779E6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200860" y="1150904"/>
                <a:ext cx="124920" cy="10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FCE6D5C4-29EC-89DA-DCB8-EDF36675E98C}"/>
                  </a:ext>
                </a:extLst>
              </p14:cNvPr>
              <p14:cNvContentPartPr/>
              <p14:nvPr/>
            </p14:nvContentPartPr>
            <p14:xfrm>
              <a:off x="2322900" y="1096184"/>
              <a:ext cx="104400" cy="1875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FCE6D5C4-29EC-89DA-DCB8-EDF36675E98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314260" y="1087184"/>
                <a:ext cx="122040" cy="20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A5D38B6C-DFD5-74E0-86E4-6CD87B26C505}"/>
                  </a:ext>
                </a:extLst>
              </p14:cNvPr>
              <p14:cNvContentPartPr/>
              <p14:nvPr/>
            </p14:nvContentPartPr>
            <p14:xfrm>
              <a:off x="2665980" y="1153784"/>
              <a:ext cx="162720" cy="968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A5D38B6C-DFD5-74E0-86E4-6CD87B26C505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656980" y="1145144"/>
                <a:ext cx="180360" cy="11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AAB1AD21-4B30-A0D4-1E59-F3F524E4976E}"/>
                  </a:ext>
                </a:extLst>
              </p14:cNvPr>
              <p14:cNvContentPartPr/>
              <p14:nvPr/>
            </p14:nvContentPartPr>
            <p14:xfrm>
              <a:off x="2820780" y="1024904"/>
              <a:ext cx="150840" cy="2325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AAB1AD21-4B30-A0D4-1E59-F3F524E4976E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811780" y="1015904"/>
                <a:ext cx="168480" cy="25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0EB384F2-7416-2FBE-ABCE-DB8B93CCDE6B}"/>
                  </a:ext>
                </a:extLst>
              </p14:cNvPr>
              <p14:cNvContentPartPr/>
              <p14:nvPr/>
            </p14:nvContentPartPr>
            <p14:xfrm>
              <a:off x="2991420" y="1167824"/>
              <a:ext cx="32760" cy="738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0EB384F2-7416-2FBE-ABCE-DB8B93CCDE6B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982420" y="1158824"/>
                <a:ext cx="50400" cy="9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310EA8C5-BC11-9F21-4CF1-99D715743D15}"/>
                  </a:ext>
                </a:extLst>
              </p14:cNvPr>
              <p14:cNvContentPartPr/>
              <p14:nvPr/>
            </p14:nvContentPartPr>
            <p14:xfrm>
              <a:off x="3040020" y="1067024"/>
              <a:ext cx="114480" cy="19728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310EA8C5-BC11-9F21-4CF1-99D715743D15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031020" y="1058024"/>
                <a:ext cx="132120" cy="21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680578B9-72F9-43CD-94EB-21F0F956A661}"/>
                  </a:ext>
                </a:extLst>
              </p14:cNvPr>
              <p14:cNvContentPartPr/>
              <p14:nvPr/>
            </p14:nvContentPartPr>
            <p14:xfrm>
              <a:off x="3335940" y="1133984"/>
              <a:ext cx="157680" cy="9360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680578B9-72F9-43CD-94EB-21F0F956A661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327300" y="1124984"/>
                <a:ext cx="175320" cy="11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7238B9FC-9ECE-3A8C-A6D8-4FD677B590D1}"/>
                  </a:ext>
                </a:extLst>
              </p14:cNvPr>
              <p14:cNvContentPartPr/>
              <p14:nvPr/>
            </p14:nvContentPartPr>
            <p14:xfrm>
              <a:off x="3513780" y="1027424"/>
              <a:ext cx="87840" cy="21708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7238B9FC-9ECE-3A8C-A6D8-4FD677B590D1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504780" y="1018784"/>
                <a:ext cx="105480" cy="23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AA680A0F-3325-3043-287B-41132D4D4A3E}"/>
                  </a:ext>
                </a:extLst>
              </p14:cNvPr>
              <p14:cNvContentPartPr/>
              <p14:nvPr/>
            </p14:nvContentPartPr>
            <p14:xfrm>
              <a:off x="3621780" y="1092944"/>
              <a:ext cx="136080" cy="1029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AA680A0F-3325-3043-287B-41132D4D4A3E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3613140" y="1083944"/>
                <a:ext cx="153720" cy="12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F92F07F0-AC71-6E45-AF1C-164BE0FE032A}"/>
                  </a:ext>
                </a:extLst>
              </p14:cNvPr>
              <p14:cNvContentPartPr/>
              <p14:nvPr/>
            </p14:nvContentPartPr>
            <p14:xfrm>
              <a:off x="3777660" y="1053344"/>
              <a:ext cx="111600" cy="16200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F92F07F0-AC71-6E45-AF1C-164BE0FE032A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3769020" y="1044704"/>
                <a:ext cx="129240" cy="17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4F965A88-80E7-3E30-6CA6-86291A25C275}"/>
                  </a:ext>
                </a:extLst>
              </p14:cNvPr>
              <p14:cNvContentPartPr/>
              <p14:nvPr/>
            </p14:nvContentPartPr>
            <p14:xfrm>
              <a:off x="2067300" y="1525664"/>
              <a:ext cx="173160" cy="14724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4F965A88-80E7-3E30-6CA6-86291A25C275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2058300" y="1517024"/>
                <a:ext cx="190800" cy="16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1FCAB101-D9CD-42DF-72D0-30CC8286CF30}"/>
                  </a:ext>
                </a:extLst>
              </p14:cNvPr>
              <p14:cNvContentPartPr/>
              <p14:nvPr/>
            </p14:nvContentPartPr>
            <p14:xfrm>
              <a:off x="2779380" y="1519904"/>
              <a:ext cx="167040" cy="12708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1FCAB101-D9CD-42DF-72D0-30CC8286CF30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2770380" y="1511264"/>
                <a:ext cx="184680" cy="14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187FD500-BCA6-9C25-0059-B938570A6CE4}"/>
                  </a:ext>
                </a:extLst>
              </p14:cNvPr>
              <p14:cNvContentPartPr/>
              <p14:nvPr/>
            </p14:nvContentPartPr>
            <p14:xfrm>
              <a:off x="3438540" y="1501904"/>
              <a:ext cx="182520" cy="8280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187FD500-BCA6-9C25-0059-B938570A6CE4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429900" y="1493264"/>
                <a:ext cx="200160" cy="10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0E9567DC-0645-F095-E453-C422E576ADAE}"/>
                  </a:ext>
                </a:extLst>
              </p14:cNvPr>
              <p14:cNvContentPartPr/>
              <p14:nvPr/>
            </p14:nvContentPartPr>
            <p14:xfrm>
              <a:off x="3682980" y="1436744"/>
              <a:ext cx="102960" cy="15300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0E9567DC-0645-F095-E453-C422E576ADAE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3673980" y="1427744"/>
                <a:ext cx="120600" cy="17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0C78F412-D990-EA2A-56F8-2C35C673A33A}"/>
                  </a:ext>
                </a:extLst>
              </p14:cNvPr>
              <p14:cNvContentPartPr/>
              <p14:nvPr/>
            </p14:nvContentPartPr>
            <p14:xfrm>
              <a:off x="3781260" y="1476704"/>
              <a:ext cx="116640" cy="8208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0C78F412-D990-EA2A-56F8-2C35C673A33A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3772620" y="1468064"/>
                <a:ext cx="134280" cy="9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BE17C389-5DA2-E99B-C946-8B892A1D37D0}"/>
                  </a:ext>
                </a:extLst>
              </p14:cNvPr>
              <p14:cNvContentPartPr/>
              <p14:nvPr/>
            </p14:nvContentPartPr>
            <p14:xfrm>
              <a:off x="3865860" y="1380584"/>
              <a:ext cx="149400" cy="20988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BE17C389-5DA2-E99B-C946-8B892A1D37D0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3857220" y="1371944"/>
                <a:ext cx="167040" cy="22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38B6EA74-0EF9-DC21-468B-21E4216E0891}"/>
                  </a:ext>
                </a:extLst>
              </p14:cNvPr>
              <p14:cNvContentPartPr/>
              <p14:nvPr/>
            </p14:nvContentPartPr>
            <p14:xfrm>
              <a:off x="4225500" y="1499744"/>
              <a:ext cx="150120" cy="6048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38B6EA74-0EF9-DC21-468B-21E4216E0891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4216860" y="1490744"/>
                <a:ext cx="167760" cy="7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1214EE4D-126D-CCC0-CD27-EE7A0B814591}"/>
                  </a:ext>
                </a:extLst>
              </p14:cNvPr>
              <p14:cNvContentPartPr/>
              <p14:nvPr/>
            </p14:nvContentPartPr>
            <p14:xfrm>
              <a:off x="4417380" y="1352504"/>
              <a:ext cx="132480" cy="19656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1214EE4D-126D-CCC0-CD27-EE7A0B814591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4408380" y="1343864"/>
                <a:ext cx="150120" cy="21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FDD5A511-3542-8FFA-6FE0-252B001DE94E}"/>
                  </a:ext>
                </a:extLst>
              </p14:cNvPr>
              <p14:cNvContentPartPr/>
              <p14:nvPr/>
            </p14:nvContentPartPr>
            <p14:xfrm>
              <a:off x="4541580" y="1479944"/>
              <a:ext cx="42480" cy="8064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FDD5A511-3542-8FFA-6FE0-252B001DE94E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4532580" y="1470944"/>
                <a:ext cx="60120" cy="9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BC2784A2-9E23-3B83-BE9C-181A12608F10}"/>
                  </a:ext>
                </a:extLst>
              </p14:cNvPr>
              <p14:cNvContentPartPr/>
              <p14:nvPr/>
            </p14:nvContentPartPr>
            <p14:xfrm>
              <a:off x="4582980" y="1384544"/>
              <a:ext cx="126720" cy="18864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BC2784A2-9E23-3B83-BE9C-181A12608F10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4574340" y="1375904"/>
                <a:ext cx="144360" cy="20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EA7AADB4-3962-EF3B-F94B-932096B046FE}"/>
                  </a:ext>
                </a:extLst>
              </p14:cNvPr>
              <p14:cNvContentPartPr/>
              <p14:nvPr/>
            </p14:nvContentPartPr>
            <p14:xfrm>
              <a:off x="4889700" y="1468064"/>
              <a:ext cx="193680" cy="7848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EA7AADB4-3962-EF3B-F94B-932096B046FE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4880700" y="1459064"/>
                <a:ext cx="211320" cy="9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9A56ED46-DEFE-20BF-D4A4-F54F771EEAF7}"/>
                  </a:ext>
                </a:extLst>
              </p14:cNvPr>
              <p14:cNvContentPartPr/>
              <p14:nvPr/>
            </p14:nvContentPartPr>
            <p14:xfrm>
              <a:off x="5101740" y="1330904"/>
              <a:ext cx="112680" cy="20232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9A56ED46-DEFE-20BF-D4A4-F54F771EEAF7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5093100" y="1322264"/>
                <a:ext cx="130320" cy="21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9C2B93BF-2FE3-680E-CD36-80969C9B4E5D}"/>
                  </a:ext>
                </a:extLst>
              </p14:cNvPr>
              <p14:cNvContentPartPr/>
              <p14:nvPr/>
            </p14:nvContentPartPr>
            <p14:xfrm>
              <a:off x="5241060" y="1393184"/>
              <a:ext cx="115920" cy="10296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9C2B93BF-2FE3-680E-CD36-80969C9B4E5D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5232420" y="1384544"/>
                <a:ext cx="133560" cy="12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F078DDAE-05A2-4350-585C-16830CF86CC6}"/>
                  </a:ext>
                </a:extLst>
              </p14:cNvPr>
              <p14:cNvContentPartPr/>
              <p14:nvPr/>
            </p14:nvContentPartPr>
            <p14:xfrm>
              <a:off x="5336460" y="1335224"/>
              <a:ext cx="164520" cy="20736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F078DDAE-05A2-4350-585C-16830CF86CC6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5327460" y="1326584"/>
                <a:ext cx="182160" cy="22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5DC1E79E-91D3-C2B5-CD51-53D862348856}"/>
                  </a:ext>
                </a:extLst>
              </p14:cNvPr>
              <p14:cNvContentPartPr/>
              <p14:nvPr/>
            </p14:nvContentPartPr>
            <p14:xfrm>
              <a:off x="5220900" y="1409024"/>
              <a:ext cx="32400" cy="1404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5DC1E79E-91D3-C2B5-CD51-53D862348856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5212260" y="1400384"/>
                <a:ext cx="50040" cy="3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74DD4028-0133-FCBD-142C-6D81ECF1B2A3}"/>
                  </a:ext>
                </a:extLst>
              </p14:cNvPr>
              <p14:cNvContentPartPr/>
              <p14:nvPr/>
            </p14:nvContentPartPr>
            <p14:xfrm>
              <a:off x="5441940" y="1541144"/>
              <a:ext cx="19440" cy="648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74DD4028-0133-FCBD-142C-6D81ECF1B2A3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5432940" y="1532144"/>
                <a:ext cx="37080" cy="2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B3B5724B-57CB-50C3-A8BC-6FDA429EFFC9}"/>
                  </a:ext>
                </a:extLst>
              </p14:cNvPr>
              <p14:cNvContentPartPr/>
              <p14:nvPr/>
            </p14:nvContentPartPr>
            <p14:xfrm>
              <a:off x="3679380" y="1847144"/>
              <a:ext cx="167040" cy="12168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B3B5724B-57CB-50C3-A8BC-6FDA429EFFC9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3670740" y="1838144"/>
                <a:ext cx="184680" cy="13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F7397AFE-E499-CFBA-8EB2-9BA259AED4D2}"/>
                  </a:ext>
                </a:extLst>
              </p14:cNvPr>
              <p14:cNvContentPartPr/>
              <p14:nvPr/>
            </p14:nvContentPartPr>
            <p14:xfrm>
              <a:off x="4392540" y="1834184"/>
              <a:ext cx="181080" cy="9936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F7397AFE-E499-CFBA-8EB2-9BA259AED4D2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4383540" y="1825544"/>
                <a:ext cx="198720" cy="11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1825B31E-5DBF-5092-18CE-E38B8CAF9405}"/>
                  </a:ext>
                </a:extLst>
              </p14:cNvPr>
              <p14:cNvContentPartPr/>
              <p14:nvPr/>
            </p14:nvContentPartPr>
            <p14:xfrm>
              <a:off x="2863980" y="1909424"/>
              <a:ext cx="136080" cy="7920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1825B31E-5DBF-5092-18CE-E38B8CAF9405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2855340" y="1900424"/>
                <a:ext cx="153720" cy="9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DECAECFF-A95A-4E51-CF9A-2BF8DF6C5FAD}"/>
                  </a:ext>
                </a:extLst>
              </p14:cNvPr>
              <p14:cNvContentPartPr/>
              <p14:nvPr/>
            </p14:nvContentPartPr>
            <p14:xfrm>
              <a:off x="2073420" y="1931024"/>
              <a:ext cx="190800" cy="10620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DECAECFF-A95A-4E51-CF9A-2BF8DF6C5FAD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2064420" y="1922384"/>
                <a:ext cx="208440" cy="12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4E4D7D63-1F6D-A88D-D516-0971951B8B09}"/>
                  </a:ext>
                </a:extLst>
              </p14:cNvPr>
              <p14:cNvContentPartPr/>
              <p14:nvPr/>
            </p14:nvContentPartPr>
            <p14:xfrm>
              <a:off x="4962420" y="1833104"/>
              <a:ext cx="196200" cy="7740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4E4D7D63-1F6D-A88D-D516-0971951B8B09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4953420" y="1824464"/>
                <a:ext cx="213840" cy="9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A69A5D3B-21AE-A121-F03D-EF22332CF0A2}"/>
                  </a:ext>
                </a:extLst>
              </p14:cNvPr>
              <p14:cNvContentPartPr/>
              <p14:nvPr/>
            </p14:nvContentPartPr>
            <p14:xfrm>
              <a:off x="5201460" y="1739144"/>
              <a:ext cx="115560" cy="17784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A69A5D3B-21AE-A121-F03D-EF22332CF0A2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5192820" y="1730144"/>
                <a:ext cx="133200" cy="19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89771488-0C50-257D-1F61-3F6B9A781C54}"/>
                  </a:ext>
                </a:extLst>
              </p14:cNvPr>
              <p14:cNvContentPartPr/>
              <p14:nvPr/>
            </p14:nvContentPartPr>
            <p14:xfrm>
              <a:off x="5300100" y="1825544"/>
              <a:ext cx="97200" cy="7128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89771488-0C50-257D-1F61-3F6B9A781C54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5291100" y="1816544"/>
                <a:ext cx="114840" cy="8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BDDB9E0D-C138-CA13-1830-4A1669F06E5C}"/>
                  </a:ext>
                </a:extLst>
              </p14:cNvPr>
              <p14:cNvContentPartPr/>
              <p14:nvPr/>
            </p14:nvContentPartPr>
            <p14:xfrm>
              <a:off x="5419620" y="1714664"/>
              <a:ext cx="108720" cy="19692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BDDB9E0D-C138-CA13-1830-4A1669F06E5C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5410620" y="1705664"/>
                <a:ext cx="126360" cy="21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43DD7F41-4BEB-D380-385D-9267B5EAC4C3}"/>
                  </a:ext>
                </a:extLst>
              </p14:cNvPr>
              <p14:cNvContentPartPr/>
              <p14:nvPr/>
            </p14:nvContentPartPr>
            <p14:xfrm>
              <a:off x="5725980" y="1802144"/>
              <a:ext cx="160920" cy="8064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43DD7F41-4BEB-D380-385D-9267B5EAC4C3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5717340" y="1793144"/>
                <a:ext cx="178560" cy="9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ED0BC68C-A43E-E046-518B-BA4F549B65D1}"/>
                  </a:ext>
                </a:extLst>
              </p14:cNvPr>
              <p14:cNvContentPartPr/>
              <p14:nvPr/>
            </p14:nvContentPartPr>
            <p14:xfrm>
              <a:off x="5943780" y="1681184"/>
              <a:ext cx="141840" cy="22284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ED0BC68C-A43E-E046-518B-BA4F549B65D1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5934780" y="1672544"/>
                <a:ext cx="159480" cy="24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660A894F-32FB-BB96-AACA-D3D24B4D51CC}"/>
                  </a:ext>
                </a:extLst>
              </p14:cNvPr>
              <p14:cNvContentPartPr/>
              <p14:nvPr/>
            </p14:nvContentPartPr>
            <p14:xfrm>
              <a:off x="6100020" y="1791704"/>
              <a:ext cx="21960" cy="7272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660A894F-32FB-BB96-AACA-D3D24B4D51CC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6091380" y="1782704"/>
                <a:ext cx="39600" cy="9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D89101FD-FD22-3A1E-44C1-90E7DB3E2BFD}"/>
                  </a:ext>
                </a:extLst>
              </p14:cNvPr>
              <p14:cNvContentPartPr/>
              <p14:nvPr/>
            </p14:nvContentPartPr>
            <p14:xfrm>
              <a:off x="6125940" y="1714304"/>
              <a:ext cx="145800" cy="19548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D89101FD-FD22-3A1E-44C1-90E7DB3E2BFD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6117300" y="1705304"/>
                <a:ext cx="163440" cy="21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B50EAF87-07D0-8370-9360-9446434CDABE}"/>
                  </a:ext>
                </a:extLst>
              </p14:cNvPr>
              <p14:cNvContentPartPr/>
              <p14:nvPr/>
            </p14:nvContentPartPr>
            <p14:xfrm>
              <a:off x="6401340" y="1785224"/>
              <a:ext cx="203400" cy="9396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B50EAF87-07D0-8370-9360-9446434CDABE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6392700" y="1776584"/>
                <a:ext cx="221040" cy="11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D926F35B-DA5B-2C1A-BCD9-9A8F66852BA2}"/>
                  </a:ext>
                </a:extLst>
              </p14:cNvPr>
              <p14:cNvContentPartPr/>
              <p14:nvPr/>
            </p14:nvContentPartPr>
            <p14:xfrm>
              <a:off x="6678180" y="1687664"/>
              <a:ext cx="128160" cy="20340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D926F35B-DA5B-2C1A-BCD9-9A8F66852BA2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6669540" y="1679024"/>
                <a:ext cx="145800" cy="22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8E49CE6A-34C2-1BAA-A004-E577F5295379}"/>
                  </a:ext>
                </a:extLst>
              </p14:cNvPr>
              <p14:cNvContentPartPr/>
              <p14:nvPr/>
            </p14:nvContentPartPr>
            <p14:xfrm>
              <a:off x="6817140" y="1769384"/>
              <a:ext cx="147600" cy="9612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8E49CE6A-34C2-1BAA-A004-E577F5295379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6808140" y="1760384"/>
                <a:ext cx="165240" cy="11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0D563864-D3EB-427D-6CE7-B184CAC88BD6}"/>
                  </a:ext>
                </a:extLst>
              </p14:cNvPr>
              <p14:cNvContentPartPr/>
              <p14:nvPr/>
            </p14:nvContentPartPr>
            <p14:xfrm>
              <a:off x="6973020" y="1702424"/>
              <a:ext cx="149040" cy="18396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0D563864-D3EB-427D-6CE7-B184CAC88BD6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6964020" y="1693424"/>
                <a:ext cx="166680" cy="20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A0BED25B-499E-A859-7E6A-02686D80B700}"/>
                  </a:ext>
                </a:extLst>
              </p14:cNvPr>
              <p14:cNvContentPartPr/>
              <p14:nvPr/>
            </p14:nvContentPartPr>
            <p14:xfrm>
              <a:off x="4232700" y="1047944"/>
              <a:ext cx="226080" cy="10440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A0BED25B-499E-A859-7E6A-02686D80B700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4224060" y="1039304"/>
                <a:ext cx="243720" cy="12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0D57DD11-F7CE-18BD-A1BB-CF7BA36ABA30}"/>
                  </a:ext>
                </a:extLst>
              </p14:cNvPr>
              <p14:cNvContentPartPr/>
              <p14:nvPr/>
            </p14:nvContentPartPr>
            <p14:xfrm>
              <a:off x="4912020" y="1010504"/>
              <a:ext cx="158760" cy="11772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0D57DD11-F7CE-18BD-A1BB-CF7BA36ABA30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4903020" y="1001864"/>
                <a:ext cx="176400" cy="13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B417E0F2-2C5F-1008-581C-516076CB67DC}"/>
                  </a:ext>
                </a:extLst>
              </p14:cNvPr>
              <p14:cNvContentPartPr/>
              <p14:nvPr/>
            </p14:nvContentPartPr>
            <p14:xfrm>
              <a:off x="5777100" y="1361864"/>
              <a:ext cx="151200" cy="12348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B417E0F2-2C5F-1008-581C-516076CB67DC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5768460" y="1352864"/>
                <a:ext cx="168840" cy="14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730B9116-2190-5E03-E151-0FC2FA44F88E}"/>
                  </a:ext>
                </a:extLst>
              </p14:cNvPr>
              <p14:cNvContentPartPr/>
              <p14:nvPr/>
            </p14:nvContentPartPr>
            <p14:xfrm>
              <a:off x="6457860" y="1355024"/>
              <a:ext cx="140760" cy="11628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730B9116-2190-5E03-E151-0FC2FA44F88E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6448860" y="1346384"/>
                <a:ext cx="158400" cy="13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47DB3F0D-A786-FA7C-31C5-15483E0F8269}"/>
                  </a:ext>
                </a:extLst>
              </p14:cNvPr>
              <p14:cNvContentPartPr/>
              <p14:nvPr/>
            </p14:nvContentPartPr>
            <p14:xfrm>
              <a:off x="5605740" y="985664"/>
              <a:ext cx="182880" cy="12600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47DB3F0D-A786-FA7C-31C5-15483E0F8269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5596740" y="977024"/>
                <a:ext cx="200520" cy="14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2F4B2C42-D32A-34A6-5322-B7F719652F8B}"/>
                  </a:ext>
                </a:extLst>
              </p14:cNvPr>
              <p14:cNvContentPartPr/>
              <p14:nvPr/>
            </p14:nvContentPartPr>
            <p14:xfrm>
              <a:off x="6360660" y="980264"/>
              <a:ext cx="196920" cy="11700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2F4B2C42-D32A-34A6-5322-B7F719652F8B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6352020" y="971624"/>
                <a:ext cx="214560" cy="13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BF6126F6-1A79-DBB1-EFFE-DF1B17B1C652}"/>
                  </a:ext>
                </a:extLst>
              </p14:cNvPr>
              <p14:cNvContentPartPr/>
              <p14:nvPr/>
            </p14:nvContentPartPr>
            <p14:xfrm>
              <a:off x="1697940" y="1013744"/>
              <a:ext cx="109800" cy="110664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BF6126F6-1A79-DBB1-EFFE-DF1B17B1C652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1689300" y="1004744"/>
                <a:ext cx="127440" cy="112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5516C921-DC00-8916-7900-3DEFE10A2DEC}"/>
                  </a:ext>
                </a:extLst>
              </p14:cNvPr>
              <p14:cNvContentPartPr/>
              <p14:nvPr/>
            </p14:nvContentPartPr>
            <p14:xfrm>
              <a:off x="7133940" y="923744"/>
              <a:ext cx="193680" cy="105588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5516C921-DC00-8916-7900-3DEFE10A2DEC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7125300" y="914744"/>
                <a:ext cx="211320" cy="107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35A4E903-9896-F817-3588-0C52AD7ECD66}"/>
                  </a:ext>
                </a:extLst>
              </p14:cNvPr>
              <p14:cNvContentPartPr/>
              <p14:nvPr/>
            </p14:nvContentPartPr>
            <p14:xfrm>
              <a:off x="7657380" y="1042544"/>
              <a:ext cx="149760" cy="11412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35A4E903-9896-F817-3588-0C52AD7ECD66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7648740" y="1033904"/>
                <a:ext cx="167400" cy="13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6E344B4C-D741-779C-EC94-B9B0338B9319}"/>
                  </a:ext>
                </a:extLst>
              </p14:cNvPr>
              <p14:cNvContentPartPr/>
              <p14:nvPr/>
            </p14:nvContentPartPr>
            <p14:xfrm>
              <a:off x="7727220" y="1052624"/>
              <a:ext cx="41040" cy="10584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6E344B4C-D741-779C-EC94-B9B0338B9319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7718580" y="1043984"/>
                <a:ext cx="58680" cy="12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004B1295-B5AC-39FA-3673-D46850465957}"/>
                  </a:ext>
                </a:extLst>
              </p14:cNvPr>
              <p14:cNvContentPartPr/>
              <p14:nvPr/>
            </p14:nvContentPartPr>
            <p14:xfrm>
              <a:off x="7826220" y="945704"/>
              <a:ext cx="146880" cy="22860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004B1295-B5AC-39FA-3673-D46850465957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7817580" y="937064"/>
                <a:ext cx="164520" cy="24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DC73AC25-7055-48D9-9B51-135FB1EF0248}"/>
                  </a:ext>
                </a:extLst>
              </p14:cNvPr>
              <p14:cNvContentPartPr/>
              <p14:nvPr/>
            </p14:nvContentPartPr>
            <p14:xfrm>
              <a:off x="7972380" y="1042544"/>
              <a:ext cx="87840" cy="8028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DC73AC25-7055-48D9-9B51-135FB1EF0248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7963740" y="1033544"/>
                <a:ext cx="105480" cy="9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ED886991-D79D-C312-0FB1-E900986D0A84}"/>
                  </a:ext>
                </a:extLst>
              </p14:cNvPr>
              <p14:cNvContentPartPr/>
              <p14:nvPr/>
            </p14:nvContentPartPr>
            <p14:xfrm>
              <a:off x="8101620" y="928064"/>
              <a:ext cx="82800" cy="22500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ED886991-D79D-C312-0FB1-E900986D0A84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8092620" y="919424"/>
                <a:ext cx="100440" cy="24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3636F215-C0E5-D370-8AF7-E9DB1C1E0A76}"/>
                  </a:ext>
                </a:extLst>
              </p14:cNvPr>
              <p14:cNvContentPartPr/>
              <p14:nvPr/>
            </p14:nvContentPartPr>
            <p14:xfrm>
              <a:off x="7684740" y="1412264"/>
              <a:ext cx="128880" cy="9000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3636F215-C0E5-D370-8AF7-E9DB1C1E0A76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7675740" y="1403624"/>
                <a:ext cx="146520" cy="10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F9BDC05A-4E31-DC5F-4FCC-A4A4DEEA8458}"/>
                  </a:ext>
                </a:extLst>
              </p14:cNvPr>
              <p14:cNvContentPartPr/>
              <p14:nvPr/>
            </p14:nvContentPartPr>
            <p14:xfrm>
              <a:off x="7724340" y="1459064"/>
              <a:ext cx="69840" cy="5760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F9BDC05A-4E31-DC5F-4FCC-A4A4DEEA8458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7715700" y="1450064"/>
                <a:ext cx="87480" cy="7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8DC73718-E170-BA7E-992C-ADF8914E0DCA}"/>
                  </a:ext>
                </a:extLst>
              </p14:cNvPr>
              <p14:cNvContentPartPr/>
              <p14:nvPr/>
            </p14:nvContentPartPr>
            <p14:xfrm>
              <a:off x="7855380" y="1389224"/>
              <a:ext cx="109080" cy="15912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8DC73718-E170-BA7E-992C-ADF8914E0DCA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7846380" y="1380224"/>
                <a:ext cx="126720" cy="17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76EA6690-0FF1-2108-198E-010C68D88974}"/>
                  </a:ext>
                </a:extLst>
              </p14:cNvPr>
              <p14:cNvContentPartPr/>
              <p14:nvPr/>
            </p14:nvContentPartPr>
            <p14:xfrm>
              <a:off x="8001540" y="1459064"/>
              <a:ext cx="26280" cy="7272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76EA6690-0FF1-2108-198E-010C68D88974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7992900" y="1450064"/>
                <a:ext cx="43920" cy="9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2FBBB762-3B92-3B73-A587-81C4D9CC5234}"/>
                  </a:ext>
                </a:extLst>
              </p14:cNvPr>
              <p14:cNvContentPartPr/>
              <p14:nvPr/>
            </p14:nvContentPartPr>
            <p14:xfrm>
              <a:off x="8027460" y="1377344"/>
              <a:ext cx="128880" cy="18216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2FBBB762-3B92-3B73-A587-81C4D9CC5234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8018820" y="1368344"/>
                <a:ext cx="146520" cy="19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BA6199C1-B75B-0EA4-655A-47CF5200EAE8}"/>
                  </a:ext>
                </a:extLst>
              </p14:cNvPr>
              <p14:cNvContentPartPr/>
              <p14:nvPr/>
            </p14:nvContentPartPr>
            <p14:xfrm>
              <a:off x="7705620" y="1775864"/>
              <a:ext cx="119520" cy="88200"/>
            </p14:xfrm>
          </p:contentPart>
        </mc:Choice>
        <mc:Fallback xmlns=""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BA6199C1-B75B-0EA4-655A-47CF5200EAE8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7696620" y="1767224"/>
                <a:ext cx="137160" cy="10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3C335AF5-1724-3301-2146-6D45CFE0EB35}"/>
                  </a:ext>
                </a:extLst>
              </p14:cNvPr>
              <p14:cNvContentPartPr/>
              <p14:nvPr/>
            </p14:nvContentPartPr>
            <p14:xfrm>
              <a:off x="7727940" y="1786304"/>
              <a:ext cx="65880" cy="7920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3C335AF5-1724-3301-2146-6D45CFE0EB35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7719300" y="1777664"/>
                <a:ext cx="83520" cy="9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50DA4E64-5806-2680-A849-F1FB6B97607F}"/>
                  </a:ext>
                </a:extLst>
              </p14:cNvPr>
              <p14:cNvContentPartPr/>
              <p14:nvPr/>
            </p14:nvContentPartPr>
            <p14:xfrm>
              <a:off x="7855740" y="1744544"/>
              <a:ext cx="137160" cy="17244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50DA4E64-5806-2680-A849-F1FB6B97607F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7847100" y="1735904"/>
                <a:ext cx="154800" cy="19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EEA6050F-FB03-924A-5B75-2D0C041DB2ED}"/>
                  </a:ext>
                </a:extLst>
              </p14:cNvPr>
              <p14:cNvContentPartPr/>
              <p14:nvPr/>
            </p14:nvContentPartPr>
            <p14:xfrm>
              <a:off x="7980660" y="1798904"/>
              <a:ext cx="168480" cy="9144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EEA6050F-FB03-924A-5B75-2D0C041DB2ED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7972020" y="1789904"/>
                <a:ext cx="186120" cy="10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1EBA0E15-D579-CDA6-F8AC-E6C9BA1A69A2}"/>
                  </a:ext>
                </a:extLst>
              </p14:cNvPr>
              <p14:cNvContentPartPr/>
              <p14:nvPr/>
            </p14:nvContentPartPr>
            <p14:xfrm>
              <a:off x="8079660" y="1734464"/>
              <a:ext cx="124560" cy="19620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1EBA0E15-D579-CDA6-F8AC-E6C9BA1A69A2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8070660" y="1725464"/>
                <a:ext cx="142200" cy="21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DB59CF74-94FA-5BA4-5E98-A111AF8CFE37}"/>
                  </a:ext>
                </a:extLst>
              </p14:cNvPr>
              <p14:cNvContentPartPr/>
              <p14:nvPr/>
            </p14:nvContentPartPr>
            <p14:xfrm>
              <a:off x="7710660" y="2191664"/>
              <a:ext cx="98640" cy="57240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DB59CF74-94FA-5BA4-5E98-A111AF8CFE37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7701660" y="2182664"/>
                <a:ext cx="116280" cy="7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646A230A-C400-52B7-21EA-66F402EB50CC}"/>
                  </a:ext>
                </a:extLst>
              </p14:cNvPr>
              <p14:cNvContentPartPr/>
              <p14:nvPr/>
            </p14:nvContentPartPr>
            <p14:xfrm>
              <a:off x="7734060" y="2181224"/>
              <a:ext cx="49680" cy="6948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646A230A-C400-52B7-21EA-66F402EB50CC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7725060" y="2172584"/>
                <a:ext cx="67320" cy="8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A3AFA441-6448-76BF-4A85-BE3968EEB2DA}"/>
                  </a:ext>
                </a:extLst>
              </p14:cNvPr>
              <p14:cNvContentPartPr/>
              <p14:nvPr/>
            </p14:nvContentPartPr>
            <p14:xfrm>
              <a:off x="7797420" y="2080424"/>
              <a:ext cx="120600" cy="21708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A3AFA441-6448-76BF-4A85-BE3968EEB2DA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7788780" y="2071424"/>
                <a:ext cx="138240" cy="23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735591CF-D18E-9719-29B5-A431CEA6F260}"/>
                  </a:ext>
                </a:extLst>
              </p14:cNvPr>
              <p14:cNvContentPartPr/>
              <p14:nvPr/>
            </p14:nvContentPartPr>
            <p14:xfrm>
              <a:off x="7934220" y="2137664"/>
              <a:ext cx="86040" cy="11232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735591CF-D18E-9719-29B5-A431CEA6F260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7925220" y="2128664"/>
                <a:ext cx="103680" cy="12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4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34CFDFDC-580D-C4FF-113B-D0DEE292B25A}"/>
                  </a:ext>
                </a:extLst>
              </p14:cNvPr>
              <p14:cNvContentPartPr/>
              <p14:nvPr/>
            </p14:nvContentPartPr>
            <p14:xfrm>
              <a:off x="8037900" y="2084024"/>
              <a:ext cx="108360" cy="225720"/>
            </p14:xfrm>
          </p:contentPart>
        </mc:Choice>
        <mc:Fallback xmlns=""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34CFDFDC-580D-C4FF-113B-D0DEE292B25A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8029260" y="2075384"/>
                <a:ext cx="126000" cy="24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6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9A18F411-48A1-3993-0FBA-865866F83464}"/>
                  </a:ext>
                </a:extLst>
              </p14:cNvPr>
              <p14:cNvContentPartPr/>
              <p14:nvPr/>
            </p14:nvContentPartPr>
            <p14:xfrm>
              <a:off x="7700220" y="2513864"/>
              <a:ext cx="104040" cy="92520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9A18F411-48A1-3993-0FBA-865866F83464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7691580" y="2504864"/>
                <a:ext cx="121680" cy="11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8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C76593F1-FF56-5BA8-6586-FF1BA4E03F95}"/>
                  </a:ext>
                </a:extLst>
              </p14:cNvPr>
              <p14:cNvContentPartPr/>
              <p14:nvPr/>
            </p14:nvContentPartPr>
            <p14:xfrm>
              <a:off x="7748460" y="2529344"/>
              <a:ext cx="35280" cy="67680"/>
            </p14:xfrm>
          </p:contentPart>
        </mc:Choice>
        <mc:Fallback xmlns=""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C76593F1-FF56-5BA8-6586-FF1BA4E03F95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7739460" y="2520344"/>
                <a:ext cx="52920" cy="8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0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C96CA686-51E3-EFD6-8091-46943C114E40}"/>
                  </a:ext>
                </a:extLst>
              </p14:cNvPr>
              <p14:cNvContentPartPr/>
              <p14:nvPr/>
            </p14:nvContentPartPr>
            <p14:xfrm>
              <a:off x="7865820" y="2431784"/>
              <a:ext cx="101880" cy="222480"/>
            </p14:xfrm>
          </p:contentPart>
        </mc:Choice>
        <mc:Fallback xmlns=""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C96CA686-51E3-EFD6-8091-46943C114E40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7857180" y="2423144"/>
                <a:ext cx="119520" cy="24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2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F4403320-0D0F-C28F-6B84-898BBE52CFBB}"/>
                  </a:ext>
                </a:extLst>
              </p14:cNvPr>
              <p14:cNvContentPartPr/>
              <p14:nvPr/>
            </p14:nvContentPartPr>
            <p14:xfrm>
              <a:off x="7948620" y="2469584"/>
              <a:ext cx="133920" cy="60840"/>
            </p14:xfrm>
          </p:contentPart>
        </mc:Choice>
        <mc:Fallback xmlns=""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F4403320-0D0F-C28F-6B84-898BBE52CFBB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7939980" y="2460944"/>
                <a:ext cx="151560" cy="7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4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4E6CE981-B718-003A-7407-E2DFAA9AD9AE}"/>
                  </a:ext>
                </a:extLst>
              </p14:cNvPr>
              <p14:cNvContentPartPr/>
              <p14:nvPr/>
            </p14:nvContentPartPr>
            <p14:xfrm>
              <a:off x="8037900" y="2487944"/>
              <a:ext cx="23400" cy="108720"/>
            </p14:xfrm>
          </p:contentPart>
        </mc:Choice>
        <mc:Fallback xmlns=""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4E6CE981-B718-003A-7407-E2DFAA9AD9AE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8029260" y="2478944"/>
                <a:ext cx="41040" cy="12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6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00982F84-5819-FF64-81AA-0C5D204391E5}"/>
                  </a:ext>
                </a:extLst>
              </p14:cNvPr>
              <p14:cNvContentPartPr/>
              <p14:nvPr/>
            </p14:nvContentPartPr>
            <p14:xfrm>
              <a:off x="8090100" y="2430344"/>
              <a:ext cx="97200" cy="186480"/>
            </p14:xfrm>
          </p:contentPart>
        </mc:Choice>
        <mc:Fallback xmlns=""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00982F84-5819-FF64-81AA-0C5D204391E5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8081100" y="2421344"/>
                <a:ext cx="114840" cy="20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8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CDBCC088-B8AC-15D7-CE1E-A545243EDD6A}"/>
                  </a:ext>
                </a:extLst>
              </p14:cNvPr>
              <p14:cNvContentPartPr/>
              <p14:nvPr/>
            </p14:nvContentPartPr>
            <p14:xfrm>
              <a:off x="7740540" y="2861264"/>
              <a:ext cx="112680" cy="103680"/>
            </p14:xfrm>
          </p:contentPart>
        </mc:Choice>
        <mc:Fallback xmlns=""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CDBCC088-B8AC-15D7-CE1E-A545243EDD6A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7731540" y="2852264"/>
                <a:ext cx="130320" cy="12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0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0258B392-7A5C-6A7A-69CE-FE6515ABF6F2}"/>
                  </a:ext>
                </a:extLst>
              </p14:cNvPr>
              <p14:cNvContentPartPr/>
              <p14:nvPr/>
            </p14:nvContentPartPr>
            <p14:xfrm>
              <a:off x="7776900" y="2877464"/>
              <a:ext cx="43200" cy="73440"/>
            </p14:xfrm>
          </p:contentPart>
        </mc:Choice>
        <mc:Fallback xmlns=""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0258B392-7A5C-6A7A-69CE-FE6515ABF6F2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7767900" y="2868464"/>
                <a:ext cx="60840" cy="9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2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6629D579-7D88-91F7-B416-DC2C2D9A9B80}"/>
                  </a:ext>
                </a:extLst>
              </p14:cNvPr>
              <p14:cNvContentPartPr/>
              <p14:nvPr/>
            </p14:nvContentPartPr>
            <p14:xfrm>
              <a:off x="7876980" y="2795384"/>
              <a:ext cx="106560" cy="182160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6629D579-7D88-91F7-B416-DC2C2D9A9B80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7867980" y="2786384"/>
                <a:ext cx="124200" cy="19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4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F409ABC3-A311-C086-3683-31B52EDA68FC}"/>
                  </a:ext>
                </a:extLst>
              </p14:cNvPr>
              <p14:cNvContentPartPr/>
              <p14:nvPr/>
            </p14:nvContentPartPr>
            <p14:xfrm>
              <a:off x="8011260" y="2851544"/>
              <a:ext cx="82800" cy="120960"/>
            </p14:xfrm>
          </p:contentPart>
        </mc:Choice>
        <mc:Fallback xmlns=""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F409ABC3-A311-C086-3683-31B52EDA68FC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8002260" y="2842544"/>
                <a:ext cx="100440" cy="13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6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9F6CD959-EDB3-7931-EEBB-94B0DBC2BAD7}"/>
                  </a:ext>
                </a:extLst>
              </p14:cNvPr>
              <p14:cNvContentPartPr/>
              <p14:nvPr/>
            </p14:nvContentPartPr>
            <p14:xfrm>
              <a:off x="8032860" y="2817704"/>
              <a:ext cx="53280" cy="29160"/>
            </p14:xfrm>
          </p:contentPart>
        </mc:Choice>
        <mc:Fallback xmlns=""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9F6CD959-EDB3-7931-EEBB-94B0DBC2BAD7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8023860" y="2808704"/>
                <a:ext cx="70920" cy="4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8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D3728979-E9B6-D615-DF4A-584FBD28B560}"/>
                  </a:ext>
                </a:extLst>
              </p14:cNvPr>
              <p14:cNvContentPartPr/>
              <p14:nvPr/>
            </p14:nvContentPartPr>
            <p14:xfrm>
              <a:off x="8131500" y="2789624"/>
              <a:ext cx="81720" cy="208080"/>
            </p14:xfrm>
          </p:contentPart>
        </mc:Choice>
        <mc:Fallback xmlns=""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D3728979-E9B6-D615-DF4A-584FBD28B560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8122500" y="2780624"/>
                <a:ext cx="99360" cy="22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0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0AFA3B11-D349-BCE8-7AB7-D80FAB2AD0AF}"/>
                  </a:ext>
                </a:extLst>
              </p14:cNvPr>
              <p14:cNvContentPartPr/>
              <p14:nvPr/>
            </p14:nvContentPartPr>
            <p14:xfrm>
              <a:off x="7776180" y="3248984"/>
              <a:ext cx="100800" cy="94320"/>
            </p14:xfrm>
          </p:contentPart>
        </mc:Choice>
        <mc:Fallback xmlns=""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0AFA3B11-D349-BCE8-7AB7-D80FAB2AD0AF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7767540" y="3239984"/>
                <a:ext cx="118440" cy="11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2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31E0C543-A41C-9FCE-4DFC-46295E7830D4}"/>
                  </a:ext>
                </a:extLst>
              </p14:cNvPr>
              <p14:cNvContentPartPr/>
              <p14:nvPr/>
            </p14:nvContentPartPr>
            <p14:xfrm>
              <a:off x="7802820" y="3256544"/>
              <a:ext cx="58680" cy="88920"/>
            </p14:xfrm>
          </p:contentPart>
        </mc:Choice>
        <mc:Fallback xmlns=""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31E0C543-A41C-9FCE-4DFC-46295E7830D4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7794180" y="3247904"/>
                <a:ext cx="76320" cy="10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4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F9CD1DE9-22A6-4A32-E7AD-B88F7D4D9C5B}"/>
                  </a:ext>
                </a:extLst>
              </p14:cNvPr>
              <p14:cNvContentPartPr/>
              <p14:nvPr/>
            </p14:nvContentPartPr>
            <p14:xfrm>
              <a:off x="7934580" y="3192104"/>
              <a:ext cx="91080" cy="208440"/>
            </p14:xfrm>
          </p:contentPart>
        </mc:Choice>
        <mc:Fallback xmlns=""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F9CD1DE9-22A6-4A32-E7AD-B88F7D4D9C5B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7925580" y="3183464"/>
                <a:ext cx="108720" cy="22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6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12AA2BFB-0055-A9E8-67F7-F6135C410C96}"/>
                  </a:ext>
                </a:extLst>
              </p14:cNvPr>
              <p14:cNvContentPartPr/>
              <p14:nvPr/>
            </p14:nvContentPartPr>
            <p14:xfrm>
              <a:off x="8089380" y="3180944"/>
              <a:ext cx="77040" cy="170640"/>
            </p14:xfrm>
          </p:contentPart>
        </mc:Choice>
        <mc:Fallback xmlns=""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12AA2BFB-0055-A9E8-67F7-F6135C410C96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8080740" y="3172304"/>
                <a:ext cx="94680" cy="18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8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B1EC195A-6934-321B-02AB-350A2DA149D3}"/>
                  </a:ext>
                </a:extLst>
              </p14:cNvPr>
              <p14:cNvContentPartPr/>
              <p14:nvPr/>
            </p14:nvContentPartPr>
            <p14:xfrm>
              <a:off x="8183340" y="3191384"/>
              <a:ext cx="109440" cy="212040"/>
            </p14:xfrm>
          </p:contentPart>
        </mc:Choice>
        <mc:Fallback xmlns=""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B1EC195A-6934-321B-02AB-350A2DA149D3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8174700" y="3182384"/>
                <a:ext cx="127080" cy="22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0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C2FFDEE1-9268-C2DD-EF57-1927A47AF753}"/>
                  </a:ext>
                </a:extLst>
              </p14:cNvPr>
              <p14:cNvContentPartPr/>
              <p14:nvPr/>
            </p14:nvContentPartPr>
            <p14:xfrm>
              <a:off x="7466940" y="908984"/>
              <a:ext cx="249480" cy="2584800"/>
            </p14:xfrm>
          </p:contentPart>
        </mc:Choice>
        <mc:Fallback xmlns=""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C2FFDEE1-9268-C2DD-EF57-1927A47AF753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7457940" y="900344"/>
                <a:ext cx="267120" cy="260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2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E5E6244A-294C-D080-8A4B-A4CE871D2FAD}"/>
                  </a:ext>
                </a:extLst>
              </p14:cNvPr>
              <p14:cNvContentPartPr/>
              <p14:nvPr/>
            </p14:nvContentPartPr>
            <p14:xfrm>
              <a:off x="8193780" y="924104"/>
              <a:ext cx="243360" cy="2567160"/>
            </p14:xfrm>
          </p:contentPart>
        </mc:Choice>
        <mc:Fallback xmlns=""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E5E6244A-294C-D080-8A4B-A4CE871D2FAD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8185140" y="915104"/>
                <a:ext cx="261000" cy="258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4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8982E3D7-1E23-4B71-CAE4-FD5E7E621B25}"/>
                  </a:ext>
                </a:extLst>
              </p14:cNvPr>
              <p14:cNvContentPartPr/>
              <p14:nvPr/>
            </p14:nvContentPartPr>
            <p14:xfrm>
              <a:off x="3204180" y="2603864"/>
              <a:ext cx="127440" cy="90000"/>
            </p14:xfrm>
          </p:contentPart>
        </mc:Choice>
        <mc:Fallback xmlns=""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8982E3D7-1E23-4B71-CAE4-FD5E7E621B25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3195540" y="2595224"/>
                <a:ext cx="145080" cy="10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6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B0215313-46D1-5470-A862-B2E8D21D6192}"/>
                  </a:ext>
                </a:extLst>
              </p14:cNvPr>
              <p14:cNvContentPartPr/>
              <p14:nvPr/>
            </p14:nvContentPartPr>
            <p14:xfrm>
              <a:off x="3387420" y="2583344"/>
              <a:ext cx="95760" cy="103680"/>
            </p14:xfrm>
          </p:contentPart>
        </mc:Choice>
        <mc:Fallback xmlns=""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B0215313-46D1-5470-A862-B2E8D21D6192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3378420" y="2574344"/>
                <a:ext cx="113400" cy="12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8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82700128-B641-C0C5-F064-9C3FDE9DE2B1}"/>
                  </a:ext>
                </a:extLst>
              </p14:cNvPr>
              <p14:cNvContentPartPr/>
              <p14:nvPr/>
            </p14:nvContentPartPr>
            <p14:xfrm>
              <a:off x="3528180" y="2600624"/>
              <a:ext cx="190800" cy="78120"/>
            </p14:xfrm>
          </p:contentPart>
        </mc:Choice>
        <mc:Fallback xmlns=""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82700128-B641-C0C5-F064-9C3FDE9DE2B1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3519540" y="2591624"/>
                <a:ext cx="208440" cy="9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0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0A73977E-7880-D5ED-8119-E96FA510A302}"/>
                  </a:ext>
                </a:extLst>
              </p14:cNvPr>
              <p14:cNvContentPartPr/>
              <p14:nvPr/>
            </p14:nvContentPartPr>
            <p14:xfrm>
              <a:off x="3882420" y="2490464"/>
              <a:ext cx="260280" cy="175680"/>
            </p14:xfrm>
          </p:contentPart>
        </mc:Choice>
        <mc:Fallback xmlns=""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0A73977E-7880-D5ED-8119-E96FA510A302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3873420" y="2481464"/>
                <a:ext cx="277920" cy="19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2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4207B388-7A64-1974-964A-1CBCBFC329D2}"/>
                  </a:ext>
                </a:extLst>
              </p14:cNvPr>
              <p14:cNvContentPartPr/>
              <p14:nvPr/>
            </p14:nvContentPartPr>
            <p14:xfrm>
              <a:off x="4057020" y="2463104"/>
              <a:ext cx="84960" cy="9720"/>
            </p14:xfrm>
          </p:contentPart>
        </mc:Choice>
        <mc:Fallback xmlns=""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4207B388-7A64-1974-964A-1CBCBFC329D2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4048020" y="2454104"/>
                <a:ext cx="102600" cy="2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4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A2B63AFC-DEFC-3E10-AFF3-69E6D34FE282}"/>
                  </a:ext>
                </a:extLst>
              </p14:cNvPr>
              <p14:cNvContentPartPr/>
              <p14:nvPr/>
            </p14:nvContentPartPr>
            <p14:xfrm>
              <a:off x="3850020" y="2471384"/>
              <a:ext cx="73800" cy="6480"/>
            </p14:xfrm>
          </p:contentPart>
        </mc:Choice>
        <mc:Fallback xmlns=""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A2B63AFC-DEFC-3E10-AFF3-69E6D34FE282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3841020" y="2462384"/>
                <a:ext cx="91440" cy="2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6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85033ACB-0319-CE45-F316-9694C6DD9642}"/>
                  </a:ext>
                </a:extLst>
              </p14:cNvPr>
              <p14:cNvContentPartPr/>
              <p14:nvPr/>
            </p14:nvContentPartPr>
            <p14:xfrm>
              <a:off x="2133540" y="2095184"/>
              <a:ext cx="4964400" cy="246960"/>
            </p14:xfrm>
          </p:contentPart>
        </mc:Choice>
        <mc:Fallback xmlns=""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85033ACB-0319-CE45-F316-9694C6DD9642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2124540" y="2086184"/>
                <a:ext cx="4982040" cy="26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8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4FF287D7-6FA9-FCD4-FEFC-B87201313DB2}"/>
                  </a:ext>
                </a:extLst>
              </p14:cNvPr>
              <p14:cNvContentPartPr/>
              <p14:nvPr/>
            </p14:nvContentPartPr>
            <p14:xfrm>
              <a:off x="525060" y="1223624"/>
              <a:ext cx="195840" cy="272160"/>
            </p14:xfrm>
          </p:contentPart>
        </mc:Choice>
        <mc:Fallback xmlns=""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4FF287D7-6FA9-FCD4-FEFC-B87201313DB2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516420" y="1214624"/>
                <a:ext cx="213480" cy="28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0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FE7418D6-D34D-1D22-3DFF-9EA4C3AFA1BB}"/>
                  </a:ext>
                </a:extLst>
              </p14:cNvPr>
              <p14:cNvContentPartPr/>
              <p14:nvPr/>
            </p14:nvContentPartPr>
            <p14:xfrm>
              <a:off x="702540" y="1155944"/>
              <a:ext cx="136800" cy="195840"/>
            </p14:xfrm>
          </p:contentPart>
        </mc:Choice>
        <mc:Fallback xmlns=""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FE7418D6-D34D-1D22-3DFF-9EA4C3AFA1BB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693540" y="1147304"/>
                <a:ext cx="154440" cy="21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2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417194A1-F495-CA47-2EB9-D4CE77378684}"/>
                  </a:ext>
                </a:extLst>
              </p14:cNvPr>
              <p14:cNvContentPartPr/>
              <p14:nvPr/>
            </p14:nvContentPartPr>
            <p14:xfrm>
              <a:off x="832500" y="1247384"/>
              <a:ext cx="66960" cy="60120"/>
            </p14:xfrm>
          </p:contentPart>
        </mc:Choice>
        <mc:Fallback xmlns=""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417194A1-F495-CA47-2EB9-D4CE77378684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823500" y="1238744"/>
                <a:ext cx="84600" cy="7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4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81F736EB-0A95-AA4D-C112-E4E621D18773}"/>
                  </a:ext>
                </a:extLst>
              </p14:cNvPr>
              <p14:cNvContentPartPr/>
              <p14:nvPr/>
            </p14:nvContentPartPr>
            <p14:xfrm>
              <a:off x="899460" y="1126424"/>
              <a:ext cx="115560" cy="214920"/>
            </p14:xfrm>
          </p:contentPart>
        </mc:Choice>
        <mc:Fallback xmlns=""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81F736EB-0A95-AA4D-C112-E4E621D18773}"/>
                  </a:ext>
                </a:extLst>
              </p:cNvPr>
              <p:cNvPicPr/>
              <p:nvPr/>
            </p:nvPicPr>
            <p:blipFill>
              <a:blip r:embed="rId205"/>
              <a:stretch>
                <a:fillRect/>
              </a:stretch>
            </p:blipFill>
            <p:spPr>
              <a:xfrm>
                <a:off x="890460" y="1117424"/>
                <a:ext cx="133200" cy="23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6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D2B9330B-9C23-144C-5FC0-2D4E79CB940D}"/>
                  </a:ext>
                </a:extLst>
              </p14:cNvPr>
              <p14:cNvContentPartPr/>
              <p14:nvPr/>
            </p14:nvContentPartPr>
            <p14:xfrm>
              <a:off x="572220" y="1755344"/>
              <a:ext cx="144000" cy="230760"/>
            </p14:xfrm>
          </p:contentPart>
        </mc:Choice>
        <mc:Fallback xmlns=""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D2B9330B-9C23-144C-5FC0-2D4E79CB940D}"/>
                  </a:ext>
                </a:extLst>
              </p:cNvPr>
              <p:cNvPicPr/>
              <p:nvPr/>
            </p:nvPicPr>
            <p:blipFill>
              <a:blip r:embed="rId207"/>
              <a:stretch>
                <a:fillRect/>
              </a:stretch>
            </p:blipFill>
            <p:spPr>
              <a:xfrm>
                <a:off x="563220" y="1746344"/>
                <a:ext cx="161640" cy="24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8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35869A75-259D-0392-5F24-72771E7776E0}"/>
                  </a:ext>
                </a:extLst>
              </p14:cNvPr>
              <p14:cNvContentPartPr/>
              <p14:nvPr/>
            </p14:nvContentPartPr>
            <p14:xfrm>
              <a:off x="701100" y="1676504"/>
              <a:ext cx="92160" cy="186480"/>
            </p14:xfrm>
          </p:contentPart>
        </mc:Choice>
        <mc:Fallback xmlns=""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35869A75-259D-0392-5F24-72771E7776E0}"/>
                  </a:ext>
                </a:extLst>
              </p:cNvPr>
              <p:cNvPicPr/>
              <p:nvPr/>
            </p:nvPicPr>
            <p:blipFill>
              <a:blip r:embed="rId209"/>
              <a:stretch>
                <a:fillRect/>
              </a:stretch>
            </p:blipFill>
            <p:spPr>
              <a:xfrm>
                <a:off x="692100" y="1667864"/>
                <a:ext cx="109800" cy="20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0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5E56440D-1072-9CEE-FC91-D0A05D5E02B7}"/>
                  </a:ext>
                </a:extLst>
              </p14:cNvPr>
              <p14:cNvContentPartPr/>
              <p14:nvPr/>
            </p14:nvContentPartPr>
            <p14:xfrm>
              <a:off x="831780" y="1765424"/>
              <a:ext cx="25200" cy="83160"/>
            </p14:xfrm>
          </p:contentPart>
        </mc:Choice>
        <mc:Fallback xmlns=""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5E56440D-1072-9CEE-FC91-D0A05D5E02B7}"/>
                  </a:ext>
                </a:extLst>
              </p:cNvPr>
              <p:cNvPicPr/>
              <p:nvPr/>
            </p:nvPicPr>
            <p:blipFill>
              <a:blip r:embed="rId211"/>
              <a:stretch>
                <a:fillRect/>
              </a:stretch>
            </p:blipFill>
            <p:spPr>
              <a:xfrm>
                <a:off x="823140" y="1756784"/>
                <a:ext cx="42840" cy="10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2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CD4AA336-7D9D-FCD8-3176-E311355DDFA3}"/>
                  </a:ext>
                </a:extLst>
              </p14:cNvPr>
              <p14:cNvContentPartPr/>
              <p14:nvPr/>
            </p14:nvContentPartPr>
            <p14:xfrm>
              <a:off x="857700" y="1683344"/>
              <a:ext cx="99000" cy="196920"/>
            </p14:xfrm>
          </p:contentPart>
        </mc:Choice>
        <mc:Fallback xmlns=""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CD4AA336-7D9D-FCD8-3176-E311355DDFA3}"/>
                  </a:ext>
                </a:extLst>
              </p:cNvPr>
              <p:cNvPicPr/>
              <p:nvPr/>
            </p:nvPicPr>
            <p:blipFill>
              <a:blip r:embed="rId213"/>
              <a:stretch>
                <a:fillRect/>
              </a:stretch>
            </p:blipFill>
            <p:spPr>
              <a:xfrm>
                <a:off x="849060" y="1674704"/>
                <a:ext cx="116640" cy="21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4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A4E1BCE7-AF03-DFB4-4DB1-D90AD149AB6B}"/>
                  </a:ext>
                </a:extLst>
              </p14:cNvPr>
              <p14:cNvContentPartPr/>
              <p14:nvPr/>
            </p14:nvContentPartPr>
            <p14:xfrm>
              <a:off x="603180" y="2211464"/>
              <a:ext cx="123840" cy="230400"/>
            </p14:xfrm>
          </p:contentPart>
        </mc:Choice>
        <mc:Fallback xmlns=""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A4E1BCE7-AF03-DFB4-4DB1-D90AD149AB6B}"/>
                  </a:ext>
                </a:extLst>
              </p:cNvPr>
              <p:cNvPicPr/>
              <p:nvPr/>
            </p:nvPicPr>
            <p:blipFill>
              <a:blip r:embed="rId215"/>
              <a:stretch>
                <a:fillRect/>
              </a:stretch>
            </p:blipFill>
            <p:spPr>
              <a:xfrm>
                <a:off x="594540" y="2202464"/>
                <a:ext cx="141480" cy="24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6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27816DF2-E78E-7287-13F3-DB5870B1FA7B}"/>
                  </a:ext>
                </a:extLst>
              </p14:cNvPr>
              <p14:cNvContentPartPr/>
              <p14:nvPr/>
            </p14:nvContentPartPr>
            <p14:xfrm>
              <a:off x="698220" y="2143784"/>
              <a:ext cx="97560" cy="178920"/>
            </p14:xfrm>
          </p:contentPart>
        </mc:Choice>
        <mc:Fallback xmlns=""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27816DF2-E78E-7287-13F3-DB5870B1FA7B}"/>
                  </a:ext>
                </a:extLst>
              </p:cNvPr>
              <p:cNvPicPr/>
              <p:nvPr/>
            </p:nvPicPr>
            <p:blipFill>
              <a:blip r:embed="rId217"/>
              <a:stretch>
                <a:fillRect/>
              </a:stretch>
            </p:blipFill>
            <p:spPr>
              <a:xfrm>
                <a:off x="689580" y="2134784"/>
                <a:ext cx="115200" cy="19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8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86C50004-F6AB-235F-883A-7CF0AD4B864B}"/>
                  </a:ext>
                </a:extLst>
              </p14:cNvPr>
              <p14:cNvContentPartPr/>
              <p14:nvPr/>
            </p14:nvContentPartPr>
            <p14:xfrm>
              <a:off x="811260" y="2203544"/>
              <a:ext cx="109440" cy="88920"/>
            </p14:xfrm>
          </p:contentPart>
        </mc:Choice>
        <mc:Fallback xmlns=""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86C50004-F6AB-235F-883A-7CF0AD4B864B}"/>
                  </a:ext>
                </a:extLst>
              </p:cNvPr>
              <p:cNvPicPr/>
              <p:nvPr/>
            </p:nvPicPr>
            <p:blipFill>
              <a:blip r:embed="rId219"/>
              <a:stretch>
                <a:fillRect/>
              </a:stretch>
            </p:blipFill>
            <p:spPr>
              <a:xfrm>
                <a:off x="802260" y="2194544"/>
                <a:ext cx="127080" cy="10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0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49BBB2FC-A945-3D27-08C3-E4298EAB6887}"/>
                  </a:ext>
                </a:extLst>
              </p14:cNvPr>
              <p14:cNvContentPartPr/>
              <p14:nvPr/>
            </p14:nvContentPartPr>
            <p14:xfrm>
              <a:off x="873540" y="2121464"/>
              <a:ext cx="142200" cy="235800"/>
            </p14:xfrm>
          </p:contentPart>
        </mc:Choice>
        <mc:Fallback xmlns=""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49BBB2FC-A945-3D27-08C3-E4298EAB6887}"/>
                  </a:ext>
                </a:extLst>
              </p:cNvPr>
              <p:cNvPicPr/>
              <p:nvPr/>
            </p:nvPicPr>
            <p:blipFill>
              <a:blip r:embed="rId221"/>
              <a:stretch>
                <a:fillRect/>
              </a:stretch>
            </p:blipFill>
            <p:spPr>
              <a:xfrm>
                <a:off x="864540" y="2112824"/>
                <a:ext cx="159840" cy="25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2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363BCAA2-E75D-647A-3891-6101CB7C4155}"/>
                  </a:ext>
                </a:extLst>
              </p14:cNvPr>
              <p14:cNvContentPartPr/>
              <p14:nvPr/>
            </p14:nvContentPartPr>
            <p14:xfrm>
              <a:off x="372060" y="1121384"/>
              <a:ext cx="163440" cy="1289160"/>
            </p14:xfrm>
          </p:contentPart>
        </mc:Choice>
        <mc:Fallback xmlns=""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363BCAA2-E75D-647A-3891-6101CB7C4155}"/>
                  </a:ext>
                </a:extLst>
              </p:cNvPr>
              <p:cNvPicPr/>
              <p:nvPr/>
            </p:nvPicPr>
            <p:blipFill>
              <a:blip r:embed="rId223"/>
              <a:stretch>
                <a:fillRect/>
              </a:stretch>
            </p:blipFill>
            <p:spPr>
              <a:xfrm>
                <a:off x="363060" y="1112384"/>
                <a:ext cx="181080" cy="130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4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689D3ECA-C427-B361-D12B-09A211113DFA}"/>
                  </a:ext>
                </a:extLst>
              </p14:cNvPr>
              <p14:cNvContentPartPr/>
              <p14:nvPr/>
            </p14:nvContentPartPr>
            <p14:xfrm>
              <a:off x="1008540" y="1077104"/>
              <a:ext cx="178560" cy="1297800"/>
            </p14:xfrm>
          </p:contentPart>
        </mc:Choice>
        <mc:Fallback xmlns=""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689D3ECA-C427-B361-D12B-09A211113DFA}"/>
                  </a:ext>
                </a:extLst>
              </p:cNvPr>
              <p:cNvPicPr/>
              <p:nvPr/>
            </p:nvPicPr>
            <p:blipFill>
              <a:blip r:embed="rId225"/>
              <a:stretch>
                <a:fillRect/>
              </a:stretch>
            </p:blipFill>
            <p:spPr>
              <a:xfrm>
                <a:off x="999540" y="1068464"/>
                <a:ext cx="196200" cy="131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6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785C7AD0-E0DB-BAE7-8474-45283F8EE481}"/>
                  </a:ext>
                </a:extLst>
              </p14:cNvPr>
              <p14:cNvContentPartPr/>
              <p14:nvPr/>
            </p14:nvContentPartPr>
            <p14:xfrm>
              <a:off x="1362420" y="1701704"/>
              <a:ext cx="103680" cy="18000"/>
            </p14:xfrm>
          </p:contentPart>
        </mc:Choice>
        <mc:Fallback xmlns=""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785C7AD0-E0DB-BAE7-8474-45283F8EE481}"/>
                  </a:ext>
                </a:extLst>
              </p:cNvPr>
              <p:cNvPicPr/>
              <p:nvPr/>
            </p:nvPicPr>
            <p:blipFill>
              <a:blip r:embed="rId227"/>
              <a:stretch>
                <a:fillRect/>
              </a:stretch>
            </p:blipFill>
            <p:spPr>
              <a:xfrm>
                <a:off x="1353420" y="1692704"/>
                <a:ext cx="121320" cy="3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8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90381789-8A55-B96D-76A7-76A6D095C48D}"/>
                  </a:ext>
                </a:extLst>
              </p14:cNvPr>
              <p14:cNvContentPartPr/>
              <p14:nvPr/>
            </p14:nvContentPartPr>
            <p14:xfrm>
              <a:off x="1373580" y="1629704"/>
              <a:ext cx="87480" cy="16560"/>
            </p14:xfrm>
          </p:contentPart>
        </mc:Choice>
        <mc:Fallback xmlns=""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90381789-8A55-B96D-76A7-76A6D095C48D}"/>
                  </a:ext>
                </a:extLst>
              </p:cNvPr>
              <p:cNvPicPr/>
              <p:nvPr/>
            </p:nvPicPr>
            <p:blipFill>
              <a:blip r:embed="rId229"/>
              <a:stretch>
                <a:fillRect/>
              </a:stretch>
            </p:blipFill>
            <p:spPr>
              <a:xfrm>
                <a:off x="1364580" y="1621064"/>
                <a:ext cx="105120" cy="34200"/>
              </a:xfrm>
              <a:prstGeom prst="rect">
                <a:avLst/>
              </a:prstGeom>
            </p:spPr>
          </p:pic>
        </mc:Fallback>
      </mc:AlternateContent>
      <p:sp>
        <p:nvSpPr>
          <p:cNvPr id="123" name="TextBox 122">
            <a:extLst>
              <a:ext uri="{FF2B5EF4-FFF2-40B4-BE49-F238E27FC236}">
                <a16:creationId xmlns:a16="http://schemas.microsoft.com/office/drawing/2014/main" id="{22164CFA-C0D8-0C6B-C486-25F85F7DC9C1}"/>
              </a:ext>
            </a:extLst>
          </p:cNvPr>
          <p:cNvSpPr txBox="1"/>
          <p:nvPr/>
        </p:nvSpPr>
        <p:spPr>
          <a:xfrm>
            <a:off x="323447" y="372944"/>
            <a:ext cx="60942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Visualizing Stride 2 as a Weighted Network</a:t>
            </a:r>
          </a:p>
        </p:txBody>
      </p: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E7678A89-5049-E488-D129-ACC1CF13862C}"/>
              </a:ext>
            </a:extLst>
          </p:cNvPr>
          <p:cNvGrpSpPr/>
          <p:nvPr/>
        </p:nvGrpSpPr>
        <p:grpSpPr>
          <a:xfrm>
            <a:off x="971100" y="2961008"/>
            <a:ext cx="488880" cy="353880"/>
            <a:chOff x="971100" y="2961008"/>
            <a:chExt cx="488880" cy="353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94873E44-62F9-EBE1-4BF4-B01BFC3569E4}"/>
                    </a:ext>
                  </a:extLst>
                </p14:cNvPr>
                <p14:cNvContentPartPr/>
                <p14:nvPr/>
              </p14:nvContentPartPr>
              <p14:xfrm>
                <a:off x="1119780" y="3084128"/>
                <a:ext cx="88920" cy="9072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94873E44-62F9-EBE1-4BF4-B01BFC3569E4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111140" y="3075128"/>
                  <a:ext cx="10656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ADA271BA-B1FA-42DC-D03F-E11223A273E3}"/>
                    </a:ext>
                  </a:extLst>
                </p14:cNvPr>
                <p14:cNvContentPartPr/>
                <p14:nvPr/>
              </p14:nvContentPartPr>
              <p14:xfrm>
                <a:off x="1115820" y="3079448"/>
                <a:ext cx="90000" cy="8172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ADA271BA-B1FA-42DC-D03F-E11223A273E3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106820" y="3070808"/>
                  <a:ext cx="10764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B4F70B79-1EEE-4767-9B51-F9807BC8B1A8}"/>
                    </a:ext>
                  </a:extLst>
                </p14:cNvPr>
                <p14:cNvContentPartPr/>
                <p14:nvPr/>
              </p14:nvContentPartPr>
              <p14:xfrm>
                <a:off x="1256940" y="3158648"/>
                <a:ext cx="92160" cy="5796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B4F70B79-1EEE-4767-9B51-F9807BC8B1A8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248300" y="3150008"/>
                  <a:ext cx="10980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8D31D4A2-093E-EB9F-0085-220CF8F21EAD}"/>
                    </a:ext>
                  </a:extLst>
                </p14:cNvPr>
                <p14:cNvContentPartPr/>
                <p14:nvPr/>
              </p14:nvContentPartPr>
              <p14:xfrm>
                <a:off x="971100" y="2961008"/>
                <a:ext cx="488880" cy="35388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8D31D4A2-093E-EB9F-0085-220CF8F21EAD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962460" y="2952368"/>
                  <a:ext cx="506520" cy="371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1274EAD1-76FC-4D79-97DC-A0D2304EE72F}"/>
              </a:ext>
            </a:extLst>
          </p:cNvPr>
          <p:cNvGrpSpPr/>
          <p:nvPr/>
        </p:nvGrpSpPr>
        <p:grpSpPr>
          <a:xfrm>
            <a:off x="965340" y="3553208"/>
            <a:ext cx="503280" cy="292680"/>
            <a:chOff x="965340" y="3553208"/>
            <a:chExt cx="503280" cy="292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52902C35-234D-9DE3-FD4C-227E6B8DA95A}"/>
                    </a:ext>
                  </a:extLst>
                </p14:cNvPr>
                <p14:cNvContentPartPr/>
                <p14:nvPr/>
              </p14:nvContentPartPr>
              <p14:xfrm>
                <a:off x="1118340" y="3611528"/>
                <a:ext cx="112680" cy="9324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52902C35-234D-9DE3-FD4C-227E6B8DA95A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109340" y="3602528"/>
                  <a:ext cx="13032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664D565C-1045-3499-2CED-EDEB280787FA}"/>
                    </a:ext>
                  </a:extLst>
                </p14:cNvPr>
                <p14:cNvContentPartPr/>
                <p14:nvPr/>
              </p14:nvContentPartPr>
              <p14:xfrm>
                <a:off x="1154340" y="3634568"/>
                <a:ext cx="46080" cy="8172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664D565C-1045-3499-2CED-EDEB280787FA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1145340" y="3625568"/>
                  <a:ext cx="6372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08650DC4-53CA-66D2-9560-50D68869843F}"/>
                    </a:ext>
                  </a:extLst>
                </p14:cNvPr>
                <p14:cNvContentPartPr/>
                <p14:nvPr/>
              </p14:nvContentPartPr>
              <p14:xfrm>
                <a:off x="1277820" y="3691808"/>
                <a:ext cx="13680" cy="4680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08650DC4-53CA-66D2-9560-50D68869843F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1269180" y="3682808"/>
                  <a:ext cx="3132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6FC06AB7-65C3-C9DE-ECCE-AC2DDB81BC3D}"/>
                    </a:ext>
                  </a:extLst>
                </p14:cNvPr>
                <p14:cNvContentPartPr/>
                <p14:nvPr/>
              </p14:nvContentPartPr>
              <p14:xfrm>
                <a:off x="965340" y="3553208"/>
                <a:ext cx="503280" cy="29268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6FC06AB7-65C3-C9DE-ECCE-AC2DDB81BC3D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956340" y="3544568"/>
                  <a:ext cx="520920" cy="310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81FB9D24-B4C7-E886-6D3A-61B4BD2E855C}"/>
              </a:ext>
            </a:extLst>
          </p:cNvPr>
          <p:cNvGrpSpPr/>
          <p:nvPr/>
        </p:nvGrpSpPr>
        <p:grpSpPr>
          <a:xfrm>
            <a:off x="1004220" y="4022648"/>
            <a:ext cx="440280" cy="320400"/>
            <a:chOff x="1004220" y="4022648"/>
            <a:chExt cx="440280" cy="320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3EC535DC-C3BC-F481-2696-D75152C73E23}"/>
                    </a:ext>
                  </a:extLst>
                </p14:cNvPr>
                <p14:cNvContentPartPr/>
                <p14:nvPr/>
              </p14:nvContentPartPr>
              <p14:xfrm>
                <a:off x="1110060" y="4112288"/>
                <a:ext cx="107640" cy="7992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3EC535DC-C3BC-F481-2696-D75152C73E23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1101060" y="4103288"/>
                  <a:ext cx="12528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02F49BB2-6D01-6865-ACCB-EEA4486FD550}"/>
                    </a:ext>
                  </a:extLst>
                </p14:cNvPr>
                <p14:cNvContentPartPr/>
                <p14:nvPr/>
              </p14:nvContentPartPr>
              <p14:xfrm>
                <a:off x="1143540" y="4126328"/>
                <a:ext cx="51480" cy="7524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02F49BB2-6D01-6865-ACCB-EEA4486FD550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1134900" y="4117328"/>
                  <a:ext cx="6912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70E87BAF-FC86-7005-D8E7-7F7A00B77EA7}"/>
                    </a:ext>
                  </a:extLst>
                </p14:cNvPr>
                <p14:cNvContentPartPr/>
                <p14:nvPr/>
              </p14:nvContentPartPr>
              <p14:xfrm>
                <a:off x="1251900" y="4189328"/>
                <a:ext cx="82800" cy="7740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70E87BAF-FC86-7005-D8E7-7F7A00B77EA7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1243260" y="4180688"/>
                  <a:ext cx="10044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DB201355-6624-AA52-8629-1B8B449397F3}"/>
                    </a:ext>
                  </a:extLst>
                </p14:cNvPr>
                <p14:cNvContentPartPr/>
                <p14:nvPr/>
              </p14:nvContentPartPr>
              <p14:xfrm>
                <a:off x="1004220" y="4022648"/>
                <a:ext cx="440280" cy="32040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DB201355-6624-AA52-8629-1B8B449397F3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995220" y="4013648"/>
                  <a:ext cx="457920" cy="338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1C62F3A2-625C-8907-ADD6-55C7698C73B5}"/>
              </a:ext>
            </a:extLst>
          </p:cNvPr>
          <p:cNvGrpSpPr/>
          <p:nvPr/>
        </p:nvGrpSpPr>
        <p:grpSpPr>
          <a:xfrm>
            <a:off x="976500" y="4545728"/>
            <a:ext cx="546840" cy="322920"/>
            <a:chOff x="976500" y="4545728"/>
            <a:chExt cx="546840" cy="322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02D904C9-F598-A699-E3A7-BE137A9C0813}"/>
                    </a:ext>
                  </a:extLst>
                </p14:cNvPr>
                <p14:cNvContentPartPr/>
                <p14:nvPr/>
              </p14:nvContentPartPr>
              <p14:xfrm>
                <a:off x="1142820" y="4598648"/>
                <a:ext cx="110520" cy="8712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02D904C9-F598-A699-E3A7-BE137A9C0813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1133820" y="4589648"/>
                  <a:ext cx="12816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FCC6074F-DF3F-B2FB-5725-733B341C2237}"/>
                    </a:ext>
                  </a:extLst>
                </p14:cNvPr>
                <p14:cNvContentPartPr/>
                <p14:nvPr/>
              </p14:nvContentPartPr>
              <p14:xfrm>
                <a:off x="1174140" y="4618448"/>
                <a:ext cx="68040" cy="7344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FCC6074F-DF3F-B2FB-5725-733B341C2237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1165140" y="4609808"/>
                  <a:ext cx="8568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8E34AB4A-6C1B-B635-8BC5-E0685DEEF5D8}"/>
                    </a:ext>
                  </a:extLst>
                </p14:cNvPr>
                <p14:cNvContentPartPr/>
                <p14:nvPr/>
              </p14:nvContentPartPr>
              <p14:xfrm>
                <a:off x="1277820" y="4681448"/>
                <a:ext cx="98640" cy="9396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8E34AB4A-6C1B-B635-8BC5-E0685DEEF5D8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1269180" y="4672808"/>
                  <a:ext cx="11628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0116E2A1-C476-9DDE-3270-93628AFDBF7B}"/>
                    </a:ext>
                  </a:extLst>
                </p14:cNvPr>
                <p14:cNvContentPartPr/>
                <p14:nvPr/>
              </p14:nvContentPartPr>
              <p14:xfrm>
                <a:off x="976500" y="4545728"/>
                <a:ext cx="546840" cy="32292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0116E2A1-C476-9DDE-3270-93628AFDBF7B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967860" y="4536728"/>
                  <a:ext cx="564480" cy="34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50B53433-CB25-3782-54A2-659B53A18197}"/>
                    </a:ext>
                  </a:extLst>
                </p14:cNvPr>
                <p14:cNvContentPartPr/>
                <p14:nvPr/>
              </p14:nvContentPartPr>
              <p14:xfrm>
                <a:off x="981900" y="4608728"/>
                <a:ext cx="33840" cy="6228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50B53433-CB25-3782-54A2-659B53A18197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972900" y="4600088"/>
                  <a:ext cx="51480" cy="79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F1EF64FC-6311-4DFB-9BAA-28B80B0F1866}"/>
              </a:ext>
            </a:extLst>
          </p:cNvPr>
          <p:cNvGrpSpPr/>
          <p:nvPr/>
        </p:nvGrpSpPr>
        <p:grpSpPr>
          <a:xfrm>
            <a:off x="1017900" y="4988168"/>
            <a:ext cx="458280" cy="347760"/>
            <a:chOff x="1017900" y="4988168"/>
            <a:chExt cx="458280" cy="347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BCC9AA9D-46C8-4110-88D5-AAF484961067}"/>
                    </a:ext>
                  </a:extLst>
                </p14:cNvPr>
                <p14:cNvContentPartPr/>
                <p14:nvPr/>
              </p14:nvContentPartPr>
              <p14:xfrm>
                <a:off x="1150020" y="5147648"/>
                <a:ext cx="82080" cy="6876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BCC9AA9D-46C8-4110-88D5-AAF484961067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1141020" y="5139008"/>
                  <a:ext cx="9972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1C96DA97-A789-354D-F4D8-861DB09A9C6E}"/>
                    </a:ext>
                  </a:extLst>
                </p14:cNvPr>
                <p14:cNvContentPartPr/>
                <p14:nvPr/>
              </p14:nvContentPartPr>
              <p14:xfrm>
                <a:off x="1159020" y="5132888"/>
                <a:ext cx="61920" cy="6300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1C96DA97-A789-354D-F4D8-861DB09A9C6E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1150380" y="5124248"/>
                  <a:ext cx="7956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D8CEB363-A133-B323-0A94-E6617D623EE2}"/>
                    </a:ext>
                  </a:extLst>
                </p14:cNvPr>
                <p14:cNvContentPartPr/>
                <p14:nvPr/>
              </p14:nvContentPartPr>
              <p14:xfrm>
                <a:off x="1296540" y="5190128"/>
                <a:ext cx="77760" cy="5832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D8CEB363-A133-B323-0A94-E6617D623EE2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1287540" y="5181128"/>
                  <a:ext cx="9540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F2B6B9AB-7A8D-A9F5-E982-2E52E434A129}"/>
                    </a:ext>
                  </a:extLst>
                </p14:cNvPr>
                <p14:cNvContentPartPr/>
                <p14:nvPr/>
              </p14:nvContentPartPr>
              <p14:xfrm>
                <a:off x="1355580" y="5200568"/>
                <a:ext cx="5760" cy="6228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F2B6B9AB-7A8D-A9F5-E982-2E52E434A129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1346940" y="5191568"/>
                  <a:ext cx="2340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4CFBC4B4-C17D-10AB-C297-EBC68B9ED384}"/>
                    </a:ext>
                  </a:extLst>
                </p14:cNvPr>
                <p14:cNvContentPartPr/>
                <p14:nvPr/>
              </p14:nvContentPartPr>
              <p14:xfrm>
                <a:off x="1129860" y="5121728"/>
                <a:ext cx="35280" cy="3132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4CFBC4B4-C17D-10AB-C297-EBC68B9ED384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1120860" y="5113088"/>
                  <a:ext cx="5292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FDCAA444-5F16-EFCB-0723-7EFDD2C6DEAA}"/>
                    </a:ext>
                  </a:extLst>
                </p14:cNvPr>
                <p14:cNvContentPartPr/>
                <p14:nvPr/>
              </p14:nvContentPartPr>
              <p14:xfrm>
                <a:off x="1112580" y="5174648"/>
                <a:ext cx="41040" cy="2124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FDCAA444-5F16-EFCB-0723-7EFDD2C6DEAA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1103580" y="5165648"/>
                  <a:ext cx="5868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3D8FE0E8-191B-4786-E2D6-563CEF11DC25}"/>
                    </a:ext>
                  </a:extLst>
                </p14:cNvPr>
                <p14:cNvContentPartPr/>
                <p14:nvPr/>
              </p14:nvContentPartPr>
              <p14:xfrm>
                <a:off x="1017900" y="4988168"/>
                <a:ext cx="458280" cy="34776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3D8FE0E8-191B-4786-E2D6-563CEF11DC25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1008900" y="4979168"/>
                  <a:ext cx="475920" cy="365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B802D5F6-6562-D00D-C89B-C7F59A186CD0}"/>
              </a:ext>
            </a:extLst>
          </p:cNvPr>
          <p:cNvGrpSpPr/>
          <p:nvPr/>
        </p:nvGrpSpPr>
        <p:grpSpPr>
          <a:xfrm>
            <a:off x="1033380" y="5449328"/>
            <a:ext cx="479520" cy="370800"/>
            <a:chOff x="1033380" y="5449328"/>
            <a:chExt cx="479520" cy="370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1113F3B4-4809-486A-E153-1126B360D027}"/>
                    </a:ext>
                  </a:extLst>
                </p14:cNvPr>
                <p14:cNvContentPartPr/>
                <p14:nvPr/>
              </p14:nvContentPartPr>
              <p14:xfrm>
                <a:off x="1174140" y="5578568"/>
                <a:ext cx="92160" cy="10656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1113F3B4-4809-486A-E153-1126B360D027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1165140" y="5569568"/>
                  <a:ext cx="10980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43C23324-E5BD-8411-AB45-32566EB45092}"/>
                    </a:ext>
                  </a:extLst>
                </p14:cNvPr>
                <p14:cNvContentPartPr/>
                <p14:nvPr/>
              </p14:nvContentPartPr>
              <p14:xfrm>
                <a:off x="1178460" y="5590088"/>
                <a:ext cx="74160" cy="8676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43C23324-E5BD-8411-AB45-32566EB45092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1169460" y="5581448"/>
                  <a:ext cx="9180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2A6AF63A-610C-F0AF-306D-1F10751B4E02}"/>
                    </a:ext>
                  </a:extLst>
                </p14:cNvPr>
                <p14:cNvContentPartPr/>
                <p14:nvPr/>
              </p14:nvContentPartPr>
              <p14:xfrm>
                <a:off x="1294020" y="5672528"/>
                <a:ext cx="71640" cy="8496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2A6AF63A-610C-F0AF-306D-1F10751B4E02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1285380" y="5663528"/>
                  <a:ext cx="8928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FA8AB8A7-B07C-CDD1-D1A7-2736749FC966}"/>
                    </a:ext>
                  </a:extLst>
                </p14:cNvPr>
                <p14:cNvContentPartPr/>
                <p14:nvPr/>
              </p14:nvContentPartPr>
              <p14:xfrm>
                <a:off x="1309140" y="5652008"/>
                <a:ext cx="72720" cy="1116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FA8AB8A7-B07C-CDD1-D1A7-2736749FC966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1300140" y="5643368"/>
                  <a:ext cx="9036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373844B6-9ACF-B9C0-F912-559699B84093}"/>
                    </a:ext>
                  </a:extLst>
                </p14:cNvPr>
                <p14:cNvContentPartPr/>
                <p14:nvPr/>
              </p14:nvContentPartPr>
              <p14:xfrm>
                <a:off x="1033380" y="5449328"/>
                <a:ext cx="479520" cy="37080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373844B6-9ACF-B9C0-F912-559699B84093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1024380" y="5440688"/>
                  <a:ext cx="497160" cy="388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02654A67-0413-6EE9-A4B9-AE4C103D3531}"/>
              </a:ext>
            </a:extLst>
          </p:cNvPr>
          <p:cNvGrpSpPr/>
          <p:nvPr/>
        </p:nvGrpSpPr>
        <p:grpSpPr>
          <a:xfrm>
            <a:off x="991980" y="5989688"/>
            <a:ext cx="489240" cy="354600"/>
            <a:chOff x="991980" y="5989688"/>
            <a:chExt cx="489240" cy="354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E58746E8-35EB-3016-883B-856221E316AC}"/>
                    </a:ext>
                  </a:extLst>
                </p14:cNvPr>
                <p14:cNvContentPartPr/>
                <p14:nvPr/>
              </p14:nvContentPartPr>
              <p14:xfrm>
                <a:off x="1111500" y="6104528"/>
                <a:ext cx="95760" cy="9000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E58746E8-35EB-3016-883B-856221E316AC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1102860" y="6095528"/>
                  <a:ext cx="11340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6C119A4E-03B6-F7A4-4EC3-6275FD61E745}"/>
                    </a:ext>
                  </a:extLst>
                </p14:cNvPr>
                <p14:cNvContentPartPr/>
                <p14:nvPr/>
              </p14:nvContentPartPr>
              <p14:xfrm>
                <a:off x="1128060" y="6125048"/>
                <a:ext cx="72360" cy="7056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6C119A4E-03B6-F7A4-4EC3-6275FD61E745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1119060" y="6116048"/>
                  <a:ext cx="9000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E66E401D-0B93-6CCD-7C71-9DE93FD06522}"/>
                    </a:ext>
                  </a:extLst>
                </p14:cNvPr>
                <p14:cNvContentPartPr/>
                <p14:nvPr/>
              </p14:nvContentPartPr>
              <p14:xfrm>
                <a:off x="1241820" y="6156368"/>
                <a:ext cx="89280" cy="12348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E66E401D-0B93-6CCD-7C71-9DE93FD06522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1232820" y="6147728"/>
                  <a:ext cx="10692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C8B92A28-74A1-975B-AA56-B7657A96071E}"/>
                    </a:ext>
                  </a:extLst>
                </p14:cNvPr>
                <p14:cNvContentPartPr/>
                <p14:nvPr/>
              </p14:nvContentPartPr>
              <p14:xfrm>
                <a:off x="991980" y="5989688"/>
                <a:ext cx="489240" cy="35460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C8B92A28-74A1-975B-AA56-B7657A96071E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982980" y="5980688"/>
                  <a:ext cx="506880" cy="372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866B7A76-7E32-0AF6-817E-E656854751FD}"/>
              </a:ext>
            </a:extLst>
          </p:cNvPr>
          <p:cNvGrpSpPr/>
          <p:nvPr/>
        </p:nvGrpSpPr>
        <p:grpSpPr>
          <a:xfrm>
            <a:off x="3418380" y="3480848"/>
            <a:ext cx="453600" cy="359280"/>
            <a:chOff x="3418380" y="3480848"/>
            <a:chExt cx="453600" cy="359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512633EF-9A61-2395-FDDC-C5858C4D16BC}"/>
                    </a:ext>
                  </a:extLst>
                </p14:cNvPr>
                <p14:cNvContentPartPr/>
                <p14:nvPr/>
              </p14:nvContentPartPr>
              <p14:xfrm>
                <a:off x="3539340" y="3583448"/>
                <a:ext cx="124200" cy="20016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512633EF-9A61-2395-FDDC-C5858C4D16BC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3530340" y="3574448"/>
                  <a:ext cx="14184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A3E362B4-0B44-90D6-B2F7-995941CB9A32}"/>
                    </a:ext>
                  </a:extLst>
                </p14:cNvPr>
                <p14:cNvContentPartPr/>
                <p14:nvPr/>
              </p14:nvContentPartPr>
              <p14:xfrm>
                <a:off x="3693060" y="3641768"/>
                <a:ext cx="48600" cy="5328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A3E362B4-0B44-90D6-B2F7-995941CB9A32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3684420" y="3632768"/>
                  <a:ext cx="6624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2F12AED1-A5F1-BC65-EA0D-146CD8FBA046}"/>
                    </a:ext>
                  </a:extLst>
                </p14:cNvPr>
                <p14:cNvContentPartPr/>
                <p14:nvPr/>
              </p14:nvContentPartPr>
              <p14:xfrm>
                <a:off x="3424500" y="3480848"/>
                <a:ext cx="447480" cy="35928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2F12AED1-A5F1-BC65-EA0D-146CD8FBA046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3415860" y="3471848"/>
                  <a:ext cx="465120" cy="37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9360B0EE-D017-EAC8-B27D-8B470E83AB53}"/>
                    </a:ext>
                  </a:extLst>
                </p14:cNvPr>
                <p14:cNvContentPartPr/>
                <p14:nvPr/>
              </p14:nvContentPartPr>
              <p14:xfrm>
                <a:off x="3418380" y="3603248"/>
                <a:ext cx="46440" cy="10080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9360B0EE-D017-EAC8-B27D-8B470E83AB53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3409740" y="3594608"/>
                  <a:ext cx="64080" cy="118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0" name="Group 169">
            <a:extLst>
              <a:ext uri="{FF2B5EF4-FFF2-40B4-BE49-F238E27FC236}">
                <a16:creationId xmlns:a16="http://schemas.microsoft.com/office/drawing/2014/main" id="{1303979C-988F-0C1E-CA22-165DF70A3C2C}"/>
              </a:ext>
            </a:extLst>
          </p:cNvPr>
          <p:cNvGrpSpPr/>
          <p:nvPr/>
        </p:nvGrpSpPr>
        <p:grpSpPr>
          <a:xfrm>
            <a:off x="3454020" y="4565888"/>
            <a:ext cx="417240" cy="349560"/>
            <a:chOff x="3454020" y="4565888"/>
            <a:chExt cx="417240" cy="349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864FE8A4-ECAC-50DE-1011-006866152C3F}"/>
                    </a:ext>
                  </a:extLst>
                </p14:cNvPr>
                <p14:cNvContentPartPr/>
                <p14:nvPr/>
              </p14:nvContentPartPr>
              <p14:xfrm>
                <a:off x="3568860" y="4672808"/>
                <a:ext cx="120240" cy="18612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864FE8A4-ECAC-50DE-1011-006866152C3F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3560220" y="4663808"/>
                  <a:ext cx="13788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1C5EEB33-99FA-186E-DFF4-13875E5C4334}"/>
                    </a:ext>
                  </a:extLst>
                </p14:cNvPr>
                <p14:cNvContentPartPr/>
                <p14:nvPr/>
              </p14:nvContentPartPr>
              <p14:xfrm>
                <a:off x="3752100" y="4748408"/>
                <a:ext cx="13680" cy="4248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1C5EEB33-99FA-186E-DFF4-13875E5C4334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3743100" y="4739768"/>
                  <a:ext cx="3132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C459DC53-EE67-34F9-1628-A8FEB5795F41}"/>
                    </a:ext>
                  </a:extLst>
                </p14:cNvPr>
                <p14:cNvContentPartPr/>
                <p14:nvPr/>
              </p14:nvContentPartPr>
              <p14:xfrm>
                <a:off x="3454020" y="4565888"/>
                <a:ext cx="417240" cy="34956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C459DC53-EE67-34F9-1628-A8FEB5795F41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3445020" y="4557248"/>
                  <a:ext cx="434880" cy="367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8" name="Group 177">
            <a:extLst>
              <a:ext uri="{FF2B5EF4-FFF2-40B4-BE49-F238E27FC236}">
                <a16:creationId xmlns:a16="http://schemas.microsoft.com/office/drawing/2014/main" id="{3F83D0AB-CD15-01BB-1E38-A960BA4EE62A}"/>
              </a:ext>
            </a:extLst>
          </p:cNvPr>
          <p:cNvGrpSpPr/>
          <p:nvPr/>
        </p:nvGrpSpPr>
        <p:grpSpPr>
          <a:xfrm>
            <a:off x="3459420" y="5470208"/>
            <a:ext cx="490320" cy="354600"/>
            <a:chOff x="3459420" y="5470208"/>
            <a:chExt cx="490320" cy="354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F9D411D5-78A2-4886-6209-41BEA39D87BD}"/>
                    </a:ext>
                  </a:extLst>
                </p14:cNvPr>
                <p14:cNvContentPartPr/>
                <p14:nvPr/>
              </p14:nvContentPartPr>
              <p14:xfrm>
                <a:off x="3600180" y="5582528"/>
                <a:ext cx="98280" cy="20736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F9D411D5-78A2-4886-6209-41BEA39D87BD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3591180" y="5573888"/>
                  <a:ext cx="11592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4EBB477C-82FC-265E-7EDD-F2DC60519194}"/>
                    </a:ext>
                  </a:extLst>
                </p14:cNvPr>
                <p14:cNvContentPartPr/>
                <p14:nvPr/>
              </p14:nvContentPartPr>
              <p14:xfrm>
                <a:off x="3693780" y="5701328"/>
                <a:ext cx="5760" cy="360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4EBB477C-82FC-265E-7EDD-F2DC60519194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3685140" y="5692328"/>
                  <a:ext cx="2340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C5448645-E9E0-C42D-A3D3-A16729DD6B38}"/>
                    </a:ext>
                  </a:extLst>
                </p14:cNvPr>
                <p14:cNvContentPartPr/>
                <p14:nvPr/>
              </p14:nvContentPartPr>
              <p14:xfrm>
                <a:off x="3756060" y="5668208"/>
                <a:ext cx="73080" cy="6228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C5448645-E9E0-C42D-A3D3-A16729DD6B38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3747420" y="5659208"/>
                  <a:ext cx="9072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F90671E0-9B43-1A17-384A-898D26EDCB75}"/>
                    </a:ext>
                  </a:extLst>
                </p14:cNvPr>
                <p14:cNvContentPartPr/>
                <p14:nvPr/>
              </p14:nvContentPartPr>
              <p14:xfrm>
                <a:off x="3470220" y="5470208"/>
                <a:ext cx="479520" cy="35460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F90671E0-9B43-1A17-384A-898D26EDCB75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3461580" y="5461208"/>
                  <a:ext cx="497160" cy="37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4CF21683-EE41-1A9D-9087-E48A4E188D46}"/>
                    </a:ext>
                  </a:extLst>
                </p14:cNvPr>
                <p14:cNvContentPartPr/>
                <p14:nvPr/>
              </p14:nvContentPartPr>
              <p14:xfrm>
                <a:off x="3459420" y="5585048"/>
                <a:ext cx="113040" cy="22572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4CF21683-EE41-1A9D-9087-E48A4E188D46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3450420" y="5576048"/>
                  <a:ext cx="13068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1CE9311B-A5F7-0CCA-62C9-0B78D8F4ACDC}"/>
                    </a:ext>
                  </a:extLst>
                </p14:cNvPr>
                <p14:cNvContentPartPr/>
                <p14:nvPr/>
              </p14:nvContentPartPr>
              <p14:xfrm>
                <a:off x="3558780" y="5782328"/>
                <a:ext cx="84960" cy="3384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1CE9311B-A5F7-0CCA-62C9-0B78D8F4ACDC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3549780" y="5773688"/>
                  <a:ext cx="102600" cy="51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22">
            <p14:nvContentPartPr>
              <p14:cNvPr id="182" name="Ink 181">
                <a:extLst>
                  <a:ext uri="{FF2B5EF4-FFF2-40B4-BE49-F238E27FC236}">
                    <a16:creationId xmlns:a16="http://schemas.microsoft.com/office/drawing/2014/main" id="{A4802739-A068-5F8D-21E3-21D139C0B6EA}"/>
                  </a:ext>
                </a:extLst>
              </p14:cNvPr>
              <p14:cNvContentPartPr/>
              <p14:nvPr/>
            </p14:nvContentPartPr>
            <p14:xfrm>
              <a:off x="1433700" y="4244408"/>
              <a:ext cx="2009880" cy="538920"/>
            </p14:xfrm>
          </p:contentPart>
        </mc:Choice>
        <mc:Fallback>
          <p:pic>
            <p:nvPicPr>
              <p:cNvPr id="182" name="Ink 181">
                <a:extLst>
                  <a:ext uri="{FF2B5EF4-FFF2-40B4-BE49-F238E27FC236}">
                    <a16:creationId xmlns:a16="http://schemas.microsoft.com/office/drawing/2014/main" id="{A4802739-A068-5F8D-21E3-21D139C0B6EA}"/>
                  </a:ext>
                </a:extLst>
              </p:cNvPr>
              <p:cNvPicPr/>
              <p:nvPr/>
            </p:nvPicPr>
            <p:blipFill>
              <a:blip r:embed="rId323"/>
              <a:stretch>
                <a:fillRect/>
              </a:stretch>
            </p:blipFill>
            <p:spPr>
              <a:xfrm>
                <a:off x="1425060" y="4235408"/>
                <a:ext cx="2027520" cy="55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4">
            <p14:nvContentPartPr>
              <p14:cNvPr id="183" name="Ink 182">
                <a:extLst>
                  <a:ext uri="{FF2B5EF4-FFF2-40B4-BE49-F238E27FC236}">
                    <a16:creationId xmlns:a16="http://schemas.microsoft.com/office/drawing/2014/main" id="{6FA13645-EFF2-A030-4812-ECB009B6EFC8}"/>
                  </a:ext>
                </a:extLst>
              </p14:cNvPr>
              <p14:cNvContentPartPr/>
              <p14:nvPr/>
            </p14:nvContentPartPr>
            <p14:xfrm>
              <a:off x="1522260" y="4743368"/>
              <a:ext cx="1955160" cy="126000"/>
            </p14:xfrm>
          </p:contentPart>
        </mc:Choice>
        <mc:Fallback>
          <p:pic>
            <p:nvPicPr>
              <p:cNvPr id="183" name="Ink 182">
                <a:extLst>
                  <a:ext uri="{FF2B5EF4-FFF2-40B4-BE49-F238E27FC236}">
                    <a16:creationId xmlns:a16="http://schemas.microsoft.com/office/drawing/2014/main" id="{6FA13645-EFF2-A030-4812-ECB009B6EFC8}"/>
                  </a:ext>
                </a:extLst>
              </p:cNvPr>
              <p:cNvPicPr/>
              <p:nvPr/>
            </p:nvPicPr>
            <p:blipFill>
              <a:blip r:embed="rId325"/>
              <a:stretch>
                <a:fillRect/>
              </a:stretch>
            </p:blipFill>
            <p:spPr>
              <a:xfrm>
                <a:off x="1513260" y="4734368"/>
                <a:ext cx="1972800" cy="14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6">
            <p14:nvContentPartPr>
              <p14:cNvPr id="184" name="Ink 183">
                <a:extLst>
                  <a:ext uri="{FF2B5EF4-FFF2-40B4-BE49-F238E27FC236}">
                    <a16:creationId xmlns:a16="http://schemas.microsoft.com/office/drawing/2014/main" id="{EF2BD0BD-0738-F71B-1A8F-8178A29068C0}"/>
                  </a:ext>
                </a:extLst>
              </p14:cNvPr>
              <p14:cNvContentPartPr/>
              <p14:nvPr/>
            </p14:nvContentPartPr>
            <p14:xfrm>
              <a:off x="1487700" y="4888808"/>
              <a:ext cx="2034720" cy="338400"/>
            </p14:xfrm>
          </p:contentPart>
        </mc:Choice>
        <mc:Fallback>
          <p:pic>
            <p:nvPicPr>
              <p:cNvPr id="184" name="Ink 183">
                <a:extLst>
                  <a:ext uri="{FF2B5EF4-FFF2-40B4-BE49-F238E27FC236}">
                    <a16:creationId xmlns:a16="http://schemas.microsoft.com/office/drawing/2014/main" id="{EF2BD0BD-0738-F71B-1A8F-8178A29068C0}"/>
                  </a:ext>
                </a:extLst>
              </p:cNvPr>
              <p:cNvPicPr/>
              <p:nvPr/>
            </p:nvPicPr>
            <p:blipFill>
              <a:blip r:embed="rId327"/>
              <a:stretch>
                <a:fillRect/>
              </a:stretch>
            </p:blipFill>
            <p:spPr>
              <a:xfrm>
                <a:off x="1479060" y="4879808"/>
                <a:ext cx="2052360" cy="35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8">
            <p14:nvContentPartPr>
              <p14:cNvPr id="185" name="Ink 184">
                <a:extLst>
                  <a:ext uri="{FF2B5EF4-FFF2-40B4-BE49-F238E27FC236}">
                    <a16:creationId xmlns:a16="http://schemas.microsoft.com/office/drawing/2014/main" id="{D6B2FEEE-E4DE-DF90-308C-07EF0C40BCB3}"/>
                  </a:ext>
                </a:extLst>
              </p14:cNvPr>
              <p14:cNvContentPartPr/>
              <p14:nvPr/>
            </p14:nvContentPartPr>
            <p14:xfrm>
              <a:off x="1475460" y="5277968"/>
              <a:ext cx="1958760" cy="348840"/>
            </p14:xfrm>
          </p:contentPart>
        </mc:Choice>
        <mc:Fallback>
          <p:pic>
            <p:nvPicPr>
              <p:cNvPr id="185" name="Ink 184">
                <a:extLst>
                  <a:ext uri="{FF2B5EF4-FFF2-40B4-BE49-F238E27FC236}">
                    <a16:creationId xmlns:a16="http://schemas.microsoft.com/office/drawing/2014/main" id="{D6B2FEEE-E4DE-DF90-308C-07EF0C40BCB3}"/>
                  </a:ext>
                </a:extLst>
              </p:cNvPr>
              <p:cNvPicPr/>
              <p:nvPr/>
            </p:nvPicPr>
            <p:blipFill>
              <a:blip r:embed="rId329"/>
              <a:stretch>
                <a:fillRect/>
              </a:stretch>
            </p:blipFill>
            <p:spPr>
              <a:xfrm>
                <a:off x="1466460" y="5269328"/>
                <a:ext cx="1976400" cy="36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0">
            <p14:nvContentPartPr>
              <p14:cNvPr id="186" name="Ink 185">
                <a:extLst>
                  <a:ext uri="{FF2B5EF4-FFF2-40B4-BE49-F238E27FC236}">
                    <a16:creationId xmlns:a16="http://schemas.microsoft.com/office/drawing/2014/main" id="{E11226C1-6A35-DCC8-AD10-2AA8714FB4F8}"/>
                  </a:ext>
                </a:extLst>
              </p14:cNvPr>
              <p14:cNvContentPartPr/>
              <p14:nvPr/>
            </p14:nvContentPartPr>
            <p14:xfrm>
              <a:off x="1498860" y="5654168"/>
              <a:ext cx="1986120" cy="102240"/>
            </p14:xfrm>
          </p:contentPart>
        </mc:Choice>
        <mc:Fallback>
          <p:pic>
            <p:nvPicPr>
              <p:cNvPr id="186" name="Ink 185">
                <a:extLst>
                  <a:ext uri="{FF2B5EF4-FFF2-40B4-BE49-F238E27FC236}">
                    <a16:creationId xmlns:a16="http://schemas.microsoft.com/office/drawing/2014/main" id="{E11226C1-6A35-DCC8-AD10-2AA8714FB4F8}"/>
                  </a:ext>
                </a:extLst>
              </p:cNvPr>
              <p:cNvPicPr/>
              <p:nvPr/>
            </p:nvPicPr>
            <p:blipFill>
              <a:blip r:embed="rId331"/>
              <a:stretch>
                <a:fillRect/>
              </a:stretch>
            </p:blipFill>
            <p:spPr>
              <a:xfrm>
                <a:off x="1490220" y="5645528"/>
                <a:ext cx="2003760" cy="11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2">
            <p14:nvContentPartPr>
              <p14:cNvPr id="188" name="Ink 187">
                <a:extLst>
                  <a:ext uri="{FF2B5EF4-FFF2-40B4-BE49-F238E27FC236}">
                    <a16:creationId xmlns:a16="http://schemas.microsoft.com/office/drawing/2014/main" id="{84FDB40C-751F-A601-6E41-5123719157FB}"/>
                  </a:ext>
                </a:extLst>
              </p14:cNvPr>
              <p14:cNvContentPartPr/>
              <p14:nvPr/>
            </p14:nvContentPartPr>
            <p14:xfrm>
              <a:off x="1506420" y="5817608"/>
              <a:ext cx="2044440" cy="385920"/>
            </p14:xfrm>
          </p:contentPart>
        </mc:Choice>
        <mc:Fallback>
          <p:pic>
            <p:nvPicPr>
              <p:cNvPr id="188" name="Ink 187">
                <a:extLst>
                  <a:ext uri="{FF2B5EF4-FFF2-40B4-BE49-F238E27FC236}">
                    <a16:creationId xmlns:a16="http://schemas.microsoft.com/office/drawing/2014/main" id="{84FDB40C-751F-A601-6E41-5123719157FB}"/>
                  </a:ext>
                </a:extLst>
              </p:cNvPr>
              <p:cNvPicPr/>
              <p:nvPr/>
            </p:nvPicPr>
            <p:blipFill>
              <a:blip r:embed="rId333"/>
              <a:stretch>
                <a:fillRect/>
              </a:stretch>
            </p:blipFill>
            <p:spPr>
              <a:xfrm>
                <a:off x="1497780" y="5808968"/>
                <a:ext cx="2062080" cy="40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4">
            <p14:nvContentPartPr>
              <p14:cNvPr id="189" name="Ink 188">
                <a:extLst>
                  <a:ext uri="{FF2B5EF4-FFF2-40B4-BE49-F238E27FC236}">
                    <a16:creationId xmlns:a16="http://schemas.microsoft.com/office/drawing/2014/main" id="{9649E3B8-E4E8-CCE9-E00D-770B3D1F3CB6}"/>
                  </a:ext>
                </a:extLst>
              </p14:cNvPr>
              <p14:cNvContentPartPr/>
              <p14:nvPr/>
            </p14:nvContentPartPr>
            <p14:xfrm>
              <a:off x="4998420" y="1973888"/>
              <a:ext cx="2108880" cy="43200"/>
            </p14:xfrm>
          </p:contentPart>
        </mc:Choice>
        <mc:Fallback>
          <p:pic>
            <p:nvPicPr>
              <p:cNvPr id="189" name="Ink 188">
                <a:extLst>
                  <a:ext uri="{FF2B5EF4-FFF2-40B4-BE49-F238E27FC236}">
                    <a16:creationId xmlns:a16="http://schemas.microsoft.com/office/drawing/2014/main" id="{9649E3B8-E4E8-CCE9-E00D-770B3D1F3CB6}"/>
                  </a:ext>
                </a:extLst>
              </p:cNvPr>
              <p:cNvPicPr/>
              <p:nvPr/>
            </p:nvPicPr>
            <p:blipFill>
              <a:blip r:embed="rId335"/>
              <a:stretch>
                <a:fillRect/>
              </a:stretch>
            </p:blipFill>
            <p:spPr>
              <a:xfrm>
                <a:off x="4989780" y="1964888"/>
                <a:ext cx="2126520" cy="6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6">
            <p14:nvContentPartPr>
              <p14:cNvPr id="190" name="Ink 189">
                <a:extLst>
                  <a:ext uri="{FF2B5EF4-FFF2-40B4-BE49-F238E27FC236}">
                    <a16:creationId xmlns:a16="http://schemas.microsoft.com/office/drawing/2014/main" id="{910D0F3E-E5A8-B7BD-A67D-601EC184B272}"/>
                  </a:ext>
                </a:extLst>
              </p14:cNvPr>
              <p14:cNvContentPartPr/>
              <p14:nvPr/>
            </p14:nvContentPartPr>
            <p14:xfrm>
              <a:off x="3488580" y="1589408"/>
              <a:ext cx="2018880" cy="84600"/>
            </p14:xfrm>
          </p:contentPart>
        </mc:Choice>
        <mc:Fallback>
          <p:pic>
            <p:nvPicPr>
              <p:cNvPr id="190" name="Ink 189">
                <a:extLst>
                  <a:ext uri="{FF2B5EF4-FFF2-40B4-BE49-F238E27FC236}">
                    <a16:creationId xmlns:a16="http://schemas.microsoft.com/office/drawing/2014/main" id="{910D0F3E-E5A8-B7BD-A67D-601EC184B272}"/>
                  </a:ext>
                </a:extLst>
              </p:cNvPr>
              <p:cNvPicPr/>
              <p:nvPr/>
            </p:nvPicPr>
            <p:blipFill>
              <a:blip r:embed="rId337"/>
              <a:stretch>
                <a:fillRect/>
              </a:stretch>
            </p:blipFill>
            <p:spPr>
              <a:xfrm>
                <a:off x="3479940" y="1580768"/>
                <a:ext cx="2036520" cy="10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8">
            <p14:nvContentPartPr>
              <p14:cNvPr id="191" name="Ink 190">
                <a:extLst>
                  <a:ext uri="{FF2B5EF4-FFF2-40B4-BE49-F238E27FC236}">
                    <a16:creationId xmlns:a16="http://schemas.microsoft.com/office/drawing/2014/main" id="{9DC4FFA5-A874-C62C-226E-062B27785E20}"/>
                  </a:ext>
                </a:extLst>
              </p14:cNvPr>
              <p14:cNvContentPartPr/>
              <p14:nvPr/>
            </p14:nvContentPartPr>
            <p14:xfrm>
              <a:off x="1917540" y="1267568"/>
              <a:ext cx="1984320" cy="97920"/>
            </p14:xfrm>
          </p:contentPart>
        </mc:Choice>
        <mc:Fallback>
          <p:pic>
            <p:nvPicPr>
              <p:cNvPr id="191" name="Ink 190">
                <a:extLst>
                  <a:ext uri="{FF2B5EF4-FFF2-40B4-BE49-F238E27FC236}">
                    <a16:creationId xmlns:a16="http://schemas.microsoft.com/office/drawing/2014/main" id="{9DC4FFA5-A874-C62C-226E-062B27785E20}"/>
                  </a:ext>
                </a:extLst>
              </p:cNvPr>
              <p:cNvPicPr/>
              <p:nvPr/>
            </p:nvPicPr>
            <p:blipFill>
              <a:blip r:embed="rId339"/>
              <a:stretch>
                <a:fillRect/>
              </a:stretch>
            </p:blipFill>
            <p:spPr>
              <a:xfrm>
                <a:off x="1908540" y="1258568"/>
                <a:ext cx="2001960" cy="11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0">
            <p14:nvContentPartPr>
              <p14:cNvPr id="192" name="Ink 191">
                <a:extLst>
                  <a:ext uri="{FF2B5EF4-FFF2-40B4-BE49-F238E27FC236}">
                    <a16:creationId xmlns:a16="http://schemas.microsoft.com/office/drawing/2014/main" id="{3D631FB5-0F46-7C61-D023-EED447229263}"/>
                  </a:ext>
                </a:extLst>
              </p14:cNvPr>
              <p14:cNvContentPartPr/>
              <p14:nvPr/>
            </p14:nvContentPartPr>
            <p14:xfrm>
              <a:off x="1449180" y="3184208"/>
              <a:ext cx="2005920" cy="387720"/>
            </p14:xfrm>
          </p:contentPart>
        </mc:Choice>
        <mc:Fallback>
          <p:pic>
            <p:nvPicPr>
              <p:cNvPr id="192" name="Ink 191">
                <a:extLst>
                  <a:ext uri="{FF2B5EF4-FFF2-40B4-BE49-F238E27FC236}">
                    <a16:creationId xmlns:a16="http://schemas.microsoft.com/office/drawing/2014/main" id="{3D631FB5-0F46-7C61-D023-EED447229263}"/>
                  </a:ext>
                </a:extLst>
              </p:cNvPr>
              <p:cNvPicPr/>
              <p:nvPr/>
            </p:nvPicPr>
            <p:blipFill>
              <a:blip r:embed="rId341"/>
              <a:stretch>
                <a:fillRect/>
              </a:stretch>
            </p:blipFill>
            <p:spPr>
              <a:xfrm>
                <a:off x="1440540" y="3175568"/>
                <a:ext cx="2023560" cy="40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2">
            <p14:nvContentPartPr>
              <p14:cNvPr id="193" name="Ink 192">
                <a:extLst>
                  <a:ext uri="{FF2B5EF4-FFF2-40B4-BE49-F238E27FC236}">
                    <a16:creationId xmlns:a16="http://schemas.microsoft.com/office/drawing/2014/main" id="{5C356A31-47D1-29D6-7EB6-7E35E0815E0D}"/>
                  </a:ext>
                </a:extLst>
              </p14:cNvPr>
              <p14:cNvContentPartPr/>
              <p14:nvPr/>
            </p14:nvContentPartPr>
            <p14:xfrm>
              <a:off x="1485900" y="3622688"/>
              <a:ext cx="1936440" cy="82440"/>
            </p14:xfrm>
          </p:contentPart>
        </mc:Choice>
        <mc:Fallback>
          <p:pic>
            <p:nvPicPr>
              <p:cNvPr id="193" name="Ink 192">
                <a:extLst>
                  <a:ext uri="{FF2B5EF4-FFF2-40B4-BE49-F238E27FC236}">
                    <a16:creationId xmlns:a16="http://schemas.microsoft.com/office/drawing/2014/main" id="{5C356A31-47D1-29D6-7EB6-7E35E0815E0D}"/>
                  </a:ext>
                </a:extLst>
              </p:cNvPr>
              <p:cNvPicPr/>
              <p:nvPr/>
            </p:nvPicPr>
            <p:blipFill>
              <a:blip r:embed="rId343"/>
              <a:stretch>
                <a:fillRect/>
              </a:stretch>
            </p:blipFill>
            <p:spPr>
              <a:xfrm>
                <a:off x="1476900" y="3614048"/>
                <a:ext cx="1954080" cy="10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4">
            <p14:nvContentPartPr>
              <p14:cNvPr id="195" name="Ink 194">
                <a:extLst>
                  <a:ext uri="{FF2B5EF4-FFF2-40B4-BE49-F238E27FC236}">
                    <a16:creationId xmlns:a16="http://schemas.microsoft.com/office/drawing/2014/main" id="{EABA66A2-7E15-8FC9-528F-59E50E20C6DB}"/>
                  </a:ext>
                </a:extLst>
              </p14:cNvPr>
              <p14:cNvContentPartPr/>
              <p14:nvPr/>
            </p14:nvContentPartPr>
            <p14:xfrm>
              <a:off x="3284100" y="3674528"/>
              <a:ext cx="148680" cy="34560"/>
            </p14:xfrm>
          </p:contentPart>
        </mc:Choice>
        <mc:Fallback>
          <p:pic>
            <p:nvPicPr>
              <p:cNvPr id="195" name="Ink 194">
                <a:extLst>
                  <a:ext uri="{FF2B5EF4-FFF2-40B4-BE49-F238E27FC236}">
                    <a16:creationId xmlns:a16="http://schemas.microsoft.com/office/drawing/2014/main" id="{EABA66A2-7E15-8FC9-528F-59E50E20C6DB}"/>
                  </a:ext>
                </a:extLst>
              </p:cNvPr>
              <p:cNvPicPr/>
              <p:nvPr/>
            </p:nvPicPr>
            <p:blipFill>
              <a:blip r:embed="rId345"/>
              <a:stretch>
                <a:fillRect/>
              </a:stretch>
            </p:blipFill>
            <p:spPr>
              <a:xfrm>
                <a:off x="3275100" y="3665528"/>
                <a:ext cx="166320" cy="5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6">
            <p14:nvContentPartPr>
              <p14:cNvPr id="196" name="Ink 195">
                <a:extLst>
                  <a:ext uri="{FF2B5EF4-FFF2-40B4-BE49-F238E27FC236}">
                    <a16:creationId xmlns:a16="http://schemas.microsoft.com/office/drawing/2014/main" id="{18CEC3C5-A251-1C66-0122-B3497D83D4EB}"/>
                  </a:ext>
                </a:extLst>
              </p14:cNvPr>
              <p14:cNvContentPartPr/>
              <p14:nvPr/>
            </p14:nvContentPartPr>
            <p14:xfrm>
              <a:off x="1455300" y="3771728"/>
              <a:ext cx="2083320" cy="364680"/>
            </p14:xfrm>
          </p:contentPart>
        </mc:Choice>
        <mc:Fallback>
          <p:pic>
            <p:nvPicPr>
              <p:cNvPr id="196" name="Ink 195">
                <a:extLst>
                  <a:ext uri="{FF2B5EF4-FFF2-40B4-BE49-F238E27FC236}">
                    <a16:creationId xmlns:a16="http://schemas.microsoft.com/office/drawing/2014/main" id="{18CEC3C5-A251-1C66-0122-B3497D83D4EB}"/>
                  </a:ext>
                </a:extLst>
              </p:cNvPr>
              <p:cNvPicPr/>
              <p:nvPr/>
            </p:nvPicPr>
            <p:blipFill>
              <a:blip r:embed="rId347"/>
              <a:stretch>
                <a:fillRect/>
              </a:stretch>
            </p:blipFill>
            <p:spPr>
              <a:xfrm>
                <a:off x="1446660" y="3762728"/>
                <a:ext cx="2100960" cy="382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99" name="Group 198">
            <a:extLst>
              <a:ext uri="{FF2B5EF4-FFF2-40B4-BE49-F238E27FC236}">
                <a16:creationId xmlns:a16="http://schemas.microsoft.com/office/drawing/2014/main" id="{0A0FF6A9-F8ED-EB44-48DE-71A6B84C7F5E}"/>
              </a:ext>
            </a:extLst>
          </p:cNvPr>
          <p:cNvGrpSpPr/>
          <p:nvPr/>
        </p:nvGrpSpPr>
        <p:grpSpPr>
          <a:xfrm>
            <a:off x="1628820" y="2992688"/>
            <a:ext cx="253080" cy="138960"/>
            <a:chOff x="1628820" y="2992688"/>
            <a:chExt cx="253080" cy="138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B63BCABD-9ED7-2B6A-BD2E-5B3FCF62DCFF}"/>
                    </a:ext>
                  </a:extLst>
                </p14:cNvPr>
                <p14:cNvContentPartPr/>
                <p14:nvPr/>
              </p14:nvContentPartPr>
              <p14:xfrm>
                <a:off x="1628820" y="2992688"/>
                <a:ext cx="133920" cy="10620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B63BCABD-9ED7-2B6A-BD2E-5B3FCF62DCFF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1620180" y="2984048"/>
                  <a:ext cx="15156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0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2B14A18D-3631-E4C4-6079-244028982E80}"/>
                    </a:ext>
                  </a:extLst>
                </p14:cNvPr>
                <p14:cNvContentPartPr/>
                <p14:nvPr/>
              </p14:nvContentPartPr>
              <p14:xfrm>
                <a:off x="1804140" y="3074768"/>
                <a:ext cx="77760" cy="5688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2B14A18D-3631-E4C4-6079-244028982E80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1795140" y="3065768"/>
                  <a:ext cx="95400" cy="74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2" name="Group 201">
            <a:extLst>
              <a:ext uri="{FF2B5EF4-FFF2-40B4-BE49-F238E27FC236}">
                <a16:creationId xmlns:a16="http://schemas.microsoft.com/office/drawing/2014/main" id="{7B18EDDE-C0C6-D79F-15B5-6CF993D76BBB}"/>
              </a:ext>
            </a:extLst>
          </p:cNvPr>
          <p:cNvGrpSpPr/>
          <p:nvPr/>
        </p:nvGrpSpPr>
        <p:grpSpPr>
          <a:xfrm>
            <a:off x="1607940" y="3470768"/>
            <a:ext cx="234720" cy="129600"/>
            <a:chOff x="1607940" y="3470768"/>
            <a:chExt cx="234720" cy="129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2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8EAEA4AA-D282-E97D-5114-228752260DAB}"/>
                    </a:ext>
                  </a:extLst>
                </p14:cNvPr>
                <p14:cNvContentPartPr/>
                <p14:nvPr/>
              </p14:nvContentPartPr>
              <p14:xfrm>
                <a:off x="1607940" y="3470768"/>
                <a:ext cx="128160" cy="9900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8EAEA4AA-D282-E97D-5114-228752260DAB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1599300" y="3461768"/>
                  <a:ext cx="14580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4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D7E48F8F-0356-A6FB-4B32-128E859BDE7F}"/>
                    </a:ext>
                  </a:extLst>
                </p14:cNvPr>
                <p14:cNvContentPartPr/>
                <p14:nvPr/>
              </p14:nvContentPartPr>
              <p14:xfrm>
                <a:off x="1822500" y="3557528"/>
                <a:ext cx="20160" cy="4284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D7E48F8F-0356-A6FB-4B32-128E859BDE7F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1813500" y="3548888"/>
                  <a:ext cx="37800" cy="60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5" name="Group 204">
            <a:extLst>
              <a:ext uri="{FF2B5EF4-FFF2-40B4-BE49-F238E27FC236}">
                <a16:creationId xmlns:a16="http://schemas.microsoft.com/office/drawing/2014/main" id="{712E9493-999B-C7A2-002A-1649549F9CCD}"/>
              </a:ext>
            </a:extLst>
          </p:cNvPr>
          <p:cNvGrpSpPr/>
          <p:nvPr/>
        </p:nvGrpSpPr>
        <p:grpSpPr>
          <a:xfrm>
            <a:off x="1619820" y="3891608"/>
            <a:ext cx="275040" cy="114840"/>
            <a:chOff x="1619820" y="3891608"/>
            <a:chExt cx="275040" cy="114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6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F955BA59-4C82-580E-356B-75991C13B57D}"/>
                    </a:ext>
                  </a:extLst>
                </p14:cNvPr>
                <p14:cNvContentPartPr/>
                <p14:nvPr/>
              </p14:nvContentPartPr>
              <p14:xfrm>
                <a:off x="1619820" y="3891608"/>
                <a:ext cx="122040" cy="10116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F955BA59-4C82-580E-356B-75991C13B57D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1610820" y="3882968"/>
                  <a:ext cx="13968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8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7CF50CCD-E22F-575A-824F-6E8012063625}"/>
                    </a:ext>
                  </a:extLst>
                </p14:cNvPr>
                <p14:cNvContentPartPr/>
                <p14:nvPr/>
              </p14:nvContentPartPr>
              <p14:xfrm>
                <a:off x="1812060" y="3948128"/>
                <a:ext cx="82800" cy="5832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7CF50CCD-E22F-575A-824F-6E8012063625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1803060" y="3939128"/>
                  <a:ext cx="100440" cy="75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8" name="Group 207">
            <a:extLst>
              <a:ext uri="{FF2B5EF4-FFF2-40B4-BE49-F238E27FC236}">
                <a16:creationId xmlns:a16="http://schemas.microsoft.com/office/drawing/2014/main" id="{FC7AC196-FB21-CADA-4DA8-77638C52CC0E}"/>
              </a:ext>
            </a:extLst>
          </p:cNvPr>
          <p:cNvGrpSpPr/>
          <p:nvPr/>
        </p:nvGrpSpPr>
        <p:grpSpPr>
          <a:xfrm>
            <a:off x="1747620" y="4175648"/>
            <a:ext cx="269640" cy="122760"/>
            <a:chOff x="1747620" y="4175648"/>
            <a:chExt cx="269640" cy="122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0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FC139777-9EC1-1CA5-6DE0-9C4089C97927}"/>
                    </a:ext>
                  </a:extLst>
                </p14:cNvPr>
                <p14:cNvContentPartPr/>
                <p14:nvPr/>
              </p14:nvContentPartPr>
              <p14:xfrm>
                <a:off x="1747620" y="4175648"/>
                <a:ext cx="134640" cy="9396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FC139777-9EC1-1CA5-6DE0-9C4089C97927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1738980" y="4167008"/>
                  <a:ext cx="15228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2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1BA61EE9-6C84-7A8A-2B94-7A987316AF54}"/>
                    </a:ext>
                  </a:extLst>
                </p14:cNvPr>
                <p14:cNvContentPartPr/>
                <p14:nvPr/>
              </p14:nvContentPartPr>
              <p14:xfrm>
                <a:off x="1937700" y="4240088"/>
                <a:ext cx="79560" cy="5832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1BA61EE9-6C84-7A8A-2B94-7A987316AF54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1929060" y="4231088"/>
                  <a:ext cx="97200" cy="75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1" name="Group 210">
            <a:extLst>
              <a:ext uri="{FF2B5EF4-FFF2-40B4-BE49-F238E27FC236}">
                <a16:creationId xmlns:a16="http://schemas.microsoft.com/office/drawing/2014/main" id="{E7B9C695-C3C2-710C-165C-07F1C0634D90}"/>
              </a:ext>
            </a:extLst>
          </p:cNvPr>
          <p:cNvGrpSpPr/>
          <p:nvPr/>
        </p:nvGrpSpPr>
        <p:grpSpPr>
          <a:xfrm>
            <a:off x="1688220" y="4551488"/>
            <a:ext cx="195120" cy="105480"/>
            <a:chOff x="1688220" y="4551488"/>
            <a:chExt cx="195120" cy="105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4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D42CEA1F-23A0-EFBC-F679-FC7A94CE4DFA}"/>
                    </a:ext>
                  </a:extLst>
                </p14:cNvPr>
                <p14:cNvContentPartPr/>
                <p14:nvPr/>
              </p14:nvContentPartPr>
              <p14:xfrm>
                <a:off x="1688220" y="4551488"/>
                <a:ext cx="120240" cy="10548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D42CEA1F-23A0-EFBC-F679-FC7A94CE4DFA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1679580" y="4542488"/>
                  <a:ext cx="13788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6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8B9018D9-42CF-A587-0DE0-437FB6D3DE38}"/>
                    </a:ext>
                  </a:extLst>
                </p14:cNvPr>
                <p14:cNvContentPartPr/>
                <p14:nvPr/>
              </p14:nvContentPartPr>
              <p14:xfrm>
                <a:off x="1870020" y="4613408"/>
                <a:ext cx="13320" cy="4320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8B9018D9-42CF-A587-0DE0-437FB6D3DE38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1861380" y="4604408"/>
                  <a:ext cx="30960" cy="60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4" name="Group 213">
            <a:extLst>
              <a:ext uri="{FF2B5EF4-FFF2-40B4-BE49-F238E27FC236}">
                <a16:creationId xmlns:a16="http://schemas.microsoft.com/office/drawing/2014/main" id="{332BE32A-CF70-6E47-D39D-673DC92AD6D4}"/>
              </a:ext>
            </a:extLst>
          </p:cNvPr>
          <p:cNvGrpSpPr/>
          <p:nvPr/>
        </p:nvGrpSpPr>
        <p:grpSpPr>
          <a:xfrm>
            <a:off x="1714500" y="4973048"/>
            <a:ext cx="243720" cy="101520"/>
            <a:chOff x="1714500" y="4973048"/>
            <a:chExt cx="243720" cy="101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8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48F53463-0252-CE2D-E37A-67D37995CC72}"/>
                    </a:ext>
                  </a:extLst>
                </p14:cNvPr>
                <p14:cNvContentPartPr/>
                <p14:nvPr/>
              </p14:nvContentPartPr>
              <p14:xfrm>
                <a:off x="1714500" y="4973048"/>
                <a:ext cx="114840" cy="9252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48F53463-0252-CE2D-E37A-67D37995CC72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1705500" y="4964408"/>
                  <a:ext cx="13248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0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6AE361BE-4913-46E1-94FC-68B6551EC304}"/>
                    </a:ext>
                  </a:extLst>
                </p14:cNvPr>
                <p14:cNvContentPartPr/>
                <p14:nvPr/>
              </p14:nvContentPartPr>
              <p14:xfrm>
                <a:off x="1885860" y="5020928"/>
                <a:ext cx="72360" cy="5364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6AE361BE-4913-46E1-94FC-68B6551EC304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1876860" y="5011928"/>
                  <a:ext cx="90000" cy="71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7" name="Group 216">
            <a:extLst>
              <a:ext uri="{FF2B5EF4-FFF2-40B4-BE49-F238E27FC236}">
                <a16:creationId xmlns:a16="http://schemas.microsoft.com/office/drawing/2014/main" id="{E4E437D6-1C10-E3FC-5787-8887E93A25F7}"/>
              </a:ext>
            </a:extLst>
          </p:cNvPr>
          <p:cNvGrpSpPr/>
          <p:nvPr/>
        </p:nvGrpSpPr>
        <p:grpSpPr>
          <a:xfrm>
            <a:off x="2015820" y="5183288"/>
            <a:ext cx="249840" cy="121680"/>
            <a:chOff x="2015820" y="5183288"/>
            <a:chExt cx="249840" cy="121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2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B3FCACDF-7160-693D-2289-9583D273C550}"/>
                    </a:ext>
                  </a:extLst>
                </p14:cNvPr>
                <p14:cNvContentPartPr/>
                <p14:nvPr/>
              </p14:nvContentPartPr>
              <p14:xfrm>
                <a:off x="2015820" y="5183288"/>
                <a:ext cx="126360" cy="9936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B3FCACDF-7160-693D-2289-9583D273C550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2006820" y="5174648"/>
                  <a:ext cx="14400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4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D9266833-890F-0704-EFDE-20042D38C3C0}"/>
                    </a:ext>
                  </a:extLst>
                </p14:cNvPr>
                <p14:cNvContentPartPr/>
                <p14:nvPr/>
              </p14:nvContentPartPr>
              <p14:xfrm>
                <a:off x="2203020" y="5254568"/>
                <a:ext cx="62640" cy="5040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D9266833-890F-0704-EFDE-20042D38C3C0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2194020" y="5245928"/>
                  <a:ext cx="80280" cy="68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0" name="Group 219">
            <a:extLst>
              <a:ext uri="{FF2B5EF4-FFF2-40B4-BE49-F238E27FC236}">
                <a16:creationId xmlns:a16="http://schemas.microsoft.com/office/drawing/2014/main" id="{01FCDACC-A67C-8437-E4FB-93309D6BC1AB}"/>
              </a:ext>
            </a:extLst>
          </p:cNvPr>
          <p:cNvGrpSpPr/>
          <p:nvPr/>
        </p:nvGrpSpPr>
        <p:grpSpPr>
          <a:xfrm>
            <a:off x="1693620" y="5496848"/>
            <a:ext cx="227880" cy="114840"/>
            <a:chOff x="1693620" y="5496848"/>
            <a:chExt cx="227880" cy="114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6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3541FAD9-2124-B031-2B9C-2D6C6A5C84B7}"/>
                    </a:ext>
                  </a:extLst>
                </p14:cNvPr>
                <p14:cNvContentPartPr/>
                <p14:nvPr/>
              </p14:nvContentPartPr>
              <p14:xfrm>
                <a:off x="1693620" y="5496848"/>
                <a:ext cx="126000" cy="11016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3541FAD9-2124-B031-2B9C-2D6C6A5C84B7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1684620" y="5488208"/>
                  <a:ext cx="14364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8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2D6670A6-03F2-9EB0-23C1-F13242706D88}"/>
                    </a:ext>
                  </a:extLst>
                </p14:cNvPr>
                <p14:cNvContentPartPr/>
                <p14:nvPr/>
              </p14:nvContentPartPr>
              <p14:xfrm>
                <a:off x="1904220" y="5574608"/>
                <a:ext cx="17280" cy="3708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2D6670A6-03F2-9EB0-23C1-F13242706D88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1895580" y="5565608"/>
                  <a:ext cx="34920" cy="54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3" name="Group 222">
            <a:extLst>
              <a:ext uri="{FF2B5EF4-FFF2-40B4-BE49-F238E27FC236}">
                <a16:creationId xmlns:a16="http://schemas.microsoft.com/office/drawing/2014/main" id="{699AFD86-7887-3CC6-B0FC-1E0B3FE0AE68}"/>
              </a:ext>
            </a:extLst>
          </p:cNvPr>
          <p:cNvGrpSpPr/>
          <p:nvPr/>
        </p:nvGrpSpPr>
        <p:grpSpPr>
          <a:xfrm>
            <a:off x="1662300" y="5949008"/>
            <a:ext cx="280440" cy="127080"/>
            <a:chOff x="1662300" y="5949008"/>
            <a:chExt cx="280440" cy="127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0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0A87A841-DCE9-59A2-1396-02E4314C7357}"/>
                    </a:ext>
                  </a:extLst>
                </p14:cNvPr>
                <p14:cNvContentPartPr/>
                <p14:nvPr/>
              </p14:nvContentPartPr>
              <p14:xfrm>
                <a:off x="1662300" y="5949008"/>
                <a:ext cx="151560" cy="10836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0A87A841-DCE9-59A2-1396-02E4314C7357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1653660" y="5940368"/>
                  <a:ext cx="1692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2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9BCE2F5A-A541-6500-D10A-EA207B5D3C95}"/>
                    </a:ext>
                  </a:extLst>
                </p14:cNvPr>
                <p14:cNvContentPartPr/>
                <p14:nvPr/>
              </p14:nvContentPartPr>
              <p14:xfrm>
                <a:off x="1849500" y="6000488"/>
                <a:ext cx="93240" cy="7560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9BCE2F5A-A541-6500-D10A-EA207B5D3C95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1840500" y="5991848"/>
                  <a:ext cx="110880" cy="932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4698029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5DFE4BB3-B3FB-2A39-22CD-51A11E3F539E}"/>
                  </a:ext>
                </a:extLst>
              </p14:cNvPr>
              <p14:cNvContentPartPr/>
              <p14:nvPr/>
            </p14:nvContentPartPr>
            <p14:xfrm>
              <a:off x="1880460" y="477728"/>
              <a:ext cx="8640" cy="324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5DFE4BB3-B3FB-2A39-22CD-51A11E3F539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871820" y="469088"/>
                <a:ext cx="26280" cy="20880"/>
              </a:xfrm>
              <a:prstGeom prst="rect">
                <a:avLst/>
              </a:prstGeom>
            </p:spPr>
          </p:pic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id="{8553B356-4C42-E209-DB53-876DFE01DF2E}"/>
              </a:ext>
            </a:extLst>
          </p:cNvPr>
          <p:cNvGrpSpPr/>
          <p:nvPr/>
        </p:nvGrpSpPr>
        <p:grpSpPr>
          <a:xfrm>
            <a:off x="1941660" y="560888"/>
            <a:ext cx="277560" cy="95040"/>
            <a:chOff x="1941660" y="560888"/>
            <a:chExt cx="277560" cy="95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E9B8472B-8FD3-6115-0BB0-76AACA1CA453}"/>
                    </a:ext>
                  </a:extLst>
                </p14:cNvPr>
                <p14:cNvContentPartPr/>
                <p14:nvPr/>
              </p14:nvContentPartPr>
              <p14:xfrm>
                <a:off x="1941660" y="586808"/>
                <a:ext cx="20880" cy="572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E9B8472B-8FD3-6115-0BB0-76AACA1CA453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933020" y="578168"/>
                  <a:ext cx="3852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852782BD-8CDC-6720-F424-77917230D30B}"/>
                    </a:ext>
                  </a:extLst>
                </p14:cNvPr>
                <p14:cNvContentPartPr/>
                <p14:nvPr/>
              </p14:nvContentPartPr>
              <p14:xfrm>
                <a:off x="2030580" y="560888"/>
                <a:ext cx="188640" cy="950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852782BD-8CDC-6720-F424-77917230D30B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021940" y="552248"/>
                  <a:ext cx="206280" cy="112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D0A76CE-316D-84D8-E451-1367DF1DA8A9}"/>
              </a:ext>
            </a:extLst>
          </p:cNvPr>
          <p:cNvGrpSpPr/>
          <p:nvPr/>
        </p:nvGrpSpPr>
        <p:grpSpPr>
          <a:xfrm>
            <a:off x="2508300" y="451448"/>
            <a:ext cx="874080" cy="204840"/>
            <a:chOff x="2508300" y="451448"/>
            <a:chExt cx="874080" cy="204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B61A60F0-B520-5F50-9A5A-36D6E04E5CAE}"/>
                    </a:ext>
                  </a:extLst>
                </p14:cNvPr>
                <p14:cNvContentPartPr/>
                <p14:nvPr/>
              </p14:nvContentPartPr>
              <p14:xfrm>
                <a:off x="2508300" y="466928"/>
                <a:ext cx="202680" cy="1875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B61A60F0-B520-5F50-9A5A-36D6E04E5CAE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499300" y="458288"/>
                  <a:ext cx="22032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1AD56EC8-F172-92F7-AB1C-5A9A3825E916}"/>
                    </a:ext>
                  </a:extLst>
                </p14:cNvPr>
                <p14:cNvContentPartPr/>
                <p14:nvPr/>
              </p14:nvContentPartPr>
              <p14:xfrm>
                <a:off x="2758500" y="495368"/>
                <a:ext cx="172800" cy="1497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1AD56EC8-F172-92F7-AB1C-5A9A3825E91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749500" y="486368"/>
                  <a:ext cx="19044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DEED2F56-C18F-3415-0E05-F7C4948C5AF1}"/>
                    </a:ext>
                  </a:extLst>
                </p14:cNvPr>
                <p14:cNvContentPartPr/>
                <p14:nvPr/>
              </p14:nvContentPartPr>
              <p14:xfrm>
                <a:off x="2982060" y="451448"/>
                <a:ext cx="162720" cy="1915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DEED2F56-C18F-3415-0E05-F7C4948C5AF1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973060" y="442808"/>
                  <a:ext cx="18036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7E8877D1-B8FF-761E-A3B6-28F2C98CBEF6}"/>
                    </a:ext>
                  </a:extLst>
                </p14:cNvPr>
                <p14:cNvContentPartPr/>
                <p14:nvPr/>
              </p14:nvContentPartPr>
              <p14:xfrm>
                <a:off x="3239460" y="536768"/>
                <a:ext cx="142920" cy="1195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7E8877D1-B8FF-761E-A3B6-28F2C98CBEF6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230820" y="528128"/>
                  <a:ext cx="160560" cy="137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C1F86EFC-961D-9DC4-21C6-1671BE1AA934}"/>
              </a:ext>
            </a:extLst>
          </p:cNvPr>
          <p:cNvGrpSpPr/>
          <p:nvPr/>
        </p:nvGrpSpPr>
        <p:grpSpPr>
          <a:xfrm>
            <a:off x="503820" y="442088"/>
            <a:ext cx="1113840" cy="248040"/>
            <a:chOff x="503820" y="442088"/>
            <a:chExt cx="1113840" cy="248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0BE27217-68A2-E6EA-FAC9-B45B0A1AD163}"/>
                    </a:ext>
                  </a:extLst>
                </p14:cNvPr>
                <p14:cNvContentPartPr/>
                <p14:nvPr/>
              </p14:nvContentPartPr>
              <p14:xfrm>
                <a:off x="503820" y="462248"/>
                <a:ext cx="249480" cy="22788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0BE27217-68A2-E6EA-FAC9-B45B0A1AD163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94820" y="453248"/>
                  <a:ext cx="26712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C37922DE-ED7A-9D23-C205-9337221A3B7E}"/>
                    </a:ext>
                  </a:extLst>
                </p14:cNvPr>
                <p14:cNvContentPartPr/>
                <p14:nvPr/>
              </p14:nvContentPartPr>
              <p14:xfrm>
                <a:off x="814140" y="483128"/>
                <a:ext cx="79920" cy="19800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C37922DE-ED7A-9D23-C205-9337221A3B7E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05500" y="474128"/>
                  <a:ext cx="9756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93DD5CDF-A138-FBE8-B17A-0F42598A783D}"/>
                    </a:ext>
                  </a:extLst>
                </p14:cNvPr>
                <p14:cNvContentPartPr/>
                <p14:nvPr/>
              </p14:nvContentPartPr>
              <p14:xfrm>
                <a:off x="764460" y="607688"/>
                <a:ext cx="165600" cy="576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93DD5CDF-A138-FBE8-B17A-0F42598A783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55460" y="598688"/>
                  <a:ext cx="1832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699F2631-7695-F162-A62F-6AE46985E7F9}"/>
                    </a:ext>
                  </a:extLst>
                </p14:cNvPr>
                <p14:cNvContentPartPr/>
                <p14:nvPr/>
              </p14:nvContentPartPr>
              <p14:xfrm>
                <a:off x="964980" y="560168"/>
                <a:ext cx="37800" cy="1029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699F2631-7695-F162-A62F-6AE46985E7F9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956340" y="551168"/>
                  <a:ext cx="5544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2FD39C7F-F76F-B30D-1264-72017F94CC74}"/>
                    </a:ext>
                  </a:extLst>
                </p14:cNvPr>
                <p14:cNvContentPartPr/>
                <p14:nvPr/>
              </p14:nvContentPartPr>
              <p14:xfrm>
                <a:off x="1090980" y="618128"/>
                <a:ext cx="11520" cy="446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2FD39C7F-F76F-B30D-1264-72017F94CC74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081980" y="609128"/>
                  <a:ext cx="2916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7BD4311E-BDA8-0246-A340-DD2DA356D3FF}"/>
                    </a:ext>
                  </a:extLst>
                </p14:cNvPr>
                <p14:cNvContentPartPr/>
                <p14:nvPr/>
              </p14:nvContentPartPr>
              <p14:xfrm>
                <a:off x="1049220" y="483128"/>
                <a:ext cx="8640" cy="64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7BD4311E-BDA8-0246-A340-DD2DA356D3FF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040580" y="474128"/>
                  <a:ext cx="2628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317AE991-D587-26F6-05B9-1187456D6AD1}"/>
                    </a:ext>
                  </a:extLst>
                </p14:cNvPr>
                <p14:cNvContentPartPr/>
                <p14:nvPr/>
              </p14:nvContentPartPr>
              <p14:xfrm>
                <a:off x="1207260" y="442088"/>
                <a:ext cx="309960" cy="2332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317AE991-D587-26F6-05B9-1187456D6AD1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198620" y="433448"/>
                  <a:ext cx="32760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48E2CE64-296B-D55D-A9C1-6E1EF2EEF24A}"/>
                    </a:ext>
                  </a:extLst>
                </p14:cNvPr>
                <p14:cNvContentPartPr/>
                <p14:nvPr/>
              </p14:nvContentPartPr>
              <p14:xfrm>
                <a:off x="1478340" y="540008"/>
                <a:ext cx="139320" cy="1202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48E2CE64-296B-D55D-A9C1-6E1EF2EEF24A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469340" y="531368"/>
                  <a:ext cx="15696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F2FA36DB-41E4-9D05-669F-5A92D0B2016E}"/>
                    </a:ext>
                  </a:extLst>
                </p14:cNvPr>
                <p14:cNvContentPartPr/>
                <p14:nvPr/>
              </p14:nvContentPartPr>
              <p14:xfrm>
                <a:off x="1563660" y="521288"/>
                <a:ext cx="39960" cy="43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F2FA36DB-41E4-9D05-669F-5A92D0B2016E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554660" y="512648"/>
                  <a:ext cx="57600" cy="21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5009A78C-1F85-AF16-38E8-4D61AFC69EC9}"/>
              </a:ext>
            </a:extLst>
          </p:cNvPr>
          <p:cNvGrpSpPr/>
          <p:nvPr/>
        </p:nvGrpSpPr>
        <p:grpSpPr>
          <a:xfrm>
            <a:off x="527940" y="1075328"/>
            <a:ext cx="1500480" cy="323280"/>
            <a:chOff x="527940" y="1075328"/>
            <a:chExt cx="1500480" cy="323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47B58C51-9FB9-FA42-48AC-46DF4D0CA923}"/>
                    </a:ext>
                  </a:extLst>
                </p14:cNvPr>
                <p14:cNvContentPartPr/>
                <p14:nvPr/>
              </p14:nvContentPartPr>
              <p14:xfrm>
                <a:off x="527940" y="1095488"/>
                <a:ext cx="191520" cy="1872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47B58C51-9FB9-FA42-48AC-46DF4D0CA923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19300" y="1086848"/>
                  <a:ext cx="20916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30565B69-D102-D69F-3428-C3FA5F862462}"/>
                    </a:ext>
                  </a:extLst>
                </p14:cNvPr>
                <p14:cNvContentPartPr/>
                <p14:nvPr/>
              </p14:nvContentPartPr>
              <p14:xfrm>
                <a:off x="762660" y="1075328"/>
                <a:ext cx="155880" cy="2019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30565B69-D102-D69F-3428-C3FA5F862462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54020" y="1066328"/>
                  <a:ext cx="17352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E03C78D4-23C4-FA20-9956-D5D4972A6658}"/>
                    </a:ext>
                  </a:extLst>
                </p14:cNvPr>
                <p14:cNvContentPartPr/>
                <p14:nvPr/>
              </p14:nvContentPartPr>
              <p14:xfrm>
                <a:off x="1085580" y="1199888"/>
                <a:ext cx="40320" cy="601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E03C78D4-23C4-FA20-9956-D5D4972A6658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076940" y="1191248"/>
                  <a:ext cx="5796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ED6EEB42-448E-0304-C2B6-970A6A09CF2A}"/>
                    </a:ext>
                  </a:extLst>
                </p14:cNvPr>
                <p14:cNvContentPartPr/>
                <p14:nvPr/>
              </p14:nvContentPartPr>
              <p14:xfrm>
                <a:off x="1044180" y="1106288"/>
                <a:ext cx="8640" cy="64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ED6EEB42-448E-0304-C2B6-970A6A09CF2A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035180" y="1097648"/>
                  <a:ext cx="2628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5524AA1F-B46C-FF6A-A030-F6523E248C8E}"/>
                    </a:ext>
                  </a:extLst>
                </p14:cNvPr>
                <p14:cNvContentPartPr/>
                <p14:nvPr/>
              </p14:nvContentPartPr>
              <p14:xfrm>
                <a:off x="1153260" y="1184408"/>
                <a:ext cx="250200" cy="529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5524AA1F-B46C-FF6A-A030-F6523E248C8E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144260" y="1175408"/>
                  <a:ext cx="26784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CC9636F4-C0D5-FE19-F63C-C9207A20C586}"/>
                    </a:ext>
                  </a:extLst>
                </p14:cNvPr>
                <p14:cNvContentPartPr/>
                <p14:nvPr/>
              </p14:nvContentPartPr>
              <p14:xfrm>
                <a:off x="1430460" y="1169288"/>
                <a:ext cx="134280" cy="813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CC9636F4-C0D5-FE19-F63C-C9207A20C586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421460" y="1160288"/>
                  <a:ext cx="15192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32BA992B-AF7D-AF9D-4AEA-891E12F7B993}"/>
                    </a:ext>
                  </a:extLst>
                </p14:cNvPr>
                <p14:cNvContentPartPr/>
                <p14:nvPr/>
              </p14:nvContentPartPr>
              <p14:xfrm>
                <a:off x="1628820" y="1150928"/>
                <a:ext cx="268200" cy="24768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32BA992B-AF7D-AF9D-4AEA-891E12F7B993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619820" y="1142288"/>
                  <a:ext cx="28584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3A408FA0-2ABD-5633-9286-96D5998BB019}"/>
                    </a:ext>
                  </a:extLst>
                </p14:cNvPr>
                <p14:cNvContentPartPr/>
                <p14:nvPr/>
              </p14:nvContentPartPr>
              <p14:xfrm>
                <a:off x="1962900" y="1145528"/>
                <a:ext cx="65520" cy="1141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3A408FA0-2ABD-5633-9286-96D5998BB019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953900" y="1136528"/>
                  <a:ext cx="83160" cy="131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F4AC0203-03F2-ABF6-7195-D1981DB8BACB}"/>
              </a:ext>
            </a:extLst>
          </p:cNvPr>
          <p:cNvGrpSpPr/>
          <p:nvPr/>
        </p:nvGrpSpPr>
        <p:grpSpPr>
          <a:xfrm>
            <a:off x="984780" y="1781288"/>
            <a:ext cx="2008440" cy="1761480"/>
            <a:chOff x="984780" y="1781288"/>
            <a:chExt cx="2008440" cy="1761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1FBA2472-67E3-1C1E-CDE9-0D95DC826E49}"/>
                    </a:ext>
                  </a:extLst>
                </p14:cNvPr>
                <p14:cNvContentPartPr/>
                <p14:nvPr/>
              </p14:nvContentPartPr>
              <p14:xfrm>
                <a:off x="1059660" y="1860848"/>
                <a:ext cx="59760" cy="11728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1FBA2472-67E3-1C1E-CDE9-0D95DC826E49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050660" y="1851848"/>
                  <a:ext cx="77400" cy="119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BFB78843-D102-5C3D-BA42-C87D77971D58}"/>
                    </a:ext>
                  </a:extLst>
                </p14:cNvPr>
                <p14:cNvContentPartPr/>
                <p14:nvPr/>
              </p14:nvContentPartPr>
              <p14:xfrm>
                <a:off x="1038780" y="1781288"/>
                <a:ext cx="1635480" cy="316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BFB78843-D102-5C3D-BA42-C87D77971D58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030140" y="1772648"/>
                  <a:ext cx="165312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2CCBB364-0FBB-5ACB-339B-7EC32818BB6E}"/>
                    </a:ext>
                  </a:extLst>
                </p14:cNvPr>
                <p14:cNvContentPartPr/>
                <p14:nvPr/>
              </p14:nvContentPartPr>
              <p14:xfrm>
                <a:off x="1386900" y="1842128"/>
                <a:ext cx="104040" cy="9237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2CCBB364-0FBB-5ACB-339B-7EC32818BB6E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378260" y="1833128"/>
                  <a:ext cx="121680" cy="9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008B67E8-2615-B301-CDE8-B48E5388B685}"/>
                    </a:ext>
                  </a:extLst>
                </p14:cNvPr>
                <p14:cNvContentPartPr/>
                <p14:nvPr/>
              </p14:nvContentPartPr>
              <p14:xfrm>
                <a:off x="1480500" y="2758688"/>
                <a:ext cx="16560" cy="1216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008B67E8-2615-B301-CDE8-B48E5388B685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471500" y="2749688"/>
                  <a:ext cx="3420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2C403DE4-1805-ED33-2742-46A9B2014A5E}"/>
                    </a:ext>
                  </a:extLst>
                </p14:cNvPr>
                <p14:cNvContentPartPr/>
                <p14:nvPr/>
              </p14:nvContentPartPr>
              <p14:xfrm>
                <a:off x="1812780" y="1837448"/>
                <a:ext cx="38880" cy="10666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2C403DE4-1805-ED33-2742-46A9B2014A5E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804140" y="1828448"/>
                  <a:ext cx="56520" cy="10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A1EDC454-D25C-2EA4-483A-22B7CFF2ECA1}"/>
                    </a:ext>
                  </a:extLst>
                </p14:cNvPr>
                <p14:cNvContentPartPr/>
                <p14:nvPr/>
              </p14:nvContentPartPr>
              <p14:xfrm>
                <a:off x="2129940" y="1800728"/>
                <a:ext cx="114480" cy="109080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A1EDC454-D25C-2EA4-483A-22B7CFF2ECA1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2121300" y="1792088"/>
                  <a:ext cx="132120" cy="11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2E1AF7D5-ECDD-5A3E-DF75-FE154C77D826}"/>
                    </a:ext>
                  </a:extLst>
                </p14:cNvPr>
                <p14:cNvContentPartPr/>
                <p14:nvPr/>
              </p14:nvContentPartPr>
              <p14:xfrm>
                <a:off x="1067940" y="2114288"/>
                <a:ext cx="1507320" cy="702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2E1AF7D5-ECDD-5A3E-DF75-FE154C77D826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1058940" y="2105648"/>
                  <a:ext cx="152496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3BF6D218-34AE-1C89-586C-4557055D6196}"/>
                    </a:ext>
                  </a:extLst>
                </p14:cNvPr>
                <p14:cNvContentPartPr/>
                <p14:nvPr/>
              </p14:nvContentPartPr>
              <p14:xfrm>
                <a:off x="1080900" y="2517848"/>
                <a:ext cx="1543320" cy="345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3BF6D218-34AE-1C89-586C-4557055D6196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071900" y="2509208"/>
                  <a:ext cx="156096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E696E5D4-1B4C-95E5-1DE5-EB0ED3711B01}"/>
                    </a:ext>
                  </a:extLst>
                </p14:cNvPr>
                <p14:cNvContentPartPr/>
                <p14:nvPr/>
              </p14:nvContentPartPr>
              <p14:xfrm>
                <a:off x="997380" y="2908808"/>
                <a:ext cx="1550160" cy="2664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E696E5D4-1B4C-95E5-1DE5-EB0ED3711B01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988740" y="2900168"/>
                  <a:ext cx="156780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BF9EC210-FE3F-BA2D-4CAE-4F45D97C6BCB}"/>
                    </a:ext>
                  </a:extLst>
                </p14:cNvPr>
                <p14:cNvContentPartPr/>
                <p14:nvPr/>
              </p14:nvContentPartPr>
              <p14:xfrm>
                <a:off x="1096020" y="2935448"/>
                <a:ext cx="35640" cy="6073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BF9EC210-FE3F-BA2D-4CAE-4F45D97C6BCB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1087380" y="2926808"/>
                  <a:ext cx="53280" cy="62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D6ED11CD-A674-A474-DFE6-BF179B8443C7}"/>
                    </a:ext>
                  </a:extLst>
                </p14:cNvPr>
                <p14:cNvContentPartPr/>
                <p14:nvPr/>
              </p14:nvContentPartPr>
              <p14:xfrm>
                <a:off x="1501020" y="2840768"/>
                <a:ext cx="26640" cy="4183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D6ED11CD-A674-A474-DFE6-BF179B8443C7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492380" y="2831768"/>
                  <a:ext cx="44280" cy="43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E5C39424-3771-E494-F7A0-95628B48C902}"/>
                    </a:ext>
                  </a:extLst>
                </p14:cNvPr>
                <p14:cNvContentPartPr/>
                <p14:nvPr/>
              </p14:nvContentPartPr>
              <p14:xfrm>
                <a:off x="1828620" y="2854088"/>
                <a:ext cx="36720" cy="3855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E5C39424-3771-E494-F7A0-95628B48C902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819980" y="2845448"/>
                  <a:ext cx="54360" cy="40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08658493-6A4E-15FB-FF07-C9E04C87458D}"/>
                    </a:ext>
                  </a:extLst>
                </p14:cNvPr>
                <p14:cNvContentPartPr/>
                <p14:nvPr/>
              </p14:nvContentPartPr>
              <p14:xfrm>
                <a:off x="2259540" y="2898728"/>
                <a:ext cx="41760" cy="3387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08658493-6A4E-15FB-FF07-C9E04C87458D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2250900" y="2889728"/>
                  <a:ext cx="59400" cy="35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5DD6B334-9CD1-529A-521B-C925509EE472}"/>
                    </a:ext>
                  </a:extLst>
                </p14:cNvPr>
                <p14:cNvContentPartPr/>
                <p14:nvPr/>
              </p14:nvContentPartPr>
              <p14:xfrm>
                <a:off x="984780" y="3246848"/>
                <a:ext cx="1628640" cy="266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5DD6B334-9CD1-529A-521B-C925509EE472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975780" y="3237848"/>
                  <a:ext cx="164628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C943A05D-F8F9-23DC-9D5B-D91A2187AC30}"/>
                    </a:ext>
                  </a:extLst>
                </p14:cNvPr>
                <p14:cNvContentPartPr/>
                <p14:nvPr/>
              </p14:nvContentPartPr>
              <p14:xfrm>
                <a:off x="2457180" y="2134808"/>
                <a:ext cx="487080" cy="111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C943A05D-F8F9-23DC-9D5B-D91A2187AC30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2448540" y="2125808"/>
                  <a:ext cx="50472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F15848C8-5FDF-B91E-8C5E-B6A9E7E9146F}"/>
                    </a:ext>
                  </a:extLst>
                </p14:cNvPr>
                <p14:cNvContentPartPr/>
                <p14:nvPr/>
              </p14:nvContentPartPr>
              <p14:xfrm>
                <a:off x="2535300" y="2518928"/>
                <a:ext cx="457920" cy="165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F15848C8-5FDF-B91E-8C5E-B6A9E7E9146F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2526300" y="2510288"/>
                  <a:ext cx="47556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BE04B53D-44DE-4F25-F73C-904149B5F00A}"/>
                    </a:ext>
                  </a:extLst>
                </p14:cNvPr>
                <p14:cNvContentPartPr/>
                <p14:nvPr/>
              </p14:nvContentPartPr>
              <p14:xfrm>
                <a:off x="2436660" y="2904128"/>
                <a:ext cx="512640" cy="2664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BE04B53D-44DE-4F25-F73C-904149B5F00A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2427660" y="2895128"/>
                  <a:ext cx="53028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D37AD49E-BD09-4B9F-991A-62DB367228C7}"/>
                    </a:ext>
                  </a:extLst>
                </p14:cNvPr>
                <p14:cNvContentPartPr/>
                <p14:nvPr/>
              </p14:nvContentPartPr>
              <p14:xfrm>
                <a:off x="2483100" y="3254408"/>
                <a:ext cx="473760" cy="90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D37AD49E-BD09-4B9F-991A-62DB367228C7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2474460" y="3245408"/>
                  <a:ext cx="49140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F922642B-C8C5-D28D-6D68-21F56278FD95}"/>
                    </a:ext>
                  </a:extLst>
                </p14:cNvPr>
                <p14:cNvContentPartPr/>
                <p14:nvPr/>
              </p14:nvContentPartPr>
              <p14:xfrm>
                <a:off x="2545740" y="1807208"/>
                <a:ext cx="125640" cy="142920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F922642B-C8C5-D28D-6D68-21F56278FD95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2536740" y="1798208"/>
                  <a:ext cx="143280" cy="1446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736DADD4-33F4-A2F4-258F-44C246EB5B74}"/>
              </a:ext>
            </a:extLst>
          </p:cNvPr>
          <p:cNvGrpSpPr/>
          <p:nvPr/>
        </p:nvGrpSpPr>
        <p:grpSpPr>
          <a:xfrm>
            <a:off x="4025430" y="1781288"/>
            <a:ext cx="2008440" cy="1761480"/>
            <a:chOff x="984780" y="1781288"/>
            <a:chExt cx="2008440" cy="1761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81DBEB96-567A-ACA0-E45D-FAA901A7647A}"/>
                    </a:ext>
                  </a:extLst>
                </p14:cNvPr>
                <p14:cNvContentPartPr/>
                <p14:nvPr/>
              </p14:nvContentPartPr>
              <p14:xfrm>
                <a:off x="1059660" y="1860848"/>
                <a:ext cx="59760" cy="117288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81DBEB96-567A-ACA0-E45D-FAA901A7647A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050660" y="1851848"/>
                  <a:ext cx="77400" cy="119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F3FE5514-A114-E8B3-AE9C-5E68A133989D}"/>
                    </a:ext>
                  </a:extLst>
                </p14:cNvPr>
                <p14:cNvContentPartPr/>
                <p14:nvPr/>
              </p14:nvContentPartPr>
              <p14:xfrm>
                <a:off x="1038780" y="1781288"/>
                <a:ext cx="1635480" cy="3168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F3FE5514-A114-E8B3-AE9C-5E68A133989D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030140" y="1772648"/>
                  <a:ext cx="165312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12F2AF60-1FAF-272E-2DE2-2A517EFDC00C}"/>
                    </a:ext>
                  </a:extLst>
                </p14:cNvPr>
                <p14:cNvContentPartPr/>
                <p14:nvPr/>
              </p14:nvContentPartPr>
              <p14:xfrm>
                <a:off x="1386900" y="1842128"/>
                <a:ext cx="104040" cy="9237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12F2AF60-1FAF-272E-2DE2-2A517EFDC00C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378260" y="1833128"/>
                  <a:ext cx="121680" cy="9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A4559052-A76D-F92C-0D8B-EC77A1D3B836}"/>
                    </a:ext>
                  </a:extLst>
                </p14:cNvPr>
                <p14:cNvContentPartPr/>
                <p14:nvPr/>
              </p14:nvContentPartPr>
              <p14:xfrm>
                <a:off x="1480500" y="2758688"/>
                <a:ext cx="16560" cy="12168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A4559052-A76D-F92C-0D8B-EC77A1D3B836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471500" y="2749688"/>
                  <a:ext cx="3420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E170ECDC-B45A-7EA1-4D3D-D5E679F0191F}"/>
                    </a:ext>
                  </a:extLst>
                </p14:cNvPr>
                <p14:cNvContentPartPr/>
                <p14:nvPr/>
              </p14:nvContentPartPr>
              <p14:xfrm>
                <a:off x="1812780" y="1837448"/>
                <a:ext cx="38880" cy="106668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E170ECDC-B45A-7EA1-4D3D-D5E679F0191F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804140" y="1828448"/>
                  <a:ext cx="56520" cy="10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A3BA7DF7-6819-4D55-F7C3-CCBC8935D393}"/>
                    </a:ext>
                  </a:extLst>
                </p14:cNvPr>
                <p14:cNvContentPartPr/>
                <p14:nvPr/>
              </p14:nvContentPartPr>
              <p14:xfrm>
                <a:off x="2129940" y="1800728"/>
                <a:ext cx="114480" cy="109080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A3BA7DF7-6819-4D55-F7C3-CCBC8935D393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2121300" y="1792088"/>
                  <a:ext cx="132120" cy="11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CC79E94A-04A9-6812-1760-5E48F7D217C8}"/>
                    </a:ext>
                  </a:extLst>
                </p14:cNvPr>
                <p14:cNvContentPartPr/>
                <p14:nvPr/>
              </p14:nvContentPartPr>
              <p14:xfrm>
                <a:off x="1067940" y="2114288"/>
                <a:ext cx="1507320" cy="7020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CC79E94A-04A9-6812-1760-5E48F7D217C8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1058940" y="2105648"/>
                  <a:ext cx="152496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4B9C549F-E741-28CB-B374-FACFA2EFF8A3}"/>
                    </a:ext>
                  </a:extLst>
                </p14:cNvPr>
                <p14:cNvContentPartPr/>
                <p14:nvPr/>
              </p14:nvContentPartPr>
              <p14:xfrm>
                <a:off x="1080900" y="2517848"/>
                <a:ext cx="1543320" cy="3456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4B9C549F-E741-28CB-B374-FACFA2EFF8A3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071900" y="2509208"/>
                  <a:ext cx="156096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551D0E0A-A6E5-F0B4-3744-2D54C9889F85}"/>
                    </a:ext>
                  </a:extLst>
                </p14:cNvPr>
                <p14:cNvContentPartPr/>
                <p14:nvPr/>
              </p14:nvContentPartPr>
              <p14:xfrm>
                <a:off x="997380" y="2908808"/>
                <a:ext cx="1550160" cy="2664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551D0E0A-A6E5-F0B4-3744-2D54C9889F85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988740" y="2900168"/>
                  <a:ext cx="156780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FA989D9E-7714-2CAA-37D8-00654ADFF171}"/>
                    </a:ext>
                  </a:extLst>
                </p14:cNvPr>
                <p14:cNvContentPartPr/>
                <p14:nvPr/>
              </p14:nvContentPartPr>
              <p14:xfrm>
                <a:off x="1096020" y="2935448"/>
                <a:ext cx="35640" cy="60732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FA989D9E-7714-2CAA-37D8-00654ADFF171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1087380" y="2926808"/>
                  <a:ext cx="53280" cy="62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28DF8C17-120C-5EA9-B7AB-8420705E2FF5}"/>
                    </a:ext>
                  </a:extLst>
                </p14:cNvPr>
                <p14:cNvContentPartPr/>
                <p14:nvPr/>
              </p14:nvContentPartPr>
              <p14:xfrm>
                <a:off x="1501020" y="2840768"/>
                <a:ext cx="26640" cy="41832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28DF8C17-120C-5EA9-B7AB-8420705E2FF5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492380" y="2831768"/>
                  <a:ext cx="44280" cy="43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34A1BEB3-9E3F-C91F-995B-E43742F572DA}"/>
                    </a:ext>
                  </a:extLst>
                </p14:cNvPr>
                <p14:cNvContentPartPr/>
                <p14:nvPr/>
              </p14:nvContentPartPr>
              <p14:xfrm>
                <a:off x="1828620" y="2854088"/>
                <a:ext cx="36720" cy="38556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34A1BEB3-9E3F-C91F-995B-E43742F572DA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819980" y="2845448"/>
                  <a:ext cx="54360" cy="40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209461CB-4176-52C4-BD5E-CA42CC73B5CA}"/>
                    </a:ext>
                  </a:extLst>
                </p14:cNvPr>
                <p14:cNvContentPartPr/>
                <p14:nvPr/>
              </p14:nvContentPartPr>
              <p14:xfrm>
                <a:off x="2259540" y="2898728"/>
                <a:ext cx="41760" cy="33876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209461CB-4176-52C4-BD5E-CA42CC73B5CA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2250900" y="2889728"/>
                  <a:ext cx="59400" cy="35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E5DF072F-C249-DACC-68E0-781AFFB4E21D}"/>
                    </a:ext>
                  </a:extLst>
                </p14:cNvPr>
                <p14:cNvContentPartPr/>
                <p14:nvPr/>
              </p14:nvContentPartPr>
              <p14:xfrm>
                <a:off x="984780" y="3246848"/>
                <a:ext cx="1628640" cy="2664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E5DF072F-C249-DACC-68E0-781AFFB4E21D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975780" y="3237848"/>
                  <a:ext cx="164628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9FBB2445-0E50-F4D0-811A-C396458D8439}"/>
                    </a:ext>
                  </a:extLst>
                </p14:cNvPr>
                <p14:cNvContentPartPr/>
                <p14:nvPr/>
              </p14:nvContentPartPr>
              <p14:xfrm>
                <a:off x="2457180" y="2134808"/>
                <a:ext cx="487080" cy="1116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9FBB2445-0E50-F4D0-811A-C396458D8439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2448540" y="2125808"/>
                  <a:ext cx="50472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363D345C-3E34-D97E-4EA2-2AE53AD11650}"/>
                    </a:ext>
                  </a:extLst>
                </p14:cNvPr>
                <p14:cNvContentPartPr/>
                <p14:nvPr/>
              </p14:nvContentPartPr>
              <p14:xfrm>
                <a:off x="2535300" y="2518928"/>
                <a:ext cx="457920" cy="165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363D345C-3E34-D97E-4EA2-2AE53AD11650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2526300" y="2510288"/>
                  <a:ext cx="47556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116C19B7-AB6F-2770-DF98-04AB83E9037B}"/>
                    </a:ext>
                  </a:extLst>
                </p14:cNvPr>
                <p14:cNvContentPartPr/>
                <p14:nvPr/>
              </p14:nvContentPartPr>
              <p14:xfrm>
                <a:off x="2436660" y="2904128"/>
                <a:ext cx="512640" cy="266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116C19B7-AB6F-2770-DF98-04AB83E9037B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2427660" y="2895128"/>
                  <a:ext cx="53028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0165531A-30DA-816F-200A-2C4342F353F1}"/>
                    </a:ext>
                  </a:extLst>
                </p14:cNvPr>
                <p14:cNvContentPartPr/>
                <p14:nvPr/>
              </p14:nvContentPartPr>
              <p14:xfrm>
                <a:off x="2483100" y="3254408"/>
                <a:ext cx="473760" cy="900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0165531A-30DA-816F-200A-2C4342F353F1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2474460" y="3245408"/>
                  <a:ext cx="49140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96C05ED9-DDFE-9126-5D85-BEC59955D8EB}"/>
                    </a:ext>
                  </a:extLst>
                </p14:cNvPr>
                <p14:cNvContentPartPr/>
                <p14:nvPr/>
              </p14:nvContentPartPr>
              <p14:xfrm>
                <a:off x="2545740" y="1807208"/>
                <a:ext cx="125640" cy="142920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96C05ED9-DDFE-9126-5D85-BEC59955D8EB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2536740" y="1798208"/>
                  <a:ext cx="143280" cy="1446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D9AC28DB-A673-297D-4F3F-47E8A0BF55A6}"/>
              </a:ext>
            </a:extLst>
          </p:cNvPr>
          <p:cNvGrpSpPr/>
          <p:nvPr/>
        </p:nvGrpSpPr>
        <p:grpSpPr>
          <a:xfrm>
            <a:off x="6865004" y="1741456"/>
            <a:ext cx="2008440" cy="1761480"/>
            <a:chOff x="984780" y="1781288"/>
            <a:chExt cx="2008440" cy="1761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EE83027E-DC7A-008C-C7FC-DD60383C583F}"/>
                    </a:ext>
                  </a:extLst>
                </p14:cNvPr>
                <p14:cNvContentPartPr/>
                <p14:nvPr/>
              </p14:nvContentPartPr>
              <p14:xfrm>
                <a:off x="1059660" y="1860848"/>
                <a:ext cx="59760" cy="117288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EE83027E-DC7A-008C-C7FC-DD60383C583F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050660" y="1851848"/>
                  <a:ext cx="77400" cy="119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700264B1-8805-100C-D4E3-3ACA6F3FBBBA}"/>
                    </a:ext>
                  </a:extLst>
                </p14:cNvPr>
                <p14:cNvContentPartPr/>
                <p14:nvPr/>
              </p14:nvContentPartPr>
              <p14:xfrm>
                <a:off x="1038780" y="1781288"/>
                <a:ext cx="1635480" cy="3168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700264B1-8805-100C-D4E3-3ACA6F3FBBBA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030140" y="1772648"/>
                  <a:ext cx="165312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82879ABE-ED92-BBDF-F302-93CAF2717102}"/>
                    </a:ext>
                  </a:extLst>
                </p14:cNvPr>
                <p14:cNvContentPartPr/>
                <p14:nvPr/>
              </p14:nvContentPartPr>
              <p14:xfrm>
                <a:off x="1386900" y="1842128"/>
                <a:ext cx="104040" cy="92376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82879ABE-ED92-BBDF-F302-93CAF2717102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378260" y="1833128"/>
                  <a:ext cx="121680" cy="9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4959C213-1E8C-ED8A-101D-A6F8AB6B8FFC}"/>
                    </a:ext>
                  </a:extLst>
                </p14:cNvPr>
                <p14:cNvContentPartPr/>
                <p14:nvPr/>
              </p14:nvContentPartPr>
              <p14:xfrm>
                <a:off x="1480500" y="2758688"/>
                <a:ext cx="16560" cy="12168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4959C213-1E8C-ED8A-101D-A6F8AB6B8FFC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471500" y="2749688"/>
                  <a:ext cx="3420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3285F097-2E0B-8DD8-6D45-FDCC42417FEB}"/>
                    </a:ext>
                  </a:extLst>
                </p14:cNvPr>
                <p14:cNvContentPartPr/>
                <p14:nvPr/>
              </p14:nvContentPartPr>
              <p14:xfrm>
                <a:off x="1812780" y="1837448"/>
                <a:ext cx="38880" cy="106668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3285F097-2E0B-8DD8-6D45-FDCC42417FEB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804140" y="1828448"/>
                  <a:ext cx="56520" cy="10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4DEB42CD-5C2C-143E-346D-B6EBE2D1B0F8}"/>
                    </a:ext>
                  </a:extLst>
                </p14:cNvPr>
                <p14:cNvContentPartPr/>
                <p14:nvPr/>
              </p14:nvContentPartPr>
              <p14:xfrm>
                <a:off x="2129940" y="1800728"/>
                <a:ext cx="114480" cy="109080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4DEB42CD-5C2C-143E-346D-B6EBE2D1B0F8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2121300" y="1792088"/>
                  <a:ext cx="132120" cy="11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D3D2FC24-36FA-68E5-2906-A61936E5CAA0}"/>
                    </a:ext>
                  </a:extLst>
                </p14:cNvPr>
                <p14:cNvContentPartPr/>
                <p14:nvPr/>
              </p14:nvContentPartPr>
              <p14:xfrm>
                <a:off x="1067940" y="2114288"/>
                <a:ext cx="1507320" cy="7020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D3D2FC24-36FA-68E5-2906-A61936E5CAA0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1058940" y="2105648"/>
                  <a:ext cx="152496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42CAA429-EE9D-DDD0-DADE-9FF8B841E3DA}"/>
                    </a:ext>
                  </a:extLst>
                </p14:cNvPr>
                <p14:cNvContentPartPr/>
                <p14:nvPr/>
              </p14:nvContentPartPr>
              <p14:xfrm>
                <a:off x="1080900" y="2517848"/>
                <a:ext cx="1543320" cy="3456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42CAA429-EE9D-DDD0-DADE-9FF8B841E3DA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071900" y="2509208"/>
                  <a:ext cx="156096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3D7DA35D-9F33-9044-5CBB-6BF8311DF6B8}"/>
                    </a:ext>
                  </a:extLst>
                </p14:cNvPr>
                <p14:cNvContentPartPr/>
                <p14:nvPr/>
              </p14:nvContentPartPr>
              <p14:xfrm>
                <a:off x="997380" y="2908808"/>
                <a:ext cx="1550160" cy="2664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3D7DA35D-9F33-9044-5CBB-6BF8311DF6B8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988740" y="2900168"/>
                  <a:ext cx="156780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67A0E973-258E-5158-8919-865A9DBBAF9D}"/>
                    </a:ext>
                  </a:extLst>
                </p14:cNvPr>
                <p14:cNvContentPartPr/>
                <p14:nvPr/>
              </p14:nvContentPartPr>
              <p14:xfrm>
                <a:off x="1096020" y="2935448"/>
                <a:ext cx="35640" cy="60732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67A0E973-258E-5158-8919-865A9DBBAF9D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1087380" y="2926808"/>
                  <a:ext cx="53280" cy="62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69AE9AC4-9A52-8D1F-A3E3-4FBE4AFC7348}"/>
                    </a:ext>
                  </a:extLst>
                </p14:cNvPr>
                <p14:cNvContentPartPr/>
                <p14:nvPr/>
              </p14:nvContentPartPr>
              <p14:xfrm>
                <a:off x="1501020" y="2840768"/>
                <a:ext cx="26640" cy="41832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69AE9AC4-9A52-8D1F-A3E3-4FBE4AFC7348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492380" y="2831768"/>
                  <a:ext cx="44280" cy="43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D3C56C6A-A2DE-828E-DDFF-3690AEE6A522}"/>
                    </a:ext>
                  </a:extLst>
                </p14:cNvPr>
                <p14:cNvContentPartPr/>
                <p14:nvPr/>
              </p14:nvContentPartPr>
              <p14:xfrm>
                <a:off x="1828620" y="2854088"/>
                <a:ext cx="36720" cy="38556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D3C56C6A-A2DE-828E-DDFF-3690AEE6A522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819980" y="2845448"/>
                  <a:ext cx="54360" cy="40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2E9D3636-0E1E-601B-D62F-407828822468}"/>
                    </a:ext>
                  </a:extLst>
                </p14:cNvPr>
                <p14:cNvContentPartPr/>
                <p14:nvPr/>
              </p14:nvContentPartPr>
              <p14:xfrm>
                <a:off x="2259540" y="2898728"/>
                <a:ext cx="41760" cy="33876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2E9D3636-0E1E-601B-D62F-407828822468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2250900" y="2889728"/>
                  <a:ext cx="59400" cy="35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6630F09E-972B-A465-F8AA-53C2908F8E1B}"/>
                    </a:ext>
                  </a:extLst>
                </p14:cNvPr>
                <p14:cNvContentPartPr/>
                <p14:nvPr/>
              </p14:nvContentPartPr>
              <p14:xfrm>
                <a:off x="984780" y="3246848"/>
                <a:ext cx="1628640" cy="2664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6630F09E-972B-A465-F8AA-53C2908F8E1B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975780" y="3237848"/>
                  <a:ext cx="164628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485E2D4A-1AB8-D817-2200-CA315675D30E}"/>
                    </a:ext>
                  </a:extLst>
                </p14:cNvPr>
                <p14:cNvContentPartPr/>
                <p14:nvPr/>
              </p14:nvContentPartPr>
              <p14:xfrm>
                <a:off x="2457180" y="2134808"/>
                <a:ext cx="487080" cy="1116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485E2D4A-1AB8-D817-2200-CA315675D30E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2448540" y="2125808"/>
                  <a:ext cx="50472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67322604-8657-EBD3-EE4F-3AA740ADFEAA}"/>
                    </a:ext>
                  </a:extLst>
                </p14:cNvPr>
                <p14:cNvContentPartPr/>
                <p14:nvPr/>
              </p14:nvContentPartPr>
              <p14:xfrm>
                <a:off x="2535300" y="2518928"/>
                <a:ext cx="457920" cy="1656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67322604-8657-EBD3-EE4F-3AA740ADFEAA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2526300" y="2510288"/>
                  <a:ext cx="47556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4A36044A-1B4B-81BA-7ABA-7E310850D4A4}"/>
                    </a:ext>
                  </a:extLst>
                </p14:cNvPr>
                <p14:cNvContentPartPr/>
                <p14:nvPr/>
              </p14:nvContentPartPr>
              <p14:xfrm>
                <a:off x="2436660" y="2904128"/>
                <a:ext cx="512640" cy="2664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4A36044A-1B4B-81BA-7ABA-7E310850D4A4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2427660" y="2895128"/>
                  <a:ext cx="53028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D08AB956-F90F-7CFA-70BF-6DDEEA7521B4}"/>
                    </a:ext>
                  </a:extLst>
                </p14:cNvPr>
                <p14:cNvContentPartPr/>
                <p14:nvPr/>
              </p14:nvContentPartPr>
              <p14:xfrm>
                <a:off x="2483100" y="3254408"/>
                <a:ext cx="473760" cy="900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D08AB956-F90F-7CFA-70BF-6DDEEA7521B4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2474460" y="3245408"/>
                  <a:ext cx="49140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95CF7982-C6EB-77FB-590D-293972B3FE45}"/>
                    </a:ext>
                  </a:extLst>
                </p14:cNvPr>
                <p14:cNvContentPartPr/>
                <p14:nvPr/>
              </p14:nvContentPartPr>
              <p14:xfrm>
                <a:off x="2545740" y="1807208"/>
                <a:ext cx="125640" cy="142920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95CF7982-C6EB-77FB-590D-293972B3FE45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2536740" y="1798208"/>
                  <a:ext cx="143280" cy="1446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5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6B302F42-5262-2B0D-F7FC-BD23526B8C15}"/>
                  </a:ext>
                </a:extLst>
              </p14:cNvPr>
              <p14:cNvContentPartPr/>
              <p14:nvPr/>
            </p14:nvContentPartPr>
            <p14:xfrm>
              <a:off x="2670660" y="1089368"/>
              <a:ext cx="99720" cy="220680"/>
            </p14:xfrm>
          </p:contentPart>
        </mc:Choice>
        <mc:Fallback xmlns=""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6B302F42-5262-2B0D-F7FC-BD23526B8C15}"/>
                  </a:ext>
                </a:extLst>
              </p:cNvPr>
              <p:cNvPicPr/>
              <p:nvPr/>
            </p:nvPicPr>
            <p:blipFill>
              <a:blip r:embed="rId126"/>
              <a:stretch>
                <a:fillRect/>
              </a:stretch>
            </p:blipFill>
            <p:spPr>
              <a:xfrm>
                <a:off x="2661660" y="1080368"/>
                <a:ext cx="117360" cy="23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7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ED9569AF-1BC2-378C-0940-FD6E3AD01417}"/>
                  </a:ext>
                </a:extLst>
              </p14:cNvPr>
              <p14:cNvContentPartPr/>
              <p14:nvPr/>
            </p14:nvContentPartPr>
            <p14:xfrm>
              <a:off x="2841660" y="1116008"/>
              <a:ext cx="58320" cy="91800"/>
            </p14:xfrm>
          </p:contentPart>
        </mc:Choice>
        <mc:Fallback xmlns=""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ED9569AF-1BC2-378C-0940-FD6E3AD01417}"/>
                  </a:ext>
                </a:extLst>
              </p:cNvPr>
              <p:cNvPicPr/>
              <p:nvPr/>
            </p:nvPicPr>
            <p:blipFill>
              <a:blip r:embed="rId128"/>
              <a:stretch>
                <a:fillRect/>
              </a:stretch>
            </p:blipFill>
            <p:spPr>
              <a:xfrm>
                <a:off x="2832660" y="1107368"/>
                <a:ext cx="75960" cy="10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9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37330E6B-F5E6-82CE-250D-D31E55E818F5}"/>
                  </a:ext>
                </a:extLst>
              </p14:cNvPr>
              <p14:cNvContentPartPr/>
              <p14:nvPr/>
            </p14:nvContentPartPr>
            <p14:xfrm>
              <a:off x="2984940" y="1106288"/>
              <a:ext cx="106920" cy="93600"/>
            </p14:xfrm>
          </p:contentPart>
        </mc:Choice>
        <mc:Fallback xmlns=""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37330E6B-F5E6-82CE-250D-D31E55E818F5}"/>
                  </a:ext>
                </a:extLst>
              </p:cNvPr>
              <p:cNvPicPr/>
              <p:nvPr/>
            </p:nvPicPr>
            <p:blipFill>
              <a:blip r:embed="rId130"/>
              <a:stretch>
                <a:fillRect/>
              </a:stretch>
            </p:blipFill>
            <p:spPr>
              <a:xfrm>
                <a:off x="2976300" y="1097648"/>
                <a:ext cx="124560" cy="11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1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E4C0592D-704C-7CB1-A01C-010099219987}"/>
                  </a:ext>
                </a:extLst>
              </p14:cNvPr>
              <p14:cNvContentPartPr/>
              <p14:nvPr/>
            </p14:nvContentPartPr>
            <p14:xfrm>
              <a:off x="3167460" y="1096208"/>
              <a:ext cx="254160" cy="89280"/>
            </p14:xfrm>
          </p:contentPart>
        </mc:Choice>
        <mc:Fallback xmlns=""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E4C0592D-704C-7CB1-A01C-010099219987}"/>
                  </a:ext>
                </a:extLst>
              </p:cNvPr>
              <p:cNvPicPr/>
              <p:nvPr/>
            </p:nvPicPr>
            <p:blipFill>
              <a:blip r:embed="rId132"/>
              <a:stretch>
                <a:fillRect/>
              </a:stretch>
            </p:blipFill>
            <p:spPr>
              <a:xfrm>
                <a:off x="3158820" y="1087208"/>
                <a:ext cx="271800" cy="10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3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D7116BF0-FA96-EB97-9C72-62CC622F1273}"/>
                  </a:ext>
                </a:extLst>
              </p14:cNvPr>
              <p14:cNvContentPartPr/>
              <p14:nvPr/>
            </p14:nvContentPartPr>
            <p14:xfrm>
              <a:off x="3427020" y="1064888"/>
              <a:ext cx="76680" cy="110520"/>
            </p14:xfrm>
          </p:contentPart>
        </mc:Choice>
        <mc:Fallback xmlns=""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D7116BF0-FA96-EB97-9C72-62CC622F1273}"/>
                  </a:ext>
                </a:extLst>
              </p:cNvPr>
              <p:cNvPicPr/>
              <p:nvPr/>
            </p:nvPicPr>
            <p:blipFill>
              <a:blip r:embed="rId134"/>
              <a:stretch>
                <a:fillRect/>
              </a:stretch>
            </p:blipFill>
            <p:spPr>
              <a:xfrm>
                <a:off x="3418380" y="1055888"/>
                <a:ext cx="94320" cy="12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5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D6490790-C6D7-CBF0-2774-2F84B38177B4}"/>
                  </a:ext>
                </a:extLst>
              </p14:cNvPr>
              <p14:cNvContentPartPr/>
              <p14:nvPr/>
            </p14:nvContentPartPr>
            <p14:xfrm>
              <a:off x="3527820" y="1064888"/>
              <a:ext cx="78840" cy="113040"/>
            </p14:xfrm>
          </p:contentPart>
        </mc:Choice>
        <mc:Fallback xmlns=""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D6490790-C6D7-CBF0-2774-2F84B38177B4}"/>
                  </a:ext>
                </a:extLst>
              </p:cNvPr>
              <p:cNvPicPr/>
              <p:nvPr/>
            </p:nvPicPr>
            <p:blipFill>
              <a:blip r:embed="rId136"/>
              <a:stretch>
                <a:fillRect/>
              </a:stretch>
            </p:blipFill>
            <p:spPr>
              <a:xfrm>
                <a:off x="3518820" y="1055888"/>
                <a:ext cx="96480" cy="13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7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4FC0AFC9-18D8-2036-3638-CF7A7CC1EA83}"/>
                  </a:ext>
                </a:extLst>
              </p14:cNvPr>
              <p14:cNvContentPartPr/>
              <p14:nvPr/>
            </p14:nvContentPartPr>
            <p14:xfrm>
              <a:off x="3688740" y="1096208"/>
              <a:ext cx="25560" cy="83160"/>
            </p14:xfrm>
          </p:contentPart>
        </mc:Choice>
        <mc:Fallback xmlns=""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4FC0AFC9-18D8-2036-3638-CF7A7CC1EA83}"/>
                  </a:ext>
                </a:extLst>
              </p:cNvPr>
              <p:cNvPicPr/>
              <p:nvPr/>
            </p:nvPicPr>
            <p:blipFill>
              <a:blip r:embed="rId138"/>
              <a:stretch>
                <a:fillRect/>
              </a:stretch>
            </p:blipFill>
            <p:spPr>
              <a:xfrm>
                <a:off x="3679740" y="1087208"/>
                <a:ext cx="43200" cy="10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9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1185CAA8-FF29-BC2A-9C14-DA0525F52C42}"/>
                  </a:ext>
                </a:extLst>
              </p14:cNvPr>
              <p14:cNvContentPartPr/>
              <p14:nvPr/>
            </p14:nvContentPartPr>
            <p14:xfrm>
              <a:off x="3631500" y="997208"/>
              <a:ext cx="360" cy="3240"/>
            </p14:xfrm>
          </p:contentPart>
        </mc:Choice>
        <mc:Fallback xmlns=""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1185CAA8-FF29-BC2A-9C14-DA0525F52C42}"/>
                  </a:ext>
                </a:extLst>
              </p:cNvPr>
              <p:cNvPicPr/>
              <p:nvPr/>
            </p:nvPicPr>
            <p:blipFill>
              <a:blip r:embed="rId140"/>
              <a:stretch>
                <a:fillRect/>
              </a:stretch>
            </p:blipFill>
            <p:spPr>
              <a:xfrm>
                <a:off x="3622500" y="988568"/>
                <a:ext cx="18000" cy="2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1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0F3B1B24-DCCF-D07A-4A8E-B4329CF882D8}"/>
                  </a:ext>
                </a:extLst>
              </p14:cNvPr>
              <p14:cNvContentPartPr/>
              <p14:nvPr/>
            </p14:nvContentPartPr>
            <p14:xfrm>
              <a:off x="3756060" y="1080368"/>
              <a:ext cx="135000" cy="79560"/>
            </p14:xfrm>
          </p:contentPart>
        </mc:Choice>
        <mc:Fallback xmlns=""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0F3B1B24-DCCF-D07A-4A8E-B4329CF882D8}"/>
                  </a:ext>
                </a:extLst>
              </p:cNvPr>
              <p:cNvPicPr/>
              <p:nvPr/>
            </p:nvPicPr>
            <p:blipFill>
              <a:blip r:embed="rId142"/>
              <a:stretch>
                <a:fillRect/>
              </a:stretch>
            </p:blipFill>
            <p:spPr>
              <a:xfrm>
                <a:off x="3747420" y="1071728"/>
                <a:ext cx="152640" cy="9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3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D4512247-0D93-86C9-8D5C-D850A3DA3447}"/>
                  </a:ext>
                </a:extLst>
              </p14:cNvPr>
              <p14:cNvContentPartPr/>
              <p14:nvPr/>
            </p14:nvContentPartPr>
            <p14:xfrm>
              <a:off x="3969540" y="1106648"/>
              <a:ext cx="94320" cy="219240"/>
            </p14:xfrm>
          </p:contentPart>
        </mc:Choice>
        <mc:Fallback xmlns=""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D4512247-0D93-86C9-8D5C-D850A3DA3447}"/>
                  </a:ext>
                </a:extLst>
              </p:cNvPr>
              <p:cNvPicPr/>
              <p:nvPr/>
            </p:nvPicPr>
            <p:blipFill>
              <a:blip r:embed="rId144"/>
              <a:stretch>
                <a:fillRect/>
              </a:stretch>
            </p:blipFill>
            <p:spPr>
              <a:xfrm>
                <a:off x="3960900" y="1097648"/>
                <a:ext cx="111960" cy="236880"/>
              </a:xfrm>
              <a:prstGeom prst="rect">
                <a:avLst/>
              </a:prstGeom>
            </p:spPr>
          </p:pic>
        </mc:Fallback>
      </mc:AlternateContent>
      <p:grpSp>
        <p:nvGrpSpPr>
          <p:cNvPr id="117" name="Group 116">
            <a:extLst>
              <a:ext uri="{FF2B5EF4-FFF2-40B4-BE49-F238E27FC236}">
                <a16:creationId xmlns:a16="http://schemas.microsoft.com/office/drawing/2014/main" id="{75665C01-60D6-E01B-0D44-30267E95C8A2}"/>
              </a:ext>
            </a:extLst>
          </p:cNvPr>
          <p:cNvGrpSpPr/>
          <p:nvPr/>
        </p:nvGrpSpPr>
        <p:grpSpPr>
          <a:xfrm>
            <a:off x="4759020" y="998648"/>
            <a:ext cx="649440" cy="192240"/>
            <a:chOff x="4759020" y="998648"/>
            <a:chExt cx="649440" cy="192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2434005C-2BD4-E236-D636-932E15172580}"/>
                    </a:ext>
                  </a:extLst>
                </p14:cNvPr>
                <p14:cNvContentPartPr/>
                <p14:nvPr/>
              </p14:nvContentPartPr>
              <p14:xfrm>
                <a:off x="4759020" y="998648"/>
                <a:ext cx="150480" cy="19224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2434005C-2BD4-E236-D636-932E15172580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4750020" y="989648"/>
                  <a:ext cx="16812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C474566E-9FAB-18B7-811D-BC9F657A515E}"/>
                    </a:ext>
                  </a:extLst>
                </p14:cNvPr>
                <p14:cNvContentPartPr/>
                <p14:nvPr/>
              </p14:nvContentPartPr>
              <p14:xfrm>
                <a:off x="4987620" y="1080368"/>
                <a:ext cx="130320" cy="6084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C474566E-9FAB-18B7-811D-BC9F657A515E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4978620" y="1071728"/>
                  <a:ext cx="14796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F9429FF9-B314-5262-24D8-F230F04505D8}"/>
                    </a:ext>
                  </a:extLst>
                </p14:cNvPr>
                <p14:cNvContentPartPr/>
                <p14:nvPr/>
              </p14:nvContentPartPr>
              <p14:xfrm>
                <a:off x="5023260" y="1085768"/>
                <a:ext cx="68400" cy="7236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F9429FF9-B314-5262-24D8-F230F04505D8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5014260" y="1076768"/>
                  <a:ext cx="8604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EC16752B-BF31-F4ED-298A-14982761AE60}"/>
                    </a:ext>
                  </a:extLst>
                </p14:cNvPr>
                <p14:cNvContentPartPr/>
                <p14:nvPr/>
              </p14:nvContentPartPr>
              <p14:xfrm>
                <a:off x="5249700" y="1008008"/>
                <a:ext cx="158760" cy="15732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EC16752B-BF31-F4ED-298A-14982761AE60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5241060" y="999008"/>
                  <a:ext cx="176400" cy="174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53">
            <p14:nvContentPartPr>
              <p14:cNvPr id="128" name="Ink 127">
                <a:extLst>
                  <a:ext uri="{FF2B5EF4-FFF2-40B4-BE49-F238E27FC236}">
                    <a16:creationId xmlns:a16="http://schemas.microsoft.com/office/drawing/2014/main" id="{49F69ADB-ADD2-6455-2988-F52CD38D962F}"/>
                  </a:ext>
                </a:extLst>
              </p14:cNvPr>
              <p14:cNvContentPartPr/>
              <p14:nvPr/>
            </p14:nvContentPartPr>
            <p14:xfrm>
              <a:off x="1025804" y="4365352"/>
              <a:ext cx="59760" cy="1172880"/>
            </p14:xfrm>
          </p:contentPart>
        </mc:Choice>
        <mc:Fallback xmlns="">
          <p:pic>
            <p:nvPicPr>
              <p:cNvPr id="128" name="Ink 127">
                <a:extLst>
                  <a:ext uri="{FF2B5EF4-FFF2-40B4-BE49-F238E27FC236}">
                    <a16:creationId xmlns:a16="http://schemas.microsoft.com/office/drawing/2014/main" id="{49F69ADB-ADD2-6455-2988-F52CD38D962F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1016804" y="4356352"/>
                <a:ext cx="77400" cy="119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4">
            <p14:nvContentPartPr>
              <p14:cNvPr id="129" name="Ink 128">
                <a:extLst>
                  <a:ext uri="{FF2B5EF4-FFF2-40B4-BE49-F238E27FC236}">
                    <a16:creationId xmlns:a16="http://schemas.microsoft.com/office/drawing/2014/main" id="{60ECA03E-7415-10ED-569F-F40D35608617}"/>
                  </a:ext>
                </a:extLst>
              </p14:cNvPr>
              <p14:cNvContentPartPr/>
              <p14:nvPr/>
            </p14:nvContentPartPr>
            <p14:xfrm>
              <a:off x="1004924" y="4285792"/>
              <a:ext cx="1635480" cy="31680"/>
            </p14:xfrm>
          </p:contentPart>
        </mc:Choice>
        <mc:Fallback xmlns="">
          <p:pic>
            <p:nvPicPr>
              <p:cNvPr id="129" name="Ink 128">
                <a:extLst>
                  <a:ext uri="{FF2B5EF4-FFF2-40B4-BE49-F238E27FC236}">
                    <a16:creationId xmlns:a16="http://schemas.microsoft.com/office/drawing/2014/main" id="{60ECA03E-7415-10ED-569F-F40D35608617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996284" y="4277152"/>
                <a:ext cx="1653120" cy="4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5">
            <p14:nvContentPartPr>
              <p14:cNvPr id="130" name="Ink 129">
                <a:extLst>
                  <a:ext uri="{FF2B5EF4-FFF2-40B4-BE49-F238E27FC236}">
                    <a16:creationId xmlns:a16="http://schemas.microsoft.com/office/drawing/2014/main" id="{64EF485E-19F9-744C-5B8C-C975CF4D1BF7}"/>
                  </a:ext>
                </a:extLst>
              </p14:cNvPr>
              <p14:cNvContentPartPr/>
              <p14:nvPr/>
            </p14:nvContentPartPr>
            <p14:xfrm>
              <a:off x="1353044" y="4346632"/>
              <a:ext cx="104040" cy="923760"/>
            </p14:xfrm>
          </p:contentPart>
        </mc:Choice>
        <mc:Fallback xmlns="">
          <p:pic>
            <p:nvPicPr>
              <p:cNvPr id="130" name="Ink 129">
                <a:extLst>
                  <a:ext uri="{FF2B5EF4-FFF2-40B4-BE49-F238E27FC236}">
                    <a16:creationId xmlns:a16="http://schemas.microsoft.com/office/drawing/2014/main" id="{64EF485E-19F9-744C-5B8C-C975CF4D1BF7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1344404" y="4337632"/>
                <a:ext cx="121680" cy="94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6">
            <p14:nvContentPartPr>
              <p14:cNvPr id="131" name="Ink 130">
                <a:extLst>
                  <a:ext uri="{FF2B5EF4-FFF2-40B4-BE49-F238E27FC236}">
                    <a16:creationId xmlns:a16="http://schemas.microsoft.com/office/drawing/2014/main" id="{16F90891-04DC-7350-8E4E-60373F0D0845}"/>
                  </a:ext>
                </a:extLst>
              </p14:cNvPr>
              <p14:cNvContentPartPr/>
              <p14:nvPr/>
            </p14:nvContentPartPr>
            <p14:xfrm>
              <a:off x="1446644" y="5263192"/>
              <a:ext cx="16560" cy="121680"/>
            </p14:xfrm>
          </p:contentPart>
        </mc:Choice>
        <mc:Fallback xmlns="">
          <p:pic>
            <p:nvPicPr>
              <p:cNvPr id="131" name="Ink 130">
                <a:extLst>
                  <a:ext uri="{FF2B5EF4-FFF2-40B4-BE49-F238E27FC236}">
                    <a16:creationId xmlns:a16="http://schemas.microsoft.com/office/drawing/2014/main" id="{16F90891-04DC-7350-8E4E-60373F0D0845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1437644" y="5254192"/>
                <a:ext cx="34200" cy="13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7">
            <p14:nvContentPartPr>
              <p14:cNvPr id="132" name="Ink 131">
                <a:extLst>
                  <a:ext uri="{FF2B5EF4-FFF2-40B4-BE49-F238E27FC236}">
                    <a16:creationId xmlns:a16="http://schemas.microsoft.com/office/drawing/2014/main" id="{9C8690F3-0765-8055-206F-B6A6D38731CE}"/>
                  </a:ext>
                </a:extLst>
              </p14:cNvPr>
              <p14:cNvContentPartPr/>
              <p14:nvPr/>
            </p14:nvContentPartPr>
            <p14:xfrm>
              <a:off x="1778924" y="4341952"/>
              <a:ext cx="38880" cy="1066680"/>
            </p14:xfrm>
          </p:contentPart>
        </mc:Choice>
        <mc:Fallback xmlns="">
          <p:pic>
            <p:nvPicPr>
              <p:cNvPr id="132" name="Ink 131">
                <a:extLst>
                  <a:ext uri="{FF2B5EF4-FFF2-40B4-BE49-F238E27FC236}">
                    <a16:creationId xmlns:a16="http://schemas.microsoft.com/office/drawing/2014/main" id="{9C8690F3-0765-8055-206F-B6A6D38731CE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1770284" y="4332952"/>
                <a:ext cx="56520" cy="108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8">
            <p14:nvContentPartPr>
              <p14:cNvPr id="133" name="Ink 132">
                <a:extLst>
                  <a:ext uri="{FF2B5EF4-FFF2-40B4-BE49-F238E27FC236}">
                    <a16:creationId xmlns:a16="http://schemas.microsoft.com/office/drawing/2014/main" id="{7A5EC037-1CCA-C143-6EAD-83D05337A1A5}"/>
                  </a:ext>
                </a:extLst>
              </p14:cNvPr>
              <p14:cNvContentPartPr/>
              <p14:nvPr/>
            </p14:nvContentPartPr>
            <p14:xfrm>
              <a:off x="2096084" y="4305232"/>
              <a:ext cx="114480" cy="1090800"/>
            </p14:xfrm>
          </p:contentPart>
        </mc:Choice>
        <mc:Fallback xmlns="">
          <p:pic>
            <p:nvPicPr>
              <p:cNvPr id="133" name="Ink 132">
                <a:extLst>
                  <a:ext uri="{FF2B5EF4-FFF2-40B4-BE49-F238E27FC236}">
                    <a16:creationId xmlns:a16="http://schemas.microsoft.com/office/drawing/2014/main" id="{7A5EC037-1CCA-C143-6EAD-83D05337A1A5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2087444" y="4296592"/>
                <a:ext cx="132120" cy="110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9">
            <p14:nvContentPartPr>
              <p14:cNvPr id="134" name="Ink 133">
                <a:extLst>
                  <a:ext uri="{FF2B5EF4-FFF2-40B4-BE49-F238E27FC236}">
                    <a16:creationId xmlns:a16="http://schemas.microsoft.com/office/drawing/2014/main" id="{A7F653EF-A3FD-E870-F959-2DFB28D90DB9}"/>
                  </a:ext>
                </a:extLst>
              </p14:cNvPr>
              <p14:cNvContentPartPr/>
              <p14:nvPr/>
            </p14:nvContentPartPr>
            <p14:xfrm>
              <a:off x="1034084" y="4618792"/>
              <a:ext cx="1507320" cy="70200"/>
            </p14:xfrm>
          </p:contentPart>
        </mc:Choice>
        <mc:Fallback xmlns="">
          <p:pic>
            <p:nvPicPr>
              <p:cNvPr id="134" name="Ink 133">
                <a:extLst>
                  <a:ext uri="{FF2B5EF4-FFF2-40B4-BE49-F238E27FC236}">
                    <a16:creationId xmlns:a16="http://schemas.microsoft.com/office/drawing/2014/main" id="{A7F653EF-A3FD-E870-F959-2DFB28D90DB9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1025084" y="4610152"/>
                <a:ext cx="1524960" cy="8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0">
            <p14:nvContentPartPr>
              <p14:cNvPr id="135" name="Ink 134">
                <a:extLst>
                  <a:ext uri="{FF2B5EF4-FFF2-40B4-BE49-F238E27FC236}">
                    <a16:creationId xmlns:a16="http://schemas.microsoft.com/office/drawing/2014/main" id="{AE368B9F-469A-ACB2-49B8-4BCB9910C4D9}"/>
                  </a:ext>
                </a:extLst>
              </p14:cNvPr>
              <p14:cNvContentPartPr/>
              <p14:nvPr/>
            </p14:nvContentPartPr>
            <p14:xfrm>
              <a:off x="1047044" y="5022352"/>
              <a:ext cx="1543320" cy="34560"/>
            </p14:xfrm>
          </p:contentPart>
        </mc:Choice>
        <mc:Fallback xmlns="">
          <p:pic>
            <p:nvPicPr>
              <p:cNvPr id="135" name="Ink 134">
                <a:extLst>
                  <a:ext uri="{FF2B5EF4-FFF2-40B4-BE49-F238E27FC236}">
                    <a16:creationId xmlns:a16="http://schemas.microsoft.com/office/drawing/2014/main" id="{AE368B9F-469A-ACB2-49B8-4BCB9910C4D9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1038044" y="5013712"/>
                <a:ext cx="1560960" cy="5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1">
            <p14:nvContentPartPr>
              <p14:cNvPr id="136" name="Ink 135">
                <a:extLst>
                  <a:ext uri="{FF2B5EF4-FFF2-40B4-BE49-F238E27FC236}">
                    <a16:creationId xmlns:a16="http://schemas.microsoft.com/office/drawing/2014/main" id="{579ECF35-35F6-9AD8-84D9-A559DBE0A675}"/>
                  </a:ext>
                </a:extLst>
              </p14:cNvPr>
              <p14:cNvContentPartPr/>
              <p14:nvPr/>
            </p14:nvContentPartPr>
            <p14:xfrm>
              <a:off x="963524" y="5413312"/>
              <a:ext cx="1550160" cy="26640"/>
            </p14:xfrm>
          </p:contentPart>
        </mc:Choice>
        <mc:Fallback xmlns="">
          <p:pic>
            <p:nvPicPr>
              <p:cNvPr id="136" name="Ink 135">
                <a:extLst>
                  <a:ext uri="{FF2B5EF4-FFF2-40B4-BE49-F238E27FC236}">
                    <a16:creationId xmlns:a16="http://schemas.microsoft.com/office/drawing/2014/main" id="{579ECF35-35F6-9AD8-84D9-A559DBE0A675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954884" y="5404672"/>
                <a:ext cx="1567800" cy="4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2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763DC100-1958-6CCF-5FFD-14DE4B4128F4}"/>
                  </a:ext>
                </a:extLst>
              </p14:cNvPr>
              <p14:cNvContentPartPr/>
              <p14:nvPr/>
            </p14:nvContentPartPr>
            <p14:xfrm>
              <a:off x="1062164" y="5439952"/>
              <a:ext cx="35640" cy="607320"/>
            </p14:xfrm>
          </p:contentPart>
        </mc:Choice>
        <mc:Fallback xmlns=""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763DC100-1958-6CCF-5FFD-14DE4B4128F4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1053524" y="5431312"/>
                <a:ext cx="53280" cy="62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3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48491DD8-06D8-1983-BB5B-AA881622E10F}"/>
                  </a:ext>
                </a:extLst>
              </p14:cNvPr>
              <p14:cNvContentPartPr/>
              <p14:nvPr/>
            </p14:nvContentPartPr>
            <p14:xfrm>
              <a:off x="1467164" y="5345272"/>
              <a:ext cx="26640" cy="418320"/>
            </p14:xfrm>
          </p:contentPart>
        </mc:Choice>
        <mc:Fallback xmlns=""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48491DD8-06D8-1983-BB5B-AA881622E10F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1458524" y="5336272"/>
                <a:ext cx="44280" cy="43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4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05A3248A-F335-D065-CFDD-6C64BDBA42A7}"/>
                  </a:ext>
                </a:extLst>
              </p14:cNvPr>
              <p14:cNvContentPartPr/>
              <p14:nvPr/>
            </p14:nvContentPartPr>
            <p14:xfrm>
              <a:off x="1794764" y="5358592"/>
              <a:ext cx="36720" cy="385560"/>
            </p14:xfrm>
          </p:contentPart>
        </mc:Choice>
        <mc:Fallback xmlns=""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05A3248A-F335-D065-CFDD-6C64BDBA42A7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1786124" y="5349952"/>
                <a:ext cx="54360" cy="40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5">
            <p14:nvContentPartPr>
              <p14:cNvPr id="140" name="Ink 139">
                <a:extLst>
                  <a:ext uri="{FF2B5EF4-FFF2-40B4-BE49-F238E27FC236}">
                    <a16:creationId xmlns:a16="http://schemas.microsoft.com/office/drawing/2014/main" id="{8CBB3C3C-0E9A-EFF7-23E7-1812752C4E84}"/>
                  </a:ext>
                </a:extLst>
              </p14:cNvPr>
              <p14:cNvContentPartPr/>
              <p14:nvPr/>
            </p14:nvContentPartPr>
            <p14:xfrm>
              <a:off x="2225684" y="5403232"/>
              <a:ext cx="41760" cy="338760"/>
            </p14:xfrm>
          </p:contentPart>
        </mc:Choice>
        <mc:Fallback xmlns="">
          <p:pic>
            <p:nvPicPr>
              <p:cNvPr id="140" name="Ink 139">
                <a:extLst>
                  <a:ext uri="{FF2B5EF4-FFF2-40B4-BE49-F238E27FC236}">
                    <a16:creationId xmlns:a16="http://schemas.microsoft.com/office/drawing/2014/main" id="{8CBB3C3C-0E9A-EFF7-23E7-1812752C4E84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2217044" y="5394232"/>
                <a:ext cx="59400" cy="35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6">
            <p14:nvContentPartPr>
              <p14:cNvPr id="141" name="Ink 140">
                <a:extLst>
                  <a:ext uri="{FF2B5EF4-FFF2-40B4-BE49-F238E27FC236}">
                    <a16:creationId xmlns:a16="http://schemas.microsoft.com/office/drawing/2014/main" id="{E9A466DA-7456-8D78-BEF1-1F0229D1984E}"/>
                  </a:ext>
                </a:extLst>
              </p14:cNvPr>
              <p14:cNvContentPartPr/>
              <p14:nvPr/>
            </p14:nvContentPartPr>
            <p14:xfrm>
              <a:off x="950924" y="5751352"/>
              <a:ext cx="1628640" cy="26640"/>
            </p14:xfrm>
          </p:contentPart>
        </mc:Choice>
        <mc:Fallback xmlns="">
          <p:pic>
            <p:nvPicPr>
              <p:cNvPr id="141" name="Ink 140">
                <a:extLst>
                  <a:ext uri="{FF2B5EF4-FFF2-40B4-BE49-F238E27FC236}">
                    <a16:creationId xmlns:a16="http://schemas.microsoft.com/office/drawing/2014/main" id="{E9A466DA-7456-8D78-BEF1-1F0229D1984E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941924" y="5742352"/>
                <a:ext cx="1646280" cy="4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7">
            <p14:nvContentPartPr>
              <p14:cNvPr id="142" name="Ink 141">
                <a:extLst>
                  <a:ext uri="{FF2B5EF4-FFF2-40B4-BE49-F238E27FC236}">
                    <a16:creationId xmlns:a16="http://schemas.microsoft.com/office/drawing/2014/main" id="{AC5C6763-8D72-9A48-5B8D-BCC5F4E9BB69}"/>
                  </a:ext>
                </a:extLst>
              </p14:cNvPr>
              <p14:cNvContentPartPr/>
              <p14:nvPr/>
            </p14:nvContentPartPr>
            <p14:xfrm>
              <a:off x="2423324" y="4639312"/>
              <a:ext cx="487080" cy="11160"/>
            </p14:xfrm>
          </p:contentPart>
        </mc:Choice>
        <mc:Fallback xmlns="">
          <p:pic>
            <p:nvPicPr>
              <p:cNvPr id="142" name="Ink 141">
                <a:extLst>
                  <a:ext uri="{FF2B5EF4-FFF2-40B4-BE49-F238E27FC236}">
                    <a16:creationId xmlns:a16="http://schemas.microsoft.com/office/drawing/2014/main" id="{AC5C6763-8D72-9A48-5B8D-BCC5F4E9BB69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2414684" y="4630312"/>
                <a:ext cx="504720" cy="2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8">
            <p14:nvContentPartPr>
              <p14:cNvPr id="143" name="Ink 142">
                <a:extLst>
                  <a:ext uri="{FF2B5EF4-FFF2-40B4-BE49-F238E27FC236}">
                    <a16:creationId xmlns:a16="http://schemas.microsoft.com/office/drawing/2014/main" id="{36A56D50-59DD-4021-06EB-871F232028A6}"/>
                  </a:ext>
                </a:extLst>
              </p14:cNvPr>
              <p14:cNvContentPartPr/>
              <p14:nvPr/>
            </p14:nvContentPartPr>
            <p14:xfrm>
              <a:off x="2501444" y="5023432"/>
              <a:ext cx="457920" cy="16560"/>
            </p14:xfrm>
          </p:contentPart>
        </mc:Choice>
        <mc:Fallback xmlns="">
          <p:pic>
            <p:nvPicPr>
              <p:cNvPr id="143" name="Ink 142">
                <a:extLst>
                  <a:ext uri="{FF2B5EF4-FFF2-40B4-BE49-F238E27FC236}">
                    <a16:creationId xmlns:a16="http://schemas.microsoft.com/office/drawing/2014/main" id="{36A56D50-59DD-4021-06EB-871F232028A6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2492444" y="5014792"/>
                <a:ext cx="475560" cy="3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9">
            <p14:nvContentPartPr>
              <p14:cNvPr id="144" name="Ink 143">
                <a:extLst>
                  <a:ext uri="{FF2B5EF4-FFF2-40B4-BE49-F238E27FC236}">
                    <a16:creationId xmlns:a16="http://schemas.microsoft.com/office/drawing/2014/main" id="{028D8C4B-F3C8-6778-FBA5-DD2EE05A4500}"/>
                  </a:ext>
                </a:extLst>
              </p14:cNvPr>
              <p14:cNvContentPartPr/>
              <p14:nvPr/>
            </p14:nvContentPartPr>
            <p14:xfrm>
              <a:off x="2402804" y="5408632"/>
              <a:ext cx="512640" cy="26640"/>
            </p14:xfrm>
          </p:contentPart>
        </mc:Choice>
        <mc:Fallback xmlns="">
          <p:pic>
            <p:nvPicPr>
              <p:cNvPr id="144" name="Ink 143">
                <a:extLst>
                  <a:ext uri="{FF2B5EF4-FFF2-40B4-BE49-F238E27FC236}">
                    <a16:creationId xmlns:a16="http://schemas.microsoft.com/office/drawing/2014/main" id="{028D8C4B-F3C8-6778-FBA5-DD2EE05A4500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2393804" y="5399632"/>
                <a:ext cx="530280" cy="4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0">
            <p14:nvContentPartPr>
              <p14:cNvPr id="145" name="Ink 144">
                <a:extLst>
                  <a:ext uri="{FF2B5EF4-FFF2-40B4-BE49-F238E27FC236}">
                    <a16:creationId xmlns:a16="http://schemas.microsoft.com/office/drawing/2014/main" id="{B17894A9-780E-BF23-3E7C-2C303C045937}"/>
                  </a:ext>
                </a:extLst>
              </p14:cNvPr>
              <p14:cNvContentPartPr/>
              <p14:nvPr/>
            </p14:nvContentPartPr>
            <p14:xfrm>
              <a:off x="2449244" y="5758912"/>
              <a:ext cx="473760" cy="9000"/>
            </p14:xfrm>
          </p:contentPart>
        </mc:Choice>
        <mc:Fallback xmlns="">
          <p:pic>
            <p:nvPicPr>
              <p:cNvPr id="145" name="Ink 144">
                <a:extLst>
                  <a:ext uri="{FF2B5EF4-FFF2-40B4-BE49-F238E27FC236}">
                    <a16:creationId xmlns:a16="http://schemas.microsoft.com/office/drawing/2014/main" id="{B17894A9-780E-BF23-3E7C-2C303C045937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2440604" y="5749912"/>
                <a:ext cx="491400" cy="2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1">
            <p14:nvContentPartPr>
              <p14:cNvPr id="146" name="Ink 145">
                <a:extLst>
                  <a:ext uri="{FF2B5EF4-FFF2-40B4-BE49-F238E27FC236}">
                    <a16:creationId xmlns:a16="http://schemas.microsoft.com/office/drawing/2014/main" id="{7BFFF5BD-5417-44F6-580E-FBE6DF6678A4}"/>
                  </a:ext>
                </a:extLst>
              </p14:cNvPr>
              <p14:cNvContentPartPr/>
              <p14:nvPr/>
            </p14:nvContentPartPr>
            <p14:xfrm>
              <a:off x="2511884" y="4311712"/>
              <a:ext cx="125640" cy="1429200"/>
            </p14:xfrm>
          </p:contentPart>
        </mc:Choice>
        <mc:Fallback xmlns="">
          <p:pic>
            <p:nvPicPr>
              <p:cNvPr id="146" name="Ink 145">
                <a:extLst>
                  <a:ext uri="{FF2B5EF4-FFF2-40B4-BE49-F238E27FC236}">
                    <a16:creationId xmlns:a16="http://schemas.microsoft.com/office/drawing/2014/main" id="{7BFFF5BD-5417-44F6-580E-FBE6DF6678A4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2502884" y="4302712"/>
                <a:ext cx="143280" cy="144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2">
            <p14:nvContentPartPr>
              <p14:cNvPr id="147" name="Ink 146">
                <a:extLst>
                  <a:ext uri="{FF2B5EF4-FFF2-40B4-BE49-F238E27FC236}">
                    <a16:creationId xmlns:a16="http://schemas.microsoft.com/office/drawing/2014/main" id="{6E37AD4F-4B2C-E29B-7DA9-07CE4745A240}"/>
                  </a:ext>
                </a:extLst>
              </p14:cNvPr>
              <p14:cNvContentPartPr/>
              <p14:nvPr/>
            </p14:nvContentPartPr>
            <p14:xfrm>
              <a:off x="4066454" y="4365352"/>
              <a:ext cx="59760" cy="1172880"/>
            </p14:xfrm>
          </p:contentPart>
        </mc:Choice>
        <mc:Fallback xmlns="">
          <p:pic>
            <p:nvPicPr>
              <p:cNvPr id="147" name="Ink 146">
                <a:extLst>
                  <a:ext uri="{FF2B5EF4-FFF2-40B4-BE49-F238E27FC236}">
                    <a16:creationId xmlns:a16="http://schemas.microsoft.com/office/drawing/2014/main" id="{6E37AD4F-4B2C-E29B-7DA9-07CE4745A240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4057454" y="4356352"/>
                <a:ext cx="77400" cy="119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3">
            <p14:nvContentPartPr>
              <p14:cNvPr id="148" name="Ink 147">
                <a:extLst>
                  <a:ext uri="{FF2B5EF4-FFF2-40B4-BE49-F238E27FC236}">
                    <a16:creationId xmlns:a16="http://schemas.microsoft.com/office/drawing/2014/main" id="{1F272D93-085D-DDFB-F69C-34BFB710FA71}"/>
                  </a:ext>
                </a:extLst>
              </p14:cNvPr>
              <p14:cNvContentPartPr/>
              <p14:nvPr/>
            </p14:nvContentPartPr>
            <p14:xfrm>
              <a:off x="4045574" y="4285792"/>
              <a:ext cx="1635480" cy="31680"/>
            </p14:xfrm>
          </p:contentPart>
        </mc:Choice>
        <mc:Fallback xmlns="">
          <p:pic>
            <p:nvPicPr>
              <p:cNvPr id="148" name="Ink 147">
                <a:extLst>
                  <a:ext uri="{FF2B5EF4-FFF2-40B4-BE49-F238E27FC236}">
                    <a16:creationId xmlns:a16="http://schemas.microsoft.com/office/drawing/2014/main" id="{1F272D93-085D-DDFB-F69C-34BFB710FA71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4036934" y="4277152"/>
                <a:ext cx="1653120" cy="4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4">
            <p14:nvContentPartPr>
              <p14:cNvPr id="149" name="Ink 148">
                <a:extLst>
                  <a:ext uri="{FF2B5EF4-FFF2-40B4-BE49-F238E27FC236}">
                    <a16:creationId xmlns:a16="http://schemas.microsoft.com/office/drawing/2014/main" id="{F6F8A9EC-62F8-B0AE-B75D-79C4F31D5F58}"/>
                  </a:ext>
                </a:extLst>
              </p14:cNvPr>
              <p14:cNvContentPartPr/>
              <p14:nvPr/>
            </p14:nvContentPartPr>
            <p14:xfrm>
              <a:off x="4393694" y="4346632"/>
              <a:ext cx="104040" cy="923760"/>
            </p14:xfrm>
          </p:contentPart>
        </mc:Choice>
        <mc:Fallback xmlns="">
          <p:pic>
            <p:nvPicPr>
              <p:cNvPr id="149" name="Ink 148">
                <a:extLst>
                  <a:ext uri="{FF2B5EF4-FFF2-40B4-BE49-F238E27FC236}">
                    <a16:creationId xmlns:a16="http://schemas.microsoft.com/office/drawing/2014/main" id="{F6F8A9EC-62F8-B0AE-B75D-79C4F31D5F58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4385054" y="4337632"/>
                <a:ext cx="121680" cy="94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5">
            <p14:nvContentPartPr>
              <p14:cNvPr id="150" name="Ink 149">
                <a:extLst>
                  <a:ext uri="{FF2B5EF4-FFF2-40B4-BE49-F238E27FC236}">
                    <a16:creationId xmlns:a16="http://schemas.microsoft.com/office/drawing/2014/main" id="{63028A76-B910-3794-B0B3-59968828FBDC}"/>
                  </a:ext>
                </a:extLst>
              </p14:cNvPr>
              <p14:cNvContentPartPr/>
              <p14:nvPr/>
            </p14:nvContentPartPr>
            <p14:xfrm>
              <a:off x="4487294" y="5263192"/>
              <a:ext cx="16560" cy="121680"/>
            </p14:xfrm>
          </p:contentPart>
        </mc:Choice>
        <mc:Fallback xmlns="">
          <p:pic>
            <p:nvPicPr>
              <p:cNvPr id="150" name="Ink 149">
                <a:extLst>
                  <a:ext uri="{FF2B5EF4-FFF2-40B4-BE49-F238E27FC236}">
                    <a16:creationId xmlns:a16="http://schemas.microsoft.com/office/drawing/2014/main" id="{63028A76-B910-3794-B0B3-59968828FBDC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4478294" y="5254192"/>
                <a:ext cx="34200" cy="13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6">
            <p14:nvContentPartPr>
              <p14:cNvPr id="151" name="Ink 150">
                <a:extLst>
                  <a:ext uri="{FF2B5EF4-FFF2-40B4-BE49-F238E27FC236}">
                    <a16:creationId xmlns:a16="http://schemas.microsoft.com/office/drawing/2014/main" id="{E1BC3A06-0584-1C39-3E52-35D73FDC887E}"/>
                  </a:ext>
                </a:extLst>
              </p14:cNvPr>
              <p14:cNvContentPartPr/>
              <p14:nvPr/>
            </p14:nvContentPartPr>
            <p14:xfrm>
              <a:off x="4819574" y="4341952"/>
              <a:ext cx="38880" cy="1066680"/>
            </p14:xfrm>
          </p:contentPart>
        </mc:Choice>
        <mc:Fallback xmlns="">
          <p:pic>
            <p:nvPicPr>
              <p:cNvPr id="151" name="Ink 150">
                <a:extLst>
                  <a:ext uri="{FF2B5EF4-FFF2-40B4-BE49-F238E27FC236}">
                    <a16:creationId xmlns:a16="http://schemas.microsoft.com/office/drawing/2014/main" id="{E1BC3A06-0584-1C39-3E52-35D73FDC887E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4810934" y="4332952"/>
                <a:ext cx="56520" cy="108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7">
            <p14:nvContentPartPr>
              <p14:cNvPr id="152" name="Ink 151">
                <a:extLst>
                  <a:ext uri="{FF2B5EF4-FFF2-40B4-BE49-F238E27FC236}">
                    <a16:creationId xmlns:a16="http://schemas.microsoft.com/office/drawing/2014/main" id="{11A8B2CE-27CA-9596-02A1-80869FF511A5}"/>
                  </a:ext>
                </a:extLst>
              </p14:cNvPr>
              <p14:cNvContentPartPr/>
              <p14:nvPr/>
            </p14:nvContentPartPr>
            <p14:xfrm>
              <a:off x="5136734" y="4305232"/>
              <a:ext cx="114480" cy="1090800"/>
            </p14:xfrm>
          </p:contentPart>
        </mc:Choice>
        <mc:Fallback xmlns="">
          <p:pic>
            <p:nvPicPr>
              <p:cNvPr id="152" name="Ink 151">
                <a:extLst>
                  <a:ext uri="{FF2B5EF4-FFF2-40B4-BE49-F238E27FC236}">
                    <a16:creationId xmlns:a16="http://schemas.microsoft.com/office/drawing/2014/main" id="{11A8B2CE-27CA-9596-02A1-80869FF511A5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5128094" y="4296592"/>
                <a:ext cx="132120" cy="110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8">
            <p14:nvContentPartPr>
              <p14:cNvPr id="153" name="Ink 152">
                <a:extLst>
                  <a:ext uri="{FF2B5EF4-FFF2-40B4-BE49-F238E27FC236}">
                    <a16:creationId xmlns:a16="http://schemas.microsoft.com/office/drawing/2014/main" id="{59AC6E0C-331C-7C20-09FC-A0CA0116EF34}"/>
                  </a:ext>
                </a:extLst>
              </p14:cNvPr>
              <p14:cNvContentPartPr/>
              <p14:nvPr/>
            </p14:nvContentPartPr>
            <p14:xfrm>
              <a:off x="4074734" y="4618792"/>
              <a:ext cx="1507320" cy="70200"/>
            </p14:xfrm>
          </p:contentPart>
        </mc:Choice>
        <mc:Fallback xmlns="">
          <p:pic>
            <p:nvPicPr>
              <p:cNvPr id="153" name="Ink 152">
                <a:extLst>
                  <a:ext uri="{FF2B5EF4-FFF2-40B4-BE49-F238E27FC236}">
                    <a16:creationId xmlns:a16="http://schemas.microsoft.com/office/drawing/2014/main" id="{59AC6E0C-331C-7C20-09FC-A0CA0116EF34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4065734" y="4610152"/>
                <a:ext cx="1524960" cy="8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9">
            <p14:nvContentPartPr>
              <p14:cNvPr id="154" name="Ink 153">
                <a:extLst>
                  <a:ext uri="{FF2B5EF4-FFF2-40B4-BE49-F238E27FC236}">
                    <a16:creationId xmlns:a16="http://schemas.microsoft.com/office/drawing/2014/main" id="{BD1F6C58-EE1E-9C7F-4BD2-F3EB53EB56E7}"/>
                  </a:ext>
                </a:extLst>
              </p14:cNvPr>
              <p14:cNvContentPartPr/>
              <p14:nvPr/>
            </p14:nvContentPartPr>
            <p14:xfrm>
              <a:off x="4087694" y="5022352"/>
              <a:ext cx="1543320" cy="34560"/>
            </p14:xfrm>
          </p:contentPart>
        </mc:Choice>
        <mc:Fallback xmlns="">
          <p:pic>
            <p:nvPicPr>
              <p:cNvPr id="154" name="Ink 153">
                <a:extLst>
                  <a:ext uri="{FF2B5EF4-FFF2-40B4-BE49-F238E27FC236}">
                    <a16:creationId xmlns:a16="http://schemas.microsoft.com/office/drawing/2014/main" id="{BD1F6C58-EE1E-9C7F-4BD2-F3EB53EB56E7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4078694" y="5013712"/>
                <a:ext cx="1560960" cy="5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0">
            <p14:nvContentPartPr>
              <p14:cNvPr id="155" name="Ink 154">
                <a:extLst>
                  <a:ext uri="{FF2B5EF4-FFF2-40B4-BE49-F238E27FC236}">
                    <a16:creationId xmlns:a16="http://schemas.microsoft.com/office/drawing/2014/main" id="{5A6A05D8-4D92-52D2-5658-5FC6CCB266E0}"/>
                  </a:ext>
                </a:extLst>
              </p14:cNvPr>
              <p14:cNvContentPartPr/>
              <p14:nvPr/>
            </p14:nvContentPartPr>
            <p14:xfrm>
              <a:off x="4004174" y="5413312"/>
              <a:ext cx="1550160" cy="26640"/>
            </p14:xfrm>
          </p:contentPart>
        </mc:Choice>
        <mc:Fallback xmlns="">
          <p:pic>
            <p:nvPicPr>
              <p:cNvPr id="155" name="Ink 154">
                <a:extLst>
                  <a:ext uri="{FF2B5EF4-FFF2-40B4-BE49-F238E27FC236}">
                    <a16:creationId xmlns:a16="http://schemas.microsoft.com/office/drawing/2014/main" id="{5A6A05D8-4D92-52D2-5658-5FC6CCB266E0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3995534" y="5404672"/>
                <a:ext cx="1567800" cy="4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1">
            <p14:nvContentPartPr>
              <p14:cNvPr id="156" name="Ink 155">
                <a:extLst>
                  <a:ext uri="{FF2B5EF4-FFF2-40B4-BE49-F238E27FC236}">
                    <a16:creationId xmlns:a16="http://schemas.microsoft.com/office/drawing/2014/main" id="{0F7B80AC-BF9D-FF17-A2B8-588C31408817}"/>
                  </a:ext>
                </a:extLst>
              </p14:cNvPr>
              <p14:cNvContentPartPr/>
              <p14:nvPr/>
            </p14:nvContentPartPr>
            <p14:xfrm>
              <a:off x="4102814" y="5439952"/>
              <a:ext cx="35640" cy="607320"/>
            </p14:xfrm>
          </p:contentPart>
        </mc:Choice>
        <mc:Fallback xmlns="">
          <p:pic>
            <p:nvPicPr>
              <p:cNvPr id="156" name="Ink 155">
                <a:extLst>
                  <a:ext uri="{FF2B5EF4-FFF2-40B4-BE49-F238E27FC236}">
                    <a16:creationId xmlns:a16="http://schemas.microsoft.com/office/drawing/2014/main" id="{0F7B80AC-BF9D-FF17-A2B8-588C31408817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4094174" y="5431312"/>
                <a:ext cx="53280" cy="62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2">
            <p14:nvContentPartPr>
              <p14:cNvPr id="157" name="Ink 156">
                <a:extLst>
                  <a:ext uri="{FF2B5EF4-FFF2-40B4-BE49-F238E27FC236}">
                    <a16:creationId xmlns:a16="http://schemas.microsoft.com/office/drawing/2014/main" id="{6F811053-55D2-80C5-0C88-4769D88AFE5D}"/>
                  </a:ext>
                </a:extLst>
              </p14:cNvPr>
              <p14:cNvContentPartPr/>
              <p14:nvPr/>
            </p14:nvContentPartPr>
            <p14:xfrm>
              <a:off x="4507814" y="5345272"/>
              <a:ext cx="26640" cy="418320"/>
            </p14:xfrm>
          </p:contentPart>
        </mc:Choice>
        <mc:Fallback xmlns="">
          <p:pic>
            <p:nvPicPr>
              <p:cNvPr id="157" name="Ink 156">
                <a:extLst>
                  <a:ext uri="{FF2B5EF4-FFF2-40B4-BE49-F238E27FC236}">
                    <a16:creationId xmlns:a16="http://schemas.microsoft.com/office/drawing/2014/main" id="{6F811053-55D2-80C5-0C88-4769D88AFE5D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4499174" y="5336272"/>
                <a:ext cx="44280" cy="43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3">
            <p14:nvContentPartPr>
              <p14:cNvPr id="158" name="Ink 157">
                <a:extLst>
                  <a:ext uri="{FF2B5EF4-FFF2-40B4-BE49-F238E27FC236}">
                    <a16:creationId xmlns:a16="http://schemas.microsoft.com/office/drawing/2014/main" id="{EBC08C79-5AAC-1E62-F050-499306DF041D}"/>
                  </a:ext>
                </a:extLst>
              </p14:cNvPr>
              <p14:cNvContentPartPr/>
              <p14:nvPr/>
            </p14:nvContentPartPr>
            <p14:xfrm>
              <a:off x="4835414" y="5358592"/>
              <a:ext cx="36720" cy="385560"/>
            </p14:xfrm>
          </p:contentPart>
        </mc:Choice>
        <mc:Fallback xmlns="">
          <p:pic>
            <p:nvPicPr>
              <p:cNvPr id="158" name="Ink 157">
                <a:extLst>
                  <a:ext uri="{FF2B5EF4-FFF2-40B4-BE49-F238E27FC236}">
                    <a16:creationId xmlns:a16="http://schemas.microsoft.com/office/drawing/2014/main" id="{EBC08C79-5AAC-1E62-F050-499306DF041D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4826774" y="5349952"/>
                <a:ext cx="54360" cy="40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4">
            <p14:nvContentPartPr>
              <p14:cNvPr id="159" name="Ink 158">
                <a:extLst>
                  <a:ext uri="{FF2B5EF4-FFF2-40B4-BE49-F238E27FC236}">
                    <a16:creationId xmlns:a16="http://schemas.microsoft.com/office/drawing/2014/main" id="{A7FB2A5C-F376-C6B4-908C-08103E63E455}"/>
                  </a:ext>
                </a:extLst>
              </p14:cNvPr>
              <p14:cNvContentPartPr/>
              <p14:nvPr/>
            </p14:nvContentPartPr>
            <p14:xfrm>
              <a:off x="5266334" y="5403232"/>
              <a:ext cx="41760" cy="338760"/>
            </p14:xfrm>
          </p:contentPart>
        </mc:Choice>
        <mc:Fallback xmlns="">
          <p:pic>
            <p:nvPicPr>
              <p:cNvPr id="159" name="Ink 158">
                <a:extLst>
                  <a:ext uri="{FF2B5EF4-FFF2-40B4-BE49-F238E27FC236}">
                    <a16:creationId xmlns:a16="http://schemas.microsoft.com/office/drawing/2014/main" id="{A7FB2A5C-F376-C6B4-908C-08103E63E455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5257694" y="5394232"/>
                <a:ext cx="59400" cy="35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5">
            <p14:nvContentPartPr>
              <p14:cNvPr id="160" name="Ink 159">
                <a:extLst>
                  <a:ext uri="{FF2B5EF4-FFF2-40B4-BE49-F238E27FC236}">
                    <a16:creationId xmlns:a16="http://schemas.microsoft.com/office/drawing/2014/main" id="{09E3CAD9-8B80-9593-CAB3-FBA67E623EFA}"/>
                  </a:ext>
                </a:extLst>
              </p14:cNvPr>
              <p14:cNvContentPartPr/>
              <p14:nvPr/>
            </p14:nvContentPartPr>
            <p14:xfrm>
              <a:off x="3991574" y="5751352"/>
              <a:ext cx="1628640" cy="26640"/>
            </p14:xfrm>
          </p:contentPart>
        </mc:Choice>
        <mc:Fallback xmlns="">
          <p:pic>
            <p:nvPicPr>
              <p:cNvPr id="160" name="Ink 159">
                <a:extLst>
                  <a:ext uri="{FF2B5EF4-FFF2-40B4-BE49-F238E27FC236}">
                    <a16:creationId xmlns:a16="http://schemas.microsoft.com/office/drawing/2014/main" id="{09E3CAD9-8B80-9593-CAB3-FBA67E623EFA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3982574" y="5742352"/>
                <a:ext cx="1646280" cy="4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6">
            <p14:nvContentPartPr>
              <p14:cNvPr id="161" name="Ink 160">
                <a:extLst>
                  <a:ext uri="{FF2B5EF4-FFF2-40B4-BE49-F238E27FC236}">
                    <a16:creationId xmlns:a16="http://schemas.microsoft.com/office/drawing/2014/main" id="{B8414648-411E-EE7A-86EE-7B2699EA8696}"/>
                  </a:ext>
                </a:extLst>
              </p14:cNvPr>
              <p14:cNvContentPartPr/>
              <p14:nvPr/>
            </p14:nvContentPartPr>
            <p14:xfrm>
              <a:off x="5463974" y="4639312"/>
              <a:ext cx="487080" cy="11160"/>
            </p14:xfrm>
          </p:contentPart>
        </mc:Choice>
        <mc:Fallback xmlns="">
          <p:pic>
            <p:nvPicPr>
              <p:cNvPr id="161" name="Ink 160">
                <a:extLst>
                  <a:ext uri="{FF2B5EF4-FFF2-40B4-BE49-F238E27FC236}">
                    <a16:creationId xmlns:a16="http://schemas.microsoft.com/office/drawing/2014/main" id="{B8414648-411E-EE7A-86EE-7B2699EA8696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5455334" y="4630312"/>
                <a:ext cx="504720" cy="2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7">
            <p14:nvContentPartPr>
              <p14:cNvPr id="162" name="Ink 161">
                <a:extLst>
                  <a:ext uri="{FF2B5EF4-FFF2-40B4-BE49-F238E27FC236}">
                    <a16:creationId xmlns:a16="http://schemas.microsoft.com/office/drawing/2014/main" id="{573C5554-BAD0-F0E2-D43D-39BEE5546D82}"/>
                  </a:ext>
                </a:extLst>
              </p14:cNvPr>
              <p14:cNvContentPartPr/>
              <p14:nvPr/>
            </p14:nvContentPartPr>
            <p14:xfrm>
              <a:off x="5542094" y="5023432"/>
              <a:ext cx="457920" cy="16560"/>
            </p14:xfrm>
          </p:contentPart>
        </mc:Choice>
        <mc:Fallback xmlns="">
          <p:pic>
            <p:nvPicPr>
              <p:cNvPr id="162" name="Ink 161">
                <a:extLst>
                  <a:ext uri="{FF2B5EF4-FFF2-40B4-BE49-F238E27FC236}">
                    <a16:creationId xmlns:a16="http://schemas.microsoft.com/office/drawing/2014/main" id="{573C5554-BAD0-F0E2-D43D-39BEE5546D82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5533094" y="5014792"/>
                <a:ext cx="475560" cy="3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8">
            <p14:nvContentPartPr>
              <p14:cNvPr id="163" name="Ink 162">
                <a:extLst>
                  <a:ext uri="{FF2B5EF4-FFF2-40B4-BE49-F238E27FC236}">
                    <a16:creationId xmlns:a16="http://schemas.microsoft.com/office/drawing/2014/main" id="{EF808166-96FA-B328-C620-BE32CE4868DB}"/>
                  </a:ext>
                </a:extLst>
              </p14:cNvPr>
              <p14:cNvContentPartPr/>
              <p14:nvPr/>
            </p14:nvContentPartPr>
            <p14:xfrm>
              <a:off x="5443454" y="5408632"/>
              <a:ext cx="512640" cy="26640"/>
            </p14:xfrm>
          </p:contentPart>
        </mc:Choice>
        <mc:Fallback xmlns="">
          <p:pic>
            <p:nvPicPr>
              <p:cNvPr id="163" name="Ink 162">
                <a:extLst>
                  <a:ext uri="{FF2B5EF4-FFF2-40B4-BE49-F238E27FC236}">
                    <a16:creationId xmlns:a16="http://schemas.microsoft.com/office/drawing/2014/main" id="{EF808166-96FA-B328-C620-BE32CE4868DB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5434454" y="5399632"/>
                <a:ext cx="530280" cy="4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9">
            <p14:nvContentPartPr>
              <p14:cNvPr id="164" name="Ink 163">
                <a:extLst>
                  <a:ext uri="{FF2B5EF4-FFF2-40B4-BE49-F238E27FC236}">
                    <a16:creationId xmlns:a16="http://schemas.microsoft.com/office/drawing/2014/main" id="{7AEE41C6-CD9A-4780-4FBD-14892E511BC9}"/>
                  </a:ext>
                </a:extLst>
              </p14:cNvPr>
              <p14:cNvContentPartPr/>
              <p14:nvPr/>
            </p14:nvContentPartPr>
            <p14:xfrm>
              <a:off x="5489894" y="5758912"/>
              <a:ext cx="473760" cy="9000"/>
            </p14:xfrm>
          </p:contentPart>
        </mc:Choice>
        <mc:Fallback xmlns="">
          <p:pic>
            <p:nvPicPr>
              <p:cNvPr id="164" name="Ink 163">
                <a:extLst>
                  <a:ext uri="{FF2B5EF4-FFF2-40B4-BE49-F238E27FC236}">
                    <a16:creationId xmlns:a16="http://schemas.microsoft.com/office/drawing/2014/main" id="{7AEE41C6-CD9A-4780-4FBD-14892E511BC9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5481254" y="5749912"/>
                <a:ext cx="491400" cy="2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0">
            <p14:nvContentPartPr>
              <p14:cNvPr id="165" name="Ink 164">
                <a:extLst>
                  <a:ext uri="{FF2B5EF4-FFF2-40B4-BE49-F238E27FC236}">
                    <a16:creationId xmlns:a16="http://schemas.microsoft.com/office/drawing/2014/main" id="{3DA8AAC1-0D5B-71C2-6F2D-0ED2C72ADA6B}"/>
                  </a:ext>
                </a:extLst>
              </p14:cNvPr>
              <p14:cNvContentPartPr/>
              <p14:nvPr/>
            </p14:nvContentPartPr>
            <p14:xfrm>
              <a:off x="5552534" y="4311712"/>
              <a:ext cx="125640" cy="1429200"/>
            </p14:xfrm>
          </p:contentPart>
        </mc:Choice>
        <mc:Fallback xmlns="">
          <p:pic>
            <p:nvPicPr>
              <p:cNvPr id="165" name="Ink 164">
                <a:extLst>
                  <a:ext uri="{FF2B5EF4-FFF2-40B4-BE49-F238E27FC236}">
                    <a16:creationId xmlns:a16="http://schemas.microsoft.com/office/drawing/2014/main" id="{3DA8AAC1-0D5B-71C2-6F2D-0ED2C72ADA6B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5543534" y="4302712"/>
                <a:ext cx="143280" cy="144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1">
            <p14:nvContentPartPr>
              <p14:cNvPr id="166" name="Ink 165">
                <a:extLst>
                  <a:ext uri="{FF2B5EF4-FFF2-40B4-BE49-F238E27FC236}">
                    <a16:creationId xmlns:a16="http://schemas.microsoft.com/office/drawing/2014/main" id="{01BFEB82-862F-CA5F-8CA0-5F768FC6F6B1}"/>
                  </a:ext>
                </a:extLst>
              </p14:cNvPr>
              <p14:cNvContentPartPr/>
              <p14:nvPr/>
            </p14:nvContentPartPr>
            <p14:xfrm>
              <a:off x="6906028" y="4325520"/>
              <a:ext cx="59760" cy="1172880"/>
            </p14:xfrm>
          </p:contentPart>
        </mc:Choice>
        <mc:Fallback xmlns="">
          <p:pic>
            <p:nvPicPr>
              <p:cNvPr id="166" name="Ink 165">
                <a:extLst>
                  <a:ext uri="{FF2B5EF4-FFF2-40B4-BE49-F238E27FC236}">
                    <a16:creationId xmlns:a16="http://schemas.microsoft.com/office/drawing/2014/main" id="{01BFEB82-862F-CA5F-8CA0-5F768FC6F6B1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6897028" y="4316520"/>
                <a:ext cx="77400" cy="119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2">
            <p14:nvContentPartPr>
              <p14:cNvPr id="167" name="Ink 166">
                <a:extLst>
                  <a:ext uri="{FF2B5EF4-FFF2-40B4-BE49-F238E27FC236}">
                    <a16:creationId xmlns:a16="http://schemas.microsoft.com/office/drawing/2014/main" id="{8547D471-409F-9149-AD74-0054408705A8}"/>
                  </a:ext>
                </a:extLst>
              </p14:cNvPr>
              <p14:cNvContentPartPr/>
              <p14:nvPr/>
            </p14:nvContentPartPr>
            <p14:xfrm>
              <a:off x="6885148" y="4245960"/>
              <a:ext cx="1635480" cy="31680"/>
            </p14:xfrm>
          </p:contentPart>
        </mc:Choice>
        <mc:Fallback xmlns="">
          <p:pic>
            <p:nvPicPr>
              <p:cNvPr id="167" name="Ink 166">
                <a:extLst>
                  <a:ext uri="{FF2B5EF4-FFF2-40B4-BE49-F238E27FC236}">
                    <a16:creationId xmlns:a16="http://schemas.microsoft.com/office/drawing/2014/main" id="{8547D471-409F-9149-AD74-0054408705A8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6876508" y="4237320"/>
                <a:ext cx="1653120" cy="4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3">
            <p14:nvContentPartPr>
              <p14:cNvPr id="168" name="Ink 167">
                <a:extLst>
                  <a:ext uri="{FF2B5EF4-FFF2-40B4-BE49-F238E27FC236}">
                    <a16:creationId xmlns:a16="http://schemas.microsoft.com/office/drawing/2014/main" id="{9C4A76CF-2A28-1F8F-B403-424ABF073C1C}"/>
                  </a:ext>
                </a:extLst>
              </p14:cNvPr>
              <p14:cNvContentPartPr/>
              <p14:nvPr/>
            </p14:nvContentPartPr>
            <p14:xfrm>
              <a:off x="7233268" y="4306800"/>
              <a:ext cx="104040" cy="923760"/>
            </p14:xfrm>
          </p:contentPart>
        </mc:Choice>
        <mc:Fallback xmlns="">
          <p:pic>
            <p:nvPicPr>
              <p:cNvPr id="168" name="Ink 167">
                <a:extLst>
                  <a:ext uri="{FF2B5EF4-FFF2-40B4-BE49-F238E27FC236}">
                    <a16:creationId xmlns:a16="http://schemas.microsoft.com/office/drawing/2014/main" id="{9C4A76CF-2A28-1F8F-B403-424ABF073C1C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7224628" y="4297800"/>
                <a:ext cx="121680" cy="94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4">
            <p14:nvContentPartPr>
              <p14:cNvPr id="169" name="Ink 168">
                <a:extLst>
                  <a:ext uri="{FF2B5EF4-FFF2-40B4-BE49-F238E27FC236}">
                    <a16:creationId xmlns:a16="http://schemas.microsoft.com/office/drawing/2014/main" id="{4A519E73-2948-BDB2-625C-270FF28FC96D}"/>
                  </a:ext>
                </a:extLst>
              </p14:cNvPr>
              <p14:cNvContentPartPr/>
              <p14:nvPr/>
            </p14:nvContentPartPr>
            <p14:xfrm>
              <a:off x="7326868" y="5223360"/>
              <a:ext cx="16560" cy="121680"/>
            </p14:xfrm>
          </p:contentPart>
        </mc:Choice>
        <mc:Fallback xmlns="">
          <p:pic>
            <p:nvPicPr>
              <p:cNvPr id="169" name="Ink 168">
                <a:extLst>
                  <a:ext uri="{FF2B5EF4-FFF2-40B4-BE49-F238E27FC236}">
                    <a16:creationId xmlns:a16="http://schemas.microsoft.com/office/drawing/2014/main" id="{4A519E73-2948-BDB2-625C-270FF28FC96D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7317868" y="5214360"/>
                <a:ext cx="34200" cy="13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5">
            <p14:nvContentPartPr>
              <p14:cNvPr id="170" name="Ink 169">
                <a:extLst>
                  <a:ext uri="{FF2B5EF4-FFF2-40B4-BE49-F238E27FC236}">
                    <a16:creationId xmlns:a16="http://schemas.microsoft.com/office/drawing/2014/main" id="{E210DC85-1E5D-27E5-70CE-AA728FC4CCED}"/>
                  </a:ext>
                </a:extLst>
              </p14:cNvPr>
              <p14:cNvContentPartPr/>
              <p14:nvPr/>
            </p14:nvContentPartPr>
            <p14:xfrm>
              <a:off x="7659148" y="4302120"/>
              <a:ext cx="38880" cy="1066680"/>
            </p14:xfrm>
          </p:contentPart>
        </mc:Choice>
        <mc:Fallback xmlns="">
          <p:pic>
            <p:nvPicPr>
              <p:cNvPr id="170" name="Ink 169">
                <a:extLst>
                  <a:ext uri="{FF2B5EF4-FFF2-40B4-BE49-F238E27FC236}">
                    <a16:creationId xmlns:a16="http://schemas.microsoft.com/office/drawing/2014/main" id="{E210DC85-1E5D-27E5-70CE-AA728FC4CCED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7650508" y="4293120"/>
                <a:ext cx="56520" cy="108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6">
            <p14:nvContentPartPr>
              <p14:cNvPr id="171" name="Ink 170">
                <a:extLst>
                  <a:ext uri="{FF2B5EF4-FFF2-40B4-BE49-F238E27FC236}">
                    <a16:creationId xmlns:a16="http://schemas.microsoft.com/office/drawing/2014/main" id="{985D8336-A6DD-E3D0-03CC-3D794120CA5F}"/>
                  </a:ext>
                </a:extLst>
              </p14:cNvPr>
              <p14:cNvContentPartPr/>
              <p14:nvPr/>
            </p14:nvContentPartPr>
            <p14:xfrm>
              <a:off x="7976308" y="4265400"/>
              <a:ext cx="114480" cy="1090800"/>
            </p14:xfrm>
          </p:contentPart>
        </mc:Choice>
        <mc:Fallback xmlns="">
          <p:pic>
            <p:nvPicPr>
              <p:cNvPr id="171" name="Ink 170">
                <a:extLst>
                  <a:ext uri="{FF2B5EF4-FFF2-40B4-BE49-F238E27FC236}">
                    <a16:creationId xmlns:a16="http://schemas.microsoft.com/office/drawing/2014/main" id="{985D8336-A6DD-E3D0-03CC-3D794120CA5F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7967668" y="4256760"/>
                <a:ext cx="132120" cy="110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7">
            <p14:nvContentPartPr>
              <p14:cNvPr id="172" name="Ink 171">
                <a:extLst>
                  <a:ext uri="{FF2B5EF4-FFF2-40B4-BE49-F238E27FC236}">
                    <a16:creationId xmlns:a16="http://schemas.microsoft.com/office/drawing/2014/main" id="{BB062A26-B3E7-76E2-8BA9-135AAF68D1B5}"/>
                  </a:ext>
                </a:extLst>
              </p14:cNvPr>
              <p14:cNvContentPartPr/>
              <p14:nvPr/>
            </p14:nvContentPartPr>
            <p14:xfrm>
              <a:off x="6914308" y="4578960"/>
              <a:ext cx="1507320" cy="70200"/>
            </p14:xfrm>
          </p:contentPart>
        </mc:Choice>
        <mc:Fallback xmlns="">
          <p:pic>
            <p:nvPicPr>
              <p:cNvPr id="172" name="Ink 171">
                <a:extLst>
                  <a:ext uri="{FF2B5EF4-FFF2-40B4-BE49-F238E27FC236}">
                    <a16:creationId xmlns:a16="http://schemas.microsoft.com/office/drawing/2014/main" id="{BB062A26-B3E7-76E2-8BA9-135AAF68D1B5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6905308" y="4570320"/>
                <a:ext cx="1524960" cy="8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8">
            <p14:nvContentPartPr>
              <p14:cNvPr id="173" name="Ink 172">
                <a:extLst>
                  <a:ext uri="{FF2B5EF4-FFF2-40B4-BE49-F238E27FC236}">
                    <a16:creationId xmlns:a16="http://schemas.microsoft.com/office/drawing/2014/main" id="{CC0444BD-2D75-E759-CFAA-03BF646A86CD}"/>
                  </a:ext>
                </a:extLst>
              </p14:cNvPr>
              <p14:cNvContentPartPr/>
              <p14:nvPr/>
            </p14:nvContentPartPr>
            <p14:xfrm>
              <a:off x="6927268" y="4982520"/>
              <a:ext cx="1543320" cy="34560"/>
            </p14:xfrm>
          </p:contentPart>
        </mc:Choice>
        <mc:Fallback xmlns="">
          <p:pic>
            <p:nvPicPr>
              <p:cNvPr id="173" name="Ink 172">
                <a:extLst>
                  <a:ext uri="{FF2B5EF4-FFF2-40B4-BE49-F238E27FC236}">
                    <a16:creationId xmlns:a16="http://schemas.microsoft.com/office/drawing/2014/main" id="{CC0444BD-2D75-E759-CFAA-03BF646A86CD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6918268" y="4973880"/>
                <a:ext cx="1560960" cy="5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9">
            <p14:nvContentPartPr>
              <p14:cNvPr id="174" name="Ink 173">
                <a:extLst>
                  <a:ext uri="{FF2B5EF4-FFF2-40B4-BE49-F238E27FC236}">
                    <a16:creationId xmlns:a16="http://schemas.microsoft.com/office/drawing/2014/main" id="{2328A107-D980-8898-83ED-22EB09D521E0}"/>
                  </a:ext>
                </a:extLst>
              </p14:cNvPr>
              <p14:cNvContentPartPr/>
              <p14:nvPr/>
            </p14:nvContentPartPr>
            <p14:xfrm>
              <a:off x="6843748" y="5373480"/>
              <a:ext cx="1550160" cy="26640"/>
            </p14:xfrm>
          </p:contentPart>
        </mc:Choice>
        <mc:Fallback xmlns="">
          <p:pic>
            <p:nvPicPr>
              <p:cNvPr id="174" name="Ink 173">
                <a:extLst>
                  <a:ext uri="{FF2B5EF4-FFF2-40B4-BE49-F238E27FC236}">
                    <a16:creationId xmlns:a16="http://schemas.microsoft.com/office/drawing/2014/main" id="{2328A107-D980-8898-83ED-22EB09D521E0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6835108" y="5364840"/>
                <a:ext cx="1567800" cy="4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0">
            <p14:nvContentPartPr>
              <p14:cNvPr id="175" name="Ink 174">
                <a:extLst>
                  <a:ext uri="{FF2B5EF4-FFF2-40B4-BE49-F238E27FC236}">
                    <a16:creationId xmlns:a16="http://schemas.microsoft.com/office/drawing/2014/main" id="{61B64136-9533-0BF2-7905-0BD5612C14EB}"/>
                  </a:ext>
                </a:extLst>
              </p14:cNvPr>
              <p14:cNvContentPartPr/>
              <p14:nvPr/>
            </p14:nvContentPartPr>
            <p14:xfrm>
              <a:off x="6942388" y="5400120"/>
              <a:ext cx="35640" cy="607320"/>
            </p14:xfrm>
          </p:contentPart>
        </mc:Choice>
        <mc:Fallback xmlns="">
          <p:pic>
            <p:nvPicPr>
              <p:cNvPr id="175" name="Ink 174">
                <a:extLst>
                  <a:ext uri="{FF2B5EF4-FFF2-40B4-BE49-F238E27FC236}">
                    <a16:creationId xmlns:a16="http://schemas.microsoft.com/office/drawing/2014/main" id="{61B64136-9533-0BF2-7905-0BD5612C14EB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6933748" y="5391480"/>
                <a:ext cx="53280" cy="62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1">
            <p14:nvContentPartPr>
              <p14:cNvPr id="176" name="Ink 175">
                <a:extLst>
                  <a:ext uri="{FF2B5EF4-FFF2-40B4-BE49-F238E27FC236}">
                    <a16:creationId xmlns:a16="http://schemas.microsoft.com/office/drawing/2014/main" id="{7FB064CB-14DB-E891-A55E-4980CD3DEE19}"/>
                  </a:ext>
                </a:extLst>
              </p14:cNvPr>
              <p14:cNvContentPartPr/>
              <p14:nvPr/>
            </p14:nvContentPartPr>
            <p14:xfrm>
              <a:off x="7347388" y="5305440"/>
              <a:ext cx="26640" cy="418320"/>
            </p14:xfrm>
          </p:contentPart>
        </mc:Choice>
        <mc:Fallback xmlns="">
          <p:pic>
            <p:nvPicPr>
              <p:cNvPr id="176" name="Ink 175">
                <a:extLst>
                  <a:ext uri="{FF2B5EF4-FFF2-40B4-BE49-F238E27FC236}">
                    <a16:creationId xmlns:a16="http://schemas.microsoft.com/office/drawing/2014/main" id="{7FB064CB-14DB-E891-A55E-4980CD3DEE19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7338748" y="5296440"/>
                <a:ext cx="44280" cy="43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2">
            <p14:nvContentPartPr>
              <p14:cNvPr id="177" name="Ink 176">
                <a:extLst>
                  <a:ext uri="{FF2B5EF4-FFF2-40B4-BE49-F238E27FC236}">
                    <a16:creationId xmlns:a16="http://schemas.microsoft.com/office/drawing/2014/main" id="{FE8F2572-143E-6529-0E60-C0470F962611}"/>
                  </a:ext>
                </a:extLst>
              </p14:cNvPr>
              <p14:cNvContentPartPr/>
              <p14:nvPr/>
            </p14:nvContentPartPr>
            <p14:xfrm>
              <a:off x="7674988" y="5318760"/>
              <a:ext cx="36720" cy="385560"/>
            </p14:xfrm>
          </p:contentPart>
        </mc:Choice>
        <mc:Fallback xmlns="">
          <p:pic>
            <p:nvPicPr>
              <p:cNvPr id="177" name="Ink 176">
                <a:extLst>
                  <a:ext uri="{FF2B5EF4-FFF2-40B4-BE49-F238E27FC236}">
                    <a16:creationId xmlns:a16="http://schemas.microsoft.com/office/drawing/2014/main" id="{FE8F2572-143E-6529-0E60-C0470F962611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7666348" y="5310120"/>
                <a:ext cx="54360" cy="40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3">
            <p14:nvContentPartPr>
              <p14:cNvPr id="178" name="Ink 177">
                <a:extLst>
                  <a:ext uri="{FF2B5EF4-FFF2-40B4-BE49-F238E27FC236}">
                    <a16:creationId xmlns:a16="http://schemas.microsoft.com/office/drawing/2014/main" id="{AB0DAD2D-C52C-D126-BFE9-991B7F3FE7AF}"/>
                  </a:ext>
                </a:extLst>
              </p14:cNvPr>
              <p14:cNvContentPartPr/>
              <p14:nvPr/>
            </p14:nvContentPartPr>
            <p14:xfrm>
              <a:off x="8105908" y="5363400"/>
              <a:ext cx="41760" cy="338760"/>
            </p14:xfrm>
          </p:contentPart>
        </mc:Choice>
        <mc:Fallback xmlns="">
          <p:pic>
            <p:nvPicPr>
              <p:cNvPr id="178" name="Ink 177">
                <a:extLst>
                  <a:ext uri="{FF2B5EF4-FFF2-40B4-BE49-F238E27FC236}">
                    <a16:creationId xmlns:a16="http://schemas.microsoft.com/office/drawing/2014/main" id="{AB0DAD2D-C52C-D126-BFE9-991B7F3FE7AF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8097268" y="5354400"/>
                <a:ext cx="59400" cy="35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4">
            <p14:nvContentPartPr>
              <p14:cNvPr id="179" name="Ink 178">
                <a:extLst>
                  <a:ext uri="{FF2B5EF4-FFF2-40B4-BE49-F238E27FC236}">
                    <a16:creationId xmlns:a16="http://schemas.microsoft.com/office/drawing/2014/main" id="{673DD764-9431-AA24-D93C-83993520A037}"/>
                  </a:ext>
                </a:extLst>
              </p14:cNvPr>
              <p14:cNvContentPartPr/>
              <p14:nvPr/>
            </p14:nvContentPartPr>
            <p14:xfrm>
              <a:off x="6831148" y="5711520"/>
              <a:ext cx="1628640" cy="26640"/>
            </p14:xfrm>
          </p:contentPart>
        </mc:Choice>
        <mc:Fallback xmlns="">
          <p:pic>
            <p:nvPicPr>
              <p:cNvPr id="179" name="Ink 178">
                <a:extLst>
                  <a:ext uri="{FF2B5EF4-FFF2-40B4-BE49-F238E27FC236}">
                    <a16:creationId xmlns:a16="http://schemas.microsoft.com/office/drawing/2014/main" id="{673DD764-9431-AA24-D93C-83993520A037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6822148" y="5702520"/>
                <a:ext cx="1646280" cy="4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5">
            <p14:nvContentPartPr>
              <p14:cNvPr id="180" name="Ink 179">
                <a:extLst>
                  <a:ext uri="{FF2B5EF4-FFF2-40B4-BE49-F238E27FC236}">
                    <a16:creationId xmlns:a16="http://schemas.microsoft.com/office/drawing/2014/main" id="{B5246716-E52A-B79F-E8CF-EAFEBC9FC0FE}"/>
                  </a:ext>
                </a:extLst>
              </p14:cNvPr>
              <p14:cNvContentPartPr/>
              <p14:nvPr/>
            </p14:nvContentPartPr>
            <p14:xfrm>
              <a:off x="8303548" y="4599480"/>
              <a:ext cx="487080" cy="11160"/>
            </p14:xfrm>
          </p:contentPart>
        </mc:Choice>
        <mc:Fallback xmlns="">
          <p:pic>
            <p:nvPicPr>
              <p:cNvPr id="180" name="Ink 179">
                <a:extLst>
                  <a:ext uri="{FF2B5EF4-FFF2-40B4-BE49-F238E27FC236}">
                    <a16:creationId xmlns:a16="http://schemas.microsoft.com/office/drawing/2014/main" id="{B5246716-E52A-B79F-E8CF-EAFEBC9FC0FE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8294908" y="4590480"/>
                <a:ext cx="504720" cy="2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6">
            <p14:nvContentPartPr>
              <p14:cNvPr id="181" name="Ink 180">
                <a:extLst>
                  <a:ext uri="{FF2B5EF4-FFF2-40B4-BE49-F238E27FC236}">
                    <a16:creationId xmlns:a16="http://schemas.microsoft.com/office/drawing/2014/main" id="{47946B3F-315B-795A-F13A-4EF914D4FBA6}"/>
                  </a:ext>
                </a:extLst>
              </p14:cNvPr>
              <p14:cNvContentPartPr/>
              <p14:nvPr/>
            </p14:nvContentPartPr>
            <p14:xfrm>
              <a:off x="8381668" y="4983600"/>
              <a:ext cx="457920" cy="16560"/>
            </p14:xfrm>
          </p:contentPart>
        </mc:Choice>
        <mc:Fallback xmlns="">
          <p:pic>
            <p:nvPicPr>
              <p:cNvPr id="181" name="Ink 180">
                <a:extLst>
                  <a:ext uri="{FF2B5EF4-FFF2-40B4-BE49-F238E27FC236}">
                    <a16:creationId xmlns:a16="http://schemas.microsoft.com/office/drawing/2014/main" id="{47946B3F-315B-795A-F13A-4EF914D4FBA6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8372668" y="4974960"/>
                <a:ext cx="475560" cy="3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7">
            <p14:nvContentPartPr>
              <p14:cNvPr id="182" name="Ink 181">
                <a:extLst>
                  <a:ext uri="{FF2B5EF4-FFF2-40B4-BE49-F238E27FC236}">
                    <a16:creationId xmlns:a16="http://schemas.microsoft.com/office/drawing/2014/main" id="{1224048D-AC48-E468-12F1-679966DFEB5C}"/>
                  </a:ext>
                </a:extLst>
              </p14:cNvPr>
              <p14:cNvContentPartPr/>
              <p14:nvPr/>
            </p14:nvContentPartPr>
            <p14:xfrm>
              <a:off x="8283028" y="5368800"/>
              <a:ext cx="512640" cy="26640"/>
            </p14:xfrm>
          </p:contentPart>
        </mc:Choice>
        <mc:Fallback xmlns="">
          <p:pic>
            <p:nvPicPr>
              <p:cNvPr id="182" name="Ink 181">
                <a:extLst>
                  <a:ext uri="{FF2B5EF4-FFF2-40B4-BE49-F238E27FC236}">
                    <a16:creationId xmlns:a16="http://schemas.microsoft.com/office/drawing/2014/main" id="{1224048D-AC48-E468-12F1-679966DFEB5C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8274028" y="5359800"/>
                <a:ext cx="530280" cy="4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8">
            <p14:nvContentPartPr>
              <p14:cNvPr id="183" name="Ink 182">
                <a:extLst>
                  <a:ext uri="{FF2B5EF4-FFF2-40B4-BE49-F238E27FC236}">
                    <a16:creationId xmlns:a16="http://schemas.microsoft.com/office/drawing/2014/main" id="{8AE1C60F-7176-54A2-9B22-6B9D9C1AA9BD}"/>
                  </a:ext>
                </a:extLst>
              </p14:cNvPr>
              <p14:cNvContentPartPr/>
              <p14:nvPr/>
            </p14:nvContentPartPr>
            <p14:xfrm>
              <a:off x="8329468" y="5719080"/>
              <a:ext cx="473760" cy="9000"/>
            </p14:xfrm>
          </p:contentPart>
        </mc:Choice>
        <mc:Fallback xmlns="">
          <p:pic>
            <p:nvPicPr>
              <p:cNvPr id="183" name="Ink 182">
                <a:extLst>
                  <a:ext uri="{FF2B5EF4-FFF2-40B4-BE49-F238E27FC236}">
                    <a16:creationId xmlns:a16="http://schemas.microsoft.com/office/drawing/2014/main" id="{8AE1C60F-7176-54A2-9B22-6B9D9C1AA9BD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8320828" y="5710080"/>
                <a:ext cx="491400" cy="2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9">
            <p14:nvContentPartPr>
              <p14:cNvPr id="184" name="Ink 183">
                <a:extLst>
                  <a:ext uri="{FF2B5EF4-FFF2-40B4-BE49-F238E27FC236}">
                    <a16:creationId xmlns:a16="http://schemas.microsoft.com/office/drawing/2014/main" id="{321BF148-6B72-96BE-911A-D986AFC2F1B7}"/>
                  </a:ext>
                </a:extLst>
              </p14:cNvPr>
              <p14:cNvContentPartPr/>
              <p14:nvPr/>
            </p14:nvContentPartPr>
            <p14:xfrm>
              <a:off x="8392108" y="4271880"/>
              <a:ext cx="125640" cy="1429200"/>
            </p14:xfrm>
          </p:contentPart>
        </mc:Choice>
        <mc:Fallback xmlns="">
          <p:pic>
            <p:nvPicPr>
              <p:cNvPr id="184" name="Ink 183">
                <a:extLst>
                  <a:ext uri="{FF2B5EF4-FFF2-40B4-BE49-F238E27FC236}">
                    <a16:creationId xmlns:a16="http://schemas.microsoft.com/office/drawing/2014/main" id="{321BF148-6B72-96BE-911A-D986AFC2F1B7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8383108" y="4262880"/>
                <a:ext cx="143280" cy="1446840"/>
              </a:xfrm>
              <a:prstGeom prst="rect">
                <a:avLst/>
              </a:prstGeom>
            </p:spPr>
          </p:pic>
        </mc:Fallback>
      </mc:AlternateContent>
      <p:grpSp>
        <p:nvGrpSpPr>
          <p:cNvPr id="192" name="Group 191">
            <a:extLst>
              <a:ext uri="{FF2B5EF4-FFF2-40B4-BE49-F238E27FC236}">
                <a16:creationId xmlns:a16="http://schemas.microsoft.com/office/drawing/2014/main" id="{C6118FFB-F707-9530-2A9E-FEE24632595C}"/>
              </a:ext>
            </a:extLst>
          </p:cNvPr>
          <p:cNvGrpSpPr/>
          <p:nvPr/>
        </p:nvGrpSpPr>
        <p:grpSpPr>
          <a:xfrm>
            <a:off x="8531820" y="1013048"/>
            <a:ext cx="820440" cy="239400"/>
            <a:chOff x="8531820" y="1013048"/>
            <a:chExt cx="820440" cy="239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C2CA2DF2-250B-59E4-5D71-DDC309AB9E6B}"/>
                    </a:ext>
                  </a:extLst>
                </p14:cNvPr>
                <p14:cNvContentPartPr/>
                <p14:nvPr/>
              </p14:nvContentPartPr>
              <p14:xfrm>
                <a:off x="8531820" y="1100528"/>
                <a:ext cx="151920" cy="15192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C2CA2DF2-250B-59E4-5D71-DDC309AB9E6B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8523180" y="1091888"/>
                  <a:ext cx="16956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657D414C-AC28-773C-739D-4B3E882C1865}"/>
                    </a:ext>
                  </a:extLst>
                </p14:cNvPr>
                <p14:cNvContentPartPr/>
                <p14:nvPr/>
              </p14:nvContentPartPr>
              <p14:xfrm>
                <a:off x="8722980" y="1013048"/>
                <a:ext cx="58320" cy="20448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657D414C-AC28-773C-739D-4B3E882C1865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8714340" y="1004048"/>
                  <a:ext cx="7596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013FB117-3BE8-C718-2291-6DB295BFC7E9}"/>
                    </a:ext>
                  </a:extLst>
                </p14:cNvPr>
                <p14:cNvContentPartPr/>
                <p14:nvPr/>
              </p14:nvContentPartPr>
              <p14:xfrm>
                <a:off x="8706420" y="1095848"/>
                <a:ext cx="189720" cy="10944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013FB117-3BE8-C718-2291-6DB295BFC7E9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8697420" y="1087208"/>
                  <a:ext cx="20736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C9396800-EF96-8504-59B6-474571BBE4DB}"/>
                    </a:ext>
                  </a:extLst>
                </p14:cNvPr>
                <p14:cNvContentPartPr/>
                <p14:nvPr/>
              </p14:nvContentPartPr>
              <p14:xfrm>
                <a:off x="8925660" y="1127168"/>
                <a:ext cx="51480" cy="8532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C9396800-EF96-8504-59B6-474571BBE4DB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8916660" y="1118528"/>
                  <a:ext cx="6912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BC2B0F23-4840-66DB-AFB4-240DAEC6A5D3}"/>
                    </a:ext>
                  </a:extLst>
                </p14:cNvPr>
                <p14:cNvContentPartPr/>
                <p14:nvPr/>
              </p14:nvContentPartPr>
              <p14:xfrm>
                <a:off x="8936100" y="1069928"/>
                <a:ext cx="7560" cy="324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BC2B0F23-4840-66DB-AFB4-240DAEC6A5D3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8927100" y="1061288"/>
                  <a:ext cx="2520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5B37F2EA-1C77-7E2C-F1A0-ED29BF7EEA38}"/>
                    </a:ext>
                  </a:extLst>
                </p14:cNvPr>
                <p14:cNvContentPartPr/>
                <p14:nvPr/>
              </p14:nvContentPartPr>
              <p14:xfrm>
                <a:off x="9064620" y="1013408"/>
                <a:ext cx="287640" cy="20196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5B37F2EA-1C77-7E2C-F1A0-ED29BF7EEA38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9055620" y="1004408"/>
                  <a:ext cx="305280" cy="219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22">
            <p14:nvContentPartPr>
              <p14:cNvPr id="191" name="Ink 190">
                <a:extLst>
                  <a:ext uri="{FF2B5EF4-FFF2-40B4-BE49-F238E27FC236}">
                    <a16:creationId xmlns:a16="http://schemas.microsoft.com/office/drawing/2014/main" id="{96775B47-2EEC-300B-69B8-17CD9BA9AAAA}"/>
                  </a:ext>
                </a:extLst>
              </p14:cNvPr>
              <p14:cNvContentPartPr/>
              <p14:nvPr/>
            </p14:nvContentPartPr>
            <p14:xfrm>
              <a:off x="9512820" y="1044368"/>
              <a:ext cx="67320" cy="141120"/>
            </p14:xfrm>
          </p:contentPart>
        </mc:Choice>
        <mc:Fallback xmlns="">
          <p:pic>
            <p:nvPicPr>
              <p:cNvPr id="191" name="Ink 190">
                <a:extLst>
                  <a:ext uri="{FF2B5EF4-FFF2-40B4-BE49-F238E27FC236}">
                    <a16:creationId xmlns:a16="http://schemas.microsoft.com/office/drawing/2014/main" id="{96775B47-2EEC-300B-69B8-17CD9BA9AAAA}"/>
                  </a:ext>
                </a:extLst>
              </p:cNvPr>
              <p:cNvPicPr/>
              <p:nvPr/>
            </p:nvPicPr>
            <p:blipFill>
              <a:blip r:embed="rId223"/>
              <a:stretch>
                <a:fillRect/>
              </a:stretch>
            </p:blipFill>
            <p:spPr>
              <a:xfrm>
                <a:off x="9503820" y="1035368"/>
                <a:ext cx="84960" cy="158760"/>
              </a:xfrm>
              <a:prstGeom prst="rect">
                <a:avLst/>
              </a:prstGeom>
            </p:spPr>
          </p:pic>
        </mc:Fallback>
      </mc:AlternateContent>
      <p:grpSp>
        <p:nvGrpSpPr>
          <p:cNvPr id="203" name="Group 202">
            <a:extLst>
              <a:ext uri="{FF2B5EF4-FFF2-40B4-BE49-F238E27FC236}">
                <a16:creationId xmlns:a16="http://schemas.microsoft.com/office/drawing/2014/main" id="{236CBFC3-DAF2-021B-FFE7-AD6921CE978B}"/>
              </a:ext>
            </a:extLst>
          </p:cNvPr>
          <p:cNvGrpSpPr/>
          <p:nvPr/>
        </p:nvGrpSpPr>
        <p:grpSpPr>
          <a:xfrm>
            <a:off x="8691660" y="3655808"/>
            <a:ext cx="1112400" cy="272520"/>
            <a:chOff x="8691660" y="3655808"/>
            <a:chExt cx="1112400" cy="272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7180F38B-27F4-5759-50B1-59EBE9CEC57D}"/>
                    </a:ext>
                  </a:extLst>
                </p14:cNvPr>
                <p14:cNvContentPartPr/>
                <p14:nvPr/>
              </p14:nvContentPartPr>
              <p14:xfrm>
                <a:off x="8691660" y="3776768"/>
                <a:ext cx="203400" cy="13680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7180F38B-27F4-5759-50B1-59EBE9CEC57D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8682660" y="3767768"/>
                  <a:ext cx="22104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3B7C6945-224E-6279-349D-EBA8A13626EF}"/>
                    </a:ext>
                  </a:extLst>
                </p14:cNvPr>
                <p14:cNvContentPartPr/>
                <p14:nvPr/>
              </p14:nvContentPartPr>
              <p14:xfrm>
                <a:off x="8911260" y="3699008"/>
                <a:ext cx="65880" cy="20556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3B7C6945-224E-6279-349D-EBA8A13626EF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8902260" y="3690008"/>
                  <a:ext cx="8352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109B16CA-09FA-F71D-9344-22713D9916A7}"/>
                    </a:ext>
                  </a:extLst>
                </p14:cNvPr>
                <p14:cNvContentPartPr/>
                <p14:nvPr/>
              </p14:nvContentPartPr>
              <p14:xfrm>
                <a:off x="8863020" y="3828608"/>
                <a:ext cx="130320" cy="612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109B16CA-09FA-F71D-9344-22713D9916A7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8854380" y="3819608"/>
                  <a:ext cx="14796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BA6AD183-4132-72B1-2930-F5464D3A9B56}"/>
                    </a:ext>
                  </a:extLst>
                </p14:cNvPr>
                <p14:cNvContentPartPr/>
                <p14:nvPr/>
              </p14:nvContentPartPr>
              <p14:xfrm>
                <a:off x="9018540" y="3791528"/>
                <a:ext cx="52920" cy="11160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BA6AD183-4132-72B1-2930-F5464D3A9B56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9009900" y="3782888"/>
                  <a:ext cx="7056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4BB50621-9518-07FF-A2B3-14E1DA8251ED}"/>
                    </a:ext>
                  </a:extLst>
                </p14:cNvPr>
                <p14:cNvContentPartPr/>
                <p14:nvPr/>
              </p14:nvContentPartPr>
              <p14:xfrm>
                <a:off x="9128340" y="3844448"/>
                <a:ext cx="40680" cy="6516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4BB50621-9518-07FF-A2B3-14E1DA8251ED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9119340" y="3835808"/>
                  <a:ext cx="5832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775A11E4-3567-DF16-D0AC-67BCC8FD4395}"/>
                    </a:ext>
                  </a:extLst>
                </p14:cNvPr>
                <p14:cNvContentPartPr/>
                <p14:nvPr/>
              </p14:nvContentPartPr>
              <p14:xfrm>
                <a:off x="9117900" y="3751568"/>
                <a:ext cx="3600" cy="504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775A11E4-3567-DF16-D0AC-67BCC8FD4395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9108900" y="3742928"/>
                  <a:ext cx="2124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494BC2D0-7A16-B5C4-909C-ADBECB77A1EC}"/>
                    </a:ext>
                  </a:extLst>
                </p14:cNvPr>
                <p14:cNvContentPartPr/>
                <p14:nvPr/>
              </p14:nvContentPartPr>
              <p14:xfrm>
                <a:off x="9272340" y="3655808"/>
                <a:ext cx="308520" cy="27252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494BC2D0-7A16-B5C4-909C-ADBECB77A1EC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9263340" y="3646808"/>
                  <a:ext cx="32616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2D9B10BB-7FCB-184D-1AD1-D393BC9C1B4F}"/>
                    </a:ext>
                  </a:extLst>
                </p14:cNvPr>
                <p14:cNvContentPartPr/>
                <p14:nvPr/>
              </p14:nvContentPartPr>
              <p14:xfrm>
                <a:off x="9408780" y="3797648"/>
                <a:ext cx="29160" cy="3996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2D9B10BB-7FCB-184D-1AD1-D393BC9C1B4F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9400140" y="3789008"/>
                  <a:ext cx="4680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07C6A77F-DB70-28E6-C4D5-EDFE0A4C450D}"/>
                    </a:ext>
                  </a:extLst>
                </p14:cNvPr>
                <p14:cNvContentPartPr/>
                <p14:nvPr/>
              </p14:nvContentPartPr>
              <p14:xfrm>
                <a:off x="9646740" y="3724568"/>
                <a:ext cx="157320" cy="15804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07C6A77F-DB70-28E6-C4D5-EDFE0A4C450D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9637740" y="3715928"/>
                  <a:ext cx="174960" cy="175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3" name="Group 212">
            <a:extLst>
              <a:ext uri="{FF2B5EF4-FFF2-40B4-BE49-F238E27FC236}">
                <a16:creationId xmlns:a16="http://schemas.microsoft.com/office/drawing/2014/main" id="{BA665D33-AF0B-B0C0-4277-F8C70AC5F652}"/>
              </a:ext>
            </a:extLst>
          </p:cNvPr>
          <p:cNvGrpSpPr/>
          <p:nvPr/>
        </p:nvGrpSpPr>
        <p:grpSpPr>
          <a:xfrm>
            <a:off x="1059300" y="1786688"/>
            <a:ext cx="765000" cy="744120"/>
            <a:chOff x="1059300" y="1786688"/>
            <a:chExt cx="765000" cy="744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85EC3A5C-E925-E128-D96F-96862E64E73F}"/>
                    </a:ext>
                  </a:extLst>
                </p14:cNvPr>
                <p14:cNvContentPartPr/>
                <p14:nvPr/>
              </p14:nvContentPartPr>
              <p14:xfrm>
                <a:off x="1755900" y="1869848"/>
                <a:ext cx="68400" cy="65592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85EC3A5C-E925-E128-D96F-96862E64E73F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1746900" y="1861208"/>
                  <a:ext cx="86040" cy="67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0436EBA7-A5F2-B908-4A87-683C76494F59}"/>
                    </a:ext>
                  </a:extLst>
                </p14:cNvPr>
                <p14:cNvContentPartPr/>
                <p14:nvPr/>
              </p14:nvContentPartPr>
              <p14:xfrm>
                <a:off x="1200780" y="2488328"/>
                <a:ext cx="545040" cy="4248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0436EBA7-A5F2-B908-4A87-683C76494F59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1192140" y="2479688"/>
                  <a:ext cx="56268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DA8324B2-FC40-0999-E711-FD9D27D34819}"/>
                    </a:ext>
                  </a:extLst>
                </p14:cNvPr>
                <p14:cNvContentPartPr/>
                <p14:nvPr/>
              </p14:nvContentPartPr>
              <p14:xfrm>
                <a:off x="1765980" y="1830968"/>
                <a:ext cx="32400" cy="64584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DA8324B2-FC40-0999-E711-FD9D27D34819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1730340" y="1795328"/>
                  <a:ext cx="104040" cy="71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18690CFA-030C-3E6B-2E1A-ADDD79C5656A}"/>
                    </a:ext>
                  </a:extLst>
                </p14:cNvPr>
                <p14:cNvContentPartPr/>
                <p14:nvPr/>
              </p14:nvContentPartPr>
              <p14:xfrm>
                <a:off x="1136340" y="1786688"/>
                <a:ext cx="604080" cy="2592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18690CFA-030C-3E6B-2E1A-ADDD79C5656A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1100340" y="1750688"/>
                  <a:ext cx="67572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8A2DC9C3-C86E-464E-8BCC-9C8CE7AB6D35}"/>
                    </a:ext>
                  </a:extLst>
                </p14:cNvPr>
                <p14:cNvContentPartPr/>
                <p14:nvPr/>
              </p14:nvContentPartPr>
              <p14:xfrm>
                <a:off x="1059300" y="1873088"/>
                <a:ext cx="37800" cy="58284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8A2DC9C3-C86E-464E-8BCC-9C8CE7AB6D35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1023300" y="1837448"/>
                  <a:ext cx="109440" cy="65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8E467294-33CF-B656-488E-F9A1B75D1565}"/>
                    </a:ext>
                  </a:extLst>
                </p14:cNvPr>
                <p14:cNvContentPartPr/>
                <p14:nvPr/>
              </p14:nvContentPartPr>
              <p14:xfrm>
                <a:off x="1096020" y="2509208"/>
                <a:ext cx="454320" cy="576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8E467294-33CF-B656-488E-F9A1B75D1565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1060380" y="2473568"/>
                  <a:ext cx="52596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05238307-F172-4ABA-724B-7DCFEB950D49}"/>
                    </a:ext>
                  </a:extLst>
                </p14:cNvPr>
                <p14:cNvContentPartPr/>
                <p14:nvPr/>
              </p14:nvContentPartPr>
              <p14:xfrm>
                <a:off x="1578060" y="2508128"/>
                <a:ext cx="182520" cy="1188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05238307-F172-4ABA-724B-7DCFEB950D49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1542060" y="2472488"/>
                  <a:ext cx="254160" cy="83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8" name="Group 217">
            <a:extLst>
              <a:ext uri="{FF2B5EF4-FFF2-40B4-BE49-F238E27FC236}">
                <a16:creationId xmlns:a16="http://schemas.microsoft.com/office/drawing/2014/main" id="{8C6D9442-ADCD-7D4B-D357-26CCBDD973D8}"/>
              </a:ext>
            </a:extLst>
          </p:cNvPr>
          <p:cNvGrpSpPr/>
          <p:nvPr/>
        </p:nvGrpSpPr>
        <p:grpSpPr>
          <a:xfrm>
            <a:off x="4447260" y="1823048"/>
            <a:ext cx="824400" cy="722880"/>
            <a:chOff x="4447260" y="1823048"/>
            <a:chExt cx="824400" cy="722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43F31F04-85F8-9796-B665-F1F9DC99F0F3}"/>
                    </a:ext>
                  </a:extLst>
                </p14:cNvPr>
                <p14:cNvContentPartPr/>
                <p14:nvPr/>
              </p14:nvContentPartPr>
              <p14:xfrm>
                <a:off x="4447260" y="1830968"/>
                <a:ext cx="57600" cy="65304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43F31F04-85F8-9796-B665-F1F9DC99F0F3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4411260" y="1794968"/>
                  <a:ext cx="129240" cy="72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3427421B-34F7-B1FD-51D7-4BDA8E3FCC52}"/>
                    </a:ext>
                  </a:extLst>
                </p14:cNvPr>
                <p14:cNvContentPartPr/>
                <p14:nvPr/>
              </p14:nvContentPartPr>
              <p14:xfrm>
                <a:off x="4457340" y="1823048"/>
                <a:ext cx="741600" cy="3204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3427421B-34F7-B1FD-51D7-4BDA8E3FCC52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4421700" y="1787048"/>
                  <a:ext cx="81324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AB3C1119-7FE0-0930-B71E-565CFD39FA58}"/>
                    </a:ext>
                  </a:extLst>
                </p14:cNvPr>
                <p14:cNvContentPartPr/>
                <p14:nvPr/>
              </p14:nvContentPartPr>
              <p14:xfrm>
                <a:off x="5231700" y="1848608"/>
                <a:ext cx="39960" cy="64944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AB3C1119-7FE0-0930-B71E-565CFD39FA58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5195700" y="1812968"/>
                  <a:ext cx="111600" cy="72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D9048926-6277-9965-633F-C746268C568B}"/>
                    </a:ext>
                  </a:extLst>
                </p14:cNvPr>
                <p14:cNvContentPartPr/>
                <p14:nvPr/>
              </p14:nvContentPartPr>
              <p14:xfrm>
                <a:off x="4574340" y="2524688"/>
                <a:ext cx="689040" cy="2124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D9048926-6277-9965-633F-C746268C568B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4538340" y="2488688"/>
                  <a:ext cx="760680" cy="92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4" name="Group 223">
            <a:extLst>
              <a:ext uri="{FF2B5EF4-FFF2-40B4-BE49-F238E27FC236}">
                <a16:creationId xmlns:a16="http://schemas.microsoft.com/office/drawing/2014/main" id="{393B3341-07E4-B9B5-E55E-DC38E1C7B617}"/>
              </a:ext>
            </a:extLst>
          </p:cNvPr>
          <p:cNvGrpSpPr/>
          <p:nvPr/>
        </p:nvGrpSpPr>
        <p:grpSpPr>
          <a:xfrm>
            <a:off x="4094820" y="2191688"/>
            <a:ext cx="763200" cy="723240"/>
            <a:chOff x="4094820" y="2191688"/>
            <a:chExt cx="763200" cy="723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10738A17-51B4-900B-D2BE-92D8B66C7744}"/>
                    </a:ext>
                  </a:extLst>
                </p14:cNvPr>
                <p14:cNvContentPartPr/>
                <p14:nvPr/>
              </p14:nvContentPartPr>
              <p14:xfrm>
                <a:off x="4826340" y="2224448"/>
                <a:ext cx="31680" cy="66960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10738A17-51B4-900B-D2BE-92D8B66C7744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4790700" y="2188808"/>
                  <a:ext cx="103320" cy="74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83D43D7D-2F52-BE66-5F5F-D4DC7AFC0E4B}"/>
                    </a:ext>
                  </a:extLst>
                </p14:cNvPr>
                <p14:cNvContentPartPr/>
                <p14:nvPr/>
              </p14:nvContentPartPr>
              <p14:xfrm>
                <a:off x="4161420" y="2191688"/>
                <a:ext cx="621360" cy="2196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83D43D7D-2F52-BE66-5F5F-D4DC7AFC0E4B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4125420" y="2156048"/>
                  <a:ext cx="69300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4258F981-D778-1A00-375B-96DBD60F277B}"/>
                    </a:ext>
                  </a:extLst>
                </p14:cNvPr>
                <p14:cNvContentPartPr/>
                <p14:nvPr/>
              </p14:nvContentPartPr>
              <p14:xfrm>
                <a:off x="4156020" y="2270168"/>
                <a:ext cx="56160" cy="60552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4258F981-D778-1A00-375B-96DBD60F277B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4120020" y="2234528"/>
                  <a:ext cx="127800" cy="67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FBE4C251-819D-0687-008F-82E955E1A529}"/>
                    </a:ext>
                  </a:extLst>
                </p14:cNvPr>
                <p14:cNvContentPartPr/>
                <p14:nvPr/>
              </p14:nvContentPartPr>
              <p14:xfrm>
                <a:off x="4094820" y="2898728"/>
                <a:ext cx="747360" cy="1620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FBE4C251-819D-0687-008F-82E955E1A529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4059180" y="2863088"/>
                  <a:ext cx="819000" cy="87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9" name="Group 228">
            <a:extLst>
              <a:ext uri="{FF2B5EF4-FFF2-40B4-BE49-F238E27FC236}">
                <a16:creationId xmlns:a16="http://schemas.microsoft.com/office/drawing/2014/main" id="{27D55A86-FB15-2D36-7A13-48AEC847E631}"/>
              </a:ext>
            </a:extLst>
          </p:cNvPr>
          <p:cNvGrpSpPr/>
          <p:nvPr/>
        </p:nvGrpSpPr>
        <p:grpSpPr>
          <a:xfrm>
            <a:off x="6977340" y="2503808"/>
            <a:ext cx="774360" cy="741600"/>
            <a:chOff x="6977340" y="2503808"/>
            <a:chExt cx="774360" cy="741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D1A86427-F237-7E03-F6CE-FEA499B380EF}"/>
                    </a:ext>
                  </a:extLst>
                </p14:cNvPr>
                <p14:cNvContentPartPr/>
                <p14:nvPr/>
              </p14:nvContentPartPr>
              <p14:xfrm>
                <a:off x="6987780" y="2503808"/>
                <a:ext cx="703080" cy="2160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D1A86427-F237-7E03-F6CE-FEA499B380EF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6951780" y="2467808"/>
                  <a:ext cx="77472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DBAD0094-73B1-F728-304D-1288A7A27499}"/>
                    </a:ext>
                  </a:extLst>
                </p14:cNvPr>
                <p14:cNvContentPartPr/>
                <p14:nvPr/>
              </p14:nvContentPartPr>
              <p14:xfrm>
                <a:off x="7704180" y="2544848"/>
                <a:ext cx="31680" cy="66564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DBAD0094-73B1-F728-304D-1288A7A27499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7668180" y="2508848"/>
                  <a:ext cx="103320" cy="73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13F812CF-27DB-AD5A-15CC-5AA2B648289F}"/>
                    </a:ext>
                  </a:extLst>
                </p14:cNvPr>
                <p14:cNvContentPartPr/>
                <p14:nvPr/>
              </p14:nvContentPartPr>
              <p14:xfrm>
                <a:off x="6977340" y="2556008"/>
                <a:ext cx="42480" cy="62388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13F812CF-27DB-AD5A-15CC-5AA2B648289F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6941340" y="2520008"/>
                  <a:ext cx="114120" cy="69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3FA82F14-89FC-3AE9-6F00-E20F3E3867BE}"/>
                    </a:ext>
                  </a:extLst>
                </p14:cNvPr>
                <p14:cNvContentPartPr/>
                <p14:nvPr/>
              </p14:nvContentPartPr>
              <p14:xfrm>
                <a:off x="7055100" y="3205088"/>
                <a:ext cx="696600" cy="4032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3FA82F14-89FC-3AE9-6F00-E20F3E3867BE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7019100" y="3169448"/>
                  <a:ext cx="768240" cy="111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4" name="Group 233">
            <a:extLst>
              <a:ext uri="{FF2B5EF4-FFF2-40B4-BE49-F238E27FC236}">
                <a16:creationId xmlns:a16="http://schemas.microsoft.com/office/drawing/2014/main" id="{5ADD29D4-3F77-A414-6D7A-8825712BFE5F}"/>
              </a:ext>
            </a:extLst>
          </p:cNvPr>
          <p:cNvGrpSpPr/>
          <p:nvPr/>
        </p:nvGrpSpPr>
        <p:grpSpPr>
          <a:xfrm>
            <a:off x="7678620" y="1750328"/>
            <a:ext cx="824760" cy="718920"/>
            <a:chOff x="7678620" y="1750328"/>
            <a:chExt cx="824760" cy="718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8A3BEE71-E2E3-31BB-D9BE-B334FB77E80A}"/>
                    </a:ext>
                  </a:extLst>
                </p14:cNvPr>
                <p14:cNvContentPartPr/>
                <p14:nvPr/>
              </p14:nvContentPartPr>
              <p14:xfrm>
                <a:off x="7694100" y="1809728"/>
                <a:ext cx="32040" cy="58824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8A3BEE71-E2E3-31BB-D9BE-B334FB77E80A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7658460" y="1773728"/>
                  <a:ext cx="103680" cy="65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17F7C7A2-BFB8-664C-D0C8-13648C10758A}"/>
                    </a:ext>
                  </a:extLst>
                </p14:cNvPr>
                <p14:cNvContentPartPr/>
                <p14:nvPr/>
              </p14:nvContentPartPr>
              <p14:xfrm>
                <a:off x="7678620" y="1750328"/>
                <a:ext cx="715680" cy="7884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17F7C7A2-BFB8-664C-D0C8-13648C10758A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7642980" y="1714328"/>
                  <a:ext cx="78732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1A73F8E1-8D5A-CDF8-264A-0454EC1AA0F3}"/>
                    </a:ext>
                  </a:extLst>
                </p14:cNvPr>
                <p14:cNvContentPartPr/>
                <p14:nvPr/>
              </p14:nvContentPartPr>
              <p14:xfrm>
                <a:off x="8442540" y="1787048"/>
                <a:ext cx="60840" cy="63036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1A73F8E1-8D5A-CDF8-264A-0454EC1AA0F3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8406540" y="1751408"/>
                  <a:ext cx="132480" cy="70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7A920F13-C52B-5A46-3537-E2603C9171FE}"/>
                    </a:ext>
                  </a:extLst>
                </p14:cNvPr>
                <p14:cNvContentPartPr/>
                <p14:nvPr/>
              </p14:nvContentPartPr>
              <p14:xfrm>
                <a:off x="7758900" y="2446928"/>
                <a:ext cx="590400" cy="2232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7A920F13-C52B-5A46-3537-E2603C9171FE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7723260" y="2410928"/>
                  <a:ext cx="662040" cy="93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9" name="Group 238">
            <a:extLst>
              <a:ext uri="{FF2B5EF4-FFF2-40B4-BE49-F238E27FC236}">
                <a16:creationId xmlns:a16="http://schemas.microsoft.com/office/drawing/2014/main" id="{00FEEAA8-AF9C-8400-CED3-F5E4F0A84467}"/>
              </a:ext>
            </a:extLst>
          </p:cNvPr>
          <p:cNvGrpSpPr/>
          <p:nvPr/>
        </p:nvGrpSpPr>
        <p:grpSpPr>
          <a:xfrm>
            <a:off x="7346340" y="2129408"/>
            <a:ext cx="784800" cy="770400"/>
            <a:chOff x="7346340" y="2129408"/>
            <a:chExt cx="784800" cy="770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F8415EFB-B02B-2DC0-377E-08605278243B}"/>
                    </a:ext>
                  </a:extLst>
                </p14:cNvPr>
                <p14:cNvContentPartPr/>
                <p14:nvPr/>
              </p14:nvContentPartPr>
              <p14:xfrm>
                <a:off x="7347060" y="2170808"/>
                <a:ext cx="77760" cy="660960"/>
              </p14:xfrm>
            </p:contentPart>
          </mc:Choice>
          <mc:Fallback xmlns=""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F8415EFB-B02B-2DC0-377E-08605278243B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7311420" y="2135168"/>
                  <a:ext cx="149400" cy="73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9CEB53CD-0AB9-75C5-9025-BB4D1B7A0867}"/>
                    </a:ext>
                  </a:extLst>
                </p14:cNvPr>
                <p14:cNvContentPartPr/>
                <p14:nvPr/>
              </p14:nvContentPartPr>
              <p14:xfrm>
                <a:off x="7346340" y="2129408"/>
                <a:ext cx="756000" cy="3204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9CEB53CD-0AB9-75C5-9025-BB4D1B7A0867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7310340" y="2093408"/>
                  <a:ext cx="82764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E7AB9B79-C0F3-6D21-A2AA-E282B9F7510B}"/>
                    </a:ext>
                  </a:extLst>
                </p14:cNvPr>
                <p14:cNvContentPartPr/>
                <p14:nvPr/>
              </p14:nvContentPartPr>
              <p14:xfrm>
                <a:off x="8062740" y="2171528"/>
                <a:ext cx="52560" cy="66132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E7AB9B79-C0F3-6D21-A2AA-E282B9F7510B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8026740" y="2135528"/>
                  <a:ext cx="124200" cy="73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72B58204-224E-80ED-29E7-68734437E032}"/>
                    </a:ext>
                  </a:extLst>
                </p14:cNvPr>
                <p14:cNvContentPartPr/>
                <p14:nvPr/>
              </p14:nvContentPartPr>
              <p14:xfrm>
                <a:off x="7408980" y="2867408"/>
                <a:ext cx="722160" cy="3240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72B58204-224E-80ED-29E7-68734437E032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7372980" y="2831768"/>
                  <a:ext cx="793800" cy="104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3" name="Group 262">
            <a:extLst>
              <a:ext uri="{FF2B5EF4-FFF2-40B4-BE49-F238E27FC236}">
                <a16:creationId xmlns:a16="http://schemas.microsoft.com/office/drawing/2014/main" id="{A6C56359-1177-93F2-0EB6-ECCEC02BACC2}"/>
              </a:ext>
            </a:extLst>
          </p:cNvPr>
          <p:cNvGrpSpPr/>
          <p:nvPr/>
        </p:nvGrpSpPr>
        <p:grpSpPr>
          <a:xfrm>
            <a:off x="3769380" y="1267568"/>
            <a:ext cx="2335680" cy="297720"/>
            <a:chOff x="3769380" y="1267568"/>
            <a:chExt cx="2335680" cy="297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00A704A3-336C-20F7-2DDF-2CCD18E66AA3}"/>
                    </a:ext>
                  </a:extLst>
                </p14:cNvPr>
                <p14:cNvContentPartPr/>
                <p14:nvPr/>
              </p14:nvContentPartPr>
              <p14:xfrm>
                <a:off x="3769380" y="1480688"/>
                <a:ext cx="122400" cy="8460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00A704A3-336C-20F7-2DDF-2CCD18E66AA3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3760380" y="1471688"/>
                  <a:ext cx="14004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CA248FA7-BBEB-56EB-A44D-D4FA361ED079}"/>
                    </a:ext>
                  </a:extLst>
                </p14:cNvPr>
                <p14:cNvContentPartPr/>
                <p14:nvPr/>
              </p14:nvContentPartPr>
              <p14:xfrm>
                <a:off x="3875580" y="1387088"/>
                <a:ext cx="79920" cy="15660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CA248FA7-BBEB-56EB-A44D-D4FA361ED079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3866940" y="1378088"/>
                  <a:ext cx="9756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093EE228-FEDC-615E-FB69-8E346422B6CD}"/>
                    </a:ext>
                  </a:extLst>
                </p14:cNvPr>
                <p14:cNvContentPartPr/>
                <p14:nvPr/>
              </p14:nvContentPartPr>
              <p14:xfrm>
                <a:off x="3859740" y="1470248"/>
                <a:ext cx="109800" cy="2160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093EE228-FEDC-615E-FB69-8E346422B6CD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3850740" y="1461248"/>
                  <a:ext cx="12744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FDECCB68-C962-A7A7-60AE-9606C801E49A}"/>
                    </a:ext>
                  </a:extLst>
                </p14:cNvPr>
                <p14:cNvContentPartPr/>
                <p14:nvPr/>
              </p14:nvContentPartPr>
              <p14:xfrm>
                <a:off x="3974220" y="1469168"/>
                <a:ext cx="144720" cy="7776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FDECCB68-C962-A7A7-60AE-9606C801E49A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3965580" y="1460168"/>
                  <a:ext cx="16236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D83806A0-FF2C-0377-A8AC-EBAEC525BBB6}"/>
                    </a:ext>
                  </a:extLst>
                </p14:cNvPr>
                <p14:cNvContentPartPr/>
                <p14:nvPr/>
              </p14:nvContentPartPr>
              <p14:xfrm>
                <a:off x="4051260" y="1401488"/>
                <a:ext cx="7560" cy="1404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D83806A0-FF2C-0377-A8AC-EBAEC525BBB6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4042260" y="1392488"/>
                  <a:ext cx="2520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033515BA-8B65-A145-947F-8A4EBD3AA54A}"/>
                    </a:ext>
                  </a:extLst>
                </p14:cNvPr>
                <p14:cNvContentPartPr/>
                <p14:nvPr/>
              </p14:nvContentPartPr>
              <p14:xfrm>
                <a:off x="4166820" y="1361168"/>
                <a:ext cx="251280" cy="18252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033515BA-8B65-A145-947F-8A4EBD3AA54A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4158180" y="1352168"/>
                  <a:ext cx="26892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1B82F72B-FE9B-DA8E-80F5-A1710E2D8AC7}"/>
                    </a:ext>
                  </a:extLst>
                </p14:cNvPr>
                <p14:cNvContentPartPr/>
                <p14:nvPr/>
              </p14:nvContentPartPr>
              <p14:xfrm>
                <a:off x="4493700" y="1382048"/>
                <a:ext cx="76680" cy="12708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1B82F72B-FE9B-DA8E-80F5-A1710E2D8AC7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4484700" y="1373048"/>
                  <a:ext cx="9432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3228044C-DE76-D20C-521F-91C56AFADFB9}"/>
                    </a:ext>
                  </a:extLst>
                </p14:cNvPr>
                <p14:cNvContentPartPr/>
                <p14:nvPr/>
              </p14:nvContentPartPr>
              <p14:xfrm>
                <a:off x="4721580" y="1337048"/>
                <a:ext cx="109800" cy="16560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3228044C-DE76-D20C-521F-91C56AFADFB9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4712940" y="1328048"/>
                  <a:ext cx="12744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A7591ECC-881F-1E03-DC03-FBB5ACE68D37}"/>
                    </a:ext>
                  </a:extLst>
                </p14:cNvPr>
                <p14:cNvContentPartPr/>
                <p14:nvPr/>
              </p14:nvContentPartPr>
              <p14:xfrm>
                <a:off x="4716180" y="1428488"/>
                <a:ext cx="69120" cy="1152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A7591ECC-881F-1E03-DC03-FBB5ACE68D37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4707180" y="1419848"/>
                  <a:ext cx="8676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239C9F78-11B0-6266-5E24-0F67F15C3FAF}"/>
                    </a:ext>
                  </a:extLst>
                </p14:cNvPr>
                <p14:cNvContentPartPr/>
                <p14:nvPr/>
              </p14:nvContentPartPr>
              <p14:xfrm>
                <a:off x="4827060" y="1427408"/>
                <a:ext cx="97560" cy="6912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239C9F78-11B0-6266-5E24-0F67F15C3FAF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4818420" y="1418768"/>
                  <a:ext cx="11520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05A63FB3-1A83-6A33-9333-8DD2369824A9}"/>
                    </a:ext>
                  </a:extLst>
                </p14:cNvPr>
                <p14:cNvContentPartPr/>
                <p14:nvPr/>
              </p14:nvContentPartPr>
              <p14:xfrm>
                <a:off x="5080860" y="1329848"/>
                <a:ext cx="77400" cy="15696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05A63FB3-1A83-6A33-9333-8DD2369824A9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5072220" y="1321208"/>
                  <a:ext cx="9504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6C6CA9ED-51B8-A3A2-3DE2-6AC6E283CE3F}"/>
                    </a:ext>
                  </a:extLst>
                </p14:cNvPr>
                <p14:cNvContentPartPr/>
                <p14:nvPr/>
              </p14:nvContentPartPr>
              <p14:xfrm>
                <a:off x="5036580" y="1413008"/>
                <a:ext cx="96480" cy="1872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6C6CA9ED-51B8-A3A2-3DE2-6AC6E283CE3F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5027940" y="1404008"/>
                  <a:ext cx="11412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9480C396-187B-624C-14C9-FBC4B2107BE6}"/>
                    </a:ext>
                  </a:extLst>
                </p14:cNvPr>
                <p14:cNvContentPartPr/>
                <p14:nvPr/>
              </p14:nvContentPartPr>
              <p14:xfrm>
                <a:off x="5169420" y="1298528"/>
                <a:ext cx="159120" cy="15624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9480C396-187B-624C-14C9-FBC4B2107BE6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5160420" y="1289888"/>
                  <a:ext cx="17676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DA78BD65-D84F-99DD-4AAB-571FBFF14CF4}"/>
                    </a:ext>
                  </a:extLst>
                </p14:cNvPr>
                <p14:cNvContentPartPr/>
                <p14:nvPr/>
              </p14:nvContentPartPr>
              <p14:xfrm>
                <a:off x="5376420" y="1388528"/>
                <a:ext cx="113040" cy="8748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DA78BD65-D84F-99DD-4AAB-571FBFF14CF4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5367420" y="1379888"/>
                  <a:ext cx="13068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E8ED2771-54FE-1D36-CB34-05C52292445B}"/>
                    </a:ext>
                  </a:extLst>
                </p14:cNvPr>
                <p14:cNvContentPartPr/>
                <p14:nvPr/>
              </p14:nvContentPartPr>
              <p14:xfrm>
                <a:off x="5621580" y="1382408"/>
                <a:ext cx="60120" cy="104400"/>
              </p14:xfrm>
            </p:contentPart>
          </mc:Choice>
          <mc:Fallback xmlns=""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E8ED2771-54FE-1D36-CB34-05C52292445B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5612580" y="1373408"/>
                  <a:ext cx="7776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4047166E-0242-27B7-9D1B-24C158044069}"/>
                    </a:ext>
                  </a:extLst>
                </p14:cNvPr>
                <p14:cNvContentPartPr/>
                <p14:nvPr/>
              </p14:nvContentPartPr>
              <p14:xfrm>
                <a:off x="5735700" y="1413008"/>
                <a:ext cx="39240" cy="55440"/>
              </p14:xfrm>
            </p:contentPart>
          </mc:Choice>
          <mc:Fallback xmlns=""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4047166E-0242-27B7-9D1B-24C158044069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5726700" y="1404008"/>
                  <a:ext cx="5688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33196483-79B9-5C90-A3D7-B166FAE5A882}"/>
                    </a:ext>
                  </a:extLst>
                </p14:cNvPr>
                <p14:cNvContentPartPr/>
                <p14:nvPr/>
              </p14:nvContentPartPr>
              <p14:xfrm>
                <a:off x="5709780" y="1345328"/>
                <a:ext cx="12960" cy="11880"/>
              </p14:xfrm>
            </p:contentPart>
          </mc:Choice>
          <mc:Fallback xmlns=""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33196483-79B9-5C90-A3D7-B166FAE5A882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5700780" y="1336688"/>
                  <a:ext cx="3060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2B237A04-B24F-9D9E-F5EA-7EF6AAB5ECA3}"/>
                    </a:ext>
                  </a:extLst>
                </p14:cNvPr>
                <p14:cNvContentPartPr/>
                <p14:nvPr/>
              </p14:nvContentPartPr>
              <p14:xfrm>
                <a:off x="5803740" y="1401848"/>
                <a:ext cx="81360" cy="152640"/>
              </p14:xfrm>
            </p:contentPart>
          </mc:Choice>
          <mc:Fallback xmlns=""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2B237A04-B24F-9D9E-F5EA-7EF6AAB5ECA3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5794740" y="1392848"/>
                  <a:ext cx="9900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66EAAA93-C2AF-1190-729F-EE0CBA9EDE54}"/>
                    </a:ext>
                  </a:extLst>
                </p14:cNvPr>
                <p14:cNvContentPartPr/>
                <p14:nvPr/>
              </p14:nvContentPartPr>
              <p14:xfrm>
                <a:off x="5849820" y="1267568"/>
                <a:ext cx="159480" cy="185040"/>
              </p14:xfrm>
            </p:contentPart>
          </mc:Choice>
          <mc:Fallback xmlns=""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66EAAA93-C2AF-1190-729F-EE0CBA9EDE54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5841180" y="1258568"/>
                  <a:ext cx="17712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0710CAB0-A1A7-1469-874C-FE87FE3997C1}"/>
                    </a:ext>
                  </a:extLst>
                </p14:cNvPr>
                <p14:cNvContentPartPr/>
                <p14:nvPr/>
              </p14:nvContentPartPr>
              <p14:xfrm>
                <a:off x="6026580" y="1278008"/>
                <a:ext cx="67320" cy="161280"/>
              </p14:xfrm>
            </p:contentPart>
          </mc:Choice>
          <mc:Fallback xmlns=""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0710CAB0-A1A7-1469-874C-FE87FE3997C1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6017580" y="1269008"/>
                  <a:ext cx="8496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02D04170-A0AC-4A7C-4EF1-F2AD875FF757}"/>
                    </a:ext>
                  </a:extLst>
                </p14:cNvPr>
                <p14:cNvContentPartPr/>
                <p14:nvPr/>
              </p14:nvContentPartPr>
              <p14:xfrm>
                <a:off x="6037020" y="1392128"/>
                <a:ext cx="68040" cy="360"/>
              </p14:xfrm>
            </p:contentPart>
          </mc:Choice>
          <mc:Fallback xmlns=""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02D04170-A0AC-4A7C-4EF1-F2AD875FF757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6028020" y="1383488"/>
                  <a:ext cx="8568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7" name="Group 276">
            <a:extLst>
              <a:ext uri="{FF2B5EF4-FFF2-40B4-BE49-F238E27FC236}">
                <a16:creationId xmlns:a16="http://schemas.microsoft.com/office/drawing/2014/main" id="{21EF6D78-0A89-5D7D-F5E3-220DAED9944D}"/>
              </a:ext>
            </a:extLst>
          </p:cNvPr>
          <p:cNvGrpSpPr/>
          <p:nvPr/>
        </p:nvGrpSpPr>
        <p:grpSpPr>
          <a:xfrm>
            <a:off x="3778380" y="1577888"/>
            <a:ext cx="1608840" cy="215640"/>
            <a:chOff x="3778380" y="1577888"/>
            <a:chExt cx="1608840" cy="215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66A69B5C-7628-DC6F-3DA7-F9DB37707D05}"/>
                    </a:ext>
                  </a:extLst>
                </p14:cNvPr>
                <p14:cNvContentPartPr/>
                <p14:nvPr/>
              </p14:nvContentPartPr>
              <p14:xfrm>
                <a:off x="3778380" y="1705328"/>
                <a:ext cx="100800" cy="88200"/>
              </p14:xfrm>
            </p:contentPart>
          </mc:Choice>
          <mc:Fallback xmlns=""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66A69B5C-7628-DC6F-3DA7-F9DB37707D05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3769380" y="1696328"/>
                  <a:ext cx="11844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7ACB5AAE-A1E8-F805-8E18-AEB73988FBD1}"/>
                    </a:ext>
                  </a:extLst>
                </p14:cNvPr>
                <p14:cNvContentPartPr/>
                <p14:nvPr/>
              </p14:nvContentPartPr>
              <p14:xfrm>
                <a:off x="3873780" y="1650968"/>
                <a:ext cx="76680" cy="116280"/>
              </p14:xfrm>
            </p:contentPart>
          </mc:Choice>
          <mc:Fallback xmlns=""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7ACB5AAE-A1E8-F805-8E18-AEB73988FBD1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3864780" y="1642328"/>
                  <a:ext cx="9432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24B4B50A-102E-825C-96BC-D2B3126E3EC9}"/>
                    </a:ext>
                  </a:extLst>
                </p14:cNvPr>
                <p14:cNvContentPartPr/>
                <p14:nvPr/>
              </p14:nvContentPartPr>
              <p14:xfrm>
                <a:off x="3897180" y="1729808"/>
                <a:ext cx="56880" cy="360"/>
              </p14:xfrm>
            </p:contentPart>
          </mc:Choice>
          <mc:Fallback xmlns=""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24B4B50A-102E-825C-96BC-D2B3126E3EC9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3888180" y="1721168"/>
                  <a:ext cx="7452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6942680B-4AB2-F4FF-342C-08185CF3F193}"/>
                    </a:ext>
                  </a:extLst>
                </p14:cNvPr>
                <p14:cNvContentPartPr/>
                <p14:nvPr/>
              </p14:nvContentPartPr>
              <p14:xfrm>
                <a:off x="3979260" y="1663568"/>
                <a:ext cx="27720" cy="74160"/>
              </p14:xfrm>
            </p:contentPart>
          </mc:Choice>
          <mc:Fallback xmlns=""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6942680B-4AB2-F4FF-342C-08185CF3F193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3970620" y="1654568"/>
                  <a:ext cx="4536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6727C04D-B02C-A838-6920-DC665CB09DF4}"/>
                    </a:ext>
                  </a:extLst>
                </p14:cNvPr>
                <p14:cNvContentPartPr/>
                <p14:nvPr/>
              </p14:nvContentPartPr>
              <p14:xfrm>
                <a:off x="4057380" y="1698848"/>
                <a:ext cx="41040" cy="46800"/>
              </p14:xfrm>
            </p:contentPart>
          </mc:Choice>
          <mc:Fallback xmlns=""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6727C04D-B02C-A838-6920-DC665CB09DF4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4048740" y="1689848"/>
                  <a:ext cx="5868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28FC0C4B-EE02-A6BD-FC56-F52A8586C3B4}"/>
                    </a:ext>
                  </a:extLst>
                </p14:cNvPr>
                <p14:cNvContentPartPr/>
                <p14:nvPr/>
              </p14:nvContentPartPr>
              <p14:xfrm>
                <a:off x="4041900" y="1630088"/>
                <a:ext cx="4320" cy="2880"/>
              </p14:xfrm>
            </p:contentPart>
          </mc:Choice>
          <mc:Fallback xmlns=""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28FC0C4B-EE02-A6BD-FC56-F52A8586C3B4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4032900" y="1621088"/>
                  <a:ext cx="2196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6F9EA414-3203-EB9E-7101-55B1305D3A25}"/>
                    </a:ext>
                  </a:extLst>
                </p14:cNvPr>
                <p14:cNvContentPartPr/>
                <p14:nvPr/>
              </p14:nvContentPartPr>
              <p14:xfrm>
                <a:off x="4206060" y="1577888"/>
                <a:ext cx="266760" cy="167760"/>
              </p14:xfrm>
            </p:contentPart>
          </mc:Choice>
          <mc:Fallback xmlns=""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6F9EA414-3203-EB9E-7101-55B1305D3A25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4197060" y="1569248"/>
                  <a:ext cx="28440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122C896B-B674-F458-F774-D26C6C6EEDDD}"/>
                    </a:ext>
                  </a:extLst>
                </p14:cNvPr>
                <p14:cNvContentPartPr/>
                <p14:nvPr/>
              </p14:nvContentPartPr>
              <p14:xfrm>
                <a:off x="4587660" y="1617488"/>
                <a:ext cx="59400" cy="109440"/>
              </p14:xfrm>
            </p:contentPart>
          </mc:Choice>
          <mc:Fallback xmlns=""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122C896B-B674-F458-F774-D26C6C6EEDDD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4579020" y="1608488"/>
                  <a:ext cx="7704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9255D0D4-F370-D155-AEFE-A2523957FE36}"/>
                    </a:ext>
                  </a:extLst>
                </p14:cNvPr>
                <p14:cNvContentPartPr/>
                <p14:nvPr/>
              </p14:nvContentPartPr>
              <p14:xfrm>
                <a:off x="4796460" y="1583648"/>
                <a:ext cx="78480" cy="141840"/>
              </p14:xfrm>
            </p:contentPart>
          </mc:Choice>
          <mc:Fallback xmlns=""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9255D0D4-F370-D155-AEFE-A2523957FE36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4787460" y="1574648"/>
                  <a:ext cx="9612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A8292431-98D6-7F84-886B-E94F6640C631}"/>
                    </a:ext>
                  </a:extLst>
                </p14:cNvPr>
                <p14:cNvContentPartPr/>
                <p14:nvPr/>
              </p14:nvContentPartPr>
              <p14:xfrm>
                <a:off x="4939740" y="1641968"/>
                <a:ext cx="55080" cy="68400"/>
              </p14:xfrm>
            </p:contentPart>
          </mc:Choice>
          <mc:Fallback xmlns=""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A8292431-98D6-7F84-886B-E94F6640C631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4930740" y="1633328"/>
                  <a:ext cx="7272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DD46F984-B7F0-E962-8174-E374007AA04E}"/>
                    </a:ext>
                  </a:extLst>
                </p14:cNvPr>
                <p14:cNvContentPartPr/>
                <p14:nvPr/>
              </p14:nvContentPartPr>
              <p14:xfrm>
                <a:off x="5044500" y="1614248"/>
                <a:ext cx="141840" cy="92160"/>
              </p14:xfrm>
            </p:contentPart>
          </mc:Choice>
          <mc:Fallback xmlns=""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DD46F984-B7F0-E962-8174-E374007AA04E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5035860" y="1605248"/>
                  <a:ext cx="15948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09C1C917-2C98-3D51-4555-06DA7B06F398}"/>
                    </a:ext>
                  </a:extLst>
                </p14:cNvPr>
                <p14:cNvContentPartPr/>
                <p14:nvPr/>
              </p14:nvContentPartPr>
              <p14:xfrm>
                <a:off x="5262660" y="1628648"/>
                <a:ext cx="124560" cy="42840"/>
              </p14:xfrm>
            </p:contentPart>
          </mc:Choice>
          <mc:Fallback xmlns=""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09C1C917-2C98-3D51-4555-06DA7B06F398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5254020" y="1620008"/>
                  <a:ext cx="142200" cy="60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6" name="Group 285">
            <a:extLst>
              <a:ext uri="{FF2B5EF4-FFF2-40B4-BE49-F238E27FC236}">
                <a16:creationId xmlns:a16="http://schemas.microsoft.com/office/drawing/2014/main" id="{062AF7DA-5A78-A3BC-C407-C19118E25E0C}"/>
              </a:ext>
            </a:extLst>
          </p:cNvPr>
          <p:cNvGrpSpPr/>
          <p:nvPr/>
        </p:nvGrpSpPr>
        <p:grpSpPr>
          <a:xfrm>
            <a:off x="7079580" y="1236248"/>
            <a:ext cx="896760" cy="203400"/>
            <a:chOff x="7079580" y="1236248"/>
            <a:chExt cx="896760" cy="203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B3F93224-4A83-A8BB-851B-EF0D61F77EBB}"/>
                    </a:ext>
                  </a:extLst>
                </p14:cNvPr>
                <p14:cNvContentPartPr/>
                <p14:nvPr/>
              </p14:nvContentPartPr>
              <p14:xfrm>
                <a:off x="7079580" y="1319408"/>
                <a:ext cx="136080" cy="120240"/>
              </p14:xfrm>
            </p:contentPart>
          </mc:Choice>
          <mc:Fallback xmlns=""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B3F93224-4A83-A8BB-851B-EF0D61F77EBB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7070940" y="1310768"/>
                  <a:ext cx="15372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B9FAD5D3-8B6E-7E3C-7581-5B015A1F114E}"/>
                    </a:ext>
                  </a:extLst>
                </p14:cNvPr>
                <p14:cNvContentPartPr/>
                <p14:nvPr/>
              </p14:nvContentPartPr>
              <p14:xfrm>
                <a:off x="7226820" y="1252088"/>
                <a:ext cx="79560" cy="164520"/>
              </p14:xfrm>
            </p:contentPart>
          </mc:Choice>
          <mc:Fallback xmlns=""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B9FAD5D3-8B6E-7E3C-7581-5B015A1F114E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7217820" y="1243088"/>
                  <a:ext cx="9720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FF1CF3F1-C20B-DEFE-AB46-1FE6D4119CFA}"/>
                    </a:ext>
                  </a:extLst>
                </p14:cNvPr>
                <p14:cNvContentPartPr/>
                <p14:nvPr/>
              </p14:nvContentPartPr>
              <p14:xfrm>
                <a:off x="7209540" y="1360808"/>
                <a:ext cx="95400" cy="5760"/>
              </p14:xfrm>
            </p:contentPart>
          </mc:Choice>
          <mc:Fallback xmlns=""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FF1CF3F1-C20B-DEFE-AB46-1FE6D4119CFA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7200900" y="1351808"/>
                  <a:ext cx="1130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EF19004A-4C8E-927F-B263-18DF1E2CEEE9}"/>
                    </a:ext>
                  </a:extLst>
                </p14:cNvPr>
                <p14:cNvContentPartPr/>
                <p14:nvPr/>
              </p14:nvContentPartPr>
              <p14:xfrm>
                <a:off x="7346340" y="1326248"/>
                <a:ext cx="86040" cy="86760"/>
              </p14:xfrm>
            </p:contentPart>
          </mc:Choice>
          <mc:Fallback xmlns=""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EF19004A-4C8E-927F-B263-18DF1E2CEEE9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7337340" y="1317608"/>
                  <a:ext cx="10368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B116B164-071E-09AC-3192-0EFDAAB11DD0}"/>
                    </a:ext>
                  </a:extLst>
                </p14:cNvPr>
                <p14:cNvContentPartPr/>
                <p14:nvPr/>
              </p14:nvContentPartPr>
              <p14:xfrm>
                <a:off x="7445340" y="1382048"/>
                <a:ext cx="23760" cy="32040"/>
              </p14:xfrm>
            </p:contentPart>
          </mc:Choice>
          <mc:Fallback xmlns=""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B116B164-071E-09AC-3192-0EFDAAB11DD0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7436340" y="1373048"/>
                  <a:ext cx="4140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3F989862-EA57-2940-A2BB-9812D7298E53}"/>
                    </a:ext>
                  </a:extLst>
                </p14:cNvPr>
                <p14:cNvContentPartPr/>
                <p14:nvPr/>
              </p14:nvContentPartPr>
              <p14:xfrm>
                <a:off x="7400340" y="1252088"/>
                <a:ext cx="3600" cy="3240"/>
              </p14:xfrm>
            </p:contentPart>
          </mc:Choice>
          <mc:Fallback xmlns=""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3F989862-EA57-2940-A2BB-9812D7298E53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7391340" y="1243088"/>
                  <a:ext cx="2124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7C5A1358-3FC4-05D3-2545-395B0D908EF5}"/>
                    </a:ext>
                  </a:extLst>
                </p14:cNvPr>
                <p14:cNvContentPartPr/>
                <p14:nvPr/>
              </p14:nvContentPartPr>
              <p14:xfrm>
                <a:off x="7519860" y="1236248"/>
                <a:ext cx="263160" cy="182520"/>
              </p14:xfrm>
            </p:contentPart>
          </mc:Choice>
          <mc:Fallback xmlns=""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7C5A1358-3FC4-05D3-2545-395B0D908EF5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7511220" y="1227608"/>
                  <a:ext cx="28080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6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CC4C8945-9055-CE6E-0148-9EA18C97131E}"/>
                    </a:ext>
                  </a:extLst>
                </p14:cNvPr>
                <p14:cNvContentPartPr/>
                <p14:nvPr/>
              </p14:nvContentPartPr>
              <p14:xfrm>
                <a:off x="7907220" y="1268648"/>
                <a:ext cx="69120" cy="126000"/>
              </p14:xfrm>
            </p:contentPart>
          </mc:Choice>
          <mc:Fallback xmlns=""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CC4C8945-9055-CE6E-0148-9EA18C97131E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7898580" y="1259648"/>
                  <a:ext cx="86760" cy="143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5" name="Group 294">
            <a:extLst>
              <a:ext uri="{FF2B5EF4-FFF2-40B4-BE49-F238E27FC236}">
                <a16:creationId xmlns:a16="http://schemas.microsoft.com/office/drawing/2014/main" id="{D478A5EB-4843-2EC4-13DA-AADCBF4E4C24}"/>
              </a:ext>
            </a:extLst>
          </p:cNvPr>
          <p:cNvGrpSpPr/>
          <p:nvPr/>
        </p:nvGrpSpPr>
        <p:grpSpPr>
          <a:xfrm>
            <a:off x="8255700" y="1264328"/>
            <a:ext cx="963360" cy="351720"/>
            <a:chOff x="8255700" y="1264328"/>
            <a:chExt cx="963360" cy="351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8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716770E5-3AF9-157E-A0AD-6E4C8356FFA6}"/>
                    </a:ext>
                  </a:extLst>
                </p14:cNvPr>
                <p14:cNvContentPartPr/>
                <p14:nvPr/>
              </p14:nvContentPartPr>
              <p14:xfrm>
                <a:off x="8255700" y="1278368"/>
                <a:ext cx="103680" cy="187920"/>
              </p14:xfrm>
            </p:contentPart>
          </mc:Choice>
          <mc:Fallback xmlns=""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716770E5-3AF9-157E-A0AD-6E4C8356FFA6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8247060" y="1269728"/>
                  <a:ext cx="12132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0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F3BA285C-6646-0829-04D8-FDE7BDC92CBF}"/>
                    </a:ext>
                  </a:extLst>
                </p14:cNvPr>
                <p14:cNvContentPartPr/>
                <p14:nvPr/>
              </p14:nvContentPartPr>
              <p14:xfrm>
                <a:off x="8400780" y="1418048"/>
                <a:ext cx="29520" cy="38160"/>
              </p14:xfrm>
            </p:contentPart>
          </mc:Choice>
          <mc:Fallback xmlns=""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F3BA285C-6646-0829-04D8-FDE7BDC92CBF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8392140" y="1409408"/>
                  <a:ext cx="4716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2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CEE9A63E-28B8-2DBF-53B7-8A07D8951E45}"/>
                    </a:ext>
                  </a:extLst>
                </p14:cNvPr>
                <p14:cNvContentPartPr/>
                <p14:nvPr/>
              </p14:nvContentPartPr>
              <p14:xfrm>
                <a:off x="8395740" y="1329848"/>
                <a:ext cx="9720" cy="30240"/>
              </p14:xfrm>
            </p:contentPart>
          </mc:Choice>
          <mc:Fallback xmlns=""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CEE9A63E-28B8-2DBF-53B7-8A07D8951E45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8386740" y="1321208"/>
                  <a:ext cx="2736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4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5A6C1909-9D50-E4DA-7234-73124395F505}"/>
                    </a:ext>
                  </a:extLst>
                </p14:cNvPr>
                <p14:cNvContentPartPr/>
                <p14:nvPr/>
              </p14:nvContentPartPr>
              <p14:xfrm>
                <a:off x="8499060" y="1388528"/>
                <a:ext cx="83880" cy="65520"/>
              </p14:xfrm>
            </p:contentPart>
          </mc:Choice>
          <mc:Fallback xmlns=""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5A6C1909-9D50-E4DA-7234-73124395F505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8490420" y="1379528"/>
                  <a:ext cx="10152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6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89DD0B6A-2A6D-D58B-3BB9-8C6374F3C6AD}"/>
                    </a:ext>
                  </a:extLst>
                </p14:cNvPr>
                <p14:cNvContentPartPr/>
                <p14:nvPr/>
              </p14:nvContentPartPr>
              <p14:xfrm>
                <a:off x="8643420" y="1393208"/>
                <a:ext cx="91080" cy="222840"/>
              </p14:xfrm>
            </p:contentPart>
          </mc:Choice>
          <mc:Fallback xmlns=""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89DD0B6A-2A6D-D58B-3BB9-8C6374F3C6AD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8634420" y="1384208"/>
                  <a:ext cx="10872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8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2EE3C3D8-7FA8-DED1-3271-7550A07A6609}"/>
                    </a:ext>
                  </a:extLst>
                </p14:cNvPr>
                <p14:cNvContentPartPr/>
                <p14:nvPr/>
              </p14:nvContentPartPr>
              <p14:xfrm>
                <a:off x="8754660" y="1391048"/>
                <a:ext cx="89640" cy="70200"/>
              </p14:xfrm>
            </p:contentPart>
          </mc:Choice>
          <mc:Fallback xmlns=""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2EE3C3D8-7FA8-DED1-3271-7550A07A6609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8745660" y="1382408"/>
                  <a:ext cx="10728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0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EED4C7CF-6908-DB16-9763-415777B31C7C}"/>
                    </a:ext>
                  </a:extLst>
                </p14:cNvPr>
                <p14:cNvContentPartPr/>
                <p14:nvPr/>
              </p14:nvContentPartPr>
              <p14:xfrm>
                <a:off x="8863380" y="1406888"/>
                <a:ext cx="146160" cy="52920"/>
              </p14:xfrm>
            </p:contentPart>
          </mc:Choice>
          <mc:Fallback xmlns=""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EED4C7CF-6908-DB16-9763-415777B31C7C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8854380" y="1397888"/>
                  <a:ext cx="16380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2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B7B43D62-D16A-CBE8-3D01-BC854E3666A0}"/>
                    </a:ext>
                  </a:extLst>
                </p14:cNvPr>
                <p14:cNvContentPartPr/>
                <p14:nvPr/>
              </p14:nvContentPartPr>
              <p14:xfrm>
                <a:off x="9059580" y="1264328"/>
                <a:ext cx="159480" cy="201240"/>
              </p14:xfrm>
            </p:contentPart>
          </mc:Choice>
          <mc:Fallback xmlns=""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B7B43D62-D16A-CBE8-3D01-BC854E3666A0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9050580" y="1255688"/>
                  <a:ext cx="177120" cy="218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0" name="Group 299">
            <a:extLst>
              <a:ext uri="{FF2B5EF4-FFF2-40B4-BE49-F238E27FC236}">
                <a16:creationId xmlns:a16="http://schemas.microsoft.com/office/drawing/2014/main" id="{5F69690B-5F11-75D5-3967-BBB492ED3B33}"/>
              </a:ext>
            </a:extLst>
          </p:cNvPr>
          <p:cNvGrpSpPr/>
          <p:nvPr/>
        </p:nvGrpSpPr>
        <p:grpSpPr>
          <a:xfrm>
            <a:off x="1043820" y="4321448"/>
            <a:ext cx="743760" cy="702720"/>
            <a:chOff x="1043820" y="4321448"/>
            <a:chExt cx="743760" cy="702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4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B7CDFC06-AC2A-DF9C-5C9F-AE07E8BE6F9E}"/>
                    </a:ext>
                  </a:extLst>
                </p14:cNvPr>
                <p14:cNvContentPartPr/>
                <p14:nvPr/>
              </p14:nvContentPartPr>
              <p14:xfrm>
                <a:off x="1750860" y="4378688"/>
                <a:ext cx="36720" cy="617400"/>
              </p14:xfrm>
            </p:contentPart>
          </mc:Choice>
          <mc:Fallback xmlns=""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B7CDFC06-AC2A-DF9C-5C9F-AE07E8BE6F9E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1714860" y="4343048"/>
                  <a:ext cx="108360" cy="68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6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5F4A8CA9-F30D-51B6-5839-EF0E0713263A}"/>
                    </a:ext>
                  </a:extLst>
                </p14:cNvPr>
                <p14:cNvContentPartPr/>
                <p14:nvPr/>
              </p14:nvContentPartPr>
              <p14:xfrm>
                <a:off x="1116900" y="4321448"/>
                <a:ext cx="603000" cy="16920"/>
              </p14:xfrm>
            </p:contentPart>
          </mc:Choice>
          <mc:Fallback xmlns=""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5F4A8CA9-F30D-51B6-5839-EF0E0713263A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1080900" y="4285808"/>
                  <a:ext cx="67464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8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C18CDBB1-B01D-13EA-CE4C-7454395191B6}"/>
                    </a:ext>
                  </a:extLst>
                </p14:cNvPr>
                <p14:cNvContentPartPr/>
                <p14:nvPr/>
              </p14:nvContentPartPr>
              <p14:xfrm>
                <a:off x="1043820" y="4423328"/>
                <a:ext cx="37800" cy="574920"/>
              </p14:xfrm>
            </p:contentPart>
          </mc:Choice>
          <mc:Fallback xmlns=""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C18CDBB1-B01D-13EA-CE4C-7454395191B6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1008180" y="4387688"/>
                  <a:ext cx="109440" cy="64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0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294E134C-5DC2-B009-DF06-1C942C54855E}"/>
                    </a:ext>
                  </a:extLst>
                </p14:cNvPr>
                <p14:cNvContentPartPr/>
                <p14:nvPr/>
              </p14:nvContentPartPr>
              <p14:xfrm>
                <a:off x="1085580" y="4992488"/>
                <a:ext cx="624240" cy="31680"/>
              </p14:xfrm>
            </p:contentPart>
          </mc:Choice>
          <mc:Fallback xmlns=""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294E134C-5DC2-B009-DF06-1C942C54855E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1049940" y="4956488"/>
                  <a:ext cx="695880" cy="103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6" name="Group 305">
            <a:extLst>
              <a:ext uri="{FF2B5EF4-FFF2-40B4-BE49-F238E27FC236}">
                <a16:creationId xmlns:a16="http://schemas.microsoft.com/office/drawing/2014/main" id="{76237681-E300-3231-FD5D-4FD5E21863AD}"/>
              </a:ext>
            </a:extLst>
          </p:cNvPr>
          <p:cNvGrpSpPr/>
          <p:nvPr/>
        </p:nvGrpSpPr>
        <p:grpSpPr>
          <a:xfrm>
            <a:off x="4820940" y="4285808"/>
            <a:ext cx="758160" cy="749160"/>
            <a:chOff x="4820940" y="4285808"/>
            <a:chExt cx="758160" cy="749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2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2D847B5C-1DE3-3F5A-9EF4-989789854C8E}"/>
                    </a:ext>
                  </a:extLst>
                </p14:cNvPr>
                <p14:cNvContentPartPr/>
                <p14:nvPr/>
              </p14:nvContentPartPr>
              <p14:xfrm>
                <a:off x="4820940" y="4340888"/>
                <a:ext cx="42840" cy="623160"/>
              </p14:xfrm>
            </p:contentPart>
          </mc:Choice>
          <mc:Fallback xmlns=""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2D847B5C-1DE3-3F5A-9EF4-989789854C8E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4784940" y="4304888"/>
                  <a:ext cx="114480" cy="69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4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D51D3C98-DFB6-44FE-A070-FCF644F9AC4E}"/>
                    </a:ext>
                  </a:extLst>
                </p14:cNvPr>
                <p14:cNvContentPartPr/>
                <p14:nvPr/>
              </p14:nvContentPartPr>
              <p14:xfrm>
                <a:off x="4831020" y="4285808"/>
                <a:ext cx="662040" cy="31680"/>
              </p14:xfrm>
            </p:contentPart>
          </mc:Choice>
          <mc:Fallback xmlns=""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D51D3C98-DFB6-44FE-A070-FCF644F9AC4E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4795020" y="4249808"/>
                  <a:ext cx="73368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6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3BAE0580-9C32-0B44-0C37-D8D9E8ED2F66}"/>
                    </a:ext>
                  </a:extLst>
                </p14:cNvPr>
                <p14:cNvContentPartPr/>
                <p14:nvPr/>
              </p14:nvContentPartPr>
              <p14:xfrm>
                <a:off x="5532660" y="4306688"/>
                <a:ext cx="46440" cy="697680"/>
              </p14:xfrm>
            </p:contentPart>
          </mc:Choice>
          <mc:Fallback xmlns=""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3BAE0580-9C32-0B44-0C37-D8D9E8ED2F66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5496660" y="4271048"/>
                  <a:ext cx="118080" cy="76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8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863C5C69-2B2E-DBCB-55C1-F9B9C04E9253}"/>
                    </a:ext>
                  </a:extLst>
                </p14:cNvPr>
                <p14:cNvContentPartPr/>
                <p14:nvPr/>
              </p14:nvContentPartPr>
              <p14:xfrm>
                <a:off x="4894020" y="5013368"/>
                <a:ext cx="665640" cy="21600"/>
              </p14:xfrm>
            </p:contentPart>
          </mc:Choice>
          <mc:Fallback xmlns=""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863C5C69-2B2E-DBCB-55C1-F9B9C04E9253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4858020" y="4977368"/>
                  <a:ext cx="737280" cy="93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2" name="Group 321">
            <a:extLst>
              <a:ext uri="{FF2B5EF4-FFF2-40B4-BE49-F238E27FC236}">
                <a16:creationId xmlns:a16="http://schemas.microsoft.com/office/drawing/2014/main" id="{7EA1B467-4D0D-67CD-67AE-7F3229C18E55}"/>
              </a:ext>
            </a:extLst>
          </p:cNvPr>
          <p:cNvGrpSpPr/>
          <p:nvPr/>
        </p:nvGrpSpPr>
        <p:grpSpPr>
          <a:xfrm>
            <a:off x="6969060" y="4249088"/>
            <a:ext cx="2998080" cy="2324880"/>
            <a:chOff x="6969060" y="4249088"/>
            <a:chExt cx="2998080" cy="2324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0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5F3242DF-58F7-9C0C-E122-439F7A58AC97}"/>
                    </a:ext>
                  </a:extLst>
                </p14:cNvPr>
                <p14:cNvContentPartPr/>
                <p14:nvPr/>
              </p14:nvContentPartPr>
              <p14:xfrm>
                <a:off x="8482500" y="4249088"/>
                <a:ext cx="1191240" cy="18000"/>
              </p14:xfrm>
            </p:contentPart>
          </mc:Choice>
          <mc:Fallback xmlns=""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5F3242DF-58F7-9C0C-E122-439F7A58AC97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8473500" y="4240448"/>
                  <a:ext cx="120888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2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98561DFF-2DCA-9365-5CED-04EBD65E4D27}"/>
                    </a:ext>
                  </a:extLst>
                </p14:cNvPr>
                <p14:cNvContentPartPr/>
                <p14:nvPr/>
              </p14:nvContentPartPr>
              <p14:xfrm>
                <a:off x="8665740" y="4602968"/>
                <a:ext cx="1108800" cy="35640"/>
              </p14:xfrm>
            </p:contentPart>
          </mc:Choice>
          <mc:Fallback xmlns=""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98561DFF-2DCA-9365-5CED-04EBD65E4D27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8657100" y="4594328"/>
                  <a:ext cx="112644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4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589AE877-E30E-E0BD-DAD9-7E5260212644}"/>
                    </a:ext>
                  </a:extLst>
                </p14:cNvPr>
                <p14:cNvContentPartPr/>
                <p14:nvPr/>
              </p14:nvContentPartPr>
              <p14:xfrm>
                <a:off x="8697060" y="4976648"/>
                <a:ext cx="1149480" cy="20880"/>
              </p14:xfrm>
            </p:contentPart>
          </mc:Choice>
          <mc:Fallback xmlns=""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589AE877-E30E-E0BD-DAD9-7E5260212644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8688060" y="4967648"/>
                  <a:ext cx="116712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6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BA08EEDC-B613-8A8A-0357-2DA572039C2E}"/>
                    </a:ext>
                  </a:extLst>
                </p14:cNvPr>
                <p14:cNvContentPartPr/>
                <p14:nvPr/>
              </p14:nvContentPartPr>
              <p14:xfrm>
                <a:off x="8733420" y="5366888"/>
                <a:ext cx="1116000" cy="36720"/>
              </p14:xfrm>
            </p:contentPart>
          </mc:Choice>
          <mc:Fallback xmlns=""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BA08EEDC-B613-8A8A-0357-2DA572039C2E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8724420" y="5357888"/>
                  <a:ext cx="113364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8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EB36A4A9-FC9C-7755-5468-62525D4DB9D7}"/>
                    </a:ext>
                  </a:extLst>
                </p14:cNvPr>
                <p14:cNvContentPartPr/>
                <p14:nvPr/>
              </p14:nvContentPartPr>
              <p14:xfrm>
                <a:off x="8665740" y="5714648"/>
                <a:ext cx="1301400" cy="23040"/>
              </p14:xfrm>
            </p:contentPart>
          </mc:Choice>
          <mc:Fallback xmlns=""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EB36A4A9-FC9C-7755-5468-62525D4DB9D7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8657100" y="5705648"/>
                  <a:ext cx="131904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0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983CE392-C32B-F19E-5A33-CAE17FB827E5}"/>
                    </a:ext>
                  </a:extLst>
                </p14:cNvPr>
                <p14:cNvContentPartPr/>
                <p14:nvPr/>
              </p14:nvContentPartPr>
              <p14:xfrm>
                <a:off x="6971940" y="5854328"/>
                <a:ext cx="21600" cy="719640"/>
              </p14:xfrm>
            </p:contentPart>
          </mc:Choice>
          <mc:Fallback xmlns=""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983CE392-C32B-F19E-5A33-CAE17FB827E5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6962940" y="5845328"/>
                  <a:ext cx="39240" cy="73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2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EEA2F2A7-70EF-8EB1-D642-771A4B422B39}"/>
                    </a:ext>
                  </a:extLst>
                </p14:cNvPr>
                <p14:cNvContentPartPr/>
                <p14:nvPr/>
              </p14:nvContentPartPr>
              <p14:xfrm>
                <a:off x="7366860" y="5664968"/>
                <a:ext cx="43920" cy="885960"/>
              </p14:xfrm>
            </p:contentPart>
          </mc:Choice>
          <mc:Fallback xmlns=""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EEA2F2A7-70EF-8EB1-D642-771A4B422B39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7358220" y="5656328"/>
                  <a:ext cx="61560" cy="90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4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AAE79B43-72E7-A164-CC2D-3CC9ABA93560}"/>
                    </a:ext>
                  </a:extLst>
                </p14:cNvPr>
                <p14:cNvContentPartPr/>
                <p14:nvPr/>
              </p14:nvContentPartPr>
              <p14:xfrm>
                <a:off x="7673580" y="5636888"/>
                <a:ext cx="57960" cy="860400"/>
              </p14:xfrm>
            </p:contentPart>
          </mc:Choice>
          <mc:Fallback xmlns=""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AAE79B43-72E7-A164-CC2D-3CC9ABA93560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7664580" y="5627888"/>
                  <a:ext cx="75600" cy="87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6">
              <p14:nvContentPartPr>
                <p14:cNvPr id="315" name="Ink 314">
                  <a:extLst>
                    <a:ext uri="{FF2B5EF4-FFF2-40B4-BE49-F238E27FC236}">
                      <a16:creationId xmlns:a16="http://schemas.microsoft.com/office/drawing/2014/main" id="{1BCD2965-B007-E5EE-93F5-F9FB4F0DB172}"/>
                    </a:ext>
                  </a:extLst>
                </p14:cNvPr>
                <p14:cNvContentPartPr/>
                <p14:nvPr/>
              </p14:nvContentPartPr>
              <p14:xfrm>
                <a:off x="8125380" y="5684408"/>
                <a:ext cx="50400" cy="755280"/>
              </p14:xfrm>
            </p:contentPart>
          </mc:Choice>
          <mc:Fallback xmlns="">
            <p:pic>
              <p:nvPicPr>
                <p:cNvPr id="315" name="Ink 314">
                  <a:extLst>
                    <a:ext uri="{FF2B5EF4-FFF2-40B4-BE49-F238E27FC236}">
                      <a16:creationId xmlns:a16="http://schemas.microsoft.com/office/drawing/2014/main" id="{1BCD2965-B007-E5EE-93F5-F9FB4F0DB172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8116740" y="5675408"/>
                  <a:ext cx="68040" cy="77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8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2962ED03-FF9C-7601-EED7-E1EF9526E3EB}"/>
                    </a:ext>
                  </a:extLst>
                </p14:cNvPr>
                <p14:cNvContentPartPr/>
                <p14:nvPr/>
              </p14:nvContentPartPr>
              <p14:xfrm>
                <a:off x="8525700" y="5699168"/>
                <a:ext cx="52560" cy="676080"/>
              </p14:xfrm>
            </p:contentPart>
          </mc:Choice>
          <mc:Fallback xmlns=""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2962ED03-FF9C-7601-EED7-E1EF9526E3EB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8516700" y="5690528"/>
                  <a:ext cx="70200" cy="69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0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0B9A5630-41D1-AEC2-5B38-CF0BE85CC49D}"/>
                    </a:ext>
                  </a:extLst>
                </p14:cNvPr>
                <p14:cNvContentPartPr/>
                <p14:nvPr/>
              </p14:nvContentPartPr>
              <p14:xfrm>
                <a:off x="8811180" y="4304168"/>
                <a:ext cx="125640" cy="2028600"/>
              </p14:xfrm>
            </p:contentPart>
          </mc:Choice>
          <mc:Fallback xmlns=""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0B9A5630-41D1-AEC2-5B38-CF0BE85CC49D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8802180" y="4295528"/>
                  <a:ext cx="143280" cy="20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2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F1F0D0FC-7673-CA55-3A65-42887EB8F082}"/>
                    </a:ext>
                  </a:extLst>
                </p14:cNvPr>
                <p14:cNvContentPartPr/>
                <p14:nvPr/>
              </p14:nvContentPartPr>
              <p14:xfrm>
                <a:off x="9188820" y="4312448"/>
                <a:ext cx="194760" cy="1959840"/>
              </p14:xfrm>
            </p:contentPart>
          </mc:Choice>
          <mc:Fallback xmlns=""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F1F0D0FC-7673-CA55-3A65-42887EB8F082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9179820" y="4303808"/>
                  <a:ext cx="212400" cy="19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4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B8149389-F08E-6654-356E-B73B2702FB3A}"/>
                    </a:ext>
                  </a:extLst>
                </p14:cNvPr>
                <p14:cNvContentPartPr/>
                <p14:nvPr/>
              </p14:nvContentPartPr>
              <p14:xfrm>
                <a:off x="7095060" y="6021368"/>
                <a:ext cx="2511720" cy="78480"/>
              </p14:xfrm>
            </p:contentPart>
          </mc:Choice>
          <mc:Fallback xmlns=""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B8149389-F08E-6654-356E-B73B2702FB3A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7086060" y="6012728"/>
                  <a:ext cx="252936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6">
              <p14:nvContentPartPr>
                <p14:cNvPr id="321" name="Ink 320">
                  <a:extLst>
                    <a:ext uri="{FF2B5EF4-FFF2-40B4-BE49-F238E27FC236}">
                      <a16:creationId xmlns:a16="http://schemas.microsoft.com/office/drawing/2014/main" id="{77A1E31F-0259-C7B4-07AA-B28C98D7E099}"/>
                    </a:ext>
                  </a:extLst>
                </p14:cNvPr>
                <p14:cNvContentPartPr/>
                <p14:nvPr/>
              </p14:nvContentPartPr>
              <p14:xfrm>
                <a:off x="6969060" y="6301808"/>
                <a:ext cx="2469600" cy="46800"/>
              </p14:xfrm>
            </p:contentPart>
          </mc:Choice>
          <mc:Fallback xmlns="">
            <p:pic>
              <p:nvPicPr>
                <p:cNvPr id="321" name="Ink 320">
                  <a:extLst>
                    <a:ext uri="{FF2B5EF4-FFF2-40B4-BE49-F238E27FC236}">
                      <a16:creationId xmlns:a16="http://schemas.microsoft.com/office/drawing/2014/main" id="{77A1E31F-0259-C7B4-07AA-B28C98D7E099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6960420" y="6292808"/>
                  <a:ext cx="2487240" cy="64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7" name="Group 326">
            <a:extLst>
              <a:ext uri="{FF2B5EF4-FFF2-40B4-BE49-F238E27FC236}">
                <a16:creationId xmlns:a16="http://schemas.microsoft.com/office/drawing/2014/main" id="{DF447440-1F43-11A6-768B-C2C2FE4982D3}"/>
              </a:ext>
            </a:extLst>
          </p:cNvPr>
          <p:cNvGrpSpPr/>
          <p:nvPr/>
        </p:nvGrpSpPr>
        <p:grpSpPr>
          <a:xfrm>
            <a:off x="8415900" y="4258808"/>
            <a:ext cx="858240" cy="734400"/>
            <a:chOff x="8415900" y="4258808"/>
            <a:chExt cx="858240" cy="734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8">
              <p14:nvContentPartPr>
                <p14:cNvPr id="323" name="Ink 322">
                  <a:extLst>
                    <a:ext uri="{FF2B5EF4-FFF2-40B4-BE49-F238E27FC236}">
                      <a16:creationId xmlns:a16="http://schemas.microsoft.com/office/drawing/2014/main" id="{45F98B77-85F7-37BC-09C3-BD28F66B6CCB}"/>
                    </a:ext>
                  </a:extLst>
                </p14:cNvPr>
                <p14:cNvContentPartPr/>
                <p14:nvPr/>
              </p14:nvContentPartPr>
              <p14:xfrm>
                <a:off x="8421660" y="4299848"/>
                <a:ext cx="63360" cy="641160"/>
              </p14:xfrm>
            </p:contentPart>
          </mc:Choice>
          <mc:Fallback xmlns="">
            <p:pic>
              <p:nvPicPr>
                <p:cNvPr id="323" name="Ink 322">
                  <a:extLst>
                    <a:ext uri="{FF2B5EF4-FFF2-40B4-BE49-F238E27FC236}">
                      <a16:creationId xmlns:a16="http://schemas.microsoft.com/office/drawing/2014/main" id="{45F98B77-85F7-37BC-09C3-BD28F66B6CCB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8385660" y="4264208"/>
                  <a:ext cx="135000" cy="71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0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D499299E-21BA-3582-7F7F-17F415759B66}"/>
                    </a:ext>
                  </a:extLst>
                </p14:cNvPr>
                <p14:cNvContentPartPr/>
                <p14:nvPr/>
              </p14:nvContentPartPr>
              <p14:xfrm>
                <a:off x="8415900" y="4258808"/>
                <a:ext cx="769320" cy="43200"/>
              </p14:xfrm>
            </p:contentPart>
          </mc:Choice>
          <mc:Fallback xmlns=""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D499299E-21BA-3582-7F7F-17F415759B66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8380260" y="4222808"/>
                  <a:ext cx="84096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2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9D6110F2-68BB-E703-869B-9C37A058C9D4}"/>
                    </a:ext>
                  </a:extLst>
                </p14:cNvPr>
                <p14:cNvContentPartPr/>
                <p14:nvPr/>
              </p14:nvContentPartPr>
              <p14:xfrm>
                <a:off x="9180180" y="4317128"/>
                <a:ext cx="93960" cy="618480"/>
              </p14:xfrm>
            </p:contentPart>
          </mc:Choice>
          <mc:Fallback xmlns=""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9D6110F2-68BB-E703-869B-9C37A058C9D4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9144180" y="4281488"/>
                  <a:ext cx="165600" cy="69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4">
              <p14:nvContentPartPr>
                <p14:cNvPr id="326" name="Ink 325">
                  <a:extLst>
                    <a:ext uri="{FF2B5EF4-FFF2-40B4-BE49-F238E27FC236}">
                      <a16:creationId xmlns:a16="http://schemas.microsoft.com/office/drawing/2014/main" id="{269F80F5-8A64-B683-AE03-A9501879FB89}"/>
                    </a:ext>
                  </a:extLst>
                </p14:cNvPr>
                <p14:cNvContentPartPr/>
                <p14:nvPr/>
              </p14:nvContentPartPr>
              <p14:xfrm>
                <a:off x="8499420" y="4966568"/>
                <a:ext cx="738360" cy="26640"/>
              </p14:xfrm>
            </p:contentPart>
          </mc:Choice>
          <mc:Fallback xmlns="">
            <p:pic>
              <p:nvPicPr>
                <p:cNvPr id="326" name="Ink 325">
                  <a:extLst>
                    <a:ext uri="{FF2B5EF4-FFF2-40B4-BE49-F238E27FC236}">
                      <a16:creationId xmlns:a16="http://schemas.microsoft.com/office/drawing/2014/main" id="{269F80F5-8A64-B683-AE03-A9501879FB89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8463780" y="4930568"/>
                  <a:ext cx="810000" cy="98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2" name="Group 331">
            <a:extLst>
              <a:ext uri="{FF2B5EF4-FFF2-40B4-BE49-F238E27FC236}">
                <a16:creationId xmlns:a16="http://schemas.microsoft.com/office/drawing/2014/main" id="{77651FE0-B015-E0B1-D220-4876EE0BFE57}"/>
              </a:ext>
            </a:extLst>
          </p:cNvPr>
          <p:cNvGrpSpPr/>
          <p:nvPr/>
        </p:nvGrpSpPr>
        <p:grpSpPr>
          <a:xfrm>
            <a:off x="3959820" y="5090408"/>
            <a:ext cx="891000" cy="671760"/>
            <a:chOff x="3959820" y="5090408"/>
            <a:chExt cx="891000" cy="671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6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9CFBDA7E-F3F8-4E6B-E89D-FF3C0F4C035C}"/>
                    </a:ext>
                  </a:extLst>
                </p14:cNvPr>
                <p14:cNvContentPartPr/>
                <p14:nvPr/>
              </p14:nvContentPartPr>
              <p14:xfrm>
                <a:off x="4831740" y="5116328"/>
                <a:ext cx="19080" cy="645840"/>
              </p14:xfrm>
            </p:contentPart>
          </mc:Choice>
          <mc:Fallback xmlns=""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9CFBDA7E-F3F8-4E6B-E89D-FF3C0F4C035C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4795740" y="5080688"/>
                  <a:ext cx="90720" cy="71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8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D626847B-16A2-CDF1-270B-D495027C33F7}"/>
                    </a:ext>
                  </a:extLst>
                </p14:cNvPr>
                <p14:cNvContentPartPr/>
                <p14:nvPr/>
              </p14:nvContentPartPr>
              <p14:xfrm>
                <a:off x="4243140" y="5090408"/>
                <a:ext cx="496080" cy="21600"/>
              </p14:xfrm>
            </p:contentPart>
          </mc:Choice>
          <mc:Fallback xmlns=""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D626847B-16A2-CDF1-270B-D495027C33F7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4207140" y="5054408"/>
                  <a:ext cx="56772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0">
              <p14:nvContentPartPr>
                <p14:cNvPr id="330" name="Ink 329">
                  <a:extLst>
                    <a:ext uri="{FF2B5EF4-FFF2-40B4-BE49-F238E27FC236}">
                      <a16:creationId xmlns:a16="http://schemas.microsoft.com/office/drawing/2014/main" id="{11D5B3DC-F6B1-D59D-A2EB-949EF466A76E}"/>
                    </a:ext>
                  </a:extLst>
                </p14:cNvPr>
                <p14:cNvContentPartPr/>
                <p14:nvPr/>
              </p14:nvContentPartPr>
              <p14:xfrm>
                <a:off x="4166100" y="5122448"/>
                <a:ext cx="43200" cy="575640"/>
              </p14:xfrm>
            </p:contentPart>
          </mc:Choice>
          <mc:Fallback xmlns="">
            <p:pic>
              <p:nvPicPr>
                <p:cNvPr id="330" name="Ink 329">
                  <a:extLst>
                    <a:ext uri="{FF2B5EF4-FFF2-40B4-BE49-F238E27FC236}">
                      <a16:creationId xmlns:a16="http://schemas.microsoft.com/office/drawing/2014/main" id="{11D5B3DC-F6B1-D59D-A2EB-949EF466A76E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4130460" y="5086808"/>
                  <a:ext cx="114840" cy="64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2">
              <p14:nvContentPartPr>
                <p14:cNvPr id="331" name="Ink 330">
                  <a:extLst>
                    <a:ext uri="{FF2B5EF4-FFF2-40B4-BE49-F238E27FC236}">
                      <a16:creationId xmlns:a16="http://schemas.microsoft.com/office/drawing/2014/main" id="{7C9B1B09-FEBA-12EE-C2A3-1A636DE4B841}"/>
                    </a:ext>
                  </a:extLst>
                </p14:cNvPr>
                <p14:cNvContentPartPr/>
                <p14:nvPr/>
              </p14:nvContentPartPr>
              <p14:xfrm>
                <a:off x="3959820" y="5724728"/>
                <a:ext cx="768240" cy="25920"/>
              </p14:xfrm>
            </p:contentPart>
          </mc:Choice>
          <mc:Fallback xmlns="">
            <p:pic>
              <p:nvPicPr>
                <p:cNvPr id="331" name="Ink 330">
                  <a:extLst>
                    <a:ext uri="{FF2B5EF4-FFF2-40B4-BE49-F238E27FC236}">
                      <a16:creationId xmlns:a16="http://schemas.microsoft.com/office/drawing/2014/main" id="{7C9B1B09-FEBA-12EE-C2A3-1A636DE4B841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3924180" y="5688728"/>
                  <a:ext cx="839880" cy="97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7" name="Group 336">
            <a:extLst>
              <a:ext uri="{FF2B5EF4-FFF2-40B4-BE49-F238E27FC236}">
                <a16:creationId xmlns:a16="http://schemas.microsoft.com/office/drawing/2014/main" id="{72F7483E-8778-9AA6-7E74-48562927EF7F}"/>
              </a:ext>
            </a:extLst>
          </p:cNvPr>
          <p:cNvGrpSpPr/>
          <p:nvPr/>
        </p:nvGrpSpPr>
        <p:grpSpPr>
          <a:xfrm>
            <a:off x="7023780" y="5731568"/>
            <a:ext cx="685080" cy="645840"/>
            <a:chOff x="7023780" y="5731568"/>
            <a:chExt cx="685080" cy="645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54">
              <p14:nvContentPartPr>
                <p14:cNvPr id="333" name="Ink 332">
                  <a:extLst>
                    <a:ext uri="{FF2B5EF4-FFF2-40B4-BE49-F238E27FC236}">
                      <a16:creationId xmlns:a16="http://schemas.microsoft.com/office/drawing/2014/main" id="{CC694A76-8939-3BDB-887A-CD9D27D3220A}"/>
                    </a:ext>
                  </a:extLst>
                </p14:cNvPr>
                <p14:cNvContentPartPr/>
                <p14:nvPr/>
              </p14:nvContentPartPr>
              <p14:xfrm>
                <a:off x="7023780" y="5796728"/>
                <a:ext cx="22680" cy="573120"/>
              </p14:xfrm>
            </p:contentPart>
          </mc:Choice>
          <mc:Fallback xmlns="">
            <p:pic>
              <p:nvPicPr>
                <p:cNvPr id="333" name="Ink 332">
                  <a:extLst>
                    <a:ext uri="{FF2B5EF4-FFF2-40B4-BE49-F238E27FC236}">
                      <a16:creationId xmlns:a16="http://schemas.microsoft.com/office/drawing/2014/main" id="{CC694A76-8939-3BDB-887A-CD9D27D3220A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6988140" y="5761088"/>
                  <a:ext cx="94320" cy="64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6">
              <p14:nvContentPartPr>
                <p14:cNvPr id="334" name="Ink 333">
                  <a:extLst>
                    <a:ext uri="{FF2B5EF4-FFF2-40B4-BE49-F238E27FC236}">
                      <a16:creationId xmlns:a16="http://schemas.microsoft.com/office/drawing/2014/main" id="{B164A3FC-397C-B421-B7B6-6F915A7CC783}"/>
                    </a:ext>
                  </a:extLst>
                </p14:cNvPr>
                <p14:cNvContentPartPr/>
                <p14:nvPr/>
              </p14:nvContentPartPr>
              <p14:xfrm>
                <a:off x="7029180" y="5731568"/>
                <a:ext cx="631440" cy="56520"/>
              </p14:xfrm>
            </p:contentPart>
          </mc:Choice>
          <mc:Fallback xmlns="">
            <p:pic>
              <p:nvPicPr>
                <p:cNvPr id="334" name="Ink 333">
                  <a:extLst>
                    <a:ext uri="{FF2B5EF4-FFF2-40B4-BE49-F238E27FC236}">
                      <a16:creationId xmlns:a16="http://schemas.microsoft.com/office/drawing/2014/main" id="{B164A3FC-397C-B421-B7B6-6F915A7CC783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6993540" y="5695568"/>
                  <a:ext cx="70308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8">
              <p14:nvContentPartPr>
                <p14:cNvPr id="335" name="Ink 334">
                  <a:extLst>
                    <a:ext uri="{FF2B5EF4-FFF2-40B4-BE49-F238E27FC236}">
                      <a16:creationId xmlns:a16="http://schemas.microsoft.com/office/drawing/2014/main" id="{8DBC6C7A-5B2A-512B-1999-5EC325C8715D}"/>
                    </a:ext>
                  </a:extLst>
                </p14:cNvPr>
                <p14:cNvContentPartPr/>
                <p14:nvPr/>
              </p14:nvContentPartPr>
              <p14:xfrm>
                <a:off x="7662060" y="5777288"/>
                <a:ext cx="46800" cy="600120"/>
              </p14:xfrm>
            </p:contentPart>
          </mc:Choice>
          <mc:Fallback xmlns="">
            <p:pic>
              <p:nvPicPr>
                <p:cNvPr id="335" name="Ink 334">
                  <a:extLst>
                    <a:ext uri="{FF2B5EF4-FFF2-40B4-BE49-F238E27FC236}">
                      <a16:creationId xmlns:a16="http://schemas.microsoft.com/office/drawing/2014/main" id="{8DBC6C7A-5B2A-512B-1999-5EC325C8715D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7626420" y="5741288"/>
                  <a:ext cx="118440" cy="67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0">
              <p14:nvContentPartPr>
                <p14:cNvPr id="336" name="Ink 335">
                  <a:extLst>
                    <a:ext uri="{FF2B5EF4-FFF2-40B4-BE49-F238E27FC236}">
                      <a16:creationId xmlns:a16="http://schemas.microsoft.com/office/drawing/2014/main" id="{43E0F22C-E2FA-BA49-0F4C-8525409A7E24}"/>
                    </a:ext>
                  </a:extLst>
                </p14:cNvPr>
                <p14:cNvContentPartPr/>
                <p14:nvPr/>
              </p14:nvContentPartPr>
              <p14:xfrm>
                <a:off x="7182900" y="6327008"/>
                <a:ext cx="350640" cy="27360"/>
              </p14:xfrm>
            </p:contentPart>
          </mc:Choice>
          <mc:Fallback xmlns="">
            <p:pic>
              <p:nvPicPr>
                <p:cNvPr id="336" name="Ink 335">
                  <a:extLst>
                    <a:ext uri="{FF2B5EF4-FFF2-40B4-BE49-F238E27FC236}">
                      <a16:creationId xmlns:a16="http://schemas.microsoft.com/office/drawing/2014/main" id="{43E0F22C-E2FA-BA49-0F4C-8525409A7E24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7147260" y="6291368"/>
                  <a:ext cx="422280" cy="99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2" name="Group 341">
            <a:extLst>
              <a:ext uri="{FF2B5EF4-FFF2-40B4-BE49-F238E27FC236}">
                <a16:creationId xmlns:a16="http://schemas.microsoft.com/office/drawing/2014/main" id="{7045A73C-5DCA-2FD9-C8BD-344C9F6D8C3D}"/>
              </a:ext>
            </a:extLst>
          </p:cNvPr>
          <p:cNvGrpSpPr/>
          <p:nvPr/>
        </p:nvGrpSpPr>
        <p:grpSpPr>
          <a:xfrm>
            <a:off x="7684020" y="5022728"/>
            <a:ext cx="830160" cy="682200"/>
            <a:chOff x="7684020" y="5022728"/>
            <a:chExt cx="830160" cy="682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2">
              <p14:nvContentPartPr>
                <p14:cNvPr id="338" name="Ink 337">
                  <a:extLst>
                    <a:ext uri="{FF2B5EF4-FFF2-40B4-BE49-F238E27FC236}">
                      <a16:creationId xmlns:a16="http://schemas.microsoft.com/office/drawing/2014/main" id="{029FF9E5-B2AA-E3C6-A914-B47E57B3F5C2}"/>
                    </a:ext>
                  </a:extLst>
                </p14:cNvPr>
                <p14:cNvContentPartPr/>
                <p14:nvPr/>
              </p14:nvContentPartPr>
              <p14:xfrm>
                <a:off x="8463060" y="5049008"/>
                <a:ext cx="51120" cy="589680"/>
              </p14:xfrm>
            </p:contentPart>
          </mc:Choice>
          <mc:Fallback xmlns="">
            <p:pic>
              <p:nvPicPr>
                <p:cNvPr id="338" name="Ink 337">
                  <a:extLst>
                    <a:ext uri="{FF2B5EF4-FFF2-40B4-BE49-F238E27FC236}">
                      <a16:creationId xmlns:a16="http://schemas.microsoft.com/office/drawing/2014/main" id="{029FF9E5-B2AA-E3C6-A914-B47E57B3F5C2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8427420" y="5013008"/>
                  <a:ext cx="122760" cy="66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4">
              <p14:nvContentPartPr>
                <p14:cNvPr id="339" name="Ink 338">
                  <a:extLst>
                    <a:ext uri="{FF2B5EF4-FFF2-40B4-BE49-F238E27FC236}">
                      <a16:creationId xmlns:a16="http://schemas.microsoft.com/office/drawing/2014/main" id="{A049E386-317D-A391-64B6-AEA625A266AD}"/>
                    </a:ext>
                  </a:extLst>
                </p14:cNvPr>
                <p14:cNvContentPartPr/>
                <p14:nvPr/>
              </p14:nvContentPartPr>
              <p14:xfrm>
                <a:off x="7771140" y="5022728"/>
                <a:ext cx="650880" cy="33120"/>
              </p14:xfrm>
            </p:contentPart>
          </mc:Choice>
          <mc:Fallback xmlns="">
            <p:pic>
              <p:nvPicPr>
                <p:cNvPr id="339" name="Ink 338">
                  <a:extLst>
                    <a:ext uri="{FF2B5EF4-FFF2-40B4-BE49-F238E27FC236}">
                      <a16:creationId xmlns:a16="http://schemas.microsoft.com/office/drawing/2014/main" id="{A049E386-317D-A391-64B6-AEA625A266AD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7735140" y="4987088"/>
                  <a:ext cx="72252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6">
              <p14:nvContentPartPr>
                <p14:cNvPr id="340" name="Ink 339">
                  <a:extLst>
                    <a:ext uri="{FF2B5EF4-FFF2-40B4-BE49-F238E27FC236}">
                      <a16:creationId xmlns:a16="http://schemas.microsoft.com/office/drawing/2014/main" id="{F2E4B6D0-436E-E430-0E5E-F3B2809FA5C7}"/>
                    </a:ext>
                  </a:extLst>
                </p14:cNvPr>
                <p14:cNvContentPartPr/>
                <p14:nvPr/>
              </p14:nvContentPartPr>
              <p14:xfrm>
                <a:off x="7684020" y="5083208"/>
                <a:ext cx="31680" cy="589680"/>
              </p14:xfrm>
            </p:contentPart>
          </mc:Choice>
          <mc:Fallback xmlns="">
            <p:pic>
              <p:nvPicPr>
                <p:cNvPr id="340" name="Ink 339">
                  <a:extLst>
                    <a:ext uri="{FF2B5EF4-FFF2-40B4-BE49-F238E27FC236}">
                      <a16:creationId xmlns:a16="http://schemas.microsoft.com/office/drawing/2014/main" id="{F2E4B6D0-436E-E430-0E5E-F3B2809FA5C7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7648020" y="5047568"/>
                  <a:ext cx="103320" cy="66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8">
              <p14:nvContentPartPr>
                <p14:cNvPr id="341" name="Ink 340">
                  <a:extLst>
                    <a:ext uri="{FF2B5EF4-FFF2-40B4-BE49-F238E27FC236}">
                      <a16:creationId xmlns:a16="http://schemas.microsoft.com/office/drawing/2014/main" id="{B57A6753-402F-0B42-7B3C-9E75A9ABE62E}"/>
                    </a:ext>
                  </a:extLst>
                </p14:cNvPr>
                <p14:cNvContentPartPr/>
                <p14:nvPr/>
              </p14:nvContentPartPr>
              <p14:xfrm>
                <a:off x="7740900" y="5677928"/>
                <a:ext cx="727920" cy="27000"/>
              </p14:xfrm>
            </p:contentPart>
          </mc:Choice>
          <mc:Fallback xmlns="">
            <p:pic>
              <p:nvPicPr>
                <p:cNvPr id="341" name="Ink 340">
                  <a:extLst>
                    <a:ext uri="{FF2B5EF4-FFF2-40B4-BE49-F238E27FC236}">
                      <a16:creationId xmlns:a16="http://schemas.microsoft.com/office/drawing/2014/main" id="{B57A6753-402F-0B42-7B3C-9E75A9ABE62E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7704900" y="5642288"/>
                  <a:ext cx="799560" cy="98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4" name="Group 353">
            <a:extLst>
              <a:ext uri="{FF2B5EF4-FFF2-40B4-BE49-F238E27FC236}">
                <a16:creationId xmlns:a16="http://schemas.microsoft.com/office/drawing/2014/main" id="{66A6730B-01AA-2FB9-40CC-46F54695E48D}"/>
              </a:ext>
            </a:extLst>
          </p:cNvPr>
          <p:cNvGrpSpPr/>
          <p:nvPr/>
        </p:nvGrpSpPr>
        <p:grpSpPr>
          <a:xfrm>
            <a:off x="4187340" y="950768"/>
            <a:ext cx="443520" cy="210600"/>
            <a:chOff x="4187340" y="950768"/>
            <a:chExt cx="443520" cy="210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70">
              <p14:nvContentPartPr>
                <p14:cNvPr id="343" name="Ink 342">
                  <a:extLst>
                    <a:ext uri="{FF2B5EF4-FFF2-40B4-BE49-F238E27FC236}">
                      <a16:creationId xmlns:a16="http://schemas.microsoft.com/office/drawing/2014/main" id="{A0C6882F-DA6F-DE45-0A6B-1C81C8E7D6D5}"/>
                    </a:ext>
                  </a:extLst>
                </p14:cNvPr>
                <p14:cNvContentPartPr/>
                <p14:nvPr/>
              </p14:nvContentPartPr>
              <p14:xfrm>
                <a:off x="4187340" y="1062368"/>
                <a:ext cx="115200" cy="99000"/>
              </p14:xfrm>
            </p:contentPart>
          </mc:Choice>
          <mc:Fallback xmlns="">
            <p:pic>
              <p:nvPicPr>
                <p:cNvPr id="343" name="Ink 342">
                  <a:extLst>
                    <a:ext uri="{FF2B5EF4-FFF2-40B4-BE49-F238E27FC236}">
                      <a16:creationId xmlns:a16="http://schemas.microsoft.com/office/drawing/2014/main" id="{A0C6882F-DA6F-DE45-0A6B-1C81C8E7D6D5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4178700" y="1053368"/>
                  <a:ext cx="13284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2">
              <p14:nvContentPartPr>
                <p14:cNvPr id="344" name="Ink 343">
                  <a:extLst>
                    <a:ext uri="{FF2B5EF4-FFF2-40B4-BE49-F238E27FC236}">
                      <a16:creationId xmlns:a16="http://schemas.microsoft.com/office/drawing/2014/main" id="{BD421BF3-7597-F851-902D-9947051BD0C8}"/>
                    </a:ext>
                  </a:extLst>
                </p14:cNvPr>
                <p14:cNvContentPartPr/>
                <p14:nvPr/>
              </p14:nvContentPartPr>
              <p14:xfrm>
                <a:off x="4390020" y="1075328"/>
                <a:ext cx="22320" cy="51480"/>
              </p14:xfrm>
            </p:contentPart>
          </mc:Choice>
          <mc:Fallback xmlns="">
            <p:pic>
              <p:nvPicPr>
                <p:cNvPr id="344" name="Ink 343">
                  <a:extLst>
                    <a:ext uri="{FF2B5EF4-FFF2-40B4-BE49-F238E27FC236}">
                      <a16:creationId xmlns:a16="http://schemas.microsoft.com/office/drawing/2014/main" id="{BD421BF3-7597-F851-902D-9947051BD0C8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4381020" y="1066328"/>
                  <a:ext cx="3996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4">
              <p14:nvContentPartPr>
                <p14:cNvPr id="345" name="Ink 344">
                  <a:extLst>
                    <a:ext uri="{FF2B5EF4-FFF2-40B4-BE49-F238E27FC236}">
                      <a16:creationId xmlns:a16="http://schemas.microsoft.com/office/drawing/2014/main" id="{AE3864AD-999D-9F5D-7BA3-9E6AACA09CC0}"/>
                    </a:ext>
                  </a:extLst>
                </p14:cNvPr>
                <p14:cNvContentPartPr/>
                <p14:nvPr/>
              </p14:nvContentPartPr>
              <p14:xfrm>
                <a:off x="4344300" y="951488"/>
                <a:ext cx="9720" cy="4680"/>
              </p14:xfrm>
            </p:contentPart>
          </mc:Choice>
          <mc:Fallback xmlns="">
            <p:pic>
              <p:nvPicPr>
                <p:cNvPr id="345" name="Ink 344">
                  <a:extLst>
                    <a:ext uri="{FF2B5EF4-FFF2-40B4-BE49-F238E27FC236}">
                      <a16:creationId xmlns:a16="http://schemas.microsoft.com/office/drawing/2014/main" id="{AE3864AD-999D-9F5D-7BA3-9E6AACA09CC0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335300" y="942488"/>
                  <a:ext cx="2736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5">
              <p14:nvContentPartPr>
                <p14:cNvPr id="346" name="Ink 345">
                  <a:extLst>
                    <a:ext uri="{FF2B5EF4-FFF2-40B4-BE49-F238E27FC236}">
                      <a16:creationId xmlns:a16="http://schemas.microsoft.com/office/drawing/2014/main" id="{9EC24EA0-0F47-6B89-59C8-F6C985C1974D}"/>
                    </a:ext>
                  </a:extLst>
                </p14:cNvPr>
                <p14:cNvContentPartPr/>
                <p14:nvPr/>
              </p14:nvContentPartPr>
              <p14:xfrm>
                <a:off x="4431420" y="950768"/>
                <a:ext cx="86760" cy="189360"/>
              </p14:xfrm>
            </p:contentPart>
          </mc:Choice>
          <mc:Fallback xmlns="">
            <p:pic>
              <p:nvPicPr>
                <p:cNvPr id="346" name="Ink 345">
                  <a:extLst>
                    <a:ext uri="{FF2B5EF4-FFF2-40B4-BE49-F238E27FC236}">
                      <a16:creationId xmlns:a16="http://schemas.microsoft.com/office/drawing/2014/main" id="{9EC24EA0-0F47-6B89-59C8-F6C985C1974D}"/>
                    </a:ext>
                  </a:extLst>
                </p:cNvPr>
                <p:cNvPicPr/>
                <p:nvPr/>
              </p:nvPicPr>
              <p:blipFill>
                <a:blip r:embed="rId476"/>
                <a:stretch>
                  <a:fillRect/>
                </a:stretch>
              </p:blipFill>
              <p:spPr>
                <a:xfrm>
                  <a:off x="4422780" y="941768"/>
                  <a:ext cx="10440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7">
              <p14:nvContentPartPr>
                <p14:cNvPr id="347" name="Ink 346">
                  <a:extLst>
                    <a:ext uri="{FF2B5EF4-FFF2-40B4-BE49-F238E27FC236}">
                      <a16:creationId xmlns:a16="http://schemas.microsoft.com/office/drawing/2014/main" id="{B27D9178-039D-5453-436E-65E717FED049}"/>
                    </a:ext>
                  </a:extLst>
                </p14:cNvPr>
                <p14:cNvContentPartPr/>
                <p14:nvPr/>
              </p14:nvContentPartPr>
              <p14:xfrm>
                <a:off x="4425300" y="1080368"/>
                <a:ext cx="105480" cy="360"/>
              </p14:xfrm>
            </p:contentPart>
          </mc:Choice>
          <mc:Fallback xmlns="">
            <p:pic>
              <p:nvPicPr>
                <p:cNvPr id="347" name="Ink 346">
                  <a:extLst>
                    <a:ext uri="{FF2B5EF4-FFF2-40B4-BE49-F238E27FC236}">
                      <a16:creationId xmlns:a16="http://schemas.microsoft.com/office/drawing/2014/main" id="{B27D9178-039D-5453-436E-65E717FED049}"/>
                    </a:ext>
                  </a:extLst>
                </p:cNvPr>
                <p:cNvPicPr/>
                <p:nvPr/>
              </p:nvPicPr>
              <p:blipFill>
                <a:blip r:embed="rId478"/>
                <a:stretch>
                  <a:fillRect/>
                </a:stretch>
              </p:blipFill>
              <p:spPr>
                <a:xfrm>
                  <a:off x="4416300" y="1071728"/>
                  <a:ext cx="12312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9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B3E2A3A3-7442-09D2-1B40-E32E4BDAEE4A}"/>
                    </a:ext>
                  </a:extLst>
                </p14:cNvPr>
                <p14:cNvContentPartPr/>
                <p14:nvPr/>
              </p14:nvContentPartPr>
              <p14:xfrm>
                <a:off x="4494060" y="966248"/>
                <a:ext cx="136800" cy="158760"/>
              </p14:xfrm>
            </p:contentPart>
          </mc:Choice>
          <mc:Fallback xmlns=""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B3E2A3A3-7442-09D2-1B40-E32E4BDAEE4A}"/>
                    </a:ext>
                  </a:extLst>
                </p:cNvPr>
                <p:cNvPicPr/>
                <p:nvPr/>
              </p:nvPicPr>
              <p:blipFill>
                <a:blip r:embed="rId480"/>
                <a:stretch>
                  <a:fillRect/>
                </a:stretch>
              </p:blipFill>
              <p:spPr>
                <a:xfrm>
                  <a:off x="4485060" y="957248"/>
                  <a:ext cx="154440" cy="176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3" name="Group 352">
            <a:extLst>
              <a:ext uri="{FF2B5EF4-FFF2-40B4-BE49-F238E27FC236}">
                <a16:creationId xmlns:a16="http://schemas.microsoft.com/office/drawing/2014/main" id="{3CB0AB34-7B6A-43C0-267A-7E58B9C97ABD}"/>
              </a:ext>
            </a:extLst>
          </p:cNvPr>
          <p:cNvGrpSpPr/>
          <p:nvPr/>
        </p:nvGrpSpPr>
        <p:grpSpPr>
          <a:xfrm>
            <a:off x="5538060" y="840248"/>
            <a:ext cx="816120" cy="256680"/>
            <a:chOff x="5538060" y="840248"/>
            <a:chExt cx="816120" cy="256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1">
              <p14:nvContentPartPr>
                <p14:cNvPr id="349" name="Ink 348">
                  <a:extLst>
                    <a:ext uri="{FF2B5EF4-FFF2-40B4-BE49-F238E27FC236}">
                      <a16:creationId xmlns:a16="http://schemas.microsoft.com/office/drawing/2014/main" id="{CAB834BE-E6E0-1985-6011-8C51E757E8E9}"/>
                    </a:ext>
                  </a:extLst>
                </p14:cNvPr>
                <p14:cNvContentPartPr/>
                <p14:nvPr/>
              </p14:nvContentPartPr>
              <p14:xfrm>
                <a:off x="5538060" y="898568"/>
                <a:ext cx="100800" cy="197640"/>
              </p14:xfrm>
            </p:contentPart>
          </mc:Choice>
          <mc:Fallback xmlns="">
            <p:pic>
              <p:nvPicPr>
                <p:cNvPr id="349" name="Ink 348">
                  <a:extLst>
                    <a:ext uri="{FF2B5EF4-FFF2-40B4-BE49-F238E27FC236}">
                      <a16:creationId xmlns:a16="http://schemas.microsoft.com/office/drawing/2014/main" id="{CAB834BE-E6E0-1985-6011-8C51E757E8E9}"/>
                    </a:ext>
                  </a:extLst>
                </p:cNvPr>
                <p:cNvPicPr/>
                <p:nvPr/>
              </p:nvPicPr>
              <p:blipFill>
                <a:blip r:embed="rId482"/>
                <a:stretch>
                  <a:fillRect/>
                </a:stretch>
              </p:blipFill>
              <p:spPr>
                <a:xfrm>
                  <a:off x="5529420" y="889928"/>
                  <a:ext cx="11844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3">
              <p14:nvContentPartPr>
                <p14:cNvPr id="350" name="Ink 349">
                  <a:extLst>
                    <a:ext uri="{FF2B5EF4-FFF2-40B4-BE49-F238E27FC236}">
                      <a16:creationId xmlns:a16="http://schemas.microsoft.com/office/drawing/2014/main" id="{294A1459-1E3C-B321-E6CF-C688609BA510}"/>
                    </a:ext>
                  </a:extLst>
                </p14:cNvPr>
                <p14:cNvContentPartPr/>
                <p14:nvPr/>
              </p14:nvContentPartPr>
              <p14:xfrm>
                <a:off x="5607540" y="986768"/>
                <a:ext cx="281520" cy="104400"/>
              </p14:xfrm>
            </p:contentPart>
          </mc:Choice>
          <mc:Fallback xmlns="">
            <p:pic>
              <p:nvPicPr>
                <p:cNvPr id="350" name="Ink 349">
                  <a:extLst>
                    <a:ext uri="{FF2B5EF4-FFF2-40B4-BE49-F238E27FC236}">
                      <a16:creationId xmlns:a16="http://schemas.microsoft.com/office/drawing/2014/main" id="{294A1459-1E3C-B321-E6CF-C688609BA510}"/>
                    </a:ext>
                  </a:extLst>
                </p:cNvPr>
                <p:cNvPicPr/>
                <p:nvPr/>
              </p:nvPicPr>
              <p:blipFill>
                <a:blip r:embed="rId484"/>
                <a:stretch>
                  <a:fillRect/>
                </a:stretch>
              </p:blipFill>
              <p:spPr>
                <a:xfrm>
                  <a:off x="5598540" y="978128"/>
                  <a:ext cx="29916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5">
              <p14:nvContentPartPr>
                <p14:cNvPr id="351" name="Ink 350">
                  <a:extLst>
                    <a:ext uri="{FF2B5EF4-FFF2-40B4-BE49-F238E27FC236}">
                      <a16:creationId xmlns:a16="http://schemas.microsoft.com/office/drawing/2014/main" id="{D530090A-F335-A0AF-73AB-E954C0E99EA0}"/>
                    </a:ext>
                  </a:extLst>
                </p14:cNvPr>
                <p14:cNvContentPartPr/>
                <p14:nvPr/>
              </p14:nvContentPartPr>
              <p14:xfrm>
                <a:off x="5943420" y="982808"/>
                <a:ext cx="317520" cy="114120"/>
              </p14:xfrm>
            </p:contentPart>
          </mc:Choice>
          <mc:Fallback xmlns="">
            <p:pic>
              <p:nvPicPr>
                <p:cNvPr id="351" name="Ink 350">
                  <a:extLst>
                    <a:ext uri="{FF2B5EF4-FFF2-40B4-BE49-F238E27FC236}">
                      <a16:creationId xmlns:a16="http://schemas.microsoft.com/office/drawing/2014/main" id="{D530090A-F335-A0AF-73AB-E954C0E99EA0}"/>
                    </a:ext>
                  </a:extLst>
                </p:cNvPr>
                <p:cNvPicPr/>
                <p:nvPr/>
              </p:nvPicPr>
              <p:blipFill>
                <a:blip r:embed="rId486"/>
                <a:stretch>
                  <a:fillRect/>
                </a:stretch>
              </p:blipFill>
              <p:spPr>
                <a:xfrm>
                  <a:off x="5934420" y="973808"/>
                  <a:ext cx="33516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7">
              <p14:nvContentPartPr>
                <p14:cNvPr id="352" name="Ink 351">
                  <a:extLst>
                    <a:ext uri="{FF2B5EF4-FFF2-40B4-BE49-F238E27FC236}">
                      <a16:creationId xmlns:a16="http://schemas.microsoft.com/office/drawing/2014/main" id="{180D58C0-5615-6501-0CE7-DEE64AFA194D}"/>
                    </a:ext>
                  </a:extLst>
                </p14:cNvPr>
                <p14:cNvContentPartPr/>
                <p14:nvPr/>
              </p14:nvContentPartPr>
              <p14:xfrm>
                <a:off x="6222780" y="840248"/>
                <a:ext cx="131400" cy="245880"/>
              </p14:xfrm>
            </p:contentPart>
          </mc:Choice>
          <mc:Fallback xmlns="">
            <p:pic>
              <p:nvPicPr>
                <p:cNvPr id="352" name="Ink 351">
                  <a:extLst>
                    <a:ext uri="{FF2B5EF4-FFF2-40B4-BE49-F238E27FC236}">
                      <a16:creationId xmlns:a16="http://schemas.microsoft.com/office/drawing/2014/main" id="{180D58C0-5615-6501-0CE7-DEE64AFA194D}"/>
                    </a:ext>
                  </a:extLst>
                </p:cNvPr>
                <p:cNvPicPr/>
                <p:nvPr/>
              </p:nvPicPr>
              <p:blipFill>
                <a:blip r:embed="rId488"/>
                <a:stretch>
                  <a:fillRect/>
                </a:stretch>
              </p:blipFill>
              <p:spPr>
                <a:xfrm>
                  <a:off x="6213780" y="831248"/>
                  <a:ext cx="149040" cy="2635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3553266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885535C-1AB9-9876-6121-6F49D14C78FA}"/>
                  </a:ext>
                </a:extLst>
              </p:cNvPr>
              <p:cNvSpPr txBox="1"/>
              <p:nvPr/>
            </p:nvSpPr>
            <p:spPr>
              <a:xfrm>
                <a:off x="498764" y="613064"/>
                <a:ext cx="988321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Filtering and </a:t>
                </a:r>
                <a:r>
                  <a:rPr lang="en-US" sz="2400" b="1" dirty="0" err="1"/>
                  <a:t>Downsampling</a:t>
                </a:r>
                <a:r>
                  <a:rPr lang="en-US" sz="2400" b="1" dirty="0"/>
                  <a:t> with </a:t>
                </a:r>
                <a:r>
                  <a:rPr lang="en-US" sz="2400" b="1" dirty="0" err="1"/>
                  <a:t>numpy</a:t>
                </a:r>
                <a:r>
                  <a:rPr lang="en-US" sz="2400" b="1" dirty="0"/>
                  <a:t>, weight matrix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𝑾</m:t>
                    </m:r>
                  </m:oMath>
                </a14:m>
                <a:r>
                  <a:rPr lang="en-US" sz="2400" b="1" dirty="0"/>
                  <a:t> and Conv1d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885535C-1AB9-9876-6121-6F49D14C78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764" y="613064"/>
                <a:ext cx="9883218" cy="461665"/>
              </a:xfrm>
              <a:prstGeom prst="rect">
                <a:avLst/>
              </a:prstGeom>
              <a:blipFill>
                <a:blip r:embed="rId2"/>
                <a:stretch>
                  <a:fillRect l="-987" t="-10667" b="-30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The provided text appears to be a snippet of Python code using NumPy for performing a convolution operation. It initializes two NumPy arrays, `x_np` and `h_np`, representing the input signal and the filter, respectively. It then calculates the correlation between these arrays using a stride of 2, and constructs a weight matrix `W`. The code then computes the convolution result `y_W` by multiplying the weight matrix with the input signal.&#10;&#10;AI-generated content may be incorrect.">
            <a:extLst>
              <a:ext uri="{FF2B5EF4-FFF2-40B4-BE49-F238E27FC236}">
                <a16:creationId xmlns:a16="http://schemas.microsoft.com/office/drawing/2014/main" id="{BF20A260-5BFC-FF75-FEE0-415372836C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764" y="1241712"/>
            <a:ext cx="5398077" cy="5067889"/>
          </a:xfrm>
          <a:prstGeom prst="rect">
            <a:avLst/>
          </a:prstGeom>
        </p:spPr>
      </p:pic>
      <p:pic>
        <p:nvPicPr>
          <p:cNvPr id="6" name="Picture 5" descr="The image displays a Python code snippet illustrating a convolution operation using PyTorch, comparing the results of a NumPy array and a PyTorch tensor.&#10;&#10;AI-generated content may be incorrect.">
            <a:extLst>
              <a:ext uri="{FF2B5EF4-FFF2-40B4-BE49-F238E27FC236}">
                <a16:creationId xmlns:a16="http://schemas.microsoft.com/office/drawing/2014/main" id="{0768A796-E875-5D0B-A34C-D807FB2734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328732"/>
            <a:ext cx="5671523" cy="398086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7EA7062-F8B2-B651-D15A-01BD853501F9}"/>
                  </a:ext>
                </a:extLst>
              </p:cNvPr>
              <p:cNvSpPr txBox="1"/>
              <p:nvPr/>
            </p:nvSpPr>
            <p:spPr>
              <a:xfrm>
                <a:off x="6096000" y="1378565"/>
                <a:ext cx="3621697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</a:rPr>
                  <a:t>Stride 2 (</a:t>
                </a:r>
                <a:r>
                  <a:rPr lang="en-US" dirty="0" err="1">
                    <a:solidFill>
                      <a:srgbClr val="FF0000"/>
                    </a:solidFill>
                  </a:rPr>
                  <a:t>Downsample</a:t>
                </a:r>
                <a:r>
                  <a:rPr lang="en-US" dirty="0">
                    <a:solidFill>
                      <a:srgbClr val="FF0000"/>
                    </a:solidFill>
                  </a:rPr>
                  <a:t> with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=2)</m:t>
                    </m:r>
                  </m:oMath>
                </a14:m>
                <a:endParaRPr lang="en-US" dirty="0">
                  <a:solidFill>
                    <a:srgbClr val="FF0000"/>
                  </a:solidFill>
                </a:endParaRPr>
              </a:p>
              <a:p>
                <a:r>
                  <a:rPr lang="en-US" dirty="0">
                    <a:solidFill>
                      <a:srgbClr val="FF0000"/>
                    </a:solidFill>
                  </a:rPr>
                  <a:t>Size 3 Kernel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7EA7062-F8B2-B651-D15A-01BD853501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1378565"/>
                <a:ext cx="3621697" cy="646331"/>
              </a:xfrm>
              <a:prstGeom prst="rect">
                <a:avLst/>
              </a:prstGeom>
              <a:blipFill>
                <a:blip r:embed="rId5"/>
                <a:stretch>
                  <a:fillRect l="-1347" t="-3774" b="-150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124434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9121DCE-7515-2B2A-29D4-D862724275F9}"/>
              </a:ext>
            </a:extLst>
          </p:cNvPr>
          <p:cNvSpPr txBox="1"/>
          <p:nvPr/>
        </p:nvSpPr>
        <p:spPr>
          <a:xfrm>
            <a:off x="431222" y="529937"/>
            <a:ext cx="982506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err="1"/>
              <a:t>Downsampling</a:t>
            </a:r>
            <a:r>
              <a:rPr lang="en-US" sz="2800" b="1" dirty="0"/>
              <a:t> Without Filtering, hurting Shift Equivariance</a:t>
            </a:r>
          </a:p>
        </p:txBody>
      </p:sp>
      <p:pic>
        <p:nvPicPr>
          <p:cNvPr id="4" name="Picture 3" descr="The image displays a snippet of Python code, showcasing a correlation operation and matrix multiplication using NumPy, which is part of a larger data processing or machine learning task.&#10;&#10;AI-generated content may be incorrect.">
            <a:extLst>
              <a:ext uri="{FF2B5EF4-FFF2-40B4-BE49-F238E27FC236}">
                <a16:creationId xmlns:a16="http://schemas.microsoft.com/office/drawing/2014/main" id="{19EC9387-B4D3-1CF5-787F-8B6C258010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221" y="1136283"/>
            <a:ext cx="5694955" cy="5326861"/>
          </a:xfrm>
          <a:prstGeom prst="rect">
            <a:avLst/>
          </a:prstGeom>
        </p:spPr>
      </p:pic>
      <p:pic>
        <p:nvPicPr>
          <p:cNvPr id="6" name="Picture 5" descr="A Python code snippet demonstrates the creation of a 1D convolutional layer in PyTorch, followed by a comparison between the results of a numpy array and a PyTorch tensor.&#10;&#10;AI-generated content may be incorrect.">
            <a:extLst>
              <a:ext uri="{FF2B5EF4-FFF2-40B4-BE49-F238E27FC236}">
                <a16:creationId xmlns:a16="http://schemas.microsoft.com/office/drawing/2014/main" id="{51A8D45E-2B6E-589F-F1B5-E06B1199BB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3763" y="2748395"/>
            <a:ext cx="5336467" cy="371474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A9A22CA-809F-83D7-CEFD-5ECDD94E5664}"/>
                  </a:ext>
                </a:extLst>
              </p:cNvPr>
              <p:cNvSpPr txBox="1"/>
              <p:nvPr/>
            </p:nvSpPr>
            <p:spPr>
              <a:xfrm>
                <a:off x="6303763" y="1378565"/>
                <a:ext cx="3621697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</a:rPr>
                  <a:t>Stride 2 (</a:t>
                </a:r>
                <a:r>
                  <a:rPr lang="en-US" dirty="0" err="1">
                    <a:solidFill>
                      <a:srgbClr val="FF0000"/>
                    </a:solidFill>
                  </a:rPr>
                  <a:t>Downsample</a:t>
                </a:r>
                <a:r>
                  <a:rPr lang="en-US" dirty="0">
                    <a:solidFill>
                      <a:srgbClr val="FF0000"/>
                    </a:solidFill>
                  </a:rPr>
                  <a:t> with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=2)</m:t>
                    </m:r>
                  </m:oMath>
                </a14:m>
                <a:endParaRPr lang="en-US" dirty="0">
                  <a:solidFill>
                    <a:srgbClr val="FF0000"/>
                  </a:solidFill>
                </a:endParaRPr>
              </a:p>
              <a:p>
                <a:r>
                  <a:rPr lang="en-US" dirty="0">
                    <a:solidFill>
                      <a:srgbClr val="FF0000"/>
                    </a:solidFill>
                  </a:rPr>
                  <a:t>Size 1 Kernel, Phase 1</a:t>
                </a: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A9A22CA-809F-83D7-CEFD-5ECDD94E56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3763" y="1378565"/>
                <a:ext cx="3621697" cy="646331"/>
              </a:xfrm>
              <a:prstGeom prst="rect">
                <a:avLst/>
              </a:prstGeom>
              <a:blipFill>
                <a:blip r:embed="rId4"/>
                <a:stretch>
                  <a:fillRect l="-1347" t="-3774" b="-150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1773859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4A37FB-7F17-A2CD-61F2-E0EDB0D40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A2FBCCF-B30E-A869-5E7F-606D2EE95151}"/>
              </a:ext>
            </a:extLst>
          </p:cNvPr>
          <p:cNvSpPr txBox="1"/>
          <p:nvPr/>
        </p:nvSpPr>
        <p:spPr>
          <a:xfrm>
            <a:off x="431222" y="472787"/>
            <a:ext cx="982506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err="1"/>
              <a:t>Downsampling</a:t>
            </a:r>
            <a:r>
              <a:rPr lang="en-US" sz="2800" b="1" dirty="0"/>
              <a:t> Without Filtering, hurting Shift Equivariance</a:t>
            </a:r>
          </a:p>
        </p:txBody>
      </p:sp>
      <p:pic>
        <p:nvPicPr>
          <p:cNvPr id="4" name="Picture 3" descr="The provided text appears to be a snippet of Python code that includes a sequence of NumPy operations, specifically for convolution operations. The code initializes a one-dimensional array `x_np`, computes a correlation, and then creates a weight matrix `W` followed by a matrix multiplication operation `y_W`.&#10;&#10;AI-generated content may be incorrect.">
            <a:extLst>
              <a:ext uri="{FF2B5EF4-FFF2-40B4-BE49-F238E27FC236}">
                <a16:creationId xmlns:a16="http://schemas.microsoft.com/office/drawing/2014/main" id="{BC1B609D-43C0-BCD1-ACFD-10DE00ECA5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048" y="1054714"/>
            <a:ext cx="5836866" cy="5401519"/>
          </a:xfrm>
          <a:prstGeom prst="rect">
            <a:avLst/>
          </a:prstGeom>
        </p:spPr>
      </p:pic>
      <p:pic>
        <p:nvPicPr>
          <p:cNvPr id="6" name="Picture 5" descr="The image shows a Python code snippet using PyTorch to create a 1D convolutional layer, initialize it with a weight matrix, and compare the output of this operation with a numpy array.&#10;&#10;AI-generated content may be incorrect.">
            <a:extLst>
              <a:ext uri="{FF2B5EF4-FFF2-40B4-BE49-F238E27FC236}">
                <a16:creationId xmlns:a16="http://schemas.microsoft.com/office/drawing/2014/main" id="{E804CD39-663E-E573-0B4B-AE78EB95C8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8219" y="2852306"/>
            <a:ext cx="5179416" cy="360392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B65CC02-14AC-4BA7-EE0D-2BBF565115C2}"/>
                  </a:ext>
                </a:extLst>
              </p:cNvPr>
              <p:cNvSpPr txBox="1"/>
              <p:nvPr/>
            </p:nvSpPr>
            <p:spPr>
              <a:xfrm>
                <a:off x="6478219" y="1503256"/>
                <a:ext cx="3621697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</a:rPr>
                  <a:t>Stride 2 (</a:t>
                </a:r>
                <a:r>
                  <a:rPr lang="en-US" dirty="0" err="1">
                    <a:solidFill>
                      <a:srgbClr val="FF0000"/>
                    </a:solidFill>
                  </a:rPr>
                  <a:t>Downsample</a:t>
                </a:r>
                <a:r>
                  <a:rPr lang="en-US" dirty="0">
                    <a:solidFill>
                      <a:srgbClr val="FF0000"/>
                    </a:solidFill>
                  </a:rPr>
                  <a:t> with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=2)</m:t>
                    </m:r>
                  </m:oMath>
                </a14:m>
                <a:endParaRPr lang="en-US" dirty="0">
                  <a:solidFill>
                    <a:srgbClr val="FF0000"/>
                  </a:solidFill>
                </a:endParaRPr>
              </a:p>
              <a:p>
                <a:r>
                  <a:rPr lang="en-US" dirty="0">
                    <a:solidFill>
                      <a:srgbClr val="FF0000"/>
                    </a:solidFill>
                  </a:rPr>
                  <a:t>Size 1 Kernel, </a:t>
                </a:r>
                <a:r>
                  <a:rPr lang="en-US">
                    <a:solidFill>
                      <a:srgbClr val="FF0000"/>
                    </a:solidFill>
                  </a:rPr>
                  <a:t>Phase 0</a:t>
                </a:r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B65CC02-14AC-4BA7-EE0D-2BBF565115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8219" y="1503256"/>
                <a:ext cx="3621697" cy="646331"/>
              </a:xfrm>
              <a:prstGeom prst="rect">
                <a:avLst/>
              </a:prstGeom>
              <a:blipFill>
                <a:blip r:embed="rId4"/>
                <a:stretch>
                  <a:fillRect l="-1515" t="-4717" b="-150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8040877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0:57–1:04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aliasing can hurt shift equivariance</a:t>
            </a:r>
            <a:endParaRPr lang="en-US" sz="2550" dirty="0"/>
          </a:p>
        </p:txBody>
      </p:sp>
      <p:pic>
        <p:nvPicPr>
          <p:cNvPr id="4" name="Image 0" descr="/mnt/data/week6_multirate/assets/shift_equivari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975729"/>
            <a:ext cx="5669280" cy="336374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720840" y="1600200"/>
            <a:ext cx="4480560" cy="3474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72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2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Convolution alone</a:t>
            </a:r>
            <a:r>
              <a:rPr lang="en-US" sz="172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is shift equivariant (ignoring boundaries).
</a:t>
            </a:r>
            <a:r>
              <a:rPr lang="en-US" sz="172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2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Subsampling</a:t>
            </a:r>
            <a:r>
              <a:rPr lang="en-US" sz="172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chooses a sampling phase.
</a:t>
            </a:r>
            <a:r>
              <a:rPr lang="en-US" sz="172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2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one-sample input shift</a:t>
            </a:r>
            <a:r>
              <a:rPr lang="en-US" sz="172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can move energy to a different phase before ↓M.
</a:t>
            </a:r>
            <a:r>
              <a:rPr lang="en-US" sz="172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2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Aliased high-frequency feature content</a:t>
            </a:r>
            <a:r>
              <a:rPr lang="en-US" sz="172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makes the output vary sharply under small shifts.</a:t>
            </a:r>
            <a:endParaRPr lang="en-US" sz="1720" dirty="0"/>
          </a:p>
        </p:txBody>
      </p:sp>
      <p:sp>
        <p:nvSpPr>
          <p:cNvPr id="6" name="Shape 3"/>
          <p:cNvSpPr/>
          <p:nvPr/>
        </p:nvSpPr>
        <p:spPr>
          <a:xfrm>
            <a:off x="6720840" y="4983480"/>
            <a:ext cx="4434840" cy="841248"/>
          </a:xfrm>
          <a:prstGeom prst="roundRect">
            <a:avLst>
              <a:gd name="adj" fmla="val 6522"/>
            </a:avLst>
          </a:prstGeom>
          <a:solidFill>
            <a:srgbClr val="F3F8FB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885432" y="5111496"/>
            <a:ext cx="4105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Practical symptom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885432" y="5422392"/>
            <a:ext cx="4105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Predictions or feature maps can change more than expected after tiny translations or time shifts.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29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9BA6BC7A-7932-7927-4C69-0C12B2A60DE4}"/>
                  </a:ext>
                </a:extLst>
              </p14:cNvPr>
              <p14:cNvContentPartPr/>
              <p14:nvPr/>
            </p14:nvContentPartPr>
            <p14:xfrm>
              <a:off x="3782700" y="1126808"/>
              <a:ext cx="2483280" cy="525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9BA6BC7A-7932-7927-4C69-0C12B2A60DE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773700" y="1118168"/>
                <a:ext cx="2500920" cy="7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1934E42E-E59C-CD4F-8588-EDEA9F430696}"/>
                  </a:ext>
                </a:extLst>
              </p14:cNvPr>
              <p14:cNvContentPartPr/>
              <p14:nvPr/>
            </p14:nvContentPartPr>
            <p14:xfrm>
              <a:off x="1594260" y="5802488"/>
              <a:ext cx="191880" cy="10224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1934E42E-E59C-CD4F-8588-EDEA9F43069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585620" y="5793848"/>
                <a:ext cx="209520" cy="11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C9C95A6C-85C7-1303-7E24-CE3099114B7A}"/>
                  </a:ext>
                </a:extLst>
              </p14:cNvPr>
              <p14:cNvContentPartPr/>
              <p14:nvPr/>
            </p14:nvContentPartPr>
            <p14:xfrm>
              <a:off x="1952820" y="5823728"/>
              <a:ext cx="161280" cy="9504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C9C95A6C-85C7-1303-7E24-CE3099114B7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944180" y="5814728"/>
                <a:ext cx="178920" cy="11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CBF36C97-E9EC-6F7A-52EA-E8FE3EAEF670}"/>
                  </a:ext>
                </a:extLst>
              </p14:cNvPr>
              <p14:cNvContentPartPr/>
              <p14:nvPr/>
            </p14:nvContentPartPr>
            <p14:xfrm>
              <a:off x="2301660" y="5805008"/>
              <a:ext cx="194760" cy="12204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CBF36C97-E9EC-6F7A-52EA-E8FE3EAEF670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292660" y="5796008"/>
                <a:ext cx="212400" cy="13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536260F4-5BE4-0735-6469-D03E873F1EC3}"/>
                  </a:ext>
                </a:extLst>
              </p14:cNvPr>
              <p14:cNvContentPartPr/>
              <p14:nvPr/>
            </p14:nvContentPartPr>
            <p14:xfrm>
              <a:off x="2790900" y="5772608"/>
              <a:ext cx="36360" cy="13968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536260F4-5BE4-0735-6469-D03E873F1EC3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782260" y="5763608"/>
                <a:ext cx="54000" cy="15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B1BEC9F0-FCAF-9A51-E36B-52D885BE447A}"/>
                  </a:ext>
                </a:extLst>
              </p14:cNvPr>
              <p14:cNvContentPartPr/>
              <p14:nvPr/>
            </p14:nvContentPartPr>
            <p14:xfrm>
              <a:off x="3074220" y="5808248"/>
              <a:ext cx="36360" cy="936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B1BEC9F0-FCAF-9A51-E36B-52D885BE447A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065580" y="5799608"/>
                <a:ext cx="54000" cy="11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7FB60D04-5D39-0BD8-1B15-A1E7E73F4972}"/>
                  </a:ext>
                </a:extLst>
              </p14:cNvPr>
              <p14:cNvContentPartPr/>
              <p14:nvPr/>
            </p14:nvContentPartPr>
            <p14:xfrm>
              <a:off x="3345660" y="5803208"/>
              <a:ext cx="56160" cy="9864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7FB60D04-5D39-0BD8-1B15-A1E7E73F4972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337020" y="5794208"/>
                <a:ext cx="73800" cy="11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88B70265-4982-10D6-A5E3-89FAC24324DE}"/>
                  </a:ext>
                </a:extLst>
              </p14:cNvPr>
              <p14:cNvContentPartPr/>
              <p14:nvPr/>
            </p14:nvContentPartPr>
            <p14:xfrm>
              <a:off x="3688380" y="5812928"/>
              <a:ext cx="174240" cy="9072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88B70265-4982-10D6-A5E3-89FAC24324DE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679740" y="5803928"/>
                <a:ext cx="191880" cy="10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9081C2D2-1617-F443-5581-88021B2402B5}"/>
                  </a:ext>
                </a:extLst>
              </p14:cNvPr>
              <p14:cNvContentPartPr/>
              <p14:nvPr/>
            </p14:nvContentPartPr>
            <p14:xfrm>
              <a:off x="4047300" y="5833448"/>
              <a:ext cx="194400" cy="7848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9081C2D2-1617-F443-5581-88021B2402B5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4038300" y="5824808"/>
                <a:ext cx="212040" cy="9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EA6246CD-FB4B-6DAA-EF5E-E34EB35774FD}"/>
                  </a:ext>
                </a:extLst>
              </p14:cNvPr>
              <p14:cNvContentPartPr/>
              <p14:nvPr/>
            </p14:nvContentPartPr>
            <p14:xfrm>
              <a:off x="4483260" y="5797448"/>
              <a:ext cx="91440" cy="759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EA6246CD-FB4B-6DAA-EF5E-E34EB35774FD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474260" y="5788448"/>
                <a:ext cx="109080" cy="9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654732B2-720B-7D08-57A3-7493F96FD8AA}"/>
                  </a:ext>
                </a:extLst>
              </p14:cNvPr>
              <p14:cNvContentPartPr/>
              <p14:nvPr/>
            </p14:nvContentPartPr>
            <p14:xfrm>
              <a:off x="4816980" y="5797808"/>
              <a:ext cx="178560" cy="8388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654732B2-720B-7D08-57A3-7493F96FD8AA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807980" y="5789168"/>
                <a:ext cx="196200" cy="101520"/>
              </a:xfrm>
              <a:prstGeom prst="rect">
                <a:avLst/>
              </a:prstGeom>
            </p:spPr>
          </p:pic>
        </mc:Fallback>
      </mc:AlternateContent>
      <p:grpSp>
        <p:nvGrpSpPr>
          <p:cNvPr id="24" name="Group 23">
            <a:extLst>
              <a:ext uri="{FF2B5EF4-FFF2-40B4-BE49-F238E27FC236}">
                <a16:creationId xmlns:a16="http://schemas.microsoft.com/office/drawing/2014/main" id="{D6763F48-10B5-18B4-8770-255E6A628873}"/>
              </a:ext>
            </a:extLst>
          </p:cNvPr>
          <p:cNvGrpSpPr/>
          <p:nvPr/>
        </p:nvGrpSpPr>
        <p:grpSpPr>
          <a:xfrm>
            <a:off x="438300" y="5308568"/>
            <a:ext cx="633960" cy="213840"/>
            <a:chOff x="438300" y="5308568"/>
            <a:chExt cx="633960" cy="213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39630888-0EAB-7979-DD46-9035642ECCCC}"/>
                    </a:ext>
                  </a:extLst>
                </p14:cNvPr>
                <p14:cNvContentPartPr/>
                <p14:nvPr/>
              </p14:nvContentPartPr>
              <p14:xfrm>
                <a:off x="438300" y="5328728"/>
                <a:ext cx="239040" cy="1936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39630888-0EAB-7979-DD46-9035642ECCCC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29300" y="5319728"/>
                  <a:ext cx="25668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8C348FF6-3FAF-878F-1F13-E15D84AFD752}"/>
                    </a:ext>
                  </a:extLst>
                </p14:cNvPr>
                <p14:cNvContentPartPr/>
                <p14:nvPr/>
              </p14:nvContentPartPr>
              <p14:xfrm>
                <a:off x="729900" y="5409368"/>
                <a:ext cx="111960" cy="118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8C348FF6-3FAF-878F-1F13-E15D84AFD752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21260" y="5400728"/>
                  <a:ext cx="12960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383D0B6E-C7F5-85C9-5F8E-585D00DA2E98}"/>
                    </a:ext>
                  </a:extLst>
                </p14:cNvPr>
                <p14:cNvContentPartPr/>
                <p14:nvPr/>
              </p14:nvContentPartPr>
              <p14:xfrm>
                <a:off x="732420" y="5344928"/>
                <a:ext cx="99000" cy="90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383D0B6E-C7F5-85C9-5F8E-585D00DA2E98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23420" y="5336288"/>
                  <a:ext cx="11664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8B00FF98-6D1B-8206-B39E-1B11D46E99A6}"/>
                    </a:ext>
                  </a:extLst>
                </p14:cNvPr>
                <p14:cNvContentPartPr/>
                <p14:nvPr/>
              </p14:nvContentPartPr>
              <p14:xfrm>
                <a:off x="909180" y="5308568"/>
                <a:ext cx="163080" cy="1108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8B00FF98-6D1B-8206-B39E-1B11D46E99A6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900180" y="5299928"/>
                  <a:ext cx="180720" cy="128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C7540B60-B8BF-3006-3A8E-C95A19D436B3}"/>
              </a:ext>
            </a:extLst>
          </p:cNvPr>
          <p:cNvGrpSpPr/>
          <p:nvPr/>
        </p:nvGrpSpPr>
        <p:grpSpPr>
          <a:xfrm>
            <a:off x="234900" y="5675048"/>
            <a:ext cx="710640" cy="350280"/>
            <a:chOff x="234900" y="5675048"/>
            <a:chExt cx="710640" cy="350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DAC29AF7-85F3-82DD-60B2-D5571774F7C2}"/>
                    </a:ext>
                  </a:extLst>
                </p14:cNvPr>
                <p14:cNvContentPartPr/>
                <p14:nvPr/>
              </p14:nvContentPartPr>
              <p14:xfrm>
                <a:off x="234900" y="5874848"/>
                <a:ext cx="93960" cy="1504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DAC29AF7-85F3-82DD-60B2-D5571774F7C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25900" y="5866208"/>
                  <a:ext cx="11160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63152517-229D-829A-B4D6-3F63C44CE1D3}"/>
                    </a:ext>
                  </a:extLst>
                </p14:cNvPr>
                <p14:cNvContentPartPr/>
                <p14:nvPr/>
              </p14:nvContentPartPr>
              <p14:xfrm>
                <a:off x="306180" y="5782328"/>
                <a:ext cx="158760" cy="1094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63152517-229D-829A-B4D6-3F63C44CE1D3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97540" y="5773688"/>
                  <a:ext cx="17640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01F9F85E-5003-8DDB-265B-61724062E2E2}"/>
                    </a:ext>
                  </a:extLst>
                </p14:cNvPr>
                <p14:cNvContentPartPr/>
                <p14:nvPr/>
              </p14:nvContentPartPr>
              <p14:xfrm>
                <a:off x="498060" y="5829128"/>
                <a:ext cx="80280" cy="565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01F9F85E-5003-8DDB-265B-61724062E2E2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89420" y="5820128"/>
                  <a:ext cx="9792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F82AD9B0-4C1C-77CA-5A32-5ABD595514FC}"/>
                    </a:ext>
                  </a:extLst>
                </p14:cNvPr>
                <p14:cNvContentPartPr/>
                <p14:nvPr/>
              </p14:nvContentPartPr>
              <p14:xfrm>
                <a:off x="602460" y="5768648"/>
                <a:ext cx="190080" cy="720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F82AD9B0-4C1C-77CA-5A32-5ABD595514FC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93820" y="5760008"/>
                  <a:ext cx="20772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4C6040DC-FF0B-003E-FE8C-AC300F75A4F1}"/>
                    </a:ext>
                  </a:extLst>
                </p14:cNvPr>
                <p14:cNvContentPartPr/>
                <p14:nvPr/>
              </p14:nvContentPartPr>
              <p14:xfrm>
                <a:off x="826740" y="5675048"/>
                <a:ext cx="118800" cy="802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4C6040DC-FF0B-003E-FE8C-AC300F75A4F1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17740" y="5666408"/>
                  <a:ext cx="136440" cy="97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5412506B-32B1-E762-0D41-7C13115E7FC9}"/>
                  </a:ext>
                </a:extLst>
              </p14:cNvPr>
              <p14:cNvContentPartPr/>
              <p14:nvPr/>
            </p14:nvContentPartPr>
            <p14:xfrm>
              <a:off x="1637820" y="6005528"/>
              <a:ext cx="144000" cy="2160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5412506B-32B1-E762-0D41-7C13115E7FC9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1628820" y="5996888"/>
                <a:ext cx="16164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C2241AB9-4F7A-44D6-FE37-7F1260993E0C}"/>
                  </a:ext>
                </a:extLst>
              </p14:cNvPr>
              <p14:cNvContentPartPr/>
              <p14:nvPr/>
            </p14:nvContentPartPr>
            <p14:xfrm>
              <a:off x="2309940" y="6021728"/>
              <a:ext cx="137880" cy="2664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C2241AB9-4F7A-44D6-FE37-7F1260993E0C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2301300" y="6012728"/>
                <a:ext cx="155520" cy="4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CE9DAAFE-3527-F243-932D-E2F0A7E5ECB7}"/>
                  </a:ext>
                </a:extLst>
              </p14:cNvPr>
              <p14:cNvContentPartPr/>
              <p14:nvPr/>
            </p14:nvContentPartPr>
            <p14:xfrm>
              <a:off x="3022740" y="6004808"/>
              <a:ext cx="123120" cy="4356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CE9DAAFE-3527-F243-932D-E2F0A7E5ECB7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3013740" y="5995808"/>
                <a:ext cx="140760" cy="6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BC2B867F-E528-486B-9288-121386B6E82C}"/>
                  </a:ext>
                </a:extLst>
              </p14:cNvPr>
              <p14:cNvContentPartPr/>
              <p14:nvPr/>
            </p14:nvContentPartPr>
            <p14:xfrm>
              <a:off x="3661020" y="6001568"/>
              <a:ext cx="138960" cy="3024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BC2B867F-E528-486B-9288-121386B6E82C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3652020" y="5992928"/>
                <a:ext cx="156600" cy="4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DE47AAA9-0643-6613-A1DE-0261AD386B11}"/>
                  </a:ext>
                </a:extLst>
              </p14:cNvPr>
              <p14:cNvContentPartPr/>
              <p14:nvPr/>
            </p14:nvContentPartPr>
            <p14:xfrm>
              <a:off x="4411980" y="5979248"/>
              <a:ext cx="196560" cy="4248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DE47AAA9-0643-6613-A1DE-0261AD386B11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4402980" y="5970608"/>
                <a:ext cx="214200" cy="6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70CFC6F6-B189-AA31-4DEA-3A6CDEF6DBD0}"/>
                  </a:ext>
                </a:extLst>
              </p14:cNvPr>
              <p14:cNvContentPartPr/>
              <p14:nvPr/>
            </p14:nvContentPartPr>
            <p14:xfrm>
              <a:off x="5958540" y="6030368"/>
              <a:ext cx="108720" cy="12600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70CFC6F6-B189-AA31-4DEA-3A6CDEF6DBD0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5949900" y="6021368"/>
                <a:ext cx="126360" cy="14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A1EDD6FC-B307-984B-5C14-CCC9483DDC5A}"/>
                  </a:ext>
                </a:extLst>
              </p14:cNvPr>
              <p14:cNvContentPartPr/>
              <p14:nvPr/>
            </p14:nvContentPartPr>
            <p14:xfrm>
              <a:off x="6318900" y="6035408"/>
              <a:ext cx="150840" cy="9072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A1EDD6FC-B307-984B-5C14-CCC9483DDC5A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6309900" y="6026408"/>
                <a:ext cx="168480" cy="108360"/>
              </a:xfrm>
              <a:prstGeom prst="rect">
                <a:avLst/>
              </a:prstGeom>
            </p:spPr>
          </p:pic>
        </mc:Fallback>
      </mc:AlternateContent>
      <p:grpSp>
        <p:nvGrpSpPr>
          <p:cNvPr id="43" name="Group 42">
            <a:extLst>
              <a:ext uri="{FF2B5EF4-FFF2-40B4-BE49-F238E27FC236}">
                <a16:creationId xmlns:a16="http://schemas.microsoft.com/office/drawing/2014/main" id="{F4EAD82A-74CD-07E4-8015-7767FD482456}"/>
              </a:ext>
            </a:extLst>
          </p:cNvPr>
          <p:cNvGrpSpPr/>
          <p:nvPr/>
        </p:nvGrpSpPr>
        <p:grpSpPr>
          <a:xfrm>
            <a:off x="6655140" y="6003008"/>
            <a:ext cx="739080" cy="122760"/>
            <a:chOff x="6655140" y="6003008"/>
            <a:chExt cx="739080" cy="122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F554FE0B-458D-4576-2A05-C93587BF62A7}"/>
                    </a:ext>
                  </a:extLst>
                </p14:cNvPr>
                <p14:cNvContentPartPr/>
                <p14:nvPr/>
              </p14:nvContentPartPr>
              <p14:xfrm>
                <a:off x="6655140" y="6010928"/>
                <a:ext cx="47160" cy="1047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F554FE0B-458D-4576-2A05-C93587BF62A7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646140" y="6001928"/>
                  <a:ext cx="6480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66FDF8A8-93CD-D078-6419-026F9F30BA8E}"/>
                    </a:ext>
                  </a:extLst>
                </p14:cNvPr>
                <p14:cNvContentPartPr/>
                <p14:nvPr/>
              </p14:nvContentPartPr>
              <p14:xfrm>
                <a:off x="6862860" y="6017768"/>
                <a:ext cx="167400" cy="1080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66FDF8A8-93CD-D078-6419-026F9F30BA8E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854220" y="6009128"/>
                  <a:ext cx="18504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5C04982E-8E6A-BFB1-8958-62AB8A5170D0}"/>
                    </a:ext>
                  </a:extLst>
                </p14:cNvPr>
                <p14:cNvContentPartPr/>
                <p14:nvPr/>
              </p14:nvContentPartPr>
              <p14:xfrm>
                <a:off x="7163100" y="6003008"/>
                <a:ext cx="231120" cy="10872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5C04982E-8E6A-BFB1-8958-62AB8A5170D0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154100" y="5994368"/>
                  <a:ext cx="24876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C998DF21-03DC-8882-0F97-1E92E3CF30B1}"/>
                    </a:ext>
                  </a:extLst>
                </p14:cNvPr>
                <p14:cNvContentPartPr/>
                <p14:nvPr/>
              </p14:nvContentPartPr>
              <p14:xfrm>
                <a:off x="6857820" y="6057728"/>
                <a:ext cx="11160" cy="270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C998DF21-03DC-8882-0F97-1E92E3CF30B1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849180" y="6048728"/>
                  <a:ext cx="28800" cy="44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B26E8B3A-2DC5-F1A9-AF68-28F65374737A}"/>
              </a:ext>
            </a:extLst>
          </p:cNvPr>
          <p:cNvGrpSpPr/>
          <p:nvPr/>
        </p:nvGrpSpPr>
        <p:grpSpPr>
          <a:xfrm>
            <a:off x="264060" y="6249968"/>
            <a:ext cx="754920" cy="246240"/>
            <a:chOff x="264060" y="6249968"/>
            <a:chExt cx="754920" cy="246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F65A300C-1158-FF95-367B-33D448BDEB96}"/>
                    </a:ext>
                  </a:extLst>
                </p14:cNvPr>
                <p14:cNvContentPartPr/>
                <p14:nvPr/>
              </p14:nvContentPartPr>
              <p14:xfrm>
                <a:off x="264060" y="6321608"/>
                <a:ext cx="131040" cy="17460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F65A300C-1158-FF95-367B-33D448BDEB96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55060" y="6312968"/>
                  <a:ext cx="14868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143FB220-0B20-23B4-58A3-9BF56BFBF9A8}"/>
                    </a:ext>
                  </a:extLst>
                </p14:cNvPr>
                <p14:cNvContentPartPr/>
                <p14:nvPr/>
              </p14:nvContentPartPr>
              <p14:xfrm>
                <a:off x="368820" y="6249968"/>
                <a:ext cx="191160" cy="16488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143FB220-0B20-23B4-58A3-9BF56BFBF9A8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59820" y="6240968"/>
                  <a:ext cx="20880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0F1C905A-92A9-EA1B-A736-9D2887AC7E92}"/>
                    </a:ext>
                  </a:extLst>
                </p14:cNvPr>
                <p14:cNvContentPartPr/>
                <p14:nvPr/>
              </p14:nvContentPartPr>
              <p14:xfrm>
                <a:off x="547020" y="6343568"/>
                <a:ext cx="81000" cy="691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0F1C905A-92A9-EA1B-A736-9D2887AC7E92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538020" y="6334568"/>
                  <a:ext cx="9864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19246BA1-D31F-88DC-ED8A-9B49D811A4E6}"/>
                    </a:ext>
                  </a:extLst>
                </p14:cNvPr>
                <p14:cNvContentPartPr/>
                <p14:nvPr/>
              </p14:nvContentPartPr>
              <p14:xfrm>
                <a:off x="663300" y="6317648"/>
                <a:ext cx="74520" cy="10764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19246BA1-D31F-88DC-ED8A-9B49D811A4E6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54660" y="6308648"/>
                  <a:ext cx="9216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18282BF2-6F7A-C736-537C-901EF1F63084}"/>
                    </a:ext>
                  </a:extLst>
                </p14:cNvPr>
                <p14:cNvContentPartPr/>
                <p14:nvPr/>
              </p14:nvContentPartPr>
              <p14:xfrm>
                <a:off x="778500" y="6325208"/>
                <a:ext cx="105480" cy="856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18282BF2-6F7A-C736-537C-901EF1F63084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69500" y="6316208"/>
                  <a:ext cx="12312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B952128F-A75B-33D6-1FC4-9271166C3D28}"/>
                    </a:ext>
                  </a:extLst>
                </p14:cNvPr>
                <p14:cNvContentPartPr/>
                <p14:nvPr/>
              </p14:nvContentPartPr>
              <p14:xfrm>
                <a:off x="961020" y="6271928"/>
                <a:ext cx="57960" cy="1137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B952128F-A75B-33D6-1FC4-9271166C3D28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952020" y="6262928"/>
                  <a:ext cx="7560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E2F664F9-DE5B-354C-B635-25C62B4643B5}"/>
                    </a:ext>
                  </a:extLst>
                </p14:cNvPr>
                <p14:cNvContentPartPr/>
                <p14:nvPr/>
              </p14:nvContentPartPr>
              <p14:xfrm>
                <a:off x="775260" y="6316208"/>
                <a:ext cx="30240" cy="1728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E2F664F9-DE5B-354C-B635-25C62B4643B5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766260" y="6307568"/>
                  <a:ext cx="47880" cy="34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30E6DFC1-1B3F-2DC6-62BB-E54D01682228}"/>
                  </a:ext>
                </a:extLst>
              </p14:cNvPr>
              <p14:cNvContentPartPr/>
              <p14:nvPr/>
            </p14:nvContentPartPr>
            <p14:xfrm>
              <a:off x="2005020" y="6149168"/>
              <a:ext cx="21960" cy="18396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30E6DFC1-1B3F-2DC6-62BB-E54D01682228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1996020" y="6140528"/>
                <a:ext cx="39600" cy="20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16BB51E3-FEB1-E9E3-9602-80721E8E2DBC}"/>
                  </a:ext>
                </a:extLst>
              </p14:cNvPr>
              <p14:cNvContentPartPr/>
              <p14:nvPr/>
            </p14:nvContentPartPr>
            <p14:xfrm>
              <a:off x="2789460" y="6129008"/>
              <a:ext cx="26640" cy="19296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16BB51E3-FEB1-E9E3-9602-80721E8E2DBC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2780460" y="6120368"/>
                <a:ext cx="44280" cy="21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8A5878A5-C110-DB6F-06C5-A525768A74F2}"/>
                  </a:ext>
                </a:extLst>
              </p14:cNvPr>
              <p14:cNvContentPartPr/>
              <p14:nvPr/>
            </p14:nvContentPartPr>
            <p14:xfrm>
              <a:off x="3407580" y="6130448"/>
              <a:ext cx="30960" cy="14976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8A5878A5-C110-DB6F-06C5-A525768A74F2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3398580" y="6121808"/>
                <a:ext cx="48600" cy="16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B7358436-4378-13FD-FED5-522EE494BD46}"/>
                  </a:ext>
                </a:extLst>
              </p14:cNvPr>
              <p14:cNvContentPartPr/>
              <p14:nvPr/>
            </p14:nvContentPartPr>
            <p14:xfrm>
              <a:off x="4135500" y="6135488"/>
              <a:ext cx="16200" cy="14580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B7358436-4378-13FD-FED5-522EE494BD46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4126860" y="6126848"/>
                <a:ext cx="33840" cy="16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A1B7FFEC-0B6B-1962-7FC8-E3C4B0ED23BF}"/>
                  </a:ext>
                </a:extLst>
              </p14:cNvPr>
              <p14:cNvContentPartPr/>
              <p14:nvPr/>
            </p14:nvContentPartPr>
            <p14:xfrm>
              <a:off x="4924980" y="6109568"/>
              <a:ext cx="17640" cy="12888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A1B7FFEC-0B6B-1962-7FC8-E3C4B0ED23BF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4916340" y="6100928"/>
                <a:ext cx="35280" cy="14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27D44754-2C75-84A8-00BA-AD1E9C61DC16}"/>
                  </a:ext>
                </a:extLst>
              </p14:cNvPr>
              <p14:cNvContentPartPr/>
              <p14:nvPr/>
            </p14:nvContentPartPr>
            <p14:xfrm>
              <a:off x="1952100" y="6096608"/>
              <a:ext cx="118800" cy="8352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27D44754-2C75-84A8-00BA-AD1E9C61DC16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1943100" y="6087968"/>
                <a:ext cx="136440" cy="10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8D9F055D-FCF4-4F27-4DFC-536A5EF45F3A}"/>
                  </a:ext>
                </a:extLst>
              </p14:cNvPr>
              <p14:cNvContentPartPr/>
              <p14:nvPr/>
            </p14:nvContentPartPr>
            <p14:xfrm>
              <a:off x="2746620" y="6080048"/>
              <a:ext cx="79920" cy="6048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8D9F055D-FCF4-4F27-4DFC-536A5EF45F3A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2737620" y="6071408"/>
                <a:ext cx="97560" cy="7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64A4CB98-1387-AE83-7C23-0A3BB4AD349E}"/>
                  </a:ext>
                </a:extLst>
              </p14:cNvPr>
              <p14:cNvContentPartPr/>
              <p14:nvPr/>
            </p14:nvContentPartPr>
            <p14:xfrm>
              <a:off x="3354660" y="6084728"/>
              <a:ext cx="126000" cy="7704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64A4CB98-1387-AE83-7C23-0A3BB4AD349E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3345660" y="6075728"/>
                <a:ext cx="143640" cy="9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446F9507-5CFB-F2CC-5603-887875B7715B}"/>
                  </a:ext>
                </a:extLst>
              </p14:cNvPr>
              <p14:cNvContentPartPr/>
              <p14:nvPr/>
            </p14:nvContentPartPr>
            <p14:xfrm>
              <a:off x="4094100" y="6063848"/>
              <a:ext cx="91800" cy="6660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446F9507-5CFB-F2CC-5603-887875B7715B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4085100" y="6055208"/>
                <a:ext cx="109440" cy="8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B2FEE4B5-8E78-3E93-0EE1-2D2CACEBC2D1}"/>
                  </a:ext>
                </a:extLst>
              </p14:cNvPr>
              <p14:cNvContentPartPr/>
              <p14:nvPr/>
            </p14:nvContentPartPr>
            <p14:xfrm>
              <a:off x="4878900" y="6018128"/>
              <a:ext cx="107280" cy="9036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B2FEE4B5-8E78-3E93-0EE1-2D2CACEBC2D1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4869900" y="6009488"/>
                <a:ext cx="124920" cy="10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E75886FB-01CC-CE15-534F-56A95A961D75}"/>
                  </a:ext>
                </a:extLst>
              </p14:cNvPr>
              <p14:cNvContentPartPr/>
              <p14:nvPr/>
            </p14:nvContentPartPr>
            <p14:xfrm>
              <a:off x="5957820" y="6415928"/>
              <a:ext cx="142920" cy="9468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E75886FB-01CC-CE15-534F-56A95A961D75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5948820" y="6407288"/>
                <a:ext cx="160560" cy="11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69324389-5AEC-D69B-575F-1D57A37596FC}"/>
                  </a:ext>
                </a:extLst>
              </p14:cNvPr>
              <p14:cNvContentPartPr/>
              <p14:nvPr/>
            </p14:nvContentPartPr>
            <p14:xfrm>
              <a:off x="6426540" y="6403328"/>
              <a:ext cx="37080" cy="10872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69324389-5AEC-D69B-575F-1D57A37596FC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6417540" y="6394328"/>
                <a:ext cx="54720" cy="12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2580E3F8-526E-06C9-0E08-05F8AF336DD0}"/>
                  </a:ext>
                </a:extLst>
              </p14:cNvPr>
              <p14:cNvContentPartPr/>
              <p14:nvPr/>
            </p14:nvContentPartPr>
            <p14:xfrm>
              <a:off x="6670620" y="6410168"/>
              <a:ext cx="67680" cy="93240"/>
            </p14:xfrm>
          </p:contentPart>
        </mc:Choice>
        <mc:Fallback xmlns=""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2580E3F8-526E-06C9-0E08-05F8AF336DD0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6661980" y="6401168"/>
                <a:ext cx="85320" cy="11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A3975411-A0F1-C3F4-38F9-3A0007DCED61}"/>
                  </a:ext>
                </a:extLst>
              </p14:cNvPr>
              <p14:cNvContentPartPr/>
              <p14:nvPr/>
            </p14:nvContentPartPr>
            <p14:xfrm>
              <a:off x="6900660" y="6404768"/>
              <a:ext cx="134280" cy="9576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A3975411-A0F1-C3F4-38F9-3A0007DCED61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6892020" y="6395768"/>
                <a:ext cx="151920" cy="11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EABA3B16-2B04-DCEF-82D5-AEDD2043A810}"/>
                  </a:ext>
                </a:extLst>
              </p14:cNvPr>
              <p14:cNvContentPartPr/>
              <p14:nvPr/>
            </p14:nvContentPartPr>
            <p14:xfrm>
              <a:off x="7201260" y="6392528"/>
              <a:ext cx="196560" cy="8136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EABA3B16-2B04-DCEF-82D5-AEDD2043A810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7192260" y="6383888"/>
                <a:ext cx="214200" cy="99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1:04–1:10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Anti-aliased CNNs: restore the missing DSP step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777240" y="2057400"/>
            <a:ext cx="1828800" cy="822960"/>
          </a:xfrm>
          <a:prstGeom prst="roundRect">
            <a:avLst/>
          </a:prstGeom>
          <a:solidFill>
            <a:srgbClr val="EAF4FA"/>
          </a:solidFill>
          <a:ln w="19050">
            <a:solidFill>
              <a:srgbClr val="2F80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2075688"/>
            <a:ext cx="1828800" cy="8046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learned conv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606040" y="2468880"/>
            <a:ext cx="685800" cy="0"/>
          </a:xfrm>
          <a:prstGeom prst="line">
            <a:avLst/>
          </a:prstGeom>
          <a:noFill/>
          <a:ln w="25400">
            <a:solidFill>
              <a:srgbClr val="245B8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91840" y="2057400"/>
            <a:ext cx="1828800" cy="822960"/>
          </a:xfrm>
          <a:prstGeom prst="roundRect">
            <a:avLst/>
          </a:prstGeom>
          <a:solidFill>
            <a:srgbClr val="F3F8FB"/>
          </a:solidFill>
          <a:ln w="19050">
            <a:solidFill>
              <a:srgbClr val="C9D6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91840" y="2075688"/>
            <a:ext cx="1828800" cy="8046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nonlinearity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120640" y="2468880"/>
            <a:ext cx="685800" cy="0"/>
          </a:xfrm>
          <a:prstGeom prst="line">
            <a:avLst/>
          </a:prstGeom>
          <a:noFill/>
          <a:ln w="25400">
            <a:solidFill>
              <a:srgbClr val="245B8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806440" y="1901952"/>
            <a:ext cx="2240280" cy="1143000"/>
          </a:xfrm>
          <a:prstGeom prst="roundRect">
            <a:avLst/>
          </a:prstGeom>
          <a:solidFill>
            <a:srgbClr val="EEF7F1"/>
          </a:solidFill>
          <a:ln w="19050">
            <a:solidFill>
              <a:srgbClr val="2C7A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806440" y="1920240"/>
            <a:ext cx="2240280" cy="11247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fixed / constrained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lowpass blur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046720" y="2468880"/>
            <a:ext cx="685800" cy="0"/>
          </a:xfrm>
          <a:prstGeom prst="line">
            <a:avLst/>
          </a:prstGeom>
          <a:noFill/>
          <a:ln w="25400">
            <a:solidFill>
              <a:srgbClr val="245B8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732520" y="2057400"/>
            <a:ext cx="1371600" cy="822960"/>
          </a:xfrm>
          <a:prstGeom prst="roundRect">
            <a:avLst/>
          </a:prstGeom>
          <a:solidFill>
            <a:srgbClr val="FFF6E9"/>
          </a:solidFill>
          <a:ln w="19050">
            <a:solidFill>
              <a:srgbClr val="C96A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732520" y="2075688"/>
            <a:ext cx="1371600" cy="8046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 M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97280" y="3840480"/>
            <a:ext cx="10012680" cy="1691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BlurPool-style idea: lowpass before spatial or temporal subsampling.
</a:t>
            </a:r>
            <a:r>
              <a:rPr lang="en-US" sz="17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Alternative: constrain the strided kernel to have stronger lowpass behavior.
</a:t>
            </a:r>
            <a:r>
              <a:rPr lang="en-US" sz="17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Tradeoff: suppressing high-frequency detail can reduce aliasing but may also remove task-relevant features.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C11E6C7-CDDB-F2B7-1962-2A6001D3D069}"/>
              </a:ext>
            </a:extLst>
          </p:cNvPr>
          <p:cNvSpPr txBox="1"/>
          <p:nvPr/>
        </p:nvSpPr>
        <p:spPr>
          <a:xfrm>
            <a:off x="415637" y="576696"/>
            <a:ext cx="54744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CNN for Classifying Digit Images</a:t>
            </a:r>
          </a:p>
        </p:txBody>
      </p:sp>
      <p:pic>
        <p:nvPicPr>
          <p:cNvPr id="3" name="Picture 2" descr="convnet">
            <a:extLst>
              <a:ext uri="{FF2B5EF4-FFF2-40B4-BE49-F238E27FC236}">
                <a16:creationId xmlns:a16="http://schemas.microsoft.com/office/drawing/2014/main" id="{75A98794-541E-605D-6880-B2F4E08E9F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1135" y="1917124"/>
            <a:ext cx="8463133" cy="233007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1394872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1:10–1:14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Mini-demo / coding prompt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868680" y="141732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three stride-2 pipelines on the same 1-D signal: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822960" y="2148840"/>
            <a:ext cx="3337560" cy="1234440"/>
          </a:xfrm>
          <a:prstGeom prst="roundRect">
            <a:avLst>
              <a:gd name="adj" fmla="val 4444"/>
            </a:avLst>
          </a:prstGeom>
          <a:solidFill>
            <a:srgbClr val="FFF8EC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87552" y="2276856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A. Raw subsampling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87552" y="2587752"/>
            <a:ext cx="30083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 = x[::2]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434840" y="2148840"/>
            <a:ext cx="3337560" cy="1234440"/>
          </a:xfrm>
          <a:prstGeom prst="roundRect">
            <a:avLst>
              <a:gd name="adj" fmla="val 4444"/>
            </a:avLst>
          </a:prstGeom>
          <a:solidFill>
            <a:srgbClr val="F3F8FB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99432" y="2276856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B. Learned stride-2 conv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99432" y="2587752"/>
            <a:ext cx="30083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torch.nn.Conv1d(..., stride=2)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046720" y="2148840"/>
            <a:ext cx="3337560" cy="1234440"/>
          </a:xfrm>
          <a:prstGeom prst="roundRect">
            <a:avLst>
              <a:gd name="adj" fmla="val 4444"/>
            </a:avLst>
          </a:prstGeom>
          <a:solidFill>
            <a:srgbClr val="EEF7F1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211312" y="2276856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C. Blur + stride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11312" y="2587752"/>
            <a:ext cx="30083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lowpass(x) → take every 2nd sample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143000" y="4160520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Shift the input by one sample. Which pipeline changes least, and why?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2743200" y="5166360"/>
            <a:ext cx="6675120" cy="749808"/>
          </a:xfrm>
          <a:prstGeom prst="roundRect">
            <a:avLst>
              <a:gd name="adj" fmla="val 7317"/>
            </a:avLst>
          </a:prstGeom>
          <a:solidFill>
            <a:srgbClr val="F7FAFC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907792" y="5294376"/>
            <a:ext cx="6345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accompanying notebook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907792" y="5605272"/>
            <a:ext cx="6345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Sections 1–5 reproduce the DSP spectra and the PyTorch stride comparison.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1:14–1:15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13 wrap-up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914400" y="1600200"/>
            <a:ext cx="6583680" cy="4114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20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Downsampling</a:t>
            </a:r>
            <a:r>
              <a:rPr lang="en-US" sz="20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changes the sample rate and stretches spectral copies.
</a:t>
            </a:r>
            <a:r>
              <a:rPr lang="en-US" sz="2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20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Aliasing</a:t>
            </a:r>
            <a:r>
              <a:rPr lang="en-US" sz="20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occurs when those copies overlap.
</a:t>
            </a:r>
            <a:r>
              <a:rPr lang="en-US" sz="2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20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Decimation</a:t>
            </a:r>
            <a:r>
              <a:rPr lang="en-US" sz="20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is anti-alias lowpass filtering followed by ↓M.
</a:t>
            </a:r>
            <a:r>
              <a:rPr lang="en-US" sz="2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20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Strided CNN layers</a:t>
            </a:r>
            <a:r>
              <a:rPr lang="en-US" sz="20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are learned-filter + downsample systems.
</a:t>
            </a:r>
            <a:r>
              <a:rPr lang="en-US" sz="2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20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Anti-aliased CNNs</a:t>
            </a:r>
            <a:r>
              <a:rPr lang="en-US" sz="20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reintroduce an explicit lowpass step before subsampling.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001000" y="2103120"/>
            <a:ext cx="3383280" cy="1874520"/>
          </a:xfrm>
          <a:prstGeom prst="roundRect">
            <a:avLst>
              <a:gd name="adj" fmla="val 2927"/>
            </a:avLst>
          </a:prstGeom>
          <a:solidFill>
            <a:srgbClr val="FFF8EC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165592" y="2231136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Exit question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65592" y="2542032"/>
            <a:ext cx="305409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one sentence: why can a perfectly reasonable learned convolution still be a poor anti-aliasing filter?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001000" y="4343400"/>
            <a:ext cx="3383280" cy="1188720"/>
          </a:xfrm>
          <a:prstGeom prst="roundRect">
            <a:avLst>
              <a:gd name="adj" fmla="val 4615"/>
            </a:avLst>
          </a:prstGeom>
          <a:solidFill>
            <a:srgbClr val="EEF7F1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165592" y="4471416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lecture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165592" y="4782312"/>
            <a:ext cx="3054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Zero insertion creates images; interpolation removes them.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References and instructor resources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868680" y="1600200"/>
            <a:ext cx="10241280" cy="3291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8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Oppenheim &amp; Schafer, Discrete-Time Signal Processing, §4.6: sampling-rate conversion.
</a:t>
            </a:r>
            <a:r>
              <a:rPr lang="en-US" sz="18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8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Raschka et al., Machine Learning with PyTorch and Scikit-Learn: convolutional neural network architecture.
</a:t>
            </a:r>
            <a:r>
              <a:rPr lang="en-US" sz="18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8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Accompanying notebook: Week8_Multirate_DSP_and_ML_Demos.ipynb.
</a:t>
            </a:r>
            <a:r>
              <a:rPr lang="en-US" sz="18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8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Homework and weekly quiz: Week8_Multirate_Homework_Quiz_Solutions.docx.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34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2564</TotalTime>
  <Words>1776</Words>
  <Application>Microsoft Office PowerPoint</Application>
  <PresentationFormat>Widescreen</PresentationFormat>
  <Paragraphs>221</Paragraphs>
  <Slides>34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8" baseType="lpstr">
      <vt:lpstr>Aptos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DSP and ML Course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11: Downsampling, Decimation, and CNN Strides</dc:title>
  <dc:subject>Week 6 Multi-rate DSP</dc:subject>
  <dc:creator>OpenAI</dc:creator>
  <cp:lastModifiedBy>Peter Mathys</cp:lastModifiedBy>
  <cp:revision>13</cp:revision>
  <dcterms:created xsi:type="dcterms:W3CDTF">2026-09-04T18:33:06Z</dcterms:created>
  <dcterms:modified xsi:type="dcterms:W3CDTF">2026-10-23T01:48:50Z</dcterms:modified>
</cp:coreProperties>
</file>